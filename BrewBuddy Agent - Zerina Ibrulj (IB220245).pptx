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704" r:id="rId1"/>
  </p:sldMasterIdLst>
  <p:notesMasterIdLst>
    <p:notesMasterId r:id="rId20"/>
  </p:notesMasterIdLst>
  <p:sldIdLst>
    <p:sldId id="256" r:id="rId2"/>
    <p:sldId id="262" r:id="rId3"/>
    <p:sldId id="263" r:id="rId4"/>
    <p:sldId id="324" r:id="rId5"/>
    <p:sldId id="276" r:id="rId6"/>
    <p:sldId id="299" r:id="rId7"/>
    <p:sldId id="307" r:id="rId8"/>
    <p:sldId id="286" r:id="rId9"/>
    <p:sldId id="267" r:id="rId10"/>
    <p:sldId id="291" r:id="rId11"/>
    <p:sldId id="306" r:id="rId12"/>
    <p:sldId id="292" r:id="rId13"/>
    <p:sldId id="304" r:id="rId14"/>
    <p:sldId id="273" r:id="rId15"/>
    <p:sldId id="287" r:id="rId16"/>
    <p:sldId id="284" r:id="rId17"/>
    <p:sldId id="274" r:id="rId18"/>
    <p:sldId id="325" r:id="rId19"/>
  </p:sldIdLst>
  <p:sldSz cx="9144000" cy="5143500" type="screen16x9"/>
  <p:notesSz cx="6858000" cy="9144000"/>
  <p:embeddedFontLst>
    <p:embeddedFont>
      <p:font typeface="Berkshire Swash" panose="020B0604020202020204" charset="0"/>
      <p:regular r:id="rId21"/>
    </p:embeddedFont>
    <p:embeddedFont>
      <p:font typeface="Open Sans" panose="020B0606030504020204" pitchFamily="34" charset="0"/>
      <p:regular r:id="rId22"/>
      <p:bold r:id="rId23"/>
      <p:italic r:id="rId24"/>
      <p:boldItalic r:id="rId2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75645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D996101A-4A9E-4AAB-86B4-36EC2942DB51}">
  <a:tblStyle styleId="{D996101A-4A9E-4AAB-86B4-36EC2942DB51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74" autoAdjust="0"/>
    <p:restoredTop sz="94660"/>
  </p:normalViewPr>
  <p:slideViewPr>
    <p:cSldViewPr snapToGrid="0">
      <p:cViewPr varScale="1">
        <p:scale>
          <a:sx n="142" d="100"/>
          <a:sy n="142" d="100"/>
        </p:scale>
        <p:origin x="714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font" Target="fonts/font1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5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notesMaster" Target="notesMasters/notesMaster1.xml"/><Relationship Id="rId29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4.fntdata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3.fntdata"/><Relationship Id="rId28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2.fntdata"/><Relationship Id="rId27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56" name="Google Shape;20956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57" name="Google Shape;20957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81" name="Google Shape;21481;g893074c141_1_30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482" name="Google Shape;21482;g893074c141_1_30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55" name="Google Shape;21755;gb14a08d752_0_19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56" name="Google Shape;21756;gb14a08d752_0_19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32" name="Google Shape;26732;gb19aff446b_2_200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33" name="Google Shape;26733;gb19aff446b_2_200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62" name="Google Shape;23662;ga830103928_0_15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663" name="Google Shape;23663;ga830103928_0_15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20" name="Google Shape;24120;gb14a08d752_0_52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121" name="Google Shape;24121;gb14a08d752_0_52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38" name="Google Shape;24738;ga8fadb2ea5_0_490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739" name="Google Shape;24739;ga8fadb2ea5_0_490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5" name="Google Shape;23855;gb17cf4b36b_0_16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56" name="Google Shape;23856;gb17cf4b36b_0_16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00" name="Google Shape;22100;g893074c141_1_3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101" name="Google Shape;22101;g893074c141_1_3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19" name="Google Shape;24019;g8941913e0f_0_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20" name="Google Shape;24020;g8941913e0f_0_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12" name="Google Shape;24712;gb14a08d752_0_354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713" name="Google Shape;24713;gb14a08d752_0_354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26" name="Google Shape;24026;gb19aff446b_0_226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27" name="Google Shape;24027;gb19aff446b_0_226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8" name="Google Shape;24388;g893074c141_1_366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389" name="Google Shape;24389;g893074c141_1_366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46" name="Google Shape;23646;g893074c141_1_36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647" name="Google Shape;23647;g893074c141_1_36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85" name="Google Shape;23885;g893074c141_1_4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86" name="Google Shape;23886;g893074c141_1_4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08" name="Google Shape;23808;gb17cf4b36b_0_15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09" name="Google Shape;23809;gb17cf4b36b_0_15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1" name="Google Shape;23651;gb19aff446b_0_1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652" name="Google Shape;23652;gb19aff446b_0_1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5373260" y="1005125"/>
            <a:ext cx="2796900" cy="231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000"/>
              <a:buFont typeface="Berkshire Swash"/>
              <a:buNone/>
              <a:defRPr sz="7000"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5373125" y="3224750"/>
            <a:ext cx="2796900" cy="66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-199475" y="-188050"/>
            <a:ext cx="3673877" cy="1332473"/>
          </a:xfrm>
          <a:custGeom>
            <a:avLst/>
            <a:gdLst/>
            <a:ahLst/>
            <a:cxnLst/>
            <a:rect l="l" t="t" r="r" b="b"/>
            <a:pathLst>
              <a:path w="12333" h="4473" extrusionOk="0">
                <a:moveTo>
                  <a:pt x="17" y="0"/>
                </a:moveTo>
                <a:lnTo>
                  <a:pt x="33" y="4041"/>
                </a:lnTo>
                <a:cubicBezTo>
                  <a:pt x="0" y="4090"/>
                  <a:pt x="602" y="4280"/>
                  <a:pt x="652" y="4297"/>
                </a:cubicBezTo>
                <a:cubicBezTo>
                  <a:pt x="775" y="4335"/>
                  <a:pt x="897" y="4355"/>
                  <a:pt x="1019" y="4355"/>
                </a:cubicBezTo>
                <a:cubicBezTo>
                  <a:pt x="1221" y="4355"/>
                  <a:pt x="1420" y="4301"/>
                  <a:pt x="1612" y="4193"/>
                </a:cubicBezTo>
                <a:cubicBezTo>
                  <a:pt x="2198" y="3868"/>
                  <a:pt x="2577" y="3282"/>
                  <a:pt x="3159" y="2940"/>
                </a:cubicBezTo>
                <a:cubicBezTo>
                  <a:pt x="3576" y="2709"/>
                  <a:pt x="4037" y="2592"/>
                  <a:pt x="4498" y="2592"/>
                </a:cubicBezTo>
                <a:cubicBezTo>
                  <a:pt x="4893" y="2592"/>
                  <a:pt x="5287" y="2678"/>
                  <a:pt x="5653" y="2854"/>
                </a:cubicBezTo>
                <a:cubicBezTo>
                  <a:pt x="6131" y="3093"/>
                  <a:pt x="6494" y="3455"/>
                  <a:pt x="6906" y="3781"/>
                </a:cubicBezTo>
                <a:cubicBezTo>
                  <a:pt x="7302" y="4107"/>
                  <a:pt x="7817" y="4433"/>
                  <a:pt x="8333" y="4470"/>
                </a:cubicBezTo>
                <a:cubicBezTo>
                  <a:pt x="8363" y="4472"/>
                  <a:pt x="8393" y="4472"/>
                  <a:pt x="8423" y="4472"/>
                </a:cubicBezTo>
                <a:cubicBezTo>
                  <a:pt x="9185" y="4472"/>
                  <a:pt x="9795" y="3880"/>
                  <a:pt x="10291" y="3352"/>
                </a:cubicBezTo>
                <a:cubicBezTo>
                  <a:pt x="10786" y="2783"/>
                  <a:pt x="11252" y="2186"/>
                  <a:pt x="11648" y="1547"/>
                </a:cubicBezTo>
                <a:cubicBezTo>
                  <a:pt x="11837" y="1221"/>
                  <a:pt x="12006" y="879"/>
                  <a:pt x="12147" y="536"/>
                </a:cubicBezTo>
                <a:cubicBezTo>
                  <a:pt x="12212" y="380"/>
                  <a:pt x="12332" y="0"/>
                  <a:pt x="123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 rot="-5400000">
            <a:off x="-264599" y="3502895"/>
            <a:ext cx="1803243" cy="1536829"/>
            <a:chOff x="3796300" y="2184925"/>
            <a:chExt cx="427775" cy="364575"/>
          </a:xfrm>
        </p:grpSpPr>
        <p:sp>
          <p:nvSpPr>
            <p:cNvPr id="13" name="Google Shape;13;p2"/>
            <p:cNvSpPr/>
            <p:nvPr/>
          </p:nvSpPr>
          <p:spPr>
            <a:xfrm>
              <a:off x="4014925" y="231840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3" y="21"/>
                    <a:pt x="0" y="71"/>
                    <a:pt x="0" y="157"/>
                  </a:cubicBezTo>
                  <a:cubicBezTo>
                    <a:pt x="17" y="190"/>
                    <a:pt x="17" y="207"/>
                    <a:pt x="54" y="244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57" y="260"/>
                    <a:pt x="190" y="227"/>
                    <a:pt x="206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6" y="38"/>
                    <a:pt x="173" y="21"/>
                  </a:cubicBezTo>
                  <a:cubicBezTo>
                    <a:pt x="173" y="21"/>
                    <a:pt x="157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4016250" y="2394475"/>
              <a:ext cx="6425" cy="6375"/>
            </a:xfrm>
            <a:custGeom>
              <a:avLst/>
              <a:gdLst/>
              <a:ahLst/>
              <a:cxnLst/>
              <a:rect l="l" t="t" r="r" b="b"/>
              <a:pathLst>
                <a:path w="257" h="255" extrusionOk="0">
                  <a:moveTo>
                    <a:pt x="137" y="0"/>
                  </a:moveTo>
                  <a:cubicBezTo>
                    <a:pt x="104" y="0"/>
                    <a:pt x="83" y="0"/>
                    <a:pt x="50" y="17"/>
                  </a:cubicBezTo>
                  <a:cubicBezTo>
                    <a:pt x="17" y="70"/>
                    <a:pt x="1" y="153"/>
                    <a:pt x="34" y="206"/>
                  </a:cubicBezTo>
                  <a:cubicBezTo>
                    <a:pt x="63" y="235"/>
                    <a:pt x="99" y="254"/>
                    <a:pt x="130" y="254"/>
                  </a:cubicBezTo>
                  <a:cubicBezTo>
                    <a:pt x="153" y="254"/>
                    <a:pt x="173" y="245"/>
                    <a:pt x="186" y="223"/>
                  </a:cubicBezTo>
                  <a:cubicBezTo>
                    <a:pt x="240" y="190"/>
                    <a:pt x="256" y="103"/>
                    <a:pt x="207" y="50"/>
                  </a:cubicBezTo>
                  <a:cubicBezTo>
                    <a:pt x="207" y="17"/>
                    <a:pt x="186" y="17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3944925" y="23175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4" y="0"/>
                  </a:moveTo>
                  <a:cubicBezTo>
                    <a:pt x="87" y="0"/>
                    <a:pt x="87" y="17"/>
                    <a:pt x="71" y="17"/>
                  </a:cubicBezTo>
                  <a:cubicBezTo>
                    <a:pt x="34" y="33"/>
                    <a:pt x="1" y="87"/>
                    <a:pt x="1" y="157"/>
                  </a:cubicBezTo>
                  <a:cubicBezTo>
                    <a:pt x="17" y="190"/>
                    <a:pt x="34" y="223"/>
                    <a:pt x="50" y="240"/>
                  </a:cubicBezTo>
                  <a:cubicBezTo>
                    <a:pt x="65" y="254"/>
                    <a:pt x="86" y="267"/>
                    <a:pt x="109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90" y="260"/>
                    <a:pt x="240" y="190"/>
                    <a:pt x="223" y="120"/>
                  </a:cubicBezTo>
                  <a:lnTo>
                    <a:pt x="223" y="87"/>
                  </a:lnTo>
                  <a:cubicBezTo>
                    <a:pt x="207" y="54"/>
                    <a:pt x="190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4002450" y="23514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103" y="1"/>
                    <a:pt x="70" y="1"/>
                    <a:pt x="54" y="17"/>
                  </a:cubicBezTo>
                  <a:cubicBezTo>
                    <a:pt x="0" y="71"/>
                    <a:pt x="0" y="158"/>
                    <a:pt x="37" y="207"/>
                  </a:cubicBezTo>
                  <a:cubicBezTo>
                    <a:pt x="54" y="244"/>
                    <a:pt x="87" y="261"/>
                    <a:pt x="103" y="261"/>
                  </a:cubicBezTo>
                  <a:cubicBezTo>
                    <a:pt x="140" y="261"/>
                    <a:pt x="173" y="244"/>
                    <a:pt x="190" y="224"/>
                  </a:cubicBezTo>
                  <a:cubicBezTo>
                    <a:pt x="244" y="191"/>
                    <a:pt x="244" y="104"/>
                    <a:pt x="206" y="55"/>
                  </a:cubicBezTo>
                  <a:cubicBezTo>
                    <a:pt x="190" y="17"/>
                    <a:pt x="190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4017900" y="23510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71" y="0"/>
                  </a:moveTo>
                  <a:cubicBezTo>
                    <a:pt x="38" y="33"/>
                    <a:pt x="1" y="87"/>
                    <a:pt x="17" y="157"/>
                  </a:cubicBezTo>
                  <a:cubicBezTo>
                    <a:pt x="17" y="190"/>
                    <a:pt x="38" y="207"/>
                    <a:pt x="54" y="240"/>
                  </a:cubicBezTo>
                  <a:cubicBezTo>
                    <a:pt x="87" y="260"/>
                    <a:pt x="104" y="260"/>
                    <a:pt x="141" y="260"/>
                  </a:cubicBezTo>
                  <a:cubicBezTo>
                    <a:pt x="190" y="240"/>
                    <a:pt x="244" y="174"/>
                    <a:pt x="223" y="103"/>
                  </a:cubicBezTo>
                  <a:lnTo>
                    <a:pt x="223" y="71"/>
                  </a:lnTo>
                  <a:cubicBezTo>
                    <a:pt x="207" y="33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4011525" y="23688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10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0" y="149"/>
                    <a:pt x="17" y="219"/>
                    <a:pt x="87" y="252"/>
                  </a:cubicBezTo>
                  <a:cubicBezTo>
                    <a:pt x="99" y="257"/>
                    <a:pt x="112" y="260"/>
                    <a:pt x="126" y="260"/>
                  </a:cubicBezTo>
                  <a:cubicBezTo>
                    <a:pt x="168" y="260"/>
                    <a:pt x="210" y="236"/>
                    <a:pt x="223" y="186"/>
                  </a:cubicBezTo>
                  <a:cubicBezTo>
                    <a:pt x="239" y="116"/>
                    <a:pt x="223" y="29"/>
                    <a:pt x="153" y="13"/>
                  </a:cubicBezTo>
                  <a:cubicBezTo>
                    <a:pt x="140" y="4"/>
                    <a:pt x="125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4014100" y="2270675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25" y="0"/>
                  </a:moveTo>
                  <a:cubicBezTo>
                    <a:pt x="80" y="0"/>
                    <a:pt x="30" y="31"/>
                    <a:pt x="17" y="75"/>
                  </a:cubicBezTo>
                  <a:cubicBezTo>
                    <a:pt x="0" y="141"/>
                    <a:pt x="17" y="227"/>
                    <a:pt x="87" y="244"/>
                  </a:cubicBezTo>
                  <a:cubicBezTo>
                    <a:pt x="100" y="254"/>
                    <a:pt x="115" y="259"/>
                    <a:pt x="130" y="259"/>
                  </a:cubicBezTo>
                  <a:cubicBezTo>
                    <a:pt x="170" y="259"/>
                    <a:pt x="211" y="226"/>
                    <a:pt x="223" y="178"/>
                  </a:cubicBezTo>
                  <a:cubicBezTo>
                    <a:pt x="239" y="108"/>
                    <a:pt x="223" y="38"/>
                    <a:pt x="153" y="5"/>
                  </a:cubicBezTo>
                  <a:cubicBezTo>
                    <a:pt x="144" y="2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4001625" y="23978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33" y="223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39" y="190"/>
                    <a:pt x="223" y="120"/>
                  </a:cubicBezTo>
                  <a:cubicBezTo>
                    <a:pt x="223" y="87"/>
                    <a:pt x="206" y="54"/>
                    <a:pt x="190" y="37"/>
                  </a:cubicBezTo>
                  <a:cubicBezTo>
                    <a:pt x="173" y="17"/>
                    <a:pt x="17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4020900" y="2301700"/>
              <a:ext cx="6525" cy="6425"/>
            </a:xfrm>
            <a:custGeom>
              <a:avLst/>
              <a:gdLst/>
              <a:ahLst/>
              <a:cxnLst/>
              <a:rect l="l" t="t" r="r" b="b"/>
              <a:pathLst>
                <a:path w="261" h="257" extrusionOk="0">
                  <a:moveTo>
                    <a:pt x="140" y="1"/>
                  </a:moveTo>
                  <a:cubicBezTo>
                    <a:pt x="124" y="1"/>
                    <a:pt x="87" y="1"/>
                    <a:pt x="70" y="34"/>
                  </a:cubicBezTo>
                  <a:cubicBezTo>
                    <a:pt x="21" y="71"/>
                    <a:pt x="0" y="153"/>
                    <a:pt x="54" y="207"/>
                  </a:cubicBezTo>
                  <a:cubicBezTo>
                    <a:pt x="70" y="240"/>
                    <a:pt x="87" y="256"/>
                    <a:pt x="124" y="256"/>
                  </a:cubicBezTo>
                  <a:cubicBezTo>
                    <a:pt x="157" y="256"/>
                    <a:pt x="173" y="256"/>
                    <a:pt x="206" y="223"/>
                  </a:cubicBezTo>
                  <a:cubicBezTo>
                    <a:pt x="260" y="190"/>
                    <a:pt x="260" y="104"/>
                    <a:pt x="227" y="50"/>
                  </a:cubicBezTo>
                  <a:cubicBezTo>
                    <a:pt x="206" y="34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021825" y="2285425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87" y="0"/>
                  </a:moveTo>
                  <a:cubicBezTo>
                    <a:pt x="33" y="17"/>
                    <a:pt x="0" y="83"/>
                    <a:pt x="0" y="153"/>
                  </a:cubicBezTo>
                  <a:cubicBezTo>
                    <a:pt x="0" y="186"/>
                    <a:pt x="17" y="223"/>
                    <a:pt x="50" y="239"/>
                  </a:cubicBezTo>
                  <a:cubicBezTo>
                    <a:pt x="62" y="251"/>
                    <a:pt x="84" y="263"/>
                    <a:pt x="101" y="263"/>
                  </a:cubicBezTo>
                  <a:cubicBezTo>
                    <a:pt x="109" y="263"/>
                    <a:pt x="115" y="261"/>
                    <a:pt x="120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23" y="83"/>
                    <a:pt x="207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023475" y="2380525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3" y="1"/>
                  </a:moveTo>
                  <a:cubicBezTo>
                    <a:pt x="117" y="1"/>
                    <a:pt x="110" y="3"/>
                    <a:pt x="103" y="10"/>
                  </a:cubicBezTo>
                  <a:cubicBezTo>
                    <a:pt x="37" y="10"/>
                    <a:pt x="0" y="76"/>
                    <a:pt x="21" y="146"/>
                  </a:cubicBezTo>
                  <a:cubicBezTo>
                    <a:pt x="21" y="179"/>
                    <a:pt x="37" y="216"/>
                    <a:pt x="54" y="232"/>
                  </a:cubicBezTo>
                  <a:cubicBezTo>
                    <a:pt x="87" y="249"/>
                    <a:pt x="103" y="265"/>
                    <a:pt x="141" y="265"/>
                  </a:cubicBezTo>
                  <a:cubicBezTo>
                    <a:pt x="190" y="249"/>
                    <a:pt x="244" y="179"/>
                    <a:pt x="227" y="113"/>
                  </a:cubicBezTo>
                  <a:cubicBezTo>
                    <a:pt x="227" y="76"/>
                    <a:pt x="207" y="43"/>
                    <a:pt x="190" y="26"/>
                  </a:cubicBezTo>
                  <a:cubicBezTo>
                    <a:pt x="174" y="26"/>
                    <a:pt x="174" y="10"/>
                    <a:pt x="157" y="10"/>
                  </a:cubicBezTo>
                  <a:cubicBezTo>
                    <a:pt x="146" y="10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4022650" y="23336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cubicBezTo>
                    <a:pt x="70" y="8"/>
                    <a:pt x="54" y="29"/>
                    <a:pt x="33" y="61"/>
                  </a:cubicBezTo>
                  <a:cubicBezTo>
                    <a:pt x="17" y="78"/>
                    <a:pt x="0" y="111"/>
                    <a:pt x="17" y="148"/>
                  </a:cubicBezTo>
                  <a:cubicBezTo>
                    <a:pt x="17" y="181"/>
                    <a:pt x="33" y="214"/>
                    <a:pt x="54" y="235"/>
                  </a:cubicBezTo>
                  <a:cubicBezTo>
                    <a:pt x="70" y="251"/>
                    <a:pt x="103" y="268"/>
                    <a:pt x="136" y="268"/>
                  </a:cubicBezTo>
                  <a:cubicBezTo>
                    <a:pt x="190" y="251"/>
                    <a:pt x="240" y="181"/>
                    <a:pt x="223" y="111"/>
                  </a:cubicBezTo>
                  <a:cubicBezTo>
                    <a:pt x="223" y="78"/>
                    <a:pt x="207" y="45"/>
                    <a:pt x="190" y="29"/>
                  </a:cubicBezTo>
                  <a:cubicBezTo>
                    <a:pt x="174" y="29"/>
                    <a:pt x="174" y="8"/>
                    <a:pt x="157" y="8"/>
                  </a:cubicBezTo>
                  <a:cubicBezTo>
                    <a:pt x="143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4021400" y="2255000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18" y="0"/>
                  </a:moveTo>
                  <a:cubicBezTo>
                    <a:pt x="71" y="0"/>
                    <a:pt x="30" y="32"/>
                    <a:pt x="17" y="83"/>
                  </a:cubicBezTo>
                  <a:cubicBezTo>
                    <a:pt x="1" y="149"/>
                    <a:pt x="34" y="219"/>
                    <a:pt x="83" y="252"/>
                  </a:cubicBezTo>
                  <a:cubicBezTo>
                    <a:pt x="92" y="255"/>
                    <a:pt x="102" y="257"/>
                    <a:pt x="112" y="257"/>
                  </a:cubicBezTo>
                  <a:cubicBezTo>
                    <a:pt x="159" y="257"/>
                    <a:pt x="210" y="224"/>
                    <a:pt x="224" y="166"/>
                  </a:cubicBezTo>
                  <a:cubicBezTo>
                    <a:pt x="240" y="116"/>
                    <a:pt x="224" y="30"/>
                    <a:pt x="170" y="13"/>
                  </a:cubicBezTo>
                  <a:cubicBezTo>
                    <a:pt x="152" y="4"/>
                    <a:pt x="13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4023475" y="2238100"/>
              <a:ext cx="5700" cy="6525"/>
            </a:xfrm>
            <a:custGeom>
              <a:avLst/>
              <a:gdLst/>
              <a:ahLst/>
              <a:cxnLst/>
              <a:rect l="l" t="t" r="r" b="b"/>
              <a:pathLst>
                <a:path w="228" h="261" extrusionOk="0">
                  <a:moveTo>
                    <a:pt x="87" y="1"/>
                  </a:moveTo>
                  <a:cubicBezTo>
                    <a:pt x="70" y="1"/>
                    <a:pt x="54" y="17"/>
                    <a:pt x="37" y="38"/>
                  </a:cubicBezTo>
                  <a:cubicBezTo>
                    <a:pt x="0" y="71"/>
                    <a:pt x="0" y="104"/>
                    <a:pt x="0" y="157"/>
                  </a:cubicBezTo>
                  <a:cubicBezTo>
                    <a:pt x="0" y="190"/>
                    <a:pt x="21" y="223"/>
                    <a:pt x="54" y="244"/>
                  </a:cubicBezTo>
                  <a:cubicBezTo>
                    <a:pt x="70" y="260"/>
                    <a:pt x="103" y="260"/>
                    <a:pt x="124" y="260"/>
                  </a:cubicBezTo>
                  <a:cubicBezTo>
                    <a:pt x="190" y="260"/>
                    <a:pt x="227" y="190"/>
                    <a:pt x="227" y="120"/>
                  </a:cubicBezTo>
                  <a:lnTo>
                    <a:pt x="227" y="104"/>
                  </a:lnTo>
                  <a:cubicBezTo>
                    <a:pt x="207" y="71"/>
                    <a:pt x="190" y="38"/>
                    <a:pt x="157" y="17"/>
                  </a:cubicBezTo>
                  <a:cubicBezTo>
                    <a:pt x="141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4007600" y="22905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54" y="17"/>
                    <a:pt x="0" y="83"/>
                    <a:pt x="17" y="153"/>
                  </a:cubicBezTo>
                  <a:cubicBezTo>
                    <a:pt x="35" y="214"/>
                    <a:pt x="75" y="259"/>
                    <a:pt x="120" y="259"/>
                  </a:cubicBezTo>
                  <a:cubicBezTo>
                    <a:pt x="127" y="259"/>
                    <a:pt x="134" y="258"/>
                    <a:pt x="141" y="256"/>
                  </a:cubicBezTo>
                  <a:cubicBezTo>
                    <a:pt x="174" y="256"/>
                    <a:pt x="207" y="239"/>
                    <a:pt x="223" y="206"/>
                  </a:cubicBezTo>
                  <a:cubicBezTo>
                    <a:pt x="244" y="186"/>
                    <a:pt x="244" y="153"/>
                    <a:pt x="244" y="120"/>
                  </a:cubicBezTo>
                  <a:cubicBezTo>
                    <a:pt x="223" y="83"/>
                    <a:pt x="223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3993475" y="22931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0"/>
                  </a:moveTo>
                  <a:cubicBezTo>
                    <a:pt x="104" y="0"/>
                    <a:pt x="67" y="17"/>
                    <a:pt x="50" y="33"/>
                  </a:cubicBezTo>
                  <a:cubicBezTo>
                    <a:pt x="17" y="50"/>
                    <a:pt x="17" y="83"/>
                    <a:pt x="1" y="120"/>
                  </a:cubicBezTo>
                  <a:cubicBezTo>
                    <a:pt x="1" y="153"/>
                    <a:pt x="17" y="186"/>
                    <a:pt x="34" y="223"/>
                  </a:cubicBezTo>
                  <a:cubicBezTo>
                    <a:pt x="50" y="239"/>
                    <a:pt x="67" y="256"/>
                    <a:pt x="104" y="256"/>
                  </a:cubicBezTo>
                  <a:cubicBezTo>
                    <a:pt x="113" y="261"/>
                    <a:pt x="123" y="263"/>
                    <a:pt x="132" y="263"/>
                  </a:cubicBezTo>
                  <a:cubicBezTo>
                    <a:pt x="155" y="263"/>
                    <a:pt x="176" y="251"/>
                    <a:pt x="190" y="239"/>
                  </a:cubicBezTo>
                  <a:cubicBezTo>
                    <a:pt x="240" y="186"/>
                    <a:pt x="240" y="103"/>
                    <a:pt x="207" y="50"/>
                  </a:cubicBezTo>
                  <a:cubicBezTo>
                    <a:pt x="190" y="33"/>
                    <a:pt x="170" y="17"/>
                    <a:pt x="153" y="17"/>
                  </a:cubicBezTo>
                  <a:cubicBezTo>
                    <a:pt x="153" y="17"/>
                    <a:pt x="137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3996050" y="236797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7" y="1"/>
                  </a:moveTo>
                  <a:cubicBezTo>
                    <a:pt x="124" y="1"/>
                    <a:pt x="112" y="5"/>
                    <a:pt x="104" y="13"/>
                  </a:cubicBezTo>
                  <a:cubicBezTo>
                    <a:pt x="50" y="13"/>
                    <a:pt x="1" y="79"/>
                    <a:pt x="17" y="149"/>
                  </a:cubicBezTo>
                  <a:cubicBezTo>
                    <a:pt x="17" y="182"/>
                    <a:pt x="34" y="219"/>
                    <a:pt x="50" y="236"/>
                  </a:cubicBezTo>
                  <a:cubicBezTo>
                    <a:pt x="87" y="252"/>
                    <a:pt x="120" y="269"/>
                    <a:pt x="137" y="269"/>
                  </a:cubicBezTo>
                  <a:cubicBezTo>
                    <a:pt x="207" y="252"/>
                    <a:pt x="240" y="182"/>
                    <a:pt x="240" y="116"/>
                  </a:cubicBezTo>
                  <a:cubicBezTo>
                    <a:pt x="223" y="79"/>
                    <a:pt x="207" y="46"/>
                    <a:pt x="190" y="29"/>
                  </a:cubicBezTo>
                  <a:lnTo>
                    <a:pt x="170" y="13"/>
                  </a:lnTo>
                  <a:cubicBezTo>
                    <a:pt x="161" y="5"/>
                    <a:pt x="149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3993900" y="22608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53" y="1"/>
                  </a:moveTo>
                  <a:cubicBezTo>
                    <a:pt x="120" y="1"/>
                    <a:pt x="87" y="1"/>
                    <a:pt x="70" y="17"/>
                  </a:cubicBezTo>
                  <a:cubicBezTo>
                    <a:pt x="33" y="34"/>
                    <a:pt x="17" y="54"/>
                    <a:pt x="17" y="87"/>
                  </a:cubicBezTo>
                  <a:cubicBezTo>
                    <a:pt x="0" y="104"/>
                    <a:pt x="0" y="137"/>
                    <a:pt x="17" y="174"/>
                  </a:cubicBezTo>
                  <a:cubicBezTo>
                    <a:pt x="17" y="207"/>
                    <a:pt x="50" y="240"/>
                    <a:pt x="70" y="261"/>
                  </a:cubicBezTo>
                  <a:cubicBezTo>
                    <a:pt x="81" y="263"/>
                    <a:pt x="91" y="265"/>
                    <a:pt x="101" y="265"/>
                  </a:cubicBezTo>
                  <a:cubicBezTo>
                    <a:pt x="153" y="265"/>
                    <a:pt x="195" y="229"/>
                    <a:pt x="223" y="174"/>
                  </a:cubicBezTo>
                  <a:cubicBezTo>
                    <a:pt x="239" y="104"/>
                    <a:pt x="206" y="34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3988725" y="2384675"/>
              <a:ext cx="6025" cy="6825"/>
            </a:xfrm>
            <a:custGeom>
              <a:avLst/>
              <a:gdLst/>
              <a:ahLst/>
              <a:cxnLst/>
              <a:rect l="l" t="t" r="r" b="b"/>
              <a:pathLst>
                <a:path w="241" h="273" extrusionOk="0">
                  <a:moveTo>
                    <a:pt x="131" y="0"/>
                  </a:moveTo>
                  <a:cubicBezTo>
                    <a:pt x="121" y="0"/>
                    <a:pt x="112" y="5"/>
                    <a:pt x="104" y="13"/>
                  </a:cubicBezTo>
                  <a:cubicBezTo>
                    <a:pt x="50" y="13"/>
                    <a:pt x="1" y="83"/>
                    <a:pt x="17" y="153"/>
                  </a:cubicBezTo>
                  <a:cubicBezTo>
                    <a:pt x="17" y="186"/>
                    <a:pt x="34" y="219"/>
                    <a:pt x="50" y="235"/>
                  </a:cubicBezTo>
                  <a:cubicBezTo>
                    <a:pt x="88" y="256"/>
                    <a:pt x="121" y="273"/>
                    <a:pt x="137" y="273"/>
                  </a:cubicBezTo>
                  <a:cubicBezTo>
                    <a:pt x="207" y="256"/>
                    <a:pt x="240" y="186"/>
                    <a:pt x="240" y="116"/>
                  </a:cubicBezTo>
                  <a:cubicBezTo>
                    <a:pt x="224" y="83"/>
                    <a:pt x="207" y="50"/>
                    <a:pt x="191" y="29"/>
                  </a:cubicBezTo>
                  <a:lnTo>
                    <a:pt x="174" y="13"/>
                  </a:lnTo>
                  <a:cubicBezTo>
                    <a:pt x="156" y="5"/>
                    <a:pt x="142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06350" y="230602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04" y="1"/>
                  </a:moveTo>
                  <a:cubicBezTo>
                    <a:pt x="34" y="17"/>
                    <a:pt x="1" y="83"/>
                    <a:pt x="1" y="153"/>
                  </a:cubicBezTo>
                  <a:cubicBezTo>
                    <a:pt x="17" y="186"/>
                    <a:pt x="34" y="223"/>
                    <a:pt x="50" y="240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54" y="256"/>
                    <a:pt x="191" y="240"/>
                    <a:pt x="207" y="207"/>
                  </a:cubicBezTo>
                  <a:cubicBezTo>
                    <a:pt x="224" y="170"/>
                    <a:pt x="224" y="137"/>
                    <a:pt x="224" y="104"/>
                  </a:cubicBezTo>
                  <a:cubicBezTo>
                    <a:pt x="224" y="67"/>
                    <a:pt x="207" y="50"/>
                    <a:pt x="191" y="34"/>
                  </a:cubicBezTo>
                  <a:cubicBezTo>
                    <a:pt x="170" y="17"/>
                    <a:pt x="170" y="17"/>
                    <a:pt x="154" y="17"/>
                  </a:cubicBezTo>
                  <a:cubicBezTo>
                    <a:pt x="137" y="1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3990500" y="23373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3" y="0"/>
                  </a:moveTo>
                  <a:cubicBezTo>
                    <a:pt x="82" y="17"/>
                    <a:pt x="66" y="17"/>
                    <a:pt x="50" y="33"/>
                  </a:cubicBezTo>
                  <a:cubicBezTo>
                    <a:pt x="17" y="66"/>
                    <a:pt x="0" y="103"/>
                    <a:pt x="17" y="153"/>
                  </a:cubicBezTo>
                  <a:cubicBezTo>
                    <a:pt x="17" y="190"/>
                    <a:pt x="33" y="223"/>
                    <a:pt x="50" y="239"/>
                  </a:cubicBezTo>
                  <a:cubicBezTo>
                    <a:pt x="73" y="251"/>
                    <a:pt x="90" y="263"/>
                    <a:pt x="110" y="263"/>
                  </a:cubicBezTo>
                  <a:cubicBezTo>
                    <a:pt x="118" y="263"/>
                    <a:pt x="126" y="261"/>
                    <a:pt x="136" y="256"/>
                  </a:cubicBezTo>
                  <a:cubicBezTo>
                    <a:pt x="186" y="256"/>
                    <a:pt x="239" y="190"/>
                    <a:pt x="239" y="120"/>
                  </a:cubicBezTo>
                  <a:lnTo>
                    <a:pt x="223" y="120"/>
                  </a:lnTo>
                  <a:cubicBezTo>
                    <a:pt x="223" y="66"/>
                    <a:pt x="206" y="33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3984825" y="232385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23" y="0"/>
                  </a:moveTo>
                  <a:cubicBezTo>
                    <a:pt x="117" y="0"/>
                    <a:pt x="110" y="2"/>
                    <a:pt x="103" y="9"/>
                  </a:cubicBezTo>
                  <a:cubicBezTo>
                    <a:pt x="70" y="9"/>
                    <a:pt x="37" y="26"/>
                    <a:pt x="21" y="59"/>
                  </a:cubicBezTo>
                  <a:cubicBezTo>
                    <a:pt x="0" y="75"/>
                    <a:pt x="0" y="112"/>
                    <a:pt x="0" y="145"/>
                  </a:cubicBezTo>
                  <a:cubicBezTo>
                    <a:pt x="21" y="178"/>
                    <a:pt x="21" y="215"/>
                    <a:pt x="54" y="232"/>
                  </a:cubicBezTo>
                  <a:cubicBezTo>
                    <a:pt x="70" y="248"/>
                    <a:pt x="103" y="265"/>
                    <a:pt x="140" y="265"/>
                  </a:cubicBezTo>
                  <a:cubicBezTo>
                    <a:pt x="190" y="248"/>
                    <a:pt x="244" y="178"/>
                    <a:pt x="227" y="112"/>
                  </a:cubicBezTo>
                  <a:cubicBezTo>
                    <a:pt x="227" y="75"/>
                    <a:pt x="206" y="42"/>
                    <a:pt x="173" y="26"/>
                  </a:cubicBezTo>
                  <a:cubicBezTo>
                    <a:pt x="173" y="26"/>
                    <a:pt x="173" y="9"/>
                    <a:pt x="157" y="9"/>
                  </a:cubicBezTo>
                  <a:cubicBezTo>
                    <a:pt x="146" y="9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989975" y="2308225"/>
              <a:ext cx="6100" cy="6800"/>
            </a:xfrm>
            <a:custGeom>
              <a:avLst/>
              <a:gdLst/>
              <a:ahLst/>
              <a:cxnLst/>
              <a:rect l="l" t="t" r="r" b="b"/>
              <a:pathLst>
                <a:path w="244" h="272" extrusionOk="0">
                  <a:moveTo>
                    <a:pt x="134" y="0"/>
                  </a:moveTo>
                  <a:cubicBezTo>
                    <a:pt x="123" y="0"/>
                    <a:pt x="114" y="5"/>
                    <a:pt x="103" y="16"/>
                  </a:cubicBezTo>
                  <a:cubicBezTo>
                    <a:pt x="54" y="16"/>
                    <a:pt x="0" y="82"/>
                    <a:pt x="21" y="152"/>
                  </a:cubicBezTo>
                  <a:cubicBezTo>
                    <a:pt x="21" y="185"/>
                    <a:pt x="38" y="222"/>
                    <a:pt x="54" y="238"/>
                  </a:cubicBezTo>
                  <a:cubicBezTo>
                    <a:pt x="87" y="255"/>
                    <a:pt x="103" y="271"/>
                    <a:pt x="141" y="271"/>
                  </a:cubicBezTo>
                  <a:cubicBezTo>
                    <a:pt x="207" y="255"/>
                    <a:pt x="244" y="185"/>
                    <a:pt x="244" y="119"/>
                  </a:cubicBezTo>
                  <a:cubicBezTo>
                    <a:pt x="227" y="65"/>
                    <a:pt x="207" y="32"/>
                    <a:pt x="174" y="16"/>
                  </a:cubicBezTo>
                  <a:cubicBezTo>
                    <a:pt x="157" y="5"/>
                    <a:pt x="145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007600" y="23356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4" y="1"/>
                  </a:moveTo>
                  <a:cubicBezTo>
                    <a:pt x="54" y="17"/>
                    <a:pt x="0" y="88"/>
                    <a:pt x="17" y="158"/>
                  </a:cubicBezTo>
                  <a:cubicBezTo>
                    <a:pt x="17" y="191"/>
                    <a:pt x="38" y="224"/>
                    <a:pt x="54" y="240"/>
                  </a:cubicBezTo>
                  <a:cubicBezTo>
                    <a:pt x="87" y="261"/>
                    <a:pt x="104" y="261"/>
                    <a:pt x="141" y="261"/>
                  </a:cubicBezTo>
                  <a:cubicBezTo>
                    <a:pt x="207" y="240"/>
                    <a:pt x="244" y="191"/>
                    <a:pt x="223" y="104"/>
                  </a:cubicBezTo>
                  <a:cubicBezTo>
                    <a:pt x="223" y="71"/>
                    <a:pt x="207" y="55"/>
                    <a:pt x="190" y="17"/>
                  </a:cubicBezTo>
                  <a:lnTo>
                    <a:pt x="157" y="17"/>
                  </a:ln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4003375" y="2382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11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4"/>
                    <a:pt x="17" y="220"/>
                    <a:pt x="66" y="257"/>
                  </a:cubicBezTo>
                  <a:cubicBezTo>
                    <a:pt x="78" y="260"/>
                    <a:pt x="89" y="261"/>
                    <a:pt x="100" y="261"/>
                  </a:cubicBezTo>
                  <a:cubicBezTo>
                    <a:pt x="157" y="261"/>
                    <a:pt x="209" y="226"/>
                    <a:pt x="223" y="170"/>
                  </a:cubicBezTo>
                  <a:cubicBezTo>
                    <a:pt x="240" y="100"/>
                    <a:pt x="207" y="30"/>
                    <a:pt x="153" y="14"/>
                  </a:cubicBezTo>
                  <a:cubicBezTo>
                    <a:pt x="140" y="5"/>
                    <a:pt x="125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999450" y="23209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7" y="1"/>
                  </a:moveTo>
                  <a:cubicBezTo>
                    <a:pt x="104" y="1"/>
                    <a:pt x="87" y="21"/>
                    <a:pt x="54" y="38"/>
                  </a:cubicBezTo>
                  <a:cubicBezTo>
                    <a:pt x="17" y="87"/>
                    <a:pt x="1" y="157"/>
                    <a:pt x="34" y="227"/>
                  </a:cubicBezTo>
                  <a:cubicBezTo>
                    <a:pt x="54" y="244"/>
                    <a:pt x="87" y="260"/>
                    <a:pt x="120" y="260"/>
                  </a:cubicBezTo>
                  <a:cubicBezTo>
                    <a:pt x="125" y="265"/>
                    <a:pt x="132" y="267"/>
                    <a:pt x="139" y="267"/>
                  </a:cubicBezTo>
                  <a:cubicBezTo>
                    <a:pt x="157" y="267"/>
                    <a:pt x="179" y="255"/>
                    <a:pt x="190" y="244"/>
                  </a:cubicBezTo>
                  <a:cubicBezTo>
                    <a:pt x="223" y="207"/>
                    <a:pt x="240" y="190"/>
                    <a:pt x="240" y="157"/>
                  </a:cubicBezTo>
                  <a:cubicBezTo>
                    <a:pt x="240" y="124"/>
                    <a:pt x="223" y="87"/>
                    <a:pt x="207" y="54"/>
                  </a:cubicBezTo>
                  <a:cubicBezTo>
                    <a:pt x="207" y="38"/>
                    <a:pt x="190" y="21"/>
                    <a:pt x="174" y="21"/>
                  </a:cubicBezTo>
                  <a:cubicBezTo>
                    <a:pt x="157" y="21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005950" y="2255825"/>
              <a:ext cx="6425" cy="6750"/>
            </a:xfrm>
            <a:custGeom>
              <a:avLst/>
              <a:gdLst/>
              <a:ahLst/>
              <a:cxnLst/>
              <a:rect l="l" t="t" r="r" b="b"/>
              <a:pathLst>
                <a:path w="257" h="270" extrusionOk="0">
                  <a:moveTo>
                    <a:pt x="127" y="0"/>
                  </a:moveTo>
                  <a:cubicBezTo>
                    <a:pt x="87" y="0"/>
                    <a:pt x="46" y="32"/>
                    <a:pt x="33" y="83"/>
                  </a:cubicBezTo>
                  <a:cubicBezTo>
                    <a:pt x="0" y="153"/>
                    <a:pt x="33" y="236"/>
                    <a:pt x="83" y="256"/>
                  </a:cubicBezTo>
                  <a:cubicBezTo>
                    <a:pt x="102" y="265"/>
                    <a:pt x="119" y="269"/>
                    <a:pt x="135" y="269"/>
                  </a:cubicBezTo>
                  <a:cubicBezTo>
                    <a:pt x="180" y="269"/>
                    <a:pt x="215" y="238"/>
                    <a:pt x="240" y="186"/>
                  </a:cubicBezTo>
                  <a:cubicBezTo>
                    <a:pt x="256" y="116"/>
                    <a:pt x="223" y="30"/>
                    <a:pt x="170" y="13"/>
                  </a:cubicBezTo>
                  <a:cubicBezTo>
                    <a:pt x="156" y="4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4001200" y="22759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40"/>
                  </a:cubicBezTo>
                  <a:cubicBezTo>
                    <a:pt x="76" y="252"/>
                    <a:pt x="100" y="265"/>
                    <a:pt x="118" y="265"/>
                  </a:cubicBezTo>
                  <a:cubicBezTo>
                    <a:pt x="126" y="265"/>
                    <a:pt x="132" y="263"/>
                    <a:pt x="137" y="256"/>
                  </a:cubicBezTo>
                  <a:cubicBezTo>
                    <a:pt x="207" y="256"/>
                    <a:pt x="240" y="190"/>
                    <a:pt x="240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90" y="17"/>
                    <a:pt x="170" y="17"/>
                    <a:pt x="170" y="17"/>
                  </a:cubicBez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3988725" y="2354150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11" y="1"/>
                  </a:moveTo>
                  <a:cubicBezTo>
                    <a:pt x="71" y="1"/>
                    <a:pt x="30" y="32"/>
                    <a:pt x="17" y="84"/>
                  </a:cubicBezTo>
                  <a:cubicBezTo>
                    <a:pt x="1" y="154"/>
                    <a:pt x="17" y="220"/>
                    <a:pt x="88" y="257"/>
                  </a:cubicBezTo>
                  <a:cubicBezTo>
                    <a:pt x="99" y="261"/>
                    <a:pt x="112" y="263"/>
                    <a:pt x="125" y="263"/>
                  </a:cubicBezTo>
                  <a:cubicBezTo>
                    <a:pt x="167" y="263"/>
                    <a:pt x="211" y="240"/>
                    <a:pt x="224" y="187"/>
                  </a:cubicBezTo>
                  <a:cubicBezTo>
                    <a:pt x="240" y="117"/>
                    <a:pt x="224" y="34"/>
                    <a:pt x="153" y="13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3827225" y="23386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20" y="260"/>
                    <a:pt x="141" y="260"/>
                  </a:cubicBezTo>
                  <a:cubicBezTo>
                    <a:pt x="174" y="260"/>
                    <a:pt x="190" y="244"/>
                    <a:pt x="207" y="207"/>
                  </a:cubicBezTo>
                  <a:cubicBezTo>
                    <a:pt x="223" y="174"/>
                    <a:pt x="244" y="141"/>
                    <a:pt x="244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90" y="17"/>
                    <a:pt x="174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3947925" y="2268200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36" y="1"/>
                  </a:moveTo>
                  <a:cubicBezTo>
                    <a:pt x="120" y="1"/>
                    <a:pt x="87" y="17"/>
                    <a:pt x="70" y="34"/>
                  </a:cubicBezTo>
                  <a:cubicBezTo>
                    <a:pt x="17" y="87"/>
                    <a:pt x="0" y="153"/>
                    <a:pt x="54" y="223"/>
                  </a:cubicBezTo>
                  <a:cubicBezTo>
                    <a:pt x="70" y="240"/>
                    <a:pt x="87" y="256"/>
                    <a:pt x="120" y="256"/>
                  </a:cubicBezTo>
                  <a:cubicBezTo>
                    <a:pt x="131" y="262"/>
                    <a:pt x="140" y="265"/>
                    <a:pt x="149" y="265"/>
                  </a:cubicBezTo>
                  <a:cubicBezTo>
                    <a:pt x="168" y="265"/>
                    <a:pt x="183" y="251"/>
                    <a:pt x="206" y="240"/>
                  </a:cubicBezTo>
                  <a:cubicBezTo>
                    <a:pt x="239" y="190"/>
                    <a:pt x="260" y="104"/>
                    <a:pt x="223" y="50"/>
                  </a:cubicBezTo>
                  <a:cubicBezTo>
                    <a:pt x="206" y="34"/>
                    <a:pt x="190" y="17"/>
                    <a:pt x="173" y="17"/>
                  </a:cubicBezTo>
                  <a:cubicBezTo>
                    <a:pt x="157" y="17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3823400" y="2384000"/>
              <a:ext cx="6425" cy="6575"/>
            </a:xfrm>
            <a:custGeom>
              <a:avLst/>
              <a:gdLst/>
              <a:ahLst/>
              <a:cxnLst/>
              <a:rect l="l" t="t" r="r" b="b"/>
              <a:pathLst>
                <a:path w="257" h="263" extrusionOk="0">
                  <a:moveTo>
                    <a:pt x="119" y="0"/>
                  </a:moveTo>
                  <a:cubicBezTo>
                    <a:pt x="102" y="0"/>
                    <a:pt x="81" y="12"/>
                    <a:pt x="67" y="23"/>
                  </a:cubicBezTo>
                  <a:cubicBezTo>
                    <a:pt x="17" y="77"/>
                    <a:pt x="1" y="159"/>
                    <a:pt x="50" y="213"/>
                  </a:cubicBezTo>
                  <a:cubicBezTo>
                    <a:pt x="67" y="230"/>
                    <a:pt x="87" y="246"/>
                    <a:pt x="120" y="262"/>
                  </a:cubicBezTo>
                  <a:cubicBezTo>
                    <a:pt x="153" y="262"/>
                    <a:pt x="170" y="246"/>
                    <a:pt x="207" y="230"/>
                  </a:cubicBezTo>
                  <a:cubicBezTo>
                    <a:pt x="240" y="180"/>
                    <a:pt x="256" y="110"/>
                    <a:pt x="223" y="40"/>
                  </a:cubicBezTo>
                  <a:cubicBezTo>
                    <a:pt x="207" y="23"/>
                    <a:pt x="190" y="23"/>
                    <a:pt x="170" y="7"/>
                  </a:cubicBezTo>
                  <a:lnTo>
                    <a:pt x="137" y="7"/>
                  </a:lnTo>
                  <a:cubicBezTo>
                    <a:pt x="132" y="2"/>
                    <a:pt x="126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3824225" y="2414575"/>
              <a:ext cx="6525" cy="6425"/>
            </a:xfrm>
            <a:custGeom>
              <a:avLst/>
              <a:gdLst/>
              <a:ahLst/>
              <a:cxnLst/>
              <a:rect l="l" t="t" r="r" b="b"/>
              <a:pathLst>
                <a:path w="261" h="257" extrusionOk="0">
                  <a:moveTo>
                    <a:pt x="140" y="0"/>
                  </a:moveTo>
                  <a:cubicBezTo>
                    <a:pt x="87" y="0"/>
                    <a:pt x="48" y="33"/>
                    <a:pt x="17" y="91"/>
                  </a:cubicBezTo>
                  <a:cubicBezTo>
                    <a:pt x="1" y="157"/>
                    <a:pt x="34" y="227"/>
                    <a:pt x="87" y="243"/>
                  </a:cubicBezTo>
                  <a:cubicBezTo>
                    <a:pt x="101" y="252"/>
                    <a:pt x="115" y="256"/>
                    <a:pt x="130" y="256"/>
                  </a:cubicBezTo>
                  <a:cubicBezTo>
                    <a:pt x="170" y="256"/>
                    <a:pt x="211" y="225"/>
                    <a:pt x="223" y="173"/>
                  </a:cubicBezTo>
                  <a:cubicBezTo>
                    <a:pt x="261" y="107"/>
                    <a:pt x="223" y="37"/>
                    <a:pt x="174" y="4"/>
                  </a:cubicBezTo>
                  <a:cubicBezTo>
                    <a:pt x="162" y="1"/>
                    <a:pt x="151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3832375" y="24014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1" y="0"/>
                  </a:moveTo>
                  <a:cubicBezTo>
                    <a:pt x="78" y="0"/>
                    <a:pt x="44" y="33"/>
                    <a:pt x="17" y="81"/>
                  </a:cubicBezTo>
                  <a:cubicBezTo>
                    <a:pt x="1" y="151"/>
                    <a:pt x="38" y="221"/>
                    <a:pt x="87" y="254"/>
                  </a:cubicBezTo>
                  <a:cubicBezTo>
                    <a:pt x="97" y="257"/>
                    <a:pt x="106" y="258"/>
                    <a:pt x="116" y="258"/>
                  </a:cubicBezTo>
                  <a:cubicBezTo>
                    <a:pt x="162" y="258"/>
                    <a:pt x="210" y="228"/>
                    <a:pt x="223" y="184"/>
                  </a:cubicBezTo>
                  <a:cubicBezTo>
                    <a:pt x="260" y="118"/>
                    <a:pt x="223" y="31"/>
                    <a:pt x="174" y="15"/>
                  </a:cubicBezTo>
                  <a:cubicBezTo>
                    <a:pt x="155" y="5"/>
                    <a:pt x="137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3827225" y="22885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13" y="0"/>
                  </a:moveTo>
                  <a:cubicBezTo>
                    <a:pt x="72" y="0"/>
                    <a:pt x="32" y="32"/>
                    <a:pt x="17" y="83"/>
                  </a:cubicBezTo>
                  <a:cubicBezTo>
                    <a:pt x="0" y="149"/>
                    <a:pt x="17" y="219"/>
                    <a:pt x="87" y="252"/>
                  </a:cubicBezTo>
                  <a:cubicBezTo>
                    <a:pt x="96" y="255"/>
                    <a:pt x="106" y="257"/>
                    <a:pt x="116" y="257"/>
                  </a:cubicBezTo>
                  <a:cubicBezTo>
                    <a:pt x="162" y="257"/>
                    <a:pt x="209" y="227"/>
                    <a:pt x="223" y="186"/>
                  </a:cubicBezTo>
                  <a:cubicBezTo>
                    <a:pt x="244" y="116"/>
                    <a:pt x="223" y="30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3833300" y="2443950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120" y="0"/>
                  </a:moveTo>
                  <a:cubicBezTo>
                    <a:pt x="107" y="0"/>
                    <a:pt x="93" y="4"/>
                    <a:pt x="83" y="13"/>
                  </a:cubicBezTo>
                  <a:cubicBezTo>
                    <a:pt x="67" y="13"/>
                    <a:pt x="34" y="29"/>
                    <a:pt x="17" y="66"/>
                  </a:cubicBezTo>
                  <a:cubicBezTo>
                    <a:pt x="1" y="83"/>
                    <a:pt x="1" y="116"/>
                    <a:pt x="1" y="153"/>
                  </a:cubicBezTo>
                  <a:cubicBezTo>
                    <a:pt x="1" y="186"/>
                    <a:pt x="17" y="219"/>
                    <a:pt x="34" y="235"/>
                  </a:cubicBezTo>
                  <a:cubicBezTo>
                    <a:pt x="57" y="250"/>
                    <a:pt x="83" y="262"/>
                    <a:pt x="102" y="262"/>
                  </a:cubicBezTo>
                  <a:cubicBezTo>
                    <a:pt x="109" y="262"/>
                    <a:pt x="115" y="260"/>
                    <a:pt x="120" y="256"/>
                  </a:cubicBezTo>
                  <a:cubicBezTo>
                    <a:pt x="186" y="256"/>
                    <a:pt x="223" y="186"/>
                    <a:pt x="223" y="116"/>
                  </a:cubicBezTo>
                  <a:cubicBezTo>
                    <a:pt x="207" y="83"/>
                    <a:pt x="186" y="50"/>
                    <a:pt x="170" y="29"/>
                  </a:cubicBezTo>
                  <a:cubicBezTo>
                    <a:pt x="170" y="13"/>
                    <a:pt x="153" y="13"/>
                    <a:pt x="153" y="13"/>
                  </a:cubicBezTo>
                  <a:cubicBezTo>
                    <a:pt x="145" y="4"/>
                    <a:pt x="13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3828975" y="23682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04" y="1"/>
                  </a:moveTo>
                  <a:cubicBezTo>
                    <a:pt x="33" y="17"/>
                    <a:pt x="0" y="67"/>
                    <a:pt x="0" y="153"/>
                  </a:cubicBezTo>
                  <a:cubicBezTo>
                    <a:pt x="0" y="191"/>
                    <a:pt x="17" y="207"/>
                    <a:pt x="50" y="240"/>
                  </a:cubicBezTo>
                  <a:cubicBezTo>
                    <a:pt x="71" y="257"/>
                    <a:pt x="104" y="257"/>
                    <a:pt x="120" y="257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23" y="67"/>
                    <a:pt x="207" y="50"/>
                    <a:pt x="174" y="17"/>
                  </a:cubicBezTo>
                  <a:cubicBezTo>
                    <a:pt x="174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3842275" y="2334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87" y="1"/>
                    <a:pt x="54" y="17"/>
                  </a:cubicBezTo>
                  <a:cubicBezTo>
                    <a:pt x="0" y="66"/>
                    <a:pt x="0" y="153"/>
                    <a:pt x="33" y="207"/>
                  </a:cubicBezTo>
                  <a:cubicBezTo>
                    <a:pt x="54" y="240"/>
                    <a:pt x="87" y="256"/>
                    <a:pt x="120" y="256"/>
                  </a:cubicBezTo>
                  <a:cubicBezTo>
                    <a:pt x="136" y="256"/>
                    <a:pt x="173" y="256"/>
                    <a:pt x="190" y="223"/>
                  </a:cubicBezTo>
                  <a:cubicBezTo>
                    <a:pt x="239" y="186"/>
                    <a:pt x="239" y="104"/>
                    <a:pt x="206" y="50"/>
                  </a:cubicBezTo>
                  <a:cubicBezTo>
                    <a:pt x="206" y="33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842275" y="22876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8" y="0"/>
                  </a:moveTo>
                  <a:cubicBezTo>
                    <a:pt x="87" y="0"/>
                    <a:pt x="48" y="33"/>
                    <a:pt x="33" y="81"/>
                  </a:cubicBezTo>
                  <a:cubicBezTo>
                    <a:pt x="0" y="151"/>
                    <a:pt x="33" y="221"/>
                    <a:pt x="87" y="254"/>
                  </a:cubicBezTo>
                  <a:cubicBezTo>
                    <a:pt x="99" y="257"/>
                    <a:pt x="110" y="259"/>
                    <a:pt x="121" y="259"/>
                  </a:cubicBezTo>
                  <a:cubicBezTo>
                    <a:pt x="173" y="259"/>
                    <a:pt x="212" y="226"/>
                    <a:pt x="239" y="168"/>
                  </a:cubicBezTo>
                  <a:cubicBezTo>
                    <a:pt x="260" y="98"/>
                    <a:pt x="223" y="32"/>
                    <a:pt x="173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3820425" y="24503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20" y="1"/>
                  </a:moveTo>
                  <a:cubicBezTo>
                    <a:pt x="103" y="1"/>
                    <a:pt x="66" y="17"/>
                    <a:pt x="50" y="34"/>
                  </a:cubicBezTo>
                  <a:cubicBezTo>
                    <a:pt x="17" y="50"/>
                    <a:pt x="0" y="83"/>
                    <a:pt x="0" y="120"/>
                  </a:cubicBezTo>
                  <a:cubicBezTo>
                    <a:pt x="0" y="153"/>
                    <a:pt x="17" y="186"/>
                    <a:pt x="33" y="223"/>
                  </a:cubicBezTo>
                  <a:cubicBezTo>
                    <a:pt x="51" y="251"/>
                    <a:pt x="81" y="263"/>
                    <a:pt x="112" y="263"/>
                  </a:cubicBezTo>
                  <a:cubicBezTo>
                    <a:pt x="137" y="263"/>
                    <a:pt x="164" y="255"/>
                    <a:pt x="186" y="240"/>
                  </a:cubicBezTo>
                  <a:cubicBezTo>
                    <a:pt x="239" y="186"/>
                    <a:pt x="239" y="104"/>
                    <a:pt x="206" y="50"/>
                  </a:cubicBezTo>
                  <a:cubicBezTo>
                    <a:pt x="186" y="34"/>
                    <a:pt x="169" y="17"/>
                    <a:pt x="153" y="17"/>
                  </a:cubicBezTo>
                  <a:cubicBezTo>
                    <a:pt x="15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3844425" y="22707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04" y="1"/>
                  </a:moveTo>
                  <a:cubicBezTo>
                    <a:pt x="71" y="1"/>
                    <a:pt x="50" y="17"/>
                    <a:pt x="34" y="34"/>
                  </a:cubicBezTo>
                  <a:cubicBezTo>
                    <a:pt x="17" y="71"/>
                    <a:pt x="1" y="104"/>
                    <a:pt x="1" y="153"/>
                  </a:cubicBezTo>
                  <a:cubicBezTo>
                    <a:pt x="17" y="190"/>
                    <a:pt x="34" y="207"/>
                    <a:pt x="50" y="240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1" y="240"/>
                    <a:pt x="224" y="190"/>
                    <a:pt x="224" y="120"/>
                  </a:cubicBezTo>
                  <a:lnTo>
                    <a:pt x="224" y="104"/>
                  </a:lnTo>
                  <a:cubicBezTo>
                    <a:pt x="224" y="71"/>
                    <a:pt x="191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3839275" y="238375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71" y="0"/>
                  </a:moveTo>
                  <a:cubicBezTo>
                    <a:pt x="17" y="33"/>
                    <a:pt x="1" y="87"/>
                    <a:pt x="1" y="136"/>
                  </a:cubicBezTo>
                  <a:cubicBezTo>
                    <a:pt x="1" y="169"/>
                    <a:pt x="17" y="207"/>
                    <a:pt x="50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90" y="240"/>
                    <a:pt x="223" y="169"/>
                    <a:pt x="223" y="103"/>
                  </a:cubicBezTo>
                  <a:cubicBezTo>
                    <a:pt x="223" y="87"/>
                    <a:pt x="223" y="87"/>
                    <a:pt x="207" y="66"/>
                  </a:cubicBezTo>
                  <a:cubicBezTo>
                    <a:pt x="207" y="33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3822475" y="243055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54" y="17"/>
                    <a:pt x="1" y="87"/>
                    <a:pt x="21" y="153"/>
                  </a:cubicBezTo>
                  <a:cubicBezTo>
                    <a:pt x="21" y="190"/>
                    <a:pt x="38" y="223"/>
                    <a:pt x="71" y="239"/>
                  </a:cubicBezTo>
                  <a:cubicBezTo>
                    <a:pt x="87" y="256"/>
                    <a:pt x="124" y="256"/>
                    <a:pt x="141" y="256"/>
                  </a:cubicBezTo>
                  <a:cubicBezTo>
                    <a:pt x="207" y="239"/>
                    <a:pt x="244" y="190"/>
                    <a:pt x="244" y="103"/>
                  </a:cubicBezTo>
                  <a:cubicBezTo>
                    <a:pt x="227" y="70"/>
                    <a:pt x="207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7" y="0"/>
                    <a:pt x="12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3828975" y="2323150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104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5" y="215"/>
                    <a:pt x="58" y="263"/>
                    <a:pt x="113" y="263"/>
                  </a:cubicBezTo>
                  <a:cubicBezTo>
                    <a:pt x="120" y="263"/>
                    <a:pt x="128" y="262"/>
                    <a:pt x="137" y="260"/>
                  </a:cubicBezTo>
                  <a:cubicBezTo>
                    <a:pt x="153" y="260"/>
                    <a:pt x="190" y="243"/>
                    <a:pt x="207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7" y="54"/>
                    <a:pt x="190" y="17"/>
                  </a:cubicBezTo>
                  <a:lnTo>
                    <a:pt x="153" y="17"/>
                  </a:ln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3898550" y="22454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70" y="17"/>
                    <a:pt x="50" y="33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17" y="190"/>
                    <a:pt x="17" y="223"/>
                    <a:pt x="50" y="240"/>
                  </a:cubicBezTo>
                  <a:cubicBezTo>
                    <a:pt x="65" y="254"/>
                    <a:pt x="86" y="267"/>
                    <a:pt x="108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190" y="260"/>
                    <a:pt x="240" y="190"/>
                    <a:pt x="223" y="120"/>
                  </a:cubicBezTo>
                  <a:cubicBezTo>
                    <a:pt x="223" y="87"/>
                    <a:pt x="207" y="54"/>
                    <a:pt x="174" y="33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3828550" y="246270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1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88" y="260"/>
                    <a:pt x="104" y="260"/>
                    <a:pt x="121" y="260"/>
                  </a:cubicBezTo>
                  <a:cubicBezTo>
                    <a:pt x="154" y="207"/>
                    <a:pt x="191" y="157"/>
                    <a:pt x="224" y="87"/>
                  </a:cubicBezTo>
                  <a:cubicBezTo>
                    <a:pt x="224" y="71"/>
                    <a:pt x="207" y="54"/>
                    <a:pt x="191" y="38"/>
                  </a:cubicBezTo>
                  <a:cubicBezTo>
                    <a:pt x="191" y="21"/>
                    <a:pt x="170" y="21"/>
                    <a:pt x="170" y="21"/>
                  </a:cubicBezTo>
                  <a:cubicBezTo>
                    <a:pt x="137" y="1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3837525" y="2426925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02" y="0"/>
                  </a:moveTo>
                  <a:cubicBezTo>
                    <a:pt x="85" y="0"/>
                    <a:pt x="66" y="14"/>
                    <a:pt x="54" y="26"/>
                  </a:cubicBezTo>
                  <a:cubicBezTo>
                    <a:pt x="1" y="75"/>
                    <a:pt x="1" y="162"/>
                    <a:pt x="38" y="215"/>
                  </a:cubicBezTo>
                  <a:cubicBezTo>
                    <a:pt x="57" y="244"/>
                    <a:pt x="89" y="262"/>
                    <a:pt x="122" y="262"/>
                  </a:cubicBezTo>
                  <a:cubicBezTo>
                    <a:pt x="145" y="262"/>
                    <a:pt x="170" y="252"/>
                    <a:pt x="190" y="232"/>
                  </a:cubicBezTo>
                  <a:cubicBezTo>
                    <a:pt x="244" y="178"/>
                    <a:pt x="244" y="112"/>
                    <a:pt x="207" y="42"/>
                  </a:cubicBezTo>
                  <a:cubicBezTo>
                    <a:pt x="190" y="26"/>
                    <a:pt x="174" y="26"/>
                    <a:pt x="157" y="9"/>
                  </a:cubicBezTo>
                  <a:lnTo>
                    <a:pt x="120" y="9"/>
                  </a:lnTo>
                  <a:cubicBezTo>
                    <a:pt x="115" y="3"/>
                    <a:pt x="109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3948325" y="225232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04" y="1"/>
                  </a:moveTo>
                  <a:cubicBezTo>
                    <a:pt x="54" y="1"/>
                    <a:pt x="1" y="67"/>
                    <a:pt x="17" y="137"/>
                  </a:cubicBezTo>
                  <a:cubicBezTo>
                    <a:pt x="17" y="170"/>
                    <a:pt x="38" y="207"/>
                    <a:pt x="54" y="223"/>
                  </a:cubicBezTo>
                  <a:cubicBezTo>
                    <a:pt x="87" y="256"/>
                    <a:pt x="120" y="256"/>
                    <a:pt x="141" y="256"/>
                  </a:cubicBezTo>
                  <a:cubicBezTo>
                    <a:pt x="207" y="240"/>
                    <a:pt x="244" y="170"/>
                    <a:pt x="244" y="104"/>
                  </a:cubicBezTo>
                  <a:cubicBezTo>
                    <a:pt x="223" y="67"/>
                    <a:pt x="207" y="34"/>
                    <a:pt x="190" y="17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3949675" y="2300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66" y="1"/>
                    <a:pt x="50" y="22"/>
                    <a:pt x="33" y="55"/>
                  </a:cubicBezTo>
                  <a:cubicBezTo>
                    <a:pt x="0" y="88"/>
                    <a:pt x="0" y="125"/>
                    <a:pt x="0" y="158"/>
                  </a:cubicBezTo>
                  <a:cubicBezTo>
                    <a:pt x="17" y="191"/>
                    <a:pt x="33" y="207"/>
                    <a:pt x="50" y="244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90" y="244"/>
                    <a:pt x="239" y="191"/>
                    <a:pt x="223" y="104"/>
                  </a:cubicBezTo>
                  <a:cubicBezTo>
                    <a:pt x="223" y="71"/>
                    <a:pt x="207" y="55"/>
                    <a:pt x="190" y="22"/>
                  </a:cubicBezTo>
                  <a:cubicBezTo>
                    <a:pt x="169" y="22"/>
                    <a:pt x="169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3820825" y="23536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37" y="0"/>
                  </a:moveTo>
                  <a:cubicBezTo>
                    <a:pt x="104" y="0"/>
                    <a:pt x="67" y="17"/>
                    <a:pt x="50" y="33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0" y="240"/>
                    <a:pt x="67" y="260"/>
                    <a:pt x="104" y="260"/>
                  </a:cubicBezTo>
                  <a:cubicBezTo>
                    <a:pt x="137" y="260"/>
                    <a:pt x="170" y="260"/>
                    <a:pt x="190" y="240"/>
                  </a:cubicBezTo>
                  <a:cubicBezTo>
                    <a:pt x="207" y="207"/>
                    <a:pt x="223" y="190"/>
                    <a:pt x="223" y="157"/>
                  </a:cubicBezTo>
                  <a:cubicBezTo>
                    <a:pt x="223" y="120"/>
                    <a:pt x="223" y="87"/>
                    <a:pt x="207" y="54"/>
                  </a:cubicBezTo>
                  <a:cubicBezTo>
                    <a:pt x="190" y="33"/>
                    <a:pt x="170" y="17"/>
                    <a:pt x="153" y="17"/>
                  </a:cubicBezTo>
                  <a:cubicBezTo>
                    <a:pt x="153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3864625" y="2391100"/>
              <a:ext cx="6025" cy="6550"/>
            </a:xfrm>
            <a:custGeom>
              <a:avLst/>
              <a:gdLst/>
              <a:ahLst/>
              <a:cxnLst/>
              <a:rect l="l" t="t" r="r" b="b"/>
              <a:pathLst>
                <a:path w="241" h="262" extrusionOk="0">
                  <a:moveTo>
                    <a:pt x="110" y="1"/>
                  </a:moveTo>
                  <a:cubicBezTo>
                    <a:pt x="70" y="1"/>
                    <a:pt x="29" y="34"/>
                    <a:pt x="17" y="82"/>
                  </a:cubicBezTo>
                  <a:cubicBezTo>
                    <a:pt x="1" y="102"/>
                    <a:pt x="1" y="119"/>
                    <a:pt x="1" y="152"/>
                  </a:cubicBezTo>
                  <a:cubicBezTo>
                    <a:pt x="17" y="185"/>
                    <a:pt x="34" y="238"/>
                    <a:pt x="67" y="255"/>
                  </a:cubicBezTo>
                  <a:cubicBezTo>
                    <a:pt x="81" y="259"/>
                    <a:pt x="94" y="261"/>
                    <a:pt x="106" y="261"/>
                  </a:cubicBezTo>
                  <a:cubicBezTo>
                    <a:pt x="139" y="261"/>
                    <a:pt x="163" y="246"/>
                    <a:pt x="191" y="222"/>
                  </a:cubicBezTo>
                  <a:cubicBezTo>
                    <a:pt x="207" y="222"/>
                    <a:pt x="207" y="205"/>
                    <a:pt x="224" y="185"/>
                  </a:cubicBezTo>
                  <a:cubicBezTo>
                    <a:pt x="240" y="119"/>
                    <a:pt x="207" y="32"/>
                    <a:pt x="154" y="16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3834950" y="2303075"/>
              <a:ext cx="6525" cy="6700"/>
            </a:xfrm>
            <a:custGeom>
              <a:avLst/>
              <a:gdLst/>
              <a:ahLst/>
              <a:cxnLst/>
              <a:rect l="l" t="t" r="r" b="b"/>
              <a:pathLst>
                <a:path w="261" h="268" extrusionOk="0">
                  <a:moveTo>
                    <a:pt x="121" y="1"/>
                  </a:moveTo>
                  <a:cubicBezTo>
                    <a:pt x="78" y="1"/>
                    <a:pt x="44" y="34"/>
                    <a:pt x="17" y="82"/>
                  </a:cubicBezTo>
                  <a:cubicBezTo>
                    <a:pt x="1" y="152"/>
                    <a:pt x="38" y="238"/>
                    <a:pt x="87" y="255"/>
                  </a:cubicBezTo>
                  <a:cubicBezTo>
                    <a:pt x="101" y="264"/>
                    <a:pt x="116" y="268"/>
                    <a:pt x="131" y="268"/>
                  </a:cubicBezTo>
                  <a:cubicBezTo>
                    <a:pt x="172" y="268"/>
                    <a:pt x="211" y="236"/>
                    <a:pt x="223" y="185"/>
                  </a:cubicBezTo>
                  <a:cubicBezTo>
                    <a:pt x="260" y="119"/>
                    <a:pt x="223" y="49"/>
                    <a:pt x="174" y="16"/>
                  </a:cubicBezTo>
                  <a:cubicBezTo>
                    <a:pt x="155" y="6"/>
                    <a:pt x="137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3835875" y="2351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50" y="0"/>
                    <a:pt x="1" y="71"/>
                    <a:pt x="17" y="136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3" y="260"/>
                    <a:pt x="104" y="260"/>
                    <a:pt x="137" y="260"/>
                  </a:cubicBezTo>
                  <a:cubicBezTo>
                    <a:pt x="170" y="240"/>
                    <a:pt x="186" y="223"/>
                    <a:pt x="207" y="207"/>
                  </a:cubicBezTo>
                  <a:cubicBezTo>
                    <a:pt x="223" y="174"/>
                    <a:pt x="240" y="136"/>
                    <a:pt x="223" y="103"/>
                  </a:cubicBezTo>
                  <a:cubicBezTo>
                    <a:pt x="223" y="71"/>
                    <a:pt x="207" y="33"/>
                    <a:pt x="186" y="17"/>
                  </a:cubicBezTo>
                  <a:cubicBezTo>
                    <a:pt x="170" y="17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3831550" y="227360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9" y="0"/>
                  </a:moveTo>
                  <a:cubicBezTo>
                    <a:pt x="102" y="0"/>
                    <a:pt x="82" y="12"/>
                    <a:pt x="71" y="24"/>
                  </a:cubicBezTo>
                  <a:cubicBezTo>
                    <a:pt x="17" y="77"/>
                    <a:pt x="1" y="164"/>
                    <a:pt x="50" y="213"/>
                  </a:cubicBezTo>
                  <a:cubicBezTo>
                    <a:pt x="71" y="246"/>
                    <a:pt x="87" y="267"/>
                    <a:pt x="120" y="267"/>
                  </a:cubicBezTo>
                  <a:cubicBezTo>
                    <a:pt x="153" y="267"/>
                    <a:pt x="174" y="246"/>
                    <a:pt x="207" y="230"/>
                  </a:cubicBezTo>
                  <a:cubicBezTo>
                    <a:pt x="223" y="213"/>
                    <a:pt x="240" y="180"/>
                    <a:pt x="240" y="143"/>
                  </a:cubicBezTo>
                  <a:cubicBezTo>
                    <a:pt x="240" y="110"/>
                    <a:pt x="240" y="77"/>
                    <a:pt x="223" y="40"/>
                  </a:cubicBezTo>
                  <a:cubicBezTo>
                    <a:pt x="207" y="24"/>
                    <a:pt x="190" y="24"/>
                    <a:pt x="174" y="7"/>
                  </a:cubicBezTo>
                  <a:lnTo>
                    <a:pt x="137" y="7"/>
                  </a:lnTo>
                  <a:cubicBezTo>
                    <a:pt x="132" y="2"/>
                    <a:pt x="126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3824225" y="22584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3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00"/>
                    <a:pt x="1" y="133"/>
                    <a:pt x="1" y="153"/>
                  </a:cubicBezTo>
                  <a:cubicBezTo>
                    <a:pt x="17" y="203"/>
                    <a:pt x="34" y="236"/>
                    <a:pt x="71" y="257"/>
                  </a:cubicBezTo>
                  <a:cubicBezTo>
                    <a:pt x="85" y="261"/>
                    <a:pt x="98" y="263"/>
                    <a:pt x="110" y="263"/>
                  </a:cubicBezTo>
                  <a:cubicBezTo>
                    <a:pt x="141" y="263"/>
                    <a:pt x="167" y="251"/>
                    <a:pt x="190" y="236"/>
                  </a:cubicBezTo>
                  <a:cubicBezTo>
                    <a:pt x="207" y="219"/>
                    <a:pt x="207" y="203"/>
                    <a:pt x="223" y="186"/>
                  </a:cubicBezTo>
                  <a:cubicBezTo>
                    <a:pt x="240" y="116"/>
                    <a:pt x="207" y="30"/>
                    <a:pt x="157" y="13"/>
                  </a:cubicBezTo>
                  <a:cubicBezTo>
                    <a:pt x="143" y="5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3822475" y="23086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04" y="1"/>
                  </a:moveTo>
                  <a:cubicBezTo>
                    <a:pt x="38" y="17"/>
                    <a:pt x="1" y="83"/>
                    <a:pt x="1" y="153"/>
                  </a:cubicBezTo>
                  <a:cubicBezTo>
                    <a:pt x="21" y="186"/>
                    <a:pt x="38" y="223"/>
                    <a:pt x="54" y="240"/>
                  </a:cubicBezTo>
                  <a:cubicBezTo>
                    <a:pt x="66" y="252"/>
                    <a:pt x="86" y="263"/>
                    <a:pt x="110" y="263"/>
                  </a:cubicBezTo>
                  <a:cubicBezTo>
                    <a:pt x="120" y="263"/>
                    <a:pt x="130" y="261"/>
                    <a:pt x="141" y="256"/>
                  </a:cubicBezTo>
                  <a:cubicBezTo>
                    <a:pt x="190" y="256"/>
                    <a:pt x="244" y="186"/>
                    <a:pt x="227" y="120"/>
                  </a:cubicBezTo>
                  <a:cubicBezTo>
                    <a:pt x="227" y="83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3827225" y="2244700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0" y="149"/>
                    <a:pt x="37" y="219"/>
                    <a:pt x="87" y="252"/>
                  </a:cubicBezTo>
                  <a:lnTo>
                    <a:pt x="141" y="252"/>
                  </a:lnTo>
                  <a:cubicBezTo>
                    <a:pt x="174" y="252"/>
                    <a:pt x="207" y="219"/>
                    <a:pt x="223" y="186"/>
                  </a:cubicBezTo>
                  <a:cubicBezTo>
                    <a:pt x="244" y="133"/>
                    <a:pt x="244" y="83"/>
                    <a:pt x="207" y="46"/>
                  </a:cubicBezTo>
                  <a:cubicBezTo>
                    <a:pt x="190" y="29"/>
                    <a:pt x="190" y="13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3973275" y="2355250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27" y="1"/>
                  </a:moveTo>
                  <a:cubicBezTo>
                    <a:pt x="79" y="1"/>
                    <a:pt x="42" y="22"/>
                    <a:pt x="17" y="73"/>
                  </a:cubicBezTo>
                  <a:cubicBezTo>
                    <a:pt x="1" y="143"/>
                    <a:pt x="33" y="229"/>
                    <a:pt x="87" y="246"/>
                  </a:cubicBezTo>
                  <a:cubicBezTo>
                    <a:pt x="100" y="254"/>
                    <a:pt x="115" y="259"/>
                    <a:pt x="129" y="259"/>
                  </a:cubicBezTo>
                  <a:cubicBezTo>
                    <a:pt x="170" y="259"/>
                    <a:pt x="211" y="227"/>
                    <a:pt x="223" y="176"/>
                  </a:cubicBezTo>
                  <a:cubicBezTo>
                    <a:pt x="256" y="110"/>
                    <a:pt x="223" y="40"/>
                    <a:pt x="174" y="7"/>
                  </a:cubicBezTo>
                  <a:cubicBezTo>
                    <a:pt x="157" y="3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3908025" y="23365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26" y="1"/>
                  </a:moveTo>
                  <a:cubicBezTo>
                    <a:pt x="86" y="1"/>
                    <a:pt x="46" y="34"/>
                    <a:pt x="34" y="82"/>
                  </a:cubicBezTo>
                  <a:cubicBezTo>
                    <a:pt x="1" y="152"/>
                    <a:pt x="34" y="222"/>
                    <a:pt x="83" y="255"/>
                  </a:cubicBezTo>
                  <a:cubicBezTo>
                    <a:pt x="95" y="258"/>
                    <a:pt x="107" y="259"/>
                    <a:pt x="118" y="259"/>
                  </a:cubicBezTo>
                  <a:cubicBezTo>
                    <a:pt x="171" y="259"/>
                    <a:pt x="212" y="226"/>
                    <a:pt x="240" y="168"/>
                  </a:cubicBezTo>
                  <a:cubicBezTo>
                    <a:pt x="256" y="119"/>
                    <a:pt x="223" y="32"/>
                    <a:pt x="170" y="16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3908850" y="238415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1"/>
                    <a:pt x="34" y="224"/>
                    <a:pt x="50" y="240"/>
                  </a:cubicBezTo>
                  <a:cubicBezTo>
                    <a:pt x="76" y="252"/>
                    <a:pt x="100" y="265"/>
                    <a:pt x="118" y="265"/>
                  </a:cubicBezTo>
                  <a:cubicBezTo>
                    <a:pt x="125" y="265"/>
                    <a:pt x="132" y="263"/>
                    <a:pt x="137" y="256"/>
                  </a:cubicBezTo>
                  <a:cubicBezTo>
                    <a:pt x="174" y="256"/>
                    <a:pt x="190" y="240"/>
                    <a:pt x="207" y="207"/>
                  </a:cubicBezTo>
                  <a:cubicBezTo>
                    <a:pt x="223" y="191"/>
                    <a:pt x="240" y="153"/>
                    <a:pt x="240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917000" y="2275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4" y="17"/>
                    <a:pt x="0" y="67"/>
                    <a:pt x="17" y="153"/>
                  </a:cubicBezTo>
                  <a:cubicBezTo>
                    <a:pt x="17" y="186"/>
                    <a:pt x="33" y="207"/>
                    <a:pt x="54" y="240"/>
                  </a:cubicBezTo>
                  <a:cubicBezTo>
                    <a:pt x="87" y="256"/>
                    <a:pt x="103" y="256"/>
                    <a:pt x="136" y="256"/>
                  </a:cubicBezTo>
                  <a:cubicBezTo>
                    <a:pt x="207" y="240"/>
                    <a:pt x="240" y="170"/>
                    <a:pt x="223" y="104"/>
                  </a:cubicBezTo>
                  <a:cubicBezTo>
                    <a:pt x="223" y="50"/>
                    <a:pt x="190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3911850" y="229057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70" y="0"/>
                    <a:pt x="33" y="17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06"/>
                    <a:pt x="54" y="239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39"/>
                    <a:pt x="223" y="169"/>
                    <a:pt x="223" y="103"/>
                  </a:cubicBezTo>
                  <a:cubicBezTo>
                    <a:pt x="223" y="66"/>
                    <a:pt x="206" y="50"/>
                    <a:pt x="173" y="17"/>
                  </a:cubicBezTo>
                  <a:cubicBezTo>
                    <a:pt x="173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3901950" y="235665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38" y="0"/>
                    <a:pt x="0" y="70"/>
                    <a:pt x="17" y="140"/>
                  </a:cubicBezTo>
                  <a:cubicBezTo>
                    <a:pt x="17" y="206"/>
                    <a:pt x="71" y="260"/>
                    <a:pt x="141" y="260"/>
                  </a:cubicBezTo>
                  <a:cubicBezTo>
                    <a:pt x="174" y="243"/>
                    <a:pt x="190" y="223"/>
                    <a:pt x="207" y="206"/>
                  </a:cubicBezTo>
                  <a:cubicBezTo>
                    <a:pt x="223" y="173"/>
                    <a:pt x="244" y="140"/>
                    <a:pt x="223" y="103"/>
                  </a:cubicBezTo>
                  <a:cubicBezTo>
                    <a:pt x="223" y="70"/>
                    <a:pt x="207" y="37"/>
                    <a:pt x="190" y="17"/>
                  </a:cubicBezTo>
                  <a:cubicBezTo>
                    <a:pt x="174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3904525" y="230685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1" y="1"/>
                  </a:moveTo>
                  <a:cubicBezTo>
                    <a:pt x="120" y="1"/>
                    <a:pt x="87" y="17"/>
                    <a:pt x="71" y="34"/>
                  </a:cubicBezTo>
                  <a:cubicBezTo>
                    <a:pt x="17" y="87"/>
                    <a:pt x="1" y="153"/>
                    <a:pt x="54" y="223"/>
                  </a:cubicBezTo>
                  <a:cubicBezTo>
                    <a:pt x="71" y="240"/>
                    <a:pt x="87" y="256"/>
                    <a:pt x="120" y="256"/>
                  </a:cubicBezTo>
                  <a:cubicBezTo>
                    <a:pt x="131" y="262"/>
                    <a:pt x="140" y="265"/>
                    <a:pt x="149" y="265"/>
                  </a:cubicBezTo>
                  <a:cubicBezTo>
                    <a:pt x="169" y="265"/>
                    <a:pt x="184" y="251"/>
                    <a:pt x="207" y="240"/>
                  </a:cubicBezTo>
                  <a:cubicBezTo>
                    <a:pt x="223" y="223"/>
                    <a:pt x="244" y="190"/>
                    <a:pt x="244" y="153"/>
                  </a:cubicBezTo>
                  <a:cubicBezTo>
                    <a:pt x="244" y="120"/>
                    <a:pt x="244" y="87"/>
                    <a:pt x="223" y="50"/>
                  </a:cubicBezTo>
                  <a:cubicBezTo>
                    <a:pt x="207" y="34"/>
                    <a:pt x="190" y="17"/>
                    <a:pt x="174" y="17"/>
                  </a:cubicBezTo>
                  <a:cubicBezTo>
                    <a:pt x="174" y="17"/>
                    <a:pt x="157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3900700" y="2371925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16" y="0"/>
                  </a:moveTo>
                  <a:cubicBezTo>
                    <a:pt x="108" y="0"/>
                    <a:pt x="99" y="2"/>
                    <a:pt x="88" y="7"/>
                  </a:cubicBezTo>
                  <a:cubicBezTo>
                    <a:pt x="34" y="7"/>
                    <a:pt x="1" y="78"/>
                    <a:pt x="1" y="148"/>
                  </a:cubicBezTo>
                  <a:cubicBezTo>
                    <a:pt x="1" y="181"/>
                    <a:pt x="17" y="214"/>
                    <a:pt x="50" y="230"/>
                  </a:cubicBezTo>
                  <a:cubicBezTo>
                    <a:pt x="67" y="251"/>
                    <a:pt x="104" y="267"/>
                    <a:pt x="121" y="267"/>
                  </a:cubicBezTo>
                  <a:cubicBezTo>
                    <a:pt x="154" y="251"/>
                    <a:pt x="191" y="230"/>
                    <a:pt x="207" y="214"/>
                  </a:cubicBezTo>
                  <a:cubicBezTo>
                    <a:pt x="224" y="181"/>
                    <a:pt x="224" y="148"/>
                    <a:pt x="224" y="111"/>
                  </a:cubicBezTo>
                  <a:cubicBezTo>
                    <a:pt x="224" y="78"/>
                    <a:pt x="207" y="45"/>
                    <a:pt x="170" y="24"/>
                  </a:cubicBezTo>
                  <a:lnTo>
                    <a:pt x="154" y="7"/>
                  </a:lnTo>
                  <a:cubicBezTo>
                    <a:pt x="143" y="7"/>
                    <a:pt x="132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900300" y="2321800"/>
              <a:ext cx="6425" cy="6625"/>
            </a:xfrm>
            <a:custGeom>
              <a:avLst/>
              <a:gdLst/>
              <a:ahLst/>
              <a:cxnLst/>
              <a:rect l="l" t="t" r="r" b="b"/>
              <a:pathLst>
                <a:path w="257" h="265" extrusionOk="0">
                  <a:moveTo>
                    <a:pt x="137" y="0"/>
                  </a:moveTo>
                  <a:cubicBezTo>
                    <a:pt x="86" y="0"/>
                    <a:pt x="44" y="33"/>
                    <a:pt x="17" y="91"/>
                  </a:cubicBezTo>
                  <a:cubicBezTo>
                    <a:pt x="0" y="157"/>
                    <a:pt x="33" y="227"/>
                    <a:pt x="83" y="260"/>
                  </a:cubicBezTo>
                  <a:cubicBezTo>
                    <a:pt x="92" y="263"/>
                    <a:pt x="102" y="264"/>
                    <a:pt x="111" y="264"/>
                  </a:cubicBezTo>
                  <a:cubicBezTo>
                    <a:pt x="159" y="264"/>
                    <a:pt x="209" y="232"/>
                    <a:pt x="223" y="174"/>
                  </a:cubicBezTo>
                  <a:cubicBezTo>
                    <a:pt x="256" y="108"/>
                    <a:pt x="223" y="38"/>
                    <a:pt x="170" y="5"/>
                  </a:cubicBezTo>
                  <a:cubicBezTo>
                    <a:pt x="158" y="2"/>
                    <a:pt x="14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3917400" y="230410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2" y="0"/>
                  </a:moveTo>
                  <a:cubicBezTo>
                    <a:pt x="115" y="0"/>
                    <a:pt x="109" y="2"/>
                    <a:pt x="104" y="8"/>
                  </a:cubicBezTo>
                  <a:cubicBezTo>
                    <a:pt x="87" y="8"/>
                    <a:pt x="54" y="24"/>
                    <a:pt x="38" y="41"/>
                  </a:cubicBezTo>
                  <a:cubicBezTo>
                    <a:pt x="17" y="57"/>
                    <a:pt x="1" y="111"/>
                    <a:pt x="17" y="144"/>
                  </a:cubicBezTo>
                  <a:cubicBezTo>
                    <a:pt x="17" y="181"/>
                    <a:pt x="38" y="214"/>
                    <a:pt x="54" y="230"/>
                  </a:cubicBezTo>
                  <a:cubicBezTo>
                    <a:pt x="87" y="247"/>
                    <a:pt x="104" y="263"/>
                    <a:pt x="141" y="263"/>
                  </a:cubicBezTo>
                  <a:cubicBezTo>
                    <a:pt x="191" y="247"/>
                    <a:pt x="244" y="197"/>
                    <a:pt x="224" y="127"/>
                  </a:cubicBezTo>
                  <a:lnTo>
                    <a:pt x="224" y="111"/>
                  </a:lnTo>
                  <a:cubicBezTo>
                    <a:pt x="224" y="57"/>
                    <a:pt x="191" y="24"/>
                    <a:pt x="158" y="8"/>
                  </a:cubicBezTo>
                  <a:cubicBezTo>
                    <a:pt x="147" y="8"/>
                    <a:pt x="134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3920400" y="22600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24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21" y="50"/>
                    <a:pt x="0" y="87"/>
                    <a:pt x="0" y="120"/>
                  </a:cubicBezTo>
                  <a:cubicBezTo>
                    <a:pt x="0" y="153"/>
                    <a:pt x="21" y="191"/>
                    <a:pt x="38" y="207"/>
                  </a:cubicBezTo>
                  <a:cubicBezTo>
                    <a:pt x="54" y="240"/>
                    <a:pt x="71" y="257"/>
                    <a:pt x="104" y="257"/>
                  </a:cubicBezTo>
                  <a:cubicBezTo>
                    <a:pt x="141" y="257"/>
                    <a:pt x="157" y="257"/>
                    <a:pt x="190" y="224"/>
                  </a:cubicBezTo>
                  <a:cubicBezTo>
                    <a:pt x="227" y="191"/>
                    <a:pt x="244" y="104"/>
                    <a:pt x="207" y="50"/>
                  </a:cubicBezTo>
                  <a:cubicBezTo>
                    <a:pt x="190" y="34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3922975" y="23348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54" y="16"/>
                    <a:pt x="1" y="66"/>
                    <a:pt x="21" y="153"/>
                  </a:cubicBezTo>
                  <a:cubicBezTo>
                    <a:pt x="21" y="190"/>
                    <a:pt x="38" y="206"/>
                    <a:pt x="54" y="239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207" y="239"/>
                    <a:pt x="244" y="169"/>
                    <a:pt x="227" y="103"/>
                  </a:cubicBezTo>
                  <a:cubicBezTo>
                    <a:pt x="227" y="66"/>
                    <a:pt x="207" y="33"/>
                    <a:pt x="190" y="16"/>
                  </a:cubicBezTo>
                  <a:cubicBezTo>
                    <a:pt x="174" y="16"/>
                    <a:pt x="174" y="16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3915750" y="2351475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04" y="1"/>
                  </a:moveTo>
                  <a:cubicBezTo>
                    <a:pt x="50" y="17"/>
                    <a:pt x="1" y="71"/>
                    <a:pt x="17" y="158"/>
                  </a:cubicBezTo>
                  <a:cubicBezTo>
                    <a:pt x="17" y="191"/>
                    <a:pt x="34" y="207"/>
                    <a:pt x="50" y="244"/>
                  </a:cubicBezTo>
                  <a:cubicBezTo>
                    <a:pt x="83" y="261"/>
                    <a:pt x="104" y="261"/>
                    <a:pt x="137" y="261"/>
                  </a:cubicBezTo>
                  <a:cubicBezTo>
                    <a:pt x="207" y="244"/>
                    <a:pt x="240" y="174"/>
                    <a:pt x="224" y="104"/>
                  </a:cubicBezTo>
                  <a:cubicBezTo>
                    <a:pt x="224" y="71"/>
                    <a:pt x="207" y="38"/>
                    <a:pt x="186" y="17"/>
                  </a:cubicBezTo>
                  <a:cubicBezTo>
                    <a:pt x="17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3915250" y="2367350"/>
              <a:ext cx="6525" cy="6950"/>
            </a:xfrm>
            <a:custGeom>
              <a:avLst/>
              <a:gdLst/>
              <a:ahLst/>
              <a:cxnLst/>
              <a:rect l="l" t="t" r="r" b="b"/>
              <a:pathLst>
                <a:path w="261" h="278" extrusionOk="0">
                  <a:moveTo>
                    <a:pt x="140" y="1"/>
                  </a:moveTo>
                  <a:cubicBezTo>
                    <a:pt x="103" y="1"/>
                    <a:pt x="87" y="21"/>
                    <a:pt x="54" y="38"/>
                  </a:cubicBezTo>
                  <a:cubicBezTo>
                    <a:pt x="21" y="87"/>
                    <a:pt x="0" y="158"/>
                    <a:pt x="37" y="228"/>
                  </a:cubicBezTo>
                  <a:cubicBezTo>
                    <a:pt x="54" y="244"/>
                    <a:pt x="87" y="261"/>
                    <a:pt x="124" y="277"/>
                  </a:cubicBezTo>
                  <a:cubicBezTo>
                    <a:pt x="140" y="277"/>
                    <a:pt x="173" y="261"/>
                    <a:pt x="190" y="244"/>
                  </a:cubicBezTo>
                  <a:cubicBezTo>
                    <a:pt x="244" y="190"/>
                    <a:pt x="260" y="104"/>
                    <a:pt x="206" y="54"/>
                  </a:cubicBezTo>
                  <a:cubicBezTo>
                    <a:pt x="206" y="38"/>
                    <a:pt x="190" y="21"/>
                    <a:pt x="173" y="21"/>
                  </a:cubicBezTo>
                  <a:cubicBezTo>
                    <a:pt x="157" y="21"/>
                    <a:pt x="157" y="2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3915750" y="2320875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28" y="1"/>
                  </a:moveTo>
                  <a:cubicBezTo>
                    <a:pt x="83" y="1"/>
                    <a:pt x="31" y="36"/>
                    <a:pt x="17" y="91"/>
                  </a:cubicBezTo>
                  <a:cubicBezTo>
                    <a:pt x="1" y="145"/>
                    <a:pt x="17" y="231"/>
                    <a:pt x="67" y="248"/>
                  </a:cubicBezTo>
                  <a:cubicBezTo>
                    <a:pt x="86" y="257"/>
                    <a:pt x="104" y="261"/>
                    <a:pt x="122" y="261"/>
                  </a:cubicBezTo>
                  <a:cubicBezTo>
                    <a:pt x="170" y="261"/>
                    <a:pt x="211" y="229"/>
                    <a:pt x="224" y="178"/>
                  </a:cubicBezTo>
                  <a:cubicBezTo>
                    <a:pt x="240" y="108"/>
                    <a:pt x="207" y="42"/>
                    <a:pt x="153" y="5"/>
                  </a:cubicBezTo>
                  <a:cubicBezTo>
                    <a:pt x="146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3900300" y="22780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0"/>
                  </a:moveTo>
                  <a:cubicBezTo>
                    <a:pt x="86" y="0"/>
                    <a:pt x="44" y="33"/>
                    <a:pt x="17" y="91"/>
                  </a:cubicBezTo>
                  <a:cubicBezTo>
                    <a:pt x="0" y="157"/>
                    <a:pt x="33" y="227"/>
                    <a:pt x="83" y="244"/>
                  </a:cubicBezTo>
                  <a:cubicBezTo>
                    <a:pt x="104" y="260"/>
                    <a:pt x="120" y="260"/>
                    <a:pt x="137" y="260"/>
                  </a:cubicBezTo>
                  <a:cubicBezTo>
                    <a:pt x="170" y="260"/>
                    <a:pt x="223" y="227"/>
                    <a:pt x="223" y="173"/>
                  </a:cubicBezTo>
                  <a:cubicBezTo>
                    <a:pt x="240" y="124"/>
                    <a:pt x="240" y="70"/>
                    <a:pt x="207" y="37"/>
                  </a:cubicBezTo>
                  <a:cubicBezTo>
                    <a:pt x="207" y="21"/>
                    <a:pt x="186" y="21"/>
                    <a:pt x="170" y="4"/>
                  </a:cubicBezTo>
                  <a:cubicBezTo>
                    <a:pt x="158" y="2"/>
                    <a:pt x="14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3886075" y="2251925"/>
              <a:ext cx="5600" cy="6475"/>
            </a:xfrm>
            <a:custGeom>
              <a:avLst/>
              <a:gdLst/>
              <a:ahLst/>
              <a:cxnLst/>
              <a:rect l="l" t="t" r="r" b="b"/>
              <a:pathLst>
                <a:path w="224" h="259" extrusionOk="0">
                  <a:moveTo>
                    <a:pt x="120" y="0"/>
                  </a:moveTo>
                  <a:cubicBezTo>
                    <a:pt x="87" y="0"/>
                    <a:pt x="54" y="0"/>
                    <a:pt x="34" y="33"/>
                  </a:cubicBezTo>
                  <a:cubicBezTo>
                    <a:pt x="17" y="50"/>
                    <a:pt x="1" y="83"/>
                    <a:pt x="1" y="120"/>
                  </a:cubicBezTo>
                  <a:cubicBezTo>
                    <a:pt x="1" y="153"/>
                    <a:pt x="1" y="186"/>
                    <a:pt x="17" y="206"/>
                  </a:cubicBezTo>
                  <a:cubicBezTo>
                    <a:pt x="37" y="242"/>
                    <a:pt x="65" y="258"/>
                    <a:pt x="95" y="258"/>
                  </a:cubicBezTo>
                  <a:cubicBezTo>
                    <a:pt x="121" y="258"/>
                    <a:pt x="149" y="246"/>
                    <a:pt x="174" y="223"/>
                  </a:cubicBezTo>
                  <a:cubicBezTo>
                    <a:pt x="223" y="186"/>
                    <a:pt x="223" y="103"/>
                    <a:pt x="190" y="50"/>
                  </a:cubicBezTo>
                  <a:cubicBezTo>
                    <a:pt x="174" y="33"/>
                    <a:pt x="174" y="17"/>
                    <a:pt x="137" y="17"/>
                  </a:cubicBezTo>
                  <a:cubicBezTo>
                    <a:pt x="137" y="0"/>
                    <a:pt x="120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3883075" y="229612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04" y="1"/>
                  </a:moveTo>
                  <a:cubicBezTo>
                    <a:pt x="71" y="17"/>
                    <a:pt x="50" y="34"/>
                    <a:pt x="34" y="50"/>
                  </a:cubicBezTo>
                  <a:cubicBezTo>
                    <a:pt x="17" y="87"/>
                    <a:pt x="1" y="120"/>
                    <a:pt x="17" y="153"/>
                  </a:cubicBezTo>
                  <a:cubicBezTo>
                    <a:pt x="17" y="191"/>
                    <a:pt x="34" y="224"/>
                    <a:pt x="50" y="240"/>
                  </a:cubicBezTo>
                  <a:cubicBezTo>
                    <a:pt x="65" y="252"/>
                    <a:pt x="86" y="263"/>
                    <a:pt x="108" y="263"/>
                  </a:cubicBezTo>
                  <a:cubicBezTo>
                    <a:pt x="118" y="263"/>
                    <a:pt x="127" y="261"/>
                    <a:pt x="137" y="257"/>
                  </a:cubicBezTo>
                  <a:cubicBezTo>
                    <a:pt x="191" y="257"/>
                    <a:pt x="240" y="191"/>
                    <a:pt x="224" y="120"/>
                  </a:cubicBezTo>
                  <a:cubicBezTo>
                    <a:pt x="224" y="87"/>
                    <a:pt x="207" y="50"/>
                    <a:pt x="191" y="34"/>
                  </a:cubicBezTo>
                  <a:cubicBezTo>
                    <a:pt x="174" y="17"/>
                    <a:pt x="174" y="17"/>
                    <a:pt x="154" y="17"/>
                  </a:cubicBezTo>
                  <a:cubicBezTo>
                    <a:pt x="137" y="1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3887425" y="22793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20" y="1"/>
                  </a:moveTo>
                  <a:cubicBezTo>
                    <a:pt x="103" y="1"/>
                    <a:pt x="66" y="1"/>
                    <a:pt x="50" y="38"/>
                  </a:cubicBezTo>
                  <a:cubicBezTo>
                    <a:pt x="0" y="71"/>
                    <a:pt x="0" y="158"/>
                    <a:pt x="33" y="207"/>
                  </a:cubicBezTo>
                  <a:cubicBezTo>
                    <a:pt x="50" y="244"/>
                    <a:pt x="66" y="261"/>
                    <a:pt x="103" y="261"/>
                  </a:cubicBezTo>
                  <a:cubicBezTo>
                    <a:pt x="136" y="261"/>
                    <a:pt x="153" y="261"/>
                    <a:pt x="186" y="244"/>
                  </a:cubicBezTo>
                  <a:cubicBezTo>
                    <a:pt x="206" y="207"/>
                    <a:pt x="223" y="174"/>
                    <a:pt x="223" y="141"/>
                  </a:cubicBezTo>
                  <a:cubicBezTo>
                    <a:pt x="223" y="104"/>
                    <a:pt x="223" y="71"/>
                    <a:pt x="206" y="54"/>
                  </a:cubicBezTo>
                  <a:cubicBezTo>
                    <a:pt x="186" y="38"/>
                    <a:pt x="169" y="17"/>
                    <a:pt x="153" y="17"/>
                  </a:cubicBezTo>
                  <a:cubicBezTo>
                    <a:pt x="153" y="1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3873200" y="235977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8" y="1"/>
                  </a:moveTo>
                  <a:cubicBezTo>
                    <a:pt x="87" y="1"/>
                    <a:pt x="48" y="33"/>
                    <a:pt x="33" y="81"/>
                  </a:cubicBezTo>
                  <a:cubicBezTo>
                    <a:pt x="0" y="151"/>
                    <a:pt x="33" y="221"/>
                    <a:pt x="87" y="254"/>
                  </a:cubicBezTo>
                  <a:lnTo>
                    <a:pt x="136" y="254"/>
                  </a:lnTo>
                  <a:cubicBezTo>
                    <a:pt x="190" y="254"/>
                    <a:pt x="223" y="221"/>
                    <a:pt x="239" y="184"/>
                  </a:cubicBezTo>
                  <a:cubicBezTo>
                    <a:pt x="239" y="135"/>
                    <a:pt x="239" y="81"/>
                    <a:pt x="206" y="48"/>
                  </a:cubicBezTo>
                  <a:cubicBezTo>
                    <a:pt x="206" y="32"/>
                    <a:pt x="190" y="15"/>
                    <a:pt x="173" y="15"/>
                  </a:cubicBezTo>
                  <a:cubicBezTo>
                    <a:pt x="159" y="5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3888250" y="23267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86" y="0"/>
                    <a:pt x="68" y="5"/>
                    <a:pt x="50" y="13"/>
                  </a:cubicBezTo>
                  <a:cubicBezTo>
                    <a:pt x="33" y="29"/>
                    <a:pt x="17" y="62"/>
                    <a:pt x="0" y="79"/>
                  </a:cubicBezTo>
                  <a:lnTo>
                    <a:pt x="0" y="165"/>
                  </a:lnTo>
                  <a:cubicBezTo>
                    <a:pt x="17" y="202"/>
                    <a:pt x="33" y="235"/>
                    <a:pt x="70" y="252"/>
                  </a:cubicBezTo>
                  <a:cubicBezTo>
                    <a:pt x="83" y="261"/>
                    <a:pt x="98" y="265"/>
                    <a:pt x="113" y="265"/>
                  </a:cubicBezTo>
                  <a:cubicBezTo>
                    <a:pt x="153" y="265"/>
                    <a:pt x="194" y="233"/>
                    <a:pt x="206" y="182"/>
                  </a:cubicBezTo>
                  <a:cubicBezTo>
                    <a:pt x="239" y="116"/>
                    <a:pt x="206" y="29"/>
                    <a:pt x="153" y="13"/>
                  </a:cubicBezTo>
                  <a:cubicBezTo>
                    <a:pt x="136" y="5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3880925" y="2343150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08" y="1"/>
                  </a:moveTo>
                  <a:cubicBezTo>
                    <a:pt x="105" y="1"/>
                    <a:pt x="103" y="3"/>
                    <a:pt x="103" y="8"/>
                  </a:cubicBezTo>
                  <a:cubicBezTo>
                    <a:pt x="33" y="8"/>
                    <a:pt x="0" y="78"/>
                    <a:pt x="0" y="144"/>
                  </a:cubicBezTo>
                  <a:cubicBezTo>
                    <a:pt x="17" y="198"/>
                    <a:pt x="33" y="214"/>
                    <a:pt x="54" y="247"/>
                  </a:cubicBezTo>
                  <a:cubicBezTo>
                    <a:pt x="87" y="247"/>
                    <a:pt x="103" y="268"/>
                    <a:pt x="136" y="268"/>
                  </a:cubicBezTo>
                  <a:cubicBezTo>
                    <a:pt x="157" y="247"/>
                    <a:pt x="190" y="231"/>
                    <a:pt x="207" y="214"/>
                  </a:cubicBezTo>
                  <a:cubicBezTo>
                    <a:pt x="223" y="181"/>
                    <a:pt x="223" y="144"/>
                    <a:pt x="223" y="111"/>
                  </a:cubicBezTo>
                  <a:cubicBezTo>
                    <a:pt x="223" y="78"/>
                    <a:pt x="207" y="41"/>
                    <a:pt x="174" y="25"/>
                  </a:cubicBezTo>
                  <a:lnTo>
                    <a:pt x="157" y="8"/>
                  </a:lnTo>
                  <a:lnTo>
                    <a:pt x="136" y="8"/>
                  </a:lnTo>
                  <a:cubicBezTo>
                    <a:pt x="125" y="8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3879175" y="2389725"/>
              <a:ext cx="5700" cy="6525"/>
            </a:xfrm>
            <a:custGeom>
              <a:avLst/>
              <a:gdLst/>
              <a:ahLst/>
              <a:cxnLst/>
              <a:rect l="l" t="t" r="r" b="b"/>
              <a:pathLst>
                <a:path w="228" h="261" extrusionOk="0">
                  <a:moveTo>
                    <a:pt x="87" y="1"/>
                  </a:moveTo>
                  <a:cubicBezTo>
                    <a:pt x="70" y="1"/>
                    <a:pt x="37" y="33"/>
                    <a:pt x="21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21" y="223"/>
                    <a:pt x="37" y="240"/>
                  </a:cubicBezTo>
                  <a:cubicBezTo>
                    <a:pt x="70" y="260"/>
                    <a:pt x="103" y="260"/>
                    <a:pt x="124" y="260"/>
                  </a:cubicBezTo>
                  <a:cubicBezTo>
                    <a:pt x="190" y="260"/>
                    <a:pt x="227" y="190"/>
                    <a:pt x="227" y="120"/>
                  </a:cubicBezTo>
                  <a:cubicBezTo>
                    <a:pt x="206" y="71"/>
                    <a:pt x="190" y="54"/>
                    <a:pt x="173" y="33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40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3897200" y="2291900"/>
              <a:ext cx="6125" cy="6575"/>
            </a:xfrm>
            <a:custGeom>
              <a:avLst/>
              <a:gdLst/>
              <a:ahLst/>
              <a:cxnLst/>
              <a:rect l="l" t="t" r="r" b="b"/>
              <a:pathLst>
                <a:path w="245" h="263" extrusionOk="0">
                  <a:moveTo>
                    <a:pt x="113" y="0"/>
                  </a:moveTo>
                  <a:cubicBezTo>
                    <a:pt x="72" y="0"/>
                    <a:pt x="34" y="32"/>
                    <a:pt x="21" y="83"/>
                  </a:cubicBezTo>
                  <a:cubicBezTo>
                    <a:pt x="1" y="100"/>
                    <a:pt x="1" y="116"/>
                    <a:pt x="1" y="133"/>
                  </a:cubicBezTo>
                  <a:cubicBezTo>
                    <a:pt x="21" y="186"/>
                    <a:pt x="38" y="236"/>
                    <a:pt x="87" y="256"/>
                  </a:cubicBezTo>
                  <a:cubicBezTo>
                    <a:pt x="97" y="261"/>
                    <a:pt x="107" y="263"/>
                    <a:pt x="116" y="263"/>
                  </a:cubicBezTo>
                  <a:cubicBezTo>
                    <a:pt x="142" y="263"/>
                    <a:pt x="166" y="247"/>
                    <a:pt x="190" y="219"/>
                  </a:cubicBezTo>
                  <a:cubicBezTo>
                    <a:pt x="207" y="219"/>
                    <a:pt x="207" y="203"/>
                    <a:pt x="228" y="170"/>
                  </a:cubicBezTo>
                  <a:cubicBezTo>
                    <a:pt x="244" y="100"/>
                    <a:pt x="207" y="30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3893800" y="23871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0"/>
                  </a:moveTo>
                  <a:cubicBezTo>
                    <a:pt x="104" y="0"/>
                    <a:pt x="71" y="0"/>
                    <a:pt x="54" y="17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4" y="240"/>
                    <a:pt x="87" y="260"/>
                    <a:pt x="104" y="260"/>
                  </a:cubicBezTo>
                  <a:cubicBezTo>
                    <a:pt x="137" y="260"/>
                    <a:pt x="174" y="260"/>
                    <a:pt x="190" y="223"/>
                  </a:cubicBezTo>
                  <a:cubicBezTo>
                    <a:pt x="207" y="207"/>
                    <a:pt x="223" y="174"/>
                    <a:pt x="223" y="136"/>
                  </a:cubicBezTo>
                  <a:cubicBezTo>
                    <a:pt x="240" y="104"/>
                    <a:pt x="223" y="71"/>
                    <a:pt x="207" y="54"/>
                  </a:cubicBezTo>
                  <a:cubicBezTo>
                    <a:pt x="190" y="33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3895550" y="2342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17"/>
                    <a:pt x="1" y="67"/>
                    <a:pt x="17" y="153"/>
                  </a:cubicBezTo>
                  <a:cubicBezTo>
                    <a:pt x="17" y="186"/>
                    <a:pt x="34" y="207"/>
                    <a:pt x="50" y="240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90" y="240"/>
                    <a:pt x="240" y="170"/>
                    <a:pt x="223" y="104"/>
                  </a:cubicBezTo>
                  <a:cubicBezTo>
                    <a:pt x="223" y="67"/>
                    <a:pt x="207" y="34"/>
                    <a:pt x="190" y="17"/>
                  </a:cubicBezTo>
                  <a:cubicBezTo>
                    <a:pt x="17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3926475" y="22877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11" y="1"/>
                  </a:moveTo>
                  <a:cubicBezTo>
                    <a:pt x="92" y="1"/>
                    <a:pt x="76" y="14"/>
                    <a:pt x="50" y="26"/>
                  </a:cubicBezTo>
                  <a:cubicBezTo>
                    <a:pt x="1" y="75"/>
                    <a:pt x="1" y="162"/>
                    <a:pt x="34" y="215"/>
                  </a:cubicBezTo>
                  <a:cubicBezTo>
                    <a:pt x="50" y="248"/>
                    <a:pt x="87" y="265"/>
                    <a:pt x="120" y="265"/>
                  </a:cubicBezTo>
                  <a:cubicBezTo>
                    <a:pt x="137" y="265"/>
                    <a:pt x="170" y="248"/>
                    <a:pt x="190" y="232"/>
                  </a:cubicBezTo>
                  <a:cubicBezTo>
                    <a:pt x="223" y="215"/>
                    <a:pt x="223" y="178"/>
                    <a:pt x="240" y="145"/>
                  </a:cubicBezTo>
                  <a:cubicBezTo>
                    <a:pt x="240" y="112"/>
                    <a:pt x="223" y="75"/>
                    <a:pt x="207" y="42"/>
                  </a:cubicBezTo>
                  <a:cubicBezTo>
                    <a:pt x="207" y="26"/>
                    <a:pt x="190" y="26"/>
                    <a:pt x="170" y="9"/>
                  </a:cubicBezTo>
                  <a:lnTo>
                    <a:pt x="137" y="9"/>
                  </a:lnTo>
                  <a:cubicBezTo>
                    <a:pt x="127" y="3"/>
                    <a:pt x="119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3890000" y="2309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85" y="1"/>
                    <a:pt x="44" y="31"/>
                    <a:pt x="17" y="75"/>
                  </a:cubicBezTo>
                  <a:cubicBezTo>
                    <a:pt x="0" y="141"/>
                    <a:pt x="33" y="227"/>
                    <a:pt x="83" y="244"/>
                  </a:cubicBezTo>
                  <a:cubicBezTo>
                    <a:pt x="103" y="260"/>
                    <a:pt x="120" y="260"/>
                    <a:pt x="136" y="260"/>
                  </a:cubicBezTo>
                  <a:cubicBezTo>
                    <a:pt x="169" y="244"/>
                    <a:pt x="223" y="227"/>
                    <a:pt x="223" y="178"/>
                  </a:cubicBezTo>
                  <a:cubicBezTo>
                    <a:pt x="239" y="124"/>
                    <a:pt x="239" y="75"/>
                    <a:pt x="206" y="38"/>
                  </a:cubicBezTo>
                  <a:cubicBezTo>
                    <a:pt x="206" y="21"/>
                    <a:pt x="186" y="21"/>
                    <a:pt x="169" y="5"/>
                  </a:cubicBezTo>
                  <a:cubicBezTo>
                    <a:pt x="158" y="2"/>
                    <a:pt x="14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3884325" y="23742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38" y="17"/>
                    <a:pt x="0" y="87"/>
                    <a:pt x="0" y="157"/>
                  </a:cubicBezTo>
                  <a:cubicBezTo>
                    <a:pt x="21" y="190"/>
                    <a:pt x="38" y="206"/>
                    <a:pt x="54" y="239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0" y="239"/>
                    <a:pt x="244" y="173"/>
                    <a:pt x="227" y="103"/>
                  </a:cubicBezTo>
                  <a:cubicBezTo>
                    <a:pt x="227" y="70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3887825" y="23592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0" y="0"/>
                  </a:moveTo>
                  <a:cubicBezTo>
                    <a:pt x="87" y="0"/>
                    <a:pt x="67" y="0"/>
                    <a:pt x="34" y="37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" y="190"/>
                    <a:pt x="17" y="206"/>
                  </a:cubicBezTo>
                  <a:cubicBezTo>
                    <a:pt x="34" y="243"/>
                    <a:pt x="67" y="260"/>
                    <a:pt x="104" y="260"/>
                  </a:cubicBezTo>
                  <a:cubicBezTo>
                    <a:pt x="120" y="260"/>
                    <a:pt x="153" y="260"/>
                    <a:pt x="170" y="223"/>
                  </a:cubicBezTo>
                  <a:cubicBezTo>
                    <a:pt x="223" y="190"/>
                    <a:pt x="240" y="103"/>
                    <a:pt x="190" y="54"/>
                  </a:cubicBezTo>
                  <a:cubicBezTo>
                    <a:pt x="190" y="3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943175" y="236097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1" y="0"/>
                  </a:moveTo>
                  <a:cubicBezTo>
                    <a:pt x="104" y="0"/>
                    <a:pt x="71" y="0"/>
                    <a:pt x="54" y="33"/>
                  </a:cubicBezTo>
                  <a:cubicBezTo>
                    <a:pt x="1" y="70"/>
                    <a:pt x="1" y="153"/>
                    <a:pt x="38" y="206"/>
                  </a:cubicBezTo>
                  <a:cubicBezTo>
                    <a:pt x="57" y="247"/>
                    <a:pt x="88" y="264"/>
                    <a:pt x="121" y="264"/>
                  </a:cubicBezTo>
                  <a:cubicBezTo>
                    <a:pt x="145" y="264"/>
                    <a:pt x="169" y="255"/>
                    <a:pt x="190" y="239"/>
                  </a:cubicBezTo>
                  <a:cubicBezTo>
                    <a:pt x="244" y="190"/>
                    <a:pt x="244" y="103"/>
                    <a:pt x="207" y="50"/>
                  </a:cubicBezTo>
                  <a:cubicBezTo>
                    <a:pt x="190" y="33"/>
                    <a:pt x="190" y="17"/>
                    <a:pt x="157" y="17"/>
                  </a:cubicBezTo>
                  <a:cubicBezTo>
                    <a:pt x="157" y="0"/>
                    <a:pt x="141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3979250" y="22938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29" y="0"/>
                  </a:moveTo>
                  <a:cubicBezTo>
                    <a:pt x="83" y="0"/>
                    <a:pt x="34" y="33"/>
                    <a:pt x="17" y="91"/>
                  </a:cubicBezTo>
                  <a:cubicBezTo>
                    <a:pt x="1" y="140"/>
                    <a:pt x="17" y="227"/>
                    <a:pt x="87" y="243"/>
                  </a:cubicBezTo>
                  <a:cubicBezTo>
                    <a:pt x="104" y="260"/>
                    <a:pt x="120" y="260"/>
                    <a:pt x="141" y="260"/>
                  </a:cubicBezTo>
                  <a:cubicBezTo>
                    <a:pt x="174" y="260"/>
                    <a:pt x="207" y="227"/>
                    <a:pt x="223" y="177"/>
                  </a:cubicBezTo>
                  <a:cubicBezTo>
                    <a:pt x="244" y="124"/>
                    <a:pt x="223" y="74"/>
                    <a:pt x="207" y="37"/>
                  </a:cubicBezTo>
                  <a:cubicBezTo>
                    <a:pt x="190" y="21"/>
                    <a:pt x="174" y="21"/>
                    <a:pt x="157" y="4"/>
                  </a:cubicBezTo>
                  <a:cubicBezTo>
                    <a:pt x="148" y="2"/>
                    <a:pt x="139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981000" y="2369850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47" y="0"/>
                  </a:moveTo>
                  <a:cubicBezTo>
                    <a:pt x="99" y="0"/>
                    <a:pt x="48" y="35"/>
                    <a:pt x="34" y="90"/>
                  </a:cubicBezTo>
                  <a:cubicBezTo>
                    <a:pt x="1" y="144"/>
                    <a:pt x="34" y="231"/>
                    <a:pt x="87" y="247"/>
                  </a:cubicBezTo>
                  <a:cubicBezTo>
                    <a:pt x="105" y="256"/>
                    <a:pt x="121" y="260"/>
                    <a:pt x="137" y="260"/>
                  </a:cubicBezTo>
                  <a:cubicBezTo>
                    <a:pt x="180" y="260"/>
                    <a:pt x="216" y="229"/>
                    <a:pt x="240" y="177"/>
                  </a:cubicBezTo>
                  <a:cubicBezTo>
                    <a:pt x="256" y="107"/>
                    <a:pt x="223" y="41"/>
                    <a:pt x="174" y="4"/>
                  </a:cubicBezTo>
                  <a:cubicBezTo>
                    <a:pt x="165" y="1"/>
                    <a:pt x="1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978025" y="2340350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36" y="1"/>
                  </a:moveTo>
                  <a:cubicBezTo>
                    <a:pt x="103" y="1"/>
                    <a:pt x="66" y="1"/>
                    <a:pt x="50" y="34"/>
                  </a:cubicBezTo>
                  <a:cubicBezTo>
                    <a:pt x="0" y="71"/>
                    <a:pt x="0" y="153"/>
                    <a:pt x="33" y="207"/>
                  </a:cubicBezTo>
                  <a:cubicBezTo>
                    <a:pt x="50" y="240"/>
                    <a:pt x="66" y="256"/>
                    <a:pt x="103" y="256"/>
                  </a:cubicBezTo>
                  <a:cubicBezTo>
                    <a:pt x="136" y="256"/>
                    <a:pt x="169" y="256"/>
                    <a:pt x="190" y="223"/>
                  </a:cubicBezTo>
                  <a:cubicBezTo>
                    <a:pt x="206" y="207"/>
                    <a:pt x="223" y="174"/>
                    <a:pt x="223" y="137"/>
                  </a:cubicBezTo>
                  <a:cubicBezTo>
                    <a:pt x="223" y="104"/>
                    <a:pt x="223" y="71"/>
                    <a:pt x="206" y="50"/>
                  </a:cubicBezTo>
                  <a:cubicBezTo>
                    <a:pt x="190" y="34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975850" y="2261700"/>
              <a:ext cx="6425" cy="6575"/>
            </a:xfrm>
            <a:custGeom>
              <a:avLst/>
              <a:gdLst/>
              <a:ahLst/>
              <a:cxnLst/>
              <a:rect l="l" t="t" r="r" b="b"/>
              <a:pathLst>
                <a:path w="257" h="263" extrusionOk="0">
                  <a:moveTo>
                    <a:pt x="137" y="1"/>
                  </a:moveTo>
                  <a:cubicBezTo>
                    <a:pt x="104" y="1"/>
                    <a:pt x="87" y="1"/>
                    <a:pt x="50" y="38"/>
                  </a:cubicBezTo>
                  <a:cubicBezTo>
                    <a:pt x="17" y="71"/>
                    <a:pt x="1" y="158"/>
                    <a:pt x="34" y="207"/>
                  </a:cubicBezTo>
                  <a:cubicBezTo>
                    <a:pt x="63" y="245"/>
                    <a:pt x="95" y="262"/>
                    <a:pt x="125" y="262"/>
                  </a:cubicBezTo>
                  <a:cubicBezTo>
                    <a:pt x="150" y="262"/>
                    <a:pt x="173" y="250"/>
                    <a:pt x="190" y="228"/>
                  </a:cubicBezTo>
                  <a:cubicBezTo>
                    <a:pt x="240" y="191"/>
                    <a:pt x="256" y="104"/>
                    <a:pt x="207" y="54"/>
                  </a:cubicBezTo>
                  <a:cubicBezTo>
                    <a:pt x="207" y="38"/>
                    <a:pt x="190" y="2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3967300" y="22977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3" y="1"/>
                  </a:moveTo>
                  <a:cubicBezTo>
                    <a:pt x="33" y="1"/>
                    <a:pt x="0" y="71"/>
                    <a:pt x="0" y="141"/>
                  </a:cubicBezTo>
                  <a:cubicBezTo>
                    <a:pt x="17" y="174"/>
                    <a:pt x="33" y="207"/>
                    <a:pt x="50" y="228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53" y="244"/>
                    <a:pt x="186" y="228"/>
                    <a:pt x="207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7" y="38"/>
                    <a:pt x="186" y="21"/>
                  </a:cubicBezTo>
                  <a:cubicBezTo>
                    <a:pt x="169" y="21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3971525" y="22789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0"/>
                  </a:moveTo>
                  <a:cubicBezTo>
                    <a:pt x="71" y="0"/>
                    <a:pt x="54" y="17"/>
                    <a:pt x="38" y="54"/>
                  </a:cubicBezTo>
                  <a:cubicBezTo>
                    <a:pt x="17" y="87"/>
                    <a:pt x="0" y="120"/>
                    <a:pt x="0" y="157"/>
                  </a:cubicBezTo>
                  <a:cubicBezTo>
                    <a:pt x="17" y="190"/>
                    <a:pt x="38" y="207"/>
                    <a:pt x="54" y="223"/>
                  </a:cubicBezTo>
                  <a:cubicBezTo>
                    <a:pt x="71" y="260"/>
                    <a:pt x="103" y="260"/>
                    <a:pt x="141" y="260"/>
                  </a:cubicBezTo>
                  <a:cubicBezTo>
                    <a:pt x="190" y="240"/>
                    <a:pt x="244" y="174"/>
                    <a:pt x="223" y="103"/>
                  </a:cubicBezTo>
                  <a:cubicBezTo>
                    <a:pt x="223" y="70"/>
                    <a:pt x="207" y="33"/>
                    <a:pt x="190" y="17"/>
                  </a:cubicBezTo>
                  <a:cubicBezTo>
                    <a:pt x="174" y="17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3975025" y="23897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1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215"/>
                    <a:pt x="68" y="263"/>
                    <a:pt x="116" y="263"/>
                  </a:cubicBezTo>
                  <a:cubicBezTo>
                    <a:pt x="123" y="263"/>
                    <a:pt x="130" y="262"/>
                    <a:pt x="137" y="260"/>
                  </a:cubicBezTo>
                  <a:cubicBezTo>
                    <a:pt x="170" y="260"/>
                    <a:pt x="186" y="240"/>
                    <a:pt x="207" y="207"/>
                  </a:cubicBezTo>
                  <a:cubicBezTo>
                    <a:pt x="223" y="190"/>
                    <a:pt x="240" y="157"/>
                    <a:pt x="223" y="120"/>
                  </a:cubicBezTo>
                  <a:cubicBezTo>
                    <a:pt x="223" y="87"/>
                    <a:pt x="207" y="54"/>
                    <a:pt x="186" y="33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3960400" y="23128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70" y="1"/>
                    <a:pt x="50" y="17"/>
                  </a:cubicBezTo>
                  <a:cubicBezTo>
                    <a:pt x="0" y="71"/>
                    <a:pt x="0" y="157"/>
                    <a:pt x="33" y="207"/>
                  </a:cubicBezTo>
                  <a:cubicBezTo>
                    <a:pt x="50" y="244"/>
                    <a:pt x="87" y="261"/>
                    <a:pt x="103" y="261"/>
                  </a:cubicBezTo>
                  <a:cubicBezTo>
                    <a:pt x="136" y="261"/>
                    <a:pt x="173" y="244"/>
                    <a:pt x="190" y="223"/>
                  </a:cubicBezTo>
                  <a:cubicBezTo>
                    <a:pt x="206" y="207"/>
                    <a:pt x="223" y="174"/>
                    <a:pt x="223" y="141"/>
                  </a:cubicBezTo>
                  <a:cubicBezTo>
                    <a:pt x="239" y="104"/>
                    <a:pt x="223" y="71"/>
                    <a:pt x="206" y="54"/>
                  </a:cubicBezTo>
                  <a:cubicBezTo>
                    <a:pt x="190" y="17"/>
                    <a:pt x="17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3929475" y="23179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70" y="1"/>
                    <a:pt x="50" y="38"/>
                  </a:cubicBezTo>
                  <a:cubicBezTo>
                    <a:pt x="0" y="71"/>
                    <a:pt x="0" y="158"/>
                    <a:pt x="33" y="207"/>
                  </a:cubicBezTo>
                  <a:cubicBezTo>
                    <a:pt x="50" y="244"/>
                    <a:pt x="87" y="261"/>
                    <a:pt x="103" y="261"/>
                  </a:cubicBezTo>
                  <a:cubicBezTo>
                    <a:pt x="136" y="261"/>
                    <a:pt x="173" y="261"/>
                    <a:pt x="190" y="244"/>
                  </a:cubicBezTo>
                  <a:cubicBezTo>
                    <a:pt x="239" y="191"/>
                    <a:pt x="239" y="104"/>
                    <a:pt x="206" y="55"/>
                  </a:cubicBezTo>
                  <a:cubicBezTo>
                    <a:pt x="190" y="38"/>
                    <a:pt x="173" y="17"/>
                    <a:pt x="153" y="17"/>
                  </a:cubicBezTo>
                  <a:cubicBezTo>
                    <a:pt x="153" y="1"/>
                    <a:pt x="13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3962975" y="234260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29" y="1"/>
                  </a:moveTo>
                  <a:cubicBezTo>
                    <a:pt x="86" y="1"/>
                    <a:pt x="45" y="32"/>
                    <a:pt x="33" y="84"/>
                  </a:cubicBezTo>
                  <a:cubicBezTo>
                    <a:pt x="0" y="150"/>
                    <a:pt x="33" y="220"/>
                    <a:pt x="87" y="253"/>
                  </a:cubicBezTo>
                  <a:lnTo>
                    <a:pt x="136" y="253"/>
                  </a:lnTo>
                  <a:cubicBezTo>
                    <a:pt x="190" y="253"/>
                    <a:pt x="223" y="220"/>
                    <a:pt x="239" y="187"/>
                  </a:cubicBezTo>
                  <a:cubicBezTo>
                    <a:pt x="239" y="133"/>
                    <a:pt x="239" y="84"/>
                    <a:pt x="206" y="47"/>
                  </a:cubicBezTo>
                  <a:cubicBezTo>
                    <a:pt x="206" y="30"/>
                    <a:pt x="190" y="14"/>
                    <a:pt x="173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3961225" y="23602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0"/>
                  </a:moveTo>
                  <a:cubicBezTo>
                    <a:pt x="87" y="0"/>
                    <a:pt x="70" y="4"/>
                    <a:pt x="54" y="13"/>
                  </a:cubicBezTo>
                  <a:cubicBezTo>
                    <a:pt x="37" y="29"/>
                    <a:pt x="17" y="46"/>
                    <a:pt x="17" y="79"/>
                  </a:cubicBezTo>
                  <a:cubicBezTo>
                    <a:pt x="0" y="116"/>
                    <a:pt x="0" y="132"/>
                    <a:pt x="0" y="165"/>
                  </a:cubicBezTo>
                  <a:cubicBezTo>
                    <a:pt x="17" y="202"/>
                    <a:pt x="37" y="235"/>
                    <a:pt x="70" y="252"/>
                  </a:cubicBezTo>
                  <a:cubicBezTo>
                    <a:pt x="82" y="255"/>
                    <a:pt x="93" y="256"/>
                    <a:pt x="104" y="256"/>
                  </a:cubicBezTo>
                  <a:cubicBezTo>
                    <a:pt x="157" y="256"/>
                    <a:pt x="195" y="223"/>
                    <a:pt x="223" y="165"/>
                  </a:cubicBezTo>
                  <a:cubicBezTo>
                    <a:pt x="243" y="99"/>
                    <a:pt x="206" y="29"/>
                    <a:pt x="157" y="13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3970700" y="2325200"/>
              <a:ext cx="5600" cy="6450"/>
            </a:xfrm>
            <a:custGeom>
              <a:avLst/>
              <a:gdLst/>
              <a:ahLst/>
              <a:cxnLst/>
              <a:rect l="l" t="t" r="r" b="b"/>
              <a:pathLst>
                <a:path w="224" h="258" extrusionOk="0">
                  <a:moveTo>
                    <a:pt x="110" y="1"/>
                  </a:moveTo>
                  <a:cubicBezTo>
                    <a:pt x="65" y="1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0" y="194"/>
                    <a:pt x="17" y="227"/>
                    <a:pt x="71" y="244"/>
                  </a:cubicBezTo>
                  <a:cubicBezTo>
                    <a:pt x="85" y="253"/>
                    <a:pt x="102" y="258"/>
                    <a:pt x="118" y="258"/>
                  </a:cubicBezTo>
                  <a:cubicBezTo>
                    <a:pt x="141" y="258"/>
                    <a:pt x="162" y="249"/>
                    <a:pt x="174" y="227"/>
                  </a:cubicBezTo>
                  <a:cubicBezTo>
                    <a:pt x="190" y="211"/>
                    <a:pt x="207" y="194"/>
                    <a:pt x="207" y="178"/>
                  </a:cubicBezTo>
                  <a:cubicBezTo>
                    <a:pt x="223" y="108"/>
                    <a:pt x="207" y="38"/>
                    <a:pt x="136" y="5"/>
                  </a:cubicBezTo>
                  <a:cubicBezTo>
                    <a:pt x="128" y="2"/>
                    <a:pt x="119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3973275" y="2311225"/>
              <a:ext cx="6425" cy="6775"/>
            </a:xfrm>
            <a:custGeom>
              <a:avLst/>
              <a:gdLst/>
              <a:ahLst/>
              <a:cxnLst/>
              <a:rect l="l" t="t" r="r" b="b"/>
              <a:pathLst>
                <a:path w="257" h="271" extrusionOk="0">
                  <a:moveTo>
                    <a:pt x="128" y="1"/>
                  </a:moveTo>
                  <a:cubicBezTo>
                    <a:pt x="86" y="1"/>
                    <a:pt x="45" y="33"/>
                    <a:pt x="33" y="81"/>
                  </a:cubicBezTo>
                  <a:cubicBezTo>
                    <a:pt x="1" y="151"/>
                    <a:pt x="33" y="238"/>
                    <a:pt x="87" y="254"/>
                  </a:cubicBezTo>
                  <a:cubicBezTo>
                    <a:pt x="104" y="271"/>
                    <a:pt x="120" y="271"/>
                    <a:pt x="137" y="271"/>
                  </a:cubicBezTo>
                  <a:cubicBezTo>
                    <a:pt x="190" y="254"/>
                    <a:pt x="223" y="238"/>
                    <a:pt x="240" y="184"/>
                  </a:cubicBezTo>
                  <a:cubicBezTo>
                    <a:pt x="256" y="135"/>
                    <a:pt x="240" y="81"/>
                    <a:pt x="207" y="48"/>
                  </a:cubicBezTo>
                  <a:cubicBezTo>
                    <a:pt x="207" y="32"/>
                    <a:pt x="190" y="15"/>
                    <a:pt x="174" y="15"/>
                  </a:cubicBezTo>
                  <a:cubicBezTo>
                    <a:pt x="159" y="5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3844025" y="2366225"/>
              <a:ext cx="5600" cy="6825"/>
            </a:xfrm>
            <a:custGeom>
              <a:avLst/>
              <a:gdLst/>
              <a:ahLst/>
              <a:cxnLst/>
              <a:rect l="l" t="t" r="r" b="b"/>
              <a:pathLst>
                <a:path w="224" h="273" extrusionOk="0">
                  <a:moveTo>
                    <a:pt x="120" y="0"/>
                  </a:moveTo>
                  <a:cubicBezTo>
                    <a:pt x="108" y="0"/>
                    <a:pt x="95" y="5"/>
                    <a:pt x="87" y="13"/>
                  </a:cubicBezTo>
                  <a:cubicBezTo>
                    <a:pt x="66" y="13"/>
                    <a:pt x="33" y="29"/>
                    <a:pt x="17" y="66"/>
                  </a:cubicBezTo>
                  <a:cubicBezTo>
                    <a:pt x="0" y="83"/>
                    <a:pt x="0" y="116"/>
                    <a:pt x="0" y="149"/>
                  </a:cubicBezTo>
                  <a:cubicBezTo>
                    <a:pt x="0" y="186"/>
                    <a:pt x="17" y="219"/>
                    <a:pt x="50" y="235"/>
                  </a:cubicBezTo>
                  <a:cubicBezTo>
                    <a:pt x="66" y="252"/>
                    <a:pt x="103" y="273"/>
                    <a:pt x="120" y="273"/>
                  </a:cubicBezTo>
                  <a:cubicBezTo>
                    <a:pt x="190" y="252"/>
                    <a:pt x="223" y="186"/>
                    <a:pt x="223" y="116"/>
                  </a:cubicBezTo>
                  <a:cubicBezTo>
                    <a:pt x="207" y="83"/>
                    <a:pt x="207" y="46"/>
                    <a:pt x="169" y="29"/>
                  </a:cubicBezTo>
                  <a:lnTo>
                    <a:pt x="153" y="13"/>
                  </a:lnTo>
                  <a:cubicBezTo>
                    <a:pt x="145" y="5"/>
                    <a:pt x="132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3962975" y="2249375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09" y="1"/>
                  </a:moveTo>
                  <a:cubicBezTo>
                    <a:pt x="69" y="1"/>
                    <a:pt x="29" y="34"/>
                    <a:pt x="17" y="82"/>
                  </a:cubicBezTo>
                  <a:cubicBezTo>
                    <a:pt x="0" y="152"/>
                    <a:pt x="17" y="222"/>
                    <a:pt x="87" y="255"/>
                  </a:cubicBezTo>
                  <a:cubicBezTo>
                    <a:pt x="95" y="258"/>
                    <a:pt x="105" y="259"/>
                    <a:pt x="114" y="259"/>
                  </a:cubicBezTo>
                  <a:cubicBezTo>
                    <a:pt x="159" y="259"/>
                    <a:pt x="209" y="229"/>
                    <a:pt x="223" y="185"/>
                  </a:cubicBezTo>
                  <a:cubicBezTo>
                    <a:pt x="239" y="119"/>
                    <a:pt x="206" y="32"/>
                    <a:pt x="153" y="16"/>
                  </a:cubicBezTo>
                  <a:cubicBezTo>
                    <a:pt x="139" y="5"/>
                    <a:pt x="124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3941950" y="228490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0" y="190"/>
                    <a:pt x="17" y="227"/>
                    <a:pt x="50" y="244"/>
                  </a:cubicBezTo>
                  <a:cubicBezTo>
                    <a:pt x="61" y="255"/>
                    <a:pt x="83" y="267"/>
                    <a:pt x="101" y="267"/>
                  </a:cubicBezTo>
                  <a:cubicBezTo>
                    <a:pt x="108" y="267"/>
                    <a:pt x="115" y="265"/>
                    <a:pt x="120" y="260"/>
                  </a:cubicBezTo>
                  <a:cubicBezTo>
                    <a:pt x="153" y="260"/>
                    <a:pt x="190" y="244"/>
                    <a:pt x="206" y="207"/>
                  </a:cubicBezTo>
                  <a:cubicBezTo>
                    <a:pt x="223" y="190"/>
                    <a:pt x="223" y="157"/>
                    <a:pt x="223" y="124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21"/>
                    <a:pt x="153" y="21"/>
                    <a:pt x="153" y="21"/>
                  </a:cubicBez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3968525" y="2375225"/>
              <a:ext cx="6000" cy="6800"/>
            </a:xfrm>
            <a:custGeom>
              <a:avLst/>
              <a:gdLst/>
              <a:ahLst/>
              <a:cxnLst/>
              <a:rect l="l" t="t" r="r" b="b"/>
              <a:pathLst>
                <a:path w="240" h="272" extrusionOk="0">
                  <a:moveTo>
                    <a:pt x="129" y="0"/>
                  </a:moveTo>
                  <a:cubicBezTo>
                    <a:pt x="120" y="0"/>
                    <a:pt x="112" y="5"/>
                    <a:pt x="104" y="16"/>
                  </a:cubicBezTo>
                  <a:cubicBezTo>
                    <a:pt x="54" y="16"/>
                    <a:pt x="1" y="82"/>
                    <a:pt x="17" y="152"/>
                  </a:cubicBezTo>
                  <a:cubicBezTo>
                    <a:pt x="17" y="185"/>
                    <a:pt x="34" y="222"/>
                    <a:pt x="54" y="238"/>
                  </a:cubicBezTo>
                  <a:cubicBezTo>
                    <a:pt x="87" y="255"/>
                    <a:pt x="104" y="271"/>
                    <a:pt x="137" y="271"/>
                  </a:cubicBezTo>
                  <a:cubicBezTo>
                    <a:pt x="207" y="255"/>
                    <a:pt x="240" y="185"/>
                    <a:pt x="223" y="119"/>
                  </a:cubicBezTo>
                  <a:cubicBezTo>
                    <a:pt x="223" y="82"/>
                    <a:pt x="207" y="49"/>
                    <a:pt x="191" y="32"/>
                  </a:cubicBezTo>
                  <a:cubicBezTo>
                    <a:pt x="174" y="32"/>
                    <a:pt x="174" y="16"/>
                    <a:pt x="158" y="16"/>
                  </a:cubicBezTo>
                  <a:cubicBezTo>
                    <a:pt x="147" y="5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3938425" y="2335500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29" y="1"/>
                  </a:moveTo>
                  <a:cubicBezTo>
                    <a:pt x="83" y="1"/>
                    <a:pt x="35" y="33"/>
                    <a:pt x="22" y="92"/>
                  </a:cubicBezTo>
                  <a:cubicBezTo>
                    <a:pt x="1" y="141"/>
                    <a:pt x="22" y="228"/>
                    <a:pt x="71" y="244"/>
                  </a:cubicBezTo>
                  <a:cubicBezTo>
                    <a:pt x="90" y="254"/>
                    <a:pt x="109" y="259"/>
                    <a:pt x="127" y="259"/>
                  </a:cubicBezTo>
                  <a:cubicBezTo>
                    <a:pt x="174" y="259"/>
                    <a:pt x="213" y="226"/>
                    <a:pt x="228" y="178"/>
                  </a:cubicBezTo>
                  <a:cubicBezTo>
                    <a:pt x="244" y="108"/>
                    <a:pt x="207" y="38"/>
                    <a:pt x="158" y="5"/>
                  </a:cubicBezTo>
                  <a:cubicBezTo>
                    <a:pt x="149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3938950" y="23781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67" y="1"/>
                    <a:pt x="34" y="17"/>
                    <a:pt x="17" y="50"/>
                  </a:cubicBezTo>
                  <a:cubicBezTo>
                    <a:pt x="1" y="83"/>
                    <a:pt x="1" y="120"/>
                    <a:pt x="1" y="153"/>
                  </a:cubicBezTo>
                  <a:cubicBezTo>
                    <a:pt x="17" y="186"/>
                    <a:pt x="17" y="207"/>
                    <a:pt x="50" y="240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86" y="240"/>
                    <a:pt x="240" y="170"/>
                    <a:pt x="223" y="104"/>
                  </a:cubicBezTo>
                  <a:cubicBezTo>
                    <a:pt x="223" y="67"/>
                    <a:pt x="207" y="50"/>
                    <a:pt x="170" y="17"/>
                  </a:cubicBezTo>
                  <a:cubicBezTo>
                    <a:pt x="170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3934625" y="22573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cubicBezTo>
                    <a:pt x="50" y="8"/>
                    <a:pt x="0" y="74"/>
                    <a:pt x="17" y="144"/>
                  </a:cubicBezTo>
                  <a:cubicBezTo>
                    <a:pt x="17" y="214"/>
                    <a:pt x="87" y="263"/>
                    <a:pt x="136" y="263"/>
                  </a:cubicBezTo>
                  <a:cubicBezTo>
                    <a:pt x="174" y="247"/>
                    <a:pt x="190" y="230"/>
                    <a:pt x="207" y="214"/>
                  </a:cubicBezTo>
                  <a:cubicBezTo>
                    <a:pt x="223" y="177"/>
                    <a:pt x="240" y="144"/>
                    <a:pt x="240" y="111"/>
                  </a:cubicBezTo>
                  <a:cubicBezTo>
                    <a:pt x="223" y="74"/>
                    <a:pt x="207" y="41"/>
                    <a:pt x="190" y="24"/>
                  </a:cubicBezTo>
                  <a:cubicBezTo>
                    <a:pt x="190" y="24"/>
                    <a:pt x="174" y="8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3933275" y="2272625"/>
              <a:ext cx="5700" cy="6500"/>
            </a:xfrm>
            <a:custGeom>
              <a:avLst/>
              <a:gdLst/>
              <a:ahLst/>
              <a:cxnLst/>
              <a:rect l="l" t="t" r="r" b="b"/>
              <a:pathLst>
                <a:path w="228" h="260" extrusionOk="0">
                  <a:moveTo>
                    <a:pt x="132" y="1"/>
                  </a:moveTo>
                  <a:cubicBezTo>
                    <a:pt x="123" y="1"/>
                    <a:pt x="114" y="5"/>
                    <a:pt x="104" y="13"/>
                  </a:cubicBezTo>
                  <a:cubicBezTo>
                    <a:pt x="38" y="13"/>
                    <a:pt x="1" y="79"/>
                    <a:pt x="1" y="149"/>
                  </a:cubicBezTo>
                  <a:cubicBezTo>
                    <a:pt x="21" y="182"/>
                    <a:pt x="21" y="219"/>
                    <a:pt x="54" y="236"/>
                  </a:cubicBezTo>
                  <a:cubicBezTo>
                    <a:pt x="66" y="248"/>
                    <a:pt x="86" y="259"/>
                    <a:pt x="110" y="259"/>
                  </a:cubicBezTo>
                  <a:cubicBezTo>
                    <a:pt x="120" y="259"/>
                    <a:pt x="130" y="257"/>
                    <a:pt x="141" y="252"/>
                  </a:cubicBezTo>
                  <a:cubicBezTo>
                    <a:pt x="157" y="252"/>
                    <a:pt x="190" y="236"/>
                    <a:pt x="207" y="203"/>
                  </a:cubicBezTo>
                  <a:cubicBezTo>
                    <a:pt x="228" y="182"/>
                    <a:pt x="228" y="149"/>
                    <a:pt x="228" y="116"/>
                  </a:cubicBezTo>
                  <a:cubicBezTo>
                    <a:pt x="228" y="79"/>
                    <a:pt x="207" y="46"/>
                    <a:pt x="174" y="30"/>
                  </a:cubicBezTo>
                  <a:cubicBezTo>
                    <a:pt x="174" y="13"/>
                    <a:pt x="157" y="13"/>
                    <a:pt x="157" y="13"/>
                  </a:cubicBezTo>
                  <a:cubicBezTo>
                    <a:pt x="149" y="5"/>
                    <a:pt x="141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3934625" y="23021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33" y="223"/>
                    <a:pt x="50" y="239"/>
                  </a:cubicBezTo>
                  <a:cubicBezTo>
                    <a:pt x="65" y="254"/>
                    <a:pt x="86" y="267"/>
                    <a:pt x="108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190" y="260"/>
                    <a:pt x="240" y="190"/>
                    <a:pt x="223" y="120"/>
                  </a:cubicBezTo>
                  <a:cubicBezTo>
                    <a:pt x="223" y="87"/>
                    <a:pt x="207" y="54"/>
                    <a:pt x="190" y="33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3956050" y="232962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04" y="1"/>
                  </a:moveTo>
                  <a:cubicBezTo>
                    <a:pt x="71" y="1"/>
                    <a:pt x="55" y="17"/>
                    <a:pt x="38" y="50"/>
                  </a:cubicBezTo>
                  <a:cubicBezTo>
                    <a:pt x="17" y="87"/>
                    <a:pt x="1" y="120"/>
                    <a:pt x="17" y="153"/>
                  </a:cubicBezTo>
                  <a:cubicBezTo>
                    <a:pt x="17" y="191"/>
                    <a:pt x="38" y="207"/>
                    <a:pt x="55" y="240"/>
                  </a:cubicBezTo>
                  <a:cubicBezTo>
                    <a:pt x="88" y="256"/>
                    <a:pt x="104" y="256"/>
                    <a:pt x="141" y="256"/>
                  </a:cubicBezTo>
                  <a:cubicBezTo>
                    <a:pt x="207" y="240"/>
                    <a:pt x="244" y="170"/>
                    <a:pt x="224" y="104"/>
                  </a:cubicBezTo>
                  <a:cubicBezTo>
                    <a:pt x="224" y="67"/>
                    <a:pt x="207" y="50"/>
                    <a:pt x="191" y="17"/>
                  </a:cubicBezTo>
                  <a:cubicBezTo>
                    <a:pt x="174" y="17"/>
                    <a:pt x="174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3953900" y="2376425"/>
              <a:ext cx="5700" cy="6425"/>
            </a:xfrm>
            <a:custGeom>
              <a:avLst/>
              <a:gdLst/>
              <a:ahLst/>
              <a:cxnLst/>
              <a:rect l="l" t="t" r="r" b="b"/>
              <a:pathLst>
                <a:path w="228" h="257" extrusionOk="0">
                  <a:moveTo>
                    <a:pt x="103" y="1"/>
                  </a:moveTo>
                  <a:cubicBezTo>
                    <a:pt x="38" y="17"/>
                    <a:pt x="0" y="87"/>
                    <a:pt x="0" y="153"/>
                  </a:cubicBezTo>
                  <a:cubicBezTo>
                    <a:pt x="21" y="190"/>
                    <a:pt x="38" y="223"/>
                    <a:pt x="54" y="240"/>
                  </a:cubicBezTo>
                  <a:cubicBezTo>
                    <a:pt x="87" y="256"/>
                    <a:pt x="103" y="256"/>
                    <a:pt x="141" y="256"/>
                  </a:cubicBezTo>
                  <a:cubicBezTo>
                    <a:pt x="157" y="256"/>
                    <a:pt x="190" y="240"/>
                    <a:pt x="207" y="207"/>
                  </a:cubicBezTo>
                  <a:cubicBezTo>
                    <a:pt x="227" y="190"/>
                    <a:pt x="227" y="153"/>
                    <a:pt x="227" y="120"/>
                  </a:cubicBezTo>
                  <a:cubicBezTo>
                    <a:pt x="227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57" y="1"/>
                    <a:pt x="141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3959050" y="2285200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95" y="0"/>
                  </a:moveTo>
                  <a:cubicBezTo>
                    <a:pt x="76" y="0"/>
                    <a:pt x="61" y="14"/>
                    <a:pt x="38" y="26"/>
                  </a:cubicBezTo>
                  <a:cubicBezTo>
                    <a:pt x="21" y="59"/>
                    <a:pt x="1" y="75"/>
                    <a:pt x="1" y="112"/>
                  </a:cubicBezTo>
                  <a:cubicBezTo>
                    <a:pt x="1" y="145"/>
                    <a:pt x="1" y="178"/>
                    <a:pt x="21" y="215"/>
                  </a:cubicBezTo>
                  <a:cubicBezTo>
                    <a:pt x="40" y="244"/>
                    <a:pt x="78" y="262"/>
                    <a:pt x="112" y="262"/>
                  </a:cubicBezTo>
                  <a:cubicBezTo>
                    <a:pt x="137" y="262"/>
                    <a:pt x="160" y="252"/>
                    <a:pt x="174" y="232"/>
                  </a:cubicBezTo>
                  <a:cubicBezTo>
                    <a:pt x="227" y="178"/>
                    <a:pt x="244" y="112"/>
                    <a:pt x="190" y="42"/>
                  </a:cubicBezTo>
                  <a:cubicBezTo>
                    <a:pt x="190" y="26"/>
                    <a:pt x="174" y="26"/>
                    <a:pt x="157" y="9"/>
                  </a:cubicBezTo>
                  <a:lnTo>
                    <a:pt x="124" y="9"/>
                  </a:lnTo>
                  <a:cubicBezTo>
                    <a:pt x="113" y="3"/>
                    <a:pt x="104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3929875" y="2348575"/>
              <a:ext cx="6525" cy="6750"/>
            </a:xfrm>
            <a:custGeom>
              <a:avLst/>
              <a:gdLst/>
              <a:ahLst/>
              <a:cxnLst/>
              <a:rect l="l" t="t" r="r" b="b"/>
              <a:pathLst>
                <a:path w="261" h="270" extrusionOk="0">
                  <a:moveTo>
                    <a:pt x="130" y="1"/>
                  </a:moveTo>
                  <a:cubicBezTo>
                    <a:pt x="89" y="1"/>
                    <a:pt x="49" y="32"/>
                    <a:pt x="34" y="84"/>
                  </a:cubicBezTo>
                  <a:cubicBezTo>
                    <a:pt x="1" y="154"/>
                    <a:pt x="34" y="220"/>
                    <a:pt x="87" y="257"/>
                  </a:cubicBezTo>
                  <a:cubicBezTo>
                    <a:pt x="106" y="266"/>
                    <a:pt x="123" y="270"/>
                    <a:pt x="139" y="270"/>
                  </a:cubicBezTo>
                  <a:cubicBezTo>
                    <a:pt x="183" y="270"/>
                    <a:pt x="216" y="238"/>
                    <a:pt x="240" y="187"/>
                  </a:cubicBezTo>
                  <a:cubicBezTo>
                    <a:pt x="261" y="117"/>
                    <a:pt x="223" y="30"/>
                    <a:pt x="174" y="14"/>
                  </a:cubicBezTo>
                  <a:cubicBezTo>
                    <a:pt x="160" y="5"/>
                    <a:pt x="145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3961225" y="226532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121" y="0"/>
                    <a:pt x="111" y="4"/>
                    <a:pt x="103" y="13"/>
                  </a:cubicBezTo>
                  <a:cubicBezTo>
                    <a:pt x="37" y="13"/>
                    <a:pt x="0" y="83"/>
                    <a:pt x="17" y="149"/>
                  </a:cubicBezTo>
                  <a:cubicBezTo>
                    <a:pt x="17" y="186"/>
                    <a:pt x="37" y="219"/>
                    <a:pt x="54" y="235"/>
                  </a:cubicBezTo>
                  <a:cubicBezTo>
                    <a:pt x="65" y="247"/>
                    <a:pt x="85" y="259"/>
                    <a:pt x="109" y="259"/>
                  </a:cubicBezTo>
                  <a:cubicBezTo>
                    <a:pt x="119" y="259"/>
                    <a:pt x="129" y="256"/>
                    <a:pt x="140" y="252"/>
                  </a:cubicBezTo>
                  <a:cubicBezTo>
                    <a:pt x="190" y="252"/>
                    <a:pt x="243" y="186"/>
                    <a:pt x="223" y="116"/>
                  </a:cubicBezTo>
                  <a:cubicBezTo>
                    <a:pt x="223" y="83"/>
                    <a:pt x="206" y="46"/>
                    <a:pt x="190" y="29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9" y="4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3928650" y="23646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33" y="8"/>
                    <a:pt x="0" y="78"/>
                    <a:pt x="0" y="148"/>
                  </a:cubicBezTo>
                  <a:cubicBezTo>
                    <a:pt x="17" y="181"/>
                    <a:pt x="17" y="214"/>
                    <a:pt x="50" y="235"/>
                  </a:cubicBezTo>
                  <a:cubicBezTo>
                    <a:pt x="66" y="251"/>
                    <a:pt x="103" y="268"/>
                    <a:pt x="136" y="268"/>
                  </a:cubicBezTo>
                  <a:cubicBezTo>
                    <a:pt x="186" y="251"/>
                    <a:pt x="239" y="181"/>
                    <a:pt x="223" y="111"/>
                  </a:cubicBezTo>
                  <a:cubicBezTo>
                    <a:pt x="223" y="78"/>
                    <a:pt x="206" y="45"/>
                    <a:pt x="169" y="28"/>
                  </a:cubicBezTo>
                  <a:cubicBezTo>
                    <a:pt x="169" y="28"/>
                    <a:pt x="169" y="8"/>
                    <a:pt x="153" y="8"/>
                  </a:cubicBez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3821650" y="2477750"/>
              <a:ext cx="5175" cy="6525"/>
            </a:xfrm>
            <a:custGeom>
              <a:avLst/>
              <a:gdLst/>
              <a:ahLst/>
              <a:cxnLst/>
              <a:rect l="l" t="t" r="r" b="b"/>
              <a:pathLst>
                <a:path w="207" h="261" extrusionOk="0">
                  <a:moveTo>
                    <a:pt x="137" y="0"/>
                  </a:moveTo>
                  <a:cubicBezTo>
                    <a:pt x="104" y="0"/>
                    <a:pt x="87" y="17"/>
                    <a:pt x="54" y="38"/>
                  </a:cubicBezTo>
                  <a:cubicBezTo>
                    <a:pt x="17" y="87"/>
                    <a:pt x="1" y="157"/>
                    <a:pt x="34" y="223"/>
                  </a:cubicBezTo>
                  <a:cubicBezTo>
                    <a:pt x="54" y="244"/>
                    <a:pt x="71" y="260"/>
                    <a:pt x="87" y="260"/>
                  </a:cubicBezTo>
                  <a:cubicBezTo>
                    <a:pt x="137" y="190"/>
                    <a:pt x="174" y="120"/>
                    <a:pt x="207" y="38"/>
                  </a:cubicBezTo>
                  <a:cubicBezTo>
                    <a:pt x="190" y="38"/>
                    <a:pt x="174" y="17"/>
                    <a:pt x="174" y="17"/>
                  </a:cubicBezTo>
                  <a:cubicBezTo>
                    <a:pt x="157" y="17"/>
                    <a:pt x="15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4137775" y="22527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37" y="0"/>
                  </a:moveTo>
                  <a:cubicBezTo>
                    <a:pt x="104" y="0"/>
                    <a:pt x="67" y="0"/>
                    <a:pt x="50" y="17"/>
                  </a:cubicBezTo>
                  <a:cubicBezTo>
                    <a:pt x="17" y="50"/>
                    <a:pt x="17" y="87"/>
                    <a:pt x="1" y="120"/>
                  </a:cubicBezTo>
                  <a:cubicBezTo>
                    <a:pt x="1" y="153"/>
                    <a:pt x="17" y="190"/>
                    <a:pt x="34" y="206"/>
                  </a:cubicBezTo>
                  <a:cubicBezTo>
                    <a:pt x="53" y="235"/>
                    <a:pt x="85" y="254"/>
                    <a:pt x="119" y="254"/>
                  </a:cubicBezTo>
                  <a:cubicBezTo>
                    <a:pt x="143" y="254"/>
                    <a:pt x="168" y="245"/>
                    <a:pt x="190" y="223"/>
                  </a:cubicBezTo>
                  <a:cubicBezTo>
                    <a:pt x="240" y="190"/>
                    <a:pt x="240" y="103"/>
                    <a:pt x="207" y="50"/>
                  </a:cubicBezTo>
                  <a:cubicBezTo>
                    <a:pt x="190" y="33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4139025" y="22802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40" y="1"/>
                  </a:moveTo>
                  <a:cubicBezTo>
                    <a:pt x="103" y="1"/>
                    <a:pt x="87" y="1"/>
                    <a:pt x="54" y="34"/>
                  </a:cubicBezTo>
                  <a:cubicBezTo>
                    <a:pt x="17" y="67"/>
                    <a:pt x="0" y="154"/>
                    <a:pt x="37" y="207"/>
                  </a:cubicBezTo>
                  <a:cubicBezTo>
                    <a:pt x="70" y="240"/>
                    <a:pt x="87" y="257"/>
                    <a:pt x="120" y="257"/>
                  </a:cubicBezTo>
                  <a:cubicBezTo>
                    <a:pt x="140" y="257"/>
                    <a:pt x="173" y="257"/>
                    <a:pt x="206" y="224"/>
                  </a:cubicBezTo>
                  <a:cubicBezTo>
                    <a:pt x="223" y="207"/>
                    <a:pt x="243" y="170"/>
                    <a:pt x="243" y="137"/>
                  </a:cubicBezTo>
                  <a:cubicBezTo>
                    <a:pt x="243" y="104"/>
                    <a:pt x="243" y="67"/>
                    <a:pt x="206" y="50"/>
                  </a:cubicBezTo>
                  <a:cubicBezTo>
                    <a:pt x="206" y="34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4135200" y="22969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67" y="1"/>
                    <a:pt x="34" y="34"/>
                    <a:pt x="17" y="54"/>
                  </a:cubicBezTo>
                  <a:cubicBezTo>
                    <a:pt x="1" y="87"/>
                    <a:pt x="1" y="120"/>
                    <a:pt x="1" y="158"/>
                  </a:cubicBezTo>
                  <a:cubicBezTo>
                    <a:pt x="17" y="191"/>
                    <a:pt x="17" y="224"/>
                    <a:pt x="50" y="240"/>
                  </a:cubicBezTo>
                  <a:cubicBezTo>
                    <a:pt x="67" y="261"/>
                    <a:pt x="104" y="261"/>
                    <a:pt x="137" y="261"/>
                  </a:cubicBezTo>
                  <a:cubicBezTo>
                    <a:pt x="190" y="240"/>
                    <a:pt x="240" y="191"/>
                    <a:pt x="223" y="104"/>
                  </a:cubicBezTo>
                  <a:cubicBezTo>
                    <a:pt x="223" y="71"/>
                    <a:pt x="207" y="54"/>
                    <a:pt x="170" y="34"/>
                  </a:cubicBezTo>
                  <a:cubicBezTo>
                    <a:pt x="170" y="17"/>
                    <a:pt x="153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4136450" y="237510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03" y="0"/>
                  </a:moveTo>
                  <a:cubicBezTo>
                    <a:pt x="37" y="0"/>
                    <a:pt x="0" y="70"/>
                    <a:pt x="0" y="140"/>
                  </a:cubicBezTo>
                  <a:cubicBezTo>
                    <a:pt x="0" y="173"/>
                    <a:pt x="17" y="206"/>
                    <a:pt x="54" y="227"/>
                  </a:cubicBezTo>
                  <a:cubicBezTo>
                    <a:pt x="70" y="260"/>
                    <a:pt x="103" y="260"/>
                    <a:pt x="120" y="260"/>
                  </a:cubicBezTo>
                  <a:cubicBezTo>
                    <a:pt x="190" y="243"/>
                    <a:pt x="223" y="173"/>
                    <a:pt x="223" y="103"/>
                  </a:cubicBezTo>
                  <a:cubicBezTo>
                    <a:pt x="223" y="54"/>
                    <a:pt x="190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4152300" y="2278825"/>
              <a:ext cx="6125" cy="6625"/>
            </a:xfrm>
            <a:custGeom>
              <a:avLst/>
              <a:gdLst/>
              <a:ahLst/>
              <a:cxnLst/>
              <a:rect l="l" t="t" r="r" b="b"/>
              <a:pathLst>
                <a:path w="245" h="265" extrusionOk="0">
                  <a:moveTo>
                    <a:pt x="129" y="0"/>
                  </a:moveTo>
                  <a:cubicBezTo>
                    <a:pt x="82" y="0"/>
                    <a:pt x="35" y="30"/>
                    <a:pt x="22" y="74"/>
                  </a:cubicBezTo>
                  <a:cubicBezTo>
                    <a:pt x="1" y="140"/>
                    <a:pt x="38" y="227"/>
                    <a:pt x="88" y="244"/>
                  </a:cubicBezTo>
                  <a:cubicBezTo>
                    <a:pt x="104" y="264"/>
                    <a:pt x="125" y="264"/>
                    <a:pt x="141" y="264"/>
                  </a:cubicBezTo>
                  <a:cubicBezTo>
                    <a:pt x="174" y="244"/>
                    <a:pt x="207" y="227"/>
                    <a:pt x="228" y="178"/>
                  </a:cubicBezTo>
                  <a:cubicBezTo>
                    <a:pt x="244" y="124"/>
                    <a:pt x="228" y="74"/>
                    <a:pt x="207" y="37"/>
                  </a:cubicBezTo>
                  <a:cubicBezTo>
                    <a:pt x="191" y="21"/>
                    <a:pt x="174" y="21"/>
                    <a:pt x="158" y="4"/>
                  </a:cubicBezTo>
                  <a:cubicBezTo>
                    <a:pt x="148" y="1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4142000" y="23099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13" y="1"/>
                  </a:moveTo>
                  <a:cubicBezTo>
                    <a:pt x="72" y="1"/>
                    <a:pt x="33" y="32"/>
                    <a:pt x="21" y="84"/>
                  </a:cubicBezTo>
                  <a:cubicBezTo>
                    <a:pt x="1" y="154"/>
                    <a:pt x="21" y="220"/>
                    <a:pt x="87" y="257"/>
                  </a:cubicBezTo>
                  <a:cubicBezTo>
                    <a:pt x="98" y="257"/>
                    <a:pt x="111" y="264"/>
                    <a:pt x="123" y="264"/>
                  </a:cubicBezTo>
                  <a:cubicBezTo>
                    <a:pt x="129" y="264"/>
                    <a:pt x="135" y="263"/>
                    <a:pt x="141" y="257"/>
                  </a:cubicBezTo>
                  <a:cubicBezTo>
                    <a:pt x="174" y="257"/>
                    <a:pt x="207" y="220"/>
                    <a:pt x="227" y="187"/>
                  </a:cubicBezTo>
                  <a:cubicBezTo>
                    <a:pt x="244" y="133"/>
                    <a:pt x="227" y="84"/>
                    <a:pt x="207" y="51"/>
                  </a:cubicBezTo>
                  <a:cubicBezTo>
                    <a:pt x="190" y="30"/>
                    <a:pt x="174" y="14"/>
                    <a:pt x="157" y="14"/>
                  </a:cubicBezTo>
                  <a:cubicBezTo>
                    <a:pt x="143" y="5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4140350" y="2327575"/>
              <a:ext cx="5600" cy="6450"/>
            </a:xfrm>
            <a:custGeom>
              <a:avLst/>
              <a:gdLst/>
              <a:ahLst/>
              <a:cxnLst/>
              <a:rect l="l" t="t" r="r" b="b"/>
              <a:pathLst>
                <a:path w="224" h="258" extrusionOk="0">
                  <a:moveTo>
                    <a:pt x="101" y="0"/>
                  </a:moveTo>
                  <a:cubicBezTo>
                    <a:pt x="86" y="0"/>
                    <a:pt x="69" y="5"/>
                    <a:pt x="50" y="13"/>
                  </a:cubicBezTo>
                  <a:cubicBezTo>
                    <a:pt x="34" y="29"/>
                    <a:pt x="17" y="46"/>
                    <a:pt x="1" y="83"/>
                  </a:cubicBezTo>
                  <a:lnTo>
                    <a:pt x="1" y="169"/>
                  </a:lnTo>
                  <a:cubicBezTo>
                    <a:pt x="17" y="202"/>
                    <a:pt x="34" y="235"/>
                    <a:pt x="67" y="252"/>
                  </a:cubicBezTo>
                  <a:cubicBezTo>
                    <a:pt x="77" y="256"/>
                    <a:pt x="87" y="258"/>
                    <a:pt x="98" y="258"/>
                  </a:cubicBezTo>
                  <a:cubicBezTo>
                    <a:pt x="145" y="258"/>
                    <a:pt x="193" y="223"/>
                    <a:pt x="207" y="169"/>
                  </a:cubicBezTo>
                  <a:cubicBezTo>
                    <a:pt x="223" y="116"/>
                    <a:pt x="207" y="29"/>
                    <a:pt x="137" y="13"/>
                  </a:cubicBezTo>
                  <a:cubicBezTo>
                    <a:pt x="129" y="5"/>
                    <a:pt x="116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4132625" y="23437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190"/>
                    <a:pt x="34" y="223"/>
                    <a:pt x="66" y="244"/>
                  </a:cubicBezTo>
                  <a:cubicBezTo>
                    <a:pt x="81" y="256"/>
                    <a:pt x="102" y="267"/>
                    <a:pt x="119" y="267"/>
                  </a:cubicBezTo>
                  <a:cubicBezTo>
                    <a:pt x="125" y="267"/>
                    <a:pt x="132" y="265"/>
                    <a:pt x="137" y="260"/>
                  </a:cubicBezTo>
                  <a:cubicBezTo>
                    <a:pt x="170" y="260"/>
                    <a:pt x="190" y="244"/>
                    <a:pt x="207" y="207"/>
                  </a:cubicBezTo>
                  <a:cubicBezTo>
                    <a:pt x="223" y="190"/>
                    <a:pt x="240" y="157"/>
                    <a:pt x="240" y="120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90" y="17"/>
                    <a:pt x="170" y="17"/>
                    <a:pt x="170" y="17"/>
                  </a:cubicBezTo>
                  <a:cubicBezTo>
                    <a:pt x="153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4169525" y="2304700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71" y="17"/>
                    <a:pt x="54" y="17"/>
                    <a:pt x="33" y="54"/>
                  </a:cubicBezTo>
                  <a:cubicBezTo>
                    <a:pt x="17" y="70"/>
                    <a:pt x="1" y="120"/>
                    <a:pt x="1" y="157"/>
                  </a:cubicBezTo>
                  <a:cubicBezTo>
                    <a:pt x="17" y="190"/>
                    <a:pt x="17" y="223"/>
                    <a:pt x="54" y="239"/>
                  </a:cubicBezTo>
                  <a:cubicBezTo>
                    <a:pt x="66" y="254"/>
                    <a:pt x="86" y="267"/>
                    <a:pt x="109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90" y="260"/>
                    <a:pt x="223" y="190"/>
                    <a:pt x="223" y="136"/>
                  </a:cubicBezTo>
                  <a:lnTo>
                    <a:pt x="223" y="120"/>
                  </a:lnTo>
                  <a:cubicBezTo>
                    <a:pt x="223" y="70"/>
                    <a:pt x="190" y="33"/>
                    <a:pt x="157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4167350" y="2321525"/>
              <a:ext cx="6525" cy="6700"/>
            </a:xfrm>
            <a:custGeom>
              <a:avLst/>
              <a:gdLst/>
              <a:ahLst/>
              <a:cxnLst/>
              <a:rect l="l" t="t" r="r" b="b"/>
              <a:pathLst>
                <a:path w="261" h="268" extrusionOk="0">
                  <a:moveTo>
                    <a:pt x="128" y="1"/>
                  </a:moveTo>
                  <a:cubicBezTo>
                    <a:pt x="87" y="1"/>
                    <a:pt x="44" y="34"/>
                    <a:pt x="17" y="82"/>
                  </a:cubicBezTo>
                  <a:cubicBezTo>
                    <a:pt x="1" y="152"/>
                    <a:pt x="38" y="238"/>
                    <a:pt x="88" y="255"/>
                  </a:cubicBezTo>
                  <a:cubicBezTo>
                    <a:pt x="102" y="264"/>
                    <a:pt x="117" y="268"/>
                    <a:pt x="132" y="268"/>
                  </a:cubicBezTo>
                  <a:cubicBezTo>
                    <a:pt x="174" y="268"/>
                    <a:pt x="217" y="236"/>
                    <a:pt x="244" y="185"/>
                  </a:cubicBezTo>
                  <a:cubicBezTo>
                    <a:pt x="261" y="119"/>
                    <a:pt x="224" y="32"/>
                    <a:pt x="174" y="16"/>
                  </a:cubicBezTo>
                  <a:cubicBezTo>
                    <a:pt x="159" y="6"/>
                    <a:pt x="144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4169125" y="22757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cubicBezTo>
                    <a:pt x="33" y="8"/>
                    <a:pt x="0" y="78"/>
                    <a:pt x="0" y="144"/>
                  </a:cubicBezTo>
                  <a:cubicBezTo>
                    <a:pt x="17" y="181"/>
                    <a:pt x="33" y="214"/>
                    <a:pt x="49" y="230"/>
                  </a:cubicBezTo>
                  <a:cubicBezTo>
                    <a:pt x="70" y="247"/>
                    <a:pt x="103" y="263"/>
                    <a:pt x="136" y="263"/>
                  </a:cubicBezTo>
                  <a:cubicBezTo>
                    <a:pt x="190" y="247"/>
                    <a:pt x="239" y="181"/>
                    <a:pt x="223" y="111"/>
                  </a:cubicBezTo>
                  <a:cubicBezTo>
                    <a:pt x="223" y="57"/>
                    <a:pt x="190" y="24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4152300" y="2322625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30" y="0"/>
                  </a:moveTo>
                  <a:cubicBezTo>
                    <a:pt x="83" y="0"/>
                    <a:pt x="35" y="33"/>
                    <a:pt x="22" y="91"/>
                  </a:cubicBezTo>
                  <a:cubicBezTo>
                    <a:pt x="1" y="141"/>
                    <a:pt x="22" y="227"/>
                    <a:pt x="88" y="244"/>
                  </a:cubicBezTo>
                  <a:cubicBezTo>
                    <a:pt x="102" y="254"/>
                    <a:pt x="118" y="258"/>
                    <a:pt x="133" y="258"/>
                  </a:cubicBezTo>
                  <a:cubicBezTo>
                    <a:pt x="174" y="258"/>
                    <a:pt x="213" y="226"/>
                    <a:pt x="228" y="178"/>
                  </a:cubicBezTo>
                  <a:cubicBezTo>
                    <a:pt x="244" y="108"/>
                    <a:pt x="228" y="38"/>
                    <a:pt x="158" y="5"/>
                  </a:cubicBezTo>
                  <a:cubicBezTo>
                    <a:pt x="149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4163950" y="22914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71" y="0"/>
                    <a:pt x="34" y="17"/>
                    <a:pt x="17" y="50"/>
                  </a:cubicBezTo>
                  <a:cubicBezTo>
                    <a:pt x="1" y="70"/>
                    <a:pt x="1" y="103"/>
                    <a:pt x="1" y="136"/>
                  </a:cubicBezTo>
                  <a:cubicBezTo>
                    <a:pt x="1" y="173"/>
                    <a:pt x="17" y="206"/>
                    <a:pt x="34" y="223"/>
                  </a:cubicBezTo>
                  <a:cubicBezTo>
                    <a:pt x="71" y="256"/>
                    <a:pt x="87" y="256"/>
                    <a:pt x="120" y="256"/>
                  </a:cubicBezTo>
                  <a:cubicBezTo>
                    <a:pt x="191" y="239"/>
                    <a:pt x="224" y="173"/>
                    <a:pt x="224" y="103"/>
                  </a:cubicBezTo>
                  <a:cubicBezTo>
                    <a:pt x="207" y="70"/>
                    <a:pt x="191" y="33"/>
                    <a:pt x="174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4147675" y="24646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15" y="1"/>
                    <a:pt x="109" y="3"/>
                    <a:pt x="104" y="8"/>
                  </a:cubicBezTo>
                  <a:cubicBezTo>
                    <a:pt x="50" y="8"/>
                    <a:pt x="0" y="78"/>
                    <a:pt x="17" y="148"/>
                  </a:cubicBezTo>
                  <a:cubicBezTo>
                    <a:pt x="17" y="181"/>
                    <a:pt x="33" y="214"/>
                    <a:pt x="50" y="231"/>
                  </a:cubicBezTo>
                  <a:cubicBezTo>
                    <a:pt x="83" y="251"/>
                    <a:pt x="104" y="268"/>
                    <a:pt x="137" y="268"/>
                  </a:cubicBezTo>
                  <a:cubicBezTo>
                    <a:pt x="207" y="251"/>
                    <a:pt x="240" y="181"/>
                    <a:pt x="240" y="111"/>
                  </a:cubicBezTo>
                  <a:cubicBezTo>
                    <a:pt x="223" y="78"/>
                    <a:pt x="207" y="45"/>
                    <a:pt x="186" y="25"/>
                  </a:cubicBezTo>
                  <a:cubicBezTo>
                    <a:pt x="186" y="25"/>
                    <a:pt x="169" y="8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4150675" y="22462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0"/>
                  </a:moveTo>
                  <a:cubicBezTo>
                    <a:pt x="66" y="0"/>
                    <a:pt x="33" y="21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07"/>
                    <a:pt x="49" y="244"/>
                  </a:cubicBezTo>
                  <a:cubicBezTo>
                    <a:pt x="66" y="260"/>
                    <a:pt x="103" y="260"/>
                    <a:pt x="120" y="260"/>
                  </a:cubicBezTo>
                  <a:cubicBezTo>
                    <a:pt x="190" y="244"/>
                    <a:pt x="223" y="174"/>
                    <a:pt x="223" y="104"/>
                  </a:cubicBezTo>
                  <a:cubicBezTo>
                    <a:pt x="206" y="71"/>
                    <a:pt x="206" y="54"/>
                    <a:pt x="169" y="21"/>
                  </a:cubicBezTo>
                  <a:cubicBezTo>
                    <a:pt x="169" y="21"/>
                    <a:pt x="153" y="2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4157975" y="22612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7" y="0"/>
                  </a:moveTo>
                  <a:cubicBezTo>
                    <a:pt x="86" y="0"/>
                    <a:pt x="45" y="33"/>
                    <a:pt x="17" y="91"/>
                  </a:cubicBezTo>
                  <a:cubicBezTo>
                    <a:pt x="1" y="161"/>
                    <a:pt x="34" y="227"/>
                    <a:pt x="83" y="264"/>
                  </a:cubicBezTo>
                  <a:lnTo>
                    <a:pt x="137" y="264"/>
                  </a:lnTo>
                  <a:cubicBezTo>
                    <a:pt x="170" y="264"/>
                    <a:pt x="223" y="227"/>
                    <a:pt x="223" y="178"/>
                  </a:cubicBezTo>
                  <a:cubicBezTo>
                    <a:pt x="240" y="124"/>
                    <a:pt x="240" y="91"/>
                    <a:pt x="207" y="41"/>
                  </a:cubicBezTo>
                  <a:cubicBezTo>
                    <a:pt x="207" y="41"/>
                    <a:pt x="186" y="21"/>
                    <a:pt x="170" y="4"/>
                  </a:cubicBezTo>
                  <a:cubicBezTo>
                    <a:pt x="159" y="2"/>
                    <a:pt x="148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160975" y="23849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7"/>
                    <a:pt x="0" y="87"/>
                    <a:pt x="17" y="158"/>
                  </a:cubicBezTo>
                  <a:cubicBezTo>
                    <a:pt x="17" y="191"/>
                    <a:pt x="33" y="223"/>
                    <a:pt x="50" y="244"/>
                  </a:cubicBezTo>
                  <a:cubicBezTo>
                    <a:pt x="87" y="261"/>
                    <a:pt x="103" y="261"/>
                    <a:pt x="136" y="261"/>
                  </a:cubicBezTo>
                  <a:cubicBezTo>
                    <a:pt x="169" y="261"/>
                    <a:pt x="190" y="244"/>
                    <a:pt x="206" y="207"/>
                  </a:cubicBezTo>
                  <a:cubicBezTo>
                    <a:pt x="223" y="191"/>
                    <a:pt x="239" y="158"/>
                    <a:pt x="223" y="120"/>
                  </a:cubicBezTo>
                  <a:cubicBezTo>
                    <a:pt x="223" y="87"/>
                    <a:pt x="206" y="54"/>
                    <a:pt x="190" y="38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4160050" y="2337250"/>
              <a:ext cx="6500" cy="6625"/>
            </a:xfrm>
            <a:custGeom>
              <a:avLst/>
              <a:gdLst/>
              <a:ahLst/>
              <a:cxnLst/>
              <a:rect l="l" t="t" r="r" b="b"/>
              <a:pathLst>
                <a:path w="260" h="265" extrusionOk="0">
                  <a:moveTo>
                    <a:pt x="139" y="1"/>
                  </a:moveTo>
                  <a:cubicBezTo>
                    <a:pt x="87" y="1"/>
                    <a:pt x="48" y="34"/>
                    <a:pt x="21" y="92"/>
                  </a:cubicBezTo>
                  <a:cubicBezTo>
                    <a:pt x="0" y="158"/>
                    <a:pt x="37" y="228"/>
                    <a:pt x="87" y="261"/>
                  </a:cubicBezTo>
                  <a:cubicBezTo>
                    <a:pt x="96" y="264"/>
                    <a:pt x="105" y="265"/>
                    <a:pt x="115" y="265"/>
                  </a:cubicBezTo>
                  <a:cubicBezTo>
                    <a:pt x="162" y="265"/>
                    <a:pt x="210" y="232"/>
                    <a:pt x="227" y="174"/>
                  </a:cubicBezTo>
                  <a:cubicBezTo>
                    <a:pt x="260" y="108"/>
                    <a:pt x="227" y="38"/>
                    <a:pt x="173" y="5"/>
                  </a:cubicBezTo>
                  <a:cubicBezTo>
                    <a:pt x="161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4167350" y="236827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41" y="1"/>
                  </a:moveTo>
                  <a:cubicBezTo>
                    <a:pt x="104" y="1"/>
                    <a:pt x="71" y="17"/>
                    <a:pt x="55" y="34"/>
                  </a:cubicBezTo>
                  <a:cubicBezTo>
                    <a:pt x="1" y="67"/>
                    <a:pt x="1" y="153"/>
                    <a:pt x="38" y="224"/>
                  </a:cubicBezTo>
                  <a:cubicBezTo>
                    <a:pt x="55" y="240"/>
                    <a:pt x="88" y="257"/>
                    <a:pt x="104" y="257"/>
                  </a:cubicBezTo>
                  <a:cubicBezTo>
                    <a:pt x="115" y="261"/>
                    <a:pt x="125" y="263"/>
                    <a:pt x="135" y="263"/>
                  </a:cubicBezTo>
                  <a:cubicBezTo>
                    <a:pt x="159" y="263"/>
                    <a:pt x="179" y="252"/>
                    <a:pt x="191" y="240"/>
                  </a:cubicBezTo>
                  <a:cubicBezTo>
                    <a:pt x="244" y="191"/>
                    <a:pt x="244" y="104"/>
                    <a:pt x="207" y="50"/>
                  </a:cubicBezTo>
                  <a:cubicBezTo>
                    <a:pt x="191" y="34"/>
                    <a:pt x="174" y="17"/>
                    <a:pt x="158" y="17"/>
                  </a:cubicBezTo>
                  <a:cubicBezTo>
                    <a:pt x="158" y="1"/>
                    <a:pt x="141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4149325" y="2292525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31" y="1"/>
                  </a:moveTo>
                  <a:cubicBezTo>
                    <a:pt x="84" y="1"/>
                    <a:pt x="34" y="36"/>
                    <a:pt x="17" y="91"/>
                  </a:cubicBezTo>
                  <a:cubicBezTo>
                    <a:pt x="0" y="108"/>
                    <a:pt x="0" y="128"/>
                    <a:pt x="0" y="145"/>
                  </a:cubicBezTo>
                  <a:cubicBezTo>
                    <a:pt x="0" y="194"/>
                    <a:pt x="38" y="231"/>
                    <a:pt x="71" y="248"/>
                  </a:cubicBezTo>
                  <a:cubicBezTo>
                    <a:pt x="89" y="261"/>
                    <a:pt x="107" y="266"/>
                    <a:pt x="122" y="266"/>
                  </a:cubicBezTo>
                  <a:cubicBezTo>
                    <a:pt x="148" y="266"/>
                    <a:pt x="170" y="252"/>
                    <a:pt x="190" y="231"/>
                  </a:cubicBezTo>
                  <a:cubicBezTo>
                    <a:pt x="207" y="211"/>
                    <a:pt x="207" y="194"/>
                    <a:pt x="223" y="178"/>
                  </a:cubicBezTo>
                  <a:cubicBezTo>
                    <a:pt x="244" y="108"/>
                    <a:pt x="207" y="42"/>
                    <a:pt x="157" y="5"/>
                  </a:cubicBezTo>
                  <a:cubicBezTo>
                    <a:pt x="149" y="2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4156650" y="23076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87" y="1"/>
                    <a:pt x="54" y="38"/>
                  </a:cubicBezTo>
                  <a:cubicBezTo>
                    <a:pt x="17" y="71"/>
                    <a:pt x="0" y="157"/>
                    <a:pt x="33" y="207"/>
                  </a:cubicBezTo>
                  <a:cubicBezTo>
                    <a:pt x="54" y="244"/>
                    <a:pt x="87" y="260"/>
                    <a:pt x="120" y="260"/>
                  </a:cubicBezTo>
                  <a:cubicBezTo>
                    <a:pt x="136" y="260"/>
                    <a:pt x="173" y="260"/>
                    <a:pt x="190" y="244"/>
                  </a:cubicBezTo>
                  <a:cubicBezTo>
                    <a:pt x="223" y="207"/>
                    <a:pt x="239" y="174"/>
                    <a:pt x="239" y="141"/>
                  </a:cubicBezTo>
                  <a:cubicBezTo>
                    <a:pt x="239" y="104"/>
                    <a:pt x="239" y="71"/>
                    <a:pt x="206" y="54"/>
                  </a:cubicBezTo>
                  <a:cubicBezTo>
                    <a:pt x="206" y="38"/>
                    <a:pt x="190" y="17"/>
                    <a:pt x="173" y="17"/>
                  </a:cubicBezTo>
                  <a:cubicBezTo>
                    <a:pt x="157" y="1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4154900" y="22291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0"/>
                  </a:moveTo>
                  <a:cubicBezTo>
                    <a:pt x="103" y="0"/>
                    <a:pt x="70" y="0"/>
                    <a:pt x="54" y="33"/>
                  </a:cubicBezTo>
                  <a:cubicBezTo>
                    <a:pt x="0" y="66"/>
                    <a:pt x="0" y="153"/>
                    <a:pt x="37" y="206"/>
                  </a:cubicBezTo>
                  <a:cubicBezTo>
                    <a:pt x="56" y="245"/>
                    <a:pt x="89" y="261"/>
                    <a:pt x="122" y="261"/>
                  </a:cubicBezTo>
                  <a:cubicBezTo>
                    <a:pt x="145" y="261"/>
                    <a:pt x="169" y="253"/>
                    <a:pt x="190" y="239"/>
                  </a:cubicBezTo>
                  <a:cubicBezTo>
                    <a:pt x="243" y="190"/>
                    <a:pt x="243" y="103"/>
                    <a:pt x="206" y="50"/>
                  </a:cubicBezTo>
                  <a:cubicBezTo>
                    <a:pt x="190" y="33"/>
                    <a:pt x="173" y="17"/>
                    <a:pt x="157" y="17"/>
                  </a:cubicBezTo>
                  <a:cubicBezTo>
                    <a:pt x="157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4145500" y="2387800"/>
              <a:ext cx="6025" cy="6700"/>
            </a:xfrm>
            <a:custGeom>
              <a:avLst/>
              <a:gdLst/>
              <a:ahLst/>
              <a:cxnLst/>
              <a:rect l="l" t="t" r="r" b="b"/>
              <a:pathLst>
                <a:path w="241" h="268" extrusionOk="0">
                  <a:moveTo>
                    <a:pt x="119" y="1"/>
                  </a:moveTo>
                  <a:cubicBezTo>
                    <a:pt x="103" y="1"/>
                    <a:pt x="82" y="13"/>
                    <a:pt x="67" y="28"/>
                  </a:cubicBezTo>
                  <a:cubicBezTo>
                    <a:pt x="17" y="78"/>
                    <a:pt x="1" y="164"/>
                    <a:pt x="50" y="214"/>
                  </a:cubicBezTo>
                  <a:cubicBezTo>
                    <a:pt x="67" y="234"/>
                    <a:pt x="87" y="251"/>
                    <a:pt x="120" y="267"/>
                  </a:cubicBezTo>
                  <a:cubicBezTo>
                    <a:pt x="153" y="267"/>
                    <a:pt x="170" y="251"/>
                    <a:pt x="207" y="234"/>
                  </a:cubicBezTo>
                  <a:cubicBezTo>
                    <a:pt x="224" y="214"/>
                    <a:pt x="240" y="181"/>
                    <a:pt x="240" y="148"/>
                  </a:cubicBezTo>
                  <a:cubicBezTo>
                    <a:pt x="240" y="110"/>
                    <a:pt x="240" y="78"/>
                    <a:pt x="224" y="45"/>
                  </a:cubicBezTo>
                  <a:cubicBezTo>
                    <a:pt x="207" y="28"/>
                    <a:pt x="191" y="28"/>
                    <a:pt x="170" y="7"/>
                  </a:cubicBezTo>
                  <a:lnTo>
                    <a:pt x="137" y="7"/>
                  </a:lnTo>
                  <a:cubicBezTo>
                    <a:pt x="132" y="3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4149325" y="244867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13" y="0"/>
                  </a:moveTo>
                  <a:cubicBezTo>
                    <a:pt x="72" y="0"/>
                    <a:pt x="32" y="32"/>
                    <a:pt x="17" y="83"/>
                  </a:cubicBezTo>
                  <a:cubicBezTo>
                    <a:pt x="0" y="149"/>
                    <a:pt x="17" y="219"/>
                    <a:pt x="87" y="252"/>
                  </a:cubicBezTo>
                  <a:cubicBezTo>
                    <a:pt x="97" y="256"/>
                    <a:pt x="108" y="258"/>
                    <a:pt x="119" y="258"/>
                  </a:cubicBezTo>
                  <a:cubicBezTo>
                    <a:pt x="164" y="258"/>
                    <a:pt x="210" y="226"/>
                    <a:pt x="223" y="186"/>
                  </a:cubicBezTo>
                  <a:cubicBezTo>
                    <a:pt x="244" y="116"/>
                    <a:pt x="223" y="30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4147675" y="234275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20" y="0"/>
                  </a:moveTo>
                  <a:cubicBezTo>
                    <a:pt x="115" y="0"/>
                    <a:pt x="109" y="2"/>
                    <a:pt x="104" y="8"/>
                  </a:cubicBezTo>
                  <a:cubicBezTo>
                    <a:pt x="33" y="8"/>
                    <a:pt x="0" y="78"/>
                    <a:pt x="0" y="144"/>
                  </a:cubicBezTo>
                  <a:cubicBezTo>
                    <a:pt x="0" y="181"/>
                    <a:pt x="17" y="214"/>
                    <a:pt x="50" y="230"/>
                  </a:cubicBezTo>
                  <a:cubicBezTo>
                    <a:pt x="66" y="247"/>
                    <a:pt x="104" y="263"/>
                    <a:pt x="137" y="263"/>
                  </a:cubicBezTo>
                  <a:cubicBezTo>
                    <a:pt x="186" y="247"/>
                    <a:pt x="223" y="181"/>
                    <a:pt x="223" y="111"/>
                  </a:cubicBezTo>
                  <a:cubicBezTo>
                    <a:pt x="223" y="78"/>
                    <a:pt x="207" y="41"/>
                    <a:pt x="169" y="24"/>
                  </a:cubicBezTo>
                  <a:lnTo>
                    <a:pt x="153" y="8"/>
                  </a:ln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4154075" y="2357175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28" y="1"/>
                  </a:moveTo>
                  <a:cubicBezTo>
                    <a:pt x="120" y="1"/>
                    <a:pt x="111" y="6"/>
                    <a:pt x="103" y="16"/>
                  </a:cubicBezTo>
                  <a:cubicBezTo>
                    <a:pt x="33" y="16"/>
                    <a:pt x="0" y="82"/>
                    <a:pt x="0" y="152"/>
                  </a:cubicBezTo>
                  <a:cubicBezTo>
                    <a:pt x="14" y="213"/>
                    <a:pt x="57" y="258"/>
                    <a:pt x="111" y="258"/>
                  </a:cubicBezTo>
                  <a:cubicBezTo>
                    <a:pt x="119" y="258"/>
                    <a:pt x="128" y="257"/>
                    <a:pt x="136" y="255"/>
                  </a:cubicBezTo>
                  <a:cubicBezTo>
                    <a:pt x="157" y="255"/>
                    <a:pt x="190" y="239"/>
                    <a:pt x="206" y="202"/>
                  </a:cubicBezTo>
                  <a:cubicBezTo>
                    <a:pt x="223" y="185"/>
                    <a:pt x="223" y="152"/>
                    <a:pt x="223" y="119"/>
                  </a:cubicBezTo>
                  <a:cubicBezTo>
                    <a:pt x="223" y="82"/>
                    <a:pt x="206" y="49"/>
                    <a:pt x="173" y="33"/>
                  </a:cubicBezTo>
                  <a:cubicBezTo>
                    <a:pt x="173" y="16"/>
                    <a:pt x="157" y="16"/>
                    <a:pt x="157" y="16"/>
                  </a:cubicBezTo>
                  <a:cubicBezTo>
                    <a:pt x="146" y="6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4152300" y="2372500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04" y="1"/>
                  </a:moveTo>
                  <a:cubicBezTo>
                    <a:pt x="55" y="22"/>
                    <a:pt x="1" y="88"/>
                    <a:pt x="22" y="158"/>
                  </a:cubicBezTo>
                  <a:cubicBezTo>
                    <a:pt x="22" y="191"/>
                    <a:pt x="38" y="228"/>
                    <a:pt x="55" y="244"/>
                  </a:cubicBezTo>
                  <a:cubicBezTo>
                    <a:pt x="78" y="256"/>
                    <a:pt x="93" y="268"/>
                    <a:pt x="113" y="268"/>
                  </a:cubicBezTo>
                  <a:cubicBezTo>
                    <a:pt x="121" y="268"/>
                    <a:pt x="130" y="266"/>
                    <a:pt x="141" y="261"/>
                  </a:cubicBezTo>
                  <a:cubicBezTo>
                    <a:pt x="174" y="261"/>
                    <a:pt x="191" y="244"/>
                    <a:pt x="207" y="207"/>
                  </a:cubicBezTo>
                  <a:cubicBezTo>
                    <a:pt x="228" y="191"/>
                    <a:pt x="244" y="158"/>
                    <a:pt x="228" y="125"/>
                  </a:cubicBezTo>
                  <a:cubicBezTo>
                    <a:pt x="228" y="88"/>
                    <a:pt x="207" y="55"/>
                    <a:pt x="191" y="38"/>
                  </a:cubicBezTo>
                  <a:cubicBezTo>
                    <a:pt x="174" y="22"/>
                    <a:pt x="174" y="22"/>
                    <a:pt x="158" y="22"/>
                  </a:cubicBez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4148500" y="24180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36" y="0"/>
                  </a:moveTo>
                  <a:cubicBezTo>
                    <a:pt x="104" y="0"/>
                    <a:pt x="87" y="0"/>
                    <a:pt x="50" y="33"/>
                  </a:cubicBezTo>
                  <a:cubicBezTo>
                    <a:pt x="17" y="70"/>
                    <a:pt x="0" y="157"/>
                    <a:pt x="33" y="206"/>
                  </a:cubicBezTo>
                  <a:cubicBezTo>
                    <a:pt x="71" y="239"/>
                    <a:pt x="87" y="260"/>
                    <a:pt x="120" y="260"/>
                  </a:cubicBezTo>
                  <a:cubicBezTo>
                    <a:pt x="136" y="260"/>
                    <a:pt x="174" y="260"/>
                    <a:pt x="190" y="223"/>
                  </a:cubicBezTo>
                  <a:cubicBezTo>
                    <a:pt x="240" y="190"/>
                    <a:pt x="256" y="103"/>
                    <a:pt x="207" y="54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4209925" y="2437450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04" y="0"/>
                  </a:moveTo>
                  <a:cubicBezTo>
                    <a:pt x="67" y="0"/>
                    <a:pt x="50" y="17"/>
                    <a:pt x="34" y="33"/>
                  </a:cubicBezTo>
                  <a:cubicBezTo>
                    <a:pt x="17" y="66"/>
                    <a:pt x="1" y="103"/>
                    <a:pt x="1" y="153"/>
                  </a:cubicBezTo>
                  <a:cubicBezTo>
                    <a:pt x="17" y="186"/>
                    <a:pt x="17" y="223"/>
                    <a:pt x="50" y="240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23" y="66"/>
                    <a:pt x="190" y="33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4114600" y="2442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49" y="1"/>
                    <a:pt x="0" y="71"/>
                    <a:pt x="17" y="141"/>
                  </a:cubicBezTo>
                  <a:cubicBezTo>
                    <a:pt x="17" y="174"/>
                    <a:pt x="33" y="207"/>
                    <a:pt x="66" y="228"/>
                  </a:cubicBezTo>
                  <a:cubicBezTo>
                    <a:pt x="87" y="261"/>
                    <a:pt x="120" y="261"/>
                    <a:pt x="136" y="261"/>
                  </a:cubicBezTo>
                  <a:cubicBezTo>
                    <a:pt x="206" y="244"/>
                    <a:pt x="239" y="174"/>
                    <a:pt x="239" y="104"/>
                  </a:cubicBezTo>
                  <a:cubicBezTo>
                    <a:pt x="223" y="71"/>
                    <a:pt x="223" y="38"/>
                    <a:pt x="190" y="22"/>
                  </a:cubicBezTo>
                  <a:lnTo>
                    <a:pt x="1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3876600" y="2266875"/>
              <a:ext cx="5675" cy="6675"/>
            </a:xfrm>
            <a:custGeom>
              <a:avLst/>
              <a:gdLst/>
              <a:ahLst/>
              <a:cxnLst/>
              <a:rect l="l" t="t" r="r" b="b"/>
              <a:pathLst>
                <a:path w="227" h="267" extrusionOk="0">
                  <a:moveTo>
                    <a:pt x="103" y="0"/>
                  </a:moveTo>
                  <a:cubicBezTo>
                    <a:pt x="70" y="21"/>
                    <a:pt x="37" y="37"/>
                    <a:pt x="21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21" y="227"/>
                    <a:pt x="54" y="243"/>
                  </a:cubicBezTo>
                  <a:cubicBezTo>
                    <a:pt x="65" y="255"/>
                    <a:pt x="85" y="267"/>
                    <a:pt x="109" y="267"/>
                  </a:cubicBezTo>
                  <a:cubicBezTo>
                    <a:pt x="119" y="267"/>
                    <a:pt x="130" y="265"/>
                    <a:pt x="140" y="260"/>
                  </a:cubicBezTo>
                  <a:cubicBezTo>
                    <a:pt x="190" y="260"/>
                    <a:pt x="227" y="190"/>
                    <a:pt x="227" y="124"/>
                  </a:cubicBezTo>
                  <a:cubicBezTo>
                    <a:pt x="227" y="87"/>
                    <a:pt x="206" y="54"/>
                    <a:pt x="173" y="37"/>
                  </a:cubicBezTo>
                  <a:cubicBezTo>
                    <a:pt x="173" y="21"/>
                    <a:pt x="157" y="21"/>
                    <a:pt x="157" y="21"/>
                  </a:cubicBezTo>
                  <a:cubicBezTo>
                    <a:pt x="140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3803625" y="22338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70" y="1"/>
                    <a:pt x="33" y="17"/>
                    <a:pt x="17" y="50"/>
                  </a:cubicBezTo>
                  <a:cubicBezTo>
                    <a:pt x="0" y="67"/>
                    <a:pt x="0" y="104"/>
                    <a:pt x="0" y="137"/>
                  </a:cubicBezTo>
                  <a:cubicBezTo>
                    <a:pt x="0" y="170"/>
                    <a:pt x="17" y="207"/>
                    <a:pt x="54" y="223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06" y="67"/>
                    <a:pt x="206" y="34"/>
                    <a:pt x="173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3915750" y="2196875"/>
              <a:ext cx="6025" cy="6700"/>
            </a:xfrm>
            <a:custGeom>
              <a:avLst/>
              <a:gdLst/>
              <a:ahLst/>
              <a:cxnLst/>
              <a:rect l="l" t="t" r="r" b="b"/>
              <a:pathLst>
                <a:path w="241" h="268" extrusionOk="0">
                  <a:moveTo>
                    <a:pt x="104" y="1"/>
                  </a:moveTo>
                  <a:cubicBezTo>
                    <a:pt x="67" y="17"/>
                    <a:pt x="50" y="38"/>
                    <a:pt x="34" y="54"/>
                  </a:cubicBezTo>
                  <a:cubicBezTo>
                    <a:pt x="17" y="87"/>
                    <a:pt x="1" y="120"/>
                    <a:pt x="17" y="157"/>
                  </a:cubicBezTo>
                  <a:cubicBezTo>
                    <a:pt x="17" y="190"/>
                    <a:pt x="34" y="223"/>
                    <a:pt x="50" y="244"/>
                  </a:cubicBezTo>
                  <a:cubicBezTo>
                    <a:pt x="74" y="255"/>
                    <a:pt x="91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207" y="260"/>
                    <a:pt x="240" y="190"/>
                    <a:pt x="224" y="120"/>
                  </a:cubicBezTo>
                  <a:cubicBezTo>
                    <a:pt x="224" y="87"/>
                    <a:pt x="207" y="54"/>
                    <a:pt x="186" y="38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3842675" y="2317975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04" y="1"/>
                  </a:moveTo>
                  <a:cubicBezTo>
                    <a:pt x="38" y="17"/>
                    <a:pt x="1" y="88"/>
                    <a:pt x="17" y="158"/>
                  </a:cubicBezTo>
                  <a:cubicBezTo>
                    <a:pt x="17" y="191"/>
                    <a:pt x="38" y="224"/>
                    <a:pt x="54" y="244"/>
                  </a:cubicBezTo>
                  <a:cubicBezTo>
                    <a:pt x="66" y="256"/>
                    <a:pt x="86" y="268"/>
                    <a:pt x="110" y="268"/>
                  </a:cubicBezTo>
                  <a:cubicBezTo>
                    <a:pt x="120" y="268"/>
                    <a:pt x="130" y="266"/>
                    <a:pt x="141" y="261"/>
                  </a:cubicBezTo>
                  <a:cubicBezTo>
                    <a:pt x="190" y="261"/>
                    <a:pt x="244" y="191"/>
                    <a:pt x="223" y="121"/>
                  </a:cubicBezTo>
                  <a:cubicBezTo>
                    <a:pt x="223" y="88"/>
                    <a:pt x="207" y="55"/>
                    <a:pt x="190" y="38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055325" y="22344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28" y="0"/>
                  </a:moveTo>
                  <a:cubicBezTo>
                    <a:pt x="120" y="0"/>
                    <a:pt x="112" y="4"/>
                    <a:pt x="103" y="13"/>
                  </a:cubicBezTo>
                  <a:cubicBezTo>
                    <a:pt x="66" y="13"/>
                    <a:pt x="50" y="29"/>
                    <a:pt x="33" y="62"/>
                  </a:cubicBezTo>
                  <a:cubicBezTo>
                    <a:pt x="17" y="83"/>
                    <a:pt x="0" y="116"/>
                    <a:pt x="17" y="149"/>
                  </a:cubicBezTo>
                  <a:cubicBezTo>
                    <a:pt x="17" y="186"/>
                    <a:pt x="33" y="219"/>
                    <a:pt x="50" y="235"/>
                  </a:cubicBezTo>
                  <a:cubicBezTo>
                    <a:pt x="87" y="252"/>
                    <a:pt x="103" y="268"/>
                    <a:pt x="136" y="268"/>
                  </a:cubicBezTo>
                  <a:cubicBezTo>
                    <a:pt x="206" y="252"/>
                    <a:pt x="239" y="186"/>
                    <a:pt x="223" y="116"/>
                  </a:cubicBezTo>
                  <a:cubicBezTo>
                    <a:pt x="223" y="83"/>
                    <a:pt x="206" y="46"/>
                    <a:pt x="190" y="29"/>
                  </a:cubicBezTo>
                  <a:cubicBezTo>
                    <a:pt x="169" y="29"/>
                    <a:pt x="169" y="13"/>
                    <a:pt x="153" y="13"/>
                  </a:cubicBezTo>
                  <a:cubicBezTo>
                    <a:pt x="145" y="4"/>
                    <a:pt x="136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3982250" y="22012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70" y="1"/>
                    <a:pt x="54" y="17"/>
                    <a:pt x="37" y="50"/>
                  </a:cubicBezTo>
                  <a:cubicBezTo>
                    <a:pt x="21" y="87"/>
                    <a:pt x="0" y="120"/>
                    <a:pt x="21" y="153"/>
                  </a:cubicBezTo>
                  <a:cubicBezTo>
                    <a:pt x="21" y="190"/>
                    <a:pt x="37" y="207"/>
                    <a:pt x="54" y="240"/>
                  </a:cubicBezTo>
                  <a:cubicBezTo>
                    <a:pt x="70" y="256"/>
                    <a:pt x="103" y="256"/>
                    <a:pt x="140" y="256"/>
                  </a:cubicBezTo>
                  <a:cubicBezTo>
                    <a:pt x="190" y="240"/>
                    <a:pt x="243" y="174"/>
                    <a:pt x="227" y="104"/>
                  </a:cubicBezTo>
                  <a:cubicBezTo>
                    <a:pt x="227" y="71"/>
                    <a:pt x="206" y="34"/>
                    <a:pt x="190" y="17"/>
                  </a:cubicBezTo>
                  <a:cubicBezTo>
                    <a:pt x="173" y="17"/>
                    <a:pt x="173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4142525" y="243487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3" y="0"/>
                    <a:pt x="0" y="66"/>
                    <a:pt x="0" y="136"/>
                  </a:cubicBezTo>
                  <a:cubicBezTo>
                    <a:pt x="0" y="169"/>
                    <a:pt x="17" y="206"/>
                    <a:pt x="50" y="223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86" y="239"/>
                    <a:pt x="223" y="169"/>
                    <a:pt x="223" y="103"/>
                  </a:cubicBezTo>
                  <a:cubicBezTo>
                    <a:pt x="223" y="66"/>
                    <a:pt x="206" y="33"/>
                    <a:pt x="169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4190975" y="2379000"/>
              <a:ext cx="5675" cy="6425"/>
            </a:xfrm>
            <a:custGeom>
              <a:avLst/>
              <a:gdLst/>
              <a:ahLst/>
              <a:cxnLst/>
              <a:rect l="l" t="t" r="r" b="b"/>
              <a:pathLst>
                <a:path w="227" h="257" extrusionOk="0">
                  <a:moveTo>
                    <a:pt x="87" y="1"/>
                  </a:moveTo>
                  <a:cubicBezTo>
                    <a:pt x="70" y="1"/>
                    <a:pt x="37" y="17"/>
                    <a:pt x="21" y="50"/>
                  </a:cubicBezTo>
                  <a:cubicBezTo>
                    <a:pt x="0" y="71"/>
                    <a:pt x="0" y="104"/>
                    <a:pt x="0" y="137"/>
                  </a:cubicBezTo>
                  <a:cubicBezTo>
                    <a:pt x="0" y="174"/>
                    <a:pt x="21" y="207"/>
                    <a:pt x="54" y="223"/>
                  </a:cubicBezTo>
                  <a:cubicBezTo>
                    <a:pt x="70" y="256"/>
                    <a:pt x="103" y="256"/>
                    <a:pt x="124" y="256"/>
                  </a:cubicBezTo>
                  <a:cubicBezTo>
                    <a:pt x="190" y="240"/>
                    <a:pt x="227" y="174"/>
                    <a:pt x="227" y="104"/>
                  </a:cubicBezTo>
                  <a:cubicBezTo>
                    <a:pt x="206" y="71"/>
                    <a:pt x="206" y="34"/>
                    <a:pt x="173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4200850" y="2469900"/>
              <a:ext cx="3550" cy="3125"/>
            </a:xfrm>
            <a:custGeom>
              <a:avLst/>
              <a:gdLst/>
              <a:ahLst/>
              <a:cxnLst/>
              <a:rect l="l" t="t" r="r" b="b"/>
              <a:pathLst>
                <a:path w="142" h="125" extrusionOk="0">
                  <a:moveTo>
                    <a:pt x="112" y="1"/>
                  </a:moveTo>
                  <a:cubicBezTo>
                    <a:pt x="64" y="1"/>
                    <a:pt x="14" y="31"/>
                    <a:pt x="1" y="75"/>
                  </a:cubicBezTo>
                  <a:lnTo>
                    <a:pt x="1" y="125"/>
                  </a:lnTo>
                  <a:cubicBezTo>
                    <a:pt x="54" y="92"/>
                    <a:pt x="87" y="59"/>
                    <a:pt x="141" y="5"/>
                  </a:cubicBezTo>
                  <a:cubicBezTo>
                    <a:pt x="132" y="2"/>
                    <a:pt x="122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4145925" y="22652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50" y="17"/>
                    <a:pt x="0" y="66"/>
                    <a:pt x="17" y="153"/>
                  </a:cubicBezTo>
                  <a:cubicBezTo>
                    <a:pt x="17" y="190"/>
                    <a:pt x="33" y="206"/>
                    <a:pt x="70" y="239"/>
                  </a:cubicBezTo>
                  <a:cubicBezTo>
                    <a:pt x="87" y="256"/>
                    <a:pt x="120" y="256"/>
                    <a:pt x="136" y="256"/>
                  </a:cubicBezTo>
                  <a:cubicBezTo>
                    <a:pt x="174" y="256"/>
                    <a:pt x="207" y="239"/>
                    <a:pt x="223" y="206"/>
                  </a:cubicBezTo>
                  <a:cubicBezTo>
                    <a:pt x="239" y="169"/>
                    <a:pt x="239" y="136"/>
                    <a:pt x="239" y="103"/>
                  </a:cubicBezTo>
                  <a:cubicBezTo>
                    <a:pt x="223" y="66"/>
                    <a:pt x="223" y="50"/>
                    <a:pt x="190" y="17"/>
                  </a:cubicBezTo>
                  <a:cubicBezTo>
                    <a:pt x="190" y="17"/>
                    <a:pt x="174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4172925" y="24765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54" y="17"/>
                    <a:pt x="1" y="88"/>
                    <a:pt x="21" y="154"/>
                  </a:cubicBezTo>
                  <a:cubicBezTo>
                    <a:pt x="21" y="191"/>
                    <a:pt x="38" y="224"/>
                    <a:pt x="71" y="240"/>
                  </a:cubicBezTo>
                  <a:cubicBezTo>
                    <a:pt x="87" y="257"/>
                    <a:pt x="124" y="257"/>
                    <a:pt x="141" y="257"/>
                  </a:cubicBezTo>
                  <a:cubicBezTo>
                    <a:pt x="174" y="257"/>
                    <a:pt x="190" y="240"/>
                    <a:pt x="207" y="207"/>
                  </a:cubicBezTo>
                  <a:cubicBezTo>
                    <a:pt x="227" y="170"/>
                    <a:pt x="244" y="137"/>
                    <a:pt x="244" y="104"/>
                  </a:cubicBezTo>
                  <a:cubicBezTo>
                    <a:pt x="227" y="67"/>
                    <a:pt x="207" y="50"/>
                    <a:pt x="190" y="34"/>
                  </a:cubicBezTo>
                  <a:cubicBezTo>
                    <a:pt x="190" y="17"/>
                    <a:pt x="174" y="17"/>
                    <a:pt x="174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4169525" y="24472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54" y="21"/>
                    <a:pt x="1" y="70"/>
                    <a:pt x="17" y="157"/>
                  </a:cubicBezTo>
                  <a:cubicBezTo>
                    <a:pt x="17" y="190"/>
                    <a:pt x="33" y="206"/>
                    <a:pt x="54" y="227"/>
                  </a:cubicBezTo>
                  <a:cubicBezTo>
                    <a:pt x="87" y="260"/>
                    <a:pt x="120" y="260"/>
                    <a:pt x="137" y="260"/>
                  </a:cubicBezTo>
                  <a:cubicBezTo>
                    <a:pt x="207" y="243"/>
                    <a:pt x="240" y="173"/>
                    <a:pt x="240" y="103"/>
                  </a:cubicBezTo>
                  <a:cubicBezTo>
                    <a:pt x="223" y="70"/>
                    <a:pt x="207" y="37"/>
                    <a:pt x="190" y="21"/>
                  </a:cubicBezTo>
                  <a:cubicBezTo>
                    <a:pt x="190" y="21"/>
                    <a:pt x="174" y="2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4167775" y="2352175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3" y="1"/>
                  </a:moveTo>
                  <a:cubicBezTo>
                    <a:pt x="117" y="1"/>
                    <a:pt x="110" y="3"/>
                    <a:pt x="103" y="10"/>
                  </a:cubicBezTo>
                  <a:cubicBezTo>
                    <a:pt x="38" y="10"/>
                    <a:pt x="0" y="76"/>
                    <a:pt x="0" y="146"/>
                  </a:cubicBezTo>
                  <a:cubicBezTo>
                    <a:pt x="21" y="179"/>
                    <a:pt x="38" y="216"/>
                    <a:pt x="54" y="233"/>
                  </a:cubicBezTo>
                  <a:cubicBezTo>
                    <a:pt x="71" y="249"/>
                    <a:pt x="103" y="266"/>
                    <a:pt x="141" y="266"/>
                  </a:cubicBezTo>
                  <a:cubicBezTo>
                    <a:pt x="190" y="249"/>
                    <a:pt x="244" y="179"/>
                    <a:pt x="227" y="113"/>
                  </a:cubicBezTo>
                  <a:cubicBezTo>
                    <a:pt x="227" y="76"/>
                    <a:pt x="207" y="43"/>
                    <a:pt x="190" y="27"/>
                  </a:cubicBezTo>
                  <a:cubicBezTo>
                    <a:pt x="174" y="27"/>
                    <a:pt x="174" y="10"/>
                    <a:pt x="157" y="10"/>
                  </a:cubicBezTo>
                  <a:cubicBezTo>
                    <a:pt x="146" y="10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4179425" y="24127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1" y="0"/>
                  </a:moveTo>
                  <a:cubicBezTo>
                    <a:pt x="92" y="0"/>
                    <a:pt x="76" y="12"/>
                    <a:pt x="50" y="24"/>
                  </a:cubicBezTo>
                  <a:cubicBezTo>
                    <a:pt x="17" y="77"/>
                    <a:pt x="0" y="164"/>
                    <a:pt x="33" y="213"/>
                  </a:cubicBezTo>
                  <a:cubicBezTo>
                    <a:pt x="50" y="246"/>
                    <a:pt x="87" y="267"/>
                    <a:pt x="120" y="267"/>
                  </a:cubicBezTo>
                  <a:cubicBezTo>
                    <a:pt x="136" y="267"/>
                    <a:pt x="173" y="246"/>
                    <a:pt x="190" y="230"/>
                  </a:cubicBezTo>
                  <a:cubicBezTo>
                    <a:pt x="223" y="213"/>
                    <a:pt x="239" y="180"/>
                    <a:pt x="239" y="143"/>
                  </a:cubicBezTo>
                  <a:cubicBezTo>
                    <a:pt x="239" y="110"/>
                    <a:pt x="239" y="77"/>
                    <a:pt x="206" y="40"/>
                  </a:cubicBezTo>
                  <a:cubicBezTo>
                    <a:pt x="206" y="24"/>
                    <a:pt x="190" y="24"/>
                    <a:pt x="173" y="7"/>
                  </a:cubicBezTo>
                  <a:lnTo>
                    <a:pt x="136" y="7"/>
                  </a:lnTo>
                  <a:cubicBezTo>
                    <a:pt x="127" y="2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4178075" y="23852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04" y="1"/>
                  </a:moveTo>
                  <a:cubicBezTo>
                    <a:pt x="86" y="1"/>
                    <a:pt x="66" y="13"/>
                    <a:pt x="54" y="28"/>
                  </a:cubicBezTo>
                  <a:cubicBezTo>
                    <a:pt x="21" y="44"/>
                    <a:pt x="21" y="77"/>
                    <a:pt x="1" y="110"/>
                  </a:cubicBezTo>
                  <a:cubicBezTo>
                    <a:pt x="1" y="148"/>
                    <a:pt x="21" y="181"/>
                    <a:pt x="38" y="213"/>
                  </a:cubicBezTo>
                  <a:cubicBezTo>
                    <a:pt x="57" y="245"/>
                    <a:pt x="89" y="264"/>
                    <a:pt x="123" y="264"/>
                  </a:cubicBezTo>
                  <a:cubicBezTo>
                    <a:pt x="146" y="264"/>
                    <a:pt x="170" y="254"/>
                    <a:pt x="190" y="234"/>
                  </a:cubicBezTo>
                  <a:cubicBezTo>
                    <a:pt x="244" y="181"/>
                    <a:pt x="244" y="110"/>
                    <a:pt x="207" y="44"/>
                  </a:cubicBezTo>
                  <a:cubicBezTo>
                    <a:pt x="190" y="28"/>
                    <a:pt x="174" y="28"/>
                    <a:pt x="157" y="7"/>
                  </a:cubicBezTo>
                  <a:lnTo>
                    <a:pt x="124" y="7"/>
                  </a:lnTo>
                  <a:cubicBezTo>
                    <a:pt x="119" y="3"/>
                    <a:pt x="112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4181175" y="2318925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36" y="0"/>
                  </a:moveTo>
                  <a:cubicBezTo>
                    <a:pt x="120" y="0"/>
                    <a:pt x="83" y="0"/>
                    <a:pt x="66" y="33"/>
                  </a:cubicBezTo>
                  <a:cubicBezTo>
                    <a:pt x="17" y="66"/>
                    <a:pt x="0" y="153"/>
                    <a:pt x="50" y="206"/>
                  </a:cubicBezTo>
                  <a:cubicBezTo>
                    <a:pt x="66" y="239"/>
                    <a:pt x="83" y="256"/>
                    <a:pt x="120" y="256"/>
                  </a:cubicBezTo>
                  <a:cubicBezTo>
                    <a:pt x="153" y="256"/>
                    <a:pt x="169" y="256"/>
                    <a:pt x="207" y="223"/>
                  </a:cubicBezTo>
                  <a:cubicBezTo>
                    <a:pt x="240" y="186"/>
                    <a:pt x="256" y="103"/>
                    <a:pt x="223" y="50"/>
                  </a:cubicBezTo>
                  <a:cubicBezTo>
                    <a:pt x="207" y="33"/>
                    <a:pt x="186" y="17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180250" y="23653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3" y="0"/>
                  </a:moveTo>
                  <a:cubicBezTo>
                    <a:pt x="54" y="17"/>
                    <a:pt x="0" y="83"/>
                    <a:pt x="17" y="153"/>
                  </a:cubicBezTo>
                  <a:cubicBezTo>
                    <a:pt x="17" y="186"/>
                    <a:pt x="37" y="223"/>
                    <a:pt x="70" y="240"/>
                  </a:cubicBezTo>
                  <a:cubicBezTo>
                    <a:pt x="82" y="251"/>
                    <a:pt x="102" y="263"/>
                    <a:pt x="120" y="263"/>
                  </a:cubicBezTo>
                  <a:cubicBezTo>
                    <a:pt x="127" y="263"/>
                    <a:pt x="134" y="261"/>
                    <a:pt x="140" y="256"/>
                  </a:cubicBezTo>
                  <a:cubicBezTo>
                    <a:pt x="206" y="256"/>
                    <a:pt x="244" y="186"/>
                    <a:pt x="244" y="120"/>
                  </a:cubicBezTo>
                  <a:cubicBezTo>
                    <a:pt x="223" y="83"/>
                    <a:pt x="223" y="50"/>
                    <a:pt x="190" y="33"/>
                  </a:cubicBezTo>
                  <a:cubicBezTo>
                    <a:pt x="190" y="17"/>
                    <a:pt x="173" y="17"/>
                    <a:pt x="173" y="17"/>
                  </a:cubicBezTo>
                  <a:cubicBezTo>
                    <a:pt x="157" y="0"/>
                    <a:pt x="14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4172525" y="2261300"/>
              <a:ext cx="3000" cy="6100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37" y="0"/>
                  </a:moveTo>
                  <a:cubicBezTo>
                    <a:pt x="17" y="37"/>
                    <a:pt x="0" y="54"/>
                    <a:pt x="0" y="87"/>
                  </a:cubicBezTo>
                  <a:cubicBezTo>
                    <a:pt x="0" y="120"/>
                    <a:pt x="0" y="157"/>
                    <a:pt x="17" y="190"/>
                  </a:cubicBezTo>
                  <a:cubicBezTo>
                    <a:pt x="37" y="207"/>
                    <a:pt x="70" y="223"/>
                    <a:pt x="103" y="244"/>
                  </a:cubicBezTo>
                  <a:lnTo>
                    <a:pt x="120" y="244"/>
                  </a:lnTo>
                  <a:cubicBezTo>
                    <a:pt x="87" y="157"/>
                    <a:pt x="70" y="87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4182000" y="23494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20" y="0"/>
                  </a:moveTo>
                  <a:cubicBezTo>
                    <a:pt x="76" y="0"/>
                    <a:pt x="41" y="33"/>
                    <a:pt x="17" y="81"/>
                  </a:cubicBezTo>
                  <a:cubicBezTo>
                    <a:pt x="0" y="151"/>
                    <a:pt x="33" y="221"/>
                    <a:pt x="87" y="254"/>
                  </a:cubicBezTo>
                  <a:cubicBezTo>
                    <a:pt x="95" y="257"/>
                    <a:pt x="104" y="258"/>
                    <a:pt x="114" y="258"/>
                  </a:cubicBezTo>
                  <a:cubicBezTo>
                    <a:pt x="159" y="258"/>
                    <a:pt x="209" y="226"/>
                    <a:pt x="223" y="167"/>
                  </a:cubicBezTo>
                  <a:cubicBezTo>
                    <a:pt x="256" y="118"/>
                    <a:pt x="223" y="31"/>
                    <a:pt x="174" y="15"/>
                  </a:cubicBezTo>
                  <a:cubicBezTo>
                    <a:pt x="154" y="5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192725" y="24113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11" y="1"/>
                  </a:moveTo>
                  <a:cubicBezTo>
                    <a:pt x="69" y="1"/>
                    <a:pt x="29" y="34"/>
                    <a:pt x="17" y="82"/>
                  </a:cubicBezTo>
                  <a:cubicBezTo>
                    <a:pt x="0" y="152"/>
                    <a:pt x="17" y="238"/>
                    <a:pt x="87" y="255"/>
                  </a:cubicBezTo>
                  <a:cubicBezTo>
                    <a:pt x="98" y="255"/>
                    <a:pt x="109" y="262"/>
                    <a:pt x="120" y="262"/>
                  </a:cubicBezTo>
                  <a:cubicBezTo>
                    <a:pt x="125" y="262"/>
                    <a:pt x="131" y="260"/>
                    <a:pt x="136" y="255"/>
                  </a:cubicBezTo>
                  <a:cubicBezTo>
                    <a:pt x="173" y="255"/>
                    <a:pt x="206" y="222"/>
                    <a:pt x="223" y="185"/>
                  </a:cubicBezTo>
                  <a:cubicBezTo>
                    <a:pt x="239" y="135"/>
                    <a:pt x="223" y="82"/>
                    <a:pt x="206" y="49"/>
                  </a:cubicBezTo>
                  <a:cubicBezTo>
                    <a:pt x="190" y="32"/>
                    <a:pt x="173" y="16"/>
                    <a:pt x="157" y="16"/>
                  </a:cubicBezTo>
                  <a:cubicBezTo>
                    <a:pt x="142" y="6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4197050" y="2321900"/>
              <a:ext cx="850" cy="2200"/>
            </a:xfrm>
            <a:custGeom>
              <a:avLst/>
              <a:gdLst/>
              <a:ahLst/>
              <a:cxnLst/>
              <a:rect l="l" t="t" r="r" b="b"/>
              <a:pathLst>
                <a:path w="34" h="88" extrusionOk="0">
                  <a:moveTo>
                    <a:pt x="0" y="1"/>
                  </a:moveTo>
                  <a:lnTo>
                    <a:pt x="0" y="17"/>
                  </a:lnTo>
                  <a:cubicBezTo>
                    <a:pt x="0" y="34"/>
                    <a:pt x="17" y="67"/>
                    <a:pt x="33" y="87"/>
                  </a:cubicBezTo>
                  <a:cubicBezTo>
                    <a:pt x="17" y="67"/>
                    <a:pt x="17" y="3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4195300" y="23618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6" y="0"/>
                  </a:moveTo>
                  <a:cubicBezTo>
                    <a:pt x="103" y="0"/>
                    <a:pt x="70" y="0"/>
                    <a:pt x="54" y="1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5" y="237"/>
                    <a:pt x="85" y="256"/>
                    <a:pt x="118" y="256"/>
                  </a:cubicBezTo>
                  <a:cubicBezTo>
                    <a:pt x="142" y="256"/>
                    <a:pt x="167" y="246"/>
                    <a:pt x="190" y="223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4190150" y="2336125"/>
              <a:ext cx="6500" cy="6750"/>
            </a:xfrm>
            <a:custGeom>
              <a:avLst/>
              <a:gdLst/>
              <a:ahLst/>
              <a:cxnLst/>
              <a:rect l="l" t="t" r="r" b="b"/>
              <a:pathLst>
                <a:path w="260" h="270" extrusionOk="0">
                  <a:moveTo>
                    <a:pt x="129" y="0"/>
                  </a:moveTo>
                  <a:cubicBezTo>
                    <a:pt x="87" y="0"/>
                    <a:pt x="44" y="32"/>
                    <a:pt x="17" y="83"/>
                  </a:cubicBezTo>
                  <a:cubicBezTo>
                    <a:pt x="0" y="153"/>
                    <a:pt x="33" y="240"/>
                    <a:pt x="87" y="256"/>
                  </a:cubicBezTo>
                  <a:cubicBezTo>
                    <a:pt x="100" y="265"/>
                    <a:pt x="114" y="269"/>
                    <a:pt x="129" y="269"/>
                  </a:cubicBezTo>
                  <a:cubicBezTo>
                    <a:pt x="170" y="269"/>
                    <a:pt x="211" y="238"/>
                    <a:pt x="223" y="186"/>
                  </a:cubicBezTo>
                  <a:cubicBezTo>
                    <a:pt x="260" y="116"/>
                    <a:pt x="223" y="34"/>
                    <a:pt x="173" y="13"/>
                  </a:cubicBezTo>
                  <a:cubicBezTo>
                    <a:pt x="159" y="4"/>
                    <a:pt x="144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4178600" y="2288400"/>
              <a:ext cx="5575" cy="6825"/>
            </a:xfrm>
            <a:custGeom>
              <a:avLst/>
              <a:gdLst/>
              <a:ahLst/>
              <a:cxnLst/>
              <a:rect l="l" t="t" r="r" b="b"/>
              <a:pathLst>
                <a:path w="223" h="273" extrusionOk="0">
                  <a:moveTo>
                    <a:pt x="136" y="1"/>
                  </a:moveTo>
                  <a:cubicBezTo>
                    <a:pt x="103" y="1"/>
                    <a:pt x="66" y="17"/>
                    <a:pt x="50" y="34"/>
                  </a:cubicBezTo>
                  <a:cubicBezTo>
                    <a:pt x="0" y="87"/>
                    <a:pt x="0" y="153"/>
                    <a:pt x="33" y="223"/>
                  </a:cubicBezTo>
                  <a:cubicBezTo>
                    <a:pt x="50" y="240"/>
                    <a:pt x="83" y="256"/>
                    <a:pt x="103" y="273"/>
                  </a:cubicBezTo>
                  <a:cubicBezTo>
                    <a:pt x="136" y="273"/>
                    <a:pt x="169" y="256"/>
                    <a:pt x="186" y="240"/>
                  </a:cubicBezTo>
                  <a:cubicBezTo>
                    <a:pt x="206" y="223"/>
                    <a:pt x="223" y="190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186" y="34"/>
                    <a:pt x="169" y="17"/>
                    <a:pt x="153" y="17"/>
                  </a:cubicBezTo>
                  <a:cubicBezTo>
                    <a:pt x="153" y="17"/>
                    <a:pt x="136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4175100" y="23354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1" y="1"/>
                  </a:moveTo>
                  <a:cubicBezTo>
                    <a:pt x="115" y="1"/>
                    <a:pt x="109" y="2"/>
                    <a:pt x="103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17" y="181"/>
                    <a:pt x="37" y="214"/>
                    <a:pt x="54" y="231"/>
                  </a:cubicBezTo>
                  <a:cubicBezTo>
                    <a:pt x="70" y="247"/>
                    <a:pt x="103" y="268"/>
                    <a:pt x="140" y="268"/>
                  </a:cubicBezTo>
                  <a:cubicBezTo>
                    <a:pt x="190" y="247"/>
                    <a:pt x="243" y="181"/>
                    <a:pt x="223" y="111"/>
                  </a:cubicBezTo>
                  <a:cubicBezTo>
                    <a:pt x="223" y="78"/>
                    <a:pt x="206" y="41"/>
                    <a:pt x="190" y="24"/>
                  </a:cubicBezTo>
                  <a:cubicBezTo>
                    <a:pt x="173" y="24"/>
                    <a:pt x="173" y="8"/>
                    <a:pt x="157" y="8"/>
                  </a:cubicBezTo>
                  <a:cubicBezTo>
                    <a:pt x="146" y="8"/>
                    <a:pt x="133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4186750" y="2302950"/>
              <a:ext cx="4750" cy="6675"/>
            </a:xfrm>
            <a:custGeom>
              <a:avLst/>
              <a:gdLst/>
              <a:ahLst/>
              <a:cxnLst/>
              <a:rect l="l" t="t" r="r" b="b"/>
              <a:pathLst>
                <a:path w="190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0" y="190"/>
                    <a:pt x="17" y="227"/>
                    <a:pt x="50" y="243"/>
                  </a:cubicBezTo>
                  <a:cubicBezTo>
                    <a:pt x="61" y="255"/>
                    <a:pt x="83" y="267"/>
                    <a:pt x="107" y="267"/>
                  </a:cubicBezTo>
                  <a:cubicBezTo>
                    <a:pt x="116" y="267"/>
                    <a:pt x="126" y="265"/>
                    <a:pt x="136" y="260"/>
                  </a:cubicBezTo>
                  <a:cubicBezTo>
                    <a:pt x="153" y="260"/>
                    <a:pt x="169" y="243"/>
                    <a:pt x="190" y="227"/>
                  </a:cubicBezTo>
                  <a:cubicBezTo>
                    <a:pt x="169" y="157"/>
                    <a:pt x="136" y="87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4128700" y="22678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71" y="17"/>
                    <a:pt x="38" y="33"/>
                    <a:pt x="17" y="50"/>
                  </a:cubicBezTo>
                  <a:cubicBezTo>
                    <a:pt x="1" y="87"/>
                    <a:pt x="1" y="120"/>
                    <a:pt x="1" y="153"/>
                  </a:cubicBezTo>
                  <a:cubicBezTo>
                    <a:pt x="1" y="190"/>
                    <a:pt x="17" y="223"/>
                    <a:pt x="38" y="239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91" y="256"/>
                    <a:pt x="223" y="190"/>
                    <a:pt x="223" y="120"/>
                  </a:cubicBezTo>
                  <a:cubicBezTo>
                    <a:pt x="207" y="87"/>
                    <a:pt x="191" y="50"/>
                    <a:pt x="174" y="33"/>
                  </a:cubicBezTo>
                  <a:cubicBezTo>
                    <a:pt x="174" y="17"/>
                    <a:pt x="158" y="17"/>
                    <a:pt x="158" y="17"/>
                  </a:cubicBezTo>
                  <a:cubicBezTo>
                    <a:pt x="141" y="0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3796300" y="2343850"/>
              <a:ext cx="4350" cy="6600"/>
            </a:xfrm>
            <a:custGeom>
              <a:avLst/>
              <a:gdLst/>
              <a:ahLst/>
              <a:cxnLst/>
              <a:rect l="l" t="t" r="r" b="b"/>
              <a:pathLst>
                <a:path w="174" h="264" extrusionOk="0">
                  <a:moveTo>
                    <a:pt x="52" y="1"/>
                  </a:moveTo>
                  <a:cubicBezTo>
                    <a:pt x="37" y="1"/>
                    <a:pt x="19" y="5"/>
                    <a:pt x="0" y="13"/>
                  </a:cubicBezTo>
                  <a:lnTo>
                    <a:pt x="0" y="256"/>
                  </a:lnTo>
                  <a:lnTo>
                    <a:pt x="17" y="256"/>
                  </a:lnTo>
                  <a:cubicBezTo>
                    <a:pt x="31" y="256"/>
                    <a:pt x="43" y="264"/>
                    <a:pt x="54" y="264"/>
                  </a:cubicBezTo>
                  <a:cubicBezTo>
                    <a:pt x="60" y="264"/>
                    <a:pt x="65" y="262"/>
                    <a:pt x="71" y="256"/>
                  </a:cubicBezTo>
                  <a:cubicBezTo>
                    <a:pt x="104" y="256"/>
                    <a:pt x="141" y="219"/>
                    <a:pt x="157" y="186"/>
                  </a:cubicBezTo>
                  <a:cubicBezTo>
                    <a:pt x="174" y="137"/>
                    <a:pt x="157" y="83"/>
                    <a:pt x="141" y="50"/>
                  </a:cubicBezTo>
                  <a:cubicBezTo>
                    <a:pt x="120" y="34"/>
                    <a:pt x="104" y="13"/>
                    <a:pt x="87" y="13"/>
                  </a:cubicBezTo>
                  <a:cubicBezTo>
                    <a:pt x="79" y="5"/>
                    <a:pt x="66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796300" y="2437850"/>
              <a:ext cx="4350" cy="6425"/>
            </a:xfrm>
            <a:custGeom>
              <a:avLst/>
              <a:gdLst/>
              <a:ahLst/>
              <a:cxnLst/>
              <a:rect l="l" t="t" r="r" b="b"/>
              <a:pathLst>
                <a:path w="174" h="257" extrusionOk="0">
                  <a:moveTo>
                    <a:pt x="38" y="1"/>
                  </a:moveTo>
                  <a:cubicBezTo>
                    <a:pt x="17" y="1"/>
                    <a:pt x="17" y="1"/>
                    <a:pt x="0" y="17"/>
                  </a:cubicBezTo>
                  <a:lnTo>
                    <a:pt x="0" y="257"/>
                  </a:lnTo>
                  <a:lnTo>
                    <a:pt x="71" y="257"/>
                  </a:lnTo>
                  <a:cubicBezTo>
                    <a:pt x="104" y="257"/>
                    <a:pt x="120" y="240"/>
                    <a:pt x="141" y="207"/>
                  </a:cubicBezTo>
                  <a:cubicBezTo>
                    <a:pt x="157" y="170"/>
                    <a:pt x="174" y="137"/>
                    <a:pt x="157" y="104"/>
                  </a:cubicBezTo>
                  <a:cubicBezTo>
                    <a:pt x="157" y="67"/>
                    <a:pt x="141" y="50"/>
                    <a:pt x="120" y="34"/>
                  </a:cubicBezTo>
                  <a:cubicBezTo>
                    <a:pt x="104" y="17"/>
                    <a:pt x="104" y="17"/>
                    <a:pt x="87" y="17"/>
                  </a:cubicBezTo>
                  <a:cubicBezTo>
                    <a:pt x="71" y="1"/>
                    <a:pt x="54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3796300" y="2387675"/>
              <a:ext cx="4350" cy="6725"/>
            </a:xfrm>
            <a:custGeom>
              <a:avLst/>
              <a:gdLst/>
              <a:ahLst/>
              <a:cxnLst/>
              <a:rect l="l" t="t" r="r" b="b"/>
              <a:pathLst>
                <a:path w="174" h="269" extrusionOk="0">
                  <a:moveTo>
                    <a:pt x="52" y="0"/>
                  </a:moveTo>
                  <a:cubicBezTo>
                    <a:pt x="37" y="0"/>
                    <a:pt x="19" y="4"/>
                    <a:pt x="0" y="12"/>
                  </a:cubicBezTo>
                  <a:lnTo>
                    <a:pt x="0" y="256"/>
                  </a:lnTo>
                  <a:lnTo>
                    <a:pt x="17" y="256"/>
                  </a:lnTo>
                  <a:cubicBezTo>
                    <a:pt x="31" y="264"/>
                    <a:pt x="47" y="269"/>
                    <a:pt x="62" y="269"/>
                  </a:cubicBezTo>
                  <a:cubicBezTo>
                    <a:pt x="104" y="269"/>
                    <a:pt x="145" y="237"/>
                    <a:pt x="157" y="186"/>
                  </a:cubicBezTo>
                  <a:cubicBezTo>
                    <a:pt x="174" y="115"/>
                    <a:pt x="157" y="33"/>
                    <a:pt x="87" y="12"/>
                  </a:cubicBezTo>
                  <a:cubicBezTo>
                    <a:pt x="79" y="4"/>
                    <a:pt x="66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4141600" y="2216750"/>
              <a:ext cx="6500" cy="6700"/>
            </a:xfrm>
            <a:custGeom>
              <a:avLst/>
              <a:gdLst/>
              <a:ahLst/>
              <a:cxnLst/>
              <a:rect l="l" t="t" r="r" b="b"/>
              <a:pathLst>
                <a:path w="260" h="268" extrusionOk="0">
                  <a:moveTo>
                    <a:pt x="122" y="1"/>
                  </a:moveTo>
                  <a:cubicBezTo>
                    <a:pt x="78" y="1"/>
                    <a:pt x="44" y="32"/>
                    <a:pt x="17" y="84"/>
                  </a:cubicBezTo>
                  <a:cubicBezTo>
                    <a:pt x="0" y="150"/>
                    <a:pt x="37" y="220"/>
                    <a:pt x="87" y="253"/>
                  </a:cubicBezTo>
                  <a:cubicBezTo>
                    <a:pt x="101" y="263"/>
                    <a:pt x="117" y="268"/>
                    <a:pt x="132" y="268"/>
                  </a:cubicBezTo>
                  <a:cubicBezTo>
                    <a:pt x="173" y="268"/>
                    <a:pt x="211" y="235"/>
                    <a:pt x="223" y="187"/>
                  </a:cubicBezTo>
                  <a:cubicBezTo>
                    <a:pt x="260" y="117"/>
                    <a:pt x="223" y="30"/>
                    <a:pt x="173" y="14"/>
                  </a:cubicBezTo>
                  <a:cubicBezTo>
                    <a:pt x="155" y="5"/>
                    <a:pt x="138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3806200" y="2356325"/>
              <a:ext cx="5575" cy="6825"/>
            </a:xfrm>
            <a:custGeom>
              <a:avLst/>
              <a:gdLst/>
              <a:ahLst/>
              <a:cxnLst/>
              <a:rect l="l" t="t" r="r" b="b"/>
              <a:pathLst>
                <a:path w="223" h="273" extrusionOk="0">
                  <a:moveTo>
                    <a:pt x="112" y="1"/>
                  </a:moveTo>
                  <a:cubicBezTo>
                    <a:pt x="103" y="1"/>
                    <a:pt x="95" y="5"/>
                    <a:pt x="87" y="13"/>
                  </a:cubicBezTo>
                  <a:cubicBezTo>
                    <a:pt x="54" y="13"/>
                    <a:pt x="33" y="30"/>
                    <a:pt x="17" y="67"/>
                  </a:cubicBezTo>
                  <a:cubicBezTo>
                    <a:pt x="0" y="83"/>
                    <a:pt x="0" y="116"/>
                    <a:pt x="0" y="153"/>
                  </a:cubicBezTo>
                  <a:cubicBezTo>
                    <a:pt x="0" y="186"/>
                    <a:pt x="17" y="219"/>
                    <a:pt x="33" y="236"/>
                  </a:cubicBezTo>
                  <a:cubicBezTo>
                    <a:pt x="70" y="256"/>
                    <a:pt x="87" y="273"/>
                    <a:pt x="120" y="273"/>
                  </a:cubicBezTo>
                  <a:cubicBezTo>
                    <a:pt x="190" y="256"/>
                    <a:pt x="223" y="186"/>
                    <a:pt x="206" y="116"/>
                  </a:cubicBezTo>
                  <a:cubicBezTo>
                    <a:pt x="206" y="83"/>
                    <a:pt x="190" y="50"/>
                    <a:pt x="173" y="30"/>
                  </a:cubicBezTo>
                  <a:cubicBezTo>
                    <a:pt x="157" y="30"/>
                    <a:pt x="157" y="13"/>
                    <a:pt x="136" y="13"/>
                  </a:cubicBezTo>
                  <a:cubicBezTo>
                    <a:pt x="128" y="5"/>
                    <a:pt x="120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3798875" y="237302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41" y="1"/>
                  </a:moveTo>
                  <a:cubicBezTo>
                    <a:pt x="104" y="1"/>
                    <a:pt x="87" y="1"/>
                    <a:pt x="54" y="17"/>
                  </a:cubicBezTo>
                  <a:cubicBezTo>
                    <a:pt x="17" y="67"/>
                    <a:pt x="1" y="153"/>
                    <a:pt x="38" y="207"/>
                  </a:cubicBezTo>
                  <a:cubicBezTo>
                    <a:pt x="54" y="240"/>
                    <a:pt x="87" y="256"/>
                    <a:pt x="120" y="256"/>
                  </a:cubicBezTo>
                  <a:cubicBezTo>
                    <a:pt x="141" y="256"/>
                    <a:pt x="174" y="256"/>
                    <a:pt x="190" y="223"/>
                  </a:cubicBezTo>
                  <a:cubicBezTo>
                    <a:pt x="223" y="207"/>
                    <a:pt x="244" y="170"/>
                    <a:pt x="244" y="137"/>
                  </a:cubicBezTo>
                  <a:cubicBezTo>
                    <a:pt x="244" y="104"/>
                    <a:pt x="223" y="67"/>
                    <a:pt x="207" y="50"/>
                  </a:cubicBezTo>
                  <a:cubicBezTo>
                    <a:pt x="207" y="34"/>
                    <a:pt x="190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796300" y="2358800"/>
              <a:ext cx="950" cy="4350"/>
            </a:xfrm>
            <a:custGeom>
              <a:avLst/>
              <a:gdLst/>
              <a:ahLst/>
              <a:cxnLst/>
              <a:rect l="l" t="t" r="r" b="b"/>
              <a:pathLst>
                <a:path w="38" h="174" extrusionOk="0">
                  <a:moveTo>
                    <a:pt x="0" y="1"/>
                  </a:moveTo>
                  <a:lnTo>
                    <a:pt x="0" y="174"/>
                  </a:lnTo>
                  <a:cubicBezTo>
                    <a:pt x="17" y="157"/>
                    <a:pt x="17" y="157"/>
                    <a:pt x="17" y="137"/>
                  </a:cubicBezTo>
                  <a:cubicBezTo>
                    <a:pt x="38" y="87"/>
                    <a:pt x="38" y="3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3796300" y="242240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04" y="0"/>
                  </a:moveTo>
                  <a:cubicBezTo>
                    <a:pt x="54" y="17"/>
                    <a:pt x="17" y="50"/>
                    <a:pt x="0" y="104"/>
                  </a:cubicBezTo>
                  <a:lnTo>
                    <a:pt x="0" y="170"/>
                  </a:lnTo>
                  <a:cubicBezTo>
                    <a:pt x="15" y="216"/>
                    <a:pt x="57" y="259"/>
                    <a:pt x="114" y="259"/>
                  </a:cubicBezTo>
                  <a:cubicBezTo>
                    <a:pt x="122" y="259"/>
                    <a:pt x="131" y="258"/>
                    <a:pt x="141" y="256"/>
                  </a:cubicBezTo>
                  <a:cubicBezTo>
                    <a:pt x="157" y="256"/>
                    <a:pt x="190" y="240"/>
                    <a:pt x="207" y="207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7" y="50"/>
                    <a:pt x="174" y="33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796300" y="2311600"/>
              <a:ext cx="2200" cy="6000"/>
            </a:xfrm>
            <a:custGeom>
              <a:avLst/>
              <a:gdLst/>
              <a:ahLst/>
              <a:cxnLst/>
              <a:rect l="l" t="t" r="r" b="b"/>
              <a:pathLst>
                <a:path w="88" h="240" extrusionOk="0">
                  <a:moveTo>
                    <a:pt x="0" y="0"/>
                  </a:moveTo>
                  <a:lnTo>
                    <a:pt x="0" y="239"/>
                  </a:lnTo>
                  <a:cubicBezTo>
                    <a:pt x="54" y="223"/>
                    <a:pt x="87" y="169"/>
                    <a:pt x="87" y="103"/>
                  </a:cubicBezTo>
                  <a:cubicBezTo>
                    <a:pt x="71" y="66"/>
                    <a:pt x="71" y="33"/>
                    <a:pt x="38" y="17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4074600" y="24313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54" y="17"/>
                    <a:pt x="0" y="70"/>
                    <a:pt x="17" y="157"/>
                  </a:cubicBezTo>
                  <a:cubicBezTo>
                    <a:pt x="17" y="190"/>
                    <a:pt x="37" y="206"/>
                    <a:pt x="54" y="243"/>
                  </a:cubicBezTo>
                  <a:cubicBezTo>
                    <a:pt x="87" y="260"/>
                    <a:pt x="103" y="260"/>
                    <a:pt x="141" y="260"/>
                  </a:cubicBezTo>
                  <a:cubicBezTo>
                    <a:pt x="190" y="243"/>
                    <a:pt x="244" y="173"/>
                    <a:pt x="223" y="103"/>
                  </a:cubicBezTo>
                  <a:cubicBezTo>
                    <a:pt x="223" y="70"/>
                    <a:pt x="206" y="37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4102125" y="23021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17" y="206"/>
                    <a:pt x="50" y="239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39"/>
                    <a:pt x="239" y="173"/>
                    <a:pt x="223" y="103"/>
                  </a:cubicBezTo>
                  <a:cubicBezTo>
                    <a:pt x="223" y="70"/>
                    <a:pt x="206" y="54"/>
                    <a:pt x="173" y="17"/>
                  </a:cubicBezTo>
                  <a:cubicBezTo>
                    <a:pt x="173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4041500" y="24085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04" y="1"/>
                  </a:moveTo>
                  <a:cubicBezTo>
                    <a:pt x="54" y="22"/>
                    <a:pt x="1" y="88"/>
                    <a:pt x="21" y="158"/>
                  </a:cubicBezTo>
                  <a:cubicBezTo>
                    <a:pt x="21" y="191"/>
                    <a:pt x="38" y="228"/>
                    <a:pt x="54" y="244"/>
                  </a:cubicBezTo>
                  <a:cubicBezTo>
                    <a:pt x="87" y="261"/>
                    <a:pt x="125" y="261"/>
                    <a:pt x="141" y="261"/>
                  </a:cubicBezTo>
                  <a:cubicBezTo>
                    <a:pt x="207" y="261"/>
                    <a:pt x="244" y="191"/>
                    <a:pt x="244" y="125"/>
                  </a:cubicBezTo>
                  <a:cubicBezTo>
                    <a:pt x="228" y="71"/>
                    <a:pt x="207" y="55"/>
                    <a:pt x="191" y="38"/>
                  </a:cubicBezTo>
                  <a:cubicBezTo>
                    <a:pt x="191" y="22"/>
                    <a:pt x="174" y="22"/>
                    <a:pt x="174" y="22"/>
                  </a:cubicBez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817325" y="240045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1" y="190"/>
                    <a:pt x="38" y="223"/>
                    <a:pt x="54" y="244"/>
                  </a:cubicBezTo>
                  <a:cubicBezTo>
                    <a:pt x="66" y="255"/>
                    <a:pt x="86" y="267"/>
                    <a:pt x="110" y="267"/>
                  </a:cubicBezTo>
                  <a:cubicBezTo>
                    <a:pt x="119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0"/>
                  </a:cubicBezTo>
                  <a:cubicBezTo>
                    <a:pt x="227" y="87"/>
                    <a:pt x="207" y="54"/>
                    <a:pt x="190" y="37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855575" y="2425950"/>
              <a:ext cx="5175" cy="6375"/>
            </a:xfrm>
            <a:custGeom>
              <a:avLst/>
              <a:gdLst/>
              <a:ahLst/>
              <a:cxnLst/>
              <a:rect l="l" t="t" r="r" b="b"/>
              <a:pathLst>
                <a:path w="207" h="255" extrusionOk="0">
                  <a:moveTo>
                    <a:pt x="113" y="0"/>
                  </a:moveTo>
                  <a:cubicBezTo>
                    <a:pt x="92" y="0"/>
                    <a:pt x="73" y="8"/>
                    <a:pt x="54" y="28"/>
                  </a:cubicBezTo>
                  <a:cubicBezTo>
                    <a:pt x="37" y="28"/>
                    <a:pt x="17" y="65"/>
                    <a:pt x="0" y="81"/>
                  </a:cubicBezTo>
                  <a:lnTo>
                    <a:pt x="0" y="168"/>
                  </a:lnTo>
                  <a:cubicBezTo>
                    <a:pt x="17" y="201"/>
                    <a:pt x="37" y="234"/>
                    <a:pt x="70" y="254"/>
                  </a:cubicBezTo>
                  <a:cubicBezTo>
                    <a:pt x="120" y="201"/>
                    <a:pt x="157" y="151"/>
                    <a:pt x="206" y="81"/>
                  </a:cubicBezTo>
                  <a:cubicBezTo>
                    <a:pt x="206" y="48"/>
                    <a:pt x="173" y="28"/>
                    <a:pt x="157" y="11"/>
                  </a:cubicBezTo>
                  <a:cubicBezTo>
                    <a:pt x="141" y="4"/>
                    <a:pt x="127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809600" y="24335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1" y="1"/>
                  </a:moveTo>
                  <a:cubicBezTo>
                    <a:pt x="103" y="1"/>
                    <a:pt x="70" y="1"/>
                    <a:pt x="54" y="34"/>
                  </a:cubicBezTo>
                  <a:cubicBezTo>
                    <a:pt x="0" y="71"/>
                    <a:pt x="0" y="157"/>
                    <a:pt x="37" y="207"/>
                  </a:cubicBezTo>
                  <a:cubicBezTo>
                    <a:pt x="54" y="240"/>
                    <a:pt x="87" y="260"/>
                    <a:pt x="103" y="260"/>
                  </a:cubicBezTo>
                  <a:cubicBezTo>
                    <a:pt x="141" y="260"/>
                    <a:pt x="174" y="260"/>
                    <a:pt x="190" y="223"/>
                  </a:cubicBezTo>
                  <a:cubicBezTo>
                    <a:pt x="244" y="190"/>
                    <a:pt x="244" y="104"/>
                    <a:pt x="206" y="54"/>
                  </a:cubicBezTo>
                  <a:cubicBezTo>
                    <a:pt x="190" y="34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3815275" y="229340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23" y="0"/>
                  </a:moveTo>
                  <a:cubicBezTo>
                    <a:pt x="98" y="0"/>
                    <a:pt x="73" y="12"/>
                    <a:pt x="50" y="23"/>
                  </a:cubicBezTo>
                  <a:cubicBezTo>
                    <a:pt x="33" y="40"/>
                    <a:pt x="17" y="56"/>
                    <a:pt x="0" y="93"/>
                  </a:cubicBezTo>
                  <a:lnTo>
                    <a:pt x="0" y="176"/>
                  </a:lnTo>
                  <a:cubicBezTo>
                    <a:pt x="17" y="213"/>
                    <a:pt x="33" y="246"/>
                    <a:pt x="66" y="246"/>
                  </a:cubicBezTo>
                  <a:cubicBezTo>
                    <a:pt x="80" y="255"/>
                    <a:pt x="95" y="259"/>
                    <a:pt x="110" y="259"/>
                  </a:cubicBezTo>
                  <a:cubicBezTo>
                    <a:pt x="151" y="259"/>
                    <a:pt x="191" y="227"/>
                    <a:pt x="206" y="176"/>
                  </a:cubicBezTo>
                  <a:cubicBezTo>
                    <a:pt x="239" y="110"/>
                    <a:pt x="206" y="40"/>
                    <a:pt x="153" y="7"/>
                  </a:cubicBezTo>
                  <a:cubicBezTo>
                    <a:pt x="143" y="2"/>
                    <a:pt x="13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3810925" y="2465575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21" y="0"/>
                  </a:moveTo>
                  <a:cubicBezTo>
                    <a:pt x="115" y="0"/>
                    <a:pt x="110" y="2"/>
                    <a:pt x="104" y="9"/>
                  </a:cubicBezTo>
                  <a:cubicBezTo>
                    <a:pt x="71" y="9"/>
                    <a:pt x="50" y="26"/>
                    <a:pt x="34" y="59"/>
                  </a:cubicBezTo>
                  <a:cubicBezTo>
                    <a:pt x="17" y="75"/>
                    <a:pt x="1" y="112"/>
                    <a:pt x="17" y="145"/>
                  </a:cubicBezTo>
                  <a:cubicBezTo>
                    <a:pt x="17" y="178"/>
                    <a:pt x="34" y="215"/>
                    <a:pt x="50" y="232"/>
                  </a:cubicBezTo>
                  <a:cubicBezTo>
                    <a:pt x="88" y="248"/>
                    <a:pt x="104" y="265"/>
                    <a:pt x="137" y="265"/>
                  </a:cubicBezTo>
                  <a:cubicBezTo>
                    <a:pt x="207" y="248"/>
                    <a:pt x="240" y="178"/>
                    <a:pt x="224" y="112"/>
                  </a:cubicBezTo>
                  <a:cubicBezTo>
                    <a:pt x="224" y="75"/>
                    <a:pt x="207" y="42"/>
                    <a:pt x="191" y="26"/>
                  </a:cubicBezTo>
                  <a:cubicBezTo>
                    <a:pt x="174" y="26"/>
                    <a:pt x="174" y="9"/>
                    <a:pt x="153" y="9"/>
                  </a:cubicBezTo>
                  <a:cubicBezTo>
                    <a:pt x="142" y="9"/>
                    <a:pt x="132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3811750" y="236992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1"/>
                  </a:moveTo>
                  <a:cubicBezTo>
                    <a:pt x="71" y="1"/>
                    <a:pt x="55" y="22"/>
                    <a:pt x="38" y="38"/>
                  </a:cubicBezTo>
                  <a:cubicBezTo>
                    <a:pt x="17" y="71"/>
                    <a:pt x="1" y="104"/>
                    <a:pt x="1" y="158"/>
                  </a:cubicBezTo>
                  <a:cubicBezTo>
                    <a:pt x="1" y="191"/>
                    <a:pt x="17" y="228"/>
                    <a:pt x="55" y="244"/>
                  </a:cubicBezTo>
                  <a:cubicBezTo>
                    <a:pt x="71" y="261"/>
                    <a:pt x="104" y="261"/>
                    <a:pt x="141" y="261"/>
                  </a:cubicBezTo>
                  <a:cubicBezTo>
                    <a:pt x="191" y="261"/>
                    <a:pt x="224" y="191"/>
                    <a:pt x="224" y="125"/>
                  </a:cubicBezTo>
                  <a:lnTo>
                    <a:pt x="224" y="104"/>
                  </a:lnTo>
                  <a:cubicBezTo>
                    <a:pt x="224" y="71"/>
                    <a:pt x="191" y="38"/>
                    <a:pt x="158" y="22"/>
                  </a:cubicBez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3814750" y="232572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24" y="0"/>
                  </a:moveTo>
                  <a:cubicBezTo>
                    <a:pt x="87" y="0"/>
                    <a:pt x="71" y="17"/>
                    <a:pt x="38" y="37"/>
                  </a:cubicBezTo>
                  <a:cubicBezTo>
                    <a:pt x="21" y="54"/>
                    <a:pt x="0" y="87"/>
                    <a:pt x="0" y="120"/>
                  </a:cubicBezTo>
                  <a:cubicBezTo>
                    <a:pt x="0" y="157"/>
                    <a:pt x="0" y="190"/>
                    <a:pt x="21" y="223"/>
                  </a:cubicBezTo>
                  <a:cubicBezTo>
                    <a:pt x="38" y="243"/>
                    <a:pt x="71" y="260"/>
                    <a:pt x="104" y="260"/>
                  </a:cubicBezTo>
                  <a:cubicBezTo>
                    <a:pt x="110" y="265"/>
                    <a:pt x="117" y="267"/>
                    <a:pt x="124" y="267"/>
                  </a:cubicBezTo>
                  <a:cubicBezTo>
                    <a:pt x="142" y="267"/>
                    <a:pt x="162" y="255"/>
                    <a:pt x="174" y="243"/>
                  </a:cubicBezTo>
                  <a:cubicBezTo>
                    <a:pt x="227" y="190"/>
                    <a:pt x="244" y="103"/>
                    <a:pt x="190" y="54"/>
                  </a:cubicBezTo>
                  <a:cubicBezTo>
                    <a:pt x="190" y="37"/>
                    <a:pt x="174" y="17"/>
                    <a:pt x="157" y="17"/>
                  </a:cubicBezTo>
                  <a:cubicBezTo>
                    <a:pt x="141" y="17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3813925" y="2245825"/>
              <a:ext cx="6000" cy="6950"/>
            </a:xfrm>
            <a:custGeom>
              <a:avLst/>
              <a:gdLst/>
              <a:ahLst/>
              <a:cxnLst/>
              <a:rect l="l" t="t" r="r" b="b"/>
              <a:pathLst>
                <a:path w="240" h="278" extrusionOk="0">
                  <a:moveTo>
                    <a:pt x="137" y="1"/>
                  </a:moveTo>
                  <a:cubicBezTo>
                    <a:pt x="120" y="1"/>
                    <a:pt x="87" y="17"/>
                    <a:pt x="71" y="38"/>
                  </a:cubicBezTo>
                  <a:cubicBezTo>
                    <a:pt x="17" y="88"/>
                    <a:pt x="1" y="174"/>
                    <a:pt x="54" y="224"/>
                  </a:cubicBezTo>
                  <a:cubicBezTo>
                    <a:pt x="71" y="244"/>
                    <a:pt x="87" y="261"/>
                    <a:pt x="120" y="277"/>
                  </a:cubicBezTo>
                  <a:cubicBezTo>
                    <a:pt x="157" y="277"/>
                    <a:pt x="174" y="261"/>
                    <a:pt x="207" y="244"/>
                  </a:cubicBezTo>
                  <a:cubicBezTo>
                    <a:pt x="223" y="224"/>
                    <a:pt x="240" y="191"/>
                    <a:pt x="240" y="158"/>
                  </a:cubicBezTo>
                  <a:cubicBezTo>
                    <a:pt x="240" y="121"/>
                    <a:pt x="240" y="88"/>
                    <a:pt x="223" y="55"/>
                  </a:cubicBezTo>
                  <a:cubicBezTo>
                    <a:pt x="207" y="38"/>
                    <a:pt x="190" y="17"/>
                    <a:pt x="174" y="17"/>
                  </a:cubicBezTo>
                  <a:cubicBezTo>
                    <a:pt x="157" y="17"/>
                    <a:pt x="15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3844425" y="2412925"/>
              <a:ext cx="6025" cy="6675"/>
            </a:xfrm>
            <a:custGeom>
              <a:avLst/>
              <a:gdLst/>
              <a:ahLst/>
              <a:cxnLst/>
              <a:rect l="l" t="t" r="r" b="b"/>
              <a:pathLst>
                <a:path w="241" h="267" extrusionOk="0">
                  <a:moveTo>
                    <a:pt x="104" y="0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190"/>
                    <a:pt x="34" y="223"/>
                    <a:pt x="71" y="239"/>
                  </a:cubicBezTo>
                  <a:cubicBezTo>
                    <a:pt x="83" y="254"/>
                    <a:pt x="103" y="267"/>
                    <a:pt x="120" y="267"/>
                  </a:cubicBezTo>
                  <a:cubicBezTo>
                    <a:pt x="126" y="267"/>
                    <a:pt x="132" y="265"/>
                    <a:pt x="137" y="260"/>
                  </a:cubicBezTo>
                  <a:cubicBezTo>
                    <a:pt x="207" y="260"/>
                    <a:pt x="240" y="190"/>
                    <a:pt x="240" y="120"/>
                  </a:cubicBezTo>
                  <a:cubicBezTo>
                    <a:pt x="240" y="87"/>
                    <a:pt x="224" y="54"/>
                    <a:pt x="191" y="33"/>
                  </a:cubicBezTo>
                  <a:cubicBezTo>
                    <a:pt x="191" y="17"/>
                    <a:pt x="174" y="17"/>
                    <a:pt x="174" y="17"/>
                  </a:cubicBezTo>
                  <a:cubicBezTo>
                    <a:pt x="153" y="0"/>
                    <a:pt x="137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3800225" y="232650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32" y="0"/>
                  </a:moveTo>
                  <a:cubicBezTo>
                    <a:pt x="83" y="0"/>
                    <a:pt x="43" y="32"/>
                    <a:pt x="17" y="72"/>
                  </a:cubicBezTo>
                  <a:cubicBezTo>
                    <a:pt x="0" y="142"/>
                    <a:pt x="33" y="229"/>
                    <a:pt x="87" y="245"/>
                  </a:cubicBezTo>
                  <a:cubicBezTo>
                    <a:pt x="103" y="262"/>
                    <a:pt x="120" y="262"/>
                    <a:pt x="136" y="262"/>
                  </a:cubicBezTo>
                  <a:cubicBezTo>
                    <a:pt x="169" y="245"/>
                    <a:pt x="206" y="229"/>
                    <a:pt x="223" y="175"/>
                  </a:cubicBezTo>
                  <a:cubicBezTo>
                    <a:pt x="239" y="126"/>
                    <a:pt x="239" y="72"/>
                    <a:pt x="206" y="39"/>
                  </a:cubicBezTo>
                  <a:cubicBezTo>
                    <a:pt x="206" y="23"/>
                    <a:pt x="190" y="23"/>
                    <a:pt x="169" y="6"/>
                  </a:cubicBezTo>
                  <a:cubicBezTo>
                    <a:pt x="156" y="2"/>
                    <a:pt x="144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3810100" y="2417250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04" y="0"/>
                  </a:moveTo>
                  <a:cubicBezTo>
                    <a:pt x="34" y="17"/>
                    <a:pt x="1" y="87"/>
                    <a:pt x="1" y="153"/>
                  </a:cubicBezTo>
                  <a:cubicBezTo>
                    <a:pt x="17" y="190"/>
                    <a:pt x="17" y="223"/>
                    <a:pt x="50" y="239"/>
                  </a:cubicBezTo>
                  <a:cubicBezTo>
                    <a:pt x="62" y="251"/>
                    <a:pt x="84" y="263"/>
                    <a:pt x="108" y="263"/>
                  </a:cubicBezTo>
                  <a:cubicBezTo>
                    <a:pt x="117" y="263"/>
                    <a:pt x="127" y="261"/>
                    <a:pt x="137" y="256"/>
                  </a:cubicBezTo>
                  <a:cubicBezTo>
                    <a:pt x="186" y="256"/>
                    <a:pt x="240" y="190"/>
                    <a:pt x="224" y="120"/>
                  </a:cubicBezTo>
                  <a:cubicBezTo>
                    <a:pt x="224" y="87"/>
                    <a:pt x="207" y="50"/>
                    <a:pt x="170" y="33"/>
                  </a:cubicBezTo>
                  <a:cubicBezTo>
                    <a:pt x="170" y="17"/>
                    <a:pt x="170" y="17"/>
                    <a:pt x="154" y="17"/>
                  </a:cubicBezTo>
                  <a:cubicBezTo>
                    <a:pt x="137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3809600" y="23868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2" y="1"/>
                  </a:moveTo>
                  <a:cubicBezTo>
                    <a:pt x="78" y="1"/>
                    <a:pt x="45" y="32"/>
                    <a:pt x="21" y="84"/>
                  </a:cubicBezTo>
                  <a:cubicBezTo>
                    <a:pt x="0" y="149"/>
                    <a:pt x="37" y="220"/>
                    <a:pt x="87" y="253"/>
                  </a:cubicBezTo>
                  <a:cubicBezTo>
                    <a:pt x="97" y="256"/>
                    <a:pt x="107" y="258"/>
                    <a:pt x="118" y="258"/>
                  </a:cubicBezTo>
                  <a:cubicBezTo>
                    <a:pt x="164" y="258"/>
                    <a:pt x="210" y="224"/>
                    <a:pt x="227" y="170"/>
                  </a:cubicBezTo>
                  <a:cubicBezTo>
                    <a:pt x="260" y="117"/>
                    <a:pt x="227" y="30"/>
                    <a:pt x="174" y="13"/>
                  </a:cubicBezTo>
                  <a:cubicBezTo>
                    <a:pt x="155" y="5"/>
                    <a:pt x="138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4105100" y="22553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7" y="0"/>
                  </a:moveTo>
                  <a:cubicBezTo>
                    <a:pt x="120" y="0"/>
                    <a:pt x="87" y="0"/>
                    <a:pt x="71" y="17"/>
                  </a:cubicBezTo>
                  <a:cubicBezTo>
                    <a:pt x="17" y="70"/>
                    <a:pt x="1" y="153"/>
                    <a:pt x="54" y="206"/>
                  </a:cubicBezTo>
                  <a:cubicBezTo>
                    <a:pt x="71" y="239"/>
                    <a:pt x="87" y="256"/>
                    <a:pt x="120" y="256"/>
                  </a:cubicBezTo>
                  <a:cubicBezTo>
                    <a:pt x="157" y="256"/>
                    <a:pt x="174" y="256"/>
                    <a:pt x="207" y="223"/>
                  </a:cubicBezTo>
                  <a:cubicBezTo>
                    <a:pt x="223" y="206"/>
                    <a:pt x="240" y="173"/>
                    <a:pt x="240" y="136"/>
                  </a:cubicBezTo>
                  <a:cubicBezTo>
                    <a:pt x="240" y="103"/>
                    <a:pt x="240" y="70"/>
                    <a:pt x="223" y="50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3802375" y="240250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35" y="1"/>
                  </a:moveTo>
                  <a:cubicBezTo>
                    <a:pt x="81" y="1"/>
                    <a:pt x="31" y="31"/>
                    <a:pt x="17" y="75"/>
                  </a:cubicBezTo>
                  <a:cubicBezTo>
                    <a:pt x="1" y="141"/>
                    <a:pt x="34" y="228"/>
                    <a:pt x="83" y="244"/>
                  </a:cubicBezTo>
                  <a:cubicBezTo>
                    <a:pt x="98" y="254"/>
                    <a:pt x="114" y="259"/>
                    <a:pt x="129" y="259"/>
                  </a:cubicBezTo>
                  <a:cubicBezTo>
                    <a:pt x="171" y="259"/>
                    <a:pt x="211" y="226"/>
                    <a:pt x="223" y="178"/>
                  </a:cubicBezTo>
                  <a:cubicBezTo>
                    <a:pt x="240" y="108"/>
                    <a:pt x="223" y="38"/>
                    <a:pt x="170" y="5"/>
                  </a:cubicBezTo>
                  <a:cubicBezTo>
                    <a:pt x="158" y="2"/>
                    <a:pt x="146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3803200" y="24503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17"/>
                    <a:pt x="1" y="67"/>
                    <a:pt x="17" y="153"/>
                  </a:cubicBezTo>
                  <a:cubicBezTo>
                    <a:pt x="17" y="186"/>
                    <a:pt x="34" y="207"/>
                    <a:pt x="50" y="223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74" y="256"/>
                    <a:pt x="190" y="223"/>
                    <a:pt x="207" y="207"/>
                  </a:cubicBezTo>
                  <a:cubicBezTo>
                    <a:pt x="223" y="170"/>
                    <a:pt x="240" y="137"/>
                    <a:pt x="223" y="104"/>
                  </a:cubicBezTo>
                  <a:cubicBezTo>
                    <a:pt x="223" y="67"/>
                    <a:pt x="207" y="34"/>
                    <a:pt x="190" y="17"/>
                  </a:cubicBezTo>
                  <a:cubicBezTo>
                    <a:pt x="174" y="17"/>
                    <a:pt x="174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3806200" y="24829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87" y="1"/>
                  </a:moveTo>
                  <a:cubicBezTo>
                    <a:pt x="33" y="38"/>
                    <a:pt x="0" y="87"/>
                    <a:pt x="17" y="157"/>
                  </a:cubicBezTo>
                  <a:cubicBezTo>
                    <a:pt x="17" y="190"/>
                    <a:pt x="33" y="207"/>
                    <a:pt x="54" y="244"/>
                  </a:cubicBezTo>
                  <a:cubicBezTo>
                    <a:pt x="87" y="260"/>
                    <a:pt x="120" y="260"/>
                    <a:pt x="136" y="260"/>
                  </a:cubicBezTo>
                  <a:cubicBezTo>
                    <a:pt x="206" y="244"/>
                    <a:pt x="239" y="174"/>
                    <a:pt x="239" y="104"/>
                  </a:cubicBezTo>
                  <a:cubicBezTo>
                    <a:pt x="239" y="104"/>
                    <a:pt x="223" y="87"/>
                    <a:pt x="223" y="71"/>
                  </a:cubicBezTo>
                  <a:cubicBezTo>
                    <a:pt x="206" y="38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3811350" y="23407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4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17" y="223"/>
                    <a:pt x="54" y="239"/>
                  </a:cubicBezTo>
                  <a:cubicBezTo>
                    <a:pt x="66" y="254"/>
                    <a:pt x="86" y="267"/>
                    <a:pt x="109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190" y="260"/>
                    <a:pt x="240" y="190"/>
                    <a:pt x="223" y="120"/>
                  </a:cubicBezTo>
                  <a:cubicBezTo>
                    <a:pt x="223" y="70"/>
                    <a:pt x="190" y="33"/>
                    <a:pt x="157" y="17"/>
                  </a:cubicBezTo>
                  <a:cubicBezTo>
                    <a:pt x="136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4108100" y="2285425"/>
              <a:ext cx="6525" cy="6575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40" y="0"/>
                  </a:moveTo>
                  <a:cubicBezTo>
                    <a:pt x="103" y="0"/>
                    <a:pt x="87" y="17"/>
                    <a:pt x="54" y="33"/>
                  </a:cubicBezTo>
                  <a:cubicBezTo>
                    <a:pt x="17" y="66"/>
                    <a:pt x="0" y="153"/>
                    <a:pt x="37" y="223"/>
                  </a:cubicBezTo>
                  <a:cubicBezTo>
                    <a:pt x="70" y="239"/>
                    <a:pt x="87" y="256"/>
                    <a:pt x="120" y="256"/>
                  </a:cubicBezTo>
                  <a:cubicBezTo>
                    <a:pt x="131" y="261"/>
                    <a:pt x="140" y="263"/>
                    <a:pt x="148" y="263"/>
                  </a:cubicBezTo>
                  <a:cubicBezTo>
                    <a:pt x="168" y="263"/>
                    <a:pt x="183" y="251"/>
                    <a:pt x="206" y="239"/>
                  </a:cubicBezTo>
                  <a:cubicBezTo>
                    <a:pt x="244" y="186"/>
                    <a:pt x="260" y="103"/>
                    <a:pt x="223" y="50"/>
                  </a:cubicBezTo>
                  <a:cubicBezTo>
                    <a:pt x="206" y="33"/>
                    <a:pt x="190" y="17"/>
                    <a:pt x="173" y="17"/>
                  </a:cubicBezTo>
                  <a:cubicBezTo>
                    <a:pt x="157" y="0"/>
                    <a:pt x="157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4113250" y="2269725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34" y="1"/>
                  </a:moveTo>
                  <a:cubicBezTo>
                    <a:pt x="126" y="1"/>
                    <a:pt x="116" y="3"/>
                    <a:pt x="103" y="10"/>
                  </a:cubicBezTo>
                  <a:cubicBezTo>
                    <a:pt x="54" y="10"/>
                    <a:pt x="0" y="76"/>
                    <a:pt x="17" y="146"/>
                  </a:cubicBezTo>
                  <a:cubicBezTo>
                    <a:pt x="17" y="179"/>
                    <a:pt x="38" y="216"/>
                    <a:pt x="71" y="232"/>
                  </a:cubicBezTo>
                  <a:cubicBezTo>
                    <a:pt x="87" y="249"/>
                    <a:pt x="120" y="265"/>
                    <a:pt x="141" y="265"/>
                  </a:cubicBezTo>
                  <a:cubicBezTo>
                    <a:pt x="207" y="249"/>
                    <a:pt x="244" y="179"/>
                    <a:pt x="244" y="113"/>
                  </a:cubicBezTo>
                  <a:cubicBezTo>
                    <a:pt x="223" y="76"/>
                    <a:pt x="223" y="43"/>
                    <a:pt x="190" y="26"/>
                  </a:cubicBezTo>
                  <a:lnTo>
                    <a:pt x="174" y="10"/>
                  </a:lnTo>
                  <a:cubicBezTo>
                    <a:pt x="163" y="10"/>
                    <a:pt x="152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112000" y="2240075"/>
              <a:ext cx="6025" cy="6725"/>
            </a:xfrm>
            <a:custGeom>
              <a:avLst/>
              <a:gdLst/>
              <a:ahLst/>
              <a:cxnLst/>
              <a:rect l="l" t="t" r="r" b="b"/>
              <a:pathLst>
                <a:path w="241" h="269" extrusionOk="0">
                  <a:moveTo>
                    <a:pt x="121" y="1"/>
                  </a:moveTo>
                  <a:cubicBezTo>
                    <a:pt x="115" y="1"/>
                    <a:pt x="110" y="3"/>
                    <a:pt x="104" y="8"/>
                  </a:cubicBezTo>
                  <a:cubicBezTo>
                    <a:pt x="50" y="8"/>
                    <a:pt x="1" y="78"/>
                    <a:pt x="17" y="144"/>
                  </a:cubicBezTo>
                  <a:cubicBezTo>
                    <a:pt x="17" y="181"/>
                    <a:pt x="34" y="214"/>
                    <a:pt x="50" y="231"/>
                  </a:cubicBezTo>
                  <a:cubicBezTo>
                    <a:pt x="88" y="247"/>
                    <a:pt x="104" y="268"/>
                    <a:pt x="137" y="268"/>
                  </a:cubicBezTo>
                  <a:cubicBezTo>
                    <a:pt x="170" y="247"/>
                    <a:pt x="191" y="231"/>
                    <a:pt x="207" y="214"/>
                  </a:cubicBezTo>
                  <a:cubicBezTo>
                    <a:pt x="224" y="181"/>
                    <a:pt x="240" y="144"/>
                    <a:pt x="240" y="111"/>
                  </a:cubicBezTo>
                  <a:cubicBezTo>
                    <a:pt x="224" y="78"/>
                    <a:pt x="207" y="41"/>
                    <a:pt x="191" y="25"/>
                  </a:cubicBezTo>
                  <a:cubicBezTo>
                    <a:pt x="191" y="25"/>
                    <a:pt x="170" y="8"/>
                    <a:pt x="153" y="8"/>
                  </a:cubicBezTo>
                  <a:cubicBezTo>
                    <a:pt x="142" y="8"/>
                    <a:pt x="131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4109025" y="23159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6" y="0"/>
                  </a:moveTo>
                  <a:cubicBezTo>
                    <a:pt x="69" y="0"/>
                    <a:pt x="29" y="33"/>
                    <a:pt x="17" y="81"/>
                  </a:cubicBezTo>
                  <a:cubicBezTo>
                    <a:pt x="0" y="151"/>
                    <a:pt x="33" y="238"/>
                    <a:pt x="83" y="254"/>
                  </a:cubicBezTo>
                  <a:cubicBezTo>
                    <a:pt x="97" y="263"/>
                    <a:pt x="112" y="267"/>
                    <a:pt x="128" y="267"/>
                  </a:cubicBezTo>
                  <a:cubicBezTo>
                    <a:pt x="170" y="267"/>
                    <a:pt x="211" y="236"/>
                    <a:pt x="223" y="184"/>
                  </a:cubicBezTo>
                  <a:cubicBezTo>
                    <a:pt x="240" y="118"/>
                    <a:pt x="223" y="48"/>
                    <a:pt x="169" y="15"/>
                  </a:cubicBezTo>
                  <a:cubicBezTo>
                    <a:pt x="151" y="5"/>
                    <a:pt x="13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116750" y="239177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19" y="1"/>
                  </a:moveTo>
                  <a:cubicBezTo>
                    <a:pt x="67" y="1"/>
                    <a:pt x="28" y="34"/>
                    <a:pt x="1" y="92"/>
                  </a:cubicBezTo>
                  <a:lnTo>
                    <a:pt x="1" y="141"/>
                  </a:lnTo>
                  <a:cubicBezTo>
                    <a:pt x="1" y="195"/>
                    <a:pt x="34" y="244"/>
                    <a:pt x="67" y="261"/>
                  </a:cubicBezTo>
                  <a:cubicBezTo>
                    <a:pt x="77" y="266"/>
                    <a:pt x="88" y="269"/>
                    <a:pt x="100" y="269"/>
                  </a:cubicBezTo>
                  <a:cubicBezTo>
                    <a:pt x="130" y="269"/>
                    <a:pt x="162" y="252"/>
                    <a:pt x="186" y="228"/>
                  </a:cubicBezTo>
                  <a:cubicBezTo>
                    <a:pt x="186" y="211"/>
                    <a:pt x="207" y="195"/>
                    <a:pt x="207" y="178"/>
                  </a:cubicBezTo>
                  <a:cubicBezTo>
                    <a:pt x="240" y="108"/>
                    <a:pt x="207" y="38"/>
                    <a:pt x="153" y="5"/>
                  </a:cubicBezTo>
                  <a:cubicBezTo>
                    <a:pt x="141" y="2"/>
                    <a:pt x="130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107275" y="23322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"/>
                    <a:pt x="0" y="67"/>
                    <a:pt x="17" y="137"/>
                  </a:cubicBezTo>
                  <a:cubicBezTo>
                    <a:pt x="17" y="170"/>
                    <a:pt x="33" y="207"/>
                    <a:pt x="50" y="224"/>
                  </a:cubicBezTo>
                  <a:cubicBezTo>
                    <a:pt x="87" y="257"/>
                    <a:pt x="120" y="257"/>
                    <a:pt x="136" y="257"/>
                  </a:cubicBezTo>
                  <a:cubicBezTo>
                    <a:pt x="206" y="240"/>
                    <a:pt x="239" y="170"/>
                    <a:pt x="239" y="104"/>
                  </a:cubicBezTo>
                  <a:cubicBezTo>
                    <a:pt x="223" y="67"/>
                    <a:pt x="206" y="34"/>
                    <a:pt x="190" y="17"/>
                  </a:cubicBezTo>
                  <a:lnTo>
                    <a:pt x="17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4113250" y="23643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0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8" y="206"/>
                    <a:pt x="54" y="244"/>
                  </a:cubicBezTo>
                  <a:cubicBezTo>
                    <a:pt x="87" y="260"/>
                    <a:pt x="103" y="260"/>
                    <a:pt x="141" y="260"/>
                  </a:cubicBezTo>
                  <a:cubicBezTo>
                    <a:pt x="174" y="260"/>
                    <a:pt x="190" y="244"/>
                    <a:pt x="207" y="206"/>
                  </a:cubicBezTo>
                  <a:cubicBezTo>
                    <a:pt x="223" y="173"/>
                    <a:pt x="244" y="140"/>
                    <a:pt x="223" y="103"/>
                  </a:cubicBezTo>
                  <a:cubicBezTo>
                    <a:pt x="223" y="70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4118000" y="2345500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54" y="1"/>
                    <a:pt x="33" y="34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0" y="190"/>
                    <a:pt x="17" y="223"/>
                    <a:pt x="33" y="240"/>
                  </a:cubicBezTo>
                  <a:cubicBezTo>
                    <a:pt x="70" y="256"/>
                    <a:pt x="87" y="256"/>
                    <a:pt x="120" y="256"/>
                  </a:cubicBezTo>
                  <a:cubicBezTo>
                    <a:pt x="190" y="240"/>
                    <a:pt x="223" y="190"/>
                    <a:pt x="223" y="104"/>
                  </a:cubicBezTo>
                  <a:cubicBezTo>
                    <a:pt x="206" y="71"/>
                    <a:pt x="190" y="50"/>
                    <a:pt x="173" y="34"/>
                  </a:cubicBezTo>
                  <a:cubicBezTo>
                    <a:pt x="173" y="17"/>
                    <a:pt x="157" y="17"/>
                    <a:pt x="136" y="17"/>
                  </a:cubicBezTo>
                  <a:cubicBezTo>
                    <a:pt x="120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4107275" y="22101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33" y="21"/>
                    <a:pt x="0" y="71"/>
                    <a:pt x="0" y="157"/>
                  </a:cubicBezTo>
                  <a:cubicBezTo>
                    <a:pt x="17" y="190"/>
                    <a:pt x="17" y="207"/>
                    <a:pt x="50" y="244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3"/>
                  </a:cubicBezTo>
                  <a:cubicBezTo>
                    <a:pt x="223" y="71"/>
                    <a:pt x="206" y="38"/>
                    <a:pt x="173" y="21"/>
                  </a:cubicBezTo>
                  <a:cubicBezTo>
                    <a:pt x="173" y="21"/>
                    <a:pt x="153" y="2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4134800" y="22029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67"/>
                    <a:pt x="0" y="153"/>
                  </a:cubicBezTo>
                  <a:cubicBezTo>
                    <a:pt x="17" y="186"/>
                    <a:pt x="33" y="207"/>
                    <a:pt x="50" y="240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86" y="240"/>
                    <a:pt x="239" y="170"/>
                    <a:pt x="223" y="104"/>
                  </a:cubicBezTo>
                  <a:cubicBezTo>
                    <a:pt x="223" y="67"/>
                    <a:pt x="206" y="34"/>
                    <a:pt x="186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4140775" y="218615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36" y="1"/>
                  </a:moveTo>
                  <a:cubicBezTo>
                    <a:pt x="120" y="1"/>
                    <a:pt x="87" y="1"/>
                    <a:pt x="70" y="34"/>
                  </a:cubicBezTo>
                  <a:cubicBezTo>
                    <a:pt x="17" y="71"/>
                    <a:pt x="0" y="157"/>
                    <a:pt x="50" y="207"/>
                  </a:cubicBezTo>
                  <a:cubicBezTo>
                    <a:pt x="70" y="240"/>
                    <a:pt x="87" y="261"/>
                    <a:pt x="120" y="261"/>
                  </a:cubicBezTo>
                  <a:cubicBezTo>
                    <a:pt x="153" y="261"/>
                    <a:pt x="173" y="261"/>
                    <a:pt x="206" y="240"/>
                  </a:cubicBezTo>
                  <a:cubicBezTo>
                    <a:pt x="256" y="190"/>
                    <a:pt x="256" y="104"/>
                    <a:pt x="223" y="54"/>
                  </a:cubicBezTo>
                  <a:cubicBezTo>
                    <a:pt x="206" y="34"/>
                    <a:pt x="190" y="17"/>
                    <a:pt x="173" y="17"/>
                  </a:cubicBezTo>
                  <a:cubicBezTo>
                    <a:pt x="173" y="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4106450" y="23794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83" y="0"/>
                    <a:pt x="50" y="33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39"/>
                    <a:pt x="83" y="260"/>
                    <a:pt x="120" y="260"/>
                  </a:cubicBezTo>
                  <a:cubicBezTo>
                    <a:pt x="136" y="260"/>
                    <a:pt x="169" y="260"/>
                    <a:pt x="186" y="223"/>
                  </a:cubicBezTo>
                  <a:cubicBezTo>
                    <a:pt x="223" y="206"/>
                    <a:pt x="223" y="173"/>
                    <a:pt x="239" y="136"/>
                  </a:cubicBezTo>
                  <a:cubicBezTo>
                    <a:pt x="239" y="103"/>
                    <a:pt x="223" y="70"/>
                    <a:pt x="206" y="54"/>
                  </a:cubicBezTo>
                  <a:cubicBezTo>
                    <a:pt x="206" y="33"/>
                    <a:pt x="186" y="17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129125" y="23145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54" y="17"/>
                    <a:pt x="0" y="87"/>
                    <a:pt x="21" y="153"/>
                  </a:cubicBezTo>
                  <a:cubicBezTo>
                    <a:pt x="21" y="191"/>
                    <a:pt x="37" y="224"/>
                    <a:pt x="70" y="240"/>
                  </a:cubicBezTo>
                  <a:cubicBezTo>
                    <a:pt x="87" y="257"/>
                    <a:pt x="124" y="257"/>
                    <a:pt x="141" y="257"/>
                  </a:cubicBezTo>
                  <a:cubicBezTo>
                    <a:pt x="206" y="240"/>
                    <a:pt x="244" y="191"/>
                    <a:pt x="244" y="104"/>
                  </a:cubicBezTo>
                  <a:cubicBezTo>
                    <a:pt x="227" y="71"/>
                    <a:pt x="206" y="50"/>
                    <a:pt x="190" y="17"/>
                  </a:cubicBezTo>
                  <a:lnTo>
                    <a:pt x="174" y="17"/>
                  </a:ln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105100" y="23519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0" y="0"/>
                  </a:moveTo>
                  <a:cubicBezTo>
                    <a:pt x="104" y="0"/>
                    <a:pt x="71" y="0"/>
                    <a:pt x="54" y="38"/>
                  </a:cubicBezTo>
                  <a:cubicBezTo>
                    <a:pt x="17" y="54"/>
                    <a:pt x="1" y="87"/>
                    <a:pt x="1" y="124"/>
                  </a:cubicBezTo>
                  <a:cubicBezTo>
                    <a:pt x="1" y="157"/>
                    <a:pt x="17" y="190"/>
                    <a:pt x="34" y="207"/>
                  </a:cubicBezTo>
                  <a:cubicBezTo>
                    <a:pt x="55" y="238"/>
                    <a:pt x="87" y="257"/>
                    <a:pt x="121" y="257"/>
                  </a:cubicBezTo>
                  <a:cubicBezTo>
                    <a:pt x="144" y="257"/>
                    <a:pt x="168" y="248"/>
                    <a:pt x="190" y="227"/>
                  </a:cubicBezTo>
                  <a:cubicBezTo>
                    <a:pt x="223" y="190"/>
                    <a:pt x="240" y="103"/>
                    <a:pt x="207" y="54"/>
                  </a:cubicBezTo>
                  <a:cubicBezTo>
                    <a:pt x="190" y="38"/>
                    <a:pt x="174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140350" y="2232775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15" y="0"/>
                  </a:moveTo>
                  <a:cubicBezTo>
                    <a:pt x="107" y="0"/>
                    <a:pt x="98" y="2"/>
                    <a:pt x="87" y="8"/>
                  </a:cubicBezTo>
                  <a:cubicBezTo>
                    <a:pt x="34" y="8"/>
                    <a:pt x="1" y="78"/>
                    <a:pt x="1" y="148"/>
                  </a:cubicBezTo>
                  <a:cubicBezTo>
                    <a:pt x="1" y="181"/>
                    <a:pt x="17" y="214"/>
                    <a:pt x="50" y="230"/>
                  </a:cubicBezTo>
                  <a:cubicBezTo>
                    <a:pt x="67" y="251"/>
                    <a:pt x="104" y="267"/>
                    <a:pt x="120" y="267"/>
                  </a:cubicBezTo>
                  <a:cubicBezTo>
                    <a:pt x="190" y="251"/>
                    <a:pt x="223" y="181"/>
                    <a:pt x="223" y="111"/>
                  </a:cubicBezTo>
                  <a:cubicBezTo>
                    <a:pt x="223" y="78"/>
                    <a:pt x="207" y="45"/>
                    <a:pt x="170" y="24"/>
                  </a:cubicBezTo>
                  <a:lnTo>
                    <a:pt x="153" y="8"/>
                  </a:lnTo>
                  <a:cubicBezTo>
                    <a:pt x="142" y="8"/>
                    <a:pt x="131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117175" y="230285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38" y="0"/>
                  </a:moveTo>
                  <a:cubicBezTo>
                    <a:pt x="87" y="0"/>
                    <a:pt x="44" y="35"/>
                    <a:pt x="17" y="91"/>
                  </a:cubicBezTo>
                  <a:cubicBezTo>
                    <a:pt x="0" y="161"/>
                    <a:pt x="33" y="231"/>
                    <a:pt x="87" y="247"/>
                  </a:cubicBezTo>
                  <a:cubicBezTo>
                    <a:pt x="100" y="256"/>
                    <a:pt x="114" y="260"/>
                    <a:pt x="129" y="260"/>
                  </a:cubicBezTo>
                  <a:cubicBezTo>
                    <a:pt x="170" y="260"/>
                    <a:pt x="211" y="229"/>
                    <a:pt x="223" y="177"/>
                  </a:cubicBezTo>
                  <a:cubicBezTo>
                    <a:pt x="256" y="107"/>
                    <a:pt x="223" y="41"/>
                    <a:pt x="169" y="4"/>
                  </a:cubicBezTo>
                  <a:cubicBezTo>
                    <a:pt x="159" y="1"/>
                    <a:pt x="148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4119325" y="2421850"/>
              <a:ext cx="6425" cy="6450"/>
            </a:xfrm>
            <a:custGeom>
              <a:avLst/>
              <a:gdLst/>
              <a:ahLst/>
              <a:cxnLst/>
              <a:rect l="l" t="t" r="r" b="b"/>
              <a:pathLst>
                <a:path w="257" h="258" extrusionOk="0">
                  <a:moveTo>
                    <a:pt x="140" y="0"/>
                  </a:moveTo>
                  <a:cubicBezTo>
                    <a:pt x="96" y="0"/>
                    <a:pt x="47" y="35"/>
                    <a:pt x="34" y="88"/>
                  </a:cubicBezTo>
                  <a:cubicBezTo>
                    <a:pt x="1" y="159"/>
                    <a:pt x="34" y="229"/>
                    <a:pt x="83" y="245"/>
                  </a:cubicBezTo>
                  <a:cubicBezTo>
                    <a:pt x="102" y="254"/>
                    <a:pt x="119" y="258"/>
                    <a:pt x="135" y="258"/>
                  </a:cubicBezTo>
                  <a:cubicBezTo>
                    <a:pt x="180" y="258"/>
                    <a:pt x="216" y="226"/>
                    <a:pt x="240" y="175"/>
                  </a:cubicBezTo>
                  <a:cubicBezTo>
                    <a:pt x="256" y="109"/>
                    <a:pt x="223" y="39"/>
                    <a:pt x="170" y="6"/>
                  </a:cubicBezTo>
                  <a:cubicBezTo>
                    <a:pt x="160" y="2"/>
                    <a:pt x="15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120575" y="22523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3" y="1"/>
                  </a:moveTo>
                  <a:cubicBezTo>
                    <a:pt x="33" y="17"/>
                    <a:pt x="0" y="87"/>
                    <a:pt x="17" y="153"/>
                  </a:cubicBezTo>
                  <a:cubicBezTo>
                    <a:pt x="17" y="190"/>
                    <a:pt x="33" y="223"/>
                    <a:pt x="54" y="240"/>
                  </a:cubicBezTo>
                  <a:cubicBezTo>
                    <a:pt x="77" y="251"/>
                    <a:pt x="92" y="263"/>
                    <a:pt x="111" y="263"/>
                  </a:cubicBezTo>
                  <a:cubicBezTo>
                    <a:pt x="118" y="263"/>
                    <a:pt x="127" y="261"/>
                    <a:pt x="136" y="256"/>
                  </a:cubicBezTo>
                  <a:cubicBezTo>
                    <a:pt x="173" y="256"/>
                    <a:pt x="190" y="240"/>
                    <a:pt x="206" y="207"/>
                  </a:cubicBezTo>
                  <a:cubicBezTo>
                    <a:pt x="223" y="190"/>
                    <a:pt x="239" y="153"/>
                    <a:pt x="223" y="120"/>
                  </a:cubicBezTo>
                  <a:cubicBezTo>
                    <a:pt x="223" y="87"/>
                    <a:pt x="206" y="50"/>
                    <a:pt x="190" y="34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119750" y="220470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19" y="0"/>
                  </a:moveTo>
                  <a:cubicBezTo>
                    <a:pt x="76" y="0"/>
                    <a:pt x="41" y="32"/>
                    <a:pt x="17" y="83"/>
                  </a:cubicBezTo>
                  <a:cubicBezTo>
                    <a:pt x="0" y="153"/>
                    <a:pt x="33" y="219"/>
                    <a:pt x="87" y="257"/>
                  </a:cubicBezTo>
                  <a:cubicBezTo>
                    <a:pt x="95" y="259"/>
                    <a:pt x="104" y="261"/>
                    <a:pt x="113" y="261"/>
                  </a:cubicBezTo>
                  <a:cubicBezTo>
                    <a:pt x="159" y="261"/>
                    <a:pt x="209" y="228"/>
                    <a:pt x="223" y="170"/>
                  </a:cubicBezTo>
                  <a:cubicBezTo>
                    <a:pt x="256" y="116"/>
                    <a:pt x="223" y="34"/>
                    <a:pt x="169" y="13"/>
                  </a:cubicBezTo>
                  <a:cubicBezTo>
                    <a:pt x="152" y="5"/>
                    <a:pt x="135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4112000" y="2189925"/>
              <a:ext cx="6025" cy="6675"/>
            </a:xfrm>
            <a:custGeom>
              <a:avLst/>
              <a:gdLst/>
              <a:ahLst/>
              <a:cxnLst/>
              <a:rect l="l" t="t" r="r" b="b"/>
              <a:pathLst>
                <a:path w="241" h="267" extrusionOk="0">
                  <a:moveTo>
                    <a:pt x="124" y="1"/>
                  </a:moveTo>
                  <a:cubicBezTo>
                    <a:pt x="80" y="1"/>
                    <a:pt x="31" y="35"/>
                    <a:pt x="17" y="89"/>
                  </a:cubicBezTo>
                  <a:cubicBezTo>
                    <a:pt x="1" y="159"/>
                    <a:pt x="17" y="229"/>
                    <a:pt x="88" y="262"/>
                  </a:cubicBezTo>
                  <a:cubicBezTo>
                    <a:pt x="96" y="265"/>
                    <a:pt x="105" y="266"/>
                    <a:pt x="114" y="266"/>
                  </a:cubicBezTo>
                  <a:cubicBezTo>
                    <a:pt x="159" y="266"/>
                    <a:pt x="210" y="234"/>
                    <a:pt x="224" y="175"/>
                  </a:cubicBezTo>
                  <a:cubicBezTo>
                    <a:pt x="240" y="110"/>
                    <a:pt x="224" y="39"/>
                    <a:pt x="153" y="6"/>
                  </a:cubicBezTo>
                  <a:cubicBezTo>
                    <a:pt x="144" y="3"/>
                    <a:pt x="134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113650" y="2224800"/>
              <a:ext cx="5700" cy="6525"/>
            </a:xfrm>
            <a:custGeom>
              <a:avLst/>
              <a:gdLst/>
              <a:ahLst/>
              <a:cxnLst/>
              <a:rect l="l" t="t" r="r" b="b"/>
              <a:pathLst>
                <a:path w="228" h="261" extrusionOk="0">
                  <a:moveTo>
                    <a:pt x="104" y="1"/>
                  </a:moveTo>
                  <a:cubicBezTo>
                    <a:pt x="38" y="1"/>
                    <a:pt x="1" y="71"/>
                    <a:pt x="1" y="137"/>
                  </a:cubicBezTo>
                  <a:cubicBezTo>
                    <a:pt x="22" y="207"/>
                    <a:pt x="71" y="261"/>
                    <a:pt x="141" y="261"/>
                  </a:cubicBezTo>
                  <a:cubicBezTo>
                    <a:pt x="158" y="240"/>
                    <a:pt x="191" y="224"/>
                    <a:pt x="207" y="207"/>
                  </a:cubicBezTo>
                  <a:cubicBezTo>
                    <a:pt x="228" y="174"/>
                    <a:pt x="228" y="137"/>
                    <a:pt x="228" y="104"/>
                  </a:cubicBezTo>
                  <a:cubicBezTo>
                    <a:pt x="228" y="71"/>
                    <a:pt x="207" y="34"/>
                    <a:pt x="191" y="17"/>
                  </a:cubicBezTo>
                  <a:cubicBezTo>
                    <a:pt x="174" y="17"/>
                    <a:pt x="174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4123975" y="2284900"/>
              <a:ext cx="5675" cy="6700"/>
            </a:xfrm>
            <a:custGeom>
              <a:avLst/>
              <a:gdLst/>
              <a:ahLst/>
              <a:cxnLst/>
              <a:rect l="l" t="t" r="r" b="b"/>
              <a:pathLst>
                <a:path w="227" h="268" extrusionOk="0">
                  <a:moveTo>
                    <a:pt x="87" y="1"/>
                  </a:moveTo>
                  <a:cubicBezTo>
                    <a:pt x="87" y="21"/>
                    <a:pt x="70" y="21"/>
                    <a:pt x="70" y="21"/>
                  </a:cubicBezTo>
                  <a:cubicBezTo>
                    <a:pt x="21" y="38"/>
                    <a:pt x="0" y="104"/>
                    <a:pt x="0" y="157"/>
                  </a:cubicBezTo>
                  <a:cubicBezTo>
                    <a:pt x="0" y="190"/>
                    <a:pt x="21" y="227"/>
                    <a:pt x="54" y="244"/>
                  </a:cubicBezTo>
                  <a:cubicBezTo>
                    <a:pt x="65" y="255"/>
                    <a:pt x="85" y="267"/>
                    <a:pt x="103" y="267"/>
                  </a:cubicBezTo>
                  <a:cubicBezTo>
                    <a:pt x="111" y="267"/>
                    <a:pt x="118" y="265"/>
                    <a:pt x="124" y="260"/>
                  </a:cubicBezTo>
                  <a:cubicBezTo>
                    <a:pt x="190" y="260"/>
                    <a:pt x="227" y="190"/>
                    <a:pt x="227" y="124"/>
                  </a:cubicBezTo>
                  <a:cubicBezTo>
                    <a:pt x="227" y="104"/>
                    <a:pt x="206" y="87"/>
                    <a:pt x="206" y="87"/>
                  </a:cubicBezTo>
                  <a:cubicBezTo>
                    <a:pt x="206" y="54"/>
                    <a:pt x="173" y="38"/>
                    <a:pt x="157" y="21"/>
                  </a:cubicBezTo>
                  <a:cubicBezTo>
                    <a:pt x="140" y="1"/>
                    <a:pt x="12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4125300" y="23606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22" y="0"/>
                  </a:moveTo>
                  <a:cubicBezTo>
                    <a:pt x="77" y="0"/>
                    <a:pt x="42" y="32"/>
                    <a:pt x="17" y="83"/>
                  </a:cubicBezTo>
                  <a:cubicBezTo>
                    <a:pt x="1" y="149"/>
                    <a:pt x="34" y="219"/>
                    <a:pt x="87" y="252"/>
                  </a:cubicBezTo>
                  <a:lnTo>
                    <a:pt x="137" y="252"/>
                  </a:lnTo>
                  <a:cubicBezTo>
                    <a:pt x="174" y="252"/>
                    <a:pt x="207" y="219"/>
                    <a:pt x="223" y="166"/>
                  </a:cubicBezTo>
                  <a:cubicBezTo>
                    <a:pt x="240" y="133"/>
                    <a:pt x="240" y="83"/>
                    <a:pt x="207" y="46"/>
                  </a:cubicBezTo>
                  <a:cubicBezTo>
                    <a:pt x="190" y="30"/>
                    <a:pt x="190" y="13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121900" y="2328300"/>
              <a:ext cx="6425" cy="6675"/>
            </a:xfrm>
            <a:custGeom>
              <a:avLst/>
              <a:gdLst/>
              <a:ahLst/>
              <a:cxnLst/>
              <a:rect l="l" t="t" r="r" b="b"/>
              <a:pathLst>
                <a:path w="257" h="267" extrusionOk="0">
                  <a:moveTo>
                    <a:pt x="137" y="0"/>
                  </a:moveTo>
                  <a:cubicBezTo>
                    <a:pt x="120" y="0"/>
                    <a:pt x="83" y="17"/>
                    <a:pt x="67" y="37"/>
                  </a:cubicBezTo>
                  <a:cubicBezTo>
                    <a:pt x="17" y="70"/>
                    <a:pt x="1" y="157"/>
                    <a:pt x="50" y="223"/>
                  </a:cubicBezTo>
                  <a:cubicBezTo>
                    <a:pt x="69" y="253"/>
                    <a:pt x="99" y="266"/>
                    <a:pt x="131" y="266"/>
                  </a:cubicBezTo>
                  <a:cubicBezTo>
                    <a:pt x="157" y="266"/>
                    <a:pt x="183" y="258"/>
                    <a:pt x="207" y="244"/>
                  </a:cubicBezTo>
                  <a:cubicBezTo>
                    <a:pt x="240" y="190"/>
                    <a:pt x="256" y="103"/>
                    <a:pt x="223" y="54"/>
                  </a:cubicBezTo>
                  <a:cubicBezTo>
                    <a:pt x="207" y="37"/>
                    <a:pt x="186" y="17"/>
                    <a:pt x="170" y="17"/>
                  </a:cubicBezTo>
                  <a:cubicBezTo>
                    <a:pt x="170" y="0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4119750" y="23780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3" y="0"/>
                  </a:moveTo>
                  <a:cubicBezTo>
                    <a:pt x="79" y="0"/>
                    <a:pt x="30" y="35"/>
                    <a:pt x="17" y="88"/>
                  </a:cubicBezTo>
                  <a:cubicBezTo>
                    <a:pt x="0" y="142"/>
                    <a:pt x="17" y="228"/>
                    <a:pt x="87" y="245"/>
                  </a:cubicBezTo>
                  <a:cubicBezTo>
                    <a:pt x="103" y="261"/>
                    <a:pt x="120" y="261"/>
                    <a:pt x="120" y="261"/>
                  </a:cubicBezTo>
                  <a:cubicBezTo>
                    <a:pt x="169" y="261"/>
                    <a:pt x="206" y="228"/>
                    <a:pt x="223" y="175"/>
                  </a:cubicBezTo>
                  <a:cubicBezTo>
                    <a:pt x="239" y="125"/>
                    <a:pt x="223" y="72"/>
                    <a:pt x="206" y="39"/>
                  </a:cubicBezTo>
                  <a:cubicBezTo>
                    <a:pt x="190" y="22"/>
                    <a:pt x="169" y="22"/>
                    <a:pt x="153" y="6"/>
                  </a:cubicBezTo>
                  <a:cubicBezTo>
                    <a:pt x="143" y="2"/>
                    <a:pt x="13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4127050" y="2189050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43" y="0"/>
                  </a:moveTo>
                  <a:cubicBezTo>
                    <a:pt x="98" y="0"/>
                    <a:pt x="48" y="33"/>
                    <a:pt x="34" y="91"/>
                  </a:cubicBezTo>
                  <a:cubicBezTo>
                    <a:pt x="1" y="145"/>
                    <a:pt x="34" y="227"/>
                    <a:pt x="83" y="248"/>
                  </a:cubicBezTo>
                  <a:cubicBezTo>
                    <a:pt x="102" y="256"/>
                    <a:pt x="119" y="260"/>
                    <a:pt x="136" y="260"/>
                  </a:cubicBezTo>
                  <a:cubicBezTo>
                    <a:pt x="180" y="260"/>
                    <a:pt x="216" y="229"/>
                    <a:pt x="240" y="178"/>
                  </a:cubicBezTo>
                  <a:cubicBezTo>
                    <a:pt x="257" y="107"/>
                    <a:pt x="224" y="41"/>
                    <a:pt x="170" y="4"/>
                  </a:cubicBezTo>
                  <a:cubicBezTo>
                    <a:pt x="161" y="2"/>
                    <a:pt x="152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4127050" y="2235525"/>
              <a:ext cx="6025" cy="6925"/>
            </a:xfrm>
            <a:custGeom>
              <a:avLst/>
              <a:gdLst/>
              <a:ahLst/>
              <a:cxnLst/>
              <a:rect l="l" t="t" r="r" b="b"/>
              <a:pathLst>
                <a:path w="241" h="277" extrusionOk="0">
                  <a:moveTo>
                    <a:pt x="137" y="1"/>
                  </a:moveTo>
                  <a:cubicBezTo>
                    <a:pt x="104" y="1"/>
                    <a:pt x="67" y="17"/>
                    <a:pt x="50" y="38"/>
                  </a:cubicBezTo>
                  <a:cubicBezTo>
                    <a:pt x="1" y="87"/>
                    <a:pt x="1" y="157"/>
                    <a:pt x="34" y="223"/>
                  </a:cubicBezTo>
                  <a:cubicBezTo>
                    <a:pt x="50" y="244"/>
                    <a:pt x="83" y="260"/>
                    <a:pt x="104" y="277"/>
                  </a:cubicBezTo>
                  <a:cubicBezTo>
                    <a:pt x="137" y="277"/>
                    <a:pt x="170" y="260"/>
                    <a:pt x="186" y="244"/>
                  </a:cubicBezTo>
                  <a:cubicBezTo>
                    <a:pt x="240" y="190"/>
                    <a:pt x="240" y="120"/>
                    <a:pt x="207" y="54"/>
                  </a:cubicBezTo>
                  <a:cubicBezTo>
                    <a:pt x="186" y="38"/>
                    <a:pt x="170" y="17"/>
                    <a:pt x="153" y="17"/>
                  </a:cubicBezTo>
                  <a:cubicBezTo>
                    <a:pt x="153" y="17"/>
                    <a:pt x="13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4127475" y="22196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7"/>
                    <a:pt x="0" y="71"/>
                    <a:pt x="0" y="157"/>
                  </a:cubicBezTo>
                  <a:cubicBezTo>
                    <a:pt x="17" y="190"/>
                    <a:pt x="33" y="207"/>
                    <a:pt x="50" y="240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0"/>
                    <a:pt x="240" y="174"/>
                    <a:pt x="223" y="104"/>
                  </a:cubicBezTo>
                  <a:cubicBezTo>
                    <a:pt x="223" y="71"/>
                    <a:pt x="207" y="34"/>
                    <a:pt x="190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3894225" y="226427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1"/>
                  </a:moveTo>
                  <a:cubicBezTo>
                    <a:pt x="37" y="22"/>
                    <a:pt x="0" y="88"/>
                    <a:pt x="0" y="158"/>
                  </a:cubicBezTo>
                  <a:cubicBezTo>
                    <a:pt x="17" y="191"/>
                    <a:pt x="17" y="228"/>
                    <a:pt x="54" y="244"/>
                  </a:cubicBezTo>
                  <a:cubicBezTo>
                    <a:pt x="70" y="261"/>
                    <a:pt x="103" y="261"/>
                    <a:pt x="140" y="261"/>
                  </a:cubicBezTo>
                  <a:cubicBezTo>
                    <a:pt x="157" y="261"/>
                    <a:pt x="190" y="244"/>
                    <a:pt x="206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6" y="55"/>
                    <a:pt x="173" y="38"/>
                  </a:cubicBezTo>
                  <a:cubicBezTo>
                    <a:pt x="173" y="22"/>
                    <a:pt x="157" y="22"/>
                    <a:pt x="157" y="22"/>
                  </a:cubicBezTo>
                  <a:cubicBezTo>
                    <a:pt x="14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3838875" y="2257075"/>
              <a:ext cx="5575" cy="6575"/>
            </a:xfrm>
            <a:custGeom>
              <a:avLst/>
              <a:gdLst/>
              <a:ahLst/>
              <a:cxnLst/>
              <a:rect l="l" t="t" r="r" b="b"/>
              <a:pathLst>
                <a:path w="223" h="263" extrusionOk="0">
                  <a:moveTo>
                    <a:pt x="87" y="0"/>
                  </a:moveTo>
                  <a:cubicBezTo>
                    <a:pt x="66" y="17"/>
                    <a:pt x="33" y="33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23"/>
                    <a:pt x="50" y="239"/>
                  </a:cubicBezTo>
                  <a:cubicBezTo>
                    <a:pt x="61" y="251"/>
                    <a:pt x="83" y="263"/>
                    <a:pt x="101" y="263"/>
                  </a:cubicBezTo>
                  <a:cubicBezTo>
                    <a:pt x="108" y="263"/>
                    <a:pt x="115" y="261"/>
                    <a:pt x="120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06" y="83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03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3840525" y="2210700"/>
              <a:ext cx="5675" cy="6400"/>
            </a:xfrm>
            <a:custGeom>
              <a:avLst/>
              <a:gdLst/>
              <a:ahLst/>
              <a:cxnLst/>
              <a:rect l="l" t="t" r="r" b="b"/>
              <a:pathLst>
                <a:path w="227" h="256" extrusionOk="0">
                  <a:moveTo>
                    <a:pt x="103" y="0"/>
                  </a:moveTo>
                  <a:cubicBezTo>
                    <a:pt x="37" y="0"/>
                    <a:pt x="0" y="66"/>
                    <a:pt x="0" y="136"/>
                  </a:cubicBezTo>
                  <a:cubicBezTo>
                    <a:pt x="21" y="186"/>
                    <a:pt x="37" y="223"/>
                    <a:pt x="54" y="239"/>
                  </a:cubicBezTo>
                  <a:cubicBezTo>
                    <a:pt x="87" y="256"/>
                    <a:pt x="103" y="256"/>
                    <a:pt x="140" y="256"/>
                  </a:cubicBezTo>
                  <a:cubicBezTo>
                    <a:pt x="157" y="239"/>
                    <a:pt x="190" y="223"/>
                    <a:pt x="206" y="206"/>
                  </a:cubicBezTo>
                  <a:cubicBezTo>
                    <a:pt x="227" y="169"/>
                    <a:pt x="227" y="136"/>
                    <a:pt x="227" y="103"/>
                  </a:cubicBezTo>
                  <a:cubicBezTo>
                    <a:pt x="227" y="66"/>
                    <a:pt x="206" y="33"/>
                    <a:pt x="173" y="17"/>
                  </a:cubicBezTo>
                  <a:lnTo>
                    <a:pt x="1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3821250" y="2230925"/>
              <a:ext cx="5575" cy="6800"/>
            </a:xfrm>
            <a:custGeom>
              <a:avLst/>
              <a:gdLst/>
              <a:ahLst/>
              <a:cxnLst/>
              <a:rect l="l" t="t" r="r" b="b"/>
              <a:pathLst>
                <a:path w="223" h="272" extrusionOk="0">
                  <a:moveTo>
                    <a:pt x="126" y="0"/>
                  </a:moveTo>
                  <a:cubicBezTo>
                    <a:pt x="116" y="0"/>
                    <a:pt x="103" y="5"/>
                    <a:pt x="87" y="16"/>
                  </a:cubicBezTo>
                  <a:cubicBezTo>
                    <a:pt x="33" y="16"/>
                    <a:pt x="0" y="82"/>
                    <a:pt x="0" y="152"/>
                  </a:cubicBezTo>
                  <a:cubicBezTo>
                    <a:pt x="0" y="185"/>
                    <a:pt x="17" y="222"/>
                    <a:pt x="50" y="238"/>
                  </a:cubicBezTo>
                  <a:cubicBezTo>
                    <a:pt x="70" y="255"/>
                    <a:pt x="103" y="271"/>
                    <a:pt x="120" y="271"/>
                  </a:cubicBezTo>
                  <a:cubicBezTo>
                    <a:pt x="153" y="255"/>
                    <a:pt x="190" y="238"/>
                    <a:pt x="206" y="201"/>
                  </a:cubicBezTo>
                  <a:cubicBezTo>
                    <a:pt x="223" y="185"/>
                    <a:pt x="223" y="152"/>
                    <a:pt x="223" y="119"/>
                  </a:cubicBezTo>
                  <a:cubicBezTo>
                    <a:pt x="223" y="82"/>
                    <a:pt x="206" y="49"/>
                    <a:pt x="173" y="32"/>
                  </a:cubicBezTo>
                  <a:lnTo>
                    <a:pt x="153" y="16"/>
                  </a:lnTo>
                  <a:cubicBezTo>
                    <a:pt x="145" y="5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3832775" y="2227075"/>
              <a:ext cx="6525" cy="6825"/>
            </a:xfrm>
            <a:custGeom>
              <a:avLst/>
              <a:gdLst/>
              <a:ahLst/>
              <a:cxnLst/>
              <a:rect l="l" t="t" r="r" b="b"/>
              <a:pathLst>
                <a:path w="261" h="273" extrusionOk="0">
                  <a:moveTo>
                    <a:pt x="132" y="0"/>
                  </a:moveTo>
                  <a:cubicBezTo>
                    <a:pt x="91" y="0"/>
                    <a:pt x="50" y="32"/>
                    <a:pt x="38" y="83"/>
                  </a:cubicBezTo>
                  <a:cubicBezTo>
                    <a:pt x="1" y="149"/>
                    <a:pt x="38" y="236"/>
                    <a:pt x="88" y="252"/>
                  </a:cubicBezTo>
                  <a:cubicBezTo>
                    <a:pt x="104" y="273"/>
                    <a:pt x="125" y="273"/>
                    <a:pt x="141" y="273"/>
                  </a:cubicBezTo>
                  <a:cubicBezTo>
                    <a:pt x="191" y="252"/>
                    <a:pt x="228" y="236"/>
                    <a:pt x="244" y="186"/>
                  </a:cubicBezTo>
                  <a:cubicBezTo>
                    <a:pt x="261" y="133"/>
                    <a:pt x="244" y="83"/>
                    <a:pt x="207" y="46"/>
                  </a:cubicBezTo>
                  <a:cubicBezTo>
                    <a:pt x="207" y="29"/>
                    <a:pt x="191" y="13"/>
                    <a:pt x="174" y="13"/>
                  </a:cubicBezTo>
                  <a:cubicBezTo>
                    <a:pt x="161" y="4"/>
                    <a:pt x="146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3847425" y="22265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0" y="1"/>
                  </a:moveTo>
                  <a:cubicBezTo>
                    <a:pt x="87" y="1"/>
                    <a:pt x="71" y="17"/>
                    <a:pt x="33" y="34"/>
                  </a:cubicBezTo>
                  <a:cubicBezTo>
                    <a:pt x="17" y="50"/>
                    <a:pt x="0" y="88"/>
                    <a:pt x="0" y="121"/>
                  </a:cubicBezTo>
                  <a:cubicBezTo>
                    <a:pt x="0" y="154"/>
                    <a:pt x="0" y="191"/>
                    <a:pt x="17" y="207"/>
                  </a:cubicBezTo>
                  <a:cubicBezTo>
                    <a:pt x="54" y="240"/>
                    <a:pt x="71" y="257"/>
                    <a:pt x="104" y="257"/>
                  </a:cubicBezTo>
                  <a:cubicBezTo>
                    <a:pt x="137" y="257"/>
                    <a:pt x="157" y="257"/>
                    <a:pt x="190" y="240"/>
                  </a:cubicBezTo>
                  <a:cubicBezTo>
                    <a:pt x="223" y="191"/>
                    <a:pt x="240" y="104"/>
                    <a:pt x="207" y="50"/>
                  </a:cubicBezTo>
                  <a:cubicBezTo>
                    <a:pt x="190" y="34"/>
                    <a:pt x="174" y="17"/>
                    <a:pt x="157" y="17"/>
                  </a:cubicBezTo>
                  <a:cubicBezTo>
                    <a:pt x="137" y="1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3825575" y="2212150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20" y="1"/>
                  </a:moveTo>
                  <a:cubicBezTo>
                    <a:pt x="114" y="1"/>
                    <a:pt x="109" y="3"/>
                    <a:pt x="103" y="8"/>
                  </a:cubicBezTo>
                  <a:cubicBezTo>
                    <a:pt x="66" y="8"/>
                    <a:pt x="33" y="24"/>
                    <a:pt x="17" y="62"/>
                  </a:cubicBezTo>
                  <a:cubicBezTo>
                    <a:pt x="0" y="78"/>
                    <a:pt x="0" y="111"/>
                    <a:pt x="0" y="148"/>
                  </a:cubicBezTo>
                  <a:cubicBezTo>
                    <a:pt x="0" y="181"/>
                    <a:pt x="17" y="214"/>
                    <a:pt x="50" y="231"/>
                  </a:cubicBezTo>
                  <a:cubicBezTo>
                    <a:pt x="66" y="251"/>
                    <a:pt x="103" y="268"/>
                    <a:pt x="136" y="268"/>
                  </a:cubicBezTo>
                  <a:cubicBezTo>
                    <a:pt x="186" y="251"/>
                    <a:pt x="223" y="181"/>
                    <a:pt x="223" y="111"/>
                  </a:cubicBezTo>
                  <a:cubicBezTo>
                    <a:pt x="223" y="78"/>
                    <a:pt x="207" y="45"/>
                    <a:pt x="169" y="24"/>
                  </a:cubicBezTo>
                  <a:lnTo>
                    <a:pt x="153" y="8"/>
                  </a:ln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829800" y="21950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9" y="1"/>
                  </a:moveTo>
                  <a:cubicBezTo>
                    <a:pt x="85" y="1"/>
                    <a:pt x="66" y="15"/>
                    <a:pt x="54" y="26"/>
                  </a:cubicBezTo>
                  <a:cubicBezTo>
                    <a:pt x="0" y="76"/>
                    <a:pt x="0" y="162"/>
                    <a:pt x="38" y="216"/>
                  </a:cubicBezTo>
                  <a:cubicBezTo>
                    <a:pt x="57" y="245"/>
                    <a:pt x="88" y="262"/>
                    <a:pt x="121" y="262"/>
                  </a:cubicBezTo>
                  <a:cubicBezTo>
                    <a:pt x="145" y="262"/>
                    <a:pt x="169" y="253"/>
                    <a:pt x="190" y="232"/>
                  </a:cubicBezTo>
                  <a:cubicBezTo>
                    <a:pt x="244" y="195"/>
                    <a:pt x="244" y="113"/>
                    <a:pt x="207" y="43"/>
                  </a:cubicBezTo>
                  <a:cubicBezTo>
                    <a:pt x="190" y="26"/>
                    <a:pt x="174" y="26"/>
                    <a:pt x="157" y="10"/>
                  </a:cubicBezTo>
                  <a:lnTo>
                    <a:pt x="141" y="10"/>
                  </a:lnTo>
                  <a:cubicBezTo>
                    <a:pt x="130" y="3"/>
                    <a:pt x="119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3844025" y="22416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3" y="1"/>
                  </a:moveTo>
                  <a:cubicBezTo>
                    <a:pt x="33" y="17"/>
                    <a:pt x="0" y="83"/>
                    <a:pt x="17" y="153"/>
                  </a:cubicBezTo>
                  <a:cubicBezTo>
                    <a:pt x="17" y="186"/>
                    <a:pt x="33" y="224"/>
                    <a:pt x="50" y="240"/>
                  </a:cubicBezTo>
                  <a:cubicBezTo>
                    <a:pt x="62" y="252"/>
                    <a:pt x="83" y="263"/>
                    <a:pt x="107" y="263"/>
                  </a:cubicBezTo>
                  <a:cubicBezTo>
                    <a:pt x="117" y="263"/>
                    <a:pt x="127" y="261"/>
                    <a:pt x="136" y="257"/>
                  </a:cubicBezTo>
                  <a:cubicBezTo>
                    <a:pt x="190" y="257"/>
                    <a:pt x="240" y="186"/>
                    <a:pt x="223" y="120"/>
                  </a:cubicBezTo>
                  <a:cubicBezTo>
                    <a:pt x="223" y="67"/>
                    <a:pt x="190" y="34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3859900" y="2189225"/>
              <a:ext cx="6400" cy="6550"/>
            </a:xfrm>
            <a:custGeom>
              <a:avLst/>
              <a:gdLst/>
              <a:ahLst/>
              <a:cxnLst/>
              <a:rect l="l" t="t" r="r" b="b"/>
              <a:pathLst>
                <a:path w="256" h="262" extrusionOk="0">
                  <a:moveTo>
                    <a:pt x="121" y="1"/>
                  </a:moveTo>
                  <a:cubicBezTo>
                    <a:pt x="76" y="1"/>
                    <a:pt x="41" y="32"/>
                    <a:pt x="17" y="84"/>
                  </a:cubicBezTo>
                  <a:cubicBezTo>
                    <a:pt x="0" y="154"/>
                    <a:pt x="33" y="220"/>
                    <a:pt x="87" y="257"/>
                  </a:cubicBezTo>
                  <a:cubicBezTo>
                    <a:pt x="95" y="260"/>
                    <a:pt x="104" y="261"/>
                    <a:pt x="114" y="261"/>
                  </a:cubicBezTo>
                  <a:cubicBezTo>
                    <a:pt x="159" y="261"/>
                    <a:pt x="209" y="229"/>
                    <a:pt x="223" y="171"/>
                  </a:cubicBezTo>
                  <a:cubicBezTo>
                    <a:pt x="256" y="117"/>
                    <a:pt x="223" y="34"/>
                    <a:pt x="173" y="14"/>
                  </a:cubicBezTo>
                  <a:cubicBezTo>
                    <a:pt x="155" y="5"/>
                    <a:pt x="137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3865050" y="2302200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9" y="1"/>
                  </a:moveTo>
                  <a:cubicBezTo>
                    <a:pt x="87" y="1"/>
                    <a:pt x="46" y="32"/>
                    <a:pt x="33" y="84"/>
                  </a:cubicBezTo>
                  <a:cubicBezTo>
                    <a:pt x="0" y="154"/>
                    <a:pt x="33" y="220"/>
                    <a:pt x="87" y="257"/>
                  </a:cubicBezTo>
                  <a:cubicBezTo>
                    <a:pt x="98" y="259"/>
                    <a:pt x="108" y="261"/>
                    <a:pt x="118" y="261"/>
                  </a:cubicBezTo>
                  <a:cubicBezTo>
                    <a:pt x="170" y="261"/>
                    <a:pt x="212" y="226"/>
                    <a:pt x="240" y="170"/>
                  </a:cubicBezTo>
                  <a:cubicBezTo>
                    <a:pt x="256" y="100"/>
                    <a:pt x="223" y="30"/>
                    <a:pt x="174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3847825" y="219412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6" y="1"/>
                  </a:moveTo>
                  <a:cubicBezTo>
                    <a:pt x="101" y="1"/>
                    <a:pt x="78" y="12"/>
                    <a:pt x="55" y="24"/>
                  </a:cubicBezTo>
                  <a:cubicBezTo>
                    <a:pt x="38" y="24"/>
                    <a:pt x="17" y="61"/>
                    <a:pt x="1" y="78"/>
                  </a:cubicBezTo>
                  <a:lnTo>
                    <a:pt x="1" y="164"/>
                  </a:lnTo>
                  <a:cubicBezTo>
                    <a:pt x="17" y="214"/>
                    <a:pt x="38" y="230"/>
                    <a:pt x="71" y="251"/>
                  </a:cubicBezTo>
                  <a:cubicBezTo>
                    <a:pt x="84" y="260"/>
                    <a:pt x="99" y="264"/>
                    <a:pt x="113" y="264"/>
                  </a:cubicBezTo>
                  <a:cubicBezTo>
                    <a:pt x="154" y="264"/>
                    <a:pt x="195" y="232"/>
                    <a:pt x="207" y="181"/>
                  </a:cubicBezTo>
                  <a:cubicBezTo>
                    <a:pt x="244" y="111"/>
                    <a:pt x="207" y="45"/>
                    <a:pt x="158" y="7"/>
                  </a:cubicBezTo>
                  <a:cubicBezTo>
                    <a:pt x="147" y="3"/>
                    <a:pt x="136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3855150" y="2209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34" y="17"/>
                    <a:pt x="1" y="87"/>
                    <a:pt x="17" y="157"/>
                  </a:cubicBezTo>
                  <a:cubicBezTo>
                    <a:pt x="17" y="190"/>
                    <a:pt x="34" y="223"/>
                    <a:pt x="54" y="240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0" y="240"/>
                    <a:pt x="240" y="190"/>
                    <a:pt x="223" y="104"/>
                  </a:cubicBezTo>
                  <a:cubicBezTo>
                    <a:pt x="223" y="71"/>
                    <a:pt x="207" y="54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3853400" y="22545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41" y="0"/>
                  </a:moveTo>
                  <a:cubicBezTo>
                    <a:pt x="104" y="0"/>
                    <a:pt x="71" y="0"/>
                    <a:pt x="54" y="33"/>
                  </a:cubicBezTo>
                  <a:cubicBezTo>
                    <a:pt x="1" y="66"/>
                    <a:pt x="1" y="153"/>
                    <a:pt x="38" y="206"/>
                  </a:cubicBezTo>
                  <a:cubicBezTo>
                    <a:pt x="54" y="239"/>
                    <a:pt x="87" y="256"/>
                    <a:pt x="104" y="256"/>
                  </a:cubicBezTo>
                  <a:cubicBezTo>
                    <a:pt x="141" y="256"/>
                    <a:pt x="174" y="256"/>
                    <a:pt x="190" y="223"/>
                  </a:cubicBezTo>
                  <a:cubicBezTo>
                    <a:pt x="207" y="206"/>
                    <a:pt x="227" y="169"/>
                    <a:pt x="227" y="136"/>
                  </a:cubicBezTo>
                  <a:cubicBezTo>
                    <a:pt x="244" y="103"/>
                    <a:pt x="227" y="66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57" y="0"/>
                    <a:pt x="141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3850000" y="23013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4" y="0"/>
                  </a:moveTo>
                  <a:cubicBezTo>
                    <a:pt x="34" y="17"/>
                    <a:pt x="1" y="87"/>
                    <a:pt x="17" y="153"/>
                  </a:cubicBezTo>
                  <a:cubicBezTo>
                    <a:pt x="17" y="190"/>
                    <a:pt x="34" y="223"/>
                    <a:pt x="54" y="239"/>
                  </a:cubicBezTo>
                  <a:cubicBezTo>
                    <a:pt x="77" y="251"/>
                    <a:pt x="93" y="263"/>
                    <a:pt x="111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190" y="256"/>
                    <a:pt x="240" y="190"/>
                    <a:pt x="223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3861650" y="22239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1"/>
                  </a:moveTo>
                  <a:cubicBezTo>
                    <a:pt x="50" y="17"/>
                    <a:pt x="0" y="67"/>
                    <a:pt x="17" y="153"/>
                  </a:cubicBezTo>
                  <a:cubicBezTo>
                    <a:pt x="17" y="214"/>
                    <a:pt x="54" y="260"/>
                    <a:pt x="110" y="260"/>
                  </a:cubicBezTo>
                  <a:cubicBezTo>
                    <a:pt x="118" y="260"/>
                    <a:pt x="127" y="259"/>
                    <a:pt x="136" y="257"/>
                  </a:cubicBezTo>
                  <a:cubicBezTo>
                    <a:pt x="169" y="257"/>
                    <a:pt x="186" y="240"/>
                    <a:pt x="207" y="207"/>
                  </a:cubicBezTo>
                  <a:cubicBezTo>
                    <a:pt x="223" y="170"/>
                    <a:pt x="240" y="137"/>
                    <a:pt x="223" y="104"/>
                  </a:cubicBezTo>
                  <a:cubicBezTo>
                    <a:pt x="223" y="67"/>
                    <a:pt x="207" y="50"/>
                    <a:pt x="186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3797225" y="2294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7" y="1"/>
                  </a:moveTo>
                  <a:cubicBezTo>
                    <a:pt x="104" y="1"/>
                    <a:pt x="67" y="1"/>
                    <a:pt x="50" y="17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3" y="238"/>
                    <a:pt x="84" y="256"/>
                    <a:pt x="116" y="256"/>
                  </a:cubicBezTo>
                  <a:cubicBezTo>
                    <a:pt x="140" y="256"/>
                    <a:pt x="165" y="246"/>
                    <a:pt x="186" y="223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86" y="34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799800" y="2500625"/>
              <a:ext cx="6425" cy="6575"/>
            </a:xfrm>
            <a:custGeom>
              <a:avLst/>
              <a:gdLst/>
              <a:ahLst/>
              <a:cxnLst/>
              <a:rect l="l" t="t" r="r" b="b"/>
              <a:pathLst>
                <a:path w="257" h="263" extrusionOk="0">
                  <a:moveTo>
                    <a:pt x="117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53"/>
                    <a:pt x="34" y="219"/>
                    <a:pt x="83" y="256"/>
                  </a:cubicBezTo>
                  <a:cubicBezTo>
                    <a:pt x="96" y="260"/>
                    <a:pt x="109" y="262"/>
                    <a:pt x="122" y="262"/>
                  </a:cubicBezTo>
                  <a:cubicBezTo>
                    <a:pt x="166" y="262"/>
                    <a:pt x="211" y="240"/>
                    <a:pt x="223" y="186"/>
                  </a:cubicBezTo>
                  <a:cubicBezTo>
                    <a:pt x="256" y="116"/>
                    <a:pt x="223" y="30"/>
                    <a:pt x="170" y="13"/>
                  </a:cubicBezTo>
                  <a:cubicBezTo>
                    <a:pt x="152" y="4"/>
                    <a:pt x="13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798875" y="225100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04" y="0"/>
                  </a:moveTo>
                  <a:cubicBezTo>
                    <a:pt x="87" y="0"/>
                    <a:pt x="71" y="0"/>
                    <a:pt x="71" y="17"/>
                  </a:cubicBezTo>
                  <a:cubicBezTo>
                    <a:pt x="17" y="37"/>
                    <a:pt x="1" y="87"/>
                    <a:pt x="1" y="157"/>
                  </a:cubicBezTo>
                  <a:cubicBezTo>
                    <a:pt x="1" y="190"/>
                    <a:pt x="17" y="206"/>
                    <a:pt x="54" y="243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0" y="243"/>
                    <a:pt x="223" y="173"/>
                    <a:pt x="223" y="103"/>
                  </a:cubicBezTo>
                  <a:cubicBezTo>
                    <a:pt x="223" y="103"/>
                    <a:pt x="223" y="87"/>
                    <a:pt x="207" y="70"/>
                  </a:cubicBezTo>
                  <a:cubicBezTo>
                    <a:pt x="207" y="54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796300" y="2269025"/>
              <a:ext cx="2200" cy="6100"/>
            </a:xfrm>
            <a:custGeom>
              <a:avLst/>
              <a:gdLst/>
              <a:ahLst/>
              <a:cxnLst/>
              <a:rect l="l" t="t" r="r" b="b"/>
              <a:pathLst>
                <a:path w="88" h="244" extrusionOk="0">
                  <a:moveTo>
                    <a:pt x="0" y="1"/>
                  </a:moveTo>
                  <a:lnTo>
                    <a:pt x="0" y="244"/>
                  </a:lnTo>
                  <a:cubicBezTo>
                    <a:pt x="38" y="223"/>
                    <a:pt x="54" y="207"/>
                    <a:pt x="54" y="174"/>
                  </a:cubicBezTo>
                  <a:cubicBezTo>
                    <a:pt x="87" y="104"/>
                    <a:pt x="54" y="3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796300" y="24674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87" y="0"/>
                  </a:moveTo>
                  <a:cubicBezTo>
                    <a:pt x="54" y="17"/>
                    <a:pt x="17" y="37"/>
                    <a:pt x="0" y="87"/>
                  </a:cubicBezTo>
                  <a:lnTo>
                    <a:pt x="0" y="190"/>
                  </a:lnTo>
                  <a:cubicBezTo>
                    <a:pt x="17" y="206"/>
                    <a:pt x="38" y="223"/>
                    <a:pt x="38" y="243"/>
                  </a:cubicBezTo>
                  <a:cubicBezTo>
                    <a:pt x="71" y="260"/>
                    <a:pt x="104" y="260"/>
                    <a:pt x="120" y="260"/>
                  </a:cubicBezTo>
                  <a:cubicBezTo>
                    <a:pt x="190" y="243"/>
                    <a:pt x="223" y="190"/>
                    <a:pt x="223" y="103"/>
                  </a:cubicBezTo>
                  <a:cubicBezTo>
                    <a:pt x="207" y="70"/>
                    <a:pt x="190" y="54"/>
                    <a:pt x="174" y="17"/>
                  </a:cubicBezTo>
                  <a:lnTo>
                    <a:pt x="157" y="17"/>
                  </a:lnTo>
                  <a:cubicBezTo>
                    <a:pt x="141" y="0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796300" y="2485475"/>
              <a:ext cx="425" cy="2200"/>
            </a:xfrm>
            <a:custGeom>
              <a:avLst/>
              <a:gdLst/>
              <a:ahLst/>
              <a:cxnLst/>
              <a:rect l="l" t="t" r="r" b="b"/>
              <a:pathLst>
                <a:path w="17" h="88" extrusionOk="0">
                  <a:moveTo>
                    <a:pt x="0" y="1"/>
                  </a:moveTo>
                  <a:lnTo>
                    <a:pt x="0" y="87"/>
                  </a:lnTo>
                  <a:cubicBezTo>
                    <a:pt x="17" y="54"/>
                    <a:pt x="17" y="1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3816925" y="22758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9" y="1"/>
                  </a:moveTo>
                  <a:cubicBezTo>
                    <a:pt x="87" y="1"/>
                    <a:pt x="47" y="33"/>
                    <a:pt x="17" y="91"/>
                  </a:cubicBezTo>
                  <a:cubicBezTo>
                    <a:pt x="0" y="157"/>
                    <a:pt x="37" y="227"/>
                    <a:pt x="87" y="260"/>
                  </a:cubicBezTo>
                  <a:lnTo>
                    <a:pt x="140" y="260"/>
                  </a:lnTo>
                  <a:cubicBezTo>
                    <a:pt x="173" y="260"/>
                    <a:pt x="206" y="227"/>
                    <a:pt x="223" y="178"/>
                  </a:cubicBezTo>
                  <a:cubicBezTo>
                    <a:pt x="243" y="124"/>
                    <a:pt x="243" y="91"/>
                    <a:pt x="206" y="38"/>
                  </a:cubicBezTo>
                  <a:cubicBezTo>
                    <a:pt x="190" y="38"/>
                    <a:pt x="190" y="21"/>
                    <a:pt x="173" y="5"/>
                  </a:cubicBezTo>
                  <a:cubicBezTo>
                    <a:pt x="161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3802375" y="21853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1"/>
                  </a:moveTo>
                  <a:cubicBezTo>
                    <a:pt x="34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40"/>
                  </a:cubicBezTo>
                  <a:cubicBezTo>
                    <a:pt x="74" y="252"/>
                    <a:pt x="91" y="263"/>
                    <a:pt x="110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186" y="256"/>
                    <a:pt x="240" y="190"/>
                    <a:pt x="223" y="120"/>
                  </a:cubicBezTo>
                  <a:cubicBezTo>
                    <a:pt x="223" y="87"/>
                    <a:pt x="207" y="50"/>
                    <a:pt x="186" y="34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3812700" y="22184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6" y="0"/>
                  </a:moveTo>
                  <a:cubicBezTo>
                    <a:pt x="103" y="0"/>
                    <a:pt x="66" y="17"/>
                    <a:pt x="50" y="33"/>
                  </a:cubicBezTo>
                  <a:cubicBezTo>
                    <a:pt x="33" y="50"/>
                    <a:pt x="17" y="83"/>
                    <a:pt x="17" y="120"/>
                  </a:cubicBezTo>
                  <a:cubicBezTo>
                    <a:pt x="0" y="153"/>
                    <a:pt x="17" y="186"/>
                    <a:pt x="33" y="223"/>
                  </a:cubicBezTo>
                  <a:cubicBezTo>
                    <a:pt x="51" y="250"/>
                    <a:pt x="81" y="262"/>
                    <a:pt x="112" y="262"/>
                  </a:cubicBezTo>
                  <a:cubicBezTo>
                    <a:pt x="137" y="262"/>
                    <a:pt x="163" y="254"/>
                    <a:pt x="186" y="239"/>
                  </a:cubicBezTo>
                  <a:cubicBezTo>
                    <a:pt x="239" y="186"/>
                    <a:pt x="239" y="103"/>
                    <a:pt x="206" y="50"/>
                  </a:cubicBezTo>
                  <a:cubicBezTo>
                    <a:pt x="186" y="33"/>
                    <a:pt x="169" y="17"/>
                    <a:pt x="153" y="17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3815275" y="2198625"/>
              <a:ext cx="5575" cy="6625"/>
            </a:xfrm>
            <a:custGeom>
              <a:avLst/>
              <a:gdLst/>
              <a:ahLst/>
              <a:cxnLst/>
              <a:rect l="l" t="t" r="r" b="b"/>
              <a:pathLst>
                <a:path w="223" h="265" extrusionOk="0">
                  <a:moveTo>
                    <a:pt x="103" y="1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0" y="190"/>
                    <a:pt x="17" y="223"/>
                    <a:pt x="50" y="240"/>
                  </a:cubicBezTo>
                  <a:cubicBezTo>
                    <a:pt x="61" y="251"/>
                    <a:pt x="83" y="265"/>
                    <a:pt x="106" y="265"/>
                  </a:cubicBezTo>
                  <a:cubicBezTo>
                    <a:pt x="116" y="265"/>
                    <a:pt x="126" y="262"/>
                    <a:pt x="136" y="256"/>
                  </a:cubicBezTo>
                  <a:cubicBezTo>
                    <a:pt x="186" y="256"/>
                    <a:pt x="223" y="190"/>
                    <a:pt x="223" y="120"/>
                  </a:cubicBezTo>
                  <a:cubicBezTo>
                    <a:pt x="223" y="87"/>
                    <a:pt x="206" y="50"/>
                    <a:pt x="169" y="34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3810100" y="2263050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04" y="0"/>
                  </a:moveTo>
                  <a:cubicBezTo>
                    <a:pt x="67" y="0"/>
                    <a:pt x="50" y="17"/>
                    <a:pt x="34" y="50"/>
                  </a:cubicBezTo>
                  <a:cubicBezTo>
                    <a:pt x="17" y="71"/>
                    <a:pt x="1" y="104"/>
                    <a:pt x="1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86" y="240"/>
                    <a:pt x="240" y="174"/>
                    <a:pt x="224" y="104"/>
                  </a:cubicBezTo>
                  <a:cubicBezTo>
                    <a:pt x="224" y="71"/>
                    <a:pt x="207" y="33"/>
                    <a:pt x="186" y="17"/>
                  </a:cubicBezTo>
                  <a:cubicBezTo>
                    <a:pt x="170" y="17"/>
                    <a:pt x="170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3807950" y="23098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87" y="0"/>
                  </a:moveTo>
                  <a:cubicBezTo>
                    <a:pt x="33" y="17"/>
                    <a:pt x="0" y="70"/>
                    <a:pt x="0" y="157"/>
                  </a:cubicBezTo>
                  <a:cubicBezTo>
                    <a:pt x="0" y="190"/>
                    <a:pt x="33" y="223"/>
                    <a:pt x="50" y="239"/>
                  </a:cubicBezTo>
                  <a:cubicBezTo>
                    <a:pt x="66" y="260"/>
                    <a:pt x="103" y="260"/>
                    <a:pt x="120" y="260"/>
                  </a:cubicBezTo>
                  <a:cubicBezTo>
                    <a:pt x="153" y="260"/>
                    <a:pt x="190" y="239"/>
                    <a:pt x="207" y="206"/>
                  </a:cubicBezTo>
                  <a:cubicBezTo>
                    <a:pt x="223" y="173"/>
                    <a:pt x="223" y="136"/>
                    <a:pt x="223" y="103"/>
                  </a:cubicBezTo>
                  <a:cubicBezTo>
                    <a:pt x="223" y="70"/>
                    <a:pt x="207" y="54"/>
                    <a:pt x="169" y="17"/>
                  </a:cubicBezTo>
                  <a:cubicBezTo>
                    <a:pt x="169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3804450" y="2280500"/>
              <a:ext cx="5675" cy="6600"/>
            </a:xfrm>
            <a:custGeom>
              <a:avLst/>
              <a:gdLst/>
              <a:ahLst/>
              <a:cxnLst/>
              <a:rect l="l" t="t" r="r" b="b"/>
              <a:pathLst>
                <a:path w="227" h="264" extrusionOk="0">
                  <a:moveTo>
                    <a:pt x="118" y="0"/>
                  </a:moveTo>
                  <a:cubicBezTo>
                    <a:pt x="109" y="0"/>
                    <a:pt x="99" y="2"/>
                    <a:pt x="87" y="7"/>
                  </a:cubicBezTo>
                  <a:cubicBezTo>
                    <a:pt x="37" y="7"/>
                    <a:pt x="0" y="73"/>
                    <a:pt x="0" y="144"/>
                  </a:cubicBezTo>
                  <a:cubicBezTo>
                    <a:pt x="0" y="177"/>
                    <a:pt x="21" y="214"/>
                    <a:pt x="54" y="230"/>
                  </a:cubicBezTo>
                  <a:cubicBezTo>
                    <a:pt x="70" y="247"/>
                    <a:pt x="103" y="263"/>
                    <a:pt x="124" y="263"/>
                  </a:cubicBezTo>
                  <a:cubicBezTo>
                    <a:pt x="190" y="247"/>
                    <a:pt x="227" y="177"/>
                    <a:pt x="227" y="111"/>
                  </a:cubicBezTo>
                  <a:cubicBezTo>
                    <a:pt x="227" y="73"/>
                    <a:pt x="206" y="40"/>
                    <a:pt x="173" y="24"/>
                  </a:cubicBezTo>
                  <a:lnTo>
                    <a:pt x="157" y="7"/>
                  </a:lnTo>
                  <a:cubicBezTo>
                    <a:pt x="146" y="7"/>
                    <a:pt x="13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3801875" y="220162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40" y="0"/>
                  </a:moveTo>
                  <a:cubicBezTo>
                    <a:pt x="103" y="0"/>
                    <a:pt x="87" y="0"/>
                    <a:pt x="54" y="33"/>
                  </a:cubicBezTo>
                  <a:cubicBezTo>
                    <a:pt x="0" y="70"/>
                    <a:pt x="0" y="157"/>
                    <a:pt x="37" y="206"/>
                  </a:cubicBezTo>
                  <a:cubicBezTo>
                    <a:pt x="54" y="239"/>
                    <a:pt x="87" y="260"/>
                    <a:pt x="124" y="260"/>
                  </a:cubicBezTo>
                  <a:cubicBezTo>
                    <a:pt x="140" y="260"/>
                    <a:pt x="173" y="260"/>
                    <a:pt x="190" y="223"/>
                  </a:cubicBezTo>
                  <a:cubicBezTo>
                    <a:pt x="243" y="190"/>
                    <a:pt x="243" y="103"/>
                    <a:pt x="206" y="54"/>
                  </a:cubicBezTo>
                  <a:cubicBezTo>
                    <a:pt x="206" y="33"/>
                    <a:pt x="190" y="17"/>
                    <a:pt x="173" y="17"/>
                  </a:cubicBezTo>
                  <a:cubicBezTo>
                    <a:pt x="157" y="0"/>
                    <a:pt x="157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928125" y="22428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4" y="0"/>
                  </a:moveTo>
                  <a:cubicBezTo>
                    <a:pt x="54" y="0"/>
                    <a:pt x="1" y="70"/>
                    <a:pt x="21" y="136"/>
                  </a:cubicBezTo>
                  <a:cubicBezTo>
                    <a:pt x="21" y="174"/>
                    <a:pt x="38" y="207"/>
                    <a:pt x="54" y="223"/>
                  </a:cubicBezTo>
                  <a:cubicBezTo>
                    <a:pt x="87" y="260"/>
                    <a:pt x="104" y="260"/>
                    <a:pt x="141" y="260"/>
                  </a:cubicBezTo>
                  <a:cubicBezTo>
                    <a:pt x="207" y="240"/>
                    <a:pt x="244" y="174"/>
                    <a:pt x="227" y="103"/>
                  </a:cubicBezTo>
                  <a:cubicBezTo>
                    <a:pt x="227" y="70"/>
                    <a:pt x="207" y="33"/>
                    <a:pt x="190" y="17"/>
                  </a:cubicBezTo>
                  <a:cubicBezTo>
                    <a:pt x="174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3905875" y="2260575"/>
              <a:ext cx="6400" cy="6325"/>
            </a:xfrm>
            <a:custGeom>
              <a:avLst/>
              <a:gdLst/>
              <a:ahLst/>
              <a:cxnLst/>
              <a:rect l="l" t="t" r="r" b="b"/>
              <a:pathLst>
                <a:path w="256" h="253" extrusionOk="0">
                  <a:moveTo>
                    <a:pt x="127" y="0"/>
                  </a:moveTo>
                  <a:cubicBezTo>
                    <a:pt x="86" y="0"/>
                    <a:pt x="45" y="31"/>
                    <a:pt x="33" y="83"/>
                  </a:cubicBezTo>
                  <a:cubicBezTo>
                    <a:pt x="0" y="149"/>
                    <a:pt x="33" y="219"/>
                    <a:pt x="87" y="252"/>
                  </a:cubicBezTo>
                  <a:lnTo>
                    <a:pt x="136" y="252"/>
                  </a:lnTo>
                  <a:cubicBezTo>
                    <a:pt x="190" y="252"/>
                    <a:pt x="223" y="219"/>
                    <a:pt x="239" y="170"/>
                  </a:cubicBezTo>
                  <a:cubicBezTo>
                    <a:pt x="256" y="132"/>
                    <a:pt x="239" y="83"/>
                    <a:pt x="223" y="46"/>
                  </a:cubicBezTo>
                  <a:cubicBezTo>
                    <a:pt x="206" y="29"/>
                    <a:pt x="190" y="13"/>
                    <a:pt x="169" y="13"/>
                  </a:cubicBezTo>
                  <a:cubicBezTo>
                    <a:pt x="156" y="4"/>
                    <a:pt x="141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3932875" y="2222550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39" y="0"/>
                  </a:moveTo>
                  <a:cubicBezTo>
                    <a:pt x="87" y="0"/>
                    <a:pt x="48" y="33"/>
                    <a:pt x="17" y="91"/>
                  </a:cubicBezTo>
                  <a:cubicBezTo>
                    <a:pt x="0" y="161"/>
                    <a:pt x="37" y="227"/>
                    <a:pt x="87" y="248"/>
                  </a:cubicBezTo>
                  <a:cubicBezTo>
                    <a:pt x="101" y="256"/>
                    <a:pt x="116" y="260"/>
                    <a:pt x="131" y="260"/>
                  </a:cubicBezTo>
                  <a:cubicBezTo>
                    <a:pt x="172" y="260"/>
                    <a:pt x="211" y="229"/>
                    <a:pt x="223" y="177"/>
                  </a:cubicBezTo>
                  <a:cubicBezTo>
                    <a:pt x="260" y="107"/>
                    <a:pt x="223" y="41"/>
                    <a:pt x="173" y="4"/>
                  </a:cubicBezTo>
                  <a:cubicBezTo>
                    <a:pt x="162" y="1"/>
                    <a:pt x="150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3930300" y="2192500"/>
              <a:ext cx="5575" cy="6725"/>
            </a:xfrm>
            <a:custGeom>
              <a:avLst/>
              <a:gdLst/>
              <a:ahLst/>
              <a:cxnLst/>
              <a:rect l="l" t="t" r="r" b="b"/>
              <a:pathLst>
                <a:path w="223" h="269" extrusionOk="0">
                  <a:moveTo>
                    <a:pt x="109" y="1"/>
                  </a:moveTo>
                  <a:cubicBezTo>
                    <a:pt x="62" y="1"/>
                    <a:pt x="14" y="35"/>
                    <a:pt x="0" y="89"/>
                  </a:cubicBezTo>
                  <a:lnTo>
                    <a:pt x="0" y="143"/>
                  </a:lnTo>
                  <a:cubicBezTo>
                    <a:pt x="0" y="192"/>
                    <a:pt x="17" y="246"/>
                    <a:pt x="70" y="262"/>
                  </a:cubicBezTo>
                  <a:cubicBezTo>
                    <a:pt x="79" y="267"/>
                    <a:pt x="90" y="269"/>
                    <a:pt x="100" y="269"/>
                  </a:cubicBezTo>
                  <a:cubicBezTo>
                    <a:pt x="129" y="269"/>
                    <a:pt x="161" y="253"/>
                    <a:pt x="173" y="229"/>
                  </a:cubicBezTo>
                  <a:cubicBezTo>
                    <a:pt x="190" y="213"/>
                    <a:pt x="206" y="192"/>
                    <a:pt x="206" y="176"/>
                  </a:cubicBezTo>
                  <a:cubicBezTo>
                    <a:pt x="223" y="110"/>
                    <a:pt x="206" y="40"/>
                    <a:pt x="140" y="7"/>
                  </a:cubicBezTo>
                  <a:cubicBezTo>
                    <a:pt x="130" y="3"/>
                    <a:pt x="120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3920925" y="22275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1" y="0"/>
                  </a:moveTo>
                  <a:cubicBezTo>
                    <a:pt x="84" y="0"/>
                    <a:pt x="66" y="4"/>
                    <a:pt x="50" y="12"/>
                  </a:cubicBezTo>
                  <a:cubicBezTo>
                    <a:pt x="33" y="29"/>
                    <a:pt x="17" y="50"/>
                    <a:pt x="17" y="83"/>
                  </a:cubicBezTo>
                  <a:cubicBezTo>
                    <a:pt x="0" y="116"/>
                    <a:pt x="0" y="132"/>
                    <a:pt x="0" y="169"/>
                  </a:cubicBezTo>
                  <a:cubicBezTo>
                    <a:pt x="17" y="202"/>
                    <a:pt x="33" y="235"/>
                    <a:pt x="66" y="256"/>
                  </a:cubicBezTo>
                  <a:cubicBezTo>
                    <a:pt x="78" y="258"/>
                    <a:pt x="89" y="260"/>
                    <a:pt x="99" y="260"/>
                  </a:cubicBezTo>
                  <a:cubicBezTo>
                    <a:pt x="152" y="260"/>
                    <a:pt x="192" y="227"/>
                    <a:pt x="223" y="186"/>
                  </a:cubicBezTo>
                  <a:cubicBezTo>
                    <a:pt x="239" y="116"/>
                    <a:pt x="206" y="29"/>
                    <a:pt x="153" y="12"/>
                  </a:cubicBezTo>
                  <a:cubicBezTo>
                    <a:pt x="136" y="4"/>
                    <a:pt x="119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910100" y="2214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21" y="190"/>
                    <a:pt x="37" y="223"/>
                    <a:pt x="54" y="240"/>
                  </a:cubicBezTo>
                  <a:cubicBezTo>
                    <a:pt x="70" y="260"/>
                    <a:pt x="103" y="260"/>
                    <a:pt x="140" y="260"/>
                  </a:cubicBezTo>
                  <a:cubicBezTo>
                    <a:pt x="190" y="260"/>
                    <a:pt x="243" y="190"/>
                    <a:pt x="227" y="120"/>
                  </a:cubicBezTo>
                  <a:cubicBezTo>
                    <a:pt x="227" y="87"/>
                    <a:pt x="206" y="54"/>
                    <a:pt x="190" y="34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3913600" y="224367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66" y="244"/>
                  </a:cubicBezTo>
                  <a:cubicBezTo>
                    <a:pt x="81" y="255"/>
                    <a:pt x="93" y="267"/>
                    <a:pt x="111" y="267"/>
                  </a:cubicBezTo>
                  <a:cubicBezTo>
                    <a:pt x="119" y="267"/>
                    <a:pt x="127" y="265"/>
                    <a:pt x="136" y="260"/>
                  </a:cubicBezTo>
                  <a:cubicBezTo>
                    <a:pt x="153" y="260"/>
                    <a:pt x="190" y="244"/>
                    <a:pt x="206" y="207"/>
                  </a:cubicBezTo>
                  <a:cubicBezTo>
                    <a:pt x="223" y="190"/>
                    <a:pt x="223" y="157"/>
                    <a:pt x="223" y="124"/>
                  </a:cubicBezTo>
                  <a:cubicBezTo>
                    <a:pt x="223" y="87"/>
                    <a:pt x="206" y="54"/>
                    <a:pt x="190" y="37"/>
                  </a:cubicBezTo>
                  <a:cubicBezTo>
                    <a:pt x="169" y="21"/>
                    <a:pt x="169" y="21"/>
                    <a:pt x="153" y="21"/>
                  </a:cubicBezTo>
                  <a:lnTo>
                    <a:pt x="136" y="21"/>
                  </a:lnTo>
                  <a:cubicBezTo>
                    <a:pt x="120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3922575" y="2209850"/>
              <a:ext cx="6500" cy="6850"/>
            </a:xfrm>
            <a:custGeom>
              <a:avLst/>
              <a:gdLst/>
              <a:ahLst/>
              <a:cxnLst/>
              <a:rect l="l" t="t" r="r" b="b"/>
              <a:pathLst>
                <a:path w="260" h="274" extrusionOk="0">
                  <a:moveTo>
                    <a:pt x="129" y="1"/>
                  </a:moveTo>
                  <a:cubicBezTo>
                    <a:pt x="88" y="1"/>
                    <a:pt x="49" y="32"/>
                    <a:pt x="37" y="84"/>
                  </a:cubicBezTo>
                  <a:cubicBezTo>
                    <a:pt x="0" y="154"/>
                    <a:pt x="37" y="240"/>
                    <a:pt x="87" y="257"/>
                  </a:cubicBezTo>
                  <a:cubicBezTo>
                    <a:pt x="103" y="273"/>
                    <a:pt x="120" y="273"/>
                    <a:pt x="140" y="273"/>
                  </a:cubicBezTo>
                  <a:cubicBezTo>
                    <a:pt x="190" y="257"/>
                    <a:pt x="223" y="240"/>
                    <a:pt x="243" y="187"/>
                  </a:cubicBezTo>
                  <a:cubicBezTo>
                    <a:pt x="260" y="137"/>
                    <a:pt x="243" y="84"/>
                    <a:pt x="206" y="51"/>
                  </a:cubicBezTo>
                  <a:cubicBezTo>
                    <a:pt x="206" y="34"/>
                    <a:pt x="190" y="13"/>
                    <a:pt x="173" y="13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3948325" y="22216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19" y="0"/>
                  </a:moveTo>
                  <a:cubicBezTo>
                    <a:pt x="76" y="0"/>
                    <a:pt x="33" y="23"/>
                    <a:pt x="17" y="76"/>
                  </a:cubicBezTo>
                  <a:cubicBezTo>
                    <a:pt x="1" y="142"/>
                    <a:pt x="17" y="229"/>
                    <a:pt x="87" y="245"/>
                  </a:cubicBezTo>
                  <a:cubicBezTo>
                    <a:pt x="102" y="256"/>
                    <a:pt x="118" y="260"/>
                    <a:pt x="133" y="260"/>
                  </a:cubicBezTo>
                  <a:cubicBezTo>
                    <a:pt x="173" y="260"/>
                    <a:pt x="211" y="227"/>
                    <a:pt x="223" y="179"/>
                  </a:cubicBezTo>
                  <a:cubicBezTo>
                    <a:pt x="244" y="109"/>
                    <a:pt x="223" y="39"/>
                    <a:pt x="157" y="6"/>
                  </a:cubicBezTo>
                  <a:cubicBezTo>
                    <a:pt x="145" y="2"/>
                    <a:pt x="132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3950075" y="2204700"/>
              <a:ext cx="6000" cy="6850"/>
            </a:xfrm>
            <a:custGeom>
              <a:avLst/>
              <a:gdLst/>
              <a:ahLst/>
              <a:cxnLst/>
              <a:rect l="l" t="t" r="r" b="b"/>
              <a:pathLst>
                <a:path w="240" h="274" extrusionOk="0">
                  <a:moveTo>
                    <a:pt x="129" y="1"/>
                  </a:moveTo>
                  <a:cubicBezTo>
                    <a:pt x="120" y="1"/>
                    <a:pt x="112" y="5"/>
                    <a:pt x="104" y="13"/>
                  </a:cubicBezTo>
                  <a:cubicBezTo>
                    <a:pt x="87" y="13"/>
                    <a:pt x="71" y="34"/>
                    <a:pt x="50" y="50"/>
                  </a:cubicBezTo>
                  <a:cubicBezTo>
                    <a:pt x="17" y="67"/>
                    <a:pt x="1" y="116"/>
                    <a:pt x="17" y="153"/>
                  </a:cubicBezTo>
                  <a:cubicBezTo>
                    <a:pt x="17" y="186"/>
                    <a:pt x="34" y="219"/>
                    <a:pt x="50" y="240"/>
                  </a:cubicBezTo>
                  <a:cubicBezTo>
                    <a:pt x="87" y="257"/>
                    <a:pt x="104" y="273"/>
                    <a:pt x="137" y="273"/>
                  </a:cubicBezTo>
                  <a:cubicBezTo>
                    <a:pt x="191" y="257"/>
                    <a:pt x="240" y="186"/>
                    <a:pt x="240" y="137"/>
                  </a:cubicBezTo>
                  <a:lnTo>
                    <a:pt x="240" y="116"/>
                  </a:lnTo>
                  <a:cubicBezTo>
                    <a:pt x="223" y="67"/>
                    <a:pt x="207" y="34"/>
                    <a:pt x="153" y="13"/>
                  </a:cubicBezTo>
                  <a:cubicBezTo>
                    <a:pt x="145" y="5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3950500" y="23472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67"/>
                    <a:pt x="0" y="153"/>
                  </a:cubicBezTo>
                  <a:cubicBezTo>
                    <a:pt x="17" y="186"/>
                    <a:pt x="33" y="207"/>
                    <a:pt x="54" y="240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90" y="240"/>
                    <a:pt x="239" y="170"/>
                    <a:pt x="223" y="104"/>
                  </a:cubicBezTo>
                  <a:cubicBezTo>
                    <a:pt x="223" y="67"/>
                    <a:pt x="206" y="50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3937600" y="2207600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37" y="0"/>
                  </a:moveTo>
                  <a:cubicBezTo>
                    <a:pt x="104" y="0"/>
                    <a:pt x="71" y="21"/>
                    <a:pt x="55" y="37"/>
                  </a:cubicBezTo>
                  <a:cubicBezTo>
                    <a:pt x="1" y="70"/>
                    <a:pt x="1" y="157"/>
                    <a:pt x="34" y="206"/>
                  </a:cubicBezTo>
                  <a:cubicBezTo>
                    <a:pt x="55" y="244"/>
                    <a:pt x="88" y="260"/>
                    <a:pt x="104" y="260"/>
                  </a:cubicBezTo>
                  <a:cubicBezTo>
                    <a:pt x="137" y="260"/>
                    <a:pt x="174" y="260"/>
                    <a:pt x="191" y="244"/>
                  </a:cubicBezTo>
                  <a:cubicBezTo>
                    <a:pt x="207" y="206"/>
                    <a:pt x="224" y="190"/>
                    <a:pt x="224" y="157"/>
                  </a:cubicBezTo>
                  <a:cubicBezTo>
                    <a:pt x="240" y="124"/>
                    <a:pt x="224" y="87"/>
                    <a:pt x="207" y="54"/>
                  </a:cubicBezTo>
                  <a:cubicBezTo>
                    <a:pt x="191" y="37"/>
                    <a:pt x="174" y="21"/>
                    <a:pt x="158" y="21"/>
                  </a:cubicBezTo>
                  <a:cubicBezTo>
                    <a:pt x="158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3944525" y="2191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66" y="1"/>
                    <a:pt x="50" y="17"/>
                    <a:pt x="33" y="55"/>
                  </a:cubicBezTo>
                  <a:cubicBezTo>
                    <a:pt x="17" y="88"/>
                    <a:pt x="0" y="120"/>
                    <a:pt x="0" y="158"/>
                  </a:cubicBezTo>
                  <a:cubicBezTo>
                    <a:pt x="17" y="191"/>
                    <a:pt x="33" y="207"/>
                    <a:pt x="50" y="240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90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3940600" y="22371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6" y="1"/>
                  </a:moveTo>
                  <a:cubicBezTo>
                    <a:pt x="99" y="1"/>
                    <a:pt x="51" y="33"/>
                    <a:pt x="38" y="91"/>
                  </a:cubicBezTo>
                  <a:cubicBezTo>
                    <a:pt x="1" y="157"/>
                    <a:pt x="38" y="227"/>
                    <a:pt x="87" y="260"/>
                  </a:cubicBezTo>
                  <a:cubicBezTo>
                    <a:pt x="100" y="264"/>
                    <a:pt x="113" y="266"/>
                    <a:pt x="124" y="266"/>
                  </a:cubicBezTo>
                  <a:cubicBezTo>
                    <a:pt x="175" y="266"/>
                    <a:pt x="214" y="232"/>
                    <a:pt x="244" y="178"/>
                  </a:cubicBezTo>
                  <a:cubicBezTo>
                    <a:pt x="260" y="108"/>
                    <a:pt x="223" y="38"/>
                    <a:pt x="174" y="5"/>
                  </a:cubicBezTo>
                  <a:cubicBezTo>
                    <a:pt x="165" y="2"/>
                    <a:pt x="155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3875350" y="22188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40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207" y="240"/>
                    <a:pt x="240" y="190"/>
                    <a:pt x="223" y="104"/>
                  </a:cubicBezTo>
                  <a:cubicBezTo>
                    <a:pt x="223" y="67"/>
                    <a:pt x="207" y="50"/>
                    <a:pt x="190" y="34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3875350" y="21882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27" y="0"/>
                  </a:moveTo>
                  <a:cubicBezTo>
                    <a:pt x="82" y="0"/>
                    <a:pt x="31" y="33"/>
                    <a:pt x="17" y="91"/>
                  </a:cubicBezTo>
                  <a:cubicBezTo>
                    <a:pt x="1" y="157"/>
                    <a:pt x="17" y="227"/>
                    <a:pt x="87" y="260"/>
                  </a:cubicBezTo>
                  <a:cubicBezTo>
                    <a:pt x="97" y="264"/>
                    <a:pt x="107" y="266"/>
                    <a:pt x="117" y="266"/>
                  </a:cubicBezTo>
                  <a:cubicBezTo>
                    <a:pt x="161" y="266"/>
                    <a:pt x="210" y="231"/>
                    <a:pt x="223" y="178"/>
                  </a:cubicBezTo>
                  <a:cubicBezTo>
                    <a:pt x="240" y="107"/>
                    <a:pt x="207" y="37"/>
                    <a:pt x="153" y="4"/>
                  </a:cubicBezTo>
                  <a:cubicBezTo>
                    <a:pt x="145" y="2"/>
                    <a:pt x="136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3867625" y="22038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9" y="0"/>
                  </a:moveTo>
                  <a:cubicBezTo>
                    <a:pt x="87" y="0"/>
                    <a:pt x="46" y="32"/>
                    <a:pt x="34" y="83"/>
                  </a:cubicBezTo>
                  <a:cubicBezTo>
                    <a:pt x="1" y="149"/>
                    <a:pt x="34" y="219"/>
                    <a:pt x="87" y="252"/>
                  </a:cubicBezTo>
                  <a:cubicBezTo>
                    <a:pt x="103" y="258"/>
                    <a:pt x="119" y="260"/>
                    <a:pt x="134" y="260"/>
                  </a:cubicBezTo>
                  <a:cubicBezTo>
                    <a:pt x="178" y="260"/>
                    <a:pt x="215" y="236"/>
                    <a:pt x="240" y="186"/>
                  </a:cubicBezTo>
                  <a:cubicBezTo>
                    <a:pt x="256" y="116"/>
                    <a:pt x="223" y="30"/>
                    <a:pt x="174" y="13"/>
                  </a:cubicBezTo>
                  <a:cubicBezTo>
                    <a:pt x="159" y="5"/>
                    <a:pt x="144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3904525" y="218492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4" y="0"/>
                  </a:moveTo>
                  <a:cubicBezTo>
                    <a:pt x="87" y="17"/>
                    <a:pt x="87" y="17"/>
                    <a:pt x="71" y="17"/>
                  </a:cubicBezTo>
                  <a:cubicBezTo>
                    <a:pt x="38" y="33"/>
                    <a:pt x="1" y="103"/>
                    <a:pt x="17" y="153"/>
                  </a:cubicBezTo>
                  <a:cubicBezTo>
                    <a:pt x="17" y="186"/>
                    <a:pt x="38" y="223"/>
                    <a:pt x="54" y="239"/>
                  </a:cubicBezTo>
                  <a:cubicBezTo>
                    <a:pt x="66" y="251"/>
                    <a:pt x="86" y="263"/>
                    <a:pt x="109" y="263"/>
                  </a:cubicBezTo>
                  <a:cubicBezTo>
                    <a:pt x="119" y="263"/>
                    <a:pt x="130" y="261"/>
                    <a:pt x="141" y="256"/>
                  </a:cubicBezTo>
                  <a:cubicBezTo>
                    <a:pt x="190" y="256"/>
                    <a:pt x="244" y="186"/>
                    <a:pt x="223" y="120"/>
                  </a:cubicBezTo>
                  <a:lnTo>
                    <a:pt x="223" y="83"/>
                  </a:lnTo>
                  <a:cubicBezTo>
                    <a:pt x="207" y="50"/>
                    <a:pt x="190" y="33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874950" y="2234950"/>
              <a:ext cx="6400" cy="6675"/>
            </a:xfrm>
            <a:custGeom>
              <a:avLst/>
              <a:gdLst/>
              <a:ahLst/>
              <a:cxnLst/>
              <a:rect l="l" t="t" r="r" b="b"/>
              <a:pathLst>
                <a:path w="256" h="267" extrusionOk="0">
                  <a:moveTo>
                    <a:pt x="111" y="0"/>
                  </a:moveTo>
                  <a:cubicBezTo>
                    <a:pt x="92" y="0"/>
                    <a:pt x="76" y="12"/>
                    <a:pt x="50" y="24"/>
                  </a:cubicBezTo>
                  <a:cubicBezTo>
                    <a:pt x="17" y="77"/>
                    <a:pt x="0" y="164"/>
                    <a:pt x="33" y="213"/>
                  </a:cubicBezTo>
                  <a:cubicBezTo>
                    <a:pt x="50" y="246"/>
                    <a:pt x="87" y="267"/>
                    <a:pt x="120" y="267"/>
                  </a:cubicBezTo>
                  <a:cubicBezTo>
                    <a:pt x="136" y="267"/>
                    <a:pt x="169" y="246"/>
                    <a:pt x="190" y="230"/>
                  </a:cubicBezTo>
                  <a:cubicBezTo>
                    <a:pt x="239" y="197"/>
                    <a:pt x="256" y="110"/>
                    <a:pt x="206" y="40"/>
                  </a:cubicBezTo>
                  <a:cubicBezTo>
                    <a:pt x="206" y="24"/>
                    <a:pt x="190" y="24"/>
                    <a:pt x="169" y="7"/>
                  </a:cubicBezTo>
                  <a:lnTo>
                    <a:pt x="136" y="7"/>
                  </a:lnTo>
                  <a:cubicBezTo>
                    <a:pt x="127" y="2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871950" y="22843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15" y="1"/>
                    <a:pt x="109" y="3"/>
                    <a:pt x="104" y="8"/>
                  </a:cubicBezTo>
                  <a:lnTo>
                    <a:pt x="67" y="8"/>
                  </a:lnTo>
                  <a:cubicBezTo>
                    <a:pt x="34" y="45"/>
                    <a:pt x="1" y="95"/>
                    <a:pt x="1" y="148"/>
                  </a:cubicBezTo>
                  <a:cubicBezTo>
                    <a:pt x="17" y="181"/>
                    <a:pt x="17" y="214"/>
                    <a:pt x="50" y="231"/>
                  </a:cubicBezTo>
                  <a:cubicBezTo>
                    <a:pt x="67" y="251"/>
                    <a:pt x="104" y="268"/>
                    <a:pt x="137" y="268"/>
                  </a:cubicBezTo>
                  <a:cubicBezTo>
                    <a:pt x="186" y="251"/>
                    <a:pt x="240" y="181"/>
                    <a:pt x="223" y="111"/>
                  </a:cubicBezTo>
                  <a:lnTo>
                    <a:pt x="223" y="78"/>
                  </a:lnTo>
                  <a:cubicBezTo>
                    <a:pt x="207" y="45"/>
                    <a:pt x="186" y="25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3868450" y="225170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25" y="0"/>
                  </a:moveTo>
                  <a:cubicBezTo>
                    <a:pt x="117" y="0"/>
                    <a:pt x="109" y="2"/>
                    <a:pt x="104" y="9"/>
                  </a:cubicBezTo>
                  <a:cubicBezTo>
                    <a:pt x="54" y="9"/>
                    <a:pt x="1" y="75"/>
                    <a:pt x="17" y="145"/>
                  </a:cubicBezTo>
                  <a:cubicBezTo>
                    <a:pt x="17" y="178"/>
                    <a:pt x="38" y="215"/>
                    <a:pt x="54" y="232"/>
                  </a:cubicBezTo>
                  <a:cubicBezTo>
                    <a:pt x="87" y="248"/>
                    <a:pt x="120" y="265"/>
                    <a:pt x="141" y="265"/>
                  </a:cubicBezTo>
                  <a:cubicBezTo>
                    <a:pt x="174" y="248"/>
                    <a:pt x="190" y="232"/>
                    <a:pt x="207" y="215"/>
                  </a:cubicBezTo>
                  <a:cubicBezTo>
                    <a:pt x="244" y="178"/>
                    <a:pt x="244" y="145"/>
                    <a:pt x="244" y="112"/>
                  </a:cubicBezTo>
                  <a:cubicBezTo>
                    <a:pt x="223" y="75"/>
                    <a:pt x="207" y="42"/>
                    <a:pt x="190" y="26"/>
                  </a:cubicBezTo>
                  <a:lnTo>
                    <a:pt x="174" y="9"/>
                  </a:lnTo>
                  <a:cubicBezTo>
                    <a:pt x="163" y="9"/>
                    <a:pt x="143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877525" y="23137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3" y="1"/>
                  </a:moveTo>
                  <a:cubicBezTo>
                    <a:pt x="33" y="17"/>
                    <a:pt x="0" y="83"/>
                    <a:pt x="0" y="153"/>
                  </a:cubicBezTo>
                  <a:cubicBezTo>
                    <a:pt x="17" y="186"/>
                    <a:pt x="17" y="224"/>
                    <a:pt x="50" y="240"/>
                  </a:cubicBezTo>
                  <a:cubicBezTo>
                    <a:pt x="61" y="252"/>
                    <a:pt x="83" y="263"/>
                    <a:pt x="107" y="263"/>
                  </a:cubicBezTo>
                  <a:cubicBezTo>
                    <a:pt x="117" y="263"/>
                    <a:pt x="127" y="261"/>
                    <a:pt x="136" y="257"/>
                  </a:cubicBezTo>
                  <a:cubicBezTo>
                    <a:pt x="190" y="257"/>
                    <a:pt x="239" y="186"/>
                    <a:pt x="223" y="120"/>
                  </a:cubicBezTo>
                  <a:cubicBezTo>
                    <a:pt x="223" y="83"/>
                    <a:pt x="206" y="50"/>
                    <a:pt x="169" y="34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889475" y="2216150"/>
              <a:ext cx="6525" cy="6425"/>
            </a:xfrm>
            <a:custGeom>
              <a:avLst/>
              <a:gdLst/>
              <a:ahLst/>
              <a:cxnLst/>
              <a:rect l="l" t="t" r="r" b="b"/>
              <a:pathLst>
                <a:path w="261" h="257" extrusionOk="0">
                  <a:moveTo>
                    <a:pt x="146" y="0"/>
                  </a:moveTo>
                  <a:cubicBezTo>
                    <a:pt x="101" y="0"/>
                    <a:pt x="51" y="30"/>
                    <a:pt x="38" y="71"/>
                  </a:cubicBezTo>
                  <a:cubicBezTo>
                    <a:pt x="1" y="141"/>
                    <a:pt x="38" y="227"/>
                    <a:pt x="87" y="244"/>
                  </a:cubicBezTo>
                  <a:cubicBezTo>
                    <a:pt x="106" y="253"/>
                    <a:pt x="123" y="257"/>
                    <a:pt x="139" y="257"/>
                  </a:cubicBezTo>
                  <a:cubicBezTo>
                    <a:pt x="183" y="257"/>
                    <a:pt x="217" y="225"/>
                    <a:pt x="244" y="174"/>
                  </a:cubicBezTo>
                  <a:cubicBezTo>
                    <a:pt x="260" y="108"/>
                    <a:pt x="227" y="38"/>
                    <a:pt x="174" y="5"/>
                  </a:cubicBezTo>
                  <a:cubicBezTo>
                    <a:pt x="165" y="2"/>
                    <a:pt x="156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3898125" y="2202825"/>
              <a:ext cx="6025" cy="6650"/>
            </a:xfrm>
            <a:custGeom>
              <a:avLst/>
              <a:gdLst/>
              <a:ahLst/>
              <a:cxnLst/>
              <a:rect l="l" t="t" r="r" b="b"/>
              <a:pathLst>
                <a:path w="241" h="266" extrusionOk="0">
                  <a:moveTo>
                    <a:pt x="124" y="0"/>
                  </a:moveTo>
                  <a:cubicBezTo>
                    <a:pt x="80" y="0"/>
                    <a:pt x="31" y="35"/>
                    <a:pt x="17" y="88"/>
                  </a:cubicBezTo>
                  <a:cubicBezTo>
                    <a:pt x="1" y="158"/>
                    <a:pt x="17" y="228"/>
                    <a:pt x="87" y="261"/>
                  </a:cubicBezTo>
                  <a:cubicBezTo>
                    <a:pt x="96" y="264"/>
                    <a:pt x="105" y="266"/>
                    <a:pt x="114" y="266"/>
                  </a:cubicBezTo>
                  <a:cubicBezTo>
                    <a:pt x="159" y="266"/>
                    <a:pt x="210" y="233"/>
                    <a:pt x="224" y="175"/>
                  </a:cubicBezTo>
                  <a:cubicBezTo>
                    <a:pt x="240" y="109"/>
                    <a:pt x="207" y="39"/>
                    <a:pt x="153" y="6"/>
                  </a:cubicBezTo>
                  <a:cubicBezTo>
                    <a:pt x="144" y="2"/>
                    <a:pt x="134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3902875" y="22282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7" y="1"/>
                  </a:moveTo>
                  <a:cubicBezTo>
                    <a:pt x="104" y="1"/>
                    <a:pt x="83" y="22"/>
                    <a:pt x="50" y="38"/>
                  </a:cubicBezTo>
                  <a:cubicBezTo>
                    <a:pt x="1" y="88"/>
                    <a:pt x="1" y="158"/>
                    <a:pt x="34" y="228"/>
                  </a:cubicBezTo>
                  <a:cubicBezTo>
                    <a:pt x="52" y="255"/>
                    <a:pt x="81" y="267"/>
                    <a:pt x="112" y="267"/>
                  </a:cubicBezTo>
                  <a:cubicBezTo>
                    <a:pt x="137" y="267"/>
                    <a:pt x="164" y="259"/>
                    <a:pt x="186" y="244"/>
                  </a:cubicBezTo>
                  <a:cubicBezTo>
                    <a:pt x="240" y="191"/>
                    <a:pt x="240" y="104"/>
                    <a:pt x="207" y="55"/>
                  </a:cubicBezTo>
                  <a:cubicBezTo>
                    <a:pt x="207" y="38"/>
                    <a:pt x="186" y="22"/>
                    <a:pt x="170" y="22"/>
                  </a:cubicBezTo>
                  <a:cubicBezTo>
                    <a:pt x="153" y="22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3889075" y="21853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40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0" y="87"/>
                    <a:pt x="0" y="153"/>
                    <a:pt x="37" y="223"/>
                  </a:cubicBezTo>
                  <a:cubicBezTo>
                    <a:pt x="54" y="240"/>
                    <a:pt x="87" y="256"/>
                    <a:pt x="103" y="256"/>
                  </a:cubicBezTo>
                  <a:cubicBezTo>
                    <a:pt x="114" y="261"/>
                    <a:pt x="125" y="263"/>
                    <a:pt x="134" y="263"/>
                  </a:cubicBezTo>
                  <a:cubicBezTo>
                    <a:pt x="158" y="263"/>
                    <a:pt x="178" y="252"/>
                    <a:pt x="190" y="240"/>
                  </a:cubicBezTo>
                  <a:cubicBezTo>
                    <a:pt x="243" y="190"/>
                    <a:pt x="243" y="104"/>
                    <a:pt x="206" y="50"/>
                  </a:cubicBezTo>
                  <a:cubicBezTo>
                    <a:pt x="190" y="34"/>
                    <a:pt x="173" y="17"/>
                    <a:pt x="157" y="17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3882675" y="2202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7"/>
                    <a:pt x="0" y="87"/>
                    <a:pt x="17" y="157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207" y="244"/>
                    <a:pt x="240" y="190"/>
                    <a:pt x="240" y="104"/>
                  </a:cubicBezTo>
                  <a:cubicBezTo>
                    <a:pt x="223" y="71"/>
                    <a:pt x="207" y="54"/>
                    <a:pt x="190" y="38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3888250" y="22321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71"/>
                    <a:pt x="0" y="153"/>
                  </a:cubicBezTo>
                  <a:cubicBezTo>
                    <a:pt x="17" y="190"/>
                    <a:pt x="33" y="207"/>
                    <a:pt x="50" y="223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90" y="17"/>
                  </a:cubicBezTo>
                  <a:cubicBezTo>
                    <a:pt x="173" y="17"/>
                    <a:pt x="17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4169125" y="24004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0"/>
                  </a:moveTo>
                  <a:cubicBezTo>
                    <a:pt x="70" y="0"/>
                    <a:pt x="33" y="1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06"/>
                    <a:pt x="33" y="244"/>
                  </a:cubicBezTo>
                  <a:cubicBezTo>
                    <a:pt x="70" y="260"/>
                    <a:pt x="87" y="260"/>
                    <a:pt x="120" y="260"/>
                  </a:cubicBezTo>
                  <a:cubicBezTo>
                    <a:pt x="190" y="244"/>
                    <a:pt x="223" y="173"/>
                    <a:pt x="223" y="103"/>
                  </a:cubicBezTo>
                  <a:cubicBezTo>
                    <a:pt x="206" y="70"/>
                    <a:pt x="190" y="54"/>
                    <a:pt x="173" y="17"/>
                  </a:cubicBezTo>
                  <a:cubicBezTo>
                    <a:pt x="173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4209525" y="24081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17" y="223"/>
                    <a:pt x="50" y="244"/>
                  </a:cubicBezTo>
                  <a:cubicBezTo>
                    <a:pt x="61" y="255"/>
                    <a:pt x="83" y="267"/>
                    <a:pt x="107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86" y="260"/>
                    <a:pt x="239" y="190"/>
                    <a:pt x="223" y="120"/>
                  </a:cubicBezTo>
                  <a:cubicBezTo>
                    <a:pt x="223" y="71"/>
                    <a:pt x="186" y="38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4202600" y="23480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88" y="1"/>
                  </a:moveTo>
                  <a:cubicBezTo>
                    <a:pt x="34" y="1"/>
                    <a:pt x="1" y="71"/>
                    <a:pt x="1" y="137"/>
                  </a:cubicBezTo>
                  <a:cubicBezTo>
                    <a:pt x="1" y="174"/>
                    <a:pt x="17" y="207"/>
                    <a:pt x="50" y="223"/>
                  </a:cubicBezTo>
                  <a:cubicBezTo>
                    <a:pt x="71" y="256"/>
                    <a:pt x="104" y="256"/>
                    <a:pt x="121" y="256"/>
                  </a:cubicBezTo>
                  <a:cubicBezTo>
                    <a:pt x="191" y="240"/>
                    <a:pt x="224" y="174"/>
                    <a:pt x="224" y="104"/>
                  </a:cubicBezTo>
                  <a:cubicBezTo>
                    <a:pt x="224" y="71"/>
                    <a:pt x="207" y="34"/>
                    <a:pt x="174" y="17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4204375" y="242387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02" y="0"/>
                  </a:moveTo>
                  <a:cubicBezTo>
                    <a:pt x="96" y="0"/>
                    <a:pt x="89" y="2"/>
                    <a:pt x="83" y="7"/>
                  </a:cubicBezTo>
                  <a:cubicBezTo>
                    <a:pt x="50" y="7"/>
                    <a:pt x="33" y="28"/>
                    <a:pt x="17" y="61"/>
                  </a:cubicBezTo>
                  <a:cubicBezTo>
                    <a:pt x="0" y="78"/>
                    <a:pt x="0" y="111"/>
                    <a:pt x="0" y="148"/>
                  </a:cubicBezTo>
                  <a:cubicBezTo>
                    <a:pt x="0" y="181"/>
                    <a:pt x="17" y="214"/>
                    <a:pt x="33" y="234"/>
                  </a:cubicBezTo>
                  <a:cubicBezTo>
                    <a:pt x="66" y="251"/>
                    <a:pt x="83" y="267"/>
                    <a:pt x="120" y="267"/>
                  </a:cubicBezTo>
                  <a:cubicBezTo>
                    <a:pt x="186" y="251"/>
                    <a:pt x="223" y="181"/>
                    <a:pt x="223" y="111"/>
                  </a:cubicBezTo>
                  <a:cubicBezTo>
                    <a:pt x="206" y="78"/>
                    <a:pt x="186" y="45"/>
                    <a:pt x="169" y="28"/>
                  </a:cubicBezTo>
                  <a:cubicBezTo>
                    <a:pt x="153" y="28"/>
                    <a:pt x="153" y="7"/>
                    <a:pt x="136" y="7"/>
                  </a:cubicBezTo>
                  <a:cubicBezTo>
                    <a:pt x="125" y="7"/>
                    <a:pt x="114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4212925" y="23931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87" y="1"/>
                    <a:pt x="70" y="21"/>
                    <a:pt x="33" y="38"/>
                  </a:cubicBezTo>
                  <a:cubicBezTo>
                    <a:pt x="17" y="54"/>
                    <a:pt x="0" y="87"/>
                    <a:pt x="0" y="124"/>
                  </a:cubicBezTo>
                  <a:cubicBezTo>
                    <a:pt x="0" y="157"/>
                    <a:pt x="0" y="190"/>
                    <a:pt x="17" y="227"/>
                  </a:cubicBezTo>
                  <a:cubicBezTo>
                    <a:pt x="33" y="244"/>
                    <a:pt x="70" y="260"/>
                    <a:pt x="103" y="260"/>
                  </a:cubicBezTo>
                  <a:cubicBezTo>
                    <a:pt x="108" y="265"/>
                    <a:pt x="114" y="267"/>
                    <a:pt x="121" y="267"/>
                  </a:cubicBezTo>
                  <a:cubicBezTo>
                    <a:pt x="138" y="267"/>
                    <a:pt x="159" y="255"/>
                    <a:pt x="173" y="244"/>
                  </a:cubicBezTo>
                  <a:cubicBezTo>
                    <a:pt x="223" y="190"/>
                    <a:pt x="239" y="104"/>
                    <a:pt x="190" y="54"/>
                  </a:cubicBezTo>
                  <a:cubicBezTo>
                    <a:pt x="190" y="38"/>
                    <a:pt x="173" y="21"/>
                    <a:pt x="153" y="21"/>
                  </a:cubicBezTo>
                  <a:cubicBezTo>
                    <a:pt x="136" y="21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4213325" y="2362725"/>
              <a:ext cx="1775" cy="4650"/>
            </a:xfrm>
            <a:custGeom>
              <a:avLst/>
              <a:gdLst/>
              <a:ahLst/>
              <a:cxnLst/>
              <a:rect l="l" t="t" r="r" b="b"/>
              <a:pathLst>
                <a:path w="71" h="186" extrusionOk="0">
                  <a:moveTo>
                    <a:pt x="17" y="0"/>
                  </a:moveTo>
                  <a:cubicBezTo>
                    <a:pt x="17" y="0"/>
                    <a:pt x="1" y="0"/>
                    <a:pt x="1" y="17"/>
                  </a:cubicBezTo>
                  <a:lnTo>
                    <a:pt x="1" y="103"/>
                  </a:lnTo>
                  <a:cubicBezTo>
                    <a:pt x="17" y="135"/>
                    <a:pt x="32" y="167"/>
                    <a:pt x="67" y="169"/>
                  </a:cubicBezTo>
                  <a:lnTo>
                    <a:pt x="67" y="169"/>
                  </a:lnTo>
                  <a:cubicBezTo>
                    <a:pt x="51" y="108"/>
                    <a:pt x="32" y="46"/>
                    <a:pt x="17" y="0"/>
                  </a:cubicBezTo>
                  <a:close/>
                  <a:moveTo>
                    <a:pt x="67" y="169"/>
                  </a:moveTo>
                  <a:cubicBezTo>
                    <a:pt x="68" y="175"/>
                    <a:pt x="69" y="180"/>
                    <a:pt x="71" y="186"/>
                  </a:cubicBezTo>
                  <a:lnTo>
                    <a:pt x="71" y="169"/>
                  </a:lnTo>
                  <a:cubicBezTo>
                    <a:pt x="69" y="169"/>
                    <a:pt x="68" y="169"/>
                    <a:pt x="67" y="1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4149725" y="2203675"/>
              <a:ext cx="5700" cy="6475"/>
            </a:xfrm>
            <a:custGeom>
              <a:avLst/>
              <a:gdLst/>
              <a:ahLst/>
              <a:cxnLst/>
              <a:rect l="l" t="t" r="r" b="b"/>
              <a:pathLst>
                <a:path w="228" h="259" extrusionOk="0">
                  <a:moveTo>
                    <a:pt x="147" y="1"/>
                  </a:moveTo>
                  <a:cubicBezTo>
                    <a:pt x="102" y="1"/>
                    <a:pt x="52" y="33"/>
                    <a:pt x="38" y="91"/>
                  </a:cubicBezTo>
                  <a:cubicBezTo>
                    <a:pt x="1" y="141"/>
                    <a:pt x="38" y="227"/>
                    <a:pt x="87" y="244"/>
                  </a:cubicBezTo>
                  <a:cubicBezTo>
                    <a:pt x="103" y="254"/>
                    <a:pt x="118" y="259"/>
                    <a:pt x="132" y="259"/>
                  </a:cubicBezTo>
                  <a:cubicBezTo>
                    <a:pt x="168" y="259"/>
                    <a:pt x="201" y="230"/>
                    <a:pt x="228" y="194"/>
                  </a:cubicBezTo>
                  <a:cubicBezTo>
                    <a:pt x="207" y="124"/>
                    <a:pt x="191" y="75"/>
                    <a:pt x="174" y="5"/>
                  </a:cubicBezTo>
                  <a:cubicBezTo>
                    <a:pt x="166" y="2"/>
                    <a:pt x="157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4165700" y="2245000"/>
              <a:ext cx="3850" cy="6025"/>
            </a:xfrm>
            <a:custGeom>
              <a:avLst/>
              <a:gdLst/>
              <a:ahLst/>
              <a:cxnLst/>
              <a:rect l="l" t="t" r="r" b="b"/>
              <a:pathLst>
                <a:path w="154" h="241" extrusionOk="0">
                  <a:moveTo>
                    <a:pt x="67" y="1"/>
                  </a:moveTo>
                  <a:cubicBezTo>
                    <a:pt x="17" y="17"/>
                    <a:pt x="1" y="71"/>
                    <a:pt x="1" y="137"/>
                  </a:cubicBezTo>
                  <a:cubicBezTo>
                    <a:pt x="1" y="174"/>
                    <a:pt x="34" y="207"/>
                    <a:pt x="50" y="224"/>
                  </a:cubicBezTo>
                  <a:cubicBezTo>
                    <a:pt x="67" y="240"/>
                    <a:pt x="104" y="240"/>
                    <a:pt x="121" y="240"/>
                  </a:cubicBezTo>
                  <a:lnTo>
                    <a:pt x="154" y="240"/>
                  </a:lnTo>
                  <a:cubicBezTo>
                    <a:pt x="121" y="154"/>
                    <a:pt x="104" y="7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4197050" y="24404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87" y="1"/>
                    <a:pt x="50" y="34"/>
                  </a:cubicBezTo>
                  <a:cubicBezTo>
                    <a:pt x="17" y="67"/>
                    <a:pt x="0" y="154"/>
                    <a:pt x="33" y="207"/>
                  </a:cubicBezTo>
                  <a:cubicBezTo>
                    <a:pt x="50" y="240"/>
                    <a:pt x="87" y="257"/>
                    <a:pt x="120" y="257"/>
                  </a:cubicBezTo>
                  <a:cubicBezTo>
                    <a:pt x="136" y="257"/>
                    <a:pt x="169" y="257"/>
                    <a:pt x="190" y="224"/>
                  </a:cubicBezTo>
                  <a:cubicBezTo>
                    <a:pt x="223" y="207"/>
                    <a:pt x="239" y="170"/>
                    <a:pt x="239" y="137"/>
                  </a:cubicBezTo>
                  <a:cubicBezTo>
                    <a:pt x="239" y="104"/>
                    <a:pt x="223" y="67"/>
                    <a:pt x="206" y="50"/>
                  </a:cubicBezTo>
                  <a:cubicBezTo>
                    <a:pt x="206" y="34"/>
                    <a:pt x="190" y="1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3804450" y="2526300"/>
              <a:ext cx="3525" cy="5575"/>
            </a:xfrm>
            <a:custGeom>
              <a:avLst/>
              <a:gdLst/>
              <a:ahLst/>
              <a:cxnLst/>
              <a:rect l="l" t="t" r="r" b="b"/>
              <a:pathLst>
                <a:path w="141" h="223" extrusionOk="0">
                  <a:moveTo>
                    <a:pt x="140" y="0"/>
                  </a:moveTo>
                  <a:cubicBezTo>
                    <a:pt x="103" y="0"/>
                    <a:pt x="87" y="0"/>
                    <a:pt x="70" y="17"/>
                  </a:cubicBezTo>
                  <a:cubicBezTo>
                    <a:pt x="21" y="70"/>
                    <a:pt x="0" y="157"/>
                    <a:pt x="54" y="206"/>
                  </a:cubicBezTo>
                  <a:cubicBezTo>
                    <a:pt x="54" y="223"/>
                    <a:pt x="54" y="223"/>
                    <a:pt x="70" y="223"/>
                  </a:cubicBezTo>
                  <a:cubicBezTo>
                    <a:pt x="87" y="157"/>
                    <a:pt x="124" y="7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4206025" y="23772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1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0" y="190"/>
                    <a:pt x="37" y="223"/>
                    <a:pt x="54" y="244"/>
                  </a:cubicBezTo>
                  <a:cubicBezTo>
                    <a:pt x="70" y="260"/>
                    <a:pt x="103" y="260"/>
                    <a:pt x="120" y="260"/>
                  </a:cubicBezTo>
                  <a:cubicBezTo>
                    <a:pt x="157" y="260"/>
                    <a:pt x="190" y="244"/>
                    <a:pt x="206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6" y="54"/>
                    <a:pt x="173" y="17"/>
                  </a:cubicBezTo>
                  <a:cubicBezTo>
                    <a:pt x="173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4192725" y="24551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1" y="0"/>
                  </a:moveTo>
                  <a:cubicBezTo>
                    <a:pt x="69" y="0"/>
                    <a:pt x="29" y="33"/>
                    <a:pt x="17" y="81"/>
                  </a:cubicBezTo>
                  <a:cubicBezTo>
                    <a:pt x="0" y="151"/>
                    <a:pt x="17" y="238"/>
                    <a:pt x="87" y="254"/>
                  </a:cubicBezTo>
                  <a:cubicBezTo>
                    <a:pt x="100" y="263"/>
                    <a:pt x="114" y="267"/>
                    <a:pt x="129" y="267"/>
                  </a:cubicBezTo>
                  <a:cubicBezTo>
                    <a:pt x="170" y="267"/>
                    <a:pt x="211" y="235"/>
                    <a:pt x="223" y="184"/>
                  </a:cubicBezTo>
                  <a:cubicBezTo>
                    <a:pt x="239" y="118"/>
                    <a:pt x="223" y="31"/>
                    <a:pt x="157" y="15"/>
                  </a:cubicBezTo>
                  <a:cubicBezTo>
                    <a:pt x="142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4186325" y="23978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50" y="0"/>
                    <a:pt x="1" y="70"/>
                    <a:pt x="17" y="140"/>
                  </a:cubicBezTo>
                  <a:cubicBezTo>
                    <a:pt x="17" y="173"/>
                    <a:pt x="34" y="206"/>
                    <a:pt x="50" y="223"/>
                  </a:cubicBezTo>
                  <a:cubicBezTo>
                    <a:pt x="83" y="260"/>
                    <a:pt x="120" y="260"/>
                    <a:pt x="137" y="260"/>
                  </a:cubicBezTo>
                  <a:cubicBezTo>
                    <a:pt x="170" y="243"/>
                    <a:pt x="186" y="223"/>
                    <a:pt x="207" y="206"/>
                  </a:cubicBezTo>
                  <a:cubicBezTo>
                    <a:pt x="223" y="173"/>
                    <a:pt x="240" y="140"/>
                    <a:pt x="240" y="103"/>
                  </a:cubicBezTo>
                  <a:cubicBezTo>
                    <a:pt x="223" y="70"/>
                    <a:pt x="207" y="37"/>
                    <a:pt x="186" y="17"/>
                  </a:cubicBezTo>
                  <a:lnTo>
                    <a:pt x="1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4089225" y="2184925"/>
              <a:ext cx="5600" cy="3600"/>
            </a:xfrm>
            <a:custGeom>
              <a:avLst/>
              <a:gdLst/>
              <a:ahLst/>
              <a:cxnLst/>
              <a:rect l="l" t="t" r="r" b="b"/>
              <a:pathLst>
                <a:path w="224" h="144" extrusionOk="0">
                  <a:moveTo>
                    <a:pt x="1" y="0"/>
                  </a:moveTo>
                  <a:lnTo>
                    <a:pt x="1" y="33"/>
                  </a:lnTo>
                  <a:cubicBezTo>
                    <a:pt x="1" y="66"/>
                    <a:pt x="17" y="103"/>
                    <a:pt x="50" y="120"/>
                  </a:cubicBezTo>
                  <a:cubicBezTo>
                    <a:pt x="65" y="132"/>
                    <a:pt x="86" y="143"/>
                    <a:pt x="102" y="143"/>
                  </a:cubicBezTo>
                  <a:cubicBezTo>
                    <a:pt x="109" y="143"/>
                    <a:pt x="116" y="141"/>
                    <a:pt x="120" y="136"/>
                  </a:cubicBezTo>
                  <a:cubicBezTo>
                    <a:pt x="190" y="136"/>
                    <a:pt x="223" y="66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4198275" y="2393950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40" y="0"/>
                  </a:moveTo>
                  <a:cubicBezTo>
                    <a:pt x="87" y="0"/>
                    <a:pt x="48" y="33"/>
                    <a:pt x="17" y="91"/>
                  </a:cubicBezTo>
                  <a:cubicBezTo>
                    <a:pt x="1" y="141"/>
                    <a:pt x="38" y="227"/>
                    <a:pt x="87" y="244"/>
                  </a:cubicBezTo>
                  <a:cubicBezTo>
                    <a:pt x="104" y="260"/>
                    <a:pt x="120" y="260"/>
                    <a:pt x="141" y="260"/>
                  </a:cubicBezTo>
                  <a:cubicBezTo>
                    <a:pt x="174" y="244"/>
                    <a:pt x="223" y="227"/>
                    <a:pt x="223" y="174"/>
                  </a:cubicBezTo>
                  <a:cubicBezTo>
                    <a:pt x="244" y="124"/>
                    <a:pt x="244" y="71"/>
                    <a:pt x="207" y="38"/>
                  </a:cubicBezTo>
                  <a:cubicBezTo>
                    <a:pt x="207" y="21"/>
                    <a:pt x="190" y="21"/>
                    <a:pt x="174" y="5"/>
                  </a:cubicBezTo>
                  <a:cubicBezTo>
                    <a:pt x="162" y="2"/>
                    <a:pt x="151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4068625" y="2184925"/>
              <a:ext cx="6000" cy="5025"/>
            </a:xfrm>
            <a:custGeom>
              <a:avLst/>
              <a:gdLst/>
              <a:ahLst/>
              <a:cxnLst/>
              <a:rect l="l" t="t" r="r" b="b"/>
              <a:pathLst>
                <a:path w="240" h="201" extrusionOk="0">
                  <a:moveTo>
                    <a:pt x="33" y="0"/>
                  </a:moveTo>
                  <a:cubicBezTo>
                    <a:pt x="33" y="17"/>
                    <a:pt x="17" y="17"/>
                    <a:pt x="17" y="33"/>
                  </a:cubicBezTo>
                  <a:cubicBezTo>
                    <a:pt x="0" y="83"/>
                    <a:pt x="33" y="169"/>
                    <a:pt x="87" y="186"/>
                  </a:cubicBezTo>
                  <a:cubicBezTo>
                    <a:pt x="100" y="196"/>
                    <a:pt x="115" y="201"/>
                    <a:pt x="130" y="201"/>
                  </a:cubicBezTo>
                  <a:cubicBezTo>
                    <a:pt x="170" y="201"/>
                    <a:pt x="211" y="168"/>
                    <a:pt x="223" y="120"/>
                  </a:cubicBezTo>
                  <a:cubicBezTo>
                    <a:pt x="239" y="83"/>
                    <a:pt x="239" y="33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4106850" y="2474350"/>
              <a:ext cx="1275" cy="425"/>
            </a:xfrm>
            <a:custGeom>
              <a:avLst/>
              <a:gdLst/>
              <a:ahLst/>
              <a:cxnLst/>
              <a:rect l="l" t="t" r="r" b="b"/>
              <a:pathLst>
                <a:path w="51" h="17" extrusionOk="0">
                  <a:moveTo>
                    <a:pt x="1" y="0"/>
                  </a:moveTo>
                  <a:cubicBezTo>
                    <a:pt x="17" y="0"/>
                    <a:pt x="34" y="17"/>
                    <a:pt x="50" y="17"/>
                  </a:cubicBezTo>
                  <a:cubicBezTo>
                    <a:pt x="50" y="17"/>
                    <a:pt x="34" y="17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4182400" y="2442650"/>
              <a:ext cx="6025" cy="6375"/>
            </a:xfrm>
            <a:custGeom>
              <a:avLst/>
              <a:gdLst/>
              <a:ahLst/>
              <a:cxnLst/>
              <a:rect l="l" t="t" r="r" b="b"/>
              <a:pathLst>
                <a:path w="241" h="255" extrusionOk="0">
                  <a:moveTo>
                    <a:pt x="111" y="0"/>
                  </a:moveTo>
                  <a:cubicBezTo>
                    <a:pt x="70" y="0"/>
                    <a:pt x="29" y="33"/>
                    <a:pt x="17" y="81"/>
                  </a:cubicBezTo>
                  <a:cubicBezTo>
                    <a:pt x="1" y="151"/>
                    <a:pt x="17" y="221"/>
                    <a:pt x="87" y="254"/>
                  </a:cubicBezTo>
                  <a:lnTo>
                    <a:pt x="137" y="254"/>
                  </a:lnTo>
                  <a:cubicBezTo>
                    <a:pt x="174" y="254"/>
                    <a:pt x="207" y="221"/>
                    <a:pt x="224" y="168"/>
                  </a:cubicBezTo>
                  <a:cubicBezTo>
                    <a:pt x="240" y="135"/>
                    <a:pt x="224" y="81"/>
                    <a:pt x="207" y="48"/>
                  </a:cubicBezTo>
                  <a:cubicBezTo>
                    <a:pt x="191" y="32"/>
                    <a:pt x="174" y="15"/>
                    <a:pt x="158" y="15"/>
                  </a:cubicBezTo>
                  <a:cubicBezTo>
                    <a:pt x="143" y="5"/>
                    <a:pt x="127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3796300" y="2514750"/>
              <a:ext cx="1375" cy="4675"/>
            </a:xfrm>
            <a:custGeom>
              <a:avLst/>
              <a:gdLst/>
              <a:ahLst/>
              <a:cxnLst/>
              <a:rect l="l" t="t" r="r" b="b"/>
              <a:pathLst>
                <a:path w="55" h="187" extrusionOk="0">
                  <a:moveTo>
                    <a:pt x="0" y="1"/>
                  </a:moveTo>
                  <a:lnTo>
                    <a:pt x="0" y="186"/>
                  </a:lnTo>
                  <a:cubicBezTo>
                    <a:pt x="17" y="170"/>
                    <a:pt x="38" y="153"/>
                    <a:pt x="38" y="137"/>
                  </a:cubicBezTo>
                  <a:cubicBezTo>
                    <a:pt x="54" y="83"/>
                    <a:pt x="38" y="3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4187975" y="2475175"/>
              <a:ext cx="5600" cy="5600"/>
            </a:xfrm>
            <a:custGeom>
              <a:avLst/>
              <a:gdLst/>
              <a:ahLst/>
              <a:cxnLst/>
              <a:rect l="l" t="t" r="r" b="b"/>
              <a:pathLst>
                <a:path w="224" h="224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1" y="190"/>
                    <a:pt x="17" y="207"/>
                    <a:pt x="38" y="223"/>
                  </a:cubicBezTo>
                  <a:cubicBezTo>
                    <a:pt x="104" y="190"/>
                    <a:pt x="157" y="157"/>
                    <a:pt x="223" y="120"/>
                  </a:cubicBezTo>
                  <a:cubicBezTo>
                    <a:pt x="223" y="87"/>
                    <a:pt x="207" y="54"/>
                    <a:pt x="174" y="37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4218900" y="2421050"/>
              <a:ext cx="5175" cy="6525"/>
            </a:xfrm>
            <a:custGeom>
              <a:avLst/>
              <a:gdLst/>
              <a:ahLst/>
              <a:cxnLst/>
              <a:rect l="l" t="t" r="r" b="b"/>
              <a:pathLst>
                <a:path w="207" h="261" extrusionOk="0">
                  <a:moveTo>
                    <a:pt x="141" y="1"/>
                  </a:moveTo>
                  <a:cubicBezTo>
                    <a:pt x="103" y="1"/>
                    <a:pt x="70" y="17"/>
                    <a:pt x="54" y="38"/>
                  </a:cubicBezTo>
                  <a:cubicBezTo>
                    <a:pt x="0" y="71"/>
                    <a:pt x="0" y="158"/>
                    <a:pt x="37" y="207"/>
                  </a:cubicBezTo>
                  <a:cubicBezTo>
                    <a:pt x="54" y="244"/>
                    <a:pt x="70" y="261"/>
                    <a:pt x="103" y="261"/>
                  </a:cubicBezTo>
                  <a:cubicBezTo>
                    <a:pt x="141" y="261"/>
                    <a:pt x="157" y="261"/>
                    <a:pt x="190" y="244"/>
                  </a:cubicBezTo>
                  <a:cubicBezTo>
                    <a:pt x="190" y="174"/>
                    <a:pt x="190" y="104"/>
                    <a:pt x="207" y="54"/>
                  </a:cubicBezTo>
                  <a:cubicBezTo>
                    <a:pt x="190" y="38"/>
                    <a:pt x="174" y="17"/>
                    <a:pt x="157" y="17"/>
                  </a:cubicBezTo>
                  <a:cubicBezTo>
                    <a:pt x="157" y="1"/>
                    <a:pt x="141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4207775" y="24542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1" y="1"/>
                  </a:moveTo>
                  <a:cubicBezTo>
                    <a:pt x="76" y="1"/>
                    <a:pt x="41" y="32"/>
                    <a:pt x="17" y="84"/>
                  </a:cubicBezTo>
                  <a:cubicBezTo>
                    <a:pt x="0" y="154"/>
                    <a:pt x="33" y="220"/>
                    <a:pt x="87" y="257"/>
                  </a:cubicBezTo>
                  <a:cubicBezTo>
                    <a:pt x="96" y="262"/>
                    <a:pt x="106" y="264"/>
                    <a:pt x="115" y="264"/>
                  </a:cubicBezTo>
                  <a:cubicBezTo>
                    <a:pt x="139" y="264"/>
                    <a:pt x="163" y="251"/>
                    <a:pt x="190" y="236"/>
                  </a:cubicBezTo>
                  <a:cubicBezTo>
                    <a:pt x="206" y="220"/>
                    <a:pt x="223" y="187"/>
                    <a:pt x="239" y="154"/>
                  </a:cubicBezTo>
                  <a:cubicBezTo>
                    <a:pt x="239" y="100"/>
                    <a:pt x="223" y="30"/>
                    <a:pt x="173" y="14"/>
                  </a:cubicBezTo>
                  <a:cubicBezTo>
                    <a:pt x="155" y="5"/>
                    <a:pt x="137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3800225" y="2543500"/>
              <a:ext cx="3000" cy="6000"/>
            </a:xfrm>
            <a:custGeom>
              <a:avLst/>
              <a:gdLst/>
              <a:ahLst/>
              <a:cxnLst/>
              <a:rect l="l" t="t" r="r" b="b"/>
              <a:pathLst>
                <a:path w="120" h="240" extrusionOk="0">
                  <a:moveTo>
                    <a:pt x="103" y="1"/>
                  </a:moveTo>
                  <a:cubicBezTo>
                    <a:pt x="66" y="1"/>
                    <a:pt x="50" y="17"/>
                    <a:pt x="33" y="50"/>
                  </a:cubicBezTo>
                  <a:cubicBezTo>
                    <a:pt x="17" y="67"/>
                    <a:pt x="0" y="104"/>
                    <a:pt x="17" y="137"/>
                  </a:cubicBezTo>
                  <a:cubicBezTo>
                    <a:pt x="17" y="170"/>
                    <a:pt x="33" y="207"/>
                    <a:pt x="50" y="224"/>
                  </a:cubicBezTo>
                  <a:cubicBezTo>
                    <a:pt x="50" y="224"/>
                    <a:pt x="66" y="224"/>
                    <a:pt x="66" y="240"/>
                  </a:cubicBezTo>
                  <a:cubicBezTo>
                    <a:pt x="87" y="153"/>
                    <a:pt x="103" y="6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3935450" y="2184925"/>
              <a:ext cx="1775" cy="425"/>
            </a:xfrm>
            <a:custGeom>
              <a:avLst/>
              <a:gdLst/>
              <a:ahLst/>
              <a:cxnLst/>
              <a:rect l="l" t="t" r="r" b="b"/>
              <a:pathLst>
                <a:path w="71" h="17" extrusionOk="0">
                  <a:moveTo>
                    <a:pt x="0" y="0"/>
                  </a:moveTo>
                  <a:cubicBezTo>
                    <a:pt x="0" y="17"/>
                    <a:pt x="17" y="17"/>
                    <a:pt x="38" y="17"/>
                  </a:cubicBezTo>
                  <a:cubicBezTo>
                    <a:pt x="54" y="17"/>
                    <a:pt x="54" y="17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3920400" y="2184925"/>
              <a:ext cx="5175" cy="1675"/>
            </a:xfrm>
            <a:custGeom>
              <a:avLst/>
              <a:gdLst/>
              <a:ahLst/>
              <a:cxnLst/>
              <a:rect l="l" t="t" r="r" b="b"/>
              <a:pathLst>
                <a:path w="207" h="67" extrusionOk="0">
                  <a:moveTo>
                    <a:pt x="0" y="0"/>
                  </a:moveTo>
                  <a:lnTo>
                    <a:pt x="21" y="17"/>
                  </a:lnTo>
                  <a:cubicBezTo>
                    <a:pt x="38" y="50"/>
                    <a:pt x="71" y="66"/>
                    <a:pt x="87" y="66"/>
                  </a:cubicBezTo>
                  <a:cubicBezTo>
                    <a:pt x="124" y="66"/>
                    <a:pt x="157" y="66"/>
                    <a:pt x="174" y="33"/>
                  </a:cubicBezTo>
                  <a:cubicBezTo>
                    <a:pt x="190" y="33"/>
                    <a:pt x="190" y="17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796300" y="2218425"/>
              <a:ext cx="5175" cy="6400"/>
            </a:xfrm>
            <a:custGeom>
              <a:avLst/>
              <a:gdLst/>
              <a:ahLst/>
              <a:cxnLst/>
              <a:rect l="l" t="t" r="r" b="b"/>
              <a:pathLst>
                <a:path w="207" h="256" extrusionOk="0">
                  <a:moveTo>
                    <a:pt x="71" y="0"/>
                  </a:moveTo>
                  <a:cubicBezTo>
                    <a:pt x="54" y="0"/>
                    <a:pt x="17" y="17"/>
                    <a:pt x="0" y="33"/>
                  </a:cubicBezTo>
                  <a:lnTo>
                    <a:pt x="0" y="223"/>
                  </a:lnTo>
                  <a:cubicBezTo>
                    <a:pt x="17" y="223"/>
                    <a:pt x="17" y="223"/>
                    <a:pt x="17" y="239"/>
                  </a:cubicBezTo>
                  <a:cubicBezTo>
                    <a:pt x="54" y="256"/>
                    <a:pt x="71" y="256"/>
                    <a:pt x="104" y="256"/>
                  </a:cubicBezTo>
                  <a:cubicBezTo>
                    <a:pt x="141" y="256"/>
                    <a:pt x="157" y="239"/>
                    <a:pt x="174" y="206"/>
                  </a:cubicBezTo>
                  <a:cubicBezTo>
                    <a:pt x="190" y="169"/>
                    <a:pt x="207" y="136"/>
                    <a:pt x="190" y="103"/>
                  </a:cubicBezTo>
                  <a:cubicBezTo>
                    <a:pt x="190" y="66"/>
                    <a:pt x="174" y="50"/>
                    <a:pt x="157" y="17"/>
                  </a:cubicBezTo>
                  <a:cubicBezTo>
                    <a:pt x="141" y="17"/>
                    <a:pt x="141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4005025" y="2184925"/>
              <a:ext cx="4350" cy="1250"/>
            </a:xfrm>
            <a:custGeom>
              <a:avLst/>
              <a:gdLst/>
              <a:ahLst/>
              <a:cxnLst/>
              <a:rect l="l" t="t" r="r" b="b"/>
              <a:pathLst>
                <a:path w="174" h="50" extrusionOk="0">
                  <a:moveTo>
                    <a:pt x="0" y="0"/>
                  </a:moveTo>
                  <a:lnTo>
                    <a:pt x="17" y="17"/>
                  </a:lnTo>
                  <a:cubicBezTo>
                    <a:pt x="54" y="50"/>
                    <a:pt x="70" y="50"/>
                    <a:pt x="103" y="50"/>
                  </a:cubicBezTo>
                  <a:cubicBezTo>
                    <a:pt x="141" y="33"/>
                    <a:pt x="157" y="33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816500" y="2184925"/>
              <a:ext cx="6000" cy="4350"/>
            </a:xfrm>
            <a:custGeom>
              <a:avLst/>
              <a:gdLst/>
              <a:ahLst/>
              <a:cxnLst/>
              <a:rect l="l" t="t" r="r" b="b"/>
              <a:pathLst>
                <a:path w="240" h="174" extrusionOk="0">
                  <a:moveTo>
                    <a:pt x="17" y="0"/>
                  </a:moveTo>
                  <a:cubicBezTo>
                    <a:pt x="1" y="66"/>
                    <a:pt x="34" y="136"/>
                    <a:pt x="87" y="169"/>
                  </a:cubicBezTo>
                  <a:cubicBezTo>
                    <a:pt x="99" y="172"/>
                    <a:pt x="110" y="174"/>
                    <a:pt x="121" y="174"/>
                  </a:cubicBezTo>
                  <a:cubicBezTo>
                    <a:pt x="174" y="174"/>
                    <a:pt x="212" y="141"/>
                    <a:pt x="240" y="83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3837125" y="2184925"/>
              <a:ext cx="5575" cy="3000"/>
            </a:xfrm>
            <a:custGeom>
              <a:avLst/>
              <a:gdLst/>
              <a:ahLst/>
              <a:cxnLst/>
              <a:rect l="l" t="t" r="r" b="b"/>
              <a:pathLst>
                <a:path w="223" h="120" extrusionOk="0">
                  <a:moveTo>
                    <a:pt x="0" y="0"/>
                  </a:moveTo>
                  <a:cubicBezTo>
                    <a:pt x="17" y="33"/>
                    <a:pt x="33" y="66"/>
                    <a:pt x="54" y="83"/>
                  </a:cubicBezTo>
                  <a:cubicBezTo>
                    <a:pt x="70" y="103"/>
                    <a:pt x="103" y="120"/>
                    <a:pt x="136" y="120"/>
                  </a:cubicBezTo>
                  <a:cubicBezTo>
                    <a:pt x="173" y="103"/>
                    <a:pt x="206" y="50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4189725" y="242527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5" y="1"/>
                  </a:moveTo>
                  <a:cubicBezTo>
                    <a:pt x="80" y="1"/>
                    <a:pt x="28" y="31"/>
                    <a:pt x="1" y="75"/>
                  </a:cubicBezTo>
                  <a:lnTo>
                    <a:pt x="1" y="141"/>
                  </a:lnTo>
                  <a:cubicBezTo>
                    <a:pt x="1" y="195"/>
                    <a:pt x="34" y="228"/>
                    <a:pt x="71" y="244"/>
                  </a:cubicBezTo>
                  <a:cubicBezTo>
                    <a:pt x="84" y="251"/>
                    <a:pt x="101" y="255"/>
                    <a:pt x="118" y="255"/>
                  </a:cubicBezTo>
                  <a:cubicBezTo>
                    <a:pt x="143" y="255"/>
                    <a:pt x="169" y="247"/>
                    <a:pt x="190" y="228"/>
                  </a:cubicBezTo>
                  <a:cubicBezTo>
                    <a:pt x="190" y="211"/>
                    <a:pt x="207" y="195"/>
                    <a:pt x="207" y="178"/>
                  </a:cubicBezTo>
                  <a:cubicBezTo>
                    <a:pt x="240" y="108"/>
                    <a:pt x="207" y="38"/>
                    <a:pt x="153" y="5"/>
                  </a:cubicBezTo>
                  <a:cubicBezTo>
                    <a:pt x="144" y="2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4109425" y="2409150"/>
              <a:ext cx="6000" cy="6775"/>
            </a:xfrm>
            <a:custGeom>
              <a:avLst/>
              <a:gdLst/>
              <a:ahLst/>
              <a:cxnLst/>
              <a:rect l="l" t="t" r="r" b="b"/>
              <a:pathLst>
                <a:path w="240" h="271" extrusionOk="0">
                  <a:moveTo>
                    <a:pt x="110" y="0"/>
                  </a:moveTo>
                  <a:cubicBezTo>
                    <a:pt x="70" y="0"/>
                    <a:pt x="29" y="33"/>
                    <a:pt x="17" y="81"/>
                  </a:cubicBezTo>
                  <a:cubicBezTo>
                    <a:pt x="1" y="151"/>
                    <a:pt x="17" y="238"/>
                    <a:pt x="87" y="254"/>
                  </a:cubicBezTo>
                  <a:cubicBezTo>
                    <a:pt x="104" y="271"/>
                    <a:pt x="120" y="271"/>
                    <a:pt x="137" y="271"/>
                  </a:cubicBezTo>
                  <a:cubicBezTo>
                    <a:pt x="170" y="254"/>
                    <a:pt x="207" y="238"/>
                    <a:pt x="224" y="184"/>
                  </a:cubicBezTo>
                  <a:cubicBezTo>
                    <a:pt x="240" y="135"/>
                    <a:pt x="224" y="81"/>
                    <a:pt x="207" y="48"/>
                  </a:cubicBezTo>
                  <a:cubicBezTo>
                    <a:pt x="191" y="32"/>
                    <a:pt x="170" y="15"/>
                    <a:pt x="153" y="15"/>
                  </a:cubicBezTo>
                  <a:cubicBezTo>
                    <a:pt x="140" y="5"/>
                    <a:pt x="125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4107275" y="24267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5" y="1"/>
                  </a:moveTo>
                  <a:cubicBezTo>
                    <a:pt x="91" y="1"/>
                    <a:pt x="79" y="6"/>
                    <a:pt x="70" y="16"/>
                  </a:cubicBezTo>
                  <a:cubicBezTo>
                    <a:pt x="33" y="33"/>
                    <a:pt x="17" y="49"/>
                    <a:pt x="17" y="82"/>
                  </a:cubicBezTo>
                  <a:cubicBezTo>
                    <a:pt x="0" y="119"/>
                    <a:pt x="0" y="152"/>
                    <a:pt x="17" y="169"/>
                  </a:cubicBezTo>
                  <a:cubicBezTo>
                    <a:pt x="17" y="202"/>
                    <a:pt x="50" y="239"/>
                    <a:pt x="87" y="255"/>
                  </a:cubicBezTo>
                  <a:cubicBezTo>
                    <a:pt x="96" y="258"/>
                    <a:pt x="105" y="260"/>
                    <a:pt x="114" y="260"/>
                  </a:cubicBezTo>
                  <a:cubicBezTo>
                    <a:pt x="159" y="260"/>
                    <a:pt x="209" y="229"/>
                    <a:pt x="223" y="185"/>
                  </a:cubicBezTo>
                  <a:cubicBezTo>
                    <a:pt x="239" y="119"/>
                    <a:pt x="223" y="33"/>
                    <a:pt x="153" y="16"/>
                  </a:cubicBezTo>
                  <a:cubicBezTo>
                    <a:pt x="136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4119750" y="24720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33" y="8"/>
                    <a:pt x="0" y="78"/>
                    <a:pt x="17" y="144"/>
                  </a:cubicBezTo>
                  <a:cubicBezTo>
                    <a:pt x="17" y="181"/>
                    <a:pt x="33" y="214"/>
                    <a:pt x="50" y="230"/>
                  </a:cubicBezTo>
                  <a:cubicBezTo>
                    <a:pt x="66" y="247"/>
                    <a:pt x="103" y="268"/>
                    <a:pt x="136" y="268"/>
                  </a:cubicBezTo>
                  <a:cubicBezTo>
                    <a:pt x="169" y="247"/>
                    <a:pt x="190" y="230"/>
                    <a:pt x="206" y="214"/>
                  </a:cubicBezTo>
                  <a:cubicBezTo>
                    <a:pt x="223" y="181"/>
                    <a:pt x="239" y="144"/>
                    <a:pt x="223" y="111"/>
                  </a:cubicBezTo>
                  <a:cubicBezTo>
                    <a:pt x="223" y="78"/>
                    <a:pt x="206" y="41"/>
                    <a:pt x="190" y="24"/>
                  </a:cubicBezTo>
                  <a:cubicBezTo>
                    <a:pt x="169" y="24"/>
                    <a:pt x="169" y="8"/>
                    <a:pt x="153" y="8"/>
                  </a:cubicBez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4106850" y="2459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0"/>
                  </a:moveTo>
                  <a:cubicBezTo>
                    <a:pt x="104" y="0"/>
                    <a:pt x="67" y="0"/>
                    <a:pt x="50" y="17"/>
                  </a:cubicBezTo>
                  <a:cubicBezTo>
                    <a:pt x="34" y="54"/>
                    <a:pt x="17" y="87"/>
                    <a:pt x="17" y="120"/>
                  </a:cubicBezTo>
                  <a:cubicBezTo>
                    <a:pt x="1" y="157"/>
                    <a:pt x="17" y="190"/>
                    <a:pt x="34" y="207"/>
                  </a:cubicBezTo>
                  <a:cubicBezTo>
                    <a:pt x="50" y="240"/>
                    <a:pt x="87" y="260"/>
                    <a:pt x="104" y="260"/>
                  </a:cubicBezTo>
                  <a:cubicBezTo>
                    <a:pt x="137" y="260"/>
                    <a:pt x="170" y="260"/>
                    <a:pt x="190" y="223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0" y="33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4127475" y="243660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1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4"/>
                    <a:pt x="17" y="220"/>
                    <a:pt x="87" y="257"/>
                  </a:cubicBezTo>
                  <a:cubicBezTo>
                    <a:pt x="95" y="260"/>
                    <a:pt x="104" y="261"/>
                    <a:pt x="114" y="261"/>
                  </a:cubicBezTo>
                  <a:cubicBezTo>
                    <a:pt x="159" y="261"/>
                    <a:pt x="209" y="229"/>
                    <a:pt x="223" y="170"/>
                  </a:cubicBezTo>
                  <a:cubicBezTo>
                    <a:pt x="240" y="100"/>
                    <a:pt x="223" y="34"/>
                    <a:pt x="153" y="14"/>
                  </a:cubicBezTo>
                  <a:cubicBezTo>
                    <a:pt x="140" y="5"/>
                    <a:pt x="125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4121400" y="2456550"/>
              <a:ext cx="5675" cy="6700"/>
            </a:xfrm>
            <a:custGeom>
              <a:avLst/>
              <a:gdLst/>
              <a:ahLst/>
              <a:cxnLst/>
              <a:rect l="l" t="t" r="r" b="b"/>
              <a:pathLst>
                <a:path w="227" h="268" extrusionOk="0">
                  <a:moveTo>
                    <a:pt x="118" y="0"/>
                  </a:moveTo>
                  <a:cubicBezTo>
                    <a:pt x="109" y="0"/>
                    <a:pt x="99" y="2"/>
                    <a:pt x="87" y="7"/>
                  </a:cubicBezTo>
                  <a:cubicBezTo>
                    <a:pt x="37" y="7"/>
                    <a:pt x="0" y="77"/>
                    <a:pt x="0" y="143"/>
                  </a:cubicBezTo>
                  <a:cubicBezTo>
                    <a:pt x="21" y="214"/>
                    <a:pt x="70" y="267"/>
                    <a:pt x="124" y="267"/>
                  </a:cubicBezTo>
                  <a:cubicBezTo>
                    <a:pt x="157" y="247"/>
                    <a:pt x="190" y="230"/>
                    <a:pt x="206" y="214"/>
                  </a:cubicBezTo>
                  <a:cubicBezTo>
                    <a:pt x="227" y="181"/>
                    <a:pt x="227" y="143"/>
                    <a:pt x="227" y="110"/>
                  </a:cubicBezTo>
                  <a:cubicBezTo>
                    <a:pt x="227" y="77"/>
                    <a:pt x="206" y="40"/>
                    <a:pt x="173" y="24"/>
                  </a:cubicBezTo>
                  <a:lnTo>
                    <a:pt x="157" y="7"/>
                  </a:lnTo>
                  <a:cubicBezTo>
                    <a:pt x="146" y="7"/>
                    <a:pt x="13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4123975" y="24069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40" y="0"/>
                  </a:moveTo>
                  <a:cubicBezTo>
                    <a:pt x="103" y="0"/>
                    <a:pt x="87" y="17"/>
                    <a:pt x="54" y="33"/>
                  </a:cubicBezTo>
                  <a:cubicBezTo>
                    <a:pt x="0" y="87"/>
                    <a:pt x="0" y="153"/>
                    <a:pt x="37" y="223"/>
                  </a:cubicBezTo>
                  <a:cubicBezTo>
                    <a:pt x="54" y="239"/>
                    <a:pt x="87" y="256"/>
                    <a:pt x="124" y="256"/>
                  </a:cubicBezTo>
                  <a:cubicBezTo>
                    <a:pt x="129" y="260"/>
                    <a:pt x="135" y="262"/>
                    <a:pt x="142" y="262"/>
                  </a:cubicBezTo>
                  <a:cubicBezTo>
                    <a:pt x="158" y="262"/>
                    <a:pt x="178" y="251"/>
                    <a:pt x="190" y="239"/>
                  </a:cubicBezTo>
                  <a:cubicBezTo>
                    <a:pt x="227" y="206"/>
                    <a:pt x="227" y="190"/>
                    <a:pt x="243" y="153"/>
                  </a:cubicBezTo>
                  <a:cubicBezTo>
                    <a:pt x="243" y="120"/>
                    <a:pt x="227" y="87"/>
                    <a:pt x="206" y="50"/>
                  </a:cubicBezTo>
                  <a:cubicBezTo>
                    <a:pt x="206" y="33"/>
                    <a:pt x="190" y="17"/>
                    <a:pt x="173" y="17"/>
                  </a:cubicBezTo>
                  <a:cubicBezTo>
                    <a:pt x="157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4072425" y="24511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24" y="1"/>
                  </a:moveTo>
                  <a:cubicBezTo>
                    <a:pt x="87" y="1"/>
                    <a:pt x="71" y="1"/>
                    <a:pt x="38" y="34"/>
                  </a:cubicBezTo>
                  <a:cubicBezTo>
                    <a:pt x="21" y="50"/>
                    <a:pt x="1" y="87"/>
                    <a:pt x="1" y="120"/>
                  </a:cubicBezTo>
                  <a:cubicBezTo>
                    <a:pt x="1" y="137"/>
                    <a:pt x="1" y="174"/>
                    <a:pt x="21" y="207"/>
                  </a:cubicBezTo>
                  <a:cubicBezTo>
                    <a:pt x="54" y="223"/>
                    <a:pt x="87" y="240"/>
                    <a:pt x="124" y="256"/>
                  </a:cubicBezTo>
                  <a:cubicBezTo>
                    <a:pt x="141" y="256"/>
                    <a:pt x="157" y="256"/>
                    <a:pt x="174" y="240"/>
                  </a:cubicBezTo>
                  <a:cubicBezTo>
                    <a:pt x="228" y="190"/>
                    <a:pt x="244" y="104"/>
                    <a:pt x="190" y="50"/>
                  </a:cubicBezTo>
                  <a:cubicBezTo>
                    <a:pt x="190" y="34"/>
                    <a:pt x="174" y="17"/>
                    <a:pt x="157" y="17"/>
                  </a:cubicBezTo>
                  <a:cubicBezTo>
                    <a:pt x="141" y="1"/>
                    <a:pt x="14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4033775" y="24258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24" y="1"/>
                  </a:moveTo>
                  <a:cubicBezTo>
                    <a:pt x="104" y="1"/>
                    <a:pt x="71" y="17"/>
                    <a:pt x="54" y="34"/>
                  </a:cubicBezTo>
                  <a:cubicBezTo>
                    <a:pt x="21" y="54"/>
                    <a:pt x="21" y="87"/>
                    <a:pt x="1" y="120"/>
                  </a:cubicBezTo>
                  <a:lnTo>
                    <a:pt x="1" y="157"/>
                  </a:lnTo>
                  <a:cubicBezTo>
                    <a:pt x="54" y="190"/>
                    <a:pt x="104" y="223"/>
                    <a:pt x="157" y="260"/>
                  </a:cubicBezTo>
                  <a:cubicBezTo>
                    <a:pt x="174" y="260"/>
                    <a:pt x="174" y="240"/>
                    <a:pt x="190" y="240"/>
                  </a:cubicBezTo>
                  <a:cubicBezTo>
                    <a:pt x="244" y="190"/>
                    <a:pt x="244" y="104"/>
                    <a:pt x="207" y="54"/>
                  </a:cubicBezTo>
                  <a:cubicBezTo>
                    <a:pt x="190" y="34"/>
                    <a:pt x="174" y="17"/>
                    <a:pt x="157" y="17"/>
                  </a:cubicBezTo>
                  <a:cubicBezTo>
                    <a:pt x="157" y="1"/>
                    <a:pt x="14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4048000" y="2438675"/>
              <a:ext cx="4350" cy="3950"/>
            </a:xfrm>
            <a:custGeom>
              <a:avLst/>
              <a:gdLst/>
              <a:ahLst/>
              <a:cxnLst/>
              <a:rect l="l" t="t" r="r" b="b"/>
              <a:pathLst>
                <a:path w="174" h="158" extrusionOk="0">
                  <a:moveTo>
                    <a:pt x="50" y="1"/>
                  </a:moveTo>
                  <a:cubicBezTo>
                    <a:pt x="34" y="1"/>
                    <a:pt x="17" y="17"/>
                    <a:pt x="1" y="17"/>
                  </a:cubicBezTo>
                  <a:cubicBezTo>
                    <a:pt x="50" y="71"/>
                    <a:pt x="120" y="104"/>
                    <a:pt x="174" y="158"/>
                  </a:cubicBezTo>
                  <a:lnTo>
                    <a:pt x="174" y="104"/>
                  </a:lnTo>
                  <a:cubicBezTo>
                    <a:pt x="174" y="71"/>
                    <a:pt x="153" y="54"/>
                    <a:pt x="137" y="17"/>
                  </a:cubicBezTo>
                  <a:cubicBezTo>
                    <a:pt x="120" y="17"/>
                    <a:pt x="120" y="17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4102525" y="2396225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87" y="0"/>
                  </a:moveTo>
                  <a:cubicBezTo>
                    <a:pt x="71" y="17"/>
                    <a:pt x="34" y="33"/>
                    <a:pt x="17" y="50"/>
                  </a:cubicBezTo>
                  <a:cubicBezTo>
                    <a:pt x="1" y="83"/>
                    <a:pt x="1" y="120"/>
                    <a:pt x="1" y="153"/>
                  </a:cubicBezTo>
                  <a:cubicBezTo>
                    <a:pt x="1" y="186"/>
                    <a:pt x="17" y="223"/>
                    <a:pt x="54" y="239"/>
                  </a:cubicBezTo>
                  <a:cubicBezTo>
                    <a:pt x="66" y="251"/>
                    <a:pt x="86" y="263"/>
                    <a:pt x="102" y="263"/>
                  </a:cubicBezTo>
                  <a:cubicBezTo>
                    <a:pt x="109" y="263"/>
                    <a:pt x="115" y="261"/>
                    <a:pt x="120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07" y="83"/>
                    <a:pt x="207" y="50"/>
                    <a:pt x="174" y="33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37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3817850" y="2495375"/>
              <a:ext cx="1250" cy="3025"/>
            </a:xfrm>
            <a:custGeom>
              <a:avLst/>
              <a:gdLst/>
              <a:ahLst/>
              <a:cxnLst/>
              <a:rect l="l" t="t" r="r" b="b"/>
              <a:pathLst>
                <a:path w="50" h="121" extrusionOk="0">
                  <a:moveTo>
                    <a:pt x="50" y="0"/>
                  </a:moveTo>
                  <a:cubicBezTo>
                    <a:pt x="33" y="0"/>
                    <a:pt x="33" y="17"/>
                    <a:pt x="17" y="33"/>
                  </a:cubicBezTo>
                  <a:cubicBezTo>
                    <a:pt x="0" y="54"/>
                    <a:pt x="0" y="87"/>
                    <a:pt x="0" y="120"/>
                  </a:cubicBezTo>
                  <a:cubicBezTo>
                    <a:pt x="17" y="71"/>
                    <a:pt x="33" y="33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4099950" y="24430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4" y="0"/>
                  </a:moveTo>
                  <a:cubicBezTo>
                    <a:pt x="54" y="17"/>
                    <a:pt x="1" y="87"/>
                    <a:pt x="17" y="153"/>
                  </a:cubicBezTo>
                  <a:cubicBezTo>
                    <a:pt x="17" y="190"/>
                    <a:pt x="34" y="223"/>
                    <a:pt x="71" y="239"/>
                  </a:cubicBezTo>
                  <a:cubicBezTo>
                    <a:pt x="82" y="251"/>
                    <a:pt x="102" y="262"/>
                    <a:pt x="119" y="262"/>
                  </a:cubicBezTo>
                  <a:cubicBezTo>
                    <a:pt x="126" y="262"/>
                    <a:pt x="132" y="260"/>
                    <a:pt x="137" y="256"/>
                  </a:cubicBezTo>
                  <a:cubicBezTo>
                    <a:pt x="174" y="256"/>
                    <a:pt x="190" y="239"/>
                    <a:pt x="207" y="206"/>
                  </a:cubicBezTo>
                  <a:cubicBezTo>
                    <a:pt x="223" y="190"/>
                    <a:pt x="240" y="153"/>
                    <a:pt x="223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lnTo>
                    <a:pt x="137" y="17"/>
                  </a:ln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4130875" y="23905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71" y="0"/>
                    <a:pt x="54" y="21"/>
                    <a:pt x="33" y="54"/>
                  </a:cubicBezTo>
                  <a:cubicBezTo>
                    <a:pt x="17" y="87"/>
                    <a:pt x="0" y="124"/>
                    <a:pt x="17" y="157"/>
                  </a:cubicBezTo>
                  <a:cubicBezTo>
                    <a:pt x="17" y="190"/>
                    <a:pt x="33" y="207"/>
                    <a:pt x="54" y="244"/>
                  </a:cubicBezTo>
                  <a:cubicBezTo>
                    <a:pt x="87" y="260"/>
                    <a:pt x="104" y="260"/>
                    <a:pt x="136" y="260"/>
                  </a:cubicBezTo>
                  <a:cubicBezTo>
                    <a:pt x="190" y="244"/>
                    <a:pt x="240" y="174"/>
                    <a:pt x="223" y="104"/>
                  </a:cubicBezTo>
                  <a:cubicBezTo>
                    <a:pt x="223" y="71"/>
                    <a:pt x="207" y="54"/>
                    <a:pt x="190" y="21"/>
                  </a:cubicBezTo>
                  <a:cubicBezTo>
                    <a:pt x="174" y="21"/>
                    <a:pt x="174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4145925" y="2484475"/>
              <a:ext cx="5175" cy="2775"/>
            </a:xfrm>
            <a:custGeom>
              <a:avLst/>
              <a:gdLst/>
              <a:ahLst/>
              <a:cxnLst/>
              <a:rect l="l" t="t" r="r" b="b"/>
              <a:pathLst>
                <a:path w="207" h="111" extrusionOk="0">
                  <a:moveTo>
                    <a:pt x="85" y="1"/>
                  </a:moveTo>
                  <a:cubicBezTo>
                    <a:pt x="67" y="1"/>
                    <a:pt x="45" y="13"/>
                    <a:pt x="33" y="24"/>
                  </a:cubicBezTo>
                  <a:cubicBezTo>
                    <a:pt x="17" y="41"/>
                    <a:pt x="0" y="57"/>
                    <a:pt x="0" y="78"/>
                  </a:cubicBezTo>
                  <a:cubicBezTo>
                    <a:pt x="70" y="94"/>
                    <a:pt x="136" y="94"/>
                    <a:pt x="207" y="111"/>
                  </a:cubicBezTo>
                  <a:cubicBezTo>
                    <a:pt x="207" y="94"/>
                    <a:pt x="190" y="57"/>
                    <a:pt x="190" y="57"/>
                  </a:cubicBezTo>
                  <a:cubicBezTo>
                    <a:pt x="174" y="24"/>
                    <a:pt x="153" y="24"/>
                    <a:pt x="136" y="8"/>
                  </a:cubicBezTo>
                  <a:lnTo>
                    <a:pt x="103" y="8"/>
                  </a:lnTo>
                  <a:cubicBezTo>
                    <a:pt x="99" y="3"/>
                    <a:pt x="92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4157475" y="2435600"/>
              <a:ext cx="6500" cy="6475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38" y="0"/>
                  </a:moveTo>
                  <a:cubicBezTo>
                    <a:pt x="86" y="0"/>
                    <a:pt x="48" y="30"/>
                    <a:pt x="21" y="74"/>
                  </a:cubicBezTo>
                  <a:cubicBezTo>
                    <a:pt x="0" y="140"/>
                    <a:pt x="37" y="227"/>
                    <a:pt x="87" y="243"/>
                  </a:cubicBezTo>
                  <a:cubicBezTo>
                    <a:pt x="101" y="254"/>
                    <a:pt x="117" y="258"/>
                    <a:pt x="132" y="258"/>
                  </a:cubicBezTo>
                  <a:cubicBezTo>
                    <a:pt x="173" y="258"/>
                    <a:pt x="212" y="225"/>
                    <a:pt x="227" y="177"/>
                  </a:cubicBezTo>
                  <a:cubicBezTo>
                    <a:pt x="260" y="107"/>
                    <a:pt x="227" y="37"/>
                    <a:pt x="173" y="4"/>
                  </a:cubicBezTo>
                  <a:cubicBezTo>
                    <a:pt x="161" y="1"/>
                    <a:pt x="149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4157975" y="24781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67" y="1"/>
                    <a:pt x="50" y="22"/>
                    <a:pt x="34" y="55"/>
                  </a:cubicBezTo>
                  <a:cubicBezTo>
                    <a:pt x="17" y="88"/>
                    <a:pt x="1" y="125"/>
                    <a:pt x="17" y="158"/>
                  </a:cubicBezTo>
                  <a:cubicBezTo>
                    <a:pt x="17" y="191"/>
                    <a:pt x="34" y="207"/>
                    <a:pt x="50" y="244"/>
                  </a:cubicBezTo>
                  <a:cubicBezTo>
                    <a:pt x="83" y="261"/>
                    <a:pt x="104" y="261"/>
                    <a:pt x="137" y="261"/>
                  </a:cubicBezTo>
                  <a:cubicBezTo>
                    <a:pt x="207" y="244"/>
                    <a:pt x="240" y="174"/>
                    <a:pt x="223" y="104"/>
                  </a:cubicBezTo>
                  <a:cubicBezTo>
                    <a:pt x="223" y="71"/>
                    <a:pt x="207" y="55"/>
                    <a:pt x="186" y="22"/>
                  </a:cubicBezTo>
                  <a:cubicBezTo>
                    <a:pt x="170" y="22"/>
                    <a:pt x="170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4164375" y="2417650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87" y="1"/>
                  </a:moveTo>
                  <a:cubicBezTo>
                    <a:pt x="87" y="1"/>
                    <a:pt x="70" y="1"/>
                    <a:pt x="70" y="17"/>
                  </a:cubicBezTo>
                  <a:cubicBezTo>
                    <a:pt x="17" y="34"/>
                    <a:pt x="0" y="87"/>
                    <a:pt x="0" y="153"/>
                  </a:cubicBezTo>
                  <a:cubicBezTo>
                    <a:pt x="0" y="190"/>
                    <a:pt x="17" y="223"/>
                    <a:pt x="54" y="240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56"/>
                    <a:pt x="223" y="190"/>
                    <a:pt x="223" y="120"/>
                  </a:cubicBezTo>
                  <a:cubicBezTo>
                    <a:pt x="223" y="104"/>
                    <a:pt x="207" y="87"/>
                    <a:pt x="207" y="87"/>
                  </a:cubicBezTo>
                  <a:cubicBezTo>
                    <a:pt x="190" y="50"/>
                    <a:pt x="174" y="17"/>
                    <a:pt x="157" y="17"/>
                  </a:cubicBezTo>
                  <a:cubicBezTo>
                    <a:pt x="136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4162200" y="2461050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41" y="1"/>
                  </a:moveTo>
                  <a:cubicBezTo>
                    <a:pt x="120" y="1"/>
                    <a:pt x="87" y="1"/>
                    <a:pt x="71" y="34"/>
                  </a:cubicBezTo>
                  <a:cubicBezTo>
                    <a:pt x="17" y="67"/>
                    <a:pt x="1" y="153"/>
                    <a:pt x="54" y="207"/>
                  </a:cubicBezTo>
                  <a:cubicBezTo>
                    <a:pt x="72" y="242"/>
                    <a:pt x="100" y="258"/>
                    <a:pt x="131" y="258"/>
                  </a:cubicBezTo>
                  <a:cubicBezTo>
                    <a:pt x="157" y="258"/>
                    <a:pt x="184" y="246"/>
                    <a:pt x="207" y="223"/>
                  </a:cubicBezTo>
                  <a:cubicBezTo>
                    <a:pt x="244" y="190"/>
                    <a:pt x="261" y="104"/>
                    <a:pt x="223" y="50"/>
                  </a:cubicBezTo>
                  <a:cubicBezTo>
                    <a:pt x="207" y="34"/>
                    <a:pt x="190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4175500" y="2429725"/>
              <a:ext cx="5700" cy="6400"/>
            </a:xfrm>
            <a:custGeom>
              <a:avLst/>
              <a:gdLst/>
              <a:ahLst/>
              <a:cxnLst/>
              <a:rect l="l" t="t" r="r" b="b"/>
              <a:pathLst>
                <a:path w="228" h="256" extrusionOk="0">
                  <a:moveTo>
                    <a:pt x="104" y="0"/>
                  </a:moveTo>
                  <a:cubicBezTo>
                    <a:pt x="71" y="0"/>
                    <a:pt x="38" y="17"/>
                    <a:pt x="21" y="50"/>
                  </a:cubicBezTo>
                  <a:cubicBezTo>
                    <a:pt x="1" y="83"/>
                    <a:pt x="1" y="120"/>
                    <a:pt x="1" y="153"/>
                  </a:cubicBezTo>
                  <a:cubicBezTo>
                    <a:pt x="1" y="186"/>
                    <a:pt x="21" y="206"/>
                    <a:pt x="54" y="239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90" y="239"/>
                    <a:pt x="227" y="169"/>
                    <a:pt x="227" y="103"/>
                  </a:cubicBezTo>
                  <a:cubicBezTo>
                    <a:pt x="227" y="66"/>
                    <a:pt x="207" y="33"/>
                    <a:pt x="174" y="17"/>
                  </a:cubicBezTo>
                  <a:cubicBezTo>
                    <a:pt x="174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3955650" y="22355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4" y="1"/>
                    <a:pt x="0" y="71"/>
                    <a:pt x="17" y="141"/>
                  </a:cubicBezTo>
                  <a:cubicBezTo>
                    <a:pt x="17" y="174"/>
                    <a:pt x="33" y="207"/>
                    <a:pt x="71" y="223"/>
                  </a:cubicBezTo>
                  <a:cubicBezTo>
                    <a:pt x="87" y="260"/>
                    <a:pt x="120" y="260"/>
                    <a:pt x="137" y="260"/>
                  </a:cubicBezTo>
                  <a:cubicBezTo>
                    <a:pt x="207" y="244"/>
                    <a:pt x="240" y="174"/>
                    <a:pt x="240" y="104"/>
                  </a:cubicBezTo>
                  <a:cubicBezTo>
                    <a:pt x="223" y="71"/>
                    <a:pt x="207" y="38"/>
                    <a:pt x="190" y="17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4180250" y="24601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57" y="0"/>
                  </a:moveTo>
                  <a:cubicBezTo>
                    <a:pt x="120" y="0"/>
                    <a:pt x="87" y="0"/>
                    <a:pt x="70" y="21"/>
                  </a:cubicBezTo>
                  <a:cubicBezTo>
                    <a:pt x="54" y="38"/>
                    <a:pt x="37" y="54"/>
                    <a:pt x="17" y="87"/>
                  </a:cubicBezTo>
                  <a:cubicBezTo>
                    <a:pt x="0" y="104"/>
                    <a:pt x="17" y="141"/>
                    <a:pt x="17" y="174"/>
                  </a:cubicBezTo>
                  <a:cubicBezTo>
                    <a:pt x="37" y="207"/>
                    <a:pt x="54" y="244"/>
                    <a:pt x="87" y="260"/>
                  </a:cubicBezTo>
                  <a:cubicBezTo>
                    <a:pt x="96" y="263"/>
                    <a:pt x="105" y="264"/>
                    <a:pt x="115" y="264"/>
                  </a:cubicBezTo>
                  <a:cubicBezTo>
                    <a:pt x="162" y="264"/>
                    <a:pt x="209" y="232"/>
                    <a:pt x="223" y="174"/>
                  </a:cubicBezTo>
                  <a:cubicBezTo>
                    <a:pt x="244" y="104"/>
                    <a:pt x="223" y="38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4136850" y="2404175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118" y="1"/>
                  </a:moveTo>
                  <a:cubicBezTo>
                    <a:pt x="110" y="1"/>
                    <a:pt x="100" y="2"/>
                    <a:pt x="87" y="8"/>
                  </a:cubicBezTo>
                  <a:cubicBezTo>
                    <a:pt x="71" y="8"/>
                    <a:pt x="54" y="24"/>
                    <a:pt x="38" y="41"/>
                  </a:cubicBezTo>
                  <a:cubicBezTo>
                    <a:pt x="21" y="57"/>
                    <a:pt x="1" y="111"/>
                    <a:pt x="1" y="144"/>
                  </a:cubicBezTo>
                  <a:cubicBezTo>
                    <a:pt x="1" y="177"/>
                    <a:pt x="21" y="214"/>
                    <a:pt x="54" y="231"/>
                  </a:cubicBezTo>
                  <a:cubicBezTo>
                    <a:pt x="71" y="247"/>
                    <a:pt x="104" y="264"/>
                    <a:pt x="124" y="264"/>
                  </a:cubicBezTo>
                  <a:cubicBezTo>
                    <a:pt x="190" y="247"/>
                    <a:pt x="227" y="177"/>
                    <a:pt x="227" y="128"/>
                  </a:cubicBezTo>
                  <a:lnTo>
                    <a:pt x="227" y="111"/>
                  </a:lnTo>
                  <a:cubicBezTo>
                    <a:pt x="207" y="57"/>
                    <a:pt x="190" y="24"/>
                    <a:pt x="157" y="8"/>
                  </a:cubicBezTo>
                  <a:cubicBezTo>
                    <a:pt x="146" y="8"/>
                    <a:pt x="135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4135200" y="24515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04" y="0"/>
                  </a:moveTo>
                  <a:cubicBezTo>
                    <a:pt x="34" y="0"/>
                    <a:pt x="1" y="70"/>
                    <a:pt x="1" y="136"/>
                  </a:cubicBezTo>
                  <a:cubicBezTo>
                    <a:pt x="1" y="173"/>
                    <a:pt x="17" y="206"/>
                    <a:pt x="50" y="223"/>
                  </a:cubicBezTo>
                  <a:cubicBezTo>
                    <a:pt x="67" y="260"/>
                    <a:pt x="104" y="260"/>
                    <a:pt x="137" y="260"/>
                  </a:cubicBezTo>
                  <a:cubicBezTo>
                    <a:pt x="190" y="239"/>
                    <a:pt x="223" y="173"/>
                    <a:pt x="223" y="103"/>
                  </a:cubicBezTo>
                  <a:cubicBezTo>
                    <a:pt x="223" y="70"/>
                    <a:pt x="207" y="33"/>
                    <a:pt x="170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4134800" y="24674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36" y="0"/>
                  </a:moveTo>
                  <a:cubicBezTo>
                    <a:pt x="103" y="0"/>
                    <a:pt x="66" y="17"/>
                    <a:pt x="50" y="37"/>
                  </a:cubicBezTo>
                  <a:cubicBezTo>
                    <a:pt x="0" y="87"/>
                    <a:pt x="0" y="157"/>
                    <a:pt x="33" y="223"/>
                  </a:cubicBezTo>
                  <a:cubicBezTo>
                    <a:pt x="50" y="243"/>
                    <a:pt x="66" y="260"/>
                    <a:pt x="103" y="260"/>
                  </a:cubicBezTo>
                  <a:cubicBezTo>
                    <a:pt x="113" y="265"/>
                    <a:pt x="122" y="267"/>
                    <a:pt x="132" y="267"/>
                  </a:cubicBezTo>
                  <a:cubicBezTo>
                    <a:pt x="154" y="267"/>
                    <a:pt x="174" y="255"/>
                    <a:pt x="186" y="243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86" y="37"/>
                    <a:pt x="169" y="17"/>
                    <a:pt x="153" y="17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4134800" y="242095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36" y="1"/>
                  </a:moveTo>
                  <a:cubicBezTo>
                    <a:pt x="85" y="1"/>
                    <a:pt x="44" y="31"/>
                    <a:pt x="17" y="75"/>
                  </a:cubicBezTo>
                  <a:cubicBezTo>
                    <a:pt x="0" y="145"/>
                    <a:pt x="33" y="228"/>
                    <a:pt x="83" y="248"/>
                  </a:cubicBezTo>
                  <a:cubicBezTo>
                    <a:pt x="97" y="257"/>
                    <a:pt x="112" y="261"/>
                    <a:pt x="127" y="261"/>
                  </a:cubicBezTo>
                  <a:cubicBezTo>
                    <a:pt x="170" y="261"/>
                    <a:pt x="211" y="230"/>
                    <a:pt x="223" y="178"/>
                  </a:cubicBezTo>
                  <a:cubicBezTo>
                    <a:pt x="256" y="108"/>
                    <a:pt x="223" y="42"/>
                    <a:pt x="169" y="5"/>
                  </a:cubicBezTo>
                  <a:cubicBezTo>
                    <a:pt x="158" y="2"/>
                    <a:pt x="14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4153650" y="24022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4" y="0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23"/>
                    <a:pt x="71" y="240"/>
                  </a:cubicBezTo>
                  <a:cubicBezTo>
                    <a:pt x="82" y="251"/>
                    <a:pt x="102" y="265"/>
                    <a:pt x="118" y="265"/>
                  </a:cubicBezTo>
                  <a:cubicBezTo>
                    <a:pt x="125" y="265"/>
                    <a:pt x="132" y="262"/>
                    <a:pt x="137" y="256"/>
                  </a:cubicBezTo>
                  <a:cubicBezTo>
                    <a:pt x="207" y="256"/>
                    <a:pt x="240" y="190"/>
                    <a:pt x="240" y="120"/>
                  </a:cubicBezTo>
                  <a:cubicBezTo>
                    <a:pt x="223" y="87"/>
                    <a:pt x="223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3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4139950" y="2359925"/>
              <a:ext cx="5575" cy="6625"/>
            </a:xfrm>
            <a:custGeom>
              <a:avLst/>
              <a:gdLst/>
              <a:ahLst/>
              <a:cxnLst/>
              <a:rect l="l" t="t" r="r" b="b"/>
              <a:pathLst>
                <a:path w="223" h="265" extrusionOk="0">
                  <a:moveTo>
                    <a:pt x="88" y="1"/>
                  </a:moveTo>
                  <a:cubicBezTo>
                    <a:pt x="64" y="1"/>
                    <a:pt x="45" y="14"/>
                    <a:pt x="33" y="26"/>
                  </a:cubicBezTo>
                  <a:cubicBezTo>
                    <a:pt x="17" y="59"/>
                    <a:pt x="0" y="75"/>
                    <a:pt x="0" y="112"/>
                  </a:cubicBezTo>
                  <a:cubicBezTo>
                    <a:pt x="0" y="145"/>
                    <a:pt x="0" y="178"/>
                    <a:pt x="17" y="215"/>
                  </a:cubicBezTo>
                  <a:cubicBezTo>
                    <a:pt x="33" y="248"/>
                    <a:pt x="66" y="265"/>
                    <a:pt x="83" y="265"/>
                  </a:cubicBezTo>
                  <a:cubicBezTo>
                    <a:pt x="120" y="265"/>
                    <a:pt x="153" y="248"/>
                    <a:pt x="169" y="232"/>
                  </a:cubicBezTo>
                  <a:cubicBezTo>
                    <a:pt x="223" y="195"/>
                    <a:pt x="223" y="112"/>
                    <a:pt x="186" y="42"/>
                  </a:cubicBezTo>
                  <a:cubicBezTo>
                    <a:pt x="169" y="26"/>
                    <a:pt x="169" y="26"/>
                    <a:pt x="136" y="9"/>
                  </a:cubicBezTo>
                  <a:lnTo>
                    <a:pt x="120" y="9"/>
                  </a:lnTo>
                  <a:cubicBezTo>
                    <a:pt x="109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4062125" y="2263575"/>
              <a:ext cx="5700" cy="6575"/>
            </a:xfrm>
            <a:custGeom>
              <a:avLst/>
              <a:gdLst/>
              <a:ahLst/>
              <a:cxnLst/>
              <a:rect l="l" t="t" r="r" b="b"/>
              <a:pathLst>
                <a:path w="228" h="263" extrusionOk="0">
                  <a:moveTo>
                    <a:pt x="130" y="0"/>
                  </a:moveTo>
                  <a:cubicBezTo>
                    <a:pt x="119" y="0"/>
                    <a:pt x="106" y="4"/>
                    <a:pt x="87" y="12"/>
                  </a:cubicBezTo>
                  <a:cubicBezTo>
                    <a:pt x="71" y="12"/>
                    <a:pt x="38" y="29"/>
                    <a:pt x="21" y="66"/>
                  </a:cubicBezTo>
                  <a:cubicBezTo>
                    <a:pt x="0" y="83"/>
                    <a:pt x="0" y="116"/>
                    <a:pt x="0" y="153"/>
                  </a:cubicBezTo>
                  <a:cubicBezTo>
                    <a:pt x="0" y="186"/>
                    <a:pt x="21" y="219"/>
                    <a:pt x="54" y="235"/>
                  </a:cubicBezTo>
                  <a:cubicBezTo>
                    <a:pt x="66" y="250"/>
                    <a:pt x="86" y="262"/>
                    <a:pt x="104" y="262"/>
                  </a:cubicBezTo>
                  <a:cubicBezTo>
                    <a:pt x="111" y="262"/>
                    <a:pt x="118" y="260"/>
                    <a:pt x="124" y="256"/>
                  </a:cubicBezTo>
                  <a:cubicBezTo>
                    <a:pt x="190" y="256"/>
                    <a:pt x="227" y="186"/>
                    <a:pt x="227" y="116"/>
                  </a:cubicBezTo>
                  <a:cubicBezTo>
                    <a:pt x="227" y="83"/>
                    <a:pt x="207" y="50"/>
                    <a:pt x="174" y="29"/>
                  </a:cubicBezTo>
                  <a:cubicBezTo>
                    <a:pt x="174" y="12"/>
                    <a:pt x="157" y="12"/>
                    <a:pt x="157" y="12"/>
                  </a:cubicBezTo>
                  <a:cubicBezTo>
                    <a:pt x="149" y="4"/>
                    <a:pt x="141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4035950" y="2375900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45" y="1"/>
                  </a:moveTo>
                  <a:cubicBezTo>
                    <a:pt x="99" y="1"/>
                    <a:pt x="51" y="34"/>
                    <a:pt x="37" y="92"/>
                  </a:cubicBezTo>
                  <a:cubicBezTo>
                    <a:pt x="0" y="158"/>
                    <a:pt x="37" y="228"/>
                    <a:pt x="87" y="244"/>
                  </a:cubicBezTo>
                  <a:cubicBezTo>
                    <a:pt x="103" y="261"/>
                    <a:pt x="120" y="261"/>
                    <a:pt x="140" y="261"/>
                  </a:cubicBezTo>
                  <a:cubicBezTo>
                    <a:pt x="190" y="261"/>
                    <a:pt x="223" y="228"/>
                    <a:pt x="243" y="174"/>
                  </a:cubicBezTo>
                  <a:cubicBezTo>
                    <a:pt x="260" y="125"/>
                    <a:pt x="243" y="71"/>
                    <a:pt x="206" y="38"/>
                  </a:cubicBezTo>
                  <a:cubicBezTo>
                    <a:pt x="206" y="38"/>
                    <a:pt x="190" y="22"/>
                    <a:pt x="173" y="5"/>
                  </a:cubicBezTo>
                  <a:cubicBezTo>
                    <a:pt x="164" y="2"/>
                    <a:pt x="155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4035950" y="228270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26" y="0"/>
                  </a:moveTo>
                  <a:cubicBezTo>
                    <a:pt x="80" y="0"/>
                    <a:pt x="33" y="35"/>
                    <a:pt x="17" y="89"/>
                  </a:cubicBezTo>
                  <a:cubicBezTo>
                    <a:pt x="0" y="159"/>
                    <a:pt x="17" y="229"/>
                    <a:pt x="87" y="245"/>
                  </a:cubicBezTo>
                  <a:cubicBezTo>
                    <a:pt x="101" y="254"/>
                    <a:pt x="116" y="258"/>
                    <a:pt x="131" y="258"/>
                  </a:cubicBezTo>
                  <a:cubicBezTo>
                    <a:pt x="172" y="258"/>
                    <a:pt x="211" y="227"/>
                    <a:pt x="223" y="175"/>
                  </a:cubicBezTo>
                  <a:cubicBezTo>
                    <a:pt x="243" y="109"/>
                    <a:pt x="223" y="39"/>
                    <a:pt x="157" y="6"/>
                  </a:cubicBezTo>
                  <a:cubicBezTo>
                    <a:pt x="147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4040275" y="22364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67"/>
                    <a:pt x="17" y="153"/>
                  </a:cubicBezTo>
                  <a:cubicBezTo>
                    <a:pt x="17" y="186"/>
                    <a:pt x="33" y="207"/>
                    <a:pt x="50" y="240"/>
                  </a:cubicBezTo>
                  <a:cubicBezTo>
                    <a:pt x="87" y="256"/>
                    <a:pt x="120" y="256"/>
                    <a:pt x="136" y="256"/>
                  </a:cubicBezTo>
                  <a:cubicBezTo>
                    <a:pt x="207" y="240"/>
                    <a:pt x="240" y="170"/>
                    <a:pt x="240" y="104"/>
                  </a:cubicBezTo>
                  <a:cubicBezTo>
                    <a:pt x="223" y="67"/>
                    <a:pt x="207" y="50"/>
                    <a:pt x="190" y="17"/>
                  </a:cubicBezTo>
                  <a:cubicBezTo>
                    <a:pt x="190" y="17"/>
                    <a:pt x="174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4032125" y="231840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20" y="0"/>
                  </a:moveTo>
                  <a:cubicBezTo>
                    <a:pt x="87" y="0"/>
                    <a:pt x="67" y="21"/>
                    <a:pt x="34" y="38"/>
                  </a:cubicBezTo>
                  <a:cubicBezTo>
                    <a:pt x="17" y="54"/>
                    <a:pt x="1" y="87"/>
                    <a:pt x="1" y="124"/>
                  </a:cubicBezTo>
                  <a:cubicBezTo>
                    <a:pt x="1" y="157"/>
                    <a:pt x="1" y="190"/>
                    <a:pt x="17" y="227"/>
                  </a:cubicBezTo>
                  <a:cubicBezTo>
                    <a:pt x="44" y="254"/>
                    <a:pt x="78" y="267"/>
                    <a:pt x="108" y="267"/>
                  </a:cubicBezTo>
                  <a:cubicBezTo>
                    <a:pt x="133" y="267"/>
                    <a:pt x="155" y="259"/>
                    <a:pt x="170" y="244"/>
                  </a:cubicBezTo>
                  <a:cubicBezTo>
                    <a:pt x="223" y="190"/>
                    <a:pt x="240" y="104"/>
                    <a:pt x="190" y="54"/>
                  </a:cubicBezTo>
                  <a:cubicBezTo>
                    <a:pt x="190" y="38"/>
                    <a:pt x="170" y="21"/>
                    <a:pt x="153" y="21"/>
                  </a:cubicBezTo>
                  <a:cubicBezTo>
                    <a:pt x="137" y="21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4034300" y="2393425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3" y="1"/>
                  </a:moveTo>
                  <a:cubicBezTo>
                    <a:pt x="99" y="1"/>
                    <a:pt x="78" y="14"/>
                    <a:pt x="66" y="26"/>
                  </a:cubicBezTo>
                  <a:cubicBezTo>
                    <a:pt x="33" y="42"/>
                    <a:pt x="17" y="59"/>
                    <a:pt x="17" y="75"/>
                  </a:cubicBezTo>
                  <a:cubicBezTo>
                    <a:pt x="0" y="112"/>
                    <a:pt x="0" y="145"/>
                    <a:pt x="17" y="162"/>
                  </a:cubicBezTo>
                  <a:cubicBezTo>
                    <a:pt x="17" y="215"/>
                    <a:pt x="50" y="232"/>
                    <a:pt x="66" y="248"/>
                  </a:cubicBezTo>
                  <a:cubicBezTo>
                    <a:pt x="85" y="257"/>
                    <a:pt x="102" y="261"/>
                    <a:pt x="118" y="261"/>
                  </a:cubicBezTo>
                  <a:cubicBezTo>
                    <a:pt x="162" y="261"/>
                    <a:pt x="196" y="230"/>
                    <a:pt x="223" y="178"/>
                  </a:cubicBezTo>
                  <a:cubicBezTo>
                    <a:pt x="239" y="112"/>
                    <a:pt x="206" y="42"/>
                    <a:pt x="153" y="9"/>
                  </a:cubicBezTo>
                  <a:cubicBezTo>
                    <a:pt x="143" y="3"/>
                    <a:pt x="133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4040275" y="23308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33" y="17"/>
                    <a:pt x="0" y="87"/>
                    <a:pt x="17" y="157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9" y="267"/>
                    <a:pt x="127" y="265"/>
                    <a:pt x="136" y="260"/>
                  </a:cubicBezTo>
                  <a:cubicBezTo>
                    <a:pt x="174" y="260"/>
                    <a:pt x="190" y="244"/>
                    <a:pt x="207" y="206"/>
                  </a:cubicBezTo>
                  <a:cubicBezTo>
                    <a:pt x="223" y="190"/>
                    <a:pt x="240" y="157"/>
                    <a:pt x="223" y="120"/>
                  </a:cubicBezTo>
                  <a:cubicBezTo>
                    <a:pt x="223" y="87"/>
                    <a:pt x="207" y="54"/>
                    <a:pt x="190" y="37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4033375" y="234592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40" y="0"/>
                  </a:moveTo>
                  <a:cubicBezTo>
                    <a:pt x="103" y="0"/>
                    <a:pt x="70" y="17"/>
                    <a:pt x="54" y="33"/>
                  </a:cubicBezTo>
                  <a:cubicBezTo>
                    <a:pt x="0" y="87"/>
                    <a:pt x="0" y="157"/>
                    <a:pt x="37" y="223"/>
                  </a:cubicBezTo>
                  <a:cubicBezTo>
                    <a:pt x="54" y="239"/>
                    <a:pt x="87" y="260"/>
                    <a:pt x="103" y="260"/>
                  </a:cubicBezTo>
                  <a:cubicBezTo>
                    <a:pt x="114" y="265"/>
                    <a:pt x="124" y="267"/>
                    <a:pt x="134" y="267"/>
                  </a:cubicBezTo>
                  <a:cubicBezTo>
                    <a:pt x="158" y="267"/>
                    <a:pt x="178" y="254"/>
                    <a:pt x="190" y="239"/>
                  </a:cubicBezTo>
                  <a:cubicBezTo>
                    <a:pt x="206" y="223"/>
                    <a:pt x="223" y="190"/>
                    <a:pt x="243" y="157"/>
                  </a:cubicBezTo>
                  <a:cubicBezTo>
                    <a:pt x="243" y="120"/>
                    <a:pt x="223" y="87"/>
                    <a:pt x="206" y="54"/>
                  </a:cubicBezTo>
                  <a:cubicBezTo>
                    <a:pt x="190" y="33"/>
                    <a:pt x="173" y="17"/>
                    <a:pt x="157" y="17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4034300" y="22987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88"/>
                    <a:pt x="17" y="154"/>
                  </a:cubicBezTo>
                  <a:cubicBezTo>
                    <a:pt x="17" y="191"/>
                    <a:pt x="33" y="224"/>
                    <a:pt x="50" y="240"/>
                  </a:cubicBezTo>
                  <a:cubicBezTo>
                    <a:pt x="83" y="257"/>
                    <a:pt x="103" y="257"/>
                    <a:pt x="136" y="257"/>
                  </a:cubicBezTo>
                  <a:cubicBezTo>
                    <a:pt x="206" y="240"/>
                    <a:pt x="239" y="191"/>
                    <a:pt x="223" y="104"/>
                  </a:cubicBezTo>
                  <a:cubicBezTo>
                    <a:pt x="223" y="67"/>
                    <a:pt x="206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4051000" y="23736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8" y="1"/>
                  </a:moveTo>
                  <a:cubicBezTo>
                    <a:pt x="85" y="1"/>
                    <a:pt x="65" y="12"/>
                    <a:pt x="54" y="24"/>
                  </a:cubicBezTo>
                  <a:cubicBezTo>
                    <a:pt x="0" y="78"/>
                    <a:pt x="0" y="160"/>
                    <a:pt x="33" y="214"/>
                  </a:cubicBezTo>
                  <a:cubicBezTo>
                    <a:pt x="54" y="230"/>
                    <a:pt x="87" y="247"/>
                    <a:pt x="103" y="263"/>
                  </a:cubicBezTo>
                  <a:cubicBezTo>
                    <a:pt x="136" y="263"/>
                    <a:pt x="173" y="247"/>
                    <a:pt x="190" y="230"/>
                  </a:cubicBezTo>
                  <a:cubicBezTo>
                    <a:pt x="206" y="214"/>
                    <a:pt x="223" y="181"/>
                    <a:pt x="223" y="144"/>
                  </a:cubicBezTo>
                  <a:cubicBezTo>
                    <a:pt x="239" y="111"/>
                    <a:pt x="223" y="78"/>
                    <a:pt x="206" y="41"/>
                  </a:cubicBezTo>
                  <a:cubicBezTo>
                    <a:pt x="190" y="24"/>
                    <a:pt x="173" y="24"/>
                    <a:pt x="157" y="8"/>
                  </a:cubicBezTo>
                  <a:lnTo>
                    <a:pt x="136" y="8"/>
                  </a:lnTo>
                  <a:cubicBezTo>
                    <a:pt x="127" y="3"/>
                    <a:pt x="117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4043675" y="2358475"/>
              <a:ext cx="5600" cy="6550"/>
            </a:xfrm>
            <a:custGeom>
              <a:avLst/>
              <a:gdLst/>
              <a:ahLst/>
              <a:cxnLst/>
              <a:rect l="l" t="t" r="r" b="b"/>
              <a:pathLst>
                <a:path w="224" h="262" extrusionOk="0">
                  <a:moveTo>
                    <a:pt x="96" y="1"/>
                  </a:moveTo>
                  <a:cubicBezTo>
                    <a:pt x="54" y="1"/>
                    <a:pt x="13" y="32"/>
                    <a:pt x="0" y="84"/>
                  </a:cubicBezTo>
                  <a:lnTo>
                    <a:pt x="0" y="150"/>
                  </a:lnTo>
                  <a:cubicBezTo>
                    <a:pt x="0" y="187"/>
                    <a:pt x="38" y="236"/>
                    <a:pt x="71" y="253"/>
                  </a:cubicBezTo>
                  <a:cubicBezTo>
                    <a:pt x="80" y="259"/>
                    <a:pt x="92" y="261"/>
                    <a:pt x="104" y="261"/>
                  </a:cubicBezTo>
                  <a:cubicBezTo>
                    <a:pt x="132" y="261"/>
                    <a:pt x="162" y="248"/>
                    <a:pt x="174" y="236"/>
                  </a:cubicBezTo>
                  <a:cubicBezTo>
                    <a:pt x="190" y="220"/>
                    <a:pt x="207" y="203"/>
                    <a:pt x="207" y="187"/>
                  </a:cubicBezTo>
                  <a:cubicBezTo>
                    <a:pt x="223" y="117"/>
                    <a:pt x="207" y="30"/>
                    <a:pt x="141" y="14"/>
                  </a:cubicBezTo>
                  <a:cubicBezTo>
                    <a:pt x="126" y="5"/>
                    <a:pt x="111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4054400" y="2403100"/>
              <a:ext cx="6100" cy="6750"/>
            </a:xfrm>
            <a:custGeom>
              <a:avLst/>
              <a:gdLst/>
              <a:ahLst/>
              <a:cxnLst/>
              <a:rect l="l" t="t" r="r" b="b"/>
              <a:pathLst>
                <a:path w="244" h="270" extrusionOk="0">
                  <a:moveTo>
                    <a:pt x="113" y="1"/>
                  </a:moveTo>
                  <a:cubicBezTo>
                    <a:pt x="72" y="1"/>
                    <a:pt x="33" y="32"/>
                    <a:pt x="21" y="84"/>
                  </a:cubicBezTo>
                  <a:cubicBezTo>
                    <a:pt x="0" y="154"/>
                    <a:pt x="21" y="241"/>
                    <a:pt x="87" y="257"/>
                  </a:cubicBezTo>
                  <a:cubicBezTo>
                    <a:pt x="101" y="266"/>
                    <a:pt x="116" y="270"/>
                    <a:pt x="131" y="270"/>
                  </a:cubicBezTo>
                  <a:cubicBezTo>
                    <a:pt x="172" y="270"/>
                    <a:pt x="212" y="238"/>
                    <a:pt x="227" y="187"/>
                  </a:cubicBezTo>
                  <a:cubicBezTo>
                    <a:pt x="243" y="117"/>
                    <a:pt x="227" y="34"/>
                    <a:pt x="157" y="14"/>
                  </a:cubicBezTo>
                  <a:cubicBezTo>
                    <a:pt x="143" y="5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4052325" y="23271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11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49"/>
                    <a:pt x="17" y="236"/>
                    <a:pt x="83" y="252"/>
                  </a:cubicBezTo>
                  <a:cubicBezTo>
                    <a:pt x="97" y="252"/>
                    <a:pt x="109" y="260"/>
                    <a:pt x="120" y="260"/>
                  </a:cubicBezTo>
                  <a:cubicBezTo>
                    <a:pt x="126" y="260"/>
                    <a:pt x="131" y="258"/>
                    <a:pt x="137" y="252"/>
                  </a:cubicBezTo>
                  <a:cubicBezTo>
                    <a:pt x="170" y="252"/>
                    <a:pt x="207" y="219"/>
                    <a:pt x="223" y="186"/>
                  </a:cubicBezTo>
                  <a:cubicBezTo>
                    <a:pt x="240" y="133"/>
                    <a:pt x="223" y="83"/>
                    <a:pt x="207" y="46"/>
                  </a:cubicBezTo>
                  <a:cubicBezTo>
                    <a:pt x="186" y="30"/>
                    <a:pt x="170" y="13"/>
                    <a:pt x="153" y="13"/>
                  </a:cubicBezTo>
                  <a:cubicBezTo>
                    <a:pt x="140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4044600" y="2312100"/>
              <a:ext cx="6000" cy="6850"/>
            </a:xfrm>
            <a:custGeom>
              <a:avLst/>
              <a:gdLst/>
              <a:ahLst/>
              <a:cxnLst/>
              <a:rect l="l" t="t" r="r" b="b"/>
              <a:pathLst>
                <a:path w="240" h="274" extrusionOk="0">
                  <a:moveTo>
                    <a:pt x="128" y="1"/>
                  </a:moveTo>
                  <a:cubicBezTo>
                    <a:pt x="120" y="1"/>
                    <a:pt x="112" y="5"/>
                    <a:pt x="104" y="13"/>
                  </a:cubicBezTo>
                  <a:cubicBezTo>
                    <a:pt x="67" y="13"/>
                    <a:pt x="50" y="30"/>
                    <a:pt x="34" y="67"/>
                  </a:cubicBezTo>
                  <a:cubicBezTo>
                    <a:pt x="17" y="83"/>
                    <a:pt x="1" y="116"/>
                    <a:pt x="17" y="149"/>
                  </a:cubicBezTo>
                  <a:cubicBezTo>
                    <a:pt x="17" y="186"/>
                    <a:pt x="34" y="219"/>
                    <a:pt x="50" y="236"/>
                  </a:cubicBezTo>
                  <a:cubicBezTo>
                    <a:pt x="83" y="252"/>
                    <a:pt x="104" y="273"/>
                    <a:pt x="137" y="273"/>
                  </a:cubicBezTo>
                  <a:cubicBezTo>
                    <a:pt x="186" y="252"/>
                    <a:pt x="240" y="186"/>
                    <a:pt x="223" y="116"/>
                  </a:cubicBezTo>
                  <a:cubicBezTo>
                    <a:pt x="223" y="83"/>
                    <a:pt x="207" y="46"/>
                    <a:pt x="186" y="30"/>
                  </a:cubicBezTo>
                  <a:cubicBezTo>
                    <a:pt x="170" y="30"/>
                    <a:pt x="170" y="13"/>
                    <a:pt x="153" y="13"/>
                  </a:cubicBezTo>
                  <a:cubicBezTo>
                    <a:pt x="145" y="5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4048825" y="2295050"/>
              <a:ext cx="6525" cy="6600"/>
            </a:xfrm>
            <a:custGeom>
              <a:avLst/>
              <a:gdLst/>
              <a:ahLst/>
              <a:cxnLst/>
              <a:rect l="l" t="t" r="r" b="b"/>
              <a:pathLst>
                <a:path w="261" h="264" extrusionOk="0">
                  <a:moveTo>
                    <a:pt x="120" y="0"/>
                  </a:moveTo>
                  <a:cubicBezTo>
                    <a:pt x="101" y="0"/>
                    <a:pt x="78" y="13"/>
                    <a:pt x="54" y="27"/>
                  </a:cubicBezTo>
                  <a:cubicBezTo>
                    <a:pt x="17" y="77"/>
                    <a:pt x="1" y="163"/>
                    <a:pt x="54" y="213"/>
                  </a:cubicBezTo>
                  <a:cubicBezTo>
                    <a:pt x="74" y="244"/>
                    <a:pt x="106" y="263"/>
                    <a:pt x="139" y="263"/>
                  </a:cubicBezTo>
                  <a:cubicBezTo>
                    <a:pt x="162" y="263"/>
                    <a:pt x="186" y="254"/>
                    <a:pt x="207" y="234"/>
                  </a:cubicBezTo>
                  <a:cubicBezTo>
                    <a:pt x="244" y="180"/>
                    <a:pt x="260" y="110"/>
                    <a:pt x="223" y="44"/>
                  </a:cubicBezTo>
                  <a:cubicBezTo>
                    <a:pt x="207" y="27"/>
                    <a:pt x="190" y="27"/>
                    <a:pt x="174" y="7"/>
                  </a:cubicBezTo>
                  <a:lnTo>
                    <a:pt x="141" y="7"/>
                  </a:lnTo>
                  <a:cubicBezTo>
                    <a:pt x="135" y="2"/>
                    <a:pt x="128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4075525" y="2384575"/>
              <a:ext cx="6425" cy="6675"/>
            </a:xfrm>
            <a:custGeom>
              <a:avLst/>
              <a:gdLst/>
              <a:ahLst/>
              <a:cxnLst/>
              <a:rect l="l" t="t" r="r" b="b"/>
              <a:pathLst>
                <a:path w="257" h="267" extrusionOk="0">
                  <a:moveTo>
                    <a:pt x="136" y="0"/>
                  </a:moveTo>
                  <a:cubicBezTo>
                    <a:pt x="104" y="0"/>
                    <a:pt x="83" y="17"/>
                    <a:pt x="50" y="33"/>
                  </a:cubicBezTo>
                  <a:cubicBezTo>
                    <a:pt x="0" y="87"/>
                    <a:pt x="0" y="157"/>
                    <a:pt x="33" y="223"/>
                  </a:cubicBezTo>
                  <a:cubicBezTo>
                    <a:pt x="50" y="239"/>
                    <a:pt x="83" y="260"/>
                    <a:pt x="120" y="260"/>
                  </a:cubicBezTo>
                  <a:cubicBezTo>
                    <a:pt x="125" y="265"/>
                    <a:pt x="131" y="267"/>
                    <a:pt x="137" y="267"/>
                  </a:cubicBezTo>
                  <a:cubicBezTo>
                    <a:pt x="154" y="267"/>
                    <a:pt x="174" y="254"/>
                    <a:pt x="186" y="239"/>
                  </a:cubicBezTo>
                  <a:cubicBezTo>
                    <a:pt x="240" y="190"/>
                    <a:pt x="256" y="103"/>
                    <a:pt x="207" y="54"/>
                  </a:cubicBezTo>
                  <a:cubicBezTo>
                    <a:pt x="207" y="33"/>
                    <a:pt x="186" y="17"/>
                    <a:pt x="169" y="17"/>
                  </a:cubicBezTo>
                  <a:cubicBezTo>
                    <a:pt x="153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4046250" y="23885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8" y="1"/>
                  </a:moveTo>
                  <a:cubicBezTo>
                    <a:pt x="88" y="1"/>
                    <a:pt x="50" y="34"/>
                    <a:pt x="38" y="81"/>
                  </a:cubicBezTo>
                  <a:cubicBezTo>
                    <a:pt x="1" y="152"/>
                    <a:pt x="38" y="222"/>
                    <a:pt x="87" y="255"/>
                  </a:cubicBezTo>
                  <a:cubicBezTo>
                    <a:pt x="99" y="257"/>
                    <a:pt x="110" y="259"/>
                    <a:pt x="121" y="259"/>
                  </a:cubicBezTo>
                  <a:cubicBezTo>
                    <a:pt x="174" y="259"/>
                    <a:pt x="213" y="226"/>
                    <a:pt x="244" y="168"/>
                  </a:cubicBezTo>
                  <a:cubicBezTo>
                    <a:pt x="260" y="119"/>
                    <a:pt x="223" y="32"/>
                    <a:pt x="174" y="16"/>
                  </a:cubicBezTo>
                  <a:cubicBezTo>
                    <a:pt x="159" y="5"/>
                    <a:pt x="144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4087900" y="2351600"/>
              <a:ext cx="5675" cy="6825"/>
            </a:xfrm>
            <a:custGeom>
              <a:avLst/>
              <a:gdLst/>
              <a:ahLst/>
              <a:cxnLst/>
              <a:rect l="l" t="t" r="r" b="b"/>
              <a:pathLst>
                <a:path w="227" h="273" extrusionOk="0">
                  <a:moveTo>
                    <a:pt x="132" y="0"/>
                  </a:moveTo>
                  <a:cubicBezTo>
                    <a:pt x="123" y="0"/>
                    <a:pt x="114" y="4"/>
                    <a:pt x="103" y="12"/>
                  </a:cubicBezTo>
                  <a:cubicBezTo>
                    <a:pt x="37" y="12"/>
                    <a:pt x="0" y="82"/>
                    <a:pt x="0" y="153"/>
                  </a:cubicBezTo>
                  <a:cubicBezTo>
                    <a:pt x="21" y="186"/>
                    <a:pt x="37" y="219"/>
                    <a:pt x="54" y="239"/>
                  </a:cubicBezTo>
                  <a:cubicBezTo>
                    <a:pt x="70" y="256"/>
                    <a:pt x="103" y="272"/>
                    <a:pt x="140" y="272"/>
                  </a:cubicBezTo>
                  <a:cubicBezTo>
                    <a:pt x="157" y="256"/>
                    <a:pt x="190" y="239"/>
                    <a:pt x="206" y="202"/>
                  </a:cubicBezTo>
                  <a:cubicBezTo>
                    <a:pt x="227" y="186"/>
                    <a:pt x="227" y="153"/>
                    <a:pt x="227" y="115"/>
                  </a:cubicBezTo>
                  <a:cubicBezTo>
                    <a:pt x="227" y="82"/>
                    <a:pt x="206" y="50"/>
                    <a:pt x="190" y="33"/>
                  </a:cubicBezTo>
                  <a:cubicBezTo>
                    <a:pt x="173" y="33"/>
                    <a:pt x="173" y="12"/>
                    <a:pt x="157" y="12"/>
                  </a:cubicBezTo>
                  <a:cubicBezTo>
                    <a:pt x="149" y="4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4090975" y="2384250"/>
              <a:ext cx="6000" cy="6850"/>
            </a:xfrm>
            <a:custGeom>
              <a:avLst/>
              <a:gdLst/>
              <a:ahLst/>
              <a:cxnLst/>
              <a:rect l="l" t="t" r="r" b="b"/>
              <a:pathLst>
                <a:path w="240" h="274" extrusionOk="0">
                  <a:moveTo>
                    <a:pt x="129" y="1"/>
                  </a:moveTo>
                  <a:cubicBezTo>
                    <a:pt x="120" y="1"/>
                    <a:pt x="112" y="5"/>
                    <a:pt x="104" y="13"/>
                  </a:cubicBezTo>
                  <a:lnTo>
                    <a:pt x="83" y="13"/>
                  </a:lnTo>
                  <a:cubicBezTo>
                    <a:pt x="34" y="30"/>
                    <a:pt x="1" y="100"/>
                    <a:pt x="17" y="149"/>
                  </a:cubicBezTo>
                  <a:cubicBezTo>
                    <a:pt x="17" y="187"/>
                    <a:pt x="34" y="220"/>
                    <a:pt x="50" y="236"/>
                  </a:cubicBezTo>
                  <a:cubicBezTo>
                    <a:pt x="83" y="252"/>
                    <a:pt x="104" y="273"/>
                    <a:pt x="137" y="273"/>
                  </a:cubicBezTo>
                  <a:cubicBezTo>
                    <a:pt x="207" y="252"/>
                    <a:pt x="240" y="187"/>
                    <a:pt x="240" y="116"/>
                  </a:cubicBezTo>
                  <a:cubicBezTo>
                    <a:pt x="224" y="100"/>
                    <a:pt x="224" y="100"/>
                    <a:pt x="224" y="83"/>
                  </a:cubicBezTo>
                  <a:cubicBezTo>
                    <a:pt x="207" y="46"/>
                    <a:pt x="186" y="30"/>
                    <a:pt x="153" y="13"/>
                  </a:cubicBezTo>
                  <a:cubicBezTo>
                    <a:pt x="145" y="5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4046675" y="2344725"/>
              <a:ext cx="6100" cy="6375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11" y="1"/>
                  </a:moveTo>
                  <a:cubicBezTo>
                    <a:pt x="71" y="1"/>
                    <a:pt x="33" y="33"/>
                    <a:pt x="21" y="81"/>
                  </a:cubicBezTo>
                  <a:cubicBezTo>
                    <a:pt x="0" y="151"/>
                    <a:pt x="21" y="221"/>
                    <a:pt x="70" y="254"/>
                  </a:cubicBezTo>
                  <a:lnTo>
                    <a:pt x="124" y="254"/>
                  </a:lnTo>
                  <a:cubicBezTo>
                    <a:pt x="173" y="254"/>
                    <a:pt x="206" y="221"/>
                    <a:pt x="227" y="168"/>
                  </a:cubicBezTo>
                  <a:cubicBezTo>
                    <a:pt x="243" y="135"/>
                    <a:pt x="227" y="81"/>
                    <a:pt x="190" y="48"/>
                  </a:cubicBezTo>
                  <a:cubicBezTo>
                    <a:pt x="190" y="32"/>
                    <a:pt x="173" y="15"/>
                    <a:pt x="157" y="15"/>
                  </a:cubicBezTo>
                  <a:cubicBezTo>
                    <a:pt x="142" y="5"/>
                    <a:pt x="127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4094375" y="233502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08" y="1"/>
                  </a:moveTo>
                  <a:cubicBezTo>
                    <a:pt x="86" y="1"/>
                    <a:pt x="65" y="12"/>
                    <a:pt x="50" y="24"/>
                  </a:cubicBezTo>
                  <a:cubicBezTo>
                    <a:pt x="1" y="78"/>
                    <a:pt x="1" y="160"/>
                    <a:pt x="34" y="214"/>
                  </a:cubicBezTo>
                  <a:cubicBezTo>
                    <a:pt x="50" y="230"/>
                    <a:pt x="88" y="247"/>
                    <a:pt x="104" y="263"/>
                  </a:cubicBezTo>
                  <a:cubicBezTo>
                    <a:pt x="137" y="263"/>
                    <a:pt x="174" y="247"/>
                    <a:pt x="191" y="230"/>
                  </a:cubicBezTo>
                  <a:cubicBezTo>
                    <a:pt x="240" y="181"/>
                    <a:pt x="240" y="111"/>
                    <a:pt x="207" y="40"/>
                  </a:cubicBezTo>
                  <a:cubicBezTo>
                    <a:pt x="191" y="24"/>
                    <a:pt x="174" y="24"/>
                    <a:pt x="153" y="7"/>
                  </a:cubicBezTo>
                  <a:lnTo>
                    <a:pt x="137" y="7"/>
                  </a:lnTo>
                  <a:cubicBezTo>
                    <a:pt x="127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4083675" y="2274175"/>
              <a:ext cx="6000" cy="6925"/>
            </a:xfrm>
            <a:custGeom>
              <a:avLst/>
              <a:gdLst/>
              <a:ahLst/>
              <a:cxnLst/>
              <a:rect l="l" t="t" r="r" b="b"/>
              <a:pathLst>
                <a:path w="240" h="277" extrusionOk="0">
                  <a:moveTo>
                    <a:pt x="136" y="1"/>
                  </a:moveTo>
                  <a:cubicBezTo>
                    <a:pt x="103" y="1"/>
                    <a:pt x="87" y="17"/>
                    <a:pt x="50" y="38"/>
                  </a:cubicBezTo>
                  <a:cubicBezTo>
                    <a:pt x="0" y="87"/>
                    <a:pt x="0" y="174"/>
                    <a:pt x="33" y="223"/>
                  </a:cubicBezTo>
                  <a:cubicBezTo>
                    <a:pt x="50" y="244"/>
                    <a:pt x="87" y="260"/>
                    <a:pt x="120" y="277"/>
                  </a:cubicBezTo>
                  <a:cubicBezTo>
                    <a:pt x="136" y="277"/>
                    <a:pt x="169" y="260"/>
                    <a:pt x="190" y="244"/>
                  </a:cubicBezTo>
                  <a:cubicBezTo>
                    <a:pt x="223" y="223"/>
                    <a:pt x="223" y="190"/>
                    <a:pt x="239" y="157"/>
                  </a:cubicBezTo>
                  <a:cubicBezTo>
                    <a:pt x="239" y="120"/>
                    <a:pt x="223" y="87"/>
                    <a:pt x="206" y="54"/>
                  </a:cubicBezTo>
                  <a:cubicBezTo>
                    <a:pt x="206" y="38"/>
                    <a:pt x="190" y="17"/>
                    <a:pt x="169" y="17"/>
                  </a:cubicBezTo>
                  <a:cubicBezTo>
                    <a:pt x="153" y="17"/>
                    <a:pt x="153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4087075" y="2303950"/>
              <a:ext cx="6000" cy="6450"/>
            </a:xfrm>
            <a:custGeom>
              <a:avLst/>
              <a:gdLst/>
              <a:ahLst/>
              <a:cxnLst/>
              <a:rect l="l" t="t" r="r" b="b"/>
              <a:pathLst>
                <a:path w="240" h="258" extrusionOk="0">
                  <a:moveTo>
                    <a:pt x="112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20"/>
                    <a:pt x="87" y="253"/>
                  </a:cubicBezTo>
                  <a:cubicBezTo>
                    <a:pt x="96" y="256"/>
                    <a:pt x="105" y="257"/>
                    <a:pt x="115" y="257"/>
                  </a:cubicBezTo>
                  <a:cubicBezTo>
                    <a:pt x="159" y="257"/>
                    <a:pt x="209" y="227"/>
                    <a:pt x="223" y="187"/>
                  </a:cubicBezTo>
                  <a:cubicBezTo>
                    <a:pt x="239" y="117"/>
                    <a:pt x="223" y="30"/>
                    <a:pt x="157" y="14"/>
                  </a:cubicBezTo>
                  <a:cubicBezTo>
                    <a:pt x="143" y="5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4094375" y="2288300"/>
              <a:ext cx="6425" cy="6425"/>
            </a:xfrm>
            <a:custGeom>
              <a:avLst/>
              <a:gdLst/>
              <a:ahLst/>
              <a:cxnLst/>
              <a:rect l="l" t="t" r="r" b="b"/>
              <a:pathLst>
                <a:path w="257" h="257" extrusionOk="0">
                  <a:moveTo>
                    <a:pt x="140" y="1"/>
                  </a:moveTo>
                  <a:cubicBezTo>
                    <a:pt x="86" y="1"/>
                    <a:pt x="45" y="33"/>
                    <a:pt x="17" y="91"/>
                  </a:cubicBezTo>
                  <a:cubicBezTo>
                    <a:pt x="1" y="157"/>
                    <a:pt x="34" y="227"/>
                    <a:pt x="88" y="244"/>
                  </a:cubicBezTo>
                  <a:cubicBezTo>
                    <a:pt x="101" y="253"/>
                    <a:pt x="115" y="257"/>
                    <a:pt x="130" y="257"/>
                  </a:cubicBezTo>
                  <a:cubicBezTo>
                    <a:pt x="170" y="257"/>
                    <a:pt x="211" y="225"/>
                    <a:pt x="224" y="174"/>
                  </a:cubicBezTo>
                  <a:cubicBezTo>
                    <a:pt x="257" y="108"/>
                    <a:pt x="224" y="38"/>
                    <a:pt x="174" y="5"/>
                  </a:cubicBezTo>
                  <a:cubicBezTo>
                    <a:pt x="162" y="2"/>
                    <a:pt x="151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4048000" y="24232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0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215"/>
                    <a:pt x="71" y="263"/>
                    <a:pt x="117" y="263"/>
                  </a:cubicBezTo>
                  <a:cubicBezTo>
                    <a:pt x="124" y="263"/>
                    <a:pt x="131" y="262"/>
                    <a:pt x="137" y="260"/>
                  </a:cubicBezTo>
                  <a:cubicBezTo>
                    <a:pt x="174" y="260"/>
                    <a:pt x="190" y="240"/>
                    <a:pt x="207" y="207"/>
                  </a:cubicBezTo>
                  <a:cubicBezTo>
                    <a:pt x="223" y="174"/>
                    <a:pt x="240" y="137"/>
                    <a:pt x="240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90" y="17"/>
                    <a:pt x="174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4094800" y="231892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03" y="0"/>
                  </a:moveTo>
                  <a:cubicBezTo>
                    <a:pt x="33" y="17"/>
                    <a:pt x="0" y="83"/>
                    <a:pt x="0" y="153"/>
                  </a:cubicBezTo>
                  <a:cubicBezTo>
                    <a:pt x="0" y="186"/>
                    <a:pt x="17" y="206"/>
                    <a:pt x="54" y="239"/>
                  </a:cubicBezTo>
                  <a:cubicBezTo>
                    <a:pt x="71" y="256"/>
                    <a:pt x="103" y="256"/>
                    <a:pt x="136" y="256"/>
                  </a:cubicBezTo>
                  <a:cubicBezTo>
                    <a:pt x="190" y="239"/>
                    <a:pt x="223" y="169"/>
                    <a:pt x="223" y="103"/>
                  </a:cubicBezTo>
                  <a:cubicBezTo>
                    <a:pt x="223" y="66"/>
                    <a:pt x="207" y="50"/>
                    <a:pt x="174" y="17"/>
                  </a:cubicBezTo>
                  <a:cubicBezTo>
                    <a:pt x="174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4069450" y="240137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87" y="0"/>
                  </a:moveTo>
                  <a:cubicBezTo>
                    <a:pt x="37" y="17"/>
                    <a:pt x="0" y="83"/>
                    <a:pt x="0" y="153"/>
                  </a:cubicBezTo>
                  <a:cubicBezTo>
                    <a:pt x="0" y="186"/>
                    <a:pt x="17" y="223"/>
                    <a:pt x="54" y="240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23" y="83"/>
                    <a:pt x="206" y="50"/>
                    <a:pt x="173" y="33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40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4095625" y="236695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3" y="0"/>
                  </a:moveTo>
                  <a:cubicBezTo>
                    <a:pt x="70" y="17"/>
                    <a:pt x="54" y="37"/>
                    <a:pt x="38" y="54"/>
                  </a:cubicBezTo>
                  <a:cubicBezTo>
                    <a:pt x="21" y="87"/>
                    <a:pt x="0" y="120"/>
                    <a:pt x="21" y="157"/>
                  </a:cubicBezTo>
                  <a:cubicBezTo>
                    <a:pt x="21" y="190"/>
                    <a:pt x="38" y="223"/>
                    <a:pt x="54" y="244"/>
                  </a:cubicBezTo>
                  <a:cubicBezTo>
                    <a:pt x="77" y="255"/>
                    <a:pt x="92" y="267"/>
                    <a:pt x="112" y="267"/>
                  </a:cubicBezTo>
                  <a:cubicBezTo>
                    <a:pt x="121" y="267"/>
                    <a:pt x="130" y="265"/>
                    <a:pt x="141" y="260"/>
                  </a:cubicBezTo>
                  <a:cubicBezTo>
                    <a:pt x="207" y="260"/>
                    <a:pt x="244" y="190"/>
                    <a:pt x="227" y="120"/>
                  </a:cubicBezTo>
                  <a:cubicBezTo>
                    <a:pt x="227" y="87"/>
                    <a:pt x="207" y="54"/>
                    <a:pt x="190" y="37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4096550" y="227160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1"/>
                  </a:moveTo>
                  <a:cubicBezTo>
                    <a:pt x="66" y="1"/>
                    <a:pt x="50" y="17"/>
                    <a:pt x="33" y="38"/>
                  </a:cubicBezTo>
                  <a:cubicBezTo>
                    <a:pt x="17" y="71"/>
                    <a:pt x="1" y="104"/>
                    <a:pt x="1" y="141"/>
                  </a:cubicBezTo>
                  <a:cubicBezTo>
                    <a:pt x="1" y="174"/>
                    <a:pt x="17" y="207"/>
                    <a:pt x="50" y="223"/>
                  </a:cubicBezTo>
                  <a:cubicBezTo>
                    <a:pt x="66" y="260"/>
                    <a:pt x="104" y="260"/>
                    <a:pt x="120" y="260"/>
                  </a:cubicBezTo>
                  <a:cubicBezTo>
                    <a:pt x="190" y="244"/>
                    <a:pt x="223" y="190"/>
                    <a:pt x="223" y="120"/>
                  </a:cubicBezTo>
                  <a:lnTo>
                    <a:pt x="223" y="104"/>
                  </a:lnTo>
                  <a:cubicBezTo>
                    <a:pt x="207" y="54"/>
                    <a:pt x="19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4079325" y="2339525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04" y="1"/>
                  </a:moveTo>
                  <a:cubicBezTo>
                    <a:pt x="34" y="1"/>
                    <a:pt x="1" y="67"/>
                    <a:pt x="17" y="137"/>
                  </a:cubicBezTo>
                  <a:cubicBezTo>
                    <a:pt x="17" y="170"/>
                    <a:pt x="34" y="207"/>
                    <a:pt x="55" y="223"/>
                  </a:cubicBezTo>
                  <a:cubicBezTo>
                    <a:pt x="88" y="256"/>
                    <a:pt x="104" y="256"/>
                    <a:pt x="137" y="256"/>
                  </a:cubicBezTo>
                  <a:cubicBezTo>
                    <a:pt x="174" y="240"/>
                    <a:pt x="191" y="223"/>
                    <a:pt x="207" y="207"/>
                  </a:cubicBezTo>
                  <a:cubicBezTo>
                    <a:pt x="224" y="170"/>
                    <a:pt x="240" y="137"/>
                    <a:pt x="224" y="104"/>
                  </a:cubicBezTo>
                  <a:cubicBezTo>
                    <a:pt x="224" y="67"/>
                    <a:pt x="207" y="34"/>
                    <a:pt x="191" y="17"/>
                  </a:cubicBezTo>
                  <a:cubicBezTo>
                    <a:pt x="174" y="17"/>
                    <a:pt x="174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860300" y="223945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34" y="17"/>
                    <a:pt x="1" y="66"/>
                    <a:pt x="1" y="153"/>
                  </a:cubicBezTo>
                  <a:cubicBezTo>
                    <a:pt x="1" y="190"/>
                    <a:pt x="17" y="206"/>
                    <a:pt x="54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57" y="256"/>
                    <a:pt x="190" y="223"/>
                    <a:pt x="207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7" y="33"/>
                    <a:pt x="174" y="17"/>
                  </a:cubicBezTo>
                  <a:cubicBezTo>
                    <a:pt x="174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856900" y="2315300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37" y="1"/>
                  </a:moveTo>
                  <a:cubicBezTo>
                    <a:pt x="86" y="1"/>
                    <a:pt x="45" y="33"/>
                    <a:pt x="17" y="91"/>
                  </a:cubicBezTo>
                  <a:cubicBezTo>
                    <a:pt x="1" y="145"/>
                    <a:pt x="34" y="228"/>
                    <a:pt x="87" y="248"/>
                  </a:cubicBezTo>
                  <a:cubicBezTo>
                    <a:pt x="100" y="257"/>
                    <a:pt x="115" y="261"/>
                    <a:pt x="130" y="261"/>
                  </a:cubicBezTo>
                  <a:cubicBezTo>
                    <a:pt x="170" y="261"/>
                    <a:pt x="211" y="230"/>
                    <a:pt x="223" y="178"/>
                  </a:cubicBezTo>
                  <a:cubicBezTo>
                    <a:pt x="256" y="108"/>
                    <a:pt x="223" y="42"/>
                    <a:pt x="170" y="5"/>
                  </a:cubicBezTo>
                  <a:cubicBezTo>
                    <a:pt x="159" y="2"/>
                    <a:pt x="148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856500" y="2284500"/>
              <a:ext cx="6000" cy="6925"/>
            </a:xfrm>
            <a:custGeom>
              <a:avLst/>
              <a:gdLst/>
              <a:ahLst/>
              <a:cxnLst/>
              <a:rect l="l" t="t" r="r" b="b"/>
              <a:pathLst>
                <a:path w="240" h="277" extrusionOk="0">
                  <a:moveTo>
                    <a:pt x="136" y="0"/>
                  </a:moveTo>
                  <a:cubicBezTo>
                    <a:pt x="103" y="0"/>
                    <a:pt x="66" y="17"/>
                    <a:pt x="50" y="37"/>
                  </a:cubicBezTo>
                  <a:cubicBezTo>
                    <a:pt x="0" y="87"/>
                    <a:pt x="0" y="157"/>
                    <a:pt x="33" y="223"/>
                  </a:cubicBezTo>
                  <a:cubicBezTo>
                    <a:pt x="50" y="243"/>
                    <a:pt x="66" y="260"/>
                    <a:pt x="103" y="276"/>
                  </a:cubicBezTo>
                  <a:cubicBezTo>
                    <a:pt x="136" y="276"/>
                    <a:pt x="169" y="260"/>
                    <a:pt x="186" y="243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86" y="37"/>
                    <a:pt x="169" y="17"/>
                    <a:pt x="153" y="17"/>
                  </a:cubicBezTo>
                  <a:cubicBezTo>
                    <a:pt x="153" y="17"/>
                    <a:pt x="136" y="17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861650" y="2269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0" y="141"/>
                  </a:cubicBezTo>
                  <a:cubicBezTo>
                    <a:pt x="17" y="174"/>
                    <a:pt x="33" y="207"/>
                    <a:pt x="50" y="22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86" y="244"/>
                    <a:pt x="240" y="174"/>
                    <a:pt x="223" y="104"/>
                  </a:cubicBezTo>
                  <a:cubicBezTo>
                    <a:pt x="223" y="71"/>
                    <a:pt x="207" y="38"/>
                    <a:pt x="186" y="17"/>
                  </a:cubicBezTo>
                  <a:cubicBezTo>
                    <a:pt x="169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3850425" y="23954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30" y="0"/>
                  </a:moveTo>
                  <a:cubicBezTo>
                    <a:pt x="121" y="0"/>
                    <a:pt x="111" y="4"/>
                    <a:pt x="103" y="13"/>
                  </a:cubicBezTo>
                  <a:cubicBezTo>
                    <a:pt x="70" y="13"/>
                    <a:pt x="54" y="33"/>
                    <a:pt x="37" y="66"/>
                  </a:cubicBezTo>
                  <a:cubicBezTo>
                    <a:pt x="0" y="83"/>
                    <a:pt x="0" y="116"/>
                    <a:pt x="0" y="153"/>
                  </a:cubicBezTo>
                  <a:cubicBezTo>
                    <a:pt x="17" y="186"/>
                    <a:pt x="37" y="219"/>
                    <a:pt x="54" y="239"/>
                  </a:cubicBezTo>
                  <a:cubicBezTo>
                    <a:pt x="65" y="251"/>
                    <a:pt x="85" y="263"/>
                    <a:pt x="109" y="263"/>
                  </a:cubicBezTo>
                  <a:cubicBezTo>
                    <a:pt x="119" y="263"/>
                    <a:pt x="129" y="261"/>
                    <a:pt x="140" y="256"/>
                  </a:cubicBezTo>
                  <a:cubicBezTo>
                    <a:pt x="190" y="256"/>
                    <a:pt x="243" y="186"/>
                    <a:pt x="223" y="116"/>
                  </a:cubicBezTo>
                  <a:cubicBezTo>
                    <a:pt x="223" y="83"/>
                    <a:pt x="206" y="50"/>
                    <a:pt x="190" y="33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8" y="4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3853000" y="235107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0" y="0"/>
                  </a:moveTo>
                  <a:cubicBezTo>
                    <a:pt x="103" y="0"/>
                    <a:pt x="70" y="17"/>
                    <a:pt x="54" y="33"/>
                  </a:cubicBezTo>
                  <a:cubicBezTo>
                    <a:pt x="37" y="54"/>
                    <a:pt x="17" y="87"/>
                    <a:pt x="17" y="120"/>
                  </a:cubicBezTo>
                  <a:cubicBezTo>
                    <a:pt x="0" y="157"/>
                    <a:pt x="17" y="190"/>
                    <a:pt x="37" y="207"/>
                  </a:cubicBezTo>
                  <a:cubicBezTo>
                    <a:pt x="56" y="247"/>
                    <a:pt x="88" y="264"/>
                    <a:pt x="121" y="264"/>
                  </a:cubicBezTo>
                  <a:cubicBezTo>
                    <a:pt x="144" y="264"/>
                    <a:pt x="169" y="255"/>
                    <a:pt x="190" y="240"/>
                  </a:cubicBezTo>
                  <a:cubicBezTo>
                    <a:pt x="243" y="190"/>
                    <a:pt x="243" y="103"/>
                    <a:pt x="206" y="54"/>
                  </a:cubicBezTo>
                  <a:cubicBezTo>
                    <a:pt x="190" y="33"/>
                    <a:pt x="173" y="17"/>
                    <a:pt x="157" y="17"/>
                  </a:cubicBezTo>
                  <a:cubicBezTo>
                    <a:pt x="157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3855575" y="233127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1"/>
                  </a:moveTo>
                  <a:cubicBezTo>
                    <a:pt x="37" y="21"/>
                    <a:pt x="0" y="87"/>
                    <a:pt x="0" y="157"/>
                  </a:cubicBezTo>
                  <a:cubicBezTo>
                    <a:pt x="0" y="190"/>
                    <a:pt x="17" y="207"/>
                    <a:pt x="54" y="244"/>
                  </a:cubicBezTo>
                  <a:cubicBezTo>
                    <a:pt x="70" y="261"/>
                    <a:pt x="103" y="261"/>
                    <a:pt x="140" y="261"/>
                  </a:cubicBezTo>
                  <a:cubicBezTo>
                    <a:pt x="190" y="244"/>
                    <a:pt x="223" y="174"/>
                    <a:pt x="223" y="104"/>
                  </a:cubicBezTo>
                  <a:cubicBezTo>
                    <a:pt x="223" y="71"/>
                    <a:pt x="206" y="54"/>
                    <a:pt x="173" y="21"/>
                  </a:cubicBezTo>
                  <a:cubicBezTo>
                    <a:pt x="173" y="21"/>
                    <a:pt x="157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3865875" y="234467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87" y="1"/>
                  </a:moveTo>
                  <a:cubicBezTo>
                    <a:pt x="71" y="17"/>
                    <a:pt x="38" y="34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23"/>
                    <a:pt x="54" y="240"/>
                  </a:cubicBezTo>
                  <a:cubicBezTo>
                    <a:pt x="66" y="252"/>
                    <a:pt x="86" y="263"/>
                    <a:pt x="102" y="263"/>
                  </a:cubicBezTo>
                  <a:cubicBezTo>
                    <a:pt x="109" y="263"/>
                    <a:pt x="115" y="261"/>
                    <a:pt x="120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23" y="83"/>
                    <a:pt x="207" y="50"/>
                    <a:pt x="174" y="34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41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3885250" y="2403425"/>
              <a:ext cx="3025" cy="2600"/>
            </a:xfrm>
            <a:custGeom>
              <a:avLst/>
              <a:gdLst/>
              <a:ahLst/>
              <a:cxnLst/>
              <a:rect l="l" t="t" r="r" b="b"/>
              <a:pathLst>
                <a:path w="121" h="104" extrusionOk="0">
                  <a:moveTo>
                    <a:pt x="87" y="1"/>
                  </a:moveTo>
                  <a:cubicBezTo>
                    <a:pt x="50" y="1"/>
                    <a:pt x="34" y="21"/>
                    <a:pt x="17" y="38"/>
                  </a:cubicBezTo>
                  <a:cubicBezTo>
                    <a:pt x="1" y="54"/>
                    <a:pt x="1" y="71"/>
                    <a:pt x="1" y="104"/>
                  </a:cubicBezTo>
                  <a:cubicBezTo>
                    <a:pt x="34" y="71"/>
                    <a:pt x="87" y="38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3854325" y="23786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0"/>
                  </a:moveTo>
                  <a:cubicBezTo>
                    <a:pt x="120" y="0"/>
                    <a:pt x="87" y="17"/>
                    <a:pt x="67" y="33"/>
                  </a:cubicBezTo>
                  <a:cubicBezTo>
                    <a:pt x="17" y="66"/>
                    <a:pt x="1" y="153"/>
                    <a:pt x="50" y="223"/>
                  </a:cubicBezTo>
                  <a:cubicBezTo>
                    <a:pt x="67" y="239"/>
                    <a:pt x="87" y="256"/>
                    <a:pt x="120" y="256"/>
                  </a:cubicBezTo>
                  <a:cubicBezTo>
                    <a:pt x="130" y="261"/>
                    <a:pt x="138" y="263"/>
                    <a:pt x="146" y="263"/>
                  </a:cubicBezTo>
                  <a:cubicBezTo>
                    <a:pt x="165" y="263"/>
                    <a:pt x="181" y="251"/>
                    <a:pt x="207" y="239"/>
                  </a:cubicBezTo>
                  <a:cubicBezTo>
                    <a:pt x="223" y="206"/>
                    <a:pt x="240" y="190"/>
                    <a:pt x="240" y="153"/>
                  </a:cubicBezTo>
                  <a:cubicBezTo>
                    <a:pt x="240" y="120"/>
                    <a:pt x="240" y="87"/>
                    <a:pt x="223" y="50"/>
                  </a:cubicBezTo>
                  <a:cubicBezTo>
                    <a:pt x="207" y="33"/>
                    <a:pt x="190" y="17"/>
                    <a:pt x="170" y="17"/>
                  </a:cubicBezTo>
                  <a:cubicBezTo>
                    <a:pt x="153" y="0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3871950" y="2406000"/>
              <a:ext cx="6000" cy="6950"/>
            </a:xfrm>
            <a:custGeom>
              <a:avLst/>
              <a:gdLst/>
              <a:ahLst/>
              <a:cxnLst/>
              <a:rect l="l" t="t" r="r" b="b"/>
              <a:pathLst>
                <a:path w="240" h="278" extrusionOk="0">
                  <a:moveTo>
                    <a:pt x="137" y="1"/>
                  </a:moveTo>
                  <a:cubicBezTo>
                    <a:pt x="104" y="1"/>
                    <a:pt x="83" y="22"/>
                    <a:pt x="50" y="38"/>
                  </a:cubicBezTo>
                  <a:cubicBezTo>
                    <a:pt x="17" y="88"/>
                    <a:pt x="1" y="174"/>
                    <a:pt x="34" y="228"/>
                  </a:cubicBezTo>
                  <a:cubicBezTo>
                    <a:pt x="67" y="244"/>
                    <a:pt x="83" y="261"/>
                    <a:pt x="120" y="277"/>
                  </a:cubicBezTo>
                  <a:cubicBezTo>
                    <a:pt x="153" y="277"/>
                    <a:pt x="170" y="261"/>
                    <a:pt x="207" y="244"/>
                  </a:cubicBezTo>
                  <a:cubicBezTo>
                    <a:pt x="223" y="228"/>
                    <a:pt x="240" y="191"/>
                    <a:pt x="240" y="158"/>
                  </a:cubicBezTo>
                  <a:cubicBezTo>
                    <a:pt x="240" y="125"/>
                    <a:pt x="240" y="88"/>
                    <a:pt x="223" y="55"/>
                  </a:cubicBezTo>
                  <a:cubicBezTo>
                    <a:pt x="207" y="38"/>
                    <a:pt x="186" y="22"/>
                    <a:pt x="170" y="22"/>
                  </a:cubicBezTo>
                  <a:cubicBezTo>
                    <a:pt x="153" y="22"/>
                    <a:pt x="153" y="22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3870200" y="232747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37" y="0"/>
                  </a:moveTo>
                  <a:cubicBezTo>
                    <a:pt x="104" y="0"/>
                    <a:pt x="71" y="17"/>
                    <a:pt x="50" y="33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5" y="254"/>
                    <a:pt x="86" y="272"/>
                    <a:pt x="118" y="272"/>
                  </a:cubicBezTo>
                  <a:cubicBezTo>
                    <a:pt x="142" y="272"/>
                    <a:pt x="167" y="262"/>
                    <a:pt x="190" y="239"/>
                  </a:cubicBezTo>
                  <a:cubicBezTo>
                    <a:pt x="240" y="190"/>
                    <a:pt x="240" y="103"/>
                    <a:pt x="207" y="50"/>
                  </a:cubicBezTo>
                  <a:cubicBezTo>
                    <a:pt x="190" y="33"/>
                    <a:pt x="174" y="17"/>
                    <a:pt x="153" y="17"/>
                  </a:cubicBezTo>
                  <a:cubicBezTo>
                    <a:pt x="153" y="17"/>
                    <a:pt x="137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3861650" y="2363550"/>
              <a:ext cx="5600" cy="6625"/>
            </a:xfrm>
            <a:custGeom>
              <a:avLst/>
              <a:gdLst/>
              <a:ahLst/>
              <a:cxnLst/>
              <a:rect l="l" t="t" r="r" b="b"/>
              <a:pathLst>
                <a:path w="224" h="265" extrusionOk="0">
                  <a:moveTo>
                    <a:pt x="8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0" y="190"/>
                    <a:pt x="17" y="223"/>
                    <a:pt x="50" y="239"/>
                  </a:cubicBezTo>
                  <a:cubicBezTo>
                    <a:pt x="61" y="251"/>
                    <a:pt x="83" y="265"/>
                    <a:pt x="101" y="265"/>
                  </a:cubicBezTo>
                  <a:cubicBezTo>
                    <a:pt x="108" y="265"/>
                    <a:pt x="115" y="262"/>
                    <a:pt x="120" y="256"/>
                  </a:cubicBezTo>
                  <a:cubicBezTo>
                    <a:pt x="153" y="256"/>
                    <a:pt x="186" y="239"/>
                    <a:pt x="207" y="206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7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3857325" y="24085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40" y="0"/>
                  </a:moveTo>
                  <a:cubicBezTo>
                    <a:pt x="82" y="0"/>
                    <a:pt x="31" y="35"/>
                    <a:pt x="17" y="91"/>
                  </a:cubicBezTo>
                  <a:cubicBezTo>
                    <a:pt x="0" y="144"/>
                    <a:pt x="33" y="231"/>
                    <a:pt x="87" y="247"/>
                  </a:cubicBezTo>
                  <a:cubicBezTo>
                    <a:pt x="103" y="264"/>
                    <a:pt x="120" y="264"/>
                    <a:pt x="136" y="264"/>
                  </a:cubicBezTo>
                  <a:cubicBezTo>
                    <a:pt x="173" y="264"/>
                    <a:pt x="206" y="231"/>
                    <a:pt x="223" y="177"/>
                  </a:cubicBezTo>
                  <a:cubicBezTo>
                    <a:pt x="239" y="128"/>
                    <a:pt x="239" y="74"/>
                    <a:pt x="206" y="41"/>
                  </a:cubicBezTo>
                  <a:lnTo>
                    <a:pt x="173" y="4"/>
                  </a:lnTo>
                  <a:cubicBezTo>
                    <a:pt x="162" y="1"/>
                    <a:pt x="151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4063875" y="237087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71" y="0"/>
                    <a:pt x="54" y="17"/>
                    <a:pt x="34" y="33"/>
                  </a:cubicBezTo>
                  <a:cubicBezTo>
                    <a:pt x="1" y="66"/>
                    <a:pt x="1" y="103"/>
                    <a:pt x="1" y="153"/>
                  </a:cubicBezTo>
                  <a:cubicBezTo>
                    <a:pt x="1" y="190"/>
                    <a:pt x="17" y="206"/>
                    <a:pt x="34" y="239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90" y="239"/>
                    <a:pt x="223" y="190"/>
                    <a:pt x="223" y="120"/>
                  </a:cubicBezTo>
                  <a:lnTo>
                    <a:pt x="223" y="103"/>
                  </a:lnTo>
                  <a:cubicBezTo>
                    <a:pt x="207" y="49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4061300" y="2434350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37" y="1"/>
                  </a:moveTo>
                  <a:cubicBezTo>
                    <a:pt x="120" y="1"/>
                    <a:pt x="87" y="1"/>
                    <a:pt x="71" y="21"/>
                  </a:cubicBezTo>
                  <a:cubicBezTo>
                    <a:pt x="17" y="71"/>
                    <a:pt x="0" y="157"/>
                    <a:pt x="54" y="207"/>
                  </a:cubicBezTo>
                  <a:cubicBezTo>
                    <a:pt x="71" y="244"/>
                    <a:pt x="87" y="260"/>
                    <a:pt x="120" y="260"/>
                  </a:cubicBezTo>
                  <a:cubicBezTo>
                    <a:pt x="157" y="260"/>
                    <a:pt x="174" y="244"/>
                    <a:pt x="207" y="227"/>
                  </a:cubicBezTo>
                  <a:cubicBezTo>
                    <a:pt x="240" y="190"/>
                    <a:pt x="260" y="104"/>
                    <a:pt x="223" y="54"/>
                  </a:cubicBezTo>
                  <a:cubicBezTo>
                    <a:pt x="207" y="21"/>
                    <a:pt x="190" y="2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4061700" y="2387450"/>
              <a:ext cx="6125" cy="6725"/>
            </a:xfrm>
            <a:custGeom>
              <a:avLst/>
              <a:gdLst/>
              <a:ahLst/>
              <a:cxnLst/>
              <a:rect l="l" t="t" r="r" b="b"/>
              <a:pathLst>
                <a:path w="245" h="269" extrusionOk="0">
                  <a:moveTo>
                    <a:pt x="129" y="1"/>
                  </a:moveTo>
                  <a:cubicBezTo>
                    <a:pt x="83" y="1"/>
                    <a:pt x="35" y="33"/>
                    <a:pt x="17" y="92"/>
                  </a:cubicBezTo>
                  <a:cubicBezTo>
                    <a:pt x="1" y="162"/>
                    <a:pt x="17" y="228"/>
                    <a:pt x="88" y="265"/>
                  </a:cubicBezTo>
                  <a:cubicBezTo>
                    <a:pt x="97" y="267"/>
                    <a:pt x="106" y="269"/>
                    <a:pt x="116" y="269"/>
                  </a:cubicBezTo>
                  <a:cubicBezTo>
                    <a:pt x="162" y="269"/>
                    <a:pt x="210" y="236"/>
                    <a:pt x="224" y="178"/>
                  </a:cubicBezTo>
                  <a:cubicBezTo>
                    <a:pt x="244" y="108"/>
                    <a:pt x="224" y="42"/>
                    <a:pt x="158" y="5"/>
                  </a:cubicBezTo>
                  <a:cubicBezTo>
                    <a:pt x="149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4061700" y="24180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04" y="0"/>
                  </a:moveTo>
                  <a:cubicBezTo>
                    <a:pt x="55" y="17"/>
                    <a:pt x="1" y="87"/>
                    <a:pt x="17" y="157"/>
                  </a:cubicBezTo>
                  <a:cubicBezTo>
                    <a:pt x="17" y="190"/>
                    <a:pt x="38" y="223"/>
                    <a:pt x="71" y="239"/>
                  </a:cubicBezTo>
                  <a:cubicBezTo>
                    <a:pt x="88" y="260"/>
                    <a:pt x="121" y="260"/>
                    <a:pt x="141" y="260"/>
                  </a:cubicBezTo>
                  <a:cubicBezTo>
                    <a:pt x="207" y="260"/>
                    <a:pt x="244" y="190"/>
                    <a:pt x="244" y="120"/>
                  </a:cubicBezTo>
                  <a:cubicBezTo>
                    <a:pt x="224" y="87"/>
                    <a:pt x="224" y="54"/>
                    <a:pt x="191" y="33"/>
                  </a:cubicBezTo>
                  <a:cubicBezTo>
                    <a:pt x="191" y="17"/>
                    <a:pt x="174" y="17"/>
                    <a:pt x="174" y="17"/>
                  </a:cubicBezTo>
                  <a:cubicBezTo>
                    <a:pt x="158" y="0"/>
                    <a:pt x="14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4066450" y="23266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7" y="0"/>
                  </a:moveTo>
                  <a:cubicBezTo>
                    <a:pt x="104" y="0"/>
                    <a:pt x="71" y="0"/>
                    <a:pt x="54" y="33"/>
                  </a:cubicBezTo>
                  <a:cubicBezTo>
                    <a:pt x="34" y="50"/>
                    <a:pt x="17" y="83"/>
                    <a:pt x="17" y="120"/>
                  </a:cubicBezTo>
                  <a:cubicBezTo>
                    <a:pt x="1" y="153"/>
                    <a:pt x="17" y="186"/>
                    <a:pt x="34" y="206"/>
                  </a:cubicBezTo>
                  <a:cubicBezTo>
                    <a:pt x="54" y="239"/>
                    <a:pt x="87" y="256"/>
                    <a:pt x="104" y="256"/>
                  </a:cubicBezTo>
                  <a:cubicBezTo>
                    <a:pt x="137" y="256"/>
                    <a:pt x="174" y="256"/>
                    <a:pt x="190" y="239"/>
                  </a:cubicBezTo>
                  <a:cubicBezTo>
                    <a:pt x="240" y="186"/>
                    <a:pt x="240" y="103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57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4057900" y="23570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66" y="21"/>
                    <a:pt x="50" y="38"/>
                    <a:pt x="33" y="54"/>
                  </a:cubicBezTo>
                  <a:cubicBezTo>
                    <a:pt x="17" y="87"/>
                    <a:pt x="0" y="124"/>
                    <a:pt x="0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62" y="255"/>
                    <a:pt x="84" y="267"/>
                    <a:pt x="107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40" y="190"/>
                    <a:pt x="223" y="124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69" y="21"/>
                    <a:pt x="169" y="21"/>
                    <a:pt x="153" y="21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3926475" y="2384575"/>
              <a:ext cx="5600" cy="4350"/>
            </a:xfrm>
            <a:custGeom>
              <a:avLst/>
              <a:gdLst/>
              <a:ahLst/>
              <a:cxnLst/>
              <a:rect l="l" t="t" r="r" b="b"/>
              <a:pathLst>
                <a:path w="224" h="174" extrusionOk="0">
                  <a:moveTo>
                    <a:pt x="120" y="0"/>
                  </a:moveTo>
                  <a:cubicBezTo>
                    <a:pt x="87" y="0"/>
                    <a:pt x="50" y="0"/>
                    <a:pt x="34" y="17"/>
                  </a:cubicBezTo>
                  <a:cubicBezTo>
                    <a:pt x="17" y="54"/>
                    <a:pt x="1" y="87"/>
                    <a:pt x="1" y="120"/>
                  </a:cubicBezTo>
                  <a:lnTo>
                    <a:pt x="1" y="174"/>
                  </a:lnTo>
                  <a:cubicBezTo>
                    <a:pt x="67" y="157"/>
                    <a:pt x="137" y="157"/>
                    <a:pt x="207" y="157"/>
                  </a:cubicBezTo>
                  <a:cubicBezTo>
                    <a:pt x="223" y="120"/>
                    <a:pt x="207" y="70"/>
                    <a:pt x="190" y="54"/>
                  </a:cubicBezTo>
                  <a:cubicBezTo>
                    <a:pt x="170" y="33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4063050" y="23416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4" y="227"/>
                    <a:pt x="67" y="243"/>
                  </a:cubicBezTo>
                  <a:cubicBezTo>
                    <a:pt x="87" y="260"/>
                    <a:pt x="120" y="260"/>
                    <a:pt x="137" y="260"/>
                  </a:cubicBezTo>
                  <a:cubicBezTo>
                    <a:pt x="207" y="260"/>
                    <a:pt x="240" y="190"/>
                    <a:pt x="240" y="103"/>
                  </a:cubicBezTo>
                  <a:cubicBezTo>
                    <a:pt x="223" y="70"/>
                    <a:pt x="207" y="37"/>
                    <a:pt x="170" y="21"/>
                  </a:cubicBezTo>
                  <a:cubicBezTo>
                    <a:pt x="153" y="0"/>
                    <a:pt x="137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4011925" y="2411450"/>
              <a:ext cx="6000" cy="6225"/>
            </a:xfrm>
            <a:custGeom>
              <a:avLst/>
              <a:gdLst/>
              <a:ahLst/>
              <a:cxnLst/>
              <a:rect l="l" t="t" r="r" b="b"/>
              <a:pathLst>
                <a:path w="240" h="249" extrusionOk="0">
                  <a:moveTo>
                    <a:pt x="120" y="1"/>
                  </a:moveTo>
                  <a:cubicBezTo>
                    <a:pt x="115" y="1"/>
                    <a:pt x="109" y="3"/>
                    <a:pt x="104" y="10"/>
                  </a:cubicBezTo>
                  <a:cubicBezTo>
                    <a:pt x="71" y="10"/>
                    <a:pt x="50" y="26"/>
                    <a:pt x="34" y="59"/>
                  </a:cubicBezTo>
                  <a:cubicBezTo>
                    <a:pt x="17" y="76"/>
                    <a:pt x="1" y="113"/>
                    <a:pt x="1" y="146"/>
                  </a:cubicBezTo>
                  <a:cubicBezTo>
                    <a:pt x="50" y="179"/>
                    <a:pt x="104" y="216"/>
                    <a:pt x="174" y="249"/>
                  </a:cubicBezTo>
                  <a:cubicBezTo>
                    <a:pt x="207" y="232"/>
                    <a:pt x="240" y="162"/>
                    <a:pt x="223" y="113"/>
                  </a:cubicBezTo>
                  <a:cubicBezTo>
                    <a:pt x="223" y="76"/>
                    <a:pt x="207" y="43"/>
                    <a:pt x="190" y="26"/>
                  </a:cubicBezTo>
                  <a:cubicBezTo>
                    <a:pt x="174" y="26"/>
                    <a:pt x="174" y="10"/>
                    <a:pt x="153" y="10"/>
                  </a:cubicBezTo>
                  <a:cubicBezTo>
                    <a:pt x="142" y="10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4026975" y="24099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1"/>
                    <a:pt x="1" y="71"/>
                    <a:pt x="17" y="153"/>
                  </a:cubicBezTo>
                  <a:cubicBezTo>
                    <a:pt x="17" y="190"/>
                    <a:pt x="34" y="223"/>
                    <a:pt x="67" y="240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70" y="256"/>
                    <a:pt x="190" y="223"/>
                    <a:pt x="207" y="207"/>
                  </a:cubicBezTo>
                  <a:cubicBezTo>
                    <a:pt x="223" y="174"/>
                    <a:pt x="240" y="137"/>
                    <a:pt x="223" y="104"/>
                  </a:cubicBezTo>
                  <a:cubicBezTo>
                    <a:pt x="223" y="71"/>
                    <a:pt x="207" y="34"/>
                    <a:pt x="190" y="17"/>
                  </a:cubicBezTo>
                  <a:cubicBezTo>
                    <a:pt x="17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3989150" y="2400850"/>
              <a:ext cx="5175" cy="3950"/>
            </a:xfrm>
            <a:custGeom>
              <a:avLst/>
              <a:gdLst/>
              <a:ahLst/>
              <a:cxnLst/>
              <a:rect l="l" t="t" r="r" b="b"/>
              <a:pathLst>
                <a:path w="207" h="158" extrusionOk="0">
                  <a:moveTo>
                    <a:pt x="104" y="1"/>
                  </a:moveTo>
                  <a:cubicBezTo>
                    <a:pt x="87" y="1"/>
                    <a:pt x="54" y="1"/>
                    <a:pt x="17" y="38"/>
                  </a:cubicBezTo>
                  <a:cubicBezTo>
                    <a:pt x="17" y="38"/>
                    <a:pt x="17" y="54"/>
                    <a:pt x="0" y="54"/>
                  </a:cubicBezTo>
                  <a:cubicBezTo>
                    <a:pt x="71" y="87"/>
                    <a:pt x="136" y="124"/>
                    <a:pt x="207" y="157"/>
                  </a:cubicBezTo>
                  <a:cubicBezTo>
                    <a:pt x="207" y="124"/>
                    <a:pt x="207" y="87"/>
                    <a:pt x="190" y="54"/>
                  </a:cubicBezTo>
                  <a:cubicBezTo>
                    <a:pt x="174" y="38"/>
                    <a:pt x="157" y="21"/>
                    <a:pt x="136" y="21"/>
                  </a:cubicBezTo>
                  <a:cubicBezTo>
                    <a:pt x="120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4066875" y="2294100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14" y="1"/>
                  </a:moveTo>
                  <a:cubicBezTo>
                    <a:pt x="95" y="1"/>
                    <a:pt x="80" y="9"/>
                    <a:pt x="70" y="28"/>
                  </a:cubicBezTo>
                  <a:cubicBezTo>
                    <a:pt x="37" y="28"/>
                    <a:pt x="17" y="65"/>
                    <a:pt x="17" y="82"/>
                  </a:cubicBezTo>
                  <a:cubicBezTo>
                    <a:pt x="0" y="115"/>
                    <a:pt x="0" y="148"/>
                    <a:pt x="17" y="168"/>
                  </a:cubicBezTo>
                  <a:cubicBezTo>
                    <a:pt x="17" y="201"/>
                    <a:pt x="54" y="234"/>
                    <a:pt x="87" y="251"/>
                  </a:cubicBezTo>
                  <a:cubicBezTo>
                    <a:pt x="101" y="261"/>
                    <a:pt x="117" y="266"/>
                    <a:pt x="132" y="266"/>
                  </a:cubicBezTo>
                  <a:cubicBezTo>
                    <a:pt x="173" y="266"/>
                    <a:pt x="211" y="233"/>
                    <a:pt x="223" y="185"/>
                  </a:cubicBezTo>
                  <a:cubicBezTo>
                    <a:pt x="243" y="115"/>
                    <a:pt x="223" y="45"/>
                    <a:pt x="157" y="12"/>
                  </a:cubicBezTo>
                  <a:cubicBezTo>
                    <a:pt x="141" y="5"/>
                    <a:pt x="127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4029550" y="236295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8" y="0"/>
                  </a:moveTo>
                  <a:cubicBezTo>
                    <a:pt x="100" y="0"/>
                    <a:pt x="93" y="2"/>
                    <a:pt x="87" y="8"/>
                  </a:cubicBezTo>
                  <a:cubicBezTo>
                    <a:pt x="67" y="8"/>
                    <a:pt x="34" y="24"/>
                    <a:pt x="17" y="57"/>
                  </a:cubicBezTo>
                  <a:cubicBezTo>
                    <a:pt x="1" y="74"/>
                    <a:pt x="1" y="111"/>
                    <a:pt x="1" y="144"/>
                  </a:cubicBezTo>
                  <a:cubicBezTo>
                    <a:pt x="1" y="177"/>
                    <a:pt x="17" y="214"/>
                    <a:pt x="34" y="230"/>
                  </a:cubicBezTo>
                  <a:cubicBezTo>
                    <a:pt x="67" y="247"/>
                    <a:pt x="104" y="263"/>
                    <a:pt x="120" y="263"/>
                  </a:cubicBezTo>
                  <a:cubicBezTo>
                    <a:pt x="190" y="247"/>
                    <a:pt x="223" y="177"/>
                    <a:pt x="223" y="111"/>
                  </a:cubicBezTo>
                  <a:cubicBezTo>
                    <a:pt x="207" y="74"/>
                    <a:pt x="190" y="41"/>
                    <a:pt x="170" y="24"/>
                  </a:cubicBezTo>
                  <a:lnTo>
                    <a:pt x="153" y="8"/>
                  </a:lnTo>
                  <a:cubicBezTo>
                    <a:pt x="142" y="8"/>
                    <a:pt x="124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4066050" y="22467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6" y="0"/>
                  </a:moveTo>
                  <a:cubicBezTo>
                    <a:pt x="103" y="0"/>
                    <a:pt x="87" y="17"/>
                    <a:pt x="50" y="33"/>
                  </a:cubicBezTo>
                  <a:cubicBezTo>
                    <a:pt x="17" y="83"/>
                    <a:pt x="0" y="153"/>
                    <a:pt x="33" y="223"/>
                  </a:cubicBezTo>
                  <a:cubicBezTo>
                    <a:pt x="50" y="239"/>
                    <a:pt x="87" y="256"/>
                    <a:pt x="120" y="256"/>
                  </a:cubicBezTo>
                  <a:cubicBezTo>
                    <a:pt x="125" y="261"/>
                    <a:pt x="131" y="263"/>
                    <a:pt x="138" y="263"/>
                  </a:cubicBezTo>
                  <a:cubicBezTo>
                    <a:pt x="156" y="263"/>
                    <a:pt x="178" y="251"/>
                    <a:pt x="190" y="239"/>
                  </a:cubicBezTo>
                  <a:cubicBezTo>
                    <a:pt x="223" y="206"/>
                    <a:pt x="239" y="186"/>
                    <a:pt x="239" y="153"/>
                  </a:cubicBezTo>
                  <a:cubicBezTo>
                    <a:pt x="239" y="120"/>
                    <a:pt x="223" y="83"/>
                    <a:pt x="206" y="50"/>
                  </a:cubicBezTo>
                  <a:cubicBezTo>
                    <a:pt x="206" y="33"/>
                    <a:pt x="190" y="17"/>
                    <a:pt x="173" y="17"/>
                  </a:cubicBezTo>
                  <a:cubicBezTo>
                    <a:pt x="153" y="0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4056150" y="228107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3" y="1"/>
                  </a:moveTo>
                  <a:cubicBezTo>
                    <a:pt x="54" y="17"/>
                    <a:pt x="0" y="88"/>
                    <a:pt x="17" y="154"/>
                  </a:cubicBezTo>
                  <a:cubicBezTo>
                    <a:pt x="17" y="191"/>
                    <a:pt x="33" y="224"/>
                    <a:pt x="54" y="240"/>
                  </a:cubicBezTo>
                  <a:cubicBezTo>
                    <a:pt x="77" y="252"/>
                    <a:pt x="92" y="265"/>
                    <a:pt x="110" y="265"/>
                  </a:cubicBezTo>
                  <a:cubicBezTo>
                    <a:pt x="118" y="265"/>
                    <a:pt x="127" y="263"/>
                    <a:pt x="136" y="257"/>
                  </a:cubicBezTo>
                  <a:cubicBezTo>
                    <a:pt x="206" y="257"/>
                    <a:pt x="239" y="191"/>
                    <a:pt x="239" y="121"/>
                  </a:cubicBezTo>
                  <a:cubicBezTo>
                    <a:pt x="223" y="88"/>
                    <a:pt x="206" y="50"/>
                    <a:pt x="190" y="34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4026050" y="219390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41" y="0"/>
                  </a:moveTo>
                  <a:cubicBezTo>
                    <a:pt x="104" y="0"/>
                    <a:pt x="71" y="16"/>
                    <a:pt x="54" y="33"/>
                  </a:cubicBezTo>
                  <a:cubicBezTo>
                    <a:pt x="38" y="54"/>
                    <a:pt x="21" y="87"/>
                    <a:pt x="21" y="120"/>
                  </a:cubicBezTo>
                  <a:cubicBezTo>
                    <a:pt x="0" y="157"/>
                    <a:pt x="21" y="190"/>
                    <a:pt x="38" y="223"/>
                  </a:cubicBezTo>
                  <a:cubicBezTo>
                    <a:pt x="54" y="239"/>
                    <a:pt x="87" y="260"/>
                    <a:pt x="104" y="260"/>
                  </a:cubicBezTo>
                  <a:cubicBezTo>
                    <a:pt x="114" y="264"/>
                    <a:pt x="124" y="266"/>
                    <a:pt x="134" y="266"/>
                  </a:cubicBezTo>
                  <a:cubicBezTo>
                    <a:pt x="158" y="266"/>
                    <a:pt x="178" y="254"/>
                    <a:pt x="190" y="239"/>
                  </a:cubicBezTo>
                  <a:cubicBezTo>
                    <a:pt x="244" y="190"/>
                    <a:pt x="244" y="103"/>
                    <a:pt x="207" y="54"/>
                  </a:cubicBezTo>
                  <a:cubicBezTo>
                    <a:pt x="190" y="33"/>
                    <a:pt x="174" y="16"/>
                    <a:pt x="157" y="16"/>
                  </a:cubicBezTo>
                  <a:lnTo>
                    <a:pt x="14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4032125" y="22218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7" y="0"/>
                  </a:moveTo>
                  <a:cubicBezTo>
                    <a:pt x="120" y="0"/>
                    <a:pt x="87" y="17"/>
                    <a:pt x="67" y="33"/>
                  </a:cubicBezTo>
                  <a:cubicBezTo>
                    <a:pt x="17" y="70"/>
                    <a:pt x="1" y="153"/>
                    <a:pt x="50" y="206"/>
                  </a:cubicBezTo>
                  <a:cubicBezTo>
                    <a:pt x="67" y="239"/>
                    <a:pt x="87" y="256"/>
                    <a:pt x="120" y="256"/>
                  </a:cubicBezTo>
                  <a:cubicBezTo>
                    <a:pt x="153" y="256"/>
                    <a:pt x="170" y="256"/>
                    <a:pt x="207" y="239"/>
                  </a:cubicBezTo>
                  <a:cubicBezTo>
                    <a:pt x="223" y="206"/>
                    <a:pt x="240" y="190"/>
                    <a:pt x="240" y="153"/>
                  </a:cubicBezTo>
                  <a:cubicBezTo>
                    <a:pt x="240" y="120"/>
                    <a:pt x="240" y="87"/>
                    <a:pt x="223" y="50"/>
                  </a:cubicBezTo>
                  <a:cubicBezTo>
                    <a:pt x="207" y="33"/>
                    <a:pt x="190" y="17"/>
                    <a:pt x="170" y="17"/>
                  </a:cubicBezTo>
                  <a:cubicBezTo>
                    <a:pt x="153" y="0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4078925" y="228932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9" y="0"/>
                  </a:moveTo>
                  <a:cubicBezTo>
                    <a:pt x="87" y="0"/>
                    <a:pt x="46" y="32"/>
                    <a:pt x="33" y="83"/>
                  </a:cubicBezTo>
                  <a:cubicBezTo>
                    <a:pt x="0" y="153"/>
                    <a:pt x="33" y="219"/>
                    <a:pt x="87" y="256"/>
                  </a:cubicBezTo>
                  <a:cubicBezTo>
                    <a:pt x="98" y="259"/>
                    <a:pt x="108" y="260"/>
                    <a:pt x="118" y="260"/>
                  </a:cubicBezTo>
                  <a:cubicBezTo>
                    <a:pt x="170" y="260"/>
                    <a:pt x="212" y="225"/>
                    <a:pt x="240" y="170"/>
                  </a:cubicBezTo>
                  <a:cubicBezTo>
                    <a:pt x="256" y="100"/>
                    <a:pt x="223" y="30"/>
                    <a:pt x="174" y="13"/>
                  </a:cubicBezTo>
                  <a:cubicBezTo>
                    <a:pt x="159" y="4"/>
                    <a:pt x="144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4029150" y="22686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83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0" y="190"/>
                    <a:pt x="17" y="223"/>
                    <a:pt x="50" y="239"/>
                  </a:cubicBezTo>
                  <a:cubicBezTo>
                    <a:pt x="61" y="254"/>
                    <a:pt x="84" y="267"/>
                    <a:pt x="101" y="267"/>
                  </a:cubicBezTo>
                  <a:cubicBezTo>
                    <a:pt x="109" y="267"/>
                    <a:pt x="115" y="265"/>
                    <a:pt x="120" y="260"/>
                  </a:cubicBezTo>
                  <a:cubicBezTo>
                    <a:pt x="186" y="260"/>
                    <a:pt x="223" y="190"/>
                    <a:pt x="223" y="120"/>
                  </a:cubicBezTo>
                  <a:cubicBezTo>
                    <a:pt x="223" y="87"/>
                    <a:pt x="206" y="54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4006350" y="221202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11" y="0"/>
                  </a:moveTo>
                  <a:cubicBezTo>
                    <a:pt x="71" y="0"/>
                    <a:pt x="30" y="32"/>
                    <a:pt x="17" y="83"/>
                  </a:cubicBezTo>
                  <a:cubicBezTo>
                    <a:pt x="1" y="153"/>
                    <a:pt x="17" y="219"/>
                    <a:pt x="88" y="256"/>
                  </a:cubicBezTo>
                  <a:cubicBezTo>
                    <a:pt x="88" y="256"/>
                    <a:pt x="95" y="264"/>
                    <a:pt x="105" y="264"/>
                  </a:cubicBezTo>
                  <a:cubicBezTo>
                    <a:pt x="110" y="264"/>
                    <a:pt x="115" y="262"/>
                    <a:pt x="121" y="256"/>
                  </a:cubicBezTo>
                  <a:cubicBezTo>
                    <a:pt x="170" y="256"/>
                    <a:pt x="207" y="219"/>
                    <a:pt x="224" y="186"/>
                  </a:cubicBezTo>
                  <a:cubicBezTo>
                    <a:pt x="240" y="133"/>
                    <a:pt x="224" y="83"/>
                    <a:pt x="207" y="50"/>
                  </a:cubicBezTo>
                  <a:cubicBezTo>
                    <a:pt x="191" y="29"/>
                    <a:pt x="170" y="13"/>
                    <a:pt x="154" y="13"/>
                  </a:cubicBezTo>
                  <a:cubicBezTo>
                    <a:pt x="140" y="4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4017500" y="2224500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9" y="1"/>
                  </a:moveTo>
                  <a:cubicBezTo>
                    <a:pt x="120" y="1"/>
                    <a:pt x="112" y="5"/>
                    <a:pt x="103" y="13"/>
                  </a:cubicBezTo>
                  <a:cubicBezTo>
                    <a:pt x="70" y="13"/>
                    <a:pt x="54" y="29"/>
                    <a:pt x="33" y="66"/>
                  </a:cubicBezTo>
                  <a:cubicBezTo>
                    <a:pt x="17" y="83"/>
                    <a:pt x="0" y="116"/>
                    <a:pt x="17" y="149"/>
                  </a:cubicBezTo>
                  <a:cubicBezTo>
                    <a:pt x="17" y="186"/>
                    <a:pt x="33" y="219"/>
                    <a:pt x="54" y="236"/>
                  </a:cubicBezTo>
                  <a:cubicBezTo>
                    <a:pt x="70" y="252"/>
                    <a:pt x="103" y="273"/>
                    <a:pt x="136" y="273"/>
                  </a:cubicBezTo>
                  <a:cubicBezTo>
                    <a:pt x="190" y="252"/>
                    <a:pt x="239" y="186"/>
                    <a:pt x="223" y="116"/>
                  </a:cubicBezTo>
                  <a:cubicBezTo>
                    <a:pt x="223" y="83"/>
                    <a:pt x="206" y="46"/>
                    <a:pt x="190" y="29"/>
                  </a:cubicBezTo>
                  <a:cubicBezTo>
                    <a:pt x="173" y="29"/>
                    <a:pt x="173" y="13"/>
                    <a:pt x="157" y="13"/>
                  </a:cubicBezTo>
                  <a:cubicBezTo>
                    <a:pt x="147" y="5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4011925" y="21946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7" y="0"/>
                  </a:moveTo>
                  <a:cubicBezTo>
                    <a:pt x="82" y="0"/>
                    <a:pt x="31" y="33"/>
                    <a:pt x="17" y="74"/>
                  </a:cubicBezTo>
                  <a:cubicBezTo>
                    <a:pt x="1" y="144"/>
                    <a:pt x="17" y="231"/>
                    <a:pt x="87" y="247"/>
                  </a:cubicBezTo>
                  <a:cubicBezTo>
                    <a:pt x="104" y="264"/>
                    <a:pt x="120" y="264"/>
                    <a:pt x="137" y="264"/>
                  </a:cubicBezTo>
                  <a:cubicBezTo>
                    <a:pt x="174" y="247"/>
                    <a:pt x="207" y="231"/>
                    <a:pt x="223" y="177"/>
                  </a:cubicBezTo>
                  <a:cubicBezTo>
                    <a:pt x="240" y="128"/>
                    <a:pt x="223" y="74"/>
                    <a:pt x="207" y="41"/>
                  </a:cubicBezTo>
                  <a:cubicBezTo>
                    <a:pt x="190" y="25"/>
                    <a:pt x="174" y="25"/>
                    <a:pt x="153" y="4"/>
                  </a:cubicBezTo>
                  <a:cubicBezTo>
                    <a:pt x="145" y="1"/>
                    <a:pt x="136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4010600" y="22411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0"/>
                  </a:moveTo>
                  <a:cubicBezTo>
                    <a:pt x="103" y="0"/>
                    <a:pt x="70" y="0"/>
                    <a:pt x="54" y="21"/>
                  </a:cubicBezTo>
                  <a:cubicBezTo>
                    <a:pt x="0" y="70"/>
                    <a:pt x="0" y="157"/>
                    <a:pt x="37" y="206"/>
                  </a:cubicBezTo>
                  <a:cubicBezTo>
                    <a:pt x="54" y="244"/>
                    <a:pt x="87" y="260"/>
                    <a:pt x="103" y="260"/>
                  </a:cubicBezTo>
                  <a:cubicBezTo>
                    <a:pt x="140" y="260"/>
                    <a:pt x="173" y="260"/>
                    <a:pt x="190" y="227"/>
                  </a:cubicBezTo>
                  <a:cubicBezTo>
                    <a:pt x="206" y="206"/>
                    <a:pt x="227" y="173"/>
                    <a:pt x="227" y="140"/>
                  </a:cubicBezTo>
                  <a:cubicBezTo>
                    <a:pt x="243" y="103"/>
                    <a:pt x="227" y="70"/>
                    <a:pt x="206" y="54"/>
                  </a:cubicBezTo>
                  <a:cubicBezTo>
                    <a:pt x="190" y="37"/>
                    <a:pt x="173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4044075" y="2269575"/>
              <a:ext cx="6125" cy="6500"/>
            </a:xfrm>
            <a:custGeom>
              <a:avLst/>
              <a:gdLst/>
              <a:ahLst/>
              <a:cxnLst/>
              <a:rect l="l" t="t" r="r" b="b"/>
              <a:pathLst>
                <a:path w="245" h="260" extrusionOk="0">
                  <a:moveTo>
                    <a:pt x="119" y="1"/>
                  </a:moveTo>
                  <a:cubicBezTo>
                    <a:pt x="72" y="1"/>
                    <a:pt x="34" y="34"/>
                    <a:pt x="22" y="82"/>
                  </a:cubicBezTo>
                  <a:cubicBezTo>
                    <a:pt x="1" y="152"/>
                    <a:pt x="38" y="222"/>
                    <a:pt x="88" y="255"/>
                  </a:cubicBezTo>
                  <a:cubicBezTo>
                    <a:pt x="97" y="258"/>
                    <a:pt x="107" y="259"/>
                    <a:pt x="117" y="259"/>
                  </a:cubicBezTo>
                  <a:cubicBezTo>
                    <a:pt x="163" y="259"/>
                    <a:pt x="211" y="229"/>
                    <a:pt x="228" y="185"/>
                  </a:cubicBezTo>
                  <a:cubicBezTo>
                    <a:pt x="244" y="119"/>
                    <a:pt x="228" y="32"/>
                    <a:pt x="174" y="16"/>
                  </a:cubicBezTo>
                  <a:cubicBezTo>
                    <a:pt x="155" y="6"/>
                    <a:pt x="13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4047600" y="2219250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3" y="0"/>
                    <a:pt x="0" y="70"/>
                    <a:pt x="0" y="136"/>
                  </a:cubicBezTo>
                  <a:cubicBezTo>
                    <a:pt x="17" y="173"/>
                    <a:pt x="33" y="206"/>
                    <a:pt x="50" y="223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69" y="239"/>
                    <a:pt x="190" y="223"/>
                    <a:pt x="206" y="206"/>
                  </a:cubicBezTo>
                  <a:cubicBezTo>
                    <a:pt x="223" y="173"/>
                    <a:pt x="223" y="136"/>
                    <a:pt x="223" y="103"/>
                  </a:cubicBezTo>
                  <a:cubicBezTo>
                    <a:pt x="223" y="70"/>
                    <a:pt x="206" y="33"/>
                    <a:pt x="190" y="17"/>
                  </a:cubicBezTo>
                  <a:cubicBezTo>
                    <a:pt x="169" y="17"/>
                    <a:pt x="169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4035125" y="2252150"/>
              <a:ext cx="6400" cy="6600"/>
            </a:xfrm>
            <a:custGeom>
              <a:avLst/>
              <a:gdLst/>
              <a:ahLst/>
              <a:cxnLst/>
              <a:rect l="l" t="t" r="r" b="b"/>
              <a:pathLst>
                <a:path w="256" h="264" extrusionOk="0">
                  <a:moveTo>
                    <a:pt x="111" y="1"/>
                  </a:moveTo>
                  <a:cubicBezTo>
                    <a:pt x="92" y="1"/>
                    <a:pt x="76" y="13"/>
                    <a:pt x="50" y="24"/>
                  </a:cubicBezTo>
                  <a:cubicBezTo>
                    <a:pt x="17" y="74"/>
                    <a:pt x="0" y="160"/>
                    <a:pt x="33" y="214"/>
                  </a:cubicBezTo>
                  <a:cubicBezTo>
                    <a:pt x="50" y="230"/>
                    <a:pt x="87" y="247"/>
                    <a:pt x="120" y="263"/>
                  </a:cubicBezTo>
                  <a:cubicBezTo>
                    <a:pt x="136" y="263"/>
                    <a:pt x="173" y="247"/>
                    <a:pt x="190" y="230"/>
                  </a:cubicBezTo>
                  <a:cubicBezTo>
                    <a:pt x="239" y="177"/>
                    <a:pt x="256" y="111"/>
                    <a:pt x="206" y="41"/>
                  </a:cubicBezTo>
                  <a:cubicBezTo>
                    <a:pt x="206" y="24"/>
                    <a:pt x="190" y="24"/>
                    <a:pt x="173" y="8"/>
                  </a:cubicBezTo>
                  <a:lnTo>
                    <a:pt x="136" y="8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4050575" y="22519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87" y="0"/>
                  </a:moveTo>
                  <a:cubicBezTo>
                    <a:pt x="34" y="33"/>
                    <a:pt x="1" y="83"/>
                    <a:pt x="17" y="136"/>
                  </a:cubicBezTo>
                  <a:cubicBezTo>
                    <a:pt x="17" y="169"/>
                    <a:pt x="34" y="206"/>
                    <a:pt x="50" y="223"/>
                  </a:cubicBezTo>
                  <a:cubicBezTo>
                    <a:pt x="87" y="256"/>
                    <a:pt x="120" y="256"/>
                    <a:pt x="137" y="256"/>
                  </a:cubicBezTo>
                  <a:cubicBezTo>
                    <a:pt x="207" y="239"/>
                    <a:pt x="240" y="169"/>
                    <a:pt x="240" y="103"/>
                  </a:cubicBezTo>
                  <a:cubicBezTo>
                    <a:pt x="223" y="83"/>
                    <a:pt x="223" y="83"/>
                    <a:pt x="223" y="66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4038925" y="22067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04" y="0"/>
                  </a:moveTo>
                  <a:cubicBezTo>
                    <a:pt x="54" y="17"/>
                    <a:pt x="1" y="87"/>
                    <a:pt x="21" y="157"/>
                  </a:cubicBezTo>
                  <a:cubicBezTo>
                    <a:pt x="21" y="190"/>
                    <a:pt x="38" y="207"/>
                    <a:pt x="54" y="239"/>
                  </a:cubicBezTo>
                  <a:cubicBezTo>
                    <a:pt x="87" y="260"/>
                    <a:pt x="104" y="260"/>
                    <a:pt x="141" y="260"/>
                  </a:cubicBezTo>
                  <a:cubicBezTo>
                    <a:pt x="174" y="260"/>
                    <a:pt x="190" y="239"/>
                    <a:pt x="207" y="207"/>
                  </a:cubicBezTo>
                  <a:cubicBezTo>
                    <a:pt x="228" y="174"/>
                    <a:pt x="244" y="136"/>
                    <a:pt x="228" y="103"/>
                  </a:cubicBezTo>
                  <a:cubicBezTo>
                    <a:pt x="228" y="70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4040675" y="21913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4" y="1"/>
                  </a:moveTo>
                  <a:cubicBezTo>
                    <a:pt x="34" y="17"/>
                    <a:pt x="1" y="88"/>
                    <a:pt x="1" y="158"/>
                  </a:cubicBezTo>
                  <a:cubicBezTo>
                    <a:pt x="15" y="215"/>
                    <a:pt x="58" y="264"/>
                    <a:pt x="113" y="264"/>
                  </a:cubicBezTo>
                  <a:cubicBezTo>
                    <a:pt x="121" y="264"/>
                    <a:pt x="129" y="263"/>
                    <a:pt x="137" y="261"/>
                  </a:cubicBezTo>
                  <a:cubicBezTo>
                    <a:pt x="158" y="261"/>
                    <a:pt x="191" y="240"/>
                    <a:pt x="207" y="207"/>
                  </a:cubicBezTo>
                  <a:cubicBezTo>
                    <a:pt x="224" y="174"/>
                    <a:pt x="224" y="137"/>
                    <a:pt x="224" y="104"/>
                  </a:cubicBezTo>
                  <a:cubicBezTo>
                    <a:pt x="224" y="71"/>
                    <a:pt x="207" y="55"/>
                    <a:pt x="174" y="17"/>
                  </a:cubicBezTo>
                  <a:lnTo>
                    <a:pt x="158" y="17"/>
                  </a:ln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4053975" y="220245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41" y="0"/>
                  </a:moveTo>
                  <a:cubicBezTo>
                    <a:pt x="104" y="0"/>
                    <a:pt x="71" y="0"/>
                    <a:pt x="54" y="21"/>
                  </a:cubicBezTo>
                  <a:cubicBezTo>
                    <a:pt x="1" y="70"/>
                    <a:pt x="1" y="157"/>
                    <a:pt x="38" y="206"/>
                  </a:cubicBezTo>
                  <a:cubicBezTo>
                    <a:pt x="54" y="243"/>
                    <a:pt x="87" y="260"/>
                    <a:pt x="104" y="260"/>
                  </a:cubicBezTo>
                  <a:cubicBezTo>
                    <a:pt x="141" y="260"/>
                    <a:pt x="174" y="260"/>
                    <a:pt x="190" y="227"/>
                  </a:cubicBezTo>
                  <a:cubicBezTo>
                    <a:pt x="244" y="190"/>
                    <a:pt x="244" y="103"/>
                    <a:pt x="207" y="54"/>
                  </a:cubicBezTo>
                  <a:cubicBezTo>
                    <a:pt x="190" y="37"/>
                    <a:pt x="174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3974500" y="2185750"/>
              <a:ext cx="5700" cy="6400"/>
            </a:xfrm>
            <a:custGeom>
              <a:avLst/>
              <a:gdLst/>
              <a:ahLst/>
              <a:cxnLst/>
              <a:rect l="l" t="t" r="r" b="b"/>
              <a:pathLst>
                <a:path w="228" h="256" extrusionOk="0">
                  <a:moveTo>
                    <a:pt x="104" y="0"/>
                  </a:moveTo>
                  <a:cubicBezTo>
                    <a:pt x="38" y="17"/>
                    <a:pt x="1" y="87"/>
                    <a:pt x="1" y="153"/>
                  </a:cubicBezTo>
                  <a:cubicBezTo>
                    <a:pt x="22" y="190"/>
                    <a:pt x="22" y="223"/>
                    <a:pt x="55" y="239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58" y="256"/>
                    <a:pt x="191" y="239"/>
                    <a:pt x="207" y="206"/>
                  </a:cubicBezTo>
                  <a:cubicBezTo>
                    <a:pt x="228" y="173"/>
                    <a:pt x="228" y="136"/>
                    <a:pt x="228" y="103"/>
                  </a:cubicBezTo>
                  <a:cubicBezTo>
                    <a:pt x="228" y="70"/>
                    <a:pt x="207" y="50"/>
                    <a:pt x="174" y="33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41" y="0"/>
                    <a:pt x="125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3983175" y="22480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3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90" y="17"/>
                  </a:cubicBezTo>
                  <a:cubicBezTo>
                    <a:pt x="169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3971100" y="2236300"/>
              <a:ext cx="6025" cy="6475"/>
            </a:xfrm>
            <a:custGeom>
              <a:avLst/>
              <a:gdLst/>
              <a:ahLst/>
              <a:cxnLst/>
              <a:rect l="l" t="t" r="r" b="b"/>
              <a:pathLst>
                <a:path w="241" h="259" extrusionOk="0">
                  <a:moveTo>
                    <a:pt x="125" y="1"/>
                  </a:moveTo>
                  <a:cubicBezTo>
                    <a:pt x="79" y="1"/>
                    <a:pt x="31" y="33"/>
                    <a:pt x="17" y="73"/>
                  </a:cubicBezTo>
                  <a:cubicBezTo>
                    <a:pt x="1" y="143"/>
                    <a:pt x="17" y="229"/>
                    <a:pt x="88" y="246"/>
                  </a:cubicBezTo>
                  <a:cubicBezTo>
                    <a:pt x="101" y="255"/>
                    <a:pt x="115" y="259"/>
                    <a:pt x="130" y="259"/>
                  </a:cubicBezTo>
                  <a:cubicBezTo>
                    <a:pt x="170" y="259"/>
                    <a:pt x="211" y="227"/>
                    <a:pt x="224" y="176"/>
                  </a:cubicBezTo>
                  <a:cubicBezTo>
                    <a:pt x="240" y="110"/>
                    <a:pt x="224" y="40"/>
                    <a:pt x="158" y="7"/>
                  </a:cubicBezTo>
                  <a:cubicBezTo>
                    <a:pt x="147" y="3"/>
                    <a:pt x="136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3977600" y="22184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104" y="0"/>
                    <a:pt x="83" y="0"/>
                    <a:pt x="83" y="17"/>
                  </a:cubicBezTo>
                  <a:cubicBezTo>
                    <a:pt x="34" y="33"/>
                    <a:pt x="1" y="83"/>
                    <a:pt x="17" y="153"/>
                  </a:cubicBezTo>
                  <a:cubicBezTo>
                    <a:pt x="17" y="186"/>
                    <a:pt x="34" y="223"/>
                    <a:pt x="50" y="239"/>
                  </a:cubicBezTo>
                  <a:cubicBezTo>
                    <a:pt x="83" y="256"/>
                    <a:pt x="104" y="256"/>
                    <a:pt x="137" y="256"/>
                  </a:cubicBezTo>
                  <a:cubicBezTo>
                    <a:pt x="207" y="239"/>
                    <a:pt x="240" y="186"/>
                    <a:pt x="223" y="103"/>
                  </a:cubicBezTo>
                  <a:lnTo>
                    <a:pt x="223" y="83"/>
                  </a:lnTo>
                  <a:cubicBezTo>
                    <a:pt x="207" y="50"/>
                    <a:pt x="186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3962150" y="22188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66" y="1"/>
                    <a:pt x="50" y="34"/>
                  </a:cubicBezTo>
                  <a:cubicBezTo>
                    <a:pt x="0" y="67"/>
                    <a:pt x="0" y="153"/>
                    <a:pt x="33" y="207"/>
                  </a:cubicBezTo>
                  <a:cubicBezTo>
                    <a:pt x="50" y="240"/>
                    <a:pt x="83" y="256"/>
                    <a:pt x="103" y="256"/>
                  </a:cubicBezTo>
                  <a:cubicBezTo>
                    <a:pt x="136" y="256"/>
                    <a:pt x="169" y="256"/>
                    <a:pt x="186" y="223"/>
                  </a:cubicBezTo>
                  <a:cubicBezTo>
                    <a:pt x="239" y="190"/>
                    <a:pt x="239" y="104"/>
                    <a:pt x="206" y="50"/>
                  </a:cubicBezTo>
                  <a:cubicBezTo>
                    <a:pt x="186" y="34"/>
                    <a:pt x="186" y="1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3967300" y="22029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3" y="1"/>
                  </a:moveTo>
                  <a:cubicBezTo>
                    <a:pt x="50" y="17"/>
                    <a:pt x="0" y="83"/>
                    <a:pt x="17" y="153"/>
                  </a:cubicBezTo>
                  <a:cubicBezTo>
                    <a:pt x="17" y="186"/>
                    <a:pt x="33" y="223"/>
                    <a:pt x="50" y="240"/>
                  </a:cubicBezTo>
                  <a:cubicBezTo>
                    <a:pt x="73" y="252"/>
                    <a:pt x="90" y="263"/>
                    <a:pt x="110" y="263"/>
                  </a:cubicBezTo>
                  <a:cubicBezTo>
                    <a:pt x="118" y="263"/>
                    <a:pt x="127" y="261"/>
                    <a:pt x="136" y="256"/>
                  </a:cubicBezTo>
                  <a:cubicBezTo>
                    <a:pt x="207" y="256"/>
                    <a:pt x="240" y="186"/>
                    <a:pt x="223" y="120"/>
                  </a:cubicBezTo>
                  <a:cubicBezTo>
                    <a:pt x="223" y="83"/>
                    <a:pt x="207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3991725" y="21859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94" y="1"/>
                  </a:moveTo>
                  <a:cubicBezTo>
                    <a:pt x="76" y="1"/>
                    <a:pt x="60" y="13"/>
                    <a:pt x="33" y="24"/>
                  </a:cubicBezTo>
                  <a:cubicBezTo>
                    <a:pt x="17" y="41"/>
                    <a:pt x="1" y="78"/>
                    <a:pt x="1" y="111"/>
                  </a:cubicBezTo>
                  <a:cubicBezTo>
                    <a:pt x="1" y="144"/>
                    <a:pt x="1" y="181"/>
                    <a:pt x="17" y="214"/>
                  </a:cubicBezTo>
                  <a:cubicBezTo>
                    <a:pt x="48" y="245"/>
                    <a:pt x="83" y="263"/>
                    <a:pt x="117" y="263"/>
                  </a:cubicBezTo>
                  <a:cubicBezTo>
                    <a:pt x="142" y="263"/>
                    <a:pt x="167" y="253"/>
                    <a:pt x="190" y="230"/>
                  </a:cubicBezTo>
                  <a:cubicBezTo>
                    <a:pt x="223" y="181"/>
                    <a:pt x="240" y="111"/>
                    <a:pt x="207" y="41"/>
                  </a:cubicBezTo>
                  <a:cubicBezTo>
                    <a:pt x="190" y="24"/>
                    <a:pt x="174" y="8"/>
                    <a:pt x="157" y="8"/>
                  </a:cubicBezTo>
                  <a:lnTo>
                    <a:pt x="120" y="8"/>
                  </a:lnTo>
                  <a:cubicBezTo>
                    <a:pt x="110" y="3"/>
                    <a:pt x="102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3995650" y="2243350"/>
              <a:ext cx="6400" cy="6425"/>
            </a:xfrm>
            <a:custGeom>
              <a:avLst/>
              <a:gdLst/>
              <a:ahLst/>
              <a:cxnLst/>
              <a:rect l="l" t="t" r="r" b="b"/>
              <a:pathLst>
                <a:path w="256" h="257" extrusionOk="0">
                  <a:moveTo>
                    <a:pt x="127" y="1"/>
                  </a:moveTo>
                  <a:cubicBezTo>
                    <a:pt x="86" y="1"/>
                    <a:pt x="45" y="32"/>
                    <a:pt x="33" y="83"/>
                  </a:cubicBezTo>
                  <a:cubicBezTo>
                    <a:pt x="0" y="154"/>
                    <a:pt x="33" y="220"/>
                    <a:pt x="83" y="257"/>
                  </a:cubicBezTo>
                  <a:lnTo>
                    <a:pt x="136" y="257"/>
                  </a:lnTo>
                  <a:cubicBezTo>
                    <a:pt x="186" y="257"/>
                    <a:pt x="223" y="220"/>
                    <a:pt x="239" y="170"/>
                  </a:cubicBezTo>
                  <a:cubicBezTo>
                    <a:pt x="256" y="137"/>
                    <a:pt x="239" y="83"/>
                    <a:pt x="223" y="50"/>
                  </a:cubicBezTo>
                  <a:cubicBezTo>
                    <a:pt x="206" y="34"/>
                    <a:pt x="186" y="13"/>
                    <a:pt x="169" y="13"/>
                  </a:cubicBezTo>
                  <a:cubicBezTo>
                    <a:pt x="156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3993075" y="22135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7" y="1"/>
                  </a:moveTo>
                  <a:cubicBezTo>
                    <a:pt x="83" y="1"/>
                    <a:pt x="61" y="12"/>
                    <a:pt x="50" y="24"/>
                  </a:cubicBezTo>
                  <a:cubicBezTo>
                    <a:pt x="0" y="74"/>
                    <a:pt x="0" y="160"/>
                    <a:pt x="33" y="214"/>
                  </a:cubicBezTo>
                  <a:cubicBezTo>
                    <a:pt x="50" y="230"/>
                    <a:pt x="83" y="247"/>
                    <a:pt x="103" y="263"/>
                  </a:cubicBezTo>
                  <a:cubicBezTo>
                    <a:pt x="136" y="263"/>
                    <a:pt x="169" y="247"/>
                    <a:pt x="186" y="230"/>
                  </a:cubicBezTo>
                  <a:cubicBezTo>
                    <a:pt x="223" y="214"/>
                    <a:pt x="223" y="177"/>
                    <a:pt x="239" y="144"/>
                  </a:cubicBezTo>
                  <a:cubicBezTo>
                    <a:pt x="239" y="111"/>
                    <a:pt x="223" y="74"/>
                    <a:pt x="206" y="41"/>
                  </a:cubicBezTo>
                  <a:cubicBezTo>
                    <a:pt x="186" y="24"/>
                    <a:pt x="186" y="24"/>
                    <a:pt x="153" y="8"/>
                  </a:cubicBezTo>
                  <a:lnTo>
                    <a:pt x="136" y="8"/>
                  </a:lnTo>
                  <a:cubicBezTo>
                    <a:pt x="127" y="3"/>
                    <a:pt x="116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3999875" y="219845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1" y="0"/>
                  </a:moveTo>
                  <a:cubicBezTo>
                    <a:pt x="115" y="0"/>
                    <a:pt x="109" y="2"/>
                    <a:pt x="103" y="8"/>
                  </a:cubicBezTo>
                  <a:cubicBezTo>
                    <a:pt x="54" y="8"/>
                    <a:pt x="0" y="78"/>
                    <a:pt x="17" y="144"/>
                  </a:cubicBezTo>
                  <a:cubicBezTo>
                    <a:pt x="17" y="181"/>
                    <a:pt x="37" y="214"/>
                    <a:pt x="54" y="230"/>
                  </a:cubicBezTo>
                  <a:cubicBezTo>
                    <a:pt x="87" y="247"/>
                    <a:pt x="103" y="263"/>
                    <a:pt x="140" y="263"/>
                  </a:cubicBezTo>
                  <a:cubicBezTo>
                    <a:pt x="173" y="247"/>
                    <a:pt x="190" y="230"/>
                    <a:pt x="206" y="214"/>
                  </a:cubicBezTo>
                  <a:cubicBezTo>
                    <a:pt x="223" y="181"/>
                    <a:pt x="243" y="144"/>
                    <a:pt x="223" y="111"/>
                  </a:cubicBezTo>
                  <a:cubicBezTo>
                    <a:pt x="223" y="78"/>
                    <a:pt x="206" y="41"/>
                    <a:pt x="190" y="24"/>
                  </a:cubicBezTo>
                  <a:cubicBezTo>
                    <a:pt x="173" y="24"/>
                    <a:pt x="173" y="8"/>
                    <a:pt x="157" y="8"/>
                  </a:cubicBezTo>
                  <a:cubicBezTo>
                    <a:pt x="146" y="8"/>
                    <a:pt x="133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3989150" y="22303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7" y="1"/>
                  </a:moveTo>
                  <a:cubicBezTo>
                    <a:pt x="71" y="1"/>
                    <a:pt x="33" y="1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07"/>
                    <a:pt x="33" y="223"/>
                  </a:cubicBezTo>
                  <a:cubicBezTo>
                    <a:pt x="71" y="260"/>
                    <a:pt x="104" y="260"/>
                    <a:pt x="120" y="260"/>
                  </a:cubicBezTo>
                  <a:cubicBezTo>
                    <a:pt x="190" y="244"/>
                    <a:pt x="223" y="174"/>
                    <a:pt x="223" y="104"/>
                  </a:cubicBezTo>
                  <a:cubicBezTo>
                    <a:pt x="207" y="71"/>
                    <a:pt x="190" y="38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4003375" y="22260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13" y="1"/>
                  </a:moveTo>
                  <a:cubicBezTo>
                    <a:pt x="59" y="1"/>
                    <a:pt x="14" y="33"/>
                    <a:pt x="0" y="72"/>
                  </a:cubicBezTo>
                  <a:lnTo>
                    <a:pt x="0" y="143"/>
                  </a:lnTo>
                  <a:cubicBezTo>
                    <a:pt x="0" y="192"/>
                    <a:pt x="33" y="229"/>
                    <a:pt x="66" y="246"/>
                  </a:cubicBezTo>
                  <a:cubicBezTo>
                    <a:pt x="82" y="252"/>
                    <a:pt x="99" y="256"/>
                    <a:pt x="116" y="256"/>
                  </a:cubicBezTo>
                  <a:cubicBezTo>
                    <a:pt x="139" y="256"/>
                    <a:pt x="160" y="248"/>
                    <a:pt x="169" y="229"/>
                  </a:cubicBezTo>
                  <a:cubicBezTo>
                    <a:pt x="186" y="213"/>
                    <a:pt x="207" y="192"/>
                    <a:pt x="207" y="176"/>
                  </a:cubicBezTo>
                  <a:cubicBezTo>
                    <a:pt x="240" y="110"/>
                    <a:pt x="207" y="39"/>
                    <a:pt x="153" y="6"/>
                  </a:cubicBezTo>
                  <a:cubicBezTo>
                    <a:pt x="139" y="2"/>
                    <a:pt x="126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3986575" y="22771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33" y="21"/>
                    <a:pt x="0" y="87"/>
                    <a:pt x="17" y="157"/>
                  </a:cubicBezTo>
                  <a:cubicBezTo>
                    <a:pt x="17" y="190"/>
                    <a:pt x="33" y="227"/>
                    <a:pt x="70" y="244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74" y="260"/>
                    <a:pt x="190" y="244"/>
                    <a:pt x="207" y="206"/>
                  </a:cubicBezTo>
                  <a:cubicBezTo>
                    <a:pt x="223" y="173"/>
                    <a:pt x="239" y="140"/>
                    <a:pt x="223" y="103"/>
                  </a:cubicBezTo>
                  <a:cubicBezTo>
                    <a:pt x="223" y="70"/>
                    <a:pt x="207" y="54"/>
                    <a:pt x="190" y="21"/>
                  </a:cubicBezTo>
                  <a:lnTo>
                    <a:pt x="157" y="21"/>
                  </a:lnTo>
                  <a:cubicBezTo>
                    <a:pt x="157" y="0"/>
                    <a:pt x="15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4022650" y="22089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3" y="1"/>
                  </a:moveTo>
                  <a:cubicBezTo>
                    <a:pt x="54" y="17"/>
                    <a:pt x="0" y="88"/>
                    <a:pt x="17" y="153"/>
                  </a:cubicBezTo>
                  <a:cubicBezTo>
                    <a:pt x="17" y="191"/>
                    <a:pt x="33" y="224"/>
                    <a:pt x="70" y="240"/>
                  </a:cubicBezTo>
                  <a:cubicBezTo>
                    <a:pt x="82" y="252"/>
                    <a:pt x="102" y="265"/>
                    <a:pt x="118" y="265"/>
                  </a:cubicBezTo>
                  <a:cubicBezTo>
                    <a:pt x="125" y="265"/>
                    <a:pt x="132" y="263"/>
                    <a:pt x="136" y="257"/>
                  </a:cubicBezTo>
                  <a:cubicBezTo>
                    <a:pt x="207" y="257"/>
                    <a:pt x="240" y="191"/>
                    <a:pt x="240" y="121"/>
                  </a:cubicBezTo>
                  <a:cubicBezTo>
                    <a:pt x="223" y="71"/>
                    <a:pt x="207" y="34"/>
                    <a:pt x="174" y="17"/>
                  </a:cubicBezTo>
                  <a:cubicBezTo>
                    <a:pt x="157" y="1"/>
                    <a:pt x="136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4089225" y="2427550"/>
              <a:ext cx="6425" cy="6575"/>
            </a:xfrm>
            <a:custGeom>
              <a:avLst/>
              <a:gdLst/>
              <a:ahLst/>
              <a:cxnLst/>
              <a:rect l="l" t="t" r="r" b="b"/>
              <a:pathLst>
                <a:path w="257" h="263" extrusionOk="0">
                  <a:moveTo>
                    <a:pt x="137" y="1"/>
                  </a:moveTo>
                  <a:cubicBezTo>
                    <a:pt x="104" y="1"/>
                    <a:pt x="87" y="17"/>
                    <a:pt x="50" y="34"/>
                  </a:cubicBezTo>
                  <a:cubicBezTo>
                    <a:pt x="17" y="87"/>
                    <a:pt x="1" y="153"/>
                    <a:pt x="34" y="223"/>
                  </a:cubicBezTo>
                  <a:cubicBezTo>
                    <a:pt x="63" y="250"/>
                    <a:pt x="97" y="263"/>
                    <a:pt x="129" y="263"/>
                  </a:cubicBezTo>
                  <a:cubicBezTo>
                    <a:pt x="156" y="263"/>
                    <a:pt x="183" y="255"/>
                    <a:pt x="207" y="240"/>
                  </a:cubicBezTo>
                  <a:cubicBezTo>
                    <a:pt x="240" y="190"/>
                    <a:pt x="256" y="104"/>
                    <a:pt x="207" y="50"/>
                  </a:cubicBezTo>
                  <a:cubicBezTo>
                    <a:pt x="207" y="34"/>
                    <a:pt x="190" y="17"/>
                    <a:pt x="174" y="17"/>
                  </a:cubicBezTo>
                  <a:cubicBezTo>
                    <a:pt x="153" y="17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4080675" y="23691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4"/>
                  </a:cubicBezTo>
                  <a:cubicBezTo>
                    <a:pt x="83" y="261"/>
                    <a:pt x="104" y="261"/>
                    <a:pt x="137" y="261"/>
                  </a:cubicBezTo>
                  <a:cubicBezTo>
                    <a:pt x="207" y="240"/>
                    <a:pt x="240" y="174"/>
                    <a:pt x="240" y="104"/>
                  </a:cubicBezTo>
                  <a:cubicBezTo>
                    <a:pt x="223" y="71"/>
                    <a:pt x="207" y="34"/>
                    <a:pt x="186" y="17"/>
                  </a:cubicBezTo>
                  <a:cubicBezTo>
                    <a:pt x="186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4099550" y="222737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20" y="1"/>
                  </a:moveTo>
                  <a:cubicBezTo>
                    <a:pt x="87" y="1"/>
                    <a:pt x="50" y="1"/>
                    <a:pt x="33" y="34"/>
                  </a:cubicBezTo>
                  <a:cubicBezTo>
                    <a:pt x="17" y="55"/>
                    <a:pt x="0" y="88"/>
                    <a:pt x="0" y="121"/>
                  </a:cubicBezTo>
                  <a:cubicBezTo>
                    <a:pt x="0" y="158"/>
                    <a:pt x="0" y="191"/>
                    <a:pt x="17" y="207"/>
                  </a:cubicBezTo>
                  <a:cubicBezTo>
                    <a:pt x="33" y="240"/>
                    <a:pt x="70" y="261"/>
                    <a:pt x="87" y="261"/>
                  </a:cubicBezTo>
                  <a:cubicBezTo>
                    <a:pt x="120" y="261"/>
                    <a:pt x="153" y="261"/>
                    <a:pt x="173" y="224"/>
                  </a:cubicBezTo>
                  <a:cubicBezTo>
                    <a:pt x="223" y="191"/>
                    <a:pt x="223" y="104"/>
                    <a:pt x="190" y="55"/>
                  </a:cubicBezTo>
                  <a:cubicBezTo>
                    <a:pt x="173" y="34"/>
                    <a:pt x="17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4084900" y="244467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4" y="0"/>
                  </a:moveTo>
                  <a:cubicBezTo>
                    <a:pt x="71" y="21"/>
                    <a:pt x="54" y="37"/>
                    <a:pt x="38" y="54"/>
                  </a:cubicBezTo>
                  <a:cubicBezTo>
                    <a:pt x="17" y="87"/>
                    <a:pt x="1" y="124"/>
                    <a:pt x="17" y="157"/>
                  </a:cubicBezTo>
                  <a:cubicBezTo>
                    <a:pt x="17" y="190"/>
                    <a:pt x="38" y="227"/>
                    <a:pt x="54" y="243"/>
                  </a:cubicBezTo>
                  <a:cubicBezTo>
                    <a:pt x="78" y="255"/>
                    <a:pt x="93" y="267"/>
                    <a:pt x="113" y="267"/>
                  </a:cubicBezTo>
                  <a:cubicBezTo>
                    <a:pt x="121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3" y="124"/>
                  </a:cubicBezTo>
                  <a:cubicBezTo>
                    <a:pt x="223" y="87"/>
                    <a:pt x="207" y="54"/>
                    <a:pt x="190" y="37"/>
                  </a:cubicBezTo>
                  <a:cubicBezTo>
                    <a:pt x="174" y="21"/>
                    <a:pt x="174" y="21"/>
                    <a:pt x="157" y="21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4092625" y="2459800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13" y="1"/>
                  </a:moveTo>
                  <a:cubicBezTo>
                    <a:pt x="72" y="1"/>
                    <a:pt x="32" y="32"/>
                    <a:pt x="17" y="84"/>
                  </a:cubicBezTo>
                  <a:cubicBezTo>
                    <a:pt x="1" y="154"/>
                    <a:pt x="17" y="220"/>
                    <a:pt x="87" y="257"/>
                  </a:cubicBezTo>
                  <a:lnTo>
                    <a:pt x="141" y="257"/>
                  </a:lnTo>
                  <a:cubicBezTo>
                    <a:pt x="174" y="257"/>
                    <a:pt x="207" y="220"/>
                    <a:pt x="223" y="170"/>
                  </a:cubicBezTo>
                  <a:cubicBezTo>
                    <a:pt x="244" y="137"/>
                    <a:pt x="223" y="84"/>
                    <a:pt x="207" y="51"/>
                  </a:cubicBezTo>
                  <a:cubicBezTo>
                    <a:pt x="190" y="34"/>
                    <a:pt x="174" y="13"/>
                    <a:pt x="158" y="13"/>
                  </a:cubicBezTo>
                  <a:cubicBezTo>
                    <a:pt x="143" y="5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4099950" y="2194850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02" y="0"/>
                  </a:moveTo>
                  <a:cubicBezTo>
                    <a:pt x="87" y="0"/>
                    <a:pt x="71" y="5"/>
                    <a:pt x="54" y="16"/>
                  </a:cubicBezTo>
                  <a:cubicBezTo>
                    <a:pt x="34" y="32"/>
                    <a:pt x="17" y="65"/>
                    <a:pt x="1" y="82"/>
                  </a:cubicBezTo>
                  <a:lnTo>
                    <a:pt x="1" y="168"/>
                  </a:lnTo>
                  <a:cubicBezTo>
                    <a:pt x="17" y="201"/>
                    <a:pt x="34" y="238"/>
                    <a:pt x="71" y="255"/>
                  </a:cubicBezTo>
                  <a:cubicBezTo>
                    <a:pt x="84" y="263"/>
                    <a:pt x="98" y="268"/>
                    <a:pt x="113" y="268"/>
                  </a:cubicBezTo>
                  <a:cubicBezTo>
                    <a:pt x="154" y="268"/>
                    <a:pt x="195" y="236"/>
                    <a:pt x="207" y="185"/>
                  </a:cubicBezTo>
                  <a:cubicBezTo>
                    <a:pt x="223" y="119"/>
                    <a:pt x="207" y="32"/>
                    <a:pt x="137" y="16"/>
                  </a:cubicBezTo>
                  <a:cubicBezTo>
                    <a:pt x="128" y="5"/>
                    <a:pt x="116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4096550" y="24137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4" y="0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207" y="260"/>
                    <a:pt x="240" y="190"/>
                    <a:pt x="223" y="124"/>
                  </a:cubicBezTo>
                  <a:cubicBezTo>
                    <a:pt x="223" y="87"/>
                    <a:pt x="207" y="54"/>
                    <a:pt x="190" y="37"/>
                  </a:cubicBezTo>
                  <a:cubicBezTo>
                    <a:pt x="170" y="21"/>
                    <a:pt x="170" y="21"/>
                    <a:pt x="153" y="21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4084500" y="24021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28" y="0"/>
                  </a:moveTo>
                  <a:cubicBezTo>
                    <a:pt x="81" y="0"/>
                    <a:pt x="30" y="33"/>
                    <a:pt x="17" y="91"/>
                  </a:cubicBezTo>
                  <a:cubicBezTo>
                    <a:pt x="0" y="157"/>
                    <a:pt x="17" y="227"/>
                    <a:pt x="87" y="260"/>
                  </a:cubicBezTo>
                  <a:cubicBezTo>
                    <a:pt x="96" y="264"/>
                    <a:pt x="106" y="266"/>
                    <a:pt x="116" y="266"/>
                  </a:cubicBezTo>
                  <a:cubicBezTo>
                    <a:pt x="161" y="266"/>
                    <a:pt x="209" y="231"/>
                    <a:pt x="223" y="178"/>
                  </a:cubicBezTo>
                  <a:cubicBezTo>
                    <a:pt x="239" y="107"/>
                    <a:pt x="223" y="37"/>
                    <a:pt x="157" y="4"/>
                  </a:cubicBezTo>
                  <a:cubicBezTo>
                    <a:pt x="148" y="2"/>
                    <a:pt x="138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4079325" y="2245325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29" y="0"/>
                  </a:moveTo>
                  <a:cubicBezTo>
                    <a:pt x="82" y="0"/>
                    <a:pt x="31" y="33"/>
                    <a:pt x="17" y="91"/>
                  </a:cubicBezTo>
                  <a:cubicBezTo>
                    <a:pt x="1" y="161"/>
                    <a:pt x="17" y="227"/>
                    <a:pt x="88" y="264"/>
                  </a:cubicBezTo>
                  <a:lnTo>
                    <a:pt x="137" y="264"/>
                  </a:lnTo>
                  <a:cubicBezTo>
                    <a:pt x="174" y="264"/>
                    <a:pt x="207" y="227"/>
                    <a:pt x="224" y="178"/>
                  </a:cubicBezTo>
                  <a:cubicBezTo>
                    <a:pt x="240" y="141"/>
                    <a:pt x="224" y="75"/>
                    <a:pt x="207" y="37"/>
                  </a:cubicBezTo>
                  <a:cubicBezTo>
                    <a:pt x="191" y="37"/>
                    <a:pt x="174" y="21"/>
                    <a:pt x="158" y="4"/>
                  </a:cubicBezTo>
                  <a:cubicBezTo>
                    <a:pt x="149" y="2"/>
                    <a:pt x="139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4081100" y="232407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3" y="17"/>
                    <a:pt x="0" y="66"/>
                    <a:pt x="0" y="153"/>
                  </a:cubicBezTo>
                  <a:cubicBezTo>
                    <a:pt x="17" y="223"/>
                    <a:pt x="66" y="256"/>
                    <a:pt x="120" y="256"/>
                  </a:cubicBezTo>
                  <a:cubicBezTo>
                    <a:pt x="153" y="256"/>
                    <a:pt x="190" y="223"/>
                    <a:pt x="206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6" y="33"/>
                    <a:pt x="169" y="17"/>
                  </a:cubicBezTo>
                  <a:cubicBezTo>
                    <a:pt x="169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4076350" y="24153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5" y="1"/>
                  </a:moveTo>
                  <a:cubicBezTo>
                    <a:pt x="81" y="1"/>
                    <a:pt x="30" y="31"/>
                    <a:pt x="17" y="75"/>
                  </a:cubicBezTo>
                  <a:cubicBezTo>
                    <a:pt x="0" y="141"/>
                    <a:pt x="17" y="228"/>
                    <a:pt x="87" y="244"/>
                  </a:cubicBezTo>
                  <a:cubicBezTo>
                    <a:pt x="100" y="254"/>
                    <a:pt x="116" y="259"/>
                    <a:pt x="131" y="259"/>
                  </a:cubicBezTo>
                  <a:cubicBezTo>
                    <a:pt x="171" y="259"/>
                    <a:pt x="211" y="226"/>
                    <a:pt x="223" y="178"/>
                  </a:cubicBezTo>
                  <a:cubicBezTo>
                    <a:pt x="240" y="108"/>
                    <a:pt x="223" y="38"/>
                    <a:pt x="153" y="5"/>
                  </a:cubicBezTo>
                  <a:cubicBezTo>
                    <a:pt x="144" y="2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4076350" y="22592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2" y="1"/>
                  </a:moveTo>
                  <a:cubicBezTo>
                    <a:pt x="59" y="1"/>
                    <a:pt x="24" y="33"/>
                    <a:pt x="0" y="81"/>
                  </a:cubicBezTo>
                  <a:lnTo>
                    <a:pt x="0" y="151"/>
                  </a:lnTo>
                  <a:cubicBezTo>
                    <a:pt x="0" y="184"/>
                    <a:pt x="33" y="238"/>
                    <a:pt x="71" y="255"/>
                  </a:cubicBezTo>
                  <a:cubicBezTo>
                    <a:pt x="79" y="259"/>
                    <a:pt x="89" y="261"/>
                    <a:pt x="100" y="261"/>
                  </a:cubicBezTo>
                  <a:cubicBezTo>
                    <a:pt x="129" y="261"/>
                    <a:pt x="163" y="246"/>
                    <a:pt x="190" y="222"/>
                  </a:cubicBezTo>
                  <a:cubicBezTo>
                    <a:pt x="190" y="222"/>
                    <a:pt x="207" y="201"/>
                    <a:pt x="207" y="184"/>
                  </a:cubicBezTo>
                  <a:cubicBezTo>
                    <a:pt x="240" y="118"/>
                    <a:pt x="207" y="32"/>
                    <a:pt x="153" y="15"/>
                  </a:cubicBezTo>
                  <a:cubicBezTo>
                    <a:pt x="135" y="5"/>
                    <a:pt x="118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4074600" y="230942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37" y="17"/>
                    <a:pt x="0" y="87"/>
                    <a:pt x="0" y="153"/>
                  </a:cubicBezTo>
                  <a:cubicBezTo>
                    <a:pt x="0" y="190"/>
                    <a:pt x="17" y="207"/>
                    <a:pt x="54" y="240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23" y="71"/>
                    <a:pt x="206" y="50"/>
                    <a:pt x="173" y="17"/>
                  </a:cubicBezTo>
                  <a:cubicBezTo>
                    <a:pt x="173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4072425" y="23544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1" y="0"/>
                  </a:moveTo>
                  <a:cubicBezTo>
                    <a:pt x="124" y="0"/>
                    <a:pt x="87" y="0"/>
                    <a:pt x="54" y="38"/>
                  </a:cubicBezTo>
                  <a:cubicBezTo>
                    <a:pt x="21" y="71"/>
                    <a:pt x="1" y="157"/>
                    <a:pt x="54" y="207"/>
                  </a:cubicBezTo>
                  <a:cubicBezTo>
                    <a:pt x="71" y="244"/>
                    <a:pt x="87" y="260"/>
                    <a:pt x="124" y="260"/>
                  </a:cubicBezTo>
                  <a:cubicBezTo>
                    <a:pt x="157" y="260"/>
                    <a:pt x="174" y="260"/>
                    <a:pt x="207" y="227"/>
                  </a:cubicBezTo>
                  <a:cubicBezTo>
                    <a:pt x="228" y="207"/>
                    <a:pt x="244" y="174"/>
                    <a:pt x="244" y="141"/>
                  </a:cubicBezTo>
                  <a:cubicBezTo>
                    <a:pt x="244" y="104"/>
                    <a:pt x="244" y="71"/>
                    <a:pt x="228" y="54"/>
                  </a:cubicBezTo>
                  <a:cubicBezTo>
                    <a:pt x="207" y="38"/>
                    <a:pt x="190" y="2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4066875" y="21994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20" y="260"/>
                    <a:pt x="140" y="260"/>
                  </a:cubicBezTo>
                  <a:cubicBezTo>
                    <a:pt x="206" y="244"/>
                    <a:pt x="243" y="174"/>
                    <a:pt x="243" y="104"/>
                  </a:cubicBezTo>
                  <a:cubicBezTo>
                    <a:pt x="223" y="71"/>
                    <a:pt x="206" y="54"/>
                    <a:pt x="190" y="17"/>
                  </a:cubicBezTo>
                  <a:cubicBezTo>
                    <a:pt x="190" y="17"/>
                    <a:pt x="173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4064700" y="221925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24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21" y="50"/>
                    <a:pt x="1" y="87"/>
                    <a:pt x="1" y="120"/>
                  </a:cubicBezTo>
                  <a:cubicBezTo>
                    <a:pt x="1" y="153"/>
                    <a:pt x="21" y="190"/>
                    <a:pt x="38" y="206"/>
                  </a:cubicBezTo>
                  <a:cubicBezTo>
                    <a:pt x="57" y="247"/>
                    <a:pt x="88" y="264"/>
                    <a:pt x="121" y="264"/>
                  </a:cubicBezTo>
                  <a:cubicBezTo>
                    <a:pt x="145" y="264"/>
                    <a:pt x="169" y="255"/>
                    <a:pt x="190" y="239"/>
                  </a:cubicBezTo>
                  <a:cubicBezTo>
                    <a:pt x="227" y="190"/>
                    <a:pt x="244" y="103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41" y="0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3867625" y="23771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9" y="0"/>
                  </a:moveTo>
                  <a:cubicBezTo>
                    <a:pt x="86" y="0"/>
                    <a:pt x="44" y="33"/>
                    <a:pt x="17" y="91"/>
                  </a:cubicBezTo>
                  <a:cubicBezTo>
                    <a:pt x="1" y="161"/>
                    <a:pt x="34" y="227"/>
                    <a:pt x="87" y="264"/>
                  </a:cubicBezTo>
                  <a:lnTo>
                    <a:pt x="137" y="264"/>
                  </a:lnTo>
                  <a:cubicBezTo>
                    <a:pt x="174" y="264"/>
                    <a:pt x="207" y="227"/>
                    <a:pt x="223" y="178"/>
                  </a:cubicBezTo>
                  <a:cubicBezTo>
                    <a:pt x="240" y="124"/>
                    <a:pt x="240" y="75"/>
                    <a:pt x="207" y="42"/>
                  </a:cubicBezTo>
                  <a:cubicBezTo>
                    <a:pt x="190" y="42"/>
                    <a:pt x="190" y="21"/>
                    <a:pt x="174" y="5"/>
                  </a:cubicBezTo>
                  <a:cubicBezTo>
                    <a:pt x="162" y="2"/>
                    <a:pt x="150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4054400" y="2186150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3" y="1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21" y="190"/>
                    <a:pt x="21" y="223"/>
                    <a:pt x="54" y="240"/>
                  </a:cubicBezTo>
                  <a:cubicBezTo>
                    <a:pt x="66" y="255"/>
                    <a:pt x="86" y="267"/>
                    <a:pt x="110" y="267"/>
                  </a:cubicBezTo>
                  <a:cubicBezTo>
                    <a:pt x="120" y="267"/>
                    <a:pt x="130" y="265"/>
                    <a:pt x="140" y="261"/>
                  </a:cubicBezTo>
                  <a:cubicBezTo>
                    <a:pt x="190" y="261"/>
                    <a:pt x="243" y="190"/>
                    <a:pt x="227" y="120"/>
                  </a:cubicBezTo>
                  <a:cubicBezTo>
                    <a:pt x="227" y="87"/>
                    <a:pt x="206" y="54"/>
                    <a:pt x="173" y="34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40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4069025" y="22766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9" y="1"/>
                  </a:moveTo>
                  <a:cubicBezTo>
                    <a:pt x="81" y="1"/>
                    <a:pt x="31" y="33"/>
                    <a:pt x="17" y="91"/>
                  </a:cubicBezTo>
                  <a:cubicBezTo>
                    <a:pt x="1" y="145"/>
                    <a:pt x="17" y="227"/>
                    <a:pt x="87" y="248"/>
                  </a:cubicBezTo>
                  <a:cubicBezTo>
                    <a:pt x="104" y="265"/>
                    <a:pt x="120" y="265"/>
                    <a:pt x="137" y="265"/>
                  </a:cubicBezTo>
                  <a:cubicBezTo>
                    <a:pt x="174" y="265"/>
                    <a:pt x="207" y="227"/>
                    <a:pt x="223" y="178"/>
                  </a:cubicBezTo>
                  <a:cubicBezTo>
                    <a:pt x="240" y="124"/>
                    <a:pt x="223" y="75"/>
                    <a:pt x="207" y="42"/>
                  </a:cubicBezTo>
                  <a:cubicBezTo>
                    <a:pt x="190" y="21"/>
                    <a:pt x="174" y="21"/>
                    <a:pt x="157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4059550" y="23106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54" y="0"/>
                    <a:pt x="0" y="70"/>
                    <a:pt x="21" y="140"/>
                  </a:cubicBezTo>
                  <a:cubicBezTo>
                    <a:pt x="21" y="190"/>
                    <a:pt x="37" y="227"/>
                    <a:pt x="70" y="243"/>
                  </a:cubicBezTo>
                  <a:cubicBezTo>
                    <a:pt x="87" y="260"/>
                    <a:pt x="124" y="260"/>
                    <a:pt x="141" y="260"/>
                  </a:cubicBezTo>
                  <a:cubicBezTo>
                    <a:pt x="174" y="243"/>
                    <a:pt x="190" y="227"/>
                    <a:pt x="207" y="206"/>
                  </a:cubicBezTo>
                  <a:cubicBezTo>
                    <a:pt x="227" y="173"/>
                    <a:pt x="244" y="140"/>
                    <a:pt x="227" y="103"/>
                  </a:cubicBezTo>
                  <a:cubicBezTo>
                    <a:pt x="227" y="70"/>
                    <a:pt x="207" y="37"/>
                    <a:pt x="190" y="21"/>
                  </a:cubicBezTo>
                  <a:cubicBezTo>
                    <a:pt x="174" y="21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3959050" y="218857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12" y="0"/>
                  </a:moveTo>
                  <a:cubicBezTo>
                    <a:pt x="93" y="0"/>
                    <a:pt x="77" y="12"/>
                    <a:pt x="54" y="23"/>
                  </a:cubicBezTo>
                  <a:cubicBezTo>
                    <a:pt x="21" y="77"/>
                    <a:pt x="1" y="164"/>
                    <a:pt x="38" y="213"/>
                  </a:cubicBezTo>
                  <a:cubicBezTo>
                    <a:pt x="54" y="229"/>
                    <a:pt x="87" y="246"/>
                    <a:pt x="124" y="267"/>
                  </a:cubicBezTo>
                  <a:cubicBezTo>
                    <a:pt x="141" y="267"/>
                    <a:pt x="174" y="246"/>
                    <a:pt x="190" y="229"/>
                  </a:cubicBezTo>
                  <a:cubicBezTo>
                    <a:pt x="227" y="213"/>
                    <a:pt x="244" y="180"/>
                    <a:pt x="244" y="143"/>
                  </a:cubicBezTo>
                  <a:cubicBezTo>
                    <a:pt x="244" y="110"/>
                    <a:pt x="244" y="77"/>
                    <a:pt x="207" y="40"/>
                  </a:cubicBezTo>
                  <a:cubicBezTo>
                    <a:pt x="207" y="23"/>
                    <a:pt x="190" y="7"/>
                    <a:pt x="174" y="7"/>
                  </a:cubicBezTo>
                  <a:lnTo>
                    <a:pt x="141" y="7"/>
                  </a:lnTo>
                  <a:cubicBezTo>
                    <a:pt x="130" y="2"/>
                    <a:pt x="121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4077575" y="2212750"/>
              <a:ext cx="5700" cy="6700"/>
            </a:xfrm>
            <a:custGeom>
              <a:avLst/>
              <a:gdLst/>
              <a:ahLst/>
              <a:cxnLst/>
              <a:rect l="l" t="t" r="r" b="b"/>
              <a:pathLst>
                <a:path w="228" h="268" extrusionOk="0">
                  <a:moveTo>
                    <a:pt x="87" y="0"/>
                  </a:moveTo>
                  <a:cubicBezTo>
                    <a:pt x="71" y="21"/>
                    <a:pt x="38" y="38"/>
                    <a:pt x="22" y="54"/>
                  </a:cubicBezTo>
                  <a:cubicBezTo>
                    <a:pt x="1" y="87"/>
                    <a:pt x="1" y="124"/>
                    <a:pt x="1" y="157"/>
                  </a:cubicBezTo>
                  <a:cubicBezTo>
                    <a:pt x="1" y="190"/>
                    <a:pt x="22" y="227"/>
                    <a:pt x="38" y="244"/>
                  </a:cubicBezTo>
                  <a:cubicBezTo>
                    <a:pt x="61" y="255"/>
                    <a:pt x="85" y="267"/>
                    <a:pt x="104" y="267"/>
                  </a:cubicBezTo>
                  <a:cubicBezTo>
                    <a:pt x="111" y="267"/>
                    <a:pt x="119" y="265"/>
                    <a:pt x="125" y="260"/>
                  </a:cubicBezTo>
                  <a:cubicBezTo>
                    <a:pt x="191" y="260"/>
                    <a:pt x="228" y="190"/>
                    <a:pt x="228" y="124"/>
                  </a:cubicBezTo>
                  <a:cubicBezTo>
                    <a:pt x="207" y="87"/>
                    <a:pt x="191" y="54"/>
                    <a:pt x="174" y="38"/>
                  </a:cubicBezTo>
                  <a:cubicBezTo>
                    <a:pt x="174" y="21"/>
                    <a:pt x="158" y="21"/>
                    <a:pt x="158" y="21"/>
                  </a:cubicBezTo>
                  <a:cubicBezTo>
                    <a:pt x="125" y="0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4090475" y="22579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3" y="0"/>
                  </a:moveTo>
                  <a:cubicBezTo>
                    <a:pt x="70" y="0"/>
                    <a:pt x="54" y="33"/>
                    <a:pt x="37" y="50"/>
                  </a:cubicBezTo>
                  <a:cubicBezTo>
                    <a:pt x="21" y="87"/>
                    <a:pt x="0" y="120"/>
                    <a:pt x="21" y="153"/>
                  </a:cubicBezTo>
                  <a:cubicBezTo>
                    <a:pt x="21" y="190"/>
                    <a:pt x="37" y="223"/>
                    <a:pt x="54" y="239"/>
                  </a:cubicBezTo>
                  <a:cubicBezTo>
                    <a:pt x="87" y="256"/>
                    <a:pt x="103" y="256"/>
                    <a:pt x="140" y="256"/>
                  </a:cubicBezTo>
                  <a:cubicBezTo>
                    <a:pt x="206" y="256"/>
                    <a:pt x="244" y="190"/>
                    <a:pt x="227" y="120"/>
                  </a:cubicBezTo>
                  <a:cubicBezTo>
                    <a:pt x="227" y="87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4092225" y="22113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1"/>
                  </a:moveTo>
                  <a:cubicBezTo>
                    <a:pt x="114" y="1"/>
                    <a:pt x="109" y="3"/>
                    <a:pt x="103" y="8"/>
                  </a:cubicBezTo>
                  <a:cubicBezTo>
                    <a:pt x="54" y="8"/>
                    <a:pt x="0" y="78"/>
                    <a:pt x="17" y="144"/>
                  </a:cubicBezTo>
                  <a:cubicBezTo>
                    <a:pt x="17" y="198"/>
                    <a:pt x="33" y="214"/>
                    <a:pt x="70" y="247"/>
                  </a:cubicBezTo>
                  <a:cubicBezTo>
                    <a:pt x="87" y="247"/>
                    <a:pt x="120" y="264"/>
                    <a:pt x="136" y="264"/>
                  </a:cubicBezTo>
                  <a:cubicBezTo>
                    <a:pt x="174" y="247"/>
                    <a:pt x="206" y="231"/>
                    <a:pt x="223" y="214"/>
                  </a:cubicBezTo>
                  <a:cubicBezTo>
                    <a:pt x="239" y="181"/>
                    <a:pt x="239" y="144"/>
                    <a:pt x="239" y="111"/>
                  </a:cubicBezTo>
                  <a:cubicBezTo>
                    <a:pt x="223" y="78"/>
                    <a:pt x="223" y="41"/>
                    <a:pt x="190" y="25"/>
                  </a:cubicBezTo>
                  <a:lnTo>
                    <a:pt x="174" y="8"/>
                  </a:lnTo>
                  <a:lnTo>
                    <a:pt x="157" y="8"/>
                  </a:lnTo>
                  <a:cubicBezTo>
                    <a:pt x="143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4084900" y="22279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1" y="153"/>
                    <a:pt x="38" y="219"/>
                    <a:pt x="87" y="256"/>
                  </a:cubicBezTo>
                  <a:lnTo>
                    <a:pt x="141" y="256"/>
                  </a:lnTo>
                  <a:cubicBezTo>
                    <a:pt x="174" y="256"/>
                    <a:pt x="207" y="219"/>
                    <a:pt x="223" y="186"/>
                  </a:cubicBezTo>
                  <a:cubicBezTo>
                    <a:pt x="244" y="137"/>
                    <a:pt x="244" y="83"/>
                    <a:pt x="207" y="50"/>
                  </a:cubicBezTo>
                  <a:cubicBezTo>
                    <a:pt x="190" y="34"/>
                    <a:pt x="190" y="13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4072950" y="22317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3" y="0"/>
                  </a:moveTo>
                  <a:cubicBezTo>
                    <a:pt x="50" y="17"/>
                    <a:pt x="0" y="87"/>
                    <a:pt x="17" y="153"/>
                  </a:cubicBezTo>
                  <a:cubicBezTo>
                    <a:pt x="17" y="190"/>
                    <a:pt x="33" y="223"/>
                    <a:pt x="50" y="239"/>
                  </a:cubicBezTo>
                  <a:cubicBezTo>
                    <a:pt x="73" y="251"/>
                    <a:pt x="90" y="263"/>
                    <a:pt x="110" y="263"/>
                  </a:cubicBezTo>
                  <a:cubicBezTo>
                    <a:pt x="118" y="263"/>
                    <a:pt x="127" y="261"/>
                    <a:pt x="136" y="256"/>
                  </a:cubicBezTo>
                  <a:cubicBezTo>
                    <a:pt x="169" y="256"/>
                    <a:pt x="186" y="239"/>
                    <a:pt x="207" y="206"/>
                  </a:cubicBezTo>
                  <a:cubicBezTo>
                    <a:pt x="223" y="190"/>
                    <a:pt x="239" y="153"/>
                    <a:pt x="239" y="120"/>
                  </a:cubicBezTo>
                  <a:cubicBezTo>
                    <a:pt x="223" y="87"/>
                    <a:pt x="207" y="50"/>
                    <a:pt x="186" y="33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4096150" y="224242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03" y="1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0" y="191"/>
                    <a:pt x="17" y="207"/>
                    <a:pt x="49" y="240"/>
                  </a:cubicBezTo>
                  <a:cubicBezTo>
                    <a:pt x="66" y="257"/>
                    <a:pt x="103" y="257"/>
                    <a:pt x="136" y="257"/>
                  </a:cubicBezTo>
                  <a:cubicBezTo>
                    <a:pt x="186" y="240"/>
                    <a:pt x="223" y="174"/>
                    <a:pt x="223" y="104"/>
                  </a:cubicBezTo>
                  <a:cubicBezTo>
                    <a:pt x="223" y="71"/>
                    <a:pt x="186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4081500" y="2195650"/>
              <a:ext cx="6425" cy="6775"/>
            </a:xfrm>
            <a:custGeom>
              <a:avLst/>
              <a:gdLst/>
              <a:ahLst/>
              <a:cxnLst/>
              <a:rect l="l" t="t" r="r" b="b"/>
              <a:pathLst>
                <a:path w="257" h="271" extrusionOk="0">
                  <a:moveTo>
                    <a:pt x="137" y="0"/>
                  </a:moveTo>
                  <a:cubicBezTo>
                    <a:pt x="120" y="0"/>
                    <a:pt x="87" y="17"/>
                    <a:pt x="71" y="33"/>
                  </a:cubicBezTo>
                  <a:cubicBezTo>
                    <a:pt x="17" y="87"/>
                    <a:pt x="1" y="153"/>
                    <a:pt x="50" y="223"/>
                  </a:cubicBezTo>
                  <a:cubicBezTo>
                    <a:pt x="72" y="252"/>
                    <a:pt x="104" y="271"/>
                    <a:pt x="137" y="271"/>
                  </a:cubicBezTo>
                  <a:cubicBezTo>
                    <a:pt x="160" y="271"/>
                    <a:pt x="185" y="261"/>
                    <a:pt x="207" y="239"/>
                  </a:cubicBezTo>
                  <a:cubicBezTo>
                    <a:pt x="256" y="190"/>
                    <a:pt x="256" y="103"/>
                    <a:pt x="223" y="50"/>
                  </a:cubicBezTo>
                  <a:cubicBezTo>
                    <a:pt x="207" y="33"/>
                    <a:pt x="190" y="17"/>
                    <a:pt x="174" y="17"/>
                  </a:cubicBezTo>
                  <a:cubicBezTo>
                    <a:pt x="174" y="17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6" name="Google Shape;476;p2"/>
          <p:cNvSpPr/>
          <p:nvPr/>
        </p:nvSpPr>
        <p:spPr>
          <a:xfrm rot="5400000" flipH="1">
            <a:off x="6662939" y="4629379"/>
            <a:ext cx="420427" cy="461299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" name="Google Shape;477;p2"/>
          <p:cNvSpPr/>
          <p:nvPr/>
        </p:nvSpPr>
        <p:spPr>
          <a:xfrm rot="5400000" flipH="1">
            <a:off x="8334414" y="401941"/>
            <a:ext cx="496898" cy="406573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" name="Google Shape;478;p2"/>
          <p:cNvSpPr/>
          <p:nvPr/>
        </p:nvSpPr>
        <p:spPr>
          <a:xfrm rot="-3532039" flipH="1">
            <a:off x="465609" y="1200297"/>
            <a:ext cx="342801" cy="376148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" name="Google Shape;479;p2"/>
          <p:cNvSpPr/>
          <p:nvPr/>
        </p:nvSpPr>
        <p:spPr>
          <a:xfrm>
            <a:off x="7340777" y="3783865"/>
            <a:ext cx="1803223" cy="1389052"/>
          </a:xfrm>
          <a:custGeom>
            <a:avLst/>
            <a:gdLst/>
            <a:ahLst/>
            <a:cxnLst/>
            <a:rect l="l" t="t" r="r" b="b"/>
            <a:pathLst>
              <a:path w="8573" h="6604" extrusionOk="0">
                <a:moveTo>
                  <a:pt x="5789" y="1"/>
                </a:moveTo>
                <a:cubicBezTo>
                  <a:pt x="3331" y="1"/>
                  <a:pt x="117" y="1067"/>
                  <a:pt x="1" y="6604"/>
                </a:cubicBezTo>
                <a:lnTo>
                  <a:pt x="8572" y="6604"/>
                </a:lnTo>
                <a:lnTo>
                  <a:pt x="8572" y="419"/>
                </a:lnTo>
                <a:cubicBezTo>
                  <a:pt x="8572" y="419"/>
                  <a:pt x="7329" y="1"/>
                  <a:pt x="578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p3"/>
          <p:cNvSpPr txBox="1">
            <a:spLocks noGrp="1"/>
          </p:cNvSpPr>
          <p:nvPr>
            <p:ph type="title"/>
          </p:nvPr>
        </p:nvSpPr>
        <p:spPr>
          <a:xfrm>
            <a:off x="5254075" y="1865550"/>
            <a:ext cx="3176700" cy="934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482" name="Google Shape;482;p3"/>
          <p:cNvSpPr txBox="1">
            <a:spLocks noGrp="1"/>
          </p:cNvSpPr>
          <p:nvPr>
            <p:ph type="title" idx="2" hasCustomPrompt="1"/>
          </p:nvPr>
        </p:nvSpPr>
        <p:spPr>
          <a:xfrm>
            <a:off x="5350525" y="1252838"/>
            <a:ext cx="878100" cy="51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83" name="Google Shape;483;p3"/>
          <p:cNvSpPr txBox="1">
            <a:spLocks noGrp="1"/>
          </p:cNvSpPr>
          <p:nvPr>
            <p:ph type="subTitle" idx="1"/>
          </p:nvPr>
        </p:nvSpPr>
        <p:spPr>
          <a:xfrm>
            <a:off x="5254075" y="2799750"/>
            <a:ext cx="3176700" cy="95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484" name="Google Shape;484;p3"/>
          <p:cNvSpPr/>
          <p:nvPr/>
        </p:nvSpPr>
        <p:spPr>
          <a:xfrm rot="10800000" flipH="1">
            <a:off x="0" y="3203971"/>
            <a:ext cx="2453875" cy="1939529"/>
          </a:xfrm>
          <a:custGeom>
            <a:avLst/>
            <a:gdLst/>
            <a:ahLst/>
            <a:cxnLst/>
            <a:rect l="l" t="t" r="r" b="b"/>
            <a:pathLst>
              <a:path w="8279" h="7456" extrusionOk="0">
                <a:moveTo>
                  <a:pt x="0" y="1"/>
                </a:moveTo>
                <a:lnTo>
                  <a:pt x="0" y="7455"/>
                </a:lnTo>
                <a:cubicBezTo>
                  <a:pt x="186" y="6235"/>
                  <a:pt x="652" y="5117"/>
                  <a:pt x="1443" y="4379"/>
                </a:cubicBezTo>
                <a:cubicBezTo>
                  <a:pt x="1850" y="3996"/>
                  <a:pt x="2252" y="3845"/>
                  <a:pt x="2651" y="3845"/>
                </a:cubicBezTo>
                <a:cubicBezTo>
                  <a:pt x="3415" y="3845"/>
                  <a:pt x="4166" y="4394"/>
                  <a:pt x="4910" y="4911"/>
                </a:cubicBezTo>
                <a:cubicBezTo>
                  <a:pt x="5426" y="5274"/>
                  <a:pt x="6011" y="5600"/>
                  <a:pt x="6597" y="5703"/>
                </a:cubicBezTo>
                <a:cubicBezTo>
                  <a:pt x="6686" y="5720"/>
                  <a:pt x="6778" y="5729"/>
                  <a:pt x="6871" y="5729"/>
                </a:cubicBezTo>
                <a:cubicBezTo>
                  <a:pt x="7335" y="5729"/>
                  <a:pt x="7820" y="5505"/>
                  <a:pt x="8019" y="4948"/>
                </a:cubicBezTo>
                <a:cubicBezTo>
                  <a:pt x="8279" y="4190"/>
                  <a:pt x="7937" y="3365"/>
                  <a:pt x="7660" y="2730"/>
                </a:cubicBezTo>
                <a:cubicBezTo>
                  <a:pt x="7590" y="2578"/>
                  <a:pt x="6560" y="87"/>
                  <a:pt x="674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5" name="Google Shape;485;p3"/>
          <p:cNvGrpSpPr/>
          <p:nvPr/>
        </p:nvGrpSpPr>
        <p:grpSpPr>
          <a:xfrm rot="-5400000" flipH="1">
            <a:off x="7903210" y="540476"/>
            <a:ext cx="1830221" cy="691747"/>
            <a:chOff x="3838450" y="2686475"/>
            <a:chExt cx="434175" cy="164100"/>
          </a:xfrm>
        </p:grpSpPr>
        <p:sp>
          <p:nvSpPr>
            <p:cNvPr id="486" name="Google Shape;486;p3"/>
            <p:cNvSpPr/>
            <p:nvPr/>
          </p:nvSpPr>
          <p:spPr>
            <a:xfrm>
              <a:off x="4133050" y="2834375"/>
              <a:ext cx="6400" cy="6225"/>
            </a:xfrm>
            <a:custGeom>
              <a:avLst/>
              <a:gdLst/>
              <a:ahLst/>
              <a:cxnLst/>
              <a:rect l="l" t="t" r="r" b="b"/>
              <a:pathLst>
                <a:path w="256" h="249" extrusionOk="0">
                  <a:moveTo>
                    <a:pt x="139" y="1"/>
                  </a:moveTo>
                  <a:cubicBezTo>
                    <a:pt x="124" y="1"/>
                    <a:pt x="111" y="5"/>
                    <a:pt x="103" y="13"/>
                  </a:cubicBezTo>
                  <a:cubicBezTo>
                    <a:pt x="33" y="30"/>
                    <a:pt x="0" y="100"/>
                    <a:pt x="17" y="166"/>
                  </a:cubicBezTo>
                  <a:cubicBezTo>
                    <a:pt x="33" y="203"/>
                    <a:pt x="49" y="236"/>
                    <a:pt x="70" y="236"/>
                  </a:cubicBezTo>
                  <a:cubicBezTo>
                    <a:pt x="87" y="244"/>
                    <a:pt x="103" y="248"/>
                    <a:pt x="118" y="248"/>
                  </a:cubicBezTo>
                  <a:cubicBezTo>
                    <a:pt x="132" y="248"/>
                    <a:pt x="144" y="244"/>
                    <a:pt x="153" y="236"/>
                  </a:cubicBezTo>
                  <a:cubicBezTo>
                    <a:pt x="223" y="219"/>
                    <a:pt x="256" y="149"/>
                    <a:pt x="239" y="79"/>
                  </a:cubicBezTo>
                  <a:cubicBezTo>
                    <a:pt x="239" y="63"/>
                    <a:pt x="223" y="30"/>
                    <a:pt x="206" y="30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1" y="5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4017075" y="2766450"/>
              <a:ext cx="6425" cy="6325"/>
            </a:xfrm>
            <a:custGeom>
              <a:avLst/>
              <a:gdLst/>
              <a:ahLst/>
              <a:cxnLst/>
              <a:rect l="l" t="t" r="r" b="b"/>
              <a:pathLst>
                <a:path w="257" h="253" extrusionOk="0">
                  <a:moveTo>
                    <a:pt x="135" y="1"/>
                  </a:moveTo>
                  <a:cubicBezTo>
                    <a:pt x="120" y="1"/>
                    <a:pt x="104" y="5"/>
                    <a:pt x="87" y="13"/>
                  </a:cubicBezTo>
                  <a:cubicBezTo>
                    <a:pt x="34" y="34"/>
                    <a:pt x="1" y="100"/>
                    <a:pt x="17" y="170"/>
                  </a:cubicBezTo>
                  <a:cubicBezTo>
                    <a:pt x="29" y="221"/>
                    <a:pt x="61" y="253"/>
                    <a:pt x="104" y="253"/>
                  </a:cubicBezTo>
                  <a:cubicBezTo>
                    <a:pt x="119" y="253"/>
                    <a:pt x="136" y="249"/>
                    <a:pt x="153" y="240"/>
                  </a:cubicBezTo>
                  <a:cubicBezTo>
                    <a:pt x="207" y="219"/>
                    <a:pt x="256" y="153"/>
                    <a:pt x="240" y="83"/>
                  </a:cubicBezTo>
                  <a:cubicBezTo>
                    <a:pt x="223" y="67"/>
                    <a:pt x="223" y="50"/>
                    <a:pt x="207" y="34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4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4014500" y="28149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0"/>
                  </a:moveTo>
                  <a:cubicBezTo>
                    <a:pt x="87" y="0"/>
                    <a:pt x="17" y="54"/>
                    <a:pt x="1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34" y="240"/>
                    <a:pt x="50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6" y="263"/>
                    <a:pt x="209" y="215"/>
                    <a:pt x="223" y="157"/>
                  </a:cubicBezTo>
                  <a:cubicBezTo>
                    <a:pt x="240" y="104"/>
                    <a:pt x="223" y="54"/>
                    <a:pt x="190" y="33"/>
                  </a:cubicBezTo>
                  <a:cubicBezTo>
                    <a:pt x="190" y="17"/>
                    <a:pt x="174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4004600" y="2842425"/>
              <a:ext cx="6025" cy="6500"/>
            </a:xfrm>
            <a:custGeom>
              <a:avLst/>
              <a:gdLst/>
              <a:ahLst/>
              <a:cxnLst/>
              <a:rect l="l" t="t" r="r" b="b"/>
              <a:pathLst>
                <a:path w="241" h="260" extrusionOk="0">
                  <a:moveTo>
                    <a:pt x="158" y="0"/>
                  </a:moveTo>
                  <a:cubicBezTo>
                    <a:pt x="137" y="0"/>
                    <a:pt x="104" y="0"/>
                    <a:pt x="87" y="17"/>
                  </a:cubicBezTo>
                  <a:cubicBezTo>
                    <a:pt x="54" y="33"/>
                    <a:pt x="17" y="66"/>
                    <a:pt x="17" y="120"/>
                  </a:cubicBezTo>
                  <a:cubicBezTo>
                    <a:pt x="1" y="153"/>
                    <a:pt x="17" y="190"/>
                    <a:pt x="34" y="206"/>
                  </a:cubicBezTo>
                  <a:cubicBezTo>
                    <a:pt x="34" y="239"/>
                    <a:pt x="71" y="256"/>
                    <a:pt x="104" y="256"/>
                  </a:cubicBezTo>
                  <a:cubicBezTo>
                    <a:pt x="111" y="258"/>
                    <a:pt x="118" y="259"/>
                    <a:pt x="125" y="259"/>
                  </a:cubicBezTo>
                  <a:cubicBezTo>
                    <a:pt x="170" y="259"/>
                    <a:pt x="209" y="214"/>
                    <a:pt x="224" y="153"/>
                  </a:cubicBezTo>
                  <a:lnTo>
                    <a:pt x="240" y="153"/>
                  </a:lnTo>
                  <a:cubicBezTo>
                    <a:pt x="240" y="103"/>
                    <a:pt x="224" y="50"/>
                    <a:pt x="207" y="33"/>
                  </a:cubicBezTo>
                  <a:cubicBezTo>
                    <a:pt x="191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4004200" y="28277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36" y="1"/>
                  </a:moveTo>
                  <a:cubicBezTo>
                    <a:pt x="103" y="1"/>
                    <a:pt x="87" y="1"/>
                    <a:pt x="50" y="17"/>
                  </a:cubicBezTo>
                  <a:cubicBezTo>
                    <a:pt x="33" y="54"/>
                    <a:pt x="17" y="71"/>
                    <a:pt x="0" y="104"/>
                  </a:cubicBezTo>
                  <a:cubicBezTo>
                    <a:pt x="0" y="137"/>
                    <a:pt x="0" y="174"/>
                    <a:pt x="17" y="207"/>
                  </a:cubicBezTo>
                  <a:cubicBezTo>
                    <a:pt x="33" y="223"/>
                    <a:pt x="50" y="240"/>
                    <a:pt x="87" y="261"/>
                  </a:cubicBezTo>
                  <a:cubicBezTo>
                    <a:pt x="136" y="261"/>
                    <a:pt x="207" y="223"/>
                    <a:pt x="223" y="137"/>
                  </a:cubicBezTo>
                  <a:cubicBezTo>
                    <a:pt x="223" y="104"/>
                    <a:pt x="223" y="87"/>
                    <a:pt x="207" y="54"/>
                  </a:cubicBezTo>
                  <a:cubicBezTo>
                    <a:pt x="207" y="34"/>
                    <a:pt x="207" y="34"/>
                    <a:pt x="190" y="34"/>
                  </a:cubicBezTo>
                  <a:cubicBezTo>
                    <a:pt x="174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4007175" y="27810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37" y="0"/>
                  </a:moveTo>
                  <a:cubicBezTo>
                    <a:pt x="121" y="0"/>
                    <a:pt x="88" y="0"/>
                    <a:pt x="55" y="17"/>
                  </a:cubicBezTo>
                  <a:cubicBezTo>
                    <a:pt x="34" y="49"/>
                    <a:pt x="17" y="70"/>
                    <a:pt x="1" y="103"/>
                  </a:cubicBezTo>
                  <a:cubicBezTo>
                    <a:pt x="1" y="136"/>
                    <a:pt x="1" y="173"/>
                    <a:pt x="17" y="206"/>
                  </a:cubicBezTo>
                  <a:cubicBezTo>
                    <a:pt x="34" y="223"/>
                    <a:pt x="55" y="239"/>
                    <a:pt x="88" y="256"/>
                  </a:cubicBezTo>
                  <a:cubicBezTo>
                    <a:pt x="137" y="256"/>
                    <a:pt x="207" y="223"/>
                    <a:pt x="224" y="136"/>
                  </a:cubicBezTo>
                  <a:cubicBezTo>
                    <a:pt x="224" y="103"/>
                    <a:pt x="224" y="87"/>
                    <a:pt x="207" y="49"/>
                  </a:cubicBezTo>
                  <a:cubicBezTo>
                    <a:pt x="207" y="33"/>
                    <a:pt x="207" y="33"/>
                    <a:pt x="191" y="33"/>
                  </a:cubicBezTo>
                  <a:cubicBezTo>
                    <a:pt x="174" y="17"/>
                    <a:pt x="158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3"/>
            <p:cNvSpPr/>
            <p:nvPr/>
          </p:nvSpPr>
          <p:spPr>
            <a:xfrm>
              <a:off x="4008950" y="2750325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30" y="0"/>
                  </a:moveTo>
                  <a:cubicBezTo>
                    <a:pt x="99" y="0"/>
                    <a:pt x="70" y="12"/>
                    <a:pt x="50" y="40"/>
                  </a:cubicBezTo>
                  <a:cubicBezTo>
                    <a:pt x="0" y="110"/>
                    <a:pt x="0" y="180"/>
                    <a:pt x="50" y="229"/>
                  </a:cubicBezTo>
                  <a:cubicBezTo>
                    <a:pt x="66" y="246"/>
                    <a:pt x="93" y="255"/>
                    <a:pt x="120" y="255"/>
                  </a:cubicBezTo>
                  <a:cubicBezTo>
                    <a:pt x="152" y="255"/>
                    <a:pt x="186" y="242"/>
                    <a:pt x="206" y="213"/>
                  </a:cubicBezTo>
                  <a:cubicBezTo>
                    <a:pt x="256" y="163"/>
                    <a:pt x="256" y="77"/>
                    <a:pt x="206" y="23"/>
                  </a:cubicBezTo>
                  <a:cubicBezTo>
                    <a:pt x="182" y="8"/>
                    <a:pt x="155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3"/>
            <p:cNvSpPr/>
            <p:nvPr/>
          </p:nvSpPr>
          <p:spPr>
            <a:xfrm>
              <a:off x="4002025" y="27647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7" y="1"/>
                  </a:moveTo>
                  <a:cubicBezTo>
                    <a:pt x="87" y="1"/>
                    <a:pt x="17" y="50"/>
                    <a:pt x="17" y="120"/>
                  </a:cubicBezTo>
                  <a:cubicBezTo>
                    <a:pt x="1" y="153"/>
                    <a:pt x="1" y="186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97" y="258"/>
                    <a:pt x="105" y="259"/>
                    <a:pt x="114" y="259"/>
                  </a:cubicBezTo>
                  <a:cubicBezTo>
                    <a:pt x="170" y="259"/>
                    <a:pt x="209" y="214"/>
                    <a:pt x="223" y="153"/>
                  </a:cubicBezTo>
                  <a:cubicBezTo>
                    <a:pt x="240" y="120"/>
                    <a:pt x="240" y="83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4050175" y="283905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34" y="0"/>
                  </a:moveTo>
                  <a:cubicBezTo>
                    <a:pt x="120" y="0"/>
                    <a:pt x="103" y="5"/>
                    <a:pt x="87" y="16"/>
                  </a:cubicBezTo>
                  <a:cubicBezTo>
                    <a:pt x="50" y="16"/>
                    <a:pt x="33" y="49"/>
                    <a:pt x="17" y="82"/>
                  </a:cubicBezTo>
                  <a:cubicBezTo>
                    <a:pt x="0" y="98"/>
                    <a:pt x="0" y="135"/>
                    <a:pt x="0" y="168"/>
                  </a:cubicBezTo>
                  <a:cubicBezTo>
                    <a:pt x="14" y="226"/>
                    <a:pt x="64" y="259"/>
                    <a:pt x="119" y="259"/>
                  </a:cubicBezTo>
                  <a:cubicBezTo>
                    <a:pt x="130" y="259"/>
                    <a:pt x="142" y="258"/>
                    <a:pt x="153" y="255"/>
                  </a:cubicBezTo>
                  <a:cubicBezTo>
                    <a:pt x="206" y="222"/>
                    <a:pt x="239" y="152"/>
                    <a:pt x="223" y="82"/>
                  </a:cubicBezTo>
                  <a:cubicBezTo>
                    <a:pt x="223" y="65"/>
                    <a:pt x="206" y="49"/>
                    <a:pt x="190" y="32"/>
                  </a:cubicBezTo>
                  <a:cubicBezTo>
                    <a:pt x="190" y="16"/>
                    <a:pt x="190" y="16"/>
                    <a:pt x="169" y="16"/>
                  </a:cubicBezTo>
                  <a:cubicBezTo>
                    <a:pt x="161" y="5"/>
                    <a:pt x="14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4021825" y="2784725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28" y="1"/>
                  </a:moveTo>
                  <a:cubicBezTo>
                    <a:pt x="71" y="1"/>
                    <a:pt x="17" y="49"/>
                    <a:pt x="17" y="107"/>
                  </a:cubicBezTo>
                  <a:cubicBezTo>
                    <a:pt x="0" y="144"/>
                    <a:pt x="0" y="177"/>
                    <a:pt x="33" y="210"/>
                  </a:cubicBezTo>
                  <a:cubicBezTo>
                    <a:pt x="33" y="230"/>
                    <a:pt x="66" y="247"/>
                    <a:pt x="87" y="247"/>
                  </a:cubicBezTo>
                  <a:cubicBezTo>
                    <a:pt x="97" y="252"/>
                    <a:pt x="106" y="254"/>
                    <a:pt x="116" y="254"/>
                  </a:cubicBezTo>
                  <a:cubicBezTo>
                    <a:pt x="138" y="254"/>
                    <a:pt x="158" y="242"/>
                    <a:pt x="169" y="230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23" y="74"/>
                    <a:pt x="223" y="41"/>
                  </a:cubicBezTo>
                  <a:cubicBezTo>
                    <a:pt x="207" y="41"/>
                    <a:pt x="207" y="24"/>
                    <a:pt x="207" y="24"/>
                  </a:cubicBezTo>
                  <a:cubicBezTo>
                    <a:pt x="190" y="24"/>
                    <a:pt x="190" y="24"/>
                    <a:pt x="190" y="4"/>
                  </a:cubicBezTo>
                  <a:lnTo>
                    <a:pt x="153" y="4"/>
                  </a:lnTo>
                  <a:cubicBezTo>
                    <a:pt x="145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4049750" y="2787925"/>
              <a:ext cx="6425" cy="6300"/>
            </a:xfrm>
            <a:custGeom>
              <a:avLst/>
              <a:gdLst/>
              <a:ahLst/>
              <a:cxnLst/>
              <a:rect l="l" t="t" r="r" b="b"/>
              <a:pathLst>
                <a:path w="257" h="252" extrusionOk="0">
                  <a:moveTo>
                    <a:pt x="136" y="1"/>
                  </a:moveTo>
                  <a:cubicBezTo>
                    <a:pt x="102" y="1"/>
                    <a:pt x="70" y="20"/>
                    <a:pt x="50" y="49"/>
                  </a:cubicBezTo>
                  <a:cubicBezTo>
                    <a:pt x="1" y="102"/>
                    <a:pt x="1" y="185"/>
                    <a:pt x="50" y="222"/>
                  </a:cubicBezTo>
                  <a:cubicBezTo>
                    <a:pt x="64" y="243"/>
                    <a:pt x="84" y="252"/>
                    <a:pt x="107" y="252"/>
                  </a:cubicBezTo>
                  <a:cubicBezTo>
                    <a:pt x="139" y="252"/>
                    <a:pt x="176" y="234"/>
                    <a:pt x="207" y="205"/>
                  </a:cubicBezTo>
                  <a:cubicBezTo>
                    <a:pt x="256" y="152"/>
                    <a:pt x="240" y="65"/>
                    <a:pt x="207" y="32"/>
                  </a:cubicBezTo>
                  <a:cubicBezTo>
                    <a:pt x="185" y="10"/>
                    <a:pt x="160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4047600" y="2771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8" y="1"/>
                  </a:moveTo>
                  <a:cubicBezTo>
                    <a:pt x="97" y="1"/>
                    <a:pt x="63" y="14"/>
                    <a:pt x="33" y="44"/>
                  </a:cubicBezTo>
                  <a:cubicBezTo>
                    <a:pt x="0" y="110"/>
                    <a:pt x="0" y="180"/>
                    <a:pt x="33" y="229"/>
                  </a:cubicBezTo>
                  <a:cubicBezTo>
                    <a:pt x="57" y="246"/>
                    <a:pt x="84" y="255"/>
                    <a:pt x="111" y="255"/>
                  </a:cubicBezTo>
                  <a:cubicBezTo>
                    <a:pt x="144" y="255"/>
                    <a:pt x="177" y="242"/>
                    <a:pt x="206" y="213"/>
                  </a:cubicBezTo>
                  <a:cubicBezTo>
                    <a:pt x="239" y="147"/>
                    <a:pt x="239" y="77"/>
                    <a:pt x="190" y="23"/>
                  </a:cubicBezTo>
                  <a:cubicBezTo>
                    <a:pt x="173" y="9"/>
                    <a:pt x="152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4018825" y="2830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1"/>
                  </a:moveTo>
                  <a:cubicBezTo>
                    <a:pt x="34" y="34"/>
                    <a:pt x="1" y="104"/>
                    <a:pt x="17" y="174"/>
                  </a:cubicBezTo>
                  <a:cubicBezTo>
                    <a:pt x="17" y="207"/>
                    <a:pt x="34" y="224"/>
                    <a:pt x="67" y="240"/>
                  </a:cubicBezTo>
                  <a:cubicBezTo>
                    <a:pt x="85" y="250"/>
                    <a:pt x="99" y="255"/>
                    <a:pt x="112" y="255"/>
                  </a:cubicBezTo>
                  <a:cubicBezTo>
                    <a:pt x="125" y="255"/>
                    <a:pt x="137" y="250"/>
                    <a:pt x="153" y="240"/>
                  </a:cubicBezTo>
                  <a:cubicBezTo>
                    <a:pt x="186" y="240"/>
                    <a:pt x="207" y="207"/>
                    <a:pt x="223" y="174"/>
                  </a:cubicBezTo>
                  <a:cubicBezTo>
                    <a:pt x="240" y="158"/>
                    <a:pt x="240" y="104"/>
                    <a:pt x="240" y="87"/>
                  </a:cubicBezTo>
                  <a:cubicBezTo>
                    <a:pt x="223" y="54"/>
                    <a:pt x="223" y="34"/>
                    <a:pt x="207" y="34"/>
                  </a:cubicBezTo>
                  <a:lnTo>
                    <a:pt x="186" y="17"/>
                  </a:ln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4022650" y="2802125"/>
              <a:ext cx="6000" cy="6275"/>
            </a:xfrm>
            <a:custGeom>
              <a:avLst/>
              <a:gdLst/>
              <a:ahLst/>
              <a:cxnLst/>
              <a:rect l="l" t="t" r="r" b="b"/>
              <a:pathLst>
                <a:path w="240" h="251" extrusionOk="0">
                  <a:moveTo>
                    <a:pt x="136" y="0"/>
                  </a:moveTo>
                  <a:cubicBezTo>
                    <a:pt x="121" y="0"/>
                    <a:pt x="103" y="4"/>
                    <a:pt x="87" y="13"/>
                  </a:cubicBezTo>
                  <a:cubicBezTo>
                    <a:pt x="54" y="13"/>
                    <a:pt x="33" y="50"/>
                    <a:pt x="17" y="66"/>
                  </a:cubicBezTo>
                  <a:cubicBezTo>
                    <a:pt x="0" y="99"/>
                    <a:pt x="0" y="132"/>
                    <a:pt x="17" y="169"/>
                  </a:cubicBezTo>
                  <a:cubicBezTo>
                    <a:pt x="17" y="202"/>
                    <a:pt x="33" y="219"/>
                    <a:pt x="70" y="235"/>
                  </a:cubicBezTo>
                  <a:cubicBezTo>
                    <a:pt x="79" y="246"/>
                    <a:pt x="91" y="251"/>
                    <a:pt x="106" y="251"/>
                  </a:cubicBezTo>
                  <a:cubicBezTo>
                    <a:pt x="121" y="251"/>
                    <a:pt x="138" y="246"/>
                    <a:pt x="157" y="235"/>
                  </a:cubicBezTo>
                  <a:cubicBezTo>
                    <a:pt x="207" y="219"/>
                    <a:pt x="240" y="153"/>
                    <a:pt x="223" y="83"/>
                  </a:cubicBezTo>
                  <a:cubicBezTo>
                    <a:pt x="223" y="50"/>
                    <a:pt x="207" y="29"/>
                    <a:pt x="207" y="29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5" y="4"/>
                    <a:pt x="152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4045850" y="28193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3" y="46"/>
                    <a:pt x="0" y="116"/>
                    <a:pt x="17" y="186"/>
                  </a:cubicBezTo>
                  <a:cubicBezTo>
                    <a:pt x="17" y="219"/>
                    <a:pt x="33" y="236"/>
                    <a:pt x="70" y="252"/>
                  </a:cubicBezTo>
                  <a:cubicBezTo>
                    <a:pt x="78" y="260"/>
                    <a:pt x="91" y="265"/>
                    <a:pt x="106" y="265"/>
                  </a:cubicBezTo>
                  <a:cubicBezTo>
                    <a:pt x="121" y="265"/>
                    <a:pt x="138" y="260"/>
                    <a:pt x="157" y="252"/>
                  </a:cubicBezTo>
                  <a:cubicBezTo>
                    <a:pt x="206" y="236"/>
                    <a:pt x="239" y="149"/>
                    <a:pt x="239" y="83"/>
                  </a:cubicBezTo>
                  <a:cubicBezTo>
                    <a:pt x="223" y="63"/>
                    <a:pt x="223" y="46"/>
                    <a:pt x="206" y="30"/>
                  </a:cubicBezTo>
                  <a:cubicBezTo>
                    <a:pt x="190" y="30"/>
                    <a:pt x="190" y="30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4054900" y="27421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8" y="0"/>
                  </a:moveTo>
                  <a:cubicBezTo>
                    <a:pt x="95" y="0"/>
                    <a:pt x="61" y="13"/>
                    <a:pt x="34" y="40"/>
                  </a:cubicBezTo>
                  <a:cubicBezTo>
                    <a:pt x="17" y="56"/>
                    <a:pt x="17" y="77"/>
                    <a:pt x="17" y="94"/>
                  </a:cubicBezTo>
                  <a:cubicBezTo>
                    <a:pt x="1" y="143"/>
                    <a:pt x="17" y="197"/>
                    <a:pt x="34" y="230"/>
                  </a:cubicBezTo>
                  <a:cubicBezTo>
                    <a:pt x="53" y="249"/>
                    <a:pt x="80" y="257"/>
                    <a:pt x="105" y="257"/>
                  </a:cubicBezTo>
                  <a:cubicBezTo>
                    <a:pt x="123" y="257"/>
                    <a:pt x="140" y="253"/>
                    <a:pt x="153" y="246"/>
                  </a:cubicBezTo>
                  <a:cubicBezTo>
                    <a:pt x="170" y="230"/>
                    <a:pt x="186" y="230"/>
                    <a:pt x="207" y="213"/>
                  </a:cubicBezTo>
                  <a:cubicBezTo>
                    <a:pt x="240" y="143"/>
                    <a:pt x="240" y="77"/>
                    <a:pt x="207" y="23"/>
                  </a:cubicBezTo>
                  <a:cubicBezTo>
                    <a:pt x="183" y="9"/>
                    <a:pt x="155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4118400" y="2771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57" y="1"/>
                  </a:moveTo>
                  <a:cubicBezTo>
                    <a:pt x="87" y="1"/>
                    <a:pt x="38" y="54"/>
                    <a:pt x="17" y="120"/>
                  </a:cubicBezTo>
                  <a:cubicBezTo>
                    <a:pt x="1" y="157"/>
                    <a:pt x="17" y="190"/>
                    <a:pt x="38" y="207"/>
                  </a:cubicBezTo>
                  <a:cubicBezTo>
                    <a:pt x="38" y="244"/>
                    <a:pt x="71" y="260"/>
                    <a:pt x="104" y="260"/>
                  </a:cubicBezTo>
                  <a:cubicBezTo>
                    <a:pt x="120" y="260"/>
                    <a:pt x="157" y="260"/>
                    <a:pt x="190" y="244"/>
                  </a:cubicBezTo>
                  <a:cubicBezTo>
                    <a:pt x="207" y="223"/>
                    <a:pt x="223" y="190"/>
                    <a:pt x="244" y="157"/>
                  </a:cubicBezTo>
                  <a:cubicBezTo>
                    <a:pt x="244" y="120"/>
                    <a:pt x="244" y="87"/>
                    <a:pt x="223" y="54"/>
                  </a:cubicBezTo>
                  <a:lnTo>
                    <a:pt x="207" y="38"/>
                  </a:lnTo>
                  <a:cubicBezTo>
                    <a:pt x="190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4127050" y="281707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37" y="0"/>
                  </a:moveTo>
                  <a:cubicBezTo>
                    <a:pt x="120" y="0"/>
                    <a:pt x="83" y="0"/>
                    <a:pt x="67" y="17"/>
                  </a:cubicBezTo>
                  <a:cubicBezTo>
                    <a:pt x="34" y="33"/>
                    <a:pt x="17" y="70"/>
                    <a:pt x="1" y="103"/>
                  </a:cubicBezTo>
                  <a:cubicBezTo>
                    <a:pt x="1" y="136"/>
                    <a:pt x="1" y="173"/>
                    <a:pt x="17" y="206"/>
                  </a:cubicBezTo>
                  <a:cubicBezTo>
                    <a:pt x="34" y="223"/>
                    <a:pt x="50" y="239"/>
                    <a:pt x="83" y="256"/>
                  </a:cubicBezTo>
                  <a:cubicBezTo>
                    <a:pt x="137" y="256"/>
                    <a:pt x="186" y="223"/>
                    <a:pt x="224" y="153"/>
                  </a:cubicBezTo>
                  <a:lnTo>
                    <a:pt x="224" y="136"/>
                  </a:lnTo>
                  <a:cubicBezTo>
                    <a:pt x="224" y="103"/>
                    <a:pt x="224" y="50"/>
                    <a:pt x="186" y="33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4129125" y="27092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57" y="0"/>
                  </a:moveTo>
                  <a:cubicBezTo>
                    <a:pt x="87" y="0"/>
                    <a:pt x="37" y="33"/>
                    <a:pt x="21" y="104"/>
                  </a:cubicBezTo>
                  <a:cubicBezTo>
                    <a:pt x="0" y="137"/>
                    <a:pt x="21" y="174"/>
                    <a:pt x="37" y="207"/>
                  </a:cubicBezTo>
                  <a:cubicBezTo>
                    <a:pt x="37" y="240"/>
                    <a:pt x="70" y="260"/>
                    <a:pt x="103" y="260"/>
                  </a:cubicBezTo>
                  <a:cubicBezTo>
                    <a:pt x="157" y="260"/>
                    <a:pt x="227" y="223"/>
                    <a:pt x="244" y="157"/>
                  </a:cubicBezTo>
                  <a:cubicBezTo>
                    <a:pt x="244" y="120"/>
                    <a:pt x="244" y="87"/>
                    <a:pt x="227" y="54"/>
                  </a:cubicBezTo>
                  <a:lnTo>
                    <a:pt x="206" y="33"/>
                  </a:lnTo>
                  <a:cubicBezTo>
                    <a:pt x="190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4130875" y="2724800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46" y="0"/>
                  </a:moveTo>
                  <a:cubicBezTo>
                    <a:pt x="111" y="0"/>
                    <a:pt x="73" y="19"/>
                    <a:pt x="54" y="51"/>
                  </a:cubicBezTo>
                  <a:cubicBezTo>
                    <a:pt x="0" y="100"/>
                    <a:pt x="0" y="187"/>
                    <a:pt x="54" y="236"/>
                  </a:cubicBezTo>
                  <a:cubicBezTo>
                    <a:pt x="75" y="252"/>
                    <a:pt x="99" y="261"/>
                    <a:pt x="123" y="261"/>
                  </a:cubicBezTo>
                  <a:cubicBezTo>
                    <a:pt x="156" y="261"/>
                    <a:pt x="187" y="244"/>
                    <a:pt x="207" y="203"/>
                  </a:cubicBezTo>
                  <a:cubicBezTo>
                    <a:pt x="260" y="154"/>
                    <a:pt x="260" y="67"/>
                    <a:pt x="207" y="30"/>
                  </a:cubicBezTo>
                  <a:cubicBezTo>
                    <a:pt x="193" y="10"/>
                    <a:pt x="170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4130875" y="2772200"/>
              <a:ext cx="6525" cy="6400"/>
            </a:xfrm>
            <a:custGeom>
              <a:avLst/>
              <a:gdLst/>
              <a:ahLst/>
              <a:cxnLst/>
              <a:rect l="l" t="t" r="r" b="b"/>
              <a:pathLst>
                <a:path w="261" h="256" extrusionOk="0">
                  <a:moveTo>
                    <a:pt x="144" y="0"/>
                  </a:moveTo>
                  <a:cubicBezTo>
                    <a:pt x="114" y="0"/>
                    <a:pt x="81" y="14"/>
                    <a:pt x="54" y="43"/>
                  </a:cubicBezTo>
                  <a:cubicBezTo>
                    <a:pt x="0" y="113"/>
                    <a:pt x="17" y="179"/>
                    <a:pt x="54" y="232"/>
                  </a:cubicBezTo>
                  <a:cubicBezTo>
                    <a:pt x="71" y="249"/>
                    <a:pt x="87" y="249"/>
                    <a:pt x="104" y="249"/>
                  </a:cubicBezTo>
                  <a:cubicBezTo>
                    <a:pt x="112" y="253"/>
                    <a:pt x="123" y="255"/>
                    <a:pt x="133" y="255"/>
                  </a:cubicBezTo>
                  <a:cubicBezTo>
                    <a:pt x="163" y="255"/>
                    <a:pt x="195" y="240"/>
                    <a:pt x="207" y="216"/>
                  </a:cubicBezTo>
                  <a:cubicBezTo>
                    <a:pt x="240" y="162"/>
                    <a:pt x="260" y="113"/>
                    <a:pt x="240" y="76"/>
                  </a:cubicBezTo>
                  <a:cubicBezTo>
                    <a:pt x="240" y="59"/>
                    <a:pt x="223" y="43"/>
                    <a:pt x="207" y="26"/>
                  </a:cubicBezTo>
                  <a:cubicBezTo>
                    <a:pt x="192" y="9"/>
                    <a:pt x="169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4126125" y="2802250"/>
              <a:ext cx="5600" cy="6350"/>
            </a:xfrm>
            <a:custGeom>
              <a:avLst/>
              <a:gdLst/>
              <a:ahLst/>
              <a:cxnLst/>
              <a:rect l="l" t="t" r="r" b="b"/>
              <a:pathLst>
                <a:path w="224" h="254" extrusionOk="0">
                  <a:moveTo>
                    <a:pt x="120" y="1"/>
                  </a:moveTo>
                  <a:cubicBezTo>
                    <a:pt x="101" y="1"/>
                    <a:pt x="78" y="12"/>
                    <a:pt x="54" y="24"/>
                  </a:cubicBezTo>
                  <a:cubicBezTo>
                    <a:pt x="38" y="45"/>
                    <a:pt x="17" y="78"/>
                    <a:pt x="1" y="111"/>
                  </a:cubicBezTo>
                  <a:cubicBezTo>
                    <a:pt x="1" y="148"/>
                    <a:pt x="1" y="181"/>
                    <a:pt x="17" y="197"/>
                  </a:cubicBezTo>
                  <a:cubicBezTo>
                    <a:pt x="38" y="230"/>
                    <a:pt x="54" y="251"/>
                    <a:pt x="87" y="251"/>
                  </a:cubicBezTo>
                  <a:cubicBezTo>
                    <a:pt x="96" y="253"/>
                    <a:pt x="104" y="254"/>
                    <a:pt x="112" y="254"/>
                  </a:cubicBezTo>
                  <a:cubicBezTo>
                    <a:pt x="169" y="254"/>
                    <a:pt x="209" y="206"/>
                    <a:pt x="223" y="148"/>
                  </a:cubicBezTo>
                  <a:cubicBezTo>
                    <a:pt x="223" y="111"/>
                    <a:pt x="223" y="78"/>
                    <a:pt x="207" y="61"/>
                  </a:cubicBezTo>
                  <a:cubicBezTo>
                    <a:pt x="207" y="45"/>
                    <a:pt x="207" y="45"/>
                    <a:pt x="190" y="24"/>
                  </a:cubicBezTo>
                  <a:cubicBezTo>
                    <a:pt x="174" y="8"/>
                    <a:pt x="157" y="8"/>
                    <a:pt x="141" y="8"/>
                  </a:cubicBezTo>
                  <a:cubicBezTo>
                    <a:pt x="135" y="3"/>
                    <a:pt x="128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3"/>
            <p:cNvSpPr/>
            <p:nvPr/>
          </p:nvSpPr>
          <p:spPr>
            <a:xfrm>
              <a:off x="4129125" y="275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1" y="1"/>
                  </a:moveTo>
                  <a:cubicBezTo>
                    <a:pt x="103" y="1"/>
                    <a:pt x="77" y="13"/>
                    <a:pt x="54" y="24"/>
                  </a:cubicBezTo>
                  <a:cubicBezTo>
                    <a:pt x="37" y="41"/>
                    <a:pt x="21" y="78"/>
                    <a:pt x="0" y="111"/>
                  </a:cubicBezTo>
                  <a:cubicBezTo>
                    <a:pt x="0" y="144"/>
                    <a:pt x="0" y="181"/>
                    <a:pt x="21" y="197"/>
                  </a:cubicBezTo>
                  <a:cubicBezTo>
                    <a:pt x="37" y="230"/>
                    <a:pt x="54" y="247"/>
                    <a:pt x="87" y="247"/>
                  </a:cubicBezTo>
                  <a:cubicBezTo>
                    <a:pt x="97" y="250"/>
                    <a:pt x="107" y="251"/>
                    <a:pt x="117" y="251"/>
                  </a:cubicBezTo>
                  <a:cubicBezTo>
                    <a:pt x="171" y="251"/>
                    <a:pt x="210" y="204"/>
                    <a:pt x="227" y="144"/>
                  </a:cubicBezTo>
                  <a:cubicBezTo>
                    <a:pt x="244" y="111"/>
                    <a:pt x="227" y="78"/>
                    <a:pt x="206" y="61"/>
                  </a:cubicBezTo>
                  <a:cubicBezTo>
                    <a:pt x="206" y="41"/>
                    <a:pt x="206" y="41"/>
                    <a:pt x="190" y="24"/>
                  </a:cubicBezTo>
                  <a:cubicBezTo>
                    <a:pt x="190" y="8"/>
                    <a:pt x="174" y="8"/>
                    <a:pt x="141" y="8"/>
                  </a:cubicBezTo>
                  <a:cubicBezTo>
                    <a:pt x="136" y="3"/>
                    <a:pt x="129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3"/>
            <p:cNvSpPr/>
            <p:nvPr/>
          </p:nvSpPr>
          <p:spPr>
            <a:xfrm>
              <a:off x="3997700" y="2812150"/>
              <a:ext cx="6100" cy="6375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31" y="1"/>
                  </a:moveTo>
                  <a:cubicBezTo>
                    <a:pt x="98" y="1"/>
                    <a:pt x="65" y="13"/>
                    <a:pt x="38" y="40"/>
                  </a:cubicBezTo>
                  <a:cubicBezTo>
                    <a:pt x="1" y="110"/>
                    <a:pt x="1" y="181"/>
                    <a:pt x="38" y="230"/>
                  </a:cubicBezTo>
                  <a:cubicBezTo>
                    <a:pt x="54" y="247"/>
                    <a:pt x="71" y="247"/>
                    <a:pt x="87" y="247"/>
                  </a:cubicBezTo>
                  <a:cubicBezTo>
                    <a:pt x="97" y="252"/>
                    <a:pt x="109" y="255"/>
                    <a:pt x="120" y="255"/>
                  </a:cubicBezTo>
                  <a:cubicBezTo>
                    <a:pt x="150" y="255"/>
                    <a:pt x="183" y="237"/>
                    <a:pt x="207" y="214"/>
                  </a:cubicBezTo>
                  <a:cubicBezTo>
                    <a:pt x="244" y="164"/>
                    <a:pt x="244" y="110"/>
                    <a:pt x="227" y="77"/>
                  </a:cubicBezTo>
                  <a:cubicBezTo>
                    <a:pt x="227" y="61"/>
                    <a:pt x="207" y="40"/>
                    <a:pt x="207" y="24"/>
                  </a:cubicBezTo>
                  <a:cubicBezTo>
                    <a:pt x="185" y="9"/>
                    <a:pt x="158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3"/>
            <p:cNvSpPr/>
            <p:nvPr/>
          </p:nvSpPr>
          <p:spPr>
            <a:xfrm>
              <a:off x="3991725" y="284077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41" y="0"/>
                  </a:moveTo>
                  <a:cubicBezTo>
                    <a:pt x="125" y="0"/>
                    <a:pt x="112" y="4"/>
                    <a:pt x="104" y="13"/>
                  </a:cubicBezTo>
                  <a:cubicBezTo>
                    <a:pt x="33" y="50"/>
                    <a:pt x="1" y="116"/>
                    <a:pt x="17" y="186"/>
                  </a:cubicBezTo>
                  <a:cubicBezTo>
                    <a:pt x="33" y="219"/>
                    <a:pt x="54" y="235"/>
                    <a:pt x="71" y="256"/>
                  </a:cubicBezTo>
                  <a:cubicBezTo>
                    <a:pt x="87" y="264"/>
                    <a:pt x="104" y="268"/>
                    <a:pt x="119" y="268"/>
                  </a:cubicBezTo>
                  <a:cubicBezTo>
                    <a:pt x="133" y="268"/>
                    <a:pt x="147" y="264"/>
                    <a:pt x="157" y="256"/>
                  </a:cubicBezTo>
                  <a:cubicBezTo>
                    <a:pt x="190" y="235"/>
                    <a:pt x="207" y="219"/>
                    <a:pt x="223" y="186"/>
                  </a:cubicBezTo>
                  <a:cubicBezTo>
                    <a:pt x="240" y="153"/>
                    <a:pt x="240" y="116"/>
                    <a:pt x="240" y="83"/>
                  </a:cubicBezTo>
                  <a:cubicBezTo>
                    <a:pt x="240" y="66"/>
                    <a:pt x="223" y="50"/>
                    <a:pt x="207" y="29"/>
                  </a:cubicBezTo>
                  <a:lnTo>
                    <a:pt x="190" y="13"/>
                  </a:lnTo>
                  <a:cubicBezTo>
                    <a:pt x="174" y="4"/>
                    <a:pt x="156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3"/>
            <p:cNvSpPr/>
            <p:nvPr/>
          </p:nvSpPr>
          <p:spPr>
            <a:xfrm>
              <a:off x="3996475" y="279720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29" y="0"/>
                  </a:moveTo>
                  <a:cubicBezTo>
                    <a:pt x="74" y="0"/>
                    <a:pt x="31" y="49"/>
                    <a:pt x="17" y="107"/>
                  </a:cubicBezTo>
                  <a:cubicBezTo>
                    <a:pt x="0" y="144"/>
                    <a:pt x="17" y="177"/>
                    <a:pt x="17" y="210"/>
                  </a:cubicBezTo>
                  <a:cubicBezTo>
                    <a:pt x="33" y="226"/>
                    <a:pt x="70" y="247"/>
                    <a:pt x="87" y="247"/>
                  </a:cubicBezTo>
                  <a:cubicBezTo>
                    <a:pt x="96" y="251"/>
                    <a:pt x="106" y="253"/>
                    <a:pt x="115" y="253"/>
                  </a:cubicBezTo>
                  <a:cubicBezTo>
                    <a:pt x="138" y="253"/>
                    <a:pt x="159" y="241"/>
                    <a:pt x="173" y="226"/>
                  </a:cubicBezTo>
                  <a:cubicBezTo>
                    <a:pt x="206" y="210"/>
                    <a:pt x="223" y="177"/>
                    <a:pt x="223" y="144"/>
                  </a:cubicBezTo>
                  <a:cubicBezTo>
                    <a:pt x="239" y="107"/>
                    <a:pt x="239" y="74"/>
                    <a:pt x="223" y="57"/>
                  </a:cubicBezTo>
                  <a:cubicBezTo>
                    <a:pt x="206" y="41"/>
                    <a:pt x="206" y="41"/>
                    <a:pt x="206" y="20"/>
                  </a:cubicBezTo>
                  <a:cubicBezTo>
                    <a:pt x="190" y="3"/>
                    <a:pt x="173" y="3"/>
                    <a:pt x="153" y="3"/>
                  </a:cubicBezTo>
                  <a:cubicBezTo>
                    <a:pt x="145" y="1"/>
                    <a:pt x="137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3989975" y="2824000"/>
              <a:ext cx="6100" cy="6450"/>
            </a:xfrm>
            <a:custGeom>
              <a:avLst/>
              <a:gdLst/>
              <a:ahLst/>
              <a:cxnLst/>
              <a:rect l="l" t="t" r="r" b="b"/>
              <a:pathLst>
                <a:path w="244" h="258" extrusionOk="0">
                  <a:moveTo>
                    <a:pt x="134" y="1"/>
                  </a:moveTo>
                  <a:cubicBezTo>
                    <a:pt x="103" y="1"/>
                    <a:pt x="67" y="20"/>
                    <a:pt x="38" y="49"/>
                  </a:cubicBezTo>
                  <a:cubicBezTo>
                    <a:pt x="21" y="65"/>
                    <a:pt x="21" y="82"/>
                    <a:pt x="21" y="102"/>
                  </a:cubicBezTo>
                  <a:cubicBezTo>
                    <a:pt x="0" y="152"/>
                    <a:pt x="0" y="205"/>
                    <a:pt x="38" y="238"/>
                  </a:cubicBezTo>
                  <a:cubicBezTo>
                    <a:pt x="57" y="248"/>
                    <a:pt x="82" y="257"/>
                    <a:pt x="107" y="257"/>
                  </a:cubicBezTo>
                  <a:cubicBezTo>
                    <a:pt x="126" y="257"/>
                    <a:pt x="143" y="252"/>
                    <a:pt x="157" y="238"/>
                  </a:cubicBezTo>
                  <a:cubicBezTo>
                    <a:pt x="174" y="238"/>
                    <a:pt x="190" y="222"/>
                    <a:pt x="207" y="205"/>
                  </a:cubicBezTo>
                  <a:cubicBezTo>
                    <a:pt x="244" y="152"/>
                    <a:pt x="244" y="65"/>
                    <a:pt x="190" y="32"/>
                  </a:cubicBezTo>
                  <a:cubicBezTo>
                    <a:pt x="176" y="10"/>
                    <a:pt x="156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3994725" y="2749650"/>
              <a:ext cx="5575" cy="4850"/>
            </a:xfrm>
            <a:custGeom>
              <a:avLst/>
              <a:gdLst/>
              <a:ahLst/>
              <a:cxnLst/>
              <a:rect l="l" t="t" r="r" b="b"/>
              <a:pathLst>
                <a:path w="223" h="194" extrusionOk="0">
                  <a:moveTo>
                    <a:pt x="17" y="1"/>
                  </a:moveTo>
                  <a:cubicBezTo>
                    <a:pt x="17" y="17"/>
                    <a:pt x="17" y="34"/>
                    <a:pt x="0" y="34"/>
                  </a:cubicBezTo>
                  <a:cubicBezTo>
                    <a:pt x="0" y="67"/>
                    <a:pt x="0" y="104"/>
                    <a:pt x="17" y="137"/>
                  </a:cubicBezTo>
                  <a:cubicBezTo>
                    <a:pt x="37" y="170"/>
                    <a:pt x="54" y="190"/>
                    <a:pt x="87" y="190"/>
                  </a:cubicBezTo>
                  <a:cubicBezTo>
                    <a:pt x="95" y="192"/>
                    <a:pt x="104" y="193"/>
                    <a:pt x="112" y="193"/>
                  </a:cubicBezTo>
                  <a:cubicBezTo>
                    <a:pt x="169" y="193"/>
                    <a:pt x="208" y="145"/>
                    <a:pt x="223" y="87"/>
                  </a:cubicBezTo>
                  <a:lnTo>
                    <a:pt x="2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3993075" y="278235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27" y="1"/>
                  </a:moveTo>
                  <a:cubicBezTo>
                    <a:pt x="115" y="1"/>
                    <a:pt x="101" y="6"/>
                    <a:pt x="83" y="16"/>
                  </a:cubicBezTo>
                  <a:cubicBezTo>
                    <a:pt x="50" y="33"/>
                    <a:pt x="33" y="49"/>
                    <a:pt x="17" y="82"/>
                  </a:cubicBezTo>
                  <a:cubicBezTo>
                    <a:pt x="0" y="119"/>
                    <a:pt x="0" y="152"/>
                    <a:pt x="0" y="185"/>
                  </a:cubicBezTo>
                  <a:cubicBezTo>
                    <a:pt x="12" y="237"/>
                    <a:pt x="51" y="268"/>
                    <a:pt x="99" y="268"/>
                  </a:cubicBezTo>
                  <a:cubicBezTo>
                    <a:pt x="116" y="268"/>
                    <a:pt x="134" y="264"/>
                    <a:pt x="153" y="255"/>
                  </a:cubicBezTo>
                  <a:cubicBezTo>
                    <a:pt x="206" y="239"/>
                    <a:pt x="239" y="152"/>
                    <a:pt x="223" y="82"/>
                  </a:cubicBezTo>
                  <a:cubicBezTo>
                    <a:pt x="223" y="66"/>
                    <a:pt x="206" y="49"/>
                    <a:pt x="186" y="33"/>
                  </a:cubicBezTo>
                  <a:lnTo>
                    <a:pt x="169" y="16"/>
                  </a:lnTo>
                  <a:cubicBezTo>
                    <a:pt x="153" y="6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3988725" y="2763050"/>
              <a:ext cx="6025" cy="6325"/>
            </a:xfrm>
            <a:custGeom>
              <a:avLst/>
              <a:gdLst/>
              <a:ahLst/>
              <a:cxnLst/>
              <a:rect l="l" t="t" r="r" b="b"/>
              <a:pathLst>
                <a:path w="241" h="253" extrusionOk="0">
                  <a:moveTo>
                    <a:pt x="135" y="1"/>
                  </a:moveTo>
                  <a:cubicBezTo>
                    <a:pt x="121" y="1"/>
                    <a:pt x="104" y="5"/>
                    <a:pt x="88" y="13"/>
                  </a:cubicBezTo>
                  <a:cubicBezTo>
                    <a:pt x="34" y="29"/>
                    <a:pt x="1" y="116"/>
                    <a:pt x="17" y="170"/>
                  </a:cubicBezTo>
                  <a:cubicBezTo>
                    <a:pt x="17" y="203"/>
                    <a:pt x="34" y="236"/>
                    <a:pt x="71" y="252"/>
                  </a:cubicBezTo>
                  <a:lnTo>
                    <a:pt x="153" y="252"/>
                  </a:lnTo>
                  <a:cubicBezTo>
                    <a:pt x="207" y="219"/>
                    <a:pt x="240" y="149"/>
                    <a:pt x="224" y="83"/>
                  </a:cubicBezTo>
                  <a:cubicBezTo>
                    <a:pt x="224" y="67"/>
                    <a:pt x="224" y="46"/>
                    <a:pt x="207" y="29"/>
                  </a:cubicBezTo>
                  <a:cubicBezTo>
                    <a:pt x="191" y="13"/>
                    <a:pt x="191" y="13"/>
                    <a:pt x="174" y="13"/>
                  </a:cubicBezTo>
                  <a:cubicBezTo>
                    <a:pt x="164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3984825" y="2809025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38" y="0"/>
                  </a:moveTo>
                  <a:cubicBezTo>
                    <a:pt x="123" y="0"/>
                    <a:pt x="105" y="5"/>
                    <a:pt x="87" y="13"/>
                  </a:cubicBezTo>
                  <a:cubicBezTo>
                    <a:pt x="37" y="29"/>
                    <a:pt x="0" y="99"/>
                    <a:pt x="21" y="165"/>
                  </a:cubicBezTo>
                  <a:cubicBezTo>
                    <a:pt x="21" y="202"/>
                    <a:pt x="37" y="235"/>
                    <a:pt x="70" y="235"/>
                  </a:cubicBezTo>
                  <a:cubicBezTo>
                    <a:pt x="79" y="244"/>
                    <a:pt x="92" y="248"/>
                    <a:pt x="107" y="248"/>
                  </a:cubicBezTo>
                  <a:cubicBezTo>
                    <a:pt x="123" y="248"/>
                    <a:pt x="140" y="244"/>
                    <a:pt x="157" y="235"/>
                  </a:cubicBezTo>
                  <a:cubicBezTo>
                    <a:pt x="190" y="235"/>
                    <a:pt x="206" y="202"/>
                    <a:pt x="227" y="186"/>
                  </a:cubicBezTo>
                  <a:cubicBezTo>
                    <a:pt x="244" y="149"/>
                    <a:pt x="244" y="116"/>
                    <a:pt x="227" y="83"/>
                  </a:cubicBezTo>
                  <a:cubicBezTo>
                    <a:pt x="227" y="62"/>
                    <a:pt x="227" y="46"/>
                    <a:pt x="206" y="29"/>
                  </a:cubicBezTo>
                  <a:cubicBezTo>
                    <a:pt x="190" y="13"/>
                    <a:pt x="190" y="13"/>
                    <a:pt x="173" y="13"/>
                  </a:cubicBezTo>
                  <a:cubicBezTo>
                    <a:pt x="165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4008950" y="2797800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41" y="0"/>
                  </a:moveTo>
                  <a:cubicBezTo>
                    <a:pt x="107" y="0"/>
                    <a:pt x="71" y="19"/>
                    <a:pt x="50" y="50"/>
                  </a:cubicBezTo>
                  <a:cubicBezTo>
                    <a:pt x="0" y="99"/>
                    <a:pt x="0" y="186"/>
                    <a:pt x="50" y="223"/>
                  </a:cubicBezTo>
                  <a:cubicBezTo>
                    <a:pt x="66" y="239"/>
                    <a:pt x="87" y="239"/>
                    <a:pt x="103" y="256"/>
                  </a:cubicBezTo>
                  <a:cubicBezTo>
                    <a:pt x="136" y="256"/>
                    <a:pt x="169" y="239"/>
                    <a:pt x="206" y="202"/>
                  </a:cubicBezTo>
                  <a:cubicBezTo>
                    <a:pt x="239" y="169"/>
                    <a:pt x="256" y="120"/>
                    <a:pt x="239" y="66"/>
                  </a:cubicBezTo>
                  <a:cubicBezTo>
                    <a:pt x="223" y="50"/>
                    <a:pt x="223" y="33"/>
                    <a:pt x="206" y="33"/>
                  </a:cubicBezTo>
                  <a:cubicBezTo>
                    <a:pt x="190" y="10"/>
                    <a:pt x="166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4078925" y="28410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8" y="1"/>
                  </a:moveTo>
                  <a:cubicBezTo>
                    <a:pt x="71" y="1"/>
                    <a:pt x="17" y="49"/>
                    <a:pt x="17" y="107"/>
                  </a:cubicBezTo>
                  <a:cubicBezTo>
                    <a:pt x="0" y="160"/>
                    <a:pt x="17" y="193"/>
                    <a:pt x="33" y="210"/>
                  </a:cubicBezTo>
                  <a:cubicBezTo>
                    <a:pt x="50" y="247"/>
                    <a:pt x="71" y="247"/>
                    <a:pt x="87" y="263"/>
                  </a:cubicBezTo>
                  <a:cubicBezTo>
                    <a:pt x="120" y="263"/>
                    <a:pt x="153" y="263"/>
                    <a:pt x="174" y="226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40" y="90"/>
                    <a:pt x="223" y="57"/>
                  </a:cubicBezTo>
                  <a:cubicBezTo>
                    <a:pt x="207" y="41"/>
                    <a:pt x="207" y="41"/>
                    <a:pt x="207" y="20"/>
                  </a:cubicBezTo>
                  <a:lnTo>
                    <a:pt x="190" y="20"/>
                  </a:lnTo>
                  <a:cubicBezTo>
                    <a:pt x="174" y="4"/>
                    <a:pt x="153" y="4"/>
                    <a:pt x="153" y="4"/>
                  </a:cubicBezTo>
                  <a:cubicBezTo>
                    <a:pt x="145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4083675" y="27484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9" y="0"/>
                  </a:moveTo>
                  <a:cubicBezTo>
                    <a:pt x="124" y="0"/>
                    <a:pt x="111" y="4"/>
                    <a:pt x="103" y="13"/>
                  </a:cubicBezTo>
                  <a:cubicBezTo>
                    <a:pt x="33" y="33"/>
                    <a:pt x="0" y="99"/>
                    <a:pt x="17" y="169"/>
                  </a:cubicBezTo>
                  <a:cubicBezTo>
                    <a:pt x="17" y="202"/>
                    <a:pt x="50" y="239"/>
                    <a:pt x="66" y="239"/>
                  </a:cubicBezTo>
                  <a:cubicBezTo>
                    <a:pt x="103" y="256"/>
                    <a:pt x="120" y="256"/>
                    <a:pt x="153" y="256"/>
                  </a:cubicBezTo>
                  <a:cubicBezTo>
                    <a:pt x="190" y="239"/>
                    <a:pt x="206" y="202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6"/>
                    <a:pt x="223" y="50"/>
                    <a:pt x="206" y="33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1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4090975" y="2782750"/>
              <a:ext cx="5600" cy="6475"/>
            </a:xfrm>
            <a:custGeom>
              <a:avLst/>
              <a:gdLst/>
              <a:ahLst/>
              <a:cxnLst/>
              <a:rect l="l" t="t" r="r" b="b"/>
              <a:pathLst>
                <a:path w="224" h="259" extrusionOk="0">
                  <a:moveTo>
                    <a:pt x="104" y="0"/>
                  </a:moveTo>
                  <a:cubicBezTo>
                    <a:pt x="67" y="17"/>
                    <a:pt x="17" y="50"/>
                    <a:pt x="1" y="103"/>
                  </a:cubicBezTo>
                  <a:cubicBezTo>
                    <a:pt x="1" y="136"/>
                    <a:pt x="1" y="169"/>
                    <a:pt x="17" y="206"/>
                  </a:cubicBezTo>
                  <a:cubicBezTo>
                    <a:pt x="34" y="239"/>
                    <a:pt x="50" y="256"/>
                    <a:pt x="83" y="256"/>
                  </a:cubicBezTo>
                  <a:cubicBezTo>
                    <a:pt x="90" y="258"/>
                    <a:pt x="98" y="259"/>
                    <a:pt x="105" y="259"/>
                  </a:cubicBezTo>
                  <a:cubicBezTo>
                    <a:pt x="154" y="259"/>
                    <a:pt x="209" y="214"/>
                    <a:pt x="224" y="153"/>
                  </a:cubicBezTo>
                  <a:lnTo>
                    <a:pt x="224" y="120"/>
                  </a:lnTo>
                  <a:cubicBezTo>
                    <a:pt x="224" y="83"/>
                    <a:pt x="207" y="50"/>
                    <a:pt x="186" y="33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4075925" y="2777700"/>
              <a:ext cx="6425" cy="6600"/>
            </a:xfrm>
            <a:custGeom>
              <a:avLst/>
              <a:gdLst/>
              <a:ahLst/>
              <a:cxnLst/>
              <a:rect l="l" t="t" r="r" b="b"/>
              <a:pathLst>
                <a:path w="257" h="264" extrusionOk="0">
                  <a:moveTo>
                    <a:pt x="140" y="0"/>
                  </a:moveTo>
                  <a:cubicBezTo>
                    <a:pt x="125" y="0"/>
                    <a:pt x="112" y="4"/>
                    <a:pt x="104" y="12"/>
                  </a:cubicBezTo>
                  <a:cubicBezTo>
                    <a:pt x="34" y="45"/>
                    <a:pt x="1" y="116"/>
                    <a:pt x="17" y="181"/>
                  </a:cubicBezTo>
                  <a:cubicBezTo>
                    <a:pt x="34" y="219"/>
                    <a:pt x="50" y="235"/>
                    <a:pt x="67" y="252"/>
                  </a:cubicBezTo>
                  <a:cubicBezTo>
                    <a:pt x="85" y="260"/>
                    <a:pt x="103" y="264"/>
                    <a:pt x="118" y="264"/>
                  </a:cubicBezTo>
                  <a:cubicBezTo>
                    <a:pt x="133" y="264"/>
                    <a:pt x="145" y="260"/>
                    <a:pt x="153" y="252"/>
                  </a:cubicBezTo>
                  <a:cubicBezTo>
                    <a:pt x="224" y="219"/>
                    <a:pt x="257" y="149"/>
                    <a:pt x="240" y="78"/>
                  </a:cubicBezTo>
                  <a:cubicBezTo>
                    <a:pt x="240" y="62"/>
                    <a:pt x="224" y="45"/>
                    <a:pt x="207" y="29"/>
                  </a:cubicBezTo>
                  <a:lnTo>
                    <a:pt x="191" y="12"/>
                  </a:lnTo>
                  <a:cubicBezTo>
                    <a:pt x="172" y="4"/>
                    <a:pt x="155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4042025" y="2755925"/>
              <a:ext cx="6425" cy="6650"/>
            </a:xfrm>
            <a:custGeom>
              <a:avLst/>
              <a:gdLst/>
              <a:ahLst/>
              <a:cxnLst/>
              <a:rect l="l" t="t" r="r" b="b"/>
              <a:pathLst>
                <a:path w="257" h="266" extrusionOk="0">
                  <a:moveTo>
                    <a:pt x="144" y="0"/>
                  </a:moveTo>
                  <a:cubicBezTo>
                    <a:pt x="108" y="0"/>
                    <a:pt x="70" y="17"/>
                    <a:pt x="50" y="59"/>
                  </a:cubicBezTo>
                  <a:cubicBezTo>
                    <a:pt x="0" y="108"/>
                    <a:pt x="0" y="195"/>
                    <a:pt x="50" y="228"/>
                  </a:cubicBezTo>
                  <a:cubicBezTo>
                    <a:pt x="66" y="249"/>
                    <a:pt x="83" y="249"/>
                    <a:pt x="104" y="265"/>
                  </a:cubicBezTo>
                  <a:cubicBezTo>
                    <a:pt x="137" y="265"/>
                    <a:pt x="170" y="249"/>
                    <a:pt x="207" y="211"/>
                  </a:cubicBezTo>
                  <a:cubicBezTo>
                    <a:pt x="240" y="178"/>
                    <a:pt x="256" y="125"/>
                    <a:pt x="240" y="75"/>
                  </a:cubicBezTo>
                  <a:cubicBezTo>
                    <a:pt x="223" y="59"/>
                    <a:pt x="223" y="42"/>
                    <a:pt x="207" y="22"/>
                  </a:cubicBezTo>
                  <a:cubicBezTo>
                    <a:pt x="192" y="8"/>
                    <a:pt x="168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4078500" y="2797375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34" y="1"/>
                  </a:moveTo>
                  <a:cubicBezTo>
                    <a:pt x="100" y="1"/>
                    <a:pt x="65" y="19"/>
                    <a:pt x="34" y="50"/>
                  </a:cubicBezTo>
                  <a:cubicBezTo>
                    <a:pt x="1" y="100"/>
                    <a:pt x="1" y="186"/>
                    <a:pt x="34" y="219"/>
                  </a:cubicBezTo>
                  <a:cubicBezTo>
                    <a:pt x="57" y="242"/>
                    <a:pt x="82" y="252"/>
                    <a:pt x="107" y="252"/>
                  </a:cubicBezTo>
                  <a:cubicBezTo>
                    <a:pt x="141" y="252"/>
                    <a:pt x="176" y="233"/>
                    <a:pt x="207" y="203"/>
                  </a:cubicBezTo>
                  <a:cubicBezTo>
                    <a:pt x="240" y="153"/>
                    <a:pt x="240" y="67"/>
                    <a:pt x="207" y="34"/>
                  </a:cubicBezTo>
                  <a:cubicBezTo>
                    <a:pt x="184" y="11"/>
                    <a:pt x="159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4079325" y="2733200"/>
              <a:ext cx="6025" cy="6250"/>
            </a:xfrm>
            <a:custGeom>
              <a:avLst/>
              <a:gdLst/>
              <a:ahLst/>
              <a:cxnLst/>
              <a:rect l="l" t="t" r="r" b="b"/>
              <a:pathLst>
                <a:path w="241" h="250" extrusionOk="0">
                  <a:moveTo>
                    <a:pt x="118" y="0"/>
                  </a:moveTo>
                  <a:cubicBezTo>
                    <a:pt x="71" y="0"/>
                    <a:pt x="15" y="48"/>
                    <a:pt x="1" y="106"/>
                  </a:cubicBezTo>
                  <a:cubicBezTo>
                    <a:pt x="1" y="143"/>
                    <a:pt x="1" y="176"/>
                    <a:pt x="17" y="193"/>
                  </a:cubicBezTo>
                  <a:cubicBezTo>
                    <a:pt x="34" y="230"/>
                    <a:pt x="55" y="246"/>
                    <a:pt x="88" y="246"/>
                  </a:cubicBezTo>
                  <a:cubicBezTo>
                    <a:pt x="96" y="248"/>
                    <a:pt x="105" y="249"/>
                    <a:pt x="113" y="249"/>
                  </a:cubicBezTo>
                  <a:cubicBezTo>
                    <a:pt x="169" y="249"/>
                    <a:pt x="209" y="201"/>
                    <a:pt x="224" y="143"/>
                  </a:cubicBezTo>
                  <a:cubicBezTo>
                    <a:pt x="240" y="90"/>
                    <a:pt x="224" y="57"/>
                    <a:pt x="191" y="24"/>
                  </a:cubicBezTo>
                  <a:cubicBezTo>
                    <a:pt x="191" y="3"/>
                    <a:pt x="174" y="3"/>
                    <a:pt x="137" y="3"/>
                  </a:cubicBezTo>
                  <a:cubicBezTo>
                    <a:pt x="131" y="1"/>
                    <a:pt x="124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4115000" y="27570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5" y="1"/>
                  </a:moveTo>
                  <a:cubicBezTo>
                    <a:pt x="120" y="1"/>
                    <a:pt x="104" y="5"/>
                    <a:pt x="87" y="13"/>
                  </a:cubicBezTo>
                  <a:cubicBezTo>
                    <a:pt x="50" y="29"/>
                    <a:pt x="33" y="46"/>
                    <a:pt x="17" y="79"/>
                  </a:cubicBezTo>
                  <a:cubicBezTo>
                    <a:pt x="1" y="116"/>
                    <a:pt x="1" y="149"/>
                    <a:pt x="17" y="182"/>
                  </a:cubicBezTo>
                  <a:cubicBezTo>
                    <a:pt x="31" y="226"/>
                    <a:pt x="69" y="256"/>
                    <a:pt x="120" y="256"/>
                  </a:cubicBezTo>
                  <a:cubicBezTo>
                    <a:pt x="130" y="256"/>
                    <a:pt x="141" y="255"/>
                    <a:pt x="153" y="252"/>
                  </a:cubicBezTo>
                  <a:cubicBezTo>
                    <a:pt x="207" y="219"/>
                    <a:pt x="240" y="149"/>
                    <a:pt x="223" y="79"/>
                  </a:cubicBezTo>
                  <a:cubicBezTo>
                    <a:pt x="223" y="62"/>
                    <a:pt x="207" y="46"/>
                    <a:pt x="207" y="29"/>
                  </a:cubicBezTo>
                  <a:cubicBezTo>
                    <a:pt x="190" y="29"/>
                    <a:pt x="190" y="13"/>
                    <a:pt x="174" y="13"/>
                  </a:cubicBezTo>
                  <a:cubicBezTo>
                    <a:pt x="163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4112000" y="2798700"/>
              <a:ext cx="6025" cy="6175"/>
            </a:xfrm>
            <a:custGeom>
              <a:avLst/>
              <a:gdLst/>
              <a:ahLst/>
              <a:cxnLst/>
              <a:rect l="l" t="t" r="r" b="b"/>
              <a:pathLst>
                <a:path w="241" h="247" extrusionOk="0">
                  <a:moveTo>
                    <a:pt x="135" y="0"/>
                  </a:moveTo>
                  <a:cubicBezTo>
                    <a:pt x="100" y="0"/>
                    <a:pt x="65" y="18"/>
                    <a:pt x="34" y="47"/>
                  </a:cubicBezTo>
                  <a:cubicBezTo>
                    <a:pt x="34" y="63"/>
                    <a:pt x="17" y="84"/>
                    <a:pt x="17" y="100"/>
                  </a:cubicBezTo>
                  <a:cubicBezTo>
                    <a:pt x="1" y="150"/>
                    <a:pt x="17" y="187"/>
                    <a:pt x="34" y="220"/>
                  </a:cubicBezTo>
                  <a:cubicBezTo>
                    <a:pt x="53" y="239"/>
                    <a:pt x="80" y="247"/>
                    <a:pt x="105" y="247"/>
                  </a:cubicBezTo>
                  <a:cubicBezTo>
                    <a:pt x="123" y="247"/>
                    <a:pt x="140" y="243"/>
                    <a:pt x="153" y="236"/>
                  </a:cubicBezTo>
                  <a:cubicBezTo>
                    <a:pt x="170" y="236"/>
                    <a:pt x="191" y="220"/>
                    <a:pt x="207" y="203"/>
                  </a:cubicBezTo>
                  <a:cubicBezTo>
                    <a:pt x="240" y="150"/>
                    <a:pt x="240" y="63"/>
                    <a:pt x="207" y="30"/>
                  </a:cubicBezTo>
                  <a:cubicBezTo>
                    <a:pt x="185" y="9"/>
                    <a:pt x="160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3"/>
            <p:cNvSpPr/>
            <p:nvPr/>
          </p:nvSpPr>
          <p:spPr>
            <a:xfrm>
              <a:off x="4069850" y="2760600"/>
              <a:ext cx="5700" cy="6300"/>
            </a:xfrm>
            <a:custGeom>
              <a:avLst/>
              <a:gdLst/>
              <a:ahLst/>
              <a:cxnLst/>
              <a:rect l="l" t="t" r="r" b="b"/>
              <a:pathLst>
                <a:path w="228" h="252" extrusionOk="0">
                  <a:moveTo>
                    <a:pt x="119" y="1"/>
                  </a:moveTo>
                  <a:cubicBezTo>
                    <a:pt x="102" y="1"/>
                    <a:pt x="82" y="8"/>
                    <a:pt x="71" y="8"/>
                  </a:cubicBezTo>
                  <a:cubicBezTo>
                    <a:pt x="38" y="24"/>
                    <a:pt x="21" y="62"/>
                    <a:pt x="1" y="111"/>
                  </a:cubicBezTo>
                  <a:cubicBezTo>
                    <a:pt x="1" y="144"/>
                    <a:pt x="1" y="181"/>
                    <a:pt x="21" y="198"/>
                  </a:cubicBezTo>
                  <a:cubicBezTo>
                    <a:pt x="38" y="231"/>
                    <a:pt x="54" y="247"/>
                    <a:pt x="87" y="247"/>
                  </a:cubicBezTo>
                  <a:cubicBezTo>
                    <a:pt x="95" y="250"/>
                    <a:pt x="103" y="252"/>
                    <a:pt x="111" y="252"/>
                  </a:cubicBezTo>
                  <a:cubicBezTo>
                    <a:pt x="156" y="252"/>
                    <a:pt x="196" y="207"/>
                    <a:pt x="227" y="165"/>
                  </a:cubicBezTo>
                  <a:lnTo>
                    <a:pt x="227" y="144"/>
                  </a:lnTo>
                  <a:cubicBezTo>
                    <a:pt x="227" y="95"/>
                    <a:pt x="227" y="62"/>
                    <a:pt x="190" y="24"/>
                  </a:cubicBezTo>
                  <a:cubicBezTo>
                    <a:pt x="174" y="8"/>
                    <a:pt x="157" y="8"/>
                    <a:pt x="141" y="8"/>
                  </a:cubicBezTo>
                  <a:cubicBezTo>
                    <a:pt x="135" y="2"/>
                    <a:pt x="128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3"/>
            <p:cNvSpPr/>
            <p:nvPr/>
          </p:nvSpPr>
          <p:spPr>
            <a:xfrm>
              <a:off x="4113650" y="2815425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49" y="0"/>
                  </a:moveTo>
                  <a:cubicBezTo>
                    <a:pt x="136" y="0"/>
                    <a:pt x="123" y="4"/>
                    <a:pt x="104" y="12"/>
                  </a:cubicBezTo>
                  <a:cubicBezTo>
                    <a:pt x="38" y="33"/>
                    <a:pt x="1" y="116"/>
                    <a:pt x="22" y="169"/>
                  </a:cubicBezTo>
                  <a:cubicBezTo>
                    <a:pt x="38" y="202"/>
                    <a:pt x="55" y="239"/>
                    <a:pt x="71" y="239"/>
                  </a:cubicBezTo>
                  <a:cubicBezTo>
                    <a:pt x="104" y="256"/>
                    <a:pt x="141" y="256"/>
                    <a:pt x="158" y="256"/>
                  </a:cubicBezTo>
                  <a:cubicBezTo>
                    <a:pt x="191" y="239"/>
                    <a:pt x="207" y="202"/>
                    <a:pt x="228" y="186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44" y="66"/>
                    <a:pt x="228" y="50"/>
                    <a:pt x="207" y="33"/>
                  </a:cubicBezTo>
                  <a:cubicBezTo>
                    <a:pt x="207" y="12"/>
                    <a:pt x="191" y="12"/>
                    <a:pt x="191" y="12"/>
                  </a:cubicBezTo>
                  <a:cubicBezTo>
                    <a:pt x="174" y="4"/>
                    <a:pt x="162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3"/>
            <p:cNvSpPr/>
            <p:nvPr/>
          </p:nvSpPr>
          <p:spPr>
            <a:xfrm>
              <a:off x="4091400" y="28282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87" y="0"/>
                    <a:pt x="50" y="17"/>
                    <a:pt x="33" y="54"/>
                  </a:cubicBezTo>
                  <a:cubicBezTo>
                    <a:pt x="17" y="70"/>
                    <a:pt x="0" y="103"/>
                    <a:pt x="0" y="120"/>
                  </a:cubicBezTo>
                  <a:cubicBezTo>
                    <a:pt x="0" y="173"/>
                    <a:pt x="17" y="206"/>
                    <a:pt x="33" y="223"/>
                  </a:cubicBezTo>
                  <a:cubicBezTo>
                    <a:pt x="56" y="246"/>
                    <a:pt x="81" y="256"/>
                    <a:pt x="106" y="256"/>
                  </a:cubicBezTo>
                  <a:cubicBezTo>
                    <a:pt x="141" y="256"/>
                    <a:pt x="176" y="237"/>
                    <a:pt x="207" y="206"/>
                  </a:cubicBezTo>
                  <a:cubicBezTo>
                    <a:pt x="239" y="157"/>
                    <a:pt x="239" y="70"/>
                    <a:pt x="190" y="17"/>
                  </a:cubicBezTo>
                  <a:cubicBezTo>
                    <a:pt x="169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3"/>
            <p:cNvSpPr/>
            <p:nvPr/>
          </p:nvSpPr>
          <p:spPr>
            <a:xfrm>
              <a:off x="4087475" y="272007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7" y="0"/>
                  </a:moveTo>
                  <a:cubicBezTo>
                    <a:pt x="121" y="0"/>
                    <a:pt x="104" y="5"/>
                    <a:pt x="87" y="13"/>
                  </a:cubicBezTo>
                  <a:cubicBezTo>
                    <a:pt x="71" y="13"/>
                    <a:pt x="38" y="50"/>
                    <a:pt x="17" y="83"/>
                  </a:cubicBezTo>
                  <a:cubicBezTo>
                    <a:pt x="1" y="116"/>
                    <a:pt x="1" y="153"/>
                    <a:pt x="17" y="169"/>
                  </a:cubicBezTo>
                  <a:cubicBezTo>
                    <a:pt x="17" y="202"/>
                    <a:pt x="38" y="240"/>
                    <a:pt x="71" y="240"/>
                  </a:cubicBezTo>
                  <a:cubicBezTo>
                    <a:pt x="87" y="256"/>
                    <a:pt x="120" y="256"/>
                    <a:pt x="157" y="256"/>
                  </a:cubicBezTo>
                  <a:cubicBezTo>
                    <a:pt x="207" y="219"/>
                    <a:pt x="244" y="153"/>
                    <a:pt x="223" y="83"/>
                  </a:cubicBezTo>
                  <a:cubicBezTo>
                    <a:pt x="223" y="66"/>
                    <a:pt x="207" y="50"/>
                    <a:pt x="207" y="33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6" y="5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3"/>
            <p:cNvSpPr/>
            <p:nvPr/>
          </p:nvSpPr>
          <p:spPr>
            <a:xfrm>
              <a:off x="4086250" y="27647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1"/>
                  </a:moveTo>
                  <a:cubicBezTo>
                    <a:pt x="87" y="1"/>
                    <a:pt x="33" y="50"/>
                    <a:pt x="17" y="120"/>
                  </a:cubicBezTo>
                  <a:cubicBezTo>
                    <a:pt x="0" y="153"/>
                    <a:pt x="17" y="186"/>
                    <a:pt x="33" y="207"/>
                  </a:cubicBezTo>
                  <a:cubicBezTo>
                    <a:pt x="33" y="240"/>
                    <a:pt x="66" y="256"/>
                    <a:pt x="103" y="256"/>
                  </a:cubicBezTo>
                  <a:cubicBezTo>
                    <a:pt x="110" y="258"/>
                    <a:pt x="117" y="259"/>
                    <a:pt x="124" y="259"/>
                  </a:cubicBezTo>
                  <a:cubicBezTo>
                    <a:pt x="170" y="259"/>
                    <a:pt x="225" y="214"/>
                    <a:pt x="239" y="153"/>
                  </a:cubicBezTo>
                  <a:cubicBezTo>
                    <a:pt x="239" y="120"/>
                    <a:pt x="239" y="83"/>
                    <a:pt x="223" y="50"/>
                  </a:cubicBezTo>
                  <a:lnTo>
                    <a:pt x="206" y="34"/>
                  </a:lnTo>
                  <a:cubicBezTo>
                    <a:pt x="190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4095200" y="273635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58" y="1"/>
                  </a:moveTo>
                  <a:cubicBezTo>
                    <a:pt x="87" y="1"/>
                    <a:pt x="17" y="50"/>
                    <a:pt x="17" y="120"/>
                  </a:cubicBezTo>
                  <a:cubicBezTo>
                    <a:pt x="1" y="153"/>
                    <a:pt x="1" y="186"/>
                    <a:pt x="17" y="207"/>
                  </a:cubicBezTo>
                  <a:cubicBezTo>
                    <a:pt x="38" y="240"/>
                    <a:pt x="71" y="256"/>
                    <a:pt x="87" y="256"/>
                  </a:cubicBezTo>
                  <a:cubicBezTo>
                    <a:pt x="97" y="261"/>
                    <a:pt x="107" y="263"/>
                    <a:pt x="117" y="263"/>
                  </a:cubicBezTo>
                  <a:cubicBezTo>
                    <a:pt x="140" y="263"/>
                    <a:pt x="162" y="252"/>
                    <a:pt x="174" y="240"/>
                  </a:cubicBezTo>
                  <a:cubicBezTo>
                    <a:pt x="207" y="223"/>
                    <a:pt x="224" y="186"/>
                    <a:pt x="224" y="153"/>
                  </a:cubicBezTo>
                  <a:cubicBezTo>
                    <a:pt x="244" y="120"/>
                    <a:pt x="244" y="83"/>
                    <a:pt x="224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1" y="17"/>
                    <a:pt x="174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4074175" y="2822725"/>
              <a:ext cx="6525" cy="6575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41" y="1"/>
                  </a:moveTo>
                  <a:cubicBezTo>
                    <a:pt x="126" y="1"/>
                    <a:pt x="112" y="5"/>
                    <a:pt x="104" y="13"/>
                  </a:cubicBezTo>
                  <a:cubicBezTo>
                    <a:pt x="34" y="50"/>
                    <a:pt x="1" y="116"/>
                    <a:pt x="17" y="186"/>
                  </a:cubicBezTo>
                  <a:cubicBezTo>
                    <a:pt x="30" y="240"/>
                    <a:pt x="74" y="262"/>
                    <a:pt x="118" y="262"/>
                  </a:cubicBezTo>
                  <a:cubicBezTo>
                    <a:pt x="132" y="262"/>
                    <a:pt x="145" y="260"/>
                    <a:pt x="158" y="256"/>
                  </a:cubicBezTo>
                  <a:cubicBezTo>
                    <a:pt x="223" y="219"/>
                    <a:pt x="261" y="153"/>
                    <a:pt x="240" y="83"/>
                  </a:cubicBezTo>
                  <a:cubicBezTo>
                    <a:pt x="223" y="67"/>
                    <a:pt x="223" y="50"/>
                    <a:pt x="207" y="30"/>
                  </a:cubicBezTo>
                  <a:cubicBezTo>
                    <a:pt x="190" y="30"/>
                    <a:pt x="190" y="13"/>
                    <a:pt x="190" y="13"/>
                  </a:cubicBezTo>
                  <a:cubicBezTo>
                    <a:pt x="174" y="5"/>
                    <a:pt x="156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4034300" y="27717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1" y="0"/>
                  </a:moveTo>
                  <a:cubicBezTo>
                    <a:pt x="122" y="0"/>
                    <a:pt x="113" y="2"/>
                    <a:pt x="103" y="7"/>
                  </a:cubicBezTo>
                  <a:cubicBezTo>
                    <a:pt x="83" y="7"/>
                    <a:pt x="50" y="28"/>
                    <a:pt x="33" y="44"/>
                  </a:cubicBezTo>
                  <a:cubicBezTo>
                    <a:pt x="17" y="77"/>
                    <a:pt x="0" y="94"/>
                    <a:pt x="0" y="131"/>
                  </a:cubicBezTo>
                  <a:cubicBezTo>
                    <a:pt x="0" y="164"/>
                    <a:pt x="17" y="197"/>
                    <a:pt x="33" y="234"/>
                  </a:cubicBezTo>
                  <a:cubicBezTo>
                    <a:pt x="55" y="248"/>
                    <a:pt x="81" y="257"/>
                    <a:pt x="107" y="257"/>
                  </a:cubicBezTo>
                  <a:cubicBezTo>
                    <a:pt x="141" y="257"/>
                    <a:pt x="176" y="243"/>
                    <a:pt x="206" y="213"/>
                  </a:cubicBezTo>
                  <a:cubicBezTo>
                    <a:pt x="239" y="147"/>
                    <a:pt x="239" y="77"/>
                    <a:pt x="186" y="28"/>
                  </a:cubicBezTo>
                  <a:cubicBezTo>
                    <a:pt x="174" y="13"/>
                    <a:pt x="154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4028625" y="2755975"/>
              <a:ext cx="6100" cy="6250"/>
            </a:xfrm>
            <a:custGeom>
              <a:avLst/>
              <a:gdLst/>
              <a:ahLst/>
              <a:cxnLst/>
              <a:rect l="l" t="t" r="r" b="b"/>
              <a:pathLst>
                <a:path w="244" h="250" extrusionOk="0">
                  <a:moveTo>
                    <a:pt x="131" y="0"/>
                  </a:moveTo>
                  <a:cubicBezTo>
                    <a:pt x="72" y="0"/>
                    <a:pt x="21" y="49"/>
                    <a:pt x="21" y="106"/>
                  </a:cubicBezTo>
                  <a:cubicBezTo>
                    <a:pt x="1" y="143"/>
                    <a:pt x="1" y="176"/>
                    <a:pt x="21" y="193"/>
                  </a:cubicBezTo>
                  <a:cubicBezTo>
                    <a:pt x="38" y="226"/>
                    <a:pt x="71" y="247"/>
                    <a:pt x="87" y="247"/>
                  </a:cubicBezTo>
                  <a:cubicBezTo>
                    <a:pt x="96" y="249"/>
                    <a:pt x="104" y="250"/>
                    <a:pt x="112" y="250"/>
                  </a:cubicBezTo>
                  <a:cubicBezTo>
                    <a:pt x="169" y="250"/>
                    <a:pt x="209" y="201"/>
                    <a:pt x="227" y="143"/>
                  </a:cubicBezTo>
                  <a:cubicBezTo>
                    <a:pt x="244" y="106"/>
                    <a:pt x="227" y="73"/>
                    <a:pt x="227" y="57"/>
                  </a:cubicBezTo>
                  <a:cubicBezTo>
                    <a:pt x="207" y="40"/>
                    <a:pt x="207" y="40"/>
                    <a:pt x="207" y="20"/>
                  </a:cubicBezTo>
                  <a:cubicBezTo>
                    <a:pt x="190" y="3"/>
                    <a:pt x="174" y="3"/>
                    <a:pt x="157" y="3"/>
                  </a:cubicBezTo>
                  <a:cubicBezTo>
                    <a:pt x="148" y="1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4037700" y="2850150"/>
              <a:ext cx="3425" cy="425"/>
            </a:xfrm>
            <a:custGeom>
              <a:avLst/>
              <a:gdLst/>
              <a:ahLst/>
              <a:cxnLst/>
              <a:rect l="l" t="t" r="r" b="b"/>
              <a:pathLst>
                <a:path w="137" h="17" extrusionOk="0">
                  <a:moveTo>
                    <a:pt x="87" y="0"/>
                  </a:moveTo>
                  <a:cubicBezTo>
                    <a:pt x="50" y="0"/>
                    <a:pt x="33" y="0"/>
                    <a:pt x="0" y="17"/>
                  </a:cubicBezTo>
                  <a:lnTo>
                    <a:pt x="136" y="17"/>
                  </a:lnTo>
                  <a:cubicBezTo>
                    <a:pt x="120" y="17"/>
                    <a:pt x="103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4035950" y="278865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5" y="45"/>
                    <a:pt x="17" y="106"/>
                  </a:cubicBezTo>
                  <a:cubicBezTo>
                    <a:pt x="0" y="139"/>
                    <a:pt x="0" y="176"/>
                    <a:pt x="17" y="209"/>
                  </a:cubicBezTo>
                  <a:cubicBezTo>
                    <a:pt x="37" y="226"/>
                    <a:pt x="70" y="242"/>
                    <a:pt x="87" y="259"/>
                  </a:cubicBezTo>
                  <a:cubicBezTo>
                    <a:pt x="157" y="259"/>
                    <a:pt x="206" y="209"/>
                    <a:pt x="223" y="139"/>
                  </a:cubicBezTo>
                  <a:cubicBezTo>
                    <a:pt x="243" y="106"/>
                    <a:pt x="243" y="73"/>
                    <a:pt x="223" y="53"/>
                  </a:cubicBezTo>
                  <a:cubicBezTo>
                    <a:pt x="206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4036875" y="2804500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3" y="1"/>
                  </a:moveTo>
                  <a:cubicBezTo>
                    <a:pt x="86" y="1"/>
                    <a:pt x="31" y="46"/>
                    <a:pt x="17" y="107"/>
                  </a:cubicBezTo>
                  <a:cubicBezTo>
                    <a:pt x="0" y="177"/>
                    <a:pt x="33" y="243"/>
                    <a:pt x="103" y="243"/>
                  </a:cubicBezTo>
                  <a:cubicBezTo>
                    <a:pt x="113" y="249"/>
                    <a:pt x="122" y="252"/>
                    <a:pt x="129" y="252"/>
                  </a:cubicBezTo>
                  <a:cubicBezTo>
                    <a:pt x="148" y="252"/>
                    <a:pt x="163" y="238"/>
                    <a:pt x="186" y="227"/>
                  </a:cubicBezTo>
                  <a:cubicBezTo>
                    <a:pt x="206" y="210"/>
                    <a:pt x="223" y="177"/>
                    <a:pt x="239" y="140"/>
                  </a:cubicBezTo>
                  <a:cubicBezTo>
                    <a:pt x="239" y="107"/>
                    <a:pt x="239" y="74"/>
                    <a:pt x="223" y="58"/>
                  </a:cubicBezTo>
                  <a:cubicBezTo>
                    <a:pt x="223" y="37"/>
                    <a:pt x="223" y="37"/>
                    <a:pt x="206" y="21"/>
                  </a:cubicBezTo>
                  <a:cubicBezTo>
                    <a:pt x="186" y="4"/>
                    <a:pt x="169" y="4"/>
                    <a:pt x="153" y="4"/>
                  </a:cubicBezTo>
                  <a:cubicBezTo>
                    <a:pt x="146" y="2"/>
                    <a:pt x="140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4030375" y="2818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7" y="1"/>
                  </a:moveTo>
                  <a:cubicBezTo>
                    <a:pt x="87" y="1"/>
                    <a:pt x="17" y="38"/>
                    <a:pt x="1" y="124"/>
                  </a:cubicBezTo>
                  <a:cubicBezTo>
                    <a:pt x="1" y="141"/>
                    <a:pt x="1" y="174"/>
                    <a:pt x="17" y="207"/>
                  </a:cubicBezTo>
                  <a:cubicBezTo>
                    <a:pt x="34" y="244"/>
                    <a:pt x="71" y="260"/>
                    <a:pt x="87" y="260"/>
                  </a:cubicBezTo>
                  <a:cubicBezTo>
                    <a:pt x="120" y="260"/>
                    <a:pt x="157" y="260"/>
                    <a:pt x="174" y="244"/>
                  </a:cubicBezTo>
                  <a:cubicBezTo>
                    <a:pt x="207" y="207"/>
                    <a:pt x="223" y="190"/>
                    <a:pt x="223" y="157"/>
                  </a:cubicBezTo>
                  <a:cubicBezTo>
                    <a:pt x="240" y="124"/>
                    <a:pt x="223" y="87"/>
                    <a:pt x="223" y="54"/>
                  </a:cubicBezTo>
                  <a:cubicBezTo>
                    <a:pt x="207" y="54"/>
                    <a:pt x="207" y="38"/>
                    <a:pt x="190" y="38"/>
                  </a:cubicBezTo>
                  <a:cubicBezTo>
                    <a:pt x="190" y="21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4034300" y="283285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15" y="1"/>
                  </a:moveTo>
                  <a:cubicBezTo>
                    <a:pt x="66" y="1"/>
                    <a:pt x="15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7"/>
                    <a:pt x="50" y="264"/>
                    <a:pt x="83" y="264"/>
                  </a:cubicBezTo>
                  <a:cubicBezTo>
                    <a:pt x="120" y="264"/>
                    <a:pt x="136" y="264"/>
                    <a:pt x="169" y="227"/>
                  </a:cubicBezTo>
                  <a:cubicBezTo>
                    <a:pt x="186" y="210"/>
                    <a:pt x="223" y="194"/>
                    <a:pt x="223" y="161"/>
                  </a:cubicBezTo>
                  <a:cubicBezTo>
                    <a:pt x="223" y="124"/>
                    <a:pt x="223" y="91"/>
                    <a:pt x="206" y="58"/>
                  </a:cubicBezTo>
                  <a:cubicBezTo>
                    <a:pt x="206" y="37"/>
                    <a:pt x="206" y="37"/>
                    <a:pt x="186" y="37"/>
                  </a:cubicBezTo>
                  <a:cubicBezTo>
                    <a:pt x="169" y="20"/>
                    <a:pt x="153" y="4"/>
                    <a:pt x="136" y="4"/>
                  </a:cubicBezTo>
                  <a:cubicBezTo>
                    <a:pt x="129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4064300" y="279122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4" y="45"/>
                    <a:pt x="17" y="106"/>
                  </a:cubicBezTo>
                  <a:cubicBezTo>
                    <a:pt x="0" y="139"/>
                    <a:pt x="17" y="176"/>
                    <a:pt x="37" y="209"/>
                  </a:cubicBezTo>
                  <a:cubicBezTo>
                    <a:pt x="37" y="226"/>
                    <a:pt x="70" y="242"/>
                    <a:pt x="103" y="259"/>
                  </a:cubicBezTo>
                  <a:cubicBezTo>
                    <a:pt x="157" y="259"/>
                    <a:pt x="223" y="209"/>
                    <a:pt x="243" y="139"/>
                  </a:cubicBezTo>
                  <a:cubicBezTo>
                    <a:pt x="243" y="106"/>
                    <a:pt x="243" y="73"/>
                    <a:pt x="223" y="53"/>
                  </a:cubicBezTo>
                  <a:cubicBezTo>
                    <a:pt x="223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4059125" y="2821275"/>
              <a:ext cx="6125" cy="6200"/>
            </a:xfrm>
            <a:custGeom>
              <a:avLst/>
              <a:gdLst/>
              <a:ahLst/>
              <a:cxnLst/>
              <a:rect l="l" t="t" r="r" b="b"/>
              <a:pathLst>
                <a:path w="245" h="248" extrusionOk="0">
                  <a:moveTo>
                    <a:pt x="128" y="1"/>
                  </a:moveTo>
                  <a:cubicBezTo>
                    <a:pt x="74" y="1"/>
                    <a:pt x="35" y="48"/>
                    <a:pt x="17" y="108"/>
                  </a:cubicBezTo>
                  <a:cubicBezTo>
                    <a:pt x="1" y="141"/>
                    <a:pt x="1" y="174"/>
                    <a:pt x="17" y="211"/>
                  </a:cubicBezTo>
                  <a:cubicBezTo>
                    <a:pt x="38" y="228"/>
                    <a:pt x="71" y="244"/>
                    <a:pt x="87" y="244"/>
                  </a:cubicBezTo>
                  <a:cubicBezTo>
                    <a:pt x="97" y="246"/>
                    <a:pt x="105" y="248"/>
                    <a:pt x="114" y="248"/>
                  </a:cubicBezTo>
                  <a:cubicBezTo>
                    <a:pt x="170" y="248"/>
                    <a:pt x="209" y="202"/>
                    <a:pt x="224" y="141"/>
                  </a:cubicBezTo>
                  <a:cubicBezTo>
                    <a:pt x="244" y="108"/>
                    <a:pt x="244" y="71"/>
                    <a:pt x="224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1" y="5"/>
                    <a:pt x="174" y="5"/>
                    <a:pt x="158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4064300" y="2837275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40" y="0"/>
                  </a:moveTo>
                  <a:cubicBezTo>
                    <a:pt x="120" y="0"/>
                    <a:pt x="87" y="17"/>
                    <a:pt x="54" y="33"/>
                  </a:cubicBezTo>
                  <a:cubicBezTo>
                    <a:pt x="37" y="50"/>
                    <a:pt x="17" y="87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7" y="239"/>
                    <a:pt x="54" y="256"/>
                    <a:pt x="87" y="256"/>
                  </a:cubicBezTo>
                  <a:cubicBezTo>
                    <a:pt x="96" y="258"/>
                    <a:pt x="105" y="259"/>
                    <a:pt x="113" y="259"/>
                  </a:cubicBezTo>
                  <a:cubicBezTo>
                    <a:pt x="169" y="259"/>
                    <a:pt x="208" y="214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206" y="50"/>
                    <a:pt x="206" y="33"/>
                    <a:pt x="190" y="33"/>
                  </a:cubicBezTo>
                  <a:cubicBezTo>
                    <a:pt x="173" y="17"/>
                    <a:pt x="157" y="17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4051825" y="2804500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19" y="1"/>
                  </a:moveTo>
                  <a:cubicBezTo>
                    <a:pt x="70" y="1"/>
                    <a:pt x="18" y="46"/>
                    <a:pt x="0" y="107"/>
                  </a:cubicBezTo>
                  <a:cubicBezTo>
                    <a:pt x="0" y="140"/>
                    <a:pt x="0" y="177"/>
                    <a:pt x="21" y="194"/>
                  </a:cubicBezTo>
                  <a:cubicBezTo>
                    <a:pt x="37" y="227"/>
                    <a:pt x="54" y="243"/>
                    <a:pt x="87" y="243"/>
                  </a:cubicBezTo>
                  <a:cubicBezTo>
                    <a:pt x="97" y="246"/>
                    <a:pt x="107" y="248"/>
                    <a:pt x="116" y="248"/>
                  </a:cubicBezTo>
                  <a:cubicBezTo>
                    <a:pt x="171" y="248"/>
                    <a:pt x="209" y="200"/>
                    <a:pt x="227" y="140"/>
                  </a:cubicBezTo>
                  <a:cubicBezTo>
                    <a:pt x="243" y="107"/>
                    <a:pt x="227" y="74"/>
                    <a:pt x="206" y="58"/>
                  </a:cubicBezTo>
                  <a:cubicBezTo>
                    <a:pt x="206" y="37"/>
                    <a:pt x="206" y="37"/>
                    <a:pt x="190" y="21"/>
                  </a:cubicBezTo>
                  <a:cubicBezTo>
                    <a:pt x="190" y="4"/>
                    <a:pt x="173" y="4"/>
                    <a:pt x="140" y="4"/>
                  </a:cubicBezTo>
                  <a:cubicBezTo>
                    <a:pt x="133" y="2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4062125" y="27757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7" y="1"/>
                  </a:moveTo>
                  <a:cubicBezTo>
                    <a:pt x="103" y="1"/>
                    <a:pt x="67" y="17"/>
                    <a:pt x="38" y="55"/>
                  </a:cubicBezTo>
                  <a:cubicBezTo>
                    <a:pt x="0" y="109"/>
                    <a:pt x="0" y="179"/>
                    <a:pt x="38" y="229"/>
                  </a:cubicBezTo>
                  <a:cubicBezTo>
                    <a:pt x="58" y="251"/>
                    <a:pt x="82" y="260"/>
                    <a:pt x="107" y="260"/>
                  </a:cubicBezTo>
                  <a:cubicBezTo>
                    <a:pt x="141" y="260"/>
                    <a:pt x="178" y="241"/>
                    <a:pt x="207" y="212"/>
                  </a:cubicBezTo>
                  <a:cubicBezTo>
                    <a:pt x="244" y="158"/>
                    <a:pt x="244" y="76"/>
                    <a:pt x="207" y="22"/>
                  </a:cubicBezTo>
                  <a:cubicBezTo>
                    <a:pt x="186" y="9"/>
                    <a:pt x="162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4056550" y="275885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35" y="1"/>
                  </a:moveTo>
                  <a:cubicBezTo>
                    <a:pt x="126" y="1"/>
                    <a:pt x="116" y="2"/>
                    <a:pt x="104" y="8"/>
                  </a:cubicBezTo>
                  <a:cubicBezTo>
                    <a:pt x="38" y="45"/>
                    <a:pt x="1" y="111"/>
                    <a:pt x="17" y="181"/>
                  </a:cubicBezTo>
                  <a:cubicBezTo>
                    <a:pt x="38" y="214"/>
                    <a:pt x="54" y="235"/>
                    <a:pt x="71" y="251"/>
                  </a:cubicBezTo>
                  <a:cubicBezTo>
                    <a:pt x="87" y="259"/>
                    <a:pt x="105" y="263"/>
                    <a:pt x="120" y="263"/>
                  </a:cubicBezTo>
                  <a:cubicBezTo>
                    <a:pt x="136" y="263"/>
                    <a:pt x="149" y="259"/>
                    <a:pt x="157" y="251"/>
                  </a:cubicBezTo>
                  <a:cubicBezTo>
                    <a:pt x="190" y="235"/>
                    <a:pt x="207" y="214"/>
                    <a:pt x="223" y="181"/>
                  </a:cubicBezTo>
                  <a:cubicBezTo>
                    <a:pt x="244" y="148"/>
                    <a:pt x="244" y="111"/>
                    <a:pt x="244" y="78"/>
                  </a:cubicBezTo>
                  <a:cubicBezTo>
                    <a:pt x="244" y="61"/>
                    <a:pt x="223" y="45"/>
                    <a:pt x="207" y="28"/>
                  </a:cubicBezTo>
                  <a:cubicBezTo>
                    <a:pt x="207" y="28"/>
                    <a:pt x="190" y="28"/>
                    <a:pt x="190" y="8"/>
                  </a:cubicBezTo>
                  <a:cubicBezTo>
                    <a:pt x="168" y="8"/>
                    <a:pt x="154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4069025" y="274572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37" y="1"/>
                  </a:moveTo>
                  <a:cubicBezTo>
                    <a:pt x="120" y="1"/>
                    <a:pt x="87" y="1"/>
                    <a:pt x="54" y="38"/>
                  </a:cubicBezTo>
                  <a:cubicBezTo>
                    <a:pt x="34" y="55"/>
                    <a:pt x="17" y="71"/>
                    <a:pt x="1" y="104"/>
                  </a:cubicBezTo>
                  <a:cubicBezTo>
                    <a:pt x="1" y="141"/>
                    <a:pt x="1" y="174"/>
                    <a:pt x="17" y="207"/>
                  </a:cubicBezTo>
                  <a:cubicBezTo>
                    <a:pt x="34" y="244"/>
                    <a:pt x="54" y="261"/>
                    <a:pt x="87" y="261"/>
                  </a:cubicBezTo>
                  <a:cubicBezTo>
                    <a:pt x="93" y="263"/>
                    <a:pt x="100" y="264"/>
                    <a:pt x="106" y="264"/>
                  </a:cubicBezTo>
                  <a:cubicBezTo>
                    <a:pt x="153" y="264"/>
                    <a:pt x="209" y="215"/>
                    <a:pt x="223" y="158"/>
                  </a:cubicBezTo>
                  <a:cubicBezTo>
                    <a:pt x="223" y="121"/>
                    <a:pt x="223" y="88"/>
                    <a:pt x="207" y="55"/>
                  </a:cubicBezTo>
                  <a:cubicBezTo>
                    <a:pt x="207" y="55"/>
                    <a:pt x="207" y="38"/>
                    <a:pt x="190" y="38"/>
                  </a:cubicBezTo>
                  <a:cubicBezTo>
                    <a:pt x="174" y="17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4066050" y="2806825"/>
              <a:ext cx="6400" cy="6300"/>
            </a:xfrm>
            <a:custGeom>
              <a:avLst/>
              <a:gdLst/>
              <a:ahLst/>
              <a:cxnLst/>
              <a:rect l="l" t="t" r="r" b="b"/>
              <a:pathLst>
                <a:path w="256" h="252" extrusionOk="0">
                  <a:moveTo>
                    <a:pt x="144" y="1"/>
                  </a:moveTo>
                  <a:cubicBezTo>
                    <a:pt x="109" y="1"/>
                    <a:pt x="71" y="18"/>
                    <a:pt x="50" y="47"/>
                  </a:cubicBezTo>
                  <a:cubicBezTo>
                    <a:pt x="0" y="101"/>
                    <a:pt x="0" y="187"/>
                    <a:pt x="50" y="220"/>
                  </a:cubicBezTo>
                  <a:cubicBezTo>
                    <a:pt x="65" y="243"/>
                    <a:pt x="89" y="252"/>
                    <a:pt x="114" y="252"/>
                  </a:cubicBezTo>
                  <a:cubicBezTo>
                    <a:pt x="149" y="252"/>
                    <a:pt x="187" y="233"/>
                    <a:pt x="206" y="204"/>
                  </a:cubicBezTo>
                  <a:cubicBezTo>
                    <a:pt x="256" y="150"/>
                    <a:pt x="256" y="68"/>
                    <a:pt x="206" y="31"/>
                  </a:cubicBezTo>
                  <a:cubicBezTo>
                    <a:pt x="192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4123975" y="273927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5" y="46"/>
                    <a:pt x="21" y="106"/>
                  </a:cubicBezTo>
                  <a:cubicBezTo>
                    <a:pt x="0" y="139"/>
                    <a:pt x="21" y="172"/>
                    <a:pt x="21" y="210"/>
                  </a:cubicBezTo>
                  <a:cubicBezTo>
                    <a:pt x="37" y="226"/>
                    <a:pt x="70" y="242"/>
                    <a:pt x="87" y="259"/>
                  </a:cubicBezTo>
                  <a:cubicBezTo>
                    <a:pt x="157" y="259"/>
                    <a:pt x="227" y="210"/>
                    <a:pt x="227" y="139"/>
                  </a:cubicBezTo>
                  <a:cubicBezTo>
                    <a:pt x="243" y="106"/>
                    <a:pt x="243" y="90"/>
                    <a:pt x="227" y="53"/>
                  </a:cubicBezTo>
                  <a:cubicBezTo>
                    <a:pt x="206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3885250" y="27603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8" y="0"/>
                  </a:moveTo>
                  <a:cubicBezTo>
                    <a:pt x="74" y="0"/>
                    <a:pt x="31" y="46"/>
                    <a:pt x="17" y="107"/>
                  </a:cubicBezTo>
                  <a:cubicBezTo>
                    <a:pt x="1" y="139"/>
                    <a:pt x="1" y="177"/>
                    <a:pt x="17" y="210"/>
                  </a:cubicBezTo>
                  <a:cubicBezTo>
                    <a:pt x="34" y="226"/>
                    <a:pt x="67" y="243"/>
                    <a:pt x="87" y="259"/>
                  </a:cubicBezTo>
                  <a:cubicBezTo>
                    <a:pt x="153" y="259"/>
                    <a:pt x="207" y="210"/>
                    <a:pt x="223" y="139"/>
                  </a:cubicBezTo>
                  <a:cubicBezTo>
                    <a:pt x="240" y="107"/>
                    <a:pt x="240" y="74"/>
                    <a:pt x="223" y="53"/>
                  </a:cubicBezTo>
                  <a:cubicBezTo>
                    <a:pt x="207" y="36"/>
                    <a:pt x="207" y="36"/>
                    <a:pt x="207" y="20"/>
                  </a:cubicBezTo>
                  <a:cubicBezTo>
                    <a:pt x="190" y="20"/>
                    <a:pt x="170" y="3"/>
                    <a:pt x="153" y="3"/>
                  </a:cubicBezTo>
                  <a:cubicBezTo>
                    <a:pt x="144" y="1"/>
                    <a:pt x="136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3880100" y="2790350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13" y="1"/>
                  </a:moveTo>
                  <a:cubicBezTo>
                    <a:pt x="68" y="1"/>
                    <a:pt x="14" y="49"/>
                    <a:pt x="0" y="108"/>
                  </a:cubicBezTo>
                  <a:cubicBezTo>
                    <a:pt x="0" y="141"/>
                    <a:pt x="0" y="174"/>
                    <a:pt x="17" y="191"/>
                  </a:cubicBezTo>
                  <a:cubicBezTo>
                    <a:pt x="33" y="228"/>
                    <a:pt x="50" y="244"/>
                    <a:pt x="87" y="244"/>
                  </a:cubicBezTo>
                  <a:cubicBezTo>
                    <a:pt x="96" y="247"/>
                    <a:pt x="104" y="248"/>
                    <a:pt x="112" y="248"/>
                  </a:cubicBezTo>
                  <a:cubicBezTo>
                    <a:pt x="166" y="248"/>
                    <a:pt x="209" y="202"/>
                    <a:pt x="223" y="141"/>
                  </a:cubicBezTo>
                  <a:cubicBezTo>
                    <a:pt x="240" y="108"/>
                    <a:pt x="223" y="71"/>
                    <a:pt x="207" y="55"/>
                  </a:cubicBezTo>
                  <a:cubicBezTo>
                    <a:pt x="207" y="38"/>
                    <a:pt x="207" y="38"/>
                    <a:pt x="190" y="22"/>
                  </a:cubicBezTo>
                  <a:cubicBezTo>
                    <a:pt x="190" y="5"/>
                    <a:pt x="169" y="5"/>
                    <a:pt x="136" y="5"/>
                  </a:cubicBezTo>
                  <a:cubicBezTo>
                    <a:pt x="129" y="2"/>
                    <a:pt x="121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3875775" y="283775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36" y="1"/>
                  </a:moveTo>
                  <a:cubicBezTo>
                    <a:pt x="101" y="1"/>
                    <a:pt x="64" y="18"/>
                    <a:pt x="33" y="47"/>
                  </a:cubicBezTo>
                  <a:cubicBezTo>
                    <a:pt x="0" y="101"/>
                    <a:pt x="0" y="187"/>
                    <a:pt x="33" y="220"/>
                  </a:cubicBezTo>
                  <a:cubicBezTo>
                    <a:pt x="54" y="237"/>
                    <a:pt x="70" y="237"/>
                    <a:pt x="87" y="253"/>
                  </a:cubicBezTo>
                  <a:cubicBezTo>
                    <a:pt x="120" y="253"/>
                    <a:pt x="173" y="237"/>
                    <a:pt x="206" y="204"/>
                  </a:cubicBezTo>
                  <a:cubicBezTo>
                    <a:pt x="223" y="171"/>
                    <a:pt x="239" y="117"/>
                    <a:pt x="223" y="68"/>
                  </a:cubicBezTo>
                  <a:cubicBezTo>
                    <a:pt x="223" y="47"/>
                    <a:pt x="206" y="31"/>
                    <a:pt x="206" y="31"/>
                  </a:cubicBezTo>
                  <a:cubicBezTo>
                    <a:pt x="186" y="10"/>
                    <a:pt x="161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3890000" y="271482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83" y="0"/>
                    <a:pt x="50" y="17"/>
                  </a:cubicBezTo>
                  <a:cubicBezTo>
                    <a:pt x="33" y="54"/>
                    <a:pt x="0" y="70"/>
                    <a:pt x="0" y="103"/>
                  </a:cubicBezTo>
                  <a:cubicBezTo>
                    <a:pt x="0" y="140"/>
                    <a:pt x="0" y="173"/>
                    <a:pt x="17" y="206"/>
                  </a:cubicBezTo>
                  <a:cubicBezTo>
                    <a:pt x="33" y="223"/>
                    <a:pt x="50" y="260"/>
                    <a:pt x="83" y="260"/>
                  </a:cubicBezTo>
                  <a:cubicBezTo>
                    <a:pt x="136" y="260"/>
                    <a:pt x="206" y="223"/>
                    <a:pt x="223" y="157"/>
                  </a:cubicBezTo>
                  <a:cubicBezTo>
                    <a:pt x="223" y="120"/>
                    <a:pt x="223" y="87"/>
                    <a:pt x="206" y="54"/>
                  </a:cubicBezTo>
                  <a:cubicBezTo>
                    <a:pt x="206" y="37"/>
                    <a:pt x="186" y="37"/>
                    <a:pt x="186" y="37"/>
                  </a:cubicBezTo>
                  <a:cubicBezTo>
                    <a:pt x="169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3890400" y="27294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120" y="1"/>
                    <a:pt x="104" y="1"/>
                    <a:pt x="87" y="17"/>
                  </a:cubicBezTo>
                  <a:cubicBezTo>
                    <a:pt x="50" y="34"/>
                    <a:pt x="17" y="71"/>
                    <a:pt x="17" y="120"/>
                  </a:cubicBezTo>
                  <a:cubicBezTo>
                    <a:pt x="1" y="153"/>
                    <a:pt x="17" y="190"/>
                    <a:pt x="17" y="207"/>
                  </a:cubicBezTo>
                  <a:cubicBezTo>
                    <a:pt x="34" y="240"/>
                    <a:pt x="67" y="256"/>
                    <a:pt x="104" y="256"/>
                  </a:cubicBezTo>
                  <a:cubicBezTo>
                    <a:pt x="111" y="259"/>
                    <a:pt x="119" y="261"/>
                    <a:pt x="126" y="261"/>
                  </a:cubicBezTo>
                  <a:cubicBezTo>
                    <a:pt x="169" y="261"/>
                    <a:pt x="209" y="216"/>
                    <a:pt x="223" y="174"/>
                  </a:cubicBezTo>
                  <a:cubicBezTo>
                    <a:pt x="223" y="153"/>
                    <a:pt x="223" y="153"/>
                    <a:pt x="240" y="153"/>
                  </a:cubicBezTo>
                  <a:cubicBezTo>
                    <a:pt x="240" y="104"/>
                    <a:pt x="223" y="71"/>
                    <a:pt x="207" y="34"/>
                  </a:cubicBezTo>
                  <a:cubicBezTo>
                    <a:pt x="19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3874525" y="28225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6" y="0"/>
                  </a:moveTo>
                  <a:cubicBezTo>
                    <a:pt x="67" y="0"/>
                    <a:pt x="17" y="46"/>
                    <a:pt x="17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6"/>
                    <a:pt x="67" y="263"/>
                    <a:pt x="83" y="263"/>
                  </a:cubicBezTo>
                  <a:cubicBezTo>
                    <a:pt x="120" y="263"/>
                    <a:pt x="153" y="263"/>
                    <a:pt x="170" y="226"/>
                  </a:cubicBezTo>
                  <a:cubicBezTo>
                    <a:pt x="207" y="210"/>
                    <a:pt x="223" y="193"/>
                    <a:pt x="223" y="160"/>
                  </a:cubicBezTo>
                  <a:cubicBezTo>
                    <a:pt x="240" y="123"/>
                    <a:pt x="223" y="90"/>
                    <a:pt x="223" y="57"/>
                  </a:cubicBezTo>
                  <a:lnTo>
                    <a:pt x="207" y="37"/>
                  </a:lnTo>
                  <a:cubicBezTo>
                    <a:pt x="186" y="20"/>
                    <a:pt x="170" y="4"/>
                    <a:pt x="153" y="4"/>
                  </a:cubicBezTo>
                  <a:cubicBezTo>
                    <a:pt x="144" y="2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3886900" y="28231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37" y="0"/>
                  </a:moveTo>
                  <a:cubicBezTo>
                    <a:pt x="104" y="0"/>
                    <a:pt x="73" y="19"/>
                    <a:pt x="54" y="50"/>
                  </a:cubicBezTo>
                  <a:cubicBezTo>
                    <a:pt x="1" y="99"/>
                    <a:pt x="1" y="186"/>
                    <a:pt x="54" y="239"/>
                  </a:cubicBezTo>
                  <a:cubicBezTo>
                    <a:pt x="71" y="239"/>
                    <a:pt x="71" y="256"/>
                    <a:pt x="87" y="256"/>
                  </a:cubicBezTo>
                  <a:cubicBezTo>
                    <a:pt x="100" y="260"/>
                    <a:pt x="112" y="262"/>
                    <a:pt x="123" y="262"/>
                  </a:cubicBezTo>
                  <a:cubicBezTo>
                    <a:pt x="157" y="262"/>
                    <a:pt x="182" y="243"/>
                    <a:pt x="207" y="202"/>
                  </a:cubicBezTo>
                  <a:cubicBezTo>
                    <a:pt x="244" y="169"/>
                    <a:pt x="244" y="116"/>
                    <a:pt x="244" y="83"/>
                  </a:cubicBezTo>
                  <a:cubicBezTo>
                    <a:pt x="227" y="66"/>
                    <a:pt x="227" y="50"/>
                    <a:pt x="207" y="33"/>
                  </a:cubicBezTo>
                  <a:cubicBezTo>
                    <a:pt x="186" y="10"/>
                    <a:pt x="161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3892575" y="2840575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15" y="1"/>
                  </a:moveTo>
                  <a:cubicBezTo>
                    <a:pt x="66" y="1"/>
                    <a:pt x="15" y="46"/>
                    <a:pt x="0" y="107"/>
                  </a:cubicBezTo>
                  <a:cubicBezTo>
                    <a:pt x="0" y="140"/>
                    <a:pt x="0" y="177"/>
                    <a:pt x="17" y="194"/>
                  </a:cubicBezTo>
                  <a:cubicBezTo>
                    <a:pt x="33" y="227"/>
                    <a:pt x="50" y="243"/>
                    <a:pt x="83" y="243"/>
                  </a:cubicBezTo>
                  <a:cubicBezTo>
                    <a:pt x="91" y="246"/>
                    <a:pt x="99" y="248"/>
                    <a:pt x="107" y="248"/>
                  </a:cubicBezTo>
                  <a:cubicBezTo>
                    <a:pt x="156" y="248"/>
                    <a:pt x="209" y="200"/>
                    <a:pt x="223" y="140"/>
                  </a:cubicBezTo>
                  <a:cubicBezTo>
                    <a:pt x="239" y="91"/>
                    <a:pt x="223" y="58"/>
                    <a:pt x="186" y="21"/>
                  </a:cubicBezTo>
                  <a:cubicBezTo>
                    <a:pt x="169" y="4"/>
                    <a:pt x="153" y="4"/>
                    <a:pt x="136" y="4"/>
                  </a:cubicBezTo>
                  <a:cubicBezTo>
                    <a:pt x="129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3871025" y="280812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0" y="0"/>
                  </a:moveTo>
                  <a:cubicBezTo>
                    <a:pt x="117" y="0"/>
                    <a:pt x="104" y="6"/>
                    <a:pt x="87" y="16"/>
                  </a:cubicBezTo>
                  <a:cubicBezTo>
                    <a:pt x="54" y="16"/>
                    <a:pt x="38" y="49"/>
                    <a:pt x="17" y="65"/>
                  </a:cubicBezTo>
                  <a:cubicBezTo>
                    <a:pt x="1" y="98"/>
                    <a:pt x="1" y="135"/>
                    <a:pt x="1" y="168"/>
                  </a:cubicBezTo>
                  <a:cubicBezTo>
                    <a:pt x="13" y="220"/>
                    <a:pt x="54" y="251"/>
                    <a:pt x="96" y="251"/>
                  </a:cubicBezTo>
                  <a:cubicBezTo>
                    <a:pt x="111" y="251"/>
                    <a:pt x="127" y="247"/>
                    <a:pt x="141" y="238"/>
                  </a:cubicBezTo>
                  <a:cubicBezTo>
                    <a:pt x="207" y="222"/>
                    <a:pt x="244" y="152"/>
                    <a:pt x="223" y="82"/>
                  </a:cubicBezTo>
                  <a:cubicBezTo>
                    <a:pt x="223" y="49"/>
                    <a:pt x="207" y="32"/>
                    <a:pt x="190" y="32"/>
                  </a:cubicBezTo>
                  <a:cubicBezTo>
                    <a:pt x="190" y="16"/>
                    <a:pt x="174" y="16"/>
                    <a:pt x="174" y="16"/>
                  </a:cubicBezTo>
                  <a:cubicBezTo>
                    <a:pt x="157" y="6"/>
                    <a:pt x="144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4152300" y="279292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8" y="1"/>
                  </a:moveTo>
                  <a:cubicBezTo>
                    <a:pt x="74" y="1"/>
                    <a:pt x="36" y="49"/>
                    <a:pt x="22" y="108"/>
                  </a:cubicBezTo>
                  <a:cubicBezTo>
                    <a:pt x="1" y="141"/>
                    <a:pt x="1" y="174"/>
                    <a:pt x="22" y="212"/>
                  </a:cubicBezTo>
                  <a:cubicBezTo>
                    <a:pt x="38" y="228"/>
                    <a:pt x="71" y="245"/>
                    <a:pt x="88" y="261"/>
                  </a:cubicBezTo>
                  <a:cubicBezTo>
                    <a:pt x="125" y="261"/>
                    <a:pt x="158" y="245"/>
                    <a:pt x="174" y="228"/>
                  </a:cubicBezTo>
                  <a:cubicBezTo>
                    <a:pt x="207" y="212"/>
                    <a:pt x="228" y="174"/>
                    <a:pt x="228" y="141"/>
                  </a:cubicBezTo>
                  <a:cubicBezTo>
                    <a:pt x="244" y="108"/>
                    <a:pt x="244" y="71"/>
                    <a:pt x="228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1" y="22"/>
                    <a:pt x="174" y="5"/>
                    <a:pt x="158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4136450" y="278947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31" y="0"/>
                  </a:moveTo>
                  <a:cubicBezTo>
                    <a:pt x="70" y="0"/>
                    <a:pt x="15" y="48"/>
                    <a:pt x="0" y="106"/>
                  </a:cubicBezTo>
                  <a:cubicBezTo>
                    <a:pt x="0" y="143"/>
                    <a:pt x="0" y="176"/>
                    <a:pt x="17" y="209"/>
                  </a:cubicBezTo>
                  <a:cubicBezTo>
                    <a:pt x="37" y="226"/>
                    <a:pt x="54" y="246"/>
                    <a:pt x="87" y="263"/>
                  </a:cubicBezTo>
                  <a:cubicBezTo>
                    <a:pt x="157" y="263"/>
                    <a:pt x="206" y="226"/>
                    <a:pt x="223" y="160"/>
                  </a:cubicBezTo>
                  <a:cubicBezTo>
                    <a:pt x="243" y="106"/>
                    <a:pt x="223" y="57"/>
                    <a:pt x="190" y="4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4156225" y="280750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18" y="1"/>
                  </a:moveTo>
                  <a:cubicBezTo>
                    <a:pt x="71" y="1"/>
                    <a:pt x="15" y="49"/>
                    <a:pt x="1" y="107"/>
                  </a:cubicBezTo>
                  <a:cubicBezTo>
                    <a:pt x="1" y="144"/>
                    <a:pt x="1" y="177"/>
                    <a:pt x="17" y="210"/>
                  </a:cubicBezTo>
                  <a:cubicBezTo>
                    <a:pt x="34" y="226"/>
                    <a:pt x="50" y="247"/>
                    <a:pt x="87" y="247"/>
                  </a:cubicBezTo>
                  <a:cubicBezTo>
                    <a:pt x="97" y="252"/>
                    <a:pt x="106" y="254"/>
                    <a:pt x="115" y="254"/>
                  </a:cubicBezTo>
                  <a:cubicBezTo>
                    <a:pt x="138" y="254"/>
                    <a:pt x="159" y="241"/>
                    <a:pt x="174" y="226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23" y="74"/>
                    <a:pt x="207" y="57"/>
                  </a:cubicBezTo>
                  <a:cubicBezTo>
                    <a:pt x="207" y="41"/>
                    <a:pt x="207" y="41"/>
                    <a:pt x="190" y="20"/>
                  </a:cubicBezTo>
                  <a:cubicBezTo>
                    <a:pt x="190" y="4"/>
                    <a:pt x="174" y="4"/>
                    <a:pt x="137" y="4"/>
                  </a:cubicBezTo>
                  <a:cubicBezTo>
                    <a:pt x="131" y="2"/>
                    <a:pt x="124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4197875" y="2752325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47" y="1"/>
                  </a:moveTo>
                  <a:cubicBezTo>
                    <a:pt x="133" y="1"/>
                    <a:pt x="120" y="5"/>
                    <a:pt x="103" y="13"/>
                  </a:cubicBezTo>
                  <a:cubicBezTo>
                    <a:pt x="33" y="30"/>
                    <a:pt x="0" y="116"/>
                    <a:pt x="17" y="166"/>
                  </a:cubicBezTo>
                  <a:cubicBezTo>
                    <a:pt x="33" y="203"/>
                    <a:pt x="54" y="236"/>
                    <a:pt x="70" y="252"/>
                  </a:cubicBezTo>
                  <a:lnTo>
                    <a:pt x="157" y="252"/>
                  </a:lnTo>
                  <a:cubicBezTo>
                    <a:pt x="223" y="219"/>
                    <a:pt x="260" y="149"/>
                    <a:pt x="239" y="83"/>
                  </a:cubicBezTo>
                  <a:cubicBezTo>
                    <a:pt x="239" y="63"/>
                    <a:pt x="223" y="46"/>
                    <a:pt x="206" y="30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3" y="5"/>
                    <a:pt x="160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3"/>
            <p:cNvSpPr/>
            <p:nvPr/>
          </p:nvSpPr>
          <p:spPr>
            <a:xfrm>
              <a:off x="3886900" y="2775900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38" y="1"/>
                  </a:moveTo>
                  <a:cubicBezTo>
                    <a:pt x="105" y="1"/>
                    <a:pt x="73" y="19"/>
                    <a:pt x="54" y="47"/>
                  </a:cubicBezTo>
                  <a:cubicBezTo>
                    <a:pt x="1" y="101"/>
                    <a:pt x="1" y="188"/>
                    <a:pt x="54" y="221"/>
                  </a:cubicBezTo>
                  <a:cubicBezTo>
                    <a:pt x="68" y="243"/>
                    <a:pt x="88" y="252"/>
                    <a:pt x="110" y="252"/>
                  </a:cubicBezTo>
                  <a:cubicBezTo>
                    <a:pt x="142" y="252"/>
                    <a:pt x="178" y="233"/>
                    <a:pt x="207" y="204"/>
                  </a:cubicBezTo>
                  <a:cubicBezTo>
                    <a:pt x="260" y="150"/>
                    <a:pt x="260" y="68"/>
                    <a:pt x="207" y="31"/>
                  </a:cubicBezTo>
                  <a:cubicBezTo>
                    <a:pt x="186" y="10"/>
                    <a:pt x="162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3"/>
            <p:cNvSpPr/>
            <p:nvPr/>
          </p:nvSpPr>
          <p:spPr>
            <a:xfrm>
              <a:off x="4200450" y="27717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2" y="1"/>
                  </a:moveTo>
                  <a:cubicBezTo>
                    <a:pt x="101" y="1"/>
                    <a:pt x="72" y="14"/>
                    <a:pt x="54" y="43"/>
                  </a:cubicBezTo>
                  <a:cubicBezTo>
                    <a:pt x="0" y="109"/>
                    <a:pt x="0" y="179"/>
                    <a:pt x="54" y="233"/>
                  </a:cubicBezTo>
                  <a:cubicBezTo>
                    <a:pt x="68" y="247"/>
                    <a:pt x="90" y="256"/>
                    <a:pt x="114" y="256"/>
                  </a:cubicBezTo>
                  <a:cubicBezTo>
                    <a:pt x="145" y="256"/>
                    <a:pt x="179" y="242"/>
                    <a:pt x="207" y="212"/>
                  </a:cubicBezTo>
                  <a:cubicBezTo>
                    <a:pt x="240" y="146"/>
                    <a:pt x="240" y="76"/>
                    <a:pt x="207" y="27"/>
                  </a:cubicBezTo>
                  <a:cubicBezTo>
                    <a:pt x="184" y="10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3"/>
            <p:cNvSpPr/>
            <p:nvPr/>
          </p:nvSpPr>
          <p:spPr>
            <a:xfrm>
              <a:off x="3872775" y="2773600"/>
              <a:ext cx="5600" cy="6175"/>
            </a:xfrm>
            <a:custGeom>
              <a:avLst/>
              <a:gdLst/>
              <a:ahLst/>
              <a:cxnLst/>
              <a:rect l="l" t="t" r="r" b="b"/>
              <a:pathLst>
                <a:path w="224" h="247" extrusionOk="0">
                  <a:moveTo>
                    <a:pt x="116" y="0"/>
                  </a:moveTo>
                  <a:cubicBezTo>
                    <a:pt x="70" y="0"/>
                    <a:pt x="15" y="45"/>
                    <a:pt x="1" y="106"/>
                  </a:cubicBezTo>
                  <a:cubicBezTo>
                    <a:pt x="1" y="139"/>
                    <a:pt x="1" y="176"/>
                    <a:pt x="17" y="193"/>
                  </a:cubicBezTo>
                  <a:cubicBezTo>
                    <a:pt x="34" y="226"/>
                    <a:pt x="50" y="242"/>
                    <a:pt x="87" y="242"/>
                  </a:cubicBezTo>
                  <a:cubicBezTo>
                    <a:pt x="95" y="245"/>
                    <a:pt x="102" y="247"/>
                    <a:pt x="110" y="247"/>
                  </a:cubicBezTo>
                  <a:cubicBezTo>
                    <a:pt x="156" y="247"/>
                    <a:pt x="209" y="199"/>
                    <a:pt x="223" y="139"/>
                  </a:cubicBezTo>
                  <a:cubicBezTo>
                    <a:pt x="223" y="106"/>
                    <a:pt x="223" y="73"/>
                    <a:pt x="207" y="36"/>
                  </a:cubicBezTo>
                  <a:cubicBezTo>
                    <a:pt x="207" y="36"/>
                    <a:pt x="207" y="20"/>
                    <a:pt x="190" y="20"/>
                  </a:cubicBezTo>
                  <a:cubicBezTo>
                    <a:pt x="174" y="3"/>
                    <a:pt x="153" y="3"/>
                    <a:pt x="137" y="3"/>
                  </a:cubicBezTo>
                  <a:cubicBezTo>
                    <a:pt x="130" y="1"/>
                    <a:pt x="12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3"/>
            <p:cNvSpPr/>
            <p:nvPr/>
          </p:nvSpPr>
          <p:spPr>
            <a:xfrm>
              <a:off x="4158800" y="277882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53" y="0"/>
                  </a:moveTo>
                  <a:cubicBezTo>
                    <a:pt x="104" y="0"/>
                    <a:pt x="34" y="54"/>
                    <a:pt x="17" y="120"/>
                  </a:cubicBezTo>
                  <a:cubicBezTo>
                    <a:pt x="1" y="190"/>
                    <a:pt x="50" y="260"/>
                    <a:pt x="104" y="260"/>
                  </a:cubicBezTo>
                  <a:cubicBezTo>
                    <a:pt x="137" y="260"/>
                    <a:pt x="174" y="260"/>
                    <a:pt x="190" y="240"/>
                  </a:cubicBezTo>
                  <a:cubicBezTo>
                    <a:pt x="223" y="223"/>
                    <a:pt x="240" y="190"/>
                    <a:pt x="240" y="157"/>
                  </a:cubicBezTo>
                  <a:cubicBezTo>
                    <a:pt x="256" y="120"/>
                    <a:pt x="240" y="87"/>
                    <a:pt x="223" y="54"/>
                  </a:cubicBezTo>
                  <a:cubicBezTo>
                    <a:pt x="223" y="54"/>
                    <a:pt x="223" y="33"/>
                    <a:pt x="207" y="33"/>
                  </a:cubicBezTo>
                  <a:cubicBezTo>
                    <a:pt x="190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3"/>
            <p:cNvSpPr/>
            <p:nvPr/>
          </p:nvSpPr>
          <p:spPr>
            <a:xfrm>
              <a:off x="4228800" y="27579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40" y="0"/>
                  </a:moveTo>
                  <a:cubicBezTo>
                    <a:pt x="125" y="0"/>
                    <a:pt x="112" y="5"/>
                    <a:pt x="103" y="13"/>
                  </a:cubicBezTo>
                  <a:cubicBezTo>
                    <a:pt x="33" y="29"/>
                    <a:pt x="0" y="116"/>
                    <a:pt x="17" y="186"/>
                  </a:cubicBezTo>
                  <a:cubicBezTo>
                    <a:pt x="33" y="203"/>
                    <a:pt x="54" y="235"/>
                    <a:pt x="70" y="252"/>
                  </a:cubicBezTo>
                  <a:cubicBezTo>
                    <a:pt x="87" y="262"/>
                    <a:pt x="103" y="267"/>
                    <a:pt x="118" y="267"/>
                  </a:cubicBezTo>
                  <a:cubicBezTo>
                    <a:pt x="133" y="267"/>
                    <a:pt x="147" y="262"/>
                    <a:pt x="157" y="252"/>
                  </a:cubicBezTo>
                  <a:cubicBezTo>
                    <a:pt x="190" y="235"/>
                    <a:pt x="206" y="219"/>
                    <a:pt x="223" y="186"/>
                  </a:cubicBezTo>
                  <a:cubicBezTo>
                    <a:pt x="239" y="149"/>
                    <a:pt x="239" y="116"/>
                    <a:pt x="239" y="83"/>
                  </a:cubicBezTo>
                  <a:cubicBezTo>
                    <a:pt x="223" y="66"/>
                    <a:pt x="223" y="46"/>
                    <a:pt x="206" y="29"/>
                  </a:cubicBezTo>
                  <a:lnTo>
                    <a:pt x="190" y="13"/>
                  </a:lnTo>
                  <a:cubicBezTo>
                    <a:pt x="173" y="5"/>
                    <a:pt x="156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3"/>
            <p:cNvSpPr/>
            <p:nvPr/>
          </p:nvSpPr>
          <p:spPr>
            <a:xfrm>
              <a:off x="3855150" y="280192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16" y="1"/>
                  </a:moveTo>
                  <a:cubicBezTo>
                    <a:pt x="70" y="1"/>
                    <a:pt x="15" y="46"/>
                    <a:pt x="1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7"/>
                    <a:pt x="54" y="243"/>
                    <a:pt x="87" y="264"/>
                  </a:cubicBezTo>
                  <a:cubicBezTo>
                    <a:pt x="104" y="264"/>
                    <a:pt x="137" y="243"/>
                    <a:pt x="174" y="227"/>
                  </a:cubicBezTo>
                  <a:cubicBezTo>
                    <a:pt x="190" y="210"/>
                    <a:pt x="207" y="177"/>
                    <a:pt x="223" y="140"/>
                  </a:cubicBezTo>
                  <a:cubicBezTo>
                    <a:pt x="223" y="107"/>
                    <a:pt x="223" y="74"/>
                    <a:pt x="207" y="58"/>
                  </a:cubicBezTo>
                  <a:cubicBezTo>
                    <a:pt x="207" y="37"/>
                    <a:pt x="190" y="37"/>
                    <a:pt x="190" y="21"/>
                  </a:cubicBezTo>
                  <a:cubicBezTo>
                    <a:pt x="174" y="21"/>
                    <a:pt x="157" y="4"/>
                    <a:pt x="137" y="4"/>
                  </a:cubicBezTo>
                  <a:cubicBezTo>
                    <a:pt x="130" y="2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3"/>
            <p:cNvSpPr/>
            <p:nvPr/>
          </p:nvSpPr>
          <p:spPr>
            <a:xfrm>
              <a:off x="3851350" y="278737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36" y="1"/>
                  </a:moveTo>
                  <a:cubicBezTo>
                    <a:pt x="83" y="1"/>
                    <a:pt x="17" y="38"/>
                    <a:pt x="0" y="104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33" y="244"/>
                    <a:pt x="50" y="260"/>
                    <a:pt x="83" y="260"/>
                  </a:cubicBezTo>
                  <a:cubicBezTo>
                    <a:pt x="120" y="260"/>
                    <a:pt x="136" y="260"/>
                    <a:pt x="169" y="227"/>
                  </a:cubicBezTo>
                  <a:cubicBezTo>
                    <a:pt x="206" y="207"/>
                    <a:pt x="223" y="190"/>
                    <a:pt x="223" y="157"/>
                  </a:cubicBezTo>
                  <a:cubicBezTo>
                    <a:pt x="223" y="124"/>
                    <a:pt x="223" y="87"/>
                    <a:pt x="206" y="54"/>
                  </a:cubicBezTo>
                  <a:cubicBezTo>
                    <a:pt x="206" y="54"/>
                    <a:pt x="206" y="38"/>
                    <a:pt x="186" y="38"/>
                  </a:cubicBezTo>
                  <a:cubicBezTo>
                    <a:pt x="169" y="2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3"/>
            <p:cNvSpPr/>
            <p:nvPr/>
          </p:nvSpPr>
          <p:spPr>
            <a:xfrm>
              <a:off x="3860725" y="27103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5" y="0"/>
                  </a:moveTo>
                  <a:cubicBezTo>
                    <a:pt x="102" y="0"/>
                    <a:pt x="82" y="14"/>
                    <a:pt x="70" y="26"/>
                  </a:cubicBezTo>
                  <a:cubicBezTo>
                    <a:pt x="37" y="42"/>
                    <a:pt x="17" y="75"/>
                    <a:pt x="17" y="112"/>
                  </a:cubicBezTo>
                  <a:cubicBezTo>
                    <a:pt x="0" y="145"/>
                    <a:pt x="17" y="178"/>
                    <a:pt x="37" y="195"/>
                  </a:cubicBezTo>
                  <a:cubicBezTo>
                    <a:pt x="54" y="232"/>
                    <a:pt x="70" y="248"/>
                    <a:pt x="103" y="248"/>
                  </a:cubicBezTo>
                  <a:cubicBezTo>
                    <a:pt x="110" y="250"/>
                    <a:pt x="118" y="251"/>
                    <a:pt x="125" y="251"/>
                  </a:cubicBezTo>
                  <a:cubicBezTo>
                    <a:pt x="173" y="251"/>
                    <a:pt x="226" y="206"/>
                    <a:pt x="244" y="145"/>
                  </a:cubicBezTo>
                  <a:cubicBezTo>
                    <a:pt x="244" y="112"/>
                    <a:pt x="244" y="75"/>
                    <a:pt x="223" y="59"/>
                  </a:cubicBezTo>
                  <a:cubicBezTo>
                    <a:pt x="223" y="42"/>
                    <a:pt x="206" y="42"/>
                    <a:pt x="206" y="26"/>
                  </a:cubicBezTo>
                  <a:cubicBezTo>
                    <a:pt x="190" y="9"/>
                    <a:pt x="173" y="9"/>
                    <a:pt x="157" y="9"/>
                  </a:cubicBezTo>
                  <a:cubicBezTo>
                    <a:pt x="146" y="3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3"/>
            <p:cNvSpPr/>
            <p:nvPr/>
          </p:nvSpPr>
          <p:spPr>
            <a:xfrm>
              <a:off x="3838450" y="2735425"/>
              <a:ext cx="5600" cy="6450"/>
            </a:xfrm>
            <a:custGeom>
              <a:avLst/>
              <a:gdLst/>
              <a:ahLst/>
              <a:cxnLst/>
              <a:rect l="l" t="t" r="r" b="b"/>
              <a:pathLst>
                <a:path w="224" h="258" extrusionOk="0">
                  <a:moveTo>
                    <a:pt x="67" y="1"/>
                  </a:moveTo>
                  <a:cubicBezTo>
                    <a:pt x="34" y="17"/>
                    <a:pt x="17" y="54"/>
                    <a:pt x="1" y="87"/>
                  </a:cubicBezTo>
                  <a:lnTo>
                    <a:pt x="1" y="190"/>
                  </a:lnTo>
                  <a:cubicBezTo>
                    <a:pt x="13" y="229"/>
                    <a:pt x="51" y="257"/>
                    <a:pt x="91" y="257"/>
                  </a:cubicBezTo>
                  <a:cubicBezTo>
                    <a:pt x="106" y="257"/>
                    <a:pt x="122" y="253"/>
                    <a:pt x="137" y="244"/>
                  </a:cubicBezTo>
                  <a:cubicBezTo>
                    <a:pt x="186" y="223"/>
                    <a:pt x="223" y="141"/>
                    <a:pt x="207" y="87"/>
                  </a:cubicBezTo>
                  <a:cubicBezTo>
                    <a:pt x="207" y="54"/>
                    <a:pt x="186" y="38"/>
                    <a:pt x="186" y="38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04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3"/>
            <p:cNvSpPr/>
            <p:nvPr/>
          </p:nvSpPr>
          <p:spPr>
            <a:xfrm>
              <a:off x="4233950" y="2773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1" y="0"/>
                  </a:moveTo>
                  <a:cubicBezTo>
                    <a:pt x="97" y="0"/>
                    <a:pt x="63" y="13"/>
                    <a:pt x="33" y="40"/>
                  </a:cubicBezTo>
                  <a:cubicBezTo>
                    <a:pt x="33" y="56"/>
                    <a:pt x="17" y="77"/>
                    <a:pt x="17" y="110"/>
                  </a:cubicBezTo>
                  <a:cubicBezTo>
                    <a:pt x="0" y="143"/>
                    <a:pt x="17" y="196"/>
                    <a:pt x="54" y="229"/>
                  </a:cubicBezTo>
                  <a:cubicBezTo>
                    <a:pt x="64" y="249"/>
                    <a:pt x="85" y="257"/>
                    <a:pt x="108" y="257"/>
                  </a:cubicBezTo>
                  <a:cubicBezTo>
                    <a:pt x="124" y="257"/>
                    <a:pt x="142" y="253"/>
                    <a:pt x="157" y="246"/>
                  </a:cubicBezTo>
                  <a:cubicBezTo>
                    <a:pt x="173" y="229"/>
                    <a:pt x="190" y="229"/>
                    <a:pt x="206" y="213"/>
                  </a:cubicBezTo>
                  <a:cubicBezTo>
                    <a:pt x="239" y="143"/>
                    <a:pt x="239" y="77"/>
                    <a:pt x="206" y="23"/>
                  </a:cubicBezTo>
                  <a:cubicBezTo>
                    <a:pt x="184" y="8"/>
                    <a:pt x="158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3"/>
            <p:cNvSpPr/>
            <p:nvPr/>
          </p:nvSpPr>
          <p:spPr>
            <a:xfrm>
              <a:off x="3895550" y="2689975"/>
              <a:ext cx="2600" cy="1250"/>
            </a:xfrm>
            <a:custGeom>
              <a:avLst/>
              <a:gdLst/>
              <a:ahLst/>
              <a:cxnLst/>
              <a:rect l="l" t="t" r="r" b="b"/>
              <a:pathLst>
                <a:path w="104" h="50" extrusionOk="0">
                  <a:moveTo>
                    <a:pt x="1" y="0"/>
                  </a:moveTo>
                  <a:cubicBezTo>
                    <a:pt x="1" y="1"/>
                    <a:pt x="1" y="17"/>
                    <a:pt x="17" y="17"/>
                  </a:cubicBezTo>
                  <a:cubicBezTo>
                    <a:pt x="34" y="33"/>
                    <a:pt x="50" y="50"/>
                    <a:pt x="67" y="50"/>
                  </a:cubicBezTo>
                  <a:lnTo>
                    <a:pt x="104" y="50"/>
                  </a:lnTo>
                  <a:cubicBezTo>
                    <a:pt x="67" y="33"/>
                    <a:pt x="34" y="17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3"/>
            <p:cNvSpPr/>
            <p:nvPr/>
          </p:nvSpPr>
          <p:spPr>
            <a:xfrm>
              <a:off x="4205600" y="27229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38"/>
                    <a:pt x="1" y="104"/>
                    <a:pt x="17" y="174"/>
                  </a:cubicBezTo>
                  <a:cubicBezTo>
                    <a:pt x="34" y="207"/>
                    <a:pt x="54" y="228"/>
                    <a:pt x="71" y="244"/>
                  </a:cubicBezTo>
                  <a:cubicBezTo>
                    <a:pt x="87" y="252"/>
                    <a:pt x="104" y="256"/>
                    <a:pt x="119" y="256"/>
                  </a:cubicBezTo>
                  <a:cubicBezTo>
                    <a:pt x="133" y="256"/>
                    <a:pt x="147" y="252"/>
                    <a:pt x="157" y="244"/>
                  </a:cubicBezTo>
                  <a:cubicBezTo>
                    <a:pt x="190" y="228"/>
                    <a:pt x="207" y="207"/>
                    <a:pt x="223" y="174"/>
                  </a:cubicBezTo>
                  <a:cubicBezTo>
                    <a:pt x="240" y="141"/>
                    <a:pt x="240" y="104"/>
                    <a:pt x="240" y="87"/>
                  </a:cubicBezTo>
                  <a:cubicBezTo>
                    <a:pt x="240" y="54"/>
                    <a:pt x="223" y="38"/>
                    <a:pt x="207" y="21"/>
                  </a:cubicBezTo>
                  <a:cubicBezTo>
                    <a:pt x="207" y="21"/>
                    <a:pt x="190" y="2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4208600" y="2739275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19" y="0"/>
                  </a:moveTo>
                  <a:cubicBezTo>
                    <a:pt x="69" y="0"/>
                    <a:pt x="14" y="46"/>
                    <a:pt x="0" y="106"/>
                  </a:cubicBezTo>
                  <a:cubicBezTo>
                    <a:pt x="0" y="139"/>
                    <a:pt x="0" y="172"/>
                    <a:pt x="17" y="210"/>
                  </a:cubicBezTo>
                  <a:cubicBezTo>
                    <a:pt x="37" y="226"/>
                    <a:pt x="54" y="242"/>
                    <a:pt x="87" y="259"/>
                  </a:cubicBezTo>
                  <a:cubicBezTo>
                    <a:pt x="140" y="259"/>
                    <a:pt x="206" y="226"/>
                    <a:pt x="223" y="139"/>
                  </a:cubicBezTo>
                  <a:cubicBezTo>
                    <a:pt x="223" y="106"/>
                    <a:pt x="223" y="90"/>
                    <a:pt x="206" y="53"/>
                  </a:cubicBezTo>
                  <a:cubicBezTo>
                    <a:pt x="206" y="36"/>
                    <a:pt x="190" y="36"/>
                    <a:pt x="190" y="36"/>
                  </a:cubicBezTo>
                  <a:cubicBezTo>
                    <a:pt x="173" y="20"/>
                    <a:pt x="157" y="3"/>
                    <a:pt x="140" y="3"/>
                  </a:cubicBezTo>
                  <a:cubicBezTo>
                    <a:pt x="133" y="1"/>
                    <a:pt x="126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3899375" y="2766225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35" y="1"/>
                  </a:moveTo>
                  <a:cubicBezTo>
                    <a:pt x="103" y="1"/>
                    <a:pt x="67" y="18"/>
                    <a:pt x="37" y="59"/>
                  </a:cubicBezTo>
                  <a:cubicBezTo>
                    <a:pt x="0" y="109"/>
                    <a:pt x="0" y="179"/>
                    <a:pt x="37" y="228"/>
                  </a:cubicBezTo>
                  <a:cubicBezTo>
                    <a:pt x="59" y="251"/>
                    <a:pt x="83" y="261"/>
                    <a:pt x="109" y="261"/>
                  </a:cubicBezTo>
                  <a:cubicBezTo>
                    <a:pt x="143" y="261"/>
                    <a:pt x="178" y="243"/>
                    <a:pt x="207" y="212"/>
                  </a:cubicBezTo>
                  <a:cubicBezTo>
                    <a:pt x="244" y="162"/>
                    <a:pt x="244" y="76"/>
                    <a:pt x="190" y="22"/>
                  </a:cubicBezTo>
                  <a:cubicBezTo>
                    <a:pt x="177" y="9"/>
                    <a:pt x="157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3"/>
            <p:cNvSpPr/>
            <p:nvPr/>
          </p:nvSpPr>
          <p:spPr>
            <a:xfrm>
              <a:off x="3895150" y="27918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4" y="1"/>
                  </a:moveTo>
                  <a:cubicBezTo>
                    <a:pt x="119" y="1"/>
                    <a:pt x="101" y="5"/>
                    <a:pt x="83" y="13"/>
                  </a:cubicBezTo>
                  <a:cubicBezTo>
                    <a:pt x="33" y="30"/>
                    <a:pt x="0" y="116"/>
                    <a:pt x="17" y="186"/>
                  </a:cubicBezTo>
                  <a:cubicBezTo>
                    <a:pt x="31" y="228"/>
                    <a:pt x="67" y="261"/>
                    <a:pt x="120" y="261"/>
                  </a:cubicBezTo>
                  <a:cubicBezTo>
                    <a:pt x="130" y="261"/>
                    <a:pt x="141" y="259"/>
                    <a:pt x="153" y="257"/>
                  </a:cubicBezTo>
                  <a:cubicBezTo>
                    <a:pt x="206" y="219"/>
                    <a:pt x="239" y="153"/>
                    <a:pt x="223" y="83"/>
                  </a:cubicBezTo>
                  <a:cubicBezTo>
                    <a:pt x="223" y="67"/>
                    <a:pt x="223" y="50"/>
                    <a:pt x="206" y="30"/>
                  </a:cubicBezTo>
                  <a:cubicBezTo>
                    <a:pt x="186" y="30"/>
                    <a:pt x="186" y="13"/>
                    <a:pt x="169" y="13"/>
                  </a:cubicBezTo>
                  <a:cubicBezTo>
                    <a:pt x="161" y="5"/>
                    <a:pt x="149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3"/>
            <p:cNvSpPr/>
            <p:nvPr/>
          </p:nvSpPr>
          <p:spPr>
            <a:xfrm>
              <a:off x="3900700" y="2827475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29" y="0"/>
                  </a:moveTo>
                  <a:cubicBezTo>
                    <a:pt x="116" y="0"/>
                    <a:pt x="104" y="5"/>
                    <a:pt x="88" y="13"/>
                  </a:cubicBezTo>
                  <a:cubicBezTo>
                    <a:pt x="50" y="29"/>
                    <a:pt x="34" y="46"/>
                    <a:pt x="17" y="83"/>
                  </a:cubicBezTo>
                  <a:cubicBezTo>
                    <a:pt x="1" y="116"/>
                    <a:pt x="1" y="149"/>
                    <a:pt x="1" y="169"/>
                  </a:cubicBezTo>
                  <a:cubicBezTo>
                    <a:pt x="17" y="202"/>
                    <a:pt x="34" y="235"/>
                    <a:pt x="67" y="252"/>
                  </a:cubicBezTo>
                  <a:lnTo>
                    <a:pt x="154" y="252"/>
                  </a:lnTo>
                  <a:cubicBezTo>
                    <a:pt x="207" y="219"/>
                    <a:pt x="240" y="149"/>
                    <a:pt x="224" y="83"/>
                  </a:cubicBezTo>
                  <a:cubicBezTo>
                    <a:pt x="224" y="66"/>
                    <a:pt x="207" y="46"/>
                    <a:pt x="191" y="29"/>
                  </a:cubicBezTo>
                  <a:cubicBezTo>
                    <a:pt x="191" y="29"/>
                    <a:pt x="191" y="13"/>
                    <a:pt x="170" y="13"/>
                  </a:cubicBezTo>
                  <a:cubicBezTo>
                    <a:pt x="154" y="5"/>
                    <a:pt x="141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3"/>
            <p:cNvSpPr/>
            <p:nvPr/>
          </p:nvSpPr>
          <p:spPr>
            <a:xfrm>
              <a:off x="4212925" y="27573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20" y="1"/>
                  </a:moveTo>
                  <a:cubicBezTo>
                    <a:pt x="70" y="1"/>
                    <a:pt x="17" y="50"/>
                    <a:pt x="0" y="104"/>
                  </a:cubicBezTo>
                  <a:cubicBezTo>
                    <a:pt x="0" y="137"/>
                    <a:pt x="0" y="170"/>
                    <a:pt x="17" y="207"/>
                  </a:cubicBezTo>
                  <a:cubicBezTo>
                    <a:pt x="33" y="224"/>
                    <a:pt x="50" y="240"/>
                    <a:pt x="87" y="256"/>
                  </a:cubicBezTo>
                  <a:cubicBezTo>
                    <a:pt x="136" y="256"/>
                    <a:pt x="206" y="207"/>
                    <a:pt x="223" y="137"/>
                  </a:cubicBezTo>
                  <a:lnTo>
                    <a:pt x="223" y="104"/>
                  </a:lnTo>
                  <a:cubicBezTo>
                    <a:pt x="223" y="67"/>
                    <a:pt x="206" y="50"/>
                    <a:pt x="190" y="17"/>
                  </a:cubicBezTo>
                  <a:cubicBezTo>
                    <a:pt x="173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3"/>
            <p:cNvSpPr/>
            <p:nvPr/>
          </p:nvSpPr>
          <p:spPr>
            <a:xfrm>
              <a:off x="3885250" y="28063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37" y="0"/>
                  </a:moveTo>
                  <a:cubicBezTo>
                    <a:pt x="104" y="0"/>
                    <a:pt x="87" y="17"/>
                    <a:pt x="50" y="33"/>
                  </a:cubicBezTo>
                  <a:cubicBezTo>
                    <a:pt x="34" y="50"/>
                    <a:pt x="17" y="87"/>
                    <a:pt x="1" y="120"/>
                  </a:cubicBezTo>
                  <a:cubicBezTo>
                    <a:pt x="1" y="153"/>
                    <a:pt x="1" y="190"/>
                    <a:pt x="17" y="206"/>
                  </a:cubicBezTo>
                  <a:cubicBezTo>
                    <a:pt x="34" y="239"/>
                    <a:pt x="50" y="256"/>
                    <a:pt x="87" y="256"/>
                  </a:cubicBezTo>
                  <a:cubicBezTo>
                    <a:pt x="94" y="258"/>
                    <a:pt x="100" y="259"/>
                    <a:pt x="107" y="259"/>
                  </a:cubicBezTo>
                  <a:cubicBezTo>
                    <a:pt x="154" y="259"/>
                    <a:pt x="209" y="214"/>
                    <a:pt x="223" y="153"/>
                  </a:cubicBezTo>
                  <a:cubicBezTo>
                    <a:pt x="223" y="120"/>
                    <a:pt x="223" y="87"/>
                    <a:pt x="207" y="50"/>
                  </a:cubicBezTo>
                  <a:lnTo>
                    <a:pt x="190" y="33"/>
                  </a:lnTo>
                  <a:cubicBezTo>
                    <a:pt x="170" y="17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3"/>
            <p:cNvSpPr/>
            <p:nvPr/>
          </p:nvSpPr>
          <p:spPr>
            <a:xfrm>
              <a:off x="3899775" y="281007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1" y="1"/>
                  </a:moveTo>
                  <a:cubicBezTo>
                    <a:pt x="72" y="1"/>
                    <a:pt x="19" y="49"/>
                    <a:pt x="1" y="107"/>
                  </a:cubicBezTo>
                  <a:cubicBezTo>
                    <a:pt x="1" y="144"/>
                    <a:pt x="1" y="193"/>
                    <a:pt x="21" y="210"/>
                  </a:cubicBezTo>
                  <a:cubicBezTo>
                    <a:pt x="38" y="226"/>
                    <a:pt x="71" y="247"/>
                    <a:pt x="87" y="264"/>
                  </a:cubicBezTo>
                  <a:cubicBezTo>
                    <a:pt x="125" y="264"/>
                    <a:pt x="158" y="247"/>
                    <a:pt x="174" y="226"/>
                  </a:cubicBezTo>
                  <a:cubicBezTo>
                    <a:pt x="207" y="210"/>
                    <a:pt x="228" y="177"/>
                    <a:pt x="228" y="144"/>
                  </a:cubicBezTo>
                  <a:cubicBezTo>
                    <a:pt x="244" y="107"/>
                    <a:pt x="228" y="74"/>
                    <a:pt x="207" y="57"/>
                  </a:cubicBezTo>
                  <a:cubicBezTo>
                    <a:pt x="207" y="41"/>
                    <a:pt x="207" y="41"/>
                    <a:pt x="191" y="20"/>
                  </a:cubicBezTo>
                  <a:cubicBezTo>
                    <a:pt x="174" y="4"/>
                    <a:pt x="158" y="4"/>
                    <a:pt x="141" y="4"/>
                  </a:cubicBezTo>
                  <a:cubicBezTo>
                    <a:pt x="134" y="2"/>
                    <a:pt x="128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3"/>
            <p:cNvSpPr/>
            <p:nvPr/>
          </p:nvSpPr>
          <p:spPr>
            <a:xfrm>
              <a:off x="4158400" y="2824625"/>
              <a:ext cx="5575" cy="6250"/>
            </a:xfrm>
            <a:custGeom>
              <a:avLst/>
              <a:gdLst/>
              <a:ahLst/>
              <a:cxnLst/>
              <a:rect l="l" t="t" r="r" b="b"/>
              <a:pathLst>
                <a:path w="223" h="250" extrusionOk="0">
                  <a:moveTo>
                    <a:pt x="111" y="0"/>
                  </a:moveTo>
                  <a:cubicBezTo>
                    <a:pt x="92" y="0"/>
                    <a:pt x="76" y="12"/>
                    <a:pt x="50" y="24"/>
                  </a:cubicBezTo>
                  <a:cubicBezTo>
                    <a:pt x="33" y="40"/>
                    <a:pt x="17" y="77"/>
                    <a:pt x="0" y="110"/>
                  </a:cubicBezTo>
                  <a:cubicBezTo>
                    <a:pt x="0" y="143"/>
                    <a:pt x="0" y="180"/>
                    <a:pt x="17" y="197"/>
                  </a:cubicBezTo>
                  <a:cubicBezTo>
                    <a:pt x="33" y="230"/>
                    <a:pt x="50" y="246"/>
                    <a:pt x="87" y="246"/>
                  </a:cubicBezTo>
                  <a:cubicBezTo>
                    <a:pt x="93" y="249"/>
                    <a:pt x="100" y="250"/>
                    <a:pt x="107" y="250"/>
                  </a:cubicBezTo>
                  <a:cubicBezTo>
                    <a:pt x="154" y="250"/>
                    <a:pt x="209" y="204"/>
                    <a:pt x="223" y="143"/>
                  </a:cubicBezTo>
                  <a:cubicBezTo>
                    <a:pt x="223" y="110"/>
                    <a:pt x="223" y="77"/>
                    <a:pt x="206" y="57"/>
                  </a:cubicBezTo>
                  <a:cubicBezTo>
                    <a:pt x="206" y="40"/>
                    <a:pt x="206" y="40"/>
                    <a:pt x="190" y="24"/>
                  </a:cubicBezTo>
                  <a:cubicBezTo>
                    <a:pt x="169" y="7"/>
                    <a:pt x="153" y="7"/>
                    <a:pt x="136" y="7"/>
                  </a:cubicBezTo>
                  <a:cubicBezTo>
                    <a:pt x="127" y="2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3"/>
            <p:cNvSpPr/>
            <p:nvPr/>
          </p:nvSpPr>
          <p:spPr>
            <a:xfrm>
              <a:off x="4156225" y="27461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0"/>
                  </a:moveTo>
                  <a:cubicBezTo>
                    <a:pt x="87" y="21"/>
                    <a:pt x="50" y="38"/>
                    <a:pt x="34" y="54"/>
                  </a:cubicBezTo>
                  <a:cubicBezTo>
                    <a:pt x="17" y="71"/>
                    <a:pt x="17" y="104"/>
                    <a:pt x="1" y="141"/>
                  </a:cubicBezTo>
                  <a:cubicBezTo>
                    <a:pt x="1" y="174"/>
                    <a:pt x="17" y="207"/>
                    <a:pt x="34" y="227"/>
                  </a:cubicBezTo>
                  <a:cubicBezTo>
                    <a:pt x="56" y="248"/>
                    <a:pt x="80" y="257"/>
                    <a:pt x="104" y="257"/>
                  </a:cubicBezTo>
                  <a:cubicBezTo>
                    <a:pt x="140" y="257"/>
                    <a:pt x="175" y="238"/>
                    <a:pt x="207" y="207"/>
                  </a:cubicBezTo>
                  <a:cubicBezTo>
                    <a:pt x="240" y="157"/>
                    <a:pt x="240" y="71"/>
                    <a:pt x="207" y="38"/>
                  </a:cubicBezTo>
                  <a:cubicBezTo>
                    <a:pt x="174" y="0"/>
                    <a:pt x="137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3"/>
            <p:cNvSpPr/>
            <p:nvPr/>
          </p:nvSpPr>
          <p:spPr>
            <a:xfrm>
              <a:off x="4150675" y="27302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53" y="1"/>
                  </a:moveTo>
                  <a:cubicBezTo>
                    <a:pt x="87" y="1"/>
                    <a:pt x="33" y="54"/>
                    <a:pt x="17" y="120"/>
                  </a:cubicBezTo>
                  <a:cubicBezTo>
                    <a:pt x="0" y="157"/>
                    <a:pt x="0" y="190"/>
                    <a:pt x="17" y="207"/>
                  </a:cubicBezTo>
                  <a:cubicBezTo>
                    <a:pt x="33" y="244"/>
                    <a:pt x="66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9" y="263"/>
                    <a:pt x="223" y="215"/>
                    <a:pt x="223" y="157"/>
                  </a:cubicBezTo>
                  <a:cubicBezTo>
                    <a:pt x="239" y="120"/>
                    <a:pt x="239" y="87"/>
                    <a:pt x="223" y="54"/>
                  </a:cubicBezTo>
                  <a:cubicBezTo>
                    <a:pt x="206" y="54"/>
                    <a:pt x="206" y="38"/>
                    <a:pt x="206" y="38"/>
                  </a:cubicBezTo>
                  <a:cubicBezTo>
                    <a:pt x="190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3"/>
            <p:cNvSpPr/>
            <p:nvPr/>
          </p:nvSpPr>
          <p:spPr>
            <a:xfrm>
              <a:off x="4157975" y="27629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83" y="1"/>
                    <a:pt x="34" y="50"/>
                    <a:pt x="17" y="120"/>
                  </a:cubicBezTo>
                  <a:cubicBezTo>
                    <a:pt x="1" y="153"/>
                    <a:pt x="17" y="190"/>
                    <a:pt x="34" y="207"/>
                  </a:cubicBezTo>
                  <a:cubicBezTo>
                    <a:pt x="34" y="240"/>
                    <a:pt x="67" y="256"/>
                    <a:pt x="104" y="256"/>
                  </a:cubicBezTo>
                  <a:cubicBezTo>
                    <a:pt x="111" y="259"/>
                    <a:pt x="119" y="261"/>
                    <a:pt x="127" y="261"/>
                  </a:cubicBezTo>
                  <a:cubicBezTo>
                    <a:pt x="173" y="261"/>
                    <a:pt x="226" y="213"/>
                    <a:pt x="240" y="153"/>
                  </a:cubicBezTo>
                  <a:cubicBezTo>
                    <a:pt x="240" y="120"/>
                    <a:pt x="240" y="87"/>
                    <a:pt x="223" y="50"/>
                  </a:cubicBezTo>
                  <a:lnTo>
                    <a:pt x="207" y="33"/>
                  </a:lnTo>
                  <a:cubicBezTo>
                    <a:pt x="186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3"/>
            <p:cNvSpPr/>
            <p:nvPr/>
          </p:nvSpPr>
          <p:spPr>
            <a:xfrm>
              <a:off x="4163950" y="2730550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44" y="1"/>
                  </a:moveTo>
                  <a:cubicBezTo>
                    <a:pt x="114" y="1"/>
                    <a:pt x="80" y="14"/>
                    <a:pt x="50" y="43"/>
                  </a:cubicBezTo>
                  <a:cubicBezTo>
                    <a:pt x="1" y="109"/>
                    <a:pt x="17" y="179"/>
                    <a:pt x="50" y="233"/>
                  </a:cubicBezTo>
                  <a:cubicBezTo>
                    <a:pt x="71" y="249"/>
                    <a:pt x="87" y="249"/>
                    <a:pt x="104" y="249"/>
                  </a:cubicBezTo>
                  <a:cubicBezTo>
                    <a:pt x="113" y="254"/>
                    <a:pt x="123" y="256"/>
                    <a:pt x="133" y="256"/>
                  </a:cubicBezTo>
                  <a:cubicBezTo>
                    <a:pt x="163" y="256"/>
                    <a:pt x="195" y="240"/>
                    <a:pt x="207" y="212"/>
                  </a:cubicBezTo>
                  <a:cubicBezTo>
                    <a:pt x="240" y="163"/>
                    <a:pt x="256" y="109"/>
                    <a:pt x="240" y="76"/>
                  </a:cubicBezTo>
                  <a:cubicBezTo>
                    <a:pt x="240" y="60"/>
                    <a:pt x="224" y="43"/>
                    <a:pt x="207" y="27"/>
                  </a:cubicBezTo>
                  <a:cubicBezTo>
                    <a:pt x="192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3"/>
            <p:cNvSpPr/>
            <p:nvPr/>
          </p:nvSpPr>
          <p:spPr>
            <a:xfrm>
              <a:off x="4190975" y="27203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124" y="1"/>
                    <a:pt x="87" y="1"/>
                    <a:pt x="54" y="21"/>
                  </a:cubicBezTo>
                  <a:cubicBezTo>
                    <a:pt x="37" y="38"/>
                    <a:pt x="21" y="71"/>
                    <a:pt x="0" y="104"/>
                  </a:cubicBezTo>
                  <a:cubicBezTo>
                    <a:pt x="0" y="141"/>
                    <a:pt x="0" y="174"/>
                    <a:pt x="21" y="207"/>
                  </a:cubicBezTo>
                  <a:cubicBezTo>
                    <a:pt x="37" y="228"/>
                    <a:pt x="54" y="244"/>
                    <a:pt x="87" y="260"/>
                  </a:cubicBezTo>
                  <a:cubicBezTo>
                    <a:pt x="157" y="260"/>
                    <a:pt x="206" y="207"/>
                    <a:pt x="227" y="141"/>
                  </a:cubicBezTo>
                  <a:cubicBezTo>
                    <a:pt x="243" y="104"/>
                    <a:pt x="227" y="71"/>
                    <a:pt x="206" y="54"/>
                  </a:cubicBezTo>
                  <a:cubicBezTo>
                    <a:pt x="206" y="38"/>
                    <a:pt x="206" y="38"/>
                    <a:pt x="190" y="21"/>
                  </a:cubicBezTo>
                  <a:cubicBezTo>
                    <a:pt x="190" y="21"/>
                    <a:pt x="173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3"/>
            <p:cNvSpPr/>
            <p:nvPr/>
          </p:nvSpPr>
          <p:spPr>
            <a:xfrm>
              <a:off x="4162200" y="27157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0"/>
                  </a:moveTo>
                  <a:cubicBezTo>
                    <a:pt x="120" y="0"/>
                    <a:pt x="87" y="17"/>
                    <a:pt x="54" y="33"/>
                  </a:cubicBezTo>
                  <a:cubicBezTo>
                    <a:pt x="38" y="50"/>
                    <a:pt x="17" y="83"/>
                    <a:pt x="1" y="120"/>
                  </a:cubicBezTo>
                  <a:cubicBezTo>
                    <a:pt x="1" y="153"/>
                    <a:pt x="1" y="186"/>
                    <a:pt x="17" y="206"/>
                  </a:cubicBezTo>
                  <a:cubicBezTo>
                    <a:pt x="38" y="239"/>
                    <a:pt x="54" y="256"/>
                    <a:pt x="87" y="256"/>
                  </a:cubicBezTo>
                  <a:cubicBezTo>
                    <a:pt x="97" y="258"/>
                    <a:pt x="105" y="259"/>
                    <a:pt x="114" y="259"/>
                  </a:cubicBezTo>
                  <a:cubicBezTo>
                    <a:pt x="170" y="259"/>
                    <a:pt x="209" y="214"/>
                    <a:pt x="223" y="153"/>
                  </a:cubicBezTo>
                  <a:cubicBezTo>
                    <a:pt x="223" y="120"/>
                    <a:pt x="223" y="83"/>
                    <a:pt x="207" y="50"/>
                  </a:cubicBezTo>
                  <a:cubicBezTo>
                    <a:pt x="207" y="50"/>
                    <a:pt x="207" y="33"/>
                    <a:pt x="190" y="33"/>
                  </a:cubicBezTo>
                  <a:cubicBezTo>
                    <a:pt x="174" y="17"/>
                    <a:pt x="157" y="17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3"/>
            <p:cNvSpPr/>
            <p:nvPr/>
          </p:nvSpPr>
          <p:spPr>
            <a:xfrm>
              <a:off x="4148075" y="2839425"/>
              <a:ext cx="5600" cy="6075"/>
            </a:xfrm>
            <a:custGeom>
              <a:avLst/>
              <a:gdLst/>
              <a:ahLst/>
              <a:cxnLst/>
              <a:rect l="l" t="t" r="r" b="b"/>
              <a:pathLst>
                <a:path w="224" h="243" extrusionOk="0">
                  <a:moveTo>
                    <a:pt x="121" y="1"/>
                  </a:moveTo>
                  <a:cubicBezTo>
                    <a:pt x="67" y="1"/>
                    <a:pt x="17" y="34"/>
                    <a:pt x="1" y="104"/>
                  </a:cubicBezTo>
                  <a:cubicBezTo>
                    <a:pt x="1" y="137"/>
                    <a:pt x="1" y="170"/>
                    <a:pt x="17" y="186"/>
                  </a:cubicBezTo>
                  <a:cubicBezTo>
                    <a:pt x="34" y="223"/>
                    <a:pt x="50" y="240"/>
                    <a:pt x="88" y="240"/>
                  </a:cubicBezTo>
                  <a:cubicBezTo>
                    <a:pt x="94" y="242"/>
                    <a:pt x="101" y="243"/>
                    <a:pt x="108" y="243"/>
                  </a:cubicBezTo>
                  <a:cubicBezTo>
                    <a:pt x="154" y="243"/>
                    <a:pt x="209" y="198"/>
                    <a:pt x="224" y="137"/>
                  </a:cubicBezTo>
                  <a:lnTo>
                    <a:pt x="224" y="104"/>
                  </a:lnTo>
                  <a:cubicBezTo>
                    <a:pt x="224" y="67"/>
                    <a:pt x="207" y="34"/>
                    <a:pt x="191" y="17"/>
                  </a:cubicBezTo>
                  <a:cubicBezTo>
                    <a:pt x="170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3"/>
            <p:cNvSpPr/>
            <p:nvPr/>
          </p:nvSpPr>
          <p:spPr>
            <a:xfrm>
              <a:off x="4140775" y="28047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9" y="0"/>
                  </a:moveTo>
                  <a:cubicBezTo>
                    <a:pt x="124" y="0"/>
                    <a:pt x="112" y="4"/>
                    <a:pt x="103" y="13"/>
                  </a:cubicBezTo>
                  <a:cubicBezTo>
                    <a:pt x="33" y="50"/>
                    <a:pt x="0" y="116"/>
                    <a:pt x="17" y="186"/>
                  </a:cubicBezTo>
                  <a:cubicBezTo>
                    <a:pt x="33" y="219"/>
                    <a:pt x="50" y="235"/>
                    <a:pt x="70" y="256"/>
                  </a:cubicBezTo>
                  <a:cubicBezTo>
                    <a:pt x="87" y="264"/>
                    <a:pt x="99" y="268"/>
                    <a:pt x="112" y="268"/>
                  </a:cubicBezTo>
                  <a:cubicBezTo>
                    <a:pt x="124" y="268"/>
                    <a:pt x="136" y="264"/>
                    <a:pt x="153" y="256"/>
                  </a:cubicBezTo>
                  <a:cubicBezTo>
                    <a:pt x="190" y="235"/>
                    <a:pt x="206" y="219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6"/>
                    <a:pt x="223" y="50"/>
                    <a:pt x="206" y="29"/>
                  </a:cubicBezTo>
                  <a:lnTo>
                    <a:pt x="190" y="13"/>
                  </a:lnTo>
                  <a:cubicBezTo>
                    <a:pt x="171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3"/>
            <p:cNvSpPr/>
            <p:nvPr/>
          </p:nvSpPr>
          <p:spPr>
            <a:xfrm>
              <a:off x="4143350" y="271532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3" y="1"/>
                  </a:moveTo>
                  <a:cubicBezTo>
                    <a:pt x="99" y="1"/>
                    <a:pt x="64" y="19"/>
                    <a:pt x="33" y="50"/>
                  </a:cubicBezTo>
                  <a:cubicBezTo>
                    <a:pt x="0" y="100"/>
                    <a:pt x="0" y="186"/>
                    <a:pt x="50" y="223"/>
                  </a:cubicBezTo>
                  <a:cubicBezTo>
                    <a:pt x="65" y="244"/>
                    <a:pt x="85" y="253"/>
                    <a:pt x="107" y="253"/>
                  </a:cubicBezTo>
                  <a:cubicBezTo>
                    <a:pt x="139" y="253"/>
                    <a:pt x="175" y="234"/>
                    <a:pt x="206" y="203"/>
                  </a:cubicBezTo>
                  <a:cubicBezTo>
                    <a:pt x="239" y="153"/>
                    <a:pt x="239" y="67"/>
                    <a:pt x="206" y="34"/>
                  </a:cubicBezTo>
                  <a:cubicBezTo>
                    <a:pt x="184" y="11"/>
                    <a:pt x="159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3"/>
            <p:cNvSpPr/>
            <p:nvPr/>
          </p:nvSpPr>
          <p:spPr>
            <a:xfrm>
              <a:off x="4140775" y="2695950"/>
              <a:ext cx="6400" cy="6325"/>
            </a:xfrm>
            <a:custGeom>
              <a:avLst/>
              <a:gdLst/>
              <a:ahLst/>
              <a:cxnLst/>
              <a:rect l="l" t="t" r="r" b="b"/>
              <a:pathLst>
                <a:path w="256" h="253" extrusionOk="0">
                  <a:moveTo>
                    <a:pt x="103" y="1"/>
                  </a:moveTo>
                  <a:cubicBezTo>
                    <a:pt x="33" y="34"/>
                    <a:pt x="0" y="104"/>
                    <a:pt x="17" y="174"/>
                  </a:cubicBezTo>
                  <a:cubicBezTo>
                    <a:pt x="33" y="207"/>
                    <a:pt x="50" y="223"/>
                    <a:pt x="70" y="240"/>
                  </a:cubicBezTo>
                  <a:cubicBezTo>
                    <a:pt x="87" y="248"/>
                    <a:pt x="103" y="252"/>
                    <a:pt x="118" y="252"/>
                  </a:cubicBezTo>
                  <a:cubicBezTo>
                    <a:pt x="132" y="252"/>
                    <a:pt x="145" y="248"/>
                    <a:pt x="153" y="240"/>
                  </a:cubicBezTo>
                  <a:cubicBezTo>
                    <a:pt x="223" y="223"/>
                    <a:pt x="256" y="137"/>
                    <a:pt x="239" y="87"/>
                  </a:cubicBezTo>
                  <a:cubicBezTo>
                    <a:pt x="239" y="50"/>
                    <a:pt x="223" y="34"/>
                    <a:pt x="206" y="17"/>
                  </a:cubicBezTo>
                  <a:cubicBezTo>
                    <a:pt x="206" y="17"/>
                    <a:pt x="190" y="17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3"/>
            <p:cNvSpPr/>
            <p:nvPr/>
          </p:nvSpPr>
          <p:spPr>
            <a:xfrm>
              <a:off x="4139025" y="2741000"/>
              <a:ext cx="6500" cy="6425"/>
            </a:xfrm>
            <a:custGeom>
              <a:avLst/>
              <a:gdLst/>
              <a:ahLst/>
              <a:cxnLst/>
              <a:rect l="l" t="t" r="r" b="b"/>
              <a:pathLst>
                <a:path w="260" h="257" extrusionOk="0">
                  <a:moveTo>
                    <a:pt x="103" y="0"/>
                  </a:moveTo>
                  <a:cubicBezTo>
                    <a:pt x="37" y="37"/>
                    <a:pt x="0" y="103"/>
                    <a:pt x="17" y="173"/>
                  </a:cubicBezTo>
                  <a:cubicBezTo>
                    <a:pt x="32" y="225"/>
                    <a:pt x="71" y="256"/>
                    <a:pt x="113" y="256"/>
                  </a:cubicBezTo>
                  <a:cubicBezTo>
                    <a:pt x="127" y="256"/>
                    <a:pt x="143" y="252"/>
                    <a:pt x="157" y="244"/>
                  </a:cubicBezTo>
                  <a:cubicBezTo>
                    <a:pt x="223" y="227"/>
                    <a:pt x="260" y="141"/>
                    <a:pt x="243" y="70"/>
                  </a:cubicBezTo>
                  <a:cubicBezTo>
                    <a:pt x="223" y="54"/>
                    <a:pt x="223" y="37"/>
                    <a:pt x="206" y="21"/>
                  </a:cubicBezTo>
                  <a:cubicBezTo>
                    <a:pt x="206" y="21"/>
                    <a:pt x="190" y="21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3"/>
            <p:cNvSpPr/>
            <p:nvPr/>
          </p:nvSpPr>
          <p:spPr>
            <a:xfrm>
              <a:off x="4144575" y="2776350"/>
              <a:ext cx="6125" cy="6725"/>
            </a:xfrm>
            <a:custGeom>
              <a:avLst/>
              <a:gdLst/>
              <a:ahLst/>
              <a:cxnLst/>
              <a:rect l="l" t="t" r="r" b="b"/>
              <a:pathLst>
                <a:path w="245" h="269" extrusionOk="0">
                  <a:moveTo>
                    <a:pt x="138" y="0"/>
                  </a:moveTo>
                  <a:cubicBezTo>
                    <a:pt x="123" y="0"/>
                    <a:pt x="106" y="5"/>
                    <a:pt x="87" y="13"/>
                  </a:cubicBezTo>
                  <a:cubicBezTo>
                    <a:pt x="71" y="29"/>
                    <a:pt x="38" y="50"/>
                    <a:pt x="21" y="83"/>
                  </a:cubicBezTo>
                  <a:cubicBezTo>
                    <a:pt x="1" y="116"/>
                    <a:pt x="1" y="153"/>
                    <a:pt x="21" y="186"/>
                  </a:cubicBezTo>
                  <a:cubicBezTo>
                    <a:pt x="21" y="219"/>
                    <a:pt x="38" y="235"/>
                    <a:pt x="71" y="256"/>
                  </a:cubicBezTo>
                  <a:cubicBezTo>
                    <a:pt x="79" y="264"/>
                    <a:pt x="93" y="268"/>
                    <a:pt x="108" y="268"/>
                  </a:cubicBezTo>
                  <a:cubicBezTo>
                    <a:pt x="123" y="268"/>
                    <a:pt x="141" y="264"/>
                    <a:pt x="157" y="256"/>
                  </a:cubicBezTo>
                  <a:cubicBezTo>
                    <a:pt x="207" y="235"/>
                    <a:pt x="244" y="153"/>
                    <a:pt x="228" y="83"/>
                  </a:cubicBezTo>
                  <a:cubicBezTo>
                    <a:pt x="228" y="66"/>
                    <a:pt x="228" y="50"/>
                    <a:pt x="207" y="29"/>
                  </a:cubicBezTo>
                  <a:cubicBezTo>
                    <a:pt x="190" y="29"/>
                    <a:pt x="190" y="29"/>
                    <a:pt x="174" y="13"/>
                  </a:cubicBezTo>
                  <a:cubicBezTo>
                    <a:pt x="166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3"/>
            <p:cNvSpPr/>
            <p:nvPr/>
          </p:nvSpPr>
          <p:spPr>
            <a:xfrm>
              <a:off x="4143750" y="2759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7" y="1"/>
                  </a:moveTo>
                  <a:cubicBezTo>
                    <a:pt x="87" y="1"/>
                    <a:pt x="34" y="38"/>
                    <a:pt x="17" y="104"/>
                  </a:cubicBezTo>
                  <a:cubicBezTo>
                    <a:pt x="1" y="158"/>
                    <a:pt x="17" y="190"/>
                    <a:pt x="34" y="228"/>
                  </a:cubicBezTo>
                  <a:cubicBezTo>
                    <a:pt x="54" y="244"/>
                    <a:pt x="71" y="261"/>
                    <a:pt x="87" y="261"/>
                  </a:cubicBezTo>
                  <a:cubicBezTo>
                    <a:pt x="120" y="261"/>
                    <a:pt x="157" y="261"/>
                    <a:pt x="174" y="244"/>
                  </a:cubicBezTo>
                  <a:cubicBezTo>
                    <a:pt x="207" y="207"/>
                    <a:pt x="223" y="190"/>
                    <a:pt x="223" y="158"/>
                  </a:cubicBezTo>
                  <a:cubicBezTo>
                    <a:pt x="240" y="125"/>
                    <a:pt x="240" y="87"/>
                    <a:pt x="223" y="54"/>
                  </a:cubicBezTo>
                  <a:cubicBezTo>
                    <a:pt x="207" y="54"/>
                    <a:pt x="207" y="38"/>
                    <a:pt x="207" y="38"/>
                  </a:cubicBezTo>
                  <a:lnTo>
                    <a:pt x="190" y="21"/>
                  </a:lnTo>
                  <a:cubicBezTo>
                    <a:pt x="174" y="21"/>
                    <a:pt x="15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3"/>
            <p:cNvSpPr/>
            <p:nvPr/>
          </p:nvSpPr>
          <p:spPr>
            <a:xfrm>
              <a:off x="4163950" y="2839950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40" y="0"/>
                  </a:moveTo>
                  <a:cubicBezTo>
                    <a:pt x="125" y="0"/>
                    <a:pt x="112" y="4"/>
                    <a:pt x="104" y="13"/>
                  </a:cubicBezTo>
                  <a:cubicBezTo>
                    <a:pt x="34" y="29"/>
                    <a:pt x="1" y="116"/>
                    <a:pt x="17" y="165"/>
                  </a:cubicBezTo>
                  <a:cubicBezTo>
                    <a:pt x="17" y="202"/>
                    <a:pt x="50" y="235"/>
                    <a:pt x="71" y="235"/>
                  </a:cubicBezTo>
                  <a:cubicBezTo>
                    <a:pt x="104" y="252"/>
                    <a:pt x="120" y="252"/>
                    <a:pt x="153" y="252"/>
                  </a:cubicBezTo>
                  <a:cubicBezTo>
                    <a:pt x="191" y="235"/>
                    <a:pt x="207" y="202"/>
                    <a:pt x="224" y="186"/>
                  </a:cubicBezTo>
                  <a:cubicBezTo>
                    <a:pt x="240" y="149"/>
                    <a:pt x="240" y="116"/>
                    <a:pt x="240" y="83"/>
                  </a:cubicBezTo>
                  <a:cubicBezTo>
                    <a:pt x="224" y="62"/>
                    <a:pt x="224" y="46"/>
                    <a:pt x="207" y="29"/>
                  </a:cubicBezTo>
                  <a:cubicBezTo>
                    <a:pt x="207" y="13"/>
                    <a:pt x="191" y="13"/>
                    <a:pt x="191" y="13"/>
                  </a:cubicBezTo>
                  <a:cubicBezTo>
                    <a:pt x="172" y="4"/>
                    <a:pt x="154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3"/>
            <p:cNvSpPr/>
            <p:nvPr/>
          </p:nvSpPr>
          <p:spPr>
            <a:xfrm>
              <a:off x="4143350" y="28212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5" y="1"/>
                  </a:moveTo>
                  <a:cubicBezTo>
                    <a:pt x="72" y="1"/>
                    <a:pt x="31" y="48"/>
                    <a:pt x="17" y="108"/>
                  </a:cubicBezTo>
                  <a:cubicBezTo>
                    <a:pt x="0" y="141"/>
                    <a:pt x="17" y="174"/>
                    <a:pt x="33" y="211"/>
                  </a:cubicBezTo>
                  <a:cubicBezTo>
                    <a:pt x="50" y="228"/>
                    <a:pt x="70" y="244"/>
                    <a:pt x="103" y="261"/>
                  </a:cubicBezTo>
                  <a:cubicBezTo>
                    <a:pt x="153" y="261"/>
                    <a:pt x="223" y="211"/>
                    <a:pt x="239" y="141"/>
                  </a:cubicBezTo>
                  <a:cubicBezTo>
                    <a:pt x="239" y="108"/>
                    <a:pt x="239" y="71"/>
                    <a:pt x="223" y="55"/>
                  </a:cubicBezTo>
                  <a:cubicBezTo>
                    <a:pt x="223" y="38"/>
                    <a:pt x="206" y="38"/>
                    <a:pt x="206" y="22"/>
                  </a:cubicBezTo>
                  <a:cubicBezTo>
                    <a:pt x="190" y="5"/>
                    <a:pt x="173" y="5"/>
                    <a:pt x="153" y="5"/>
                  </a:cubicBezTo>
                  <a:cubicBezTo>
                    <a:pt x="143" y="2"/>
                    <a:pt x="134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3"/>
            <p:cNvSpPr/>
            <p:nvPr/>
          </p:nvSpPr>
          <p:spPr>
            <a:xfrm>
              <a:off x="4186750" y="2765850"/>
              <a:ext cx="5575" cy="6200"/>
            </a:xfrm>
            <a:custGeom>
              <a:avLst/>
              <a:gdLst/>
              <a:ahLst/>
              <a:cxnLst/>
              <a:rect l="l" t="t" r="r" b="b"/>
              <a:pathLst>
                <a:path w="223" h="248" extrusionOk="0">
                  <a:moveTo>
                    <a:pt x="110" y="1"/>
                  </a:moveTo>
                  <a:cubicBezTo>
                    <a:pt x="54" y="1"/>
                    <a:pt x="14" y="46"/>
                    <a:pt x="0" y="107"/>
                  </a:cubicBezTo>
                  <a:cubicBezTo>
                    <a:pt x="0" y="140"/>
                    <a:pt x="0" y="177"/>
                    <a:pt x="17" y="194"/>
                  </a:cubicBezTo>
                  <a:cubicBezTo>
                    <a:pt x="33" y="227"/>
                    <a:pt x="50" y="243"/>
                    <a:pt x="87" y="243"/>
                  </a:cubicBezTo>
                  <a:cubicBezTo>
                    <a:pt x="94" y="246"/>
                    <a:pt x="102" y="248"/>
                    <a:pt x="110" y="248"/>
                  </a:cubicBezTo>
                  <a:cubicBezTo>
                    <a:pt x="156" y="248"/>
                    <a:pt x="209" y="200"/>
                    <a:pt x="223" y="140"/>
                  </a:cubicBezTo>
                  <a:cubicBezTo>
                    <a:pt x="223" y="107"/>
                    <a:pt x="223" y="74"/>
                    <a:pt x="206" y="58"/>
                  </a:cubicBezTo>
                  <a:cubicBezTo>
                    <a:pt x="206" y="37"/>
                    <a:pt x="190" y="37"/>
                    <a:pt x="190" y="21"/>
                  </a:cubicBezTo>
                  <a:cubicBezTo>
                    <a:pt x="169" y="4"/>
                    <a:pt x="153" y="4"/>
                    <a:pt x="136" y="4"/>
                  </a:cubicBezTo>
                  <a:cubicBezTo>
                    <a:pt x="127" y="2"/>
                    <a:pt x="118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3"/>
            <p:cNvSpPr/>
            <p:nvPr/>
          </p:nvSpPr>
          <p:spPr>
            <a:xfrm>
              <a:off x="4178600" y="2733400"/>
              <a:ext cx="6400" cy="6375"/>
            </a:xfrm>
            <a:custGeom>
              <a:avLst/>
              <a:gdLst/>
              <a:ahLst/>
              <a:cxnLst/>
              <a:rect l="l" t="t" r="r" b="b"/>
              <a:pathLst>
                <a:path w="256" h="255" extrusionOk="0">
                  <a:moveTo>
                    <a:pt x="145" y="0"/>
                  </a:moveTo>
                  <a:cubicBezTo>
                    <a:pt x="132" y="0"/>
                    <a:pt x="120" y="5"/>
                    <a:pt x="103" y="16"/>
                  </a:cubicBezTo>
                  <a:cubicBezTo>
                    <a:pt x="33" y="32"/>
                    <a:pt x="0" y="119"/>
                    <a:pt x="17" y="185"/>
                  </a:cubicBezTo>
                  <a:cubicBezTo>
                    <a:pt x="33" y="201"/>
                    <a:pt x="50" y="238"/>
                    <a:pt x="66" y="255"/>
                  </a:cubicBezTo>
                  <a:lnTo>
                    <a:pt x="153" y="255"/>
                  </a:lnTo>
                  <a:cubicBezTo>
                    <a:pt x="186" y="238"/>
                    <a:pt x="223" y="222"/>
                    <a:pt x="223" y="185"/>
                  </a:cubicBezTo>
                  <a:cubicBezTo>
                    <a:pt x="239" y="152"/>
                    <a:pt x="256" y="119"/>
                    <a:pt x="239" y="82"/>
                  </a:cubicBezTo>
                  <a:cubicBezTo>
                    <a:pt x="239" y="65"/>
                    <a:pt x="223" y="49"/>
                    <a:pt x="206" y="32"/>
                  </a:cubicBezTo>
                  <a:lnTo>
                    <a:pt x="186" y="16"/>
                  </a:lnTo>
                  <a:cubicBezTo>
                    <a:pt x="169" y="5"/>
                    <a:pt x="157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3"/>
            <p:cNvSpPr/>
            <p:nvPr/>
          </p:nvSpPr>
          <p:spPr>
            <a:xfrm>
              <a:off x="4184575" y="27047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0" y="1"/>
                  </a:moveTo>
                  <a:cubicBezTo>
                    <a:pt x="99" y="1"/>
                    <a:pt x="70" y="14"/>
                    <a:pt x="50" y="43"/>
                  </a:cubicBezTo>
                  <a:cubicBezTo>
                    <a:pt x="0" y="109"/>
                    <a:pt x="0" y="179"/>
                    <a:pt x="50" y="233"/>
                  </a:cubicBezTo>
                  <a:cubicBezTo>
                    <a:pt x="50" y="233"/>
                    <a:pt x="71" y="250"/>
                    <a:pt x="87" y="250"/>
                  </a:cubicBezTo>
                  <a:cubicBezTo>
                    <a:pt x="100" y="254"/>
                    <a:pt x="112" y="256"/>
                    <a:pt x="124" y="256"/>
                  </a:cubicBezTo>
                  <a:cubicBezTo>
                    <a:pt x="156" y="256"/>
                    <a:pt x="182" y="240"/>
                    <a:pt x="207" y="212"/>
                  </a:cubicBezTo>
                  <a:cubicBezTo>
                    <a:pt x="240" y="163"/>
                    <a:pt x="240" y="109"/>
                    <a:pt x="240" y="76"/>
                  </a:cubicBezTo>
                  <a:cubicBezTo>
                    <a:pt x="223" y="60"/>
                    <a:pt x="223" y="43"/>
                    <a:pt x="207" y="27"/>
                  </a:cubicBezTo>
                  <a:cubicBezTo>
                    <a:pt x="182" y="10"/>
                    <a:pt x="155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3"/>
            <p:cNvSpPr/>
            <p:nvPr/>
          </p:nvSpPr>
          <p:spPr>
            <a:xfrm>
              <a:off x="4173850" y="27788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53" y="0"/>
                  </a:moveTo>
                  <a:cubicBezTo>
                    <a:pt x="87" y="0"/>
                    <a:pt x="17" y="54"/>
                    <a:pt x="17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34" y="240"/>
                    <a:pt x="67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6" y="263"/>
                    <a:pt x="209" y="215"/>
                    <a:pt x="223" y="157"/>
                  </a:cubicBezTo>
                  <a:cubicBezTo>
                    <a:pt x="240" y="120"/>
                    <a:pt x="223" y="87"/>
                    <a:pt x="223" y="54"/>
                  </a:cubicBezTo>
                  <a:cubicBezTo>
                    <a:pt x="207" y="54"/>
                    <a:pt x="207" y="33"/>
                    <a:pt x="207" y="33"/>
                  </a:cubicBezTo>
                  <a:cubicBezTo>
                    <a:pt x="19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3"/>
            <p:cNvSpPr/>
            <p:nvPr/>
          </p:nvSpPr>
          <p:spPr>
            <a:xfrm>
              <a:off x="4171700" y="2762375"/>
              <a:ext cx="6400" cy="6500"/>
            </a:xfrm>
            <a:custGeom>
              <a:avLst/>
              <a:gdLst/>
              <a:ahLst/>
              <a:cxnLst/>
              <a:rect l="l" t="t" r="r" b="b"/>
              <a:pathLst>
                <a:path w="256" h="260" extrusionOk="0">
                  <a:moveTo>
                    <a:pt x="130" y="1"/>
                  </a:moveTo>
                  <a:cubicBezTo>
                    <a:pt x="99" y="1"/>
                    <a:pt x="70" y="13"/>
                    <a:pt x="50" y="40"/>
                  </a:cubicBezTo>
                  <a:cubicBezTo>
                    <a:pt x="0" y="110"/>
                    <a:pt x="0" y="176"/>
                    <a:pt x="50" y="230"/>
                  </a:cubicBezTo>
                  <a:cubicBezTo>
                    <a:pt x="65" y="250"/>
                    <a:pt x="89" y="260"/>
                    <a:pt x="115" y="260"/>
                  </a:cubicBezTo>
                  <a:cubicBezTo>
                    <a:pt x="150" y="260"/>
                    <a:pt x="187" y="242"/>
                    <a:pt x="206" y="213"/>
                  </a:cubicBezTo>
                  <a:cubicBezTo>
                    <a:pt x="256" y="160"/>
                    <a:pt x="256" y="73"/>
                    <a:pt x="206" y="24"/>
                  </a:cubicBezTo>
                  <a:cubicBezTo>
                    <a:pt x="182" y="9"/>
                    <a:pt x="156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4167775" y="2793975"/>
              <a:ext cx="6525" cy="6300"/>
            </a:xfrm>
            <a:custGeom>
              <a:avLst/>
              <a:gdLst/>
              <a:ahLst/>
              <a:cxnLst/>
              <a:rect l="l" t="t" r="r" b="b"/>
              <a:pathLst>
                <a:path w="261" h="252" extrusionOk="0">
                  <a:moveTo>
                    <a:pt x="142" y="0"/>
                  </a:moveTo>
                  <a:cubicBezTo>
                    <a:pt x="127" y="0"/>
                    <a:pt x="114" y="5"/>
                    <a:pt x="103" y="13"/>
                  </a:cubicBezTo>
                  <a:cubicBezTo>
                    <a:pt x="38" y="29"/>
                    <a:pt x="0" y="116"/>
                    <a:pt x="21" y="186"/>
                  </a:cubicBezTo>
                  <a:cubicBezTo>
                    <a:pt x="21" y="203"/>
                    <a:pt x="54" y="236"/>
                    <a:pt x="71" y="252"/>
                  </a:cubicBezTo>
                  <a:lnTo>
                    <a:pt x="157" y="252"/>
                  </a:lnTo>
                  <a:cubicBezTo>
                    <a:pt x="227" y="219"/>
                    <a:pt x="260" y="149"/>
                    <a:pt x="244" y="83"/>
                  </a:cubicBezTo>
                  <a:cubicBezTo>
                    <a:pt x="227" y="66"/>
                    <a:pt x="227" y="46"/>
                    <a:pt x="207" y="29"/>
                  </a:cubicBezTo>
                  <a:lnTo>
                    <a:pt x="190" y="13"/>
                  </a:lnTo>
                  <a:cubicBezTo>
                    <a:pt x="174" y="5"/>
                    <a:pt x="157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4184150" y="2750150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35" y="0"/>
                  </a:moveTo>
                  <a:cubicBezTo>
                    <a:pt x="100" y="0"/>
                    <a:pt x="65" y="18"/>
                    <a:pt x="34" y="47"/>
                  </a:cubicBezTo>
                  <a:cubicBezTo>
                    <a:pt x="1" y="100"/>
                    <a:pt x="1" y="187"/>
                    <a:pt x="50" y="236"/>
                  </a:cubicBezTo>
                  <a:cubicBezTo>
                    <a:pt x="66" y="252"/>
                    <a:pt x="87" y="261"/>
                    <a:pt x="110" y="261"/>
                  </a:cubicBezTo>
                  <a:cubicBezTo>
                    <a:pt x="141" y="261"/>
                    <a:pt x="176" y="244"/>
                    <a:pt x="207" y="203"/>
                  </a:cubicBezTo>
                  <a:cubicBezTo>
                    <a:pt x="240" y="150"/>
                    <a:pt x="240" y="84"/>
                    <a:pt x="207" y="30"/>
                  </a:cubicBezTo>
                  <a:cubicBezTo>
                    <a:pt x="185" y="9"/>
                    <a:pt x="160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4176850" y="2716650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34" y="0"/>
                  </a:moveTo>
                  <a:cubicBezTo>
                    <a:pt x="100" y="0"/>
                    <a:pt x="64" y="18"/>
                    <a:pt x="33" y="47"/>
                  </a:cubicBezTo>
                  <a:cubicBezTo>
                    <a:pt x="33" y="67"/>
                    <a:pt x="17" y="84"/>
                    <a:pt x="17" y="100"/>
                  </a:cubicBezTo>
                  <a:cubicBezTo>
                    <a:pt x="0" y="150"/>
                    <a:pt x="17" y="203"/>
                    <a:pt x="33" y="220"/>
                  </a:cubicBezTo>
                  <a:cubicBezTo>
                    <a:pt x="55" y="239"/>
                    <a:pt x="81" y="247"/>
                    <a:pt x="105" y="247"/>
                  </a:cubicBezTo>
                  <a:cubicBezTo>
                    <a:pt x="123" y="247"/>
                    <a:pt x="139" y="243"/>
                    <a:pt x="153" y="236"/>
                  </a:cubicBezTo>
                  <a:cubicBezTo>
                    <a:pt x="173" y="236"/>
                    <a:pt x="190" y="220"/>
                    <a:pt x="206" y="203"/>
                  </a:cubicBezTo>
                  <a:cubicBezTo>
                    <a:pt x="239" y="150"/>
                    <a:pt x="239" y="67"/>
                    <a:pt x="206" y="30"/>
                  </a:cubicBezTo>
                  <a:cubicBezTo>
                    <a:pt x="184" y="9"/>
                    <a:pt x="15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4187975" y="2781275"/>
              <a:ext cx="6525" cy="6550"/>
            </a:xfrm>
            <a:custGeom>
              <a:avLst/>
              <a:gdLst/>
              <a:ahLst/>
              <a:cxnLst/>
              <a:rect l="l" t="t" r="r" b="b"/>
              <a:pathLst>
                <a:path w="261" h="262" extrusionOk="0">
                  <a:moveTo>
                    <a:pt x="152" y="1"/>
                  </a:moveTo>
                  <a:cubicBezTo>
                    <a:pt x="120" y="1"/>
                    <a:pt x="83" y="18"/>
                    <a:pt x="54" y="59"/>
                  </a:cubicBezTo>
                  <a:cubicBezTo>
                    <a:pt x="1" y="109"/>
                    <a:pt x="1" y="179"/>
                    <a:pt x="54" y="228"/>
                  </a:cubicBezTo>
                  <a:cubicBezTo>
                    <a:pt x="75" y="251"/>
                    <a:pt x="100" y="261"/>
                    <a:pt x="124" y="261"/>
                  </a:cubicBezTo>
                  <a:cubicBezTo>
                    <a:pt x="156" y="261"/>
                    <a:pt x="188" y="242"/>
                    <a:pt x="207" y="212"/>
                  </a:cubicBezTo>
                  <a:cubicBezTo>
                    <a:pt x="260" y="162"/>
                    <a:pt x="260" y="76"/>
                    <a:pt x="207" y="22"/>
                  </a:cubicBezTo>
                  <a:cubicBezTo>
                    <a:pt x="193" y="9"/>
                    <a:pt x="17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4181175" y="27956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0"/>
                  </a:moveTo>
                  <a:cubicBezTo>
                    <a:pt x="83" y="0"/>
                    <a:pt x="33" y="50"/>
                    <a:pt x="17" y="120"/>
                  </a:cubicBezTo>
                  <a:cubicBezTo>
                    <a:pt x="0" y="153"/>
                    <a:pt x="17" y="186"/>
                    <a:pt x="17" y="207"/>
                  </a:cubicBezTo>
                  <a:cubicBezTo>
                    <a:pt x="33" y="240"/>
                    <a:pt x="66" y="256"/>
                    <a:pt x="83" y="256"/>
                  </a:cubicBezTo>
                  <a:cubicBezTo>
                    <a:pt x="92" y="258"/>
                    <a:pt x="101" y="259"/>
                    <a:pt x="110" y="259"/>
                  </a:cubicBezTo>
                  <a:cubicBezTo>
                    <a:pt x="170" y="259"/>
                    <a:pt x="225" y="214"/>
                    <a:pt x="240" y="153"/>
                  </a:cubicBezTo>
                  <a:cubicBezTo>
                    <a:pt x="240" y="120"/>
                    <a:pt x="240" y="83"/>
                    <a:pt x="223" y="50"/>
                  </a:cubicBezTo>
                  <a:lnTo>
                    <a:pt x="207" y="33"/>
                  </a:lnTo>
                  <a:cubicBezTo>
                    <a:pt x="186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4186325" y="28119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7" y="1"/>
                  </a:moveTo>
                  <a:cubicBezTo>
                    <a:pt x="120" y="1"/>
                    <a:pt x="83" y="1"/>
                    <a:pt x="50" y="34"/>
                  </a:cubicBezTo>
                  <a:cubicBezTo>
                    <a:pt x="34" y="50"/>
                    <a:pt x="17" y="71"/>
                    <a:pt x="1" y="104"/>
                  </a:cubicBezTo>
                  <a:cubicBezTo>
                    <a:pt x="1" y="137"/>
                    <a:pt x="1" y="174"/>
                    <a:pt x="17" y="207"/>
                  </a:cubicBezTo>
                  <a:cubicBezTo>
                    <a:pt x="34" y="240"/>
                    <a:pt x="50" y="257"/>
                    <a:pt x="83" y="257"/>
                  </a:cubicBezTo>
                  <a:cubicBezTo>
                    <a:pt x="153" y="257"/>
                    <a:pt x="207" y="224"/>
                    <a:pt x="223" y="153"/>
                  </a:cubicBezTo>
                  <a:cubicBezTo>
                    <a:pt x="240" y="120"/>
                    <a:pt x="223" y="87"/>
                    <a:pt x="207" y="50"/>
                  </a:cubicBezTo>
                  <a:cubicBezTo>
                    <a:pt x="207" y="50"/>
                    <a:pt x="207" y="34"/>
                    <a:pt x="186" y="34"/>
                  </a:cubicBezTo>
                  <a:cubicBezTo>
                    <a:pt x="186" y="17"/>
                    <a:pt x="170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4176850" y="284312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8" y="0"/>
                  </a:moveTo>
                  <a:cubicBezTo>
                    <a:pt x="104" y="0"/>
                    <a:pt x="72" y="17"/>
                    <a:pt x="50" y="59"/>
                  </a:cubicBezTo>
                  <a:cubicBezTo>
                    <a:pt x="0" y="108"/>
                    <a:pt x="0" y="178"/>
                    <a:pt x="50" y="228"/>
                  </a:cubicBezTo>
                  <a:cubicBezTo>
                    <a:pt x="50" y="244"/>
                    <a:pt x="70" y="244"/>
                    <a:pt x="87" y="244"/>
                  </a:cubicBezTo>
                  <a:cubicBezTo>
                    <a:pt x="96" y="250"/>
                    <a:pt x="107" y="253"/>
                    <a:pt x="118" y="253"/>
                  </a:cubicBezTo>
                  <a:cubicBezTo>
                    <a:pt x="148" y="253"/>
                    <a:pt x="183" y="235"/>
                    <a:pt x="206" y="211"/>
                  </a:cubicBezTo>
                  <a:cubicBezTo>
                    <a:pt x="239" y="178"/>
                    <a:pt x="239" y="108"/>
                    <a:pt x="223" y="75"/>
                  </a:cubicBezTo>
                  <a:cubicBezTo>
                    <a:pt x="223" y="59"/>
                    <a:pt x="223" y="38"/>
                    <a:pt x="206" y="22"/>
                  </a:cubicBezTo>
                  <a:cubicBezTo>
                    <a:pt x="185" y="8"/>
                    <a:pt x="161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4169525" y="27458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5" y="0"/>
                  </a:moveTo>
                  <a:cubicBezTo>
                    <a:pt x="101" y="0"/>
                    <a:pt x="64" y="19"/>
                    <a:pt x="33" y="50"/>
                  </a:cubicBezTo>
                  <a:cubicBezTo>
                    <a:pt x="1" y="99"/>
                    <a:pt x="1" y="186"/>
                    <a:pt x="33" y="239"/>
                  </a:cubicBezTo>
                  <a:cubicBezTo>
                    <a:pt x="55" y="253"/>
                    <a:pt x="80" y="261"/>
                    <a:pt x="105" y="261"/>
                  </a:cubicBezTo>
                  <a:cubicBezTo>
                    <a:pt x="141" y="261"/>
                    <a:pt x="177" y="244"/>
                    <a:pt x="207" y="202"/>
                  </a:cubicBezTo>
                  <a:cubicBezTo>
                    <a:pt x="240" y="153"/>
                    <a:pt x="240" y="66"/>
                    <a:pt x="207" y="33"/>
                  </a:cubicBezTo>
                  <a:cubicBezTo>
                    <a:pt x="186" y="10"/>
                    <a:pt x="161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4175500" y="28281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32" y="0"/>
                  </a:moveTo>
                  <a:cubicBezTo>
                    <a:pt x="75" y="0"/>
                    <a:pt x="36" y="49"/>
                    <a:pt x="21" y="106"/>
                  </a:cubicBezTo>
                  <a:cubicBezTo>
                    <a:pt x="1" y="143"/>
                    <a:pt x="21" y="176"/>
                    <a:pt x="38" y="209"/>
                  </a:cubicBezTo>
                  <a:cubicBezTo>
                    <a:pt x="38" y="226"/>
                    <a:pt x="71" y="247"/>
                    <a:pt x="104" y="263"/>
                  </a:cubicBezTo>
                  <a:cubicBezTo>
                    <a:pt x="124" y="263"/>
                    <a:pt x="157" y="247"/>
                    <a:pt x="190" y="226"/>
                  </a:cubicBezTo>
                  <a:cubicBezTo>
                    <a:pt x="207" y="209"/>
                    <a:pt x="227" y="176"/>
                    <a:pt x="244" y="143"/>
                  </a:cubicBezTo>
                  <a:cubicBezTo>
                    <a:pt x="244" y="106"/>
                    <a:pt x="244" y="73"/>
                    <a:pt x="227" y="57"/>
                  </a:cubicBezTo>
                  <a:cubicBezTo>
                    <a:pt x="227" y="40"/>
                    <a:pt x="207" y="40"/>
                    <a:pt x="207" y="20"/>
                  </a:cubicBezTo>
                  <a:cubicBezTo>
                    <a:pt x="190" y="20"/>
                    <a:pt x="174" y="3"/>
                    <a:pt x="157" y="3"/>
                  </a:cubicBezTo>
                  <a:cubicBezTo>
                    <a:pt x="149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4171700" y="270152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03" y="0"/>
                  </a:moveTo>
                  <a:cubicBezTo>
                    <a:pt x="33" y="33"/>
                    <a:pt x="0" y="103"/>
                    <a:pt x="17" y="173"/>
                  </a:cubicBezTo>
                  <a:cubicBezTo>
                    <a:pt x="33" y="206"/>
                    <a:pt x="50" y="223"/>
                    <a:pt x="70" y="239"/>
                  </a:cubicBezTo>
                  <a:cubicBezTo>
                    <a:pt x="87" y="250"/>
                    <a:pt x="99" y="255"/>
                    <a:pt x="111" y="255"/>
                  </a:cubicBezTo>
                  <a:cubicBezTo>
                    <a:pt x="124" y="255"/>
                    <a:pt x="136" y="250"/>
                    <a:pt x="153" y="239"/>
                  </a:cubicBezTo>
                  <a:cubicBezTo>
                    <a:pt x="190" y="239"/>
                    <a:pt x="206" y="206"/>
                    <a:pt x="223" y="173"/>
                  </a:cubicBezTo>
                  <a:cubicBezTo>
                    <a:pt x="239" y="157"/>
                    <a:pt x="239" y="120"/>
                    <a:pt x="239" y="87"/>
                  </a:cubicBezTo>
                  <a:cubicBezTo>
                    <a:pt x="223" y="54"/>
                    <a:pt x="223" y="33"/>
                    <a:pt x="206" y="33"/>
                  </a:cubicBezTo>
                  <a:cubicBezTo>
                    <a:pt x="206" y="17"/>
                    <a:pt x="190" y="17"/>
                    <a:pt x="190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4172100" y="28136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87" y="1"/>
                  </a:moveTo>
                  <a:cubicBezTo>
                    <a:pt x="71" y="17"/>
                    <a:pt x="34" y="34"/>
                    <a:pt x="17" y="67"/>
                  </a:cubicBezTo>
                  <a:cubicBezTo>
                    <a:pt x="1" y="104"/>
                    <a:pt x="1" y="137"/>
                    <a:pt x="17" y="170"/>
                  </a:cubicBezTo>
                  <a:cubicBezTo>
                    <a:pt x="29" y="221"/>
                    <a:pt x="61" y="253"/>
                    <a:pt x="105" y="253"/>
                  </a:cubicBezTo>
                  <a:cubicBezTo>
                    <a:pt x="121" y="253"/>
                    <a:pt x="139" y="249"/>
                    <a:pt x="157" y="240"/>
                  </a:cubicBezTo>
                  <a:cubicBezTo>
                    <a:pt x="207" y="224"/>
                    <a:pt x="240" y="137"/>
                    <a:pt x="223" y="83"/>
                  </a:cubicBezTo>
                  <a:cubicBezTo>
                    <a:pt x="223" y="50"/>
                    <a:pt x="207" y="34"/>
                    <a:pt x="207" y="17"/>
                  </a:cubicBezTo>
                  <a:cubicBezTo>
                    <a:pt x="190" y="17"/>
                    <a:pt x="190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4085825" y="2812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0"/>
                  </a:moveTo>
                  <a:cubicBezTo>
                    <a:pt x="83" y="0"/>
                    <a:pt x="17" y="33"/>
                    <a:pt x="17" y="103"/>
                  </a:cubicBezTo>
                  <a:cubicBezTo>
                    <a:pt x="1" y="136"/>
                    <a:pt x="1" y="174"/>
                    <a:pt x="17" y="207"/>
                  </a:cubicBezTo>
                  <a:cubicBezTo>
                    <a:pt x="34" y="240"/>
                    <a:pt x="67" y="260"/>
                    <a:pt x="83" y="260"/>
                  </a:cubicBezTo>
                  <a:cubicBezTo>
                    <a:pt x="153" y="260"/>
                    <a:pt x="207" y="223"/>
                    <a:pt x="223" y="157"/>
                  </a:cubicBezTo>
                  <a:cubicBezTo>
                    <a:pt x="240" y="120"/>
                    <a:pt x="240" y="87"/>
                    <a:pt x="223" y="54"/>
                  </a:cubicBezTo>
                  <a:cubicBezTo>
                    <a:pt x="207" y="54"/>
                    <a:pt x="207" y="33"/>
                    <a:pt x="207" y="33"/>
                  </a:cubicBezTo>
                  <a:cubicBezTo>
                    <a:pt x="186" y="17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4193550" y="2845825"/>
              <a:ext cx="6100" cy="4750"/>
            </a:xfrm>
            <a:custGeom>
              <a:avLst/>
              <a:gdLst/>
              <a:ahLst/>
              <a:cxnLst/>
              <a:rect l="l" t="t" r="r" b="b"/>
              <a:pathLst>
                <a:path w="244" h="190" extrusionOk="0">
                  <a:moveTo>
                    <a:pt x="157" y="0"/>
                  </a:moveTo>
                  <a:cubicBezTo>
                    <a:pt x="87" y="0"/>
                    <a:pt x="21" y="54"/>
                    <a:pt x="21" y="120"/>
                  </a:cubicBezTo>
                  <a:cubicBezTo>
                    <a:pt x="0" y="136"/>
                    <a:pt x="0" y="173"/>
                    <a:pt x="21" y="190"/>
                  </a:cubicBezTo>
                  <a:lnTo>
                    <a:pt x="206" y="190"/>
                  </a:lnTo>
                  <a:cubicBezTo>
                    <a:pt x="227" y="190"/>
                    <a:pt x="227" y="173"/>
                    <a:pt x="227" y="157"/>
                  </a:cubicBezTo>
                  <a:cubicBezTo>
                    <a:pt x="243" y="103"/>
                    <a:pt x="227" y="70"/>
                    <a:pt x="190" y="33"/>
                  </a:cubicBezTo>
                  <a:cubicBezTo>
                    <a:pt x="190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4219300" y="277242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41" y="1"/>
                  </a:moveTo>
                  <a:cubicBezTo>
                    <a:pt x="125" y="1"/>
                    <a:pt x="87" y="1"/>
                    <a:pt x="54" y="17"/>
                  </a:cubicBezTo>
                  <a:cubicBezTo>
                    <a:pt x="38" y="34"/>
                    <a:pt x="21" y="67"/>
                    <a:pt x="1" y="104"/>
                  </a:cubicBezTo>
                  <a:cubicBezTo>
                    <a:pt x="1" y="137"/>
                    <a:pt x="1" y="170"/>
                    <a:pt x="21" y="207"/>
                  </a:cubicBezTo>
                  <a:cubicBezTo>
                    <a:pt x="38" y="223"/>
                    <a:pt x="54" y="240"/>
                    <a:pt x="87" y="256"/>
                  </a:cubicBezTo>
                  <a:cubicBezTo>
                    <a:pt x="158" y="256"/>
                    <a:pt x="207" y="207"/>
                    <a:pt x="228" y="137"/>
                  </a:cubicBezTo>
                  <a:cubicBezTo>
                    <a:pt x="244" y="104"/>
                    <a:pt x="228" y="67"/>
                    <a:pt x="207" y="50"/>
                  </a:cubicBezTo>
                  <a:cubicBezTo>
                    <a:pt x="207" y="34"/>
                    <a:pt x="207" y="34"/>
                    <a:pt x="191" y="17"/>
                  </a:cubicBezTo>
                  <a:cubicBezTo>
                    <a:pt x="174" y="17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4213325" y="28026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3" y="0"/>
                  </a:moveTo>
                  <a:cubicBezTo>
                    <a:pt x="123" y="0"/>
                    <a:pt x="113" y="2"/>
                    <a:pt x="104" y="7"/>
                  </a:cubicBezTo>
                  <a:cubicBezTo>
                    <a:pt x="87" y="7"/>
                    <a:pt x="54" y="28"/>
                    <a:pt x="34" y="44"/>
                  </a:cubicBezTo>
                  <a:cubicBezTo>
                    <a:pt x="17" y="77"/>
                    <a:pt x="17" y="94"/>
                    <a:pt x="1" y="131"/>
                  </a:cubicBezTo>
                  <a:cubicBezTo>
                    <a:pt x="1" y="164"/>
                    <a:pt x="17" y="197"/>
                    <a:pt x="34" y="234"/>
                  </a:cubicBezTo>
                  <a:cubicBezTo>
                    <a:pt x="57" y="248"/>
                    <a:pt x="84" y="256"/>
                    <a:pt x="111" y="256"/>
                  </a:cubicBezTo>
                  <a:cubicBezTo>
                    <a:pt x="145" y="256"/>
                    <a:pt x="179" y="243"/>
                    <a:pt x="207" y="213"/>
                  </a:cubicBezTo>
                  <a:cubicBezTo>
                    <a:pt x="240" y="147"/>
                    <a:pt x="240" y="77"/>
                    <a:pt x="207" y="28"/>
                  </a:cubicBezTo>
                  <a:cubicBezTo>
                    <a:pt x="183" y="13"/>
                    <a:pt x="158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4215075" y="28195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8" y="1"/>
                  </a:moveTo>
                  <a:cubicBezTo>
                    <a:pt x="74" y="1"/>
                    <a:pt x="32" y="46"/>
                    <a:pt x="17" y="107"/>
                  </a:cubicBezTo>
                  <a:cubicBezTo>
                    <a:pt x="1" y="140"/>
                    <a:pt x="17" y="177"/>
                    <a:pt x="34" y="210"/>
                  </a:cubicBezTo>
                  <a:cubicBezTo>
                    <a:pt x="34" y="227"/>
                    <a:pt x="67" y="243"/>
                    <a:pt x="104" y="260"/>
                  </a:cubicBezTo>
                  <a:cubicBezTo>
                    <a:pt x="153" y="260"/>
                    <a:pt x="223" y="210"/>
                    <a:pt x="240" y="140"/>
                  </a:cubicBezTo>
                  <a:cubicBezTo>
                    <a:pt x="240" y="107"/>
                    <a:pt x="240" y="74"/>
                    <a:pt x="223" y="54"/>
                  </a:cubicBezTo>
                  <a:cubicBezTo>
                    <a:pt x="223" y="37"/>
                    <a:pt x="207" y="37"/>
                    <a:pt x="207" y="21"/>
                  </a:cubicBezTo>
                  <a:cubicBezTo>
                    <a:pt x="190" y="21"/>
                    <a:pt x="170" y="4"/>
                    <a:pt x="153" y="4"/>
                  </a:cubicBezTo>
                  <a:cubicBezTo>
                    <a:pt x="145" y="2"/>
                    <a:pt x="136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4207775" y="27869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29" y="0"/>
                  </a:moveTo>
                  <a:cubicBezTo>
                    <a:pt x="74" y="0"/>
                    <a:pt x="31" y="48"/>
                    <a:pt x="17" y="106"/>
                  </a:cubicBezTo>
                  <a:cubicBezTo>
                    <a:pt x="0" y="143"/>
                    <a:pt x="17" y="176"/>
                    <a:pt x="17" y="209"/>
                  </a:cubicBezTo>
                  <a:cubicBezTo>
                    <a:pt x="33" y="226"/>
                    <a:pt x="70" y="246"/>
                    <a:pt x="87" y="263"/>
                  </a:cubicBezTo>
                  <a:cubicBezTo>
                    <a:pt x="153" y="263"/>
                    <a:pt x="223" y="209"/>
                    <a:pt x="223" y="143"/>
                  </a:cubicBezTo>
                  <a:cubicBezTo>
                    <a:pt x="239" y="106"/>
                    <a:pt x="239" y="73"/>
                    <a:pt x="223" y="57"/>
                  </a:cubicBezTo>
                  <a:cubicBezTo>
                    <a:pt x="206" y="40"/>
                    <a:pt x="206" y="40"/>
                    <a:pt x="206" y="20"/>
                  </a:cubicBezTo>
                  <a:cubicBezTo>
                    <a:pt x="190" y="20"/>
                    <a:pt x="173" y="3"/>
                    <a:pt x="153" y="3"/>
                  </a:cubicBezTo>
                  <a:cubicBezTo>
                    <a:pt x="144" y="1"/>
                    <a:pt x="136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3857725" y="2773600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1" y="0"/>
                  </a:moveTo>
                  <a:cubicBezTo>
                    <a:pt x="74" y="0"/>
                    <a:pt x="32" y="45"/>
                    <a:pt x="17" y="106"/>
                  </a:cubicBezTo>
                  <a:cubicBezTo>
                    <a:pt x="1" y="176"/>
                    <a:pt x="34" y="242"/>
                    <a:pt x="104" y="242"/>
                  </a:cubicBezTo>
                  <a:cubicBezTo>
                    <a:pt x="109" y="249"/>
                    <a:pt x="116" y="251"/>
                    <a:pt x="123" y="251"/>
                  </a:cubicBezTo>
                  <a:cubicBezTo>
                    <a:pt x="142" y="251"/>
                    <a:pt x="167" y="237"/>
                    <a:pt x="190" y="226"/>
                  </a:cubicBezTo>
                  <a:cubicBezTo>
                    <a:pt x="207" y="209"/>
                    <a:pt x="223" y="176"/>
                    <a:pt x="240" y="139"/>
                  </a:cubicBezTo>
                  <a:cubicBezTo>
                    <a:pt x="240" y="106"/>
                    <a:pt x="240" y="73"/>
                    <a:pt x="223" y="57"/>
                  </a:cubicBezTo>
                  <a:cubicBezTo>
                    <a:pt x="223" y="36"/>
                    <a:pt x="207" y="36"/>
                    <a:pt x="207" y="20"/>
                  </a:cubicBezTo>
                  <a:cubicBezTo>
                    <a:pt x="190" y="3"/>
                    <a:pt x="174" y="3"/>
                    <a:pt x="157" y="3"/>
                  </a:cubicBezTo>
                  <a:cubicBezTo>
                    <a:pt x="148" y="1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3868875" y="2849500"/>
              <a:ext cx="4350" cy="1075"/>
            </a:xfrm>
            <a:custGeom>
              <a:avLst/>
              <a:gdLst/>
              <a:ahLst/>
              <a:cxnLst/>
              <a:rect l="l" t="t" r="r" b="b"/>
              <a:pathLst>
                <a:path w="174" h="43" extrusionOk="0">
                  <a:moveTo>
                    <a:pt x="94" y="0"/>
                  </a:moveTo>
                  <a:cubicBezTo>
                    <a:pt x="63" y="0"/>
                    <a:pt x="29" y="14"/>
                    <a:pt x="0" y="43"/>
                  </a:cubicBezTo>
                  <a:lnTo>
                    <a:pt x="173" y="43"/>
                  </a:lnTo>
                  <a:cubicBezTo>
                    <a:pt x="173" y="43"/>
                    <a:pt x="173" y="26"/>
                    <a:pt x="157" y="26"/>
                  </a:cubicBezTo>
                  <a:cubicBezTo>
                    <a:pt x="142" y="10"/>
                    <a:pt x="119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3856900" y="28192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1"/>
                  </a:moveTo>
                  <a:cubicBezTo>
                    <a:pt x="120" y="1"/>
                    <a:pt x="87" y="1"/>
                    <a:pt x="67" y="17"/>
                  </a:cubicBezTo>
                  <a:cubicBezTo>
                    <a:pt x="34" y="34"/>
                    <a:pt x="17" y="67"/>
                    <a:pt x="17" y="104"/>
                  </a:cubicBezTo>
                  <a:cubicBezTo>
                    <a:pt x="1" y="137"/>
                    <a:pt x="17" y="170"/>
                    <a:pt x="34" y="207"/>
                  </a:cubicBezTo>
                  <a:cubicBezTo>
                    <a:pt x="34" y="223"/>
                    <a:pt x="67" y="240"/>
                    <a:pt x="104" y="256"/>
                  </a:cubicBezTo>
                  <a:cubicBezTo>
                    <a:pt x="153" y="256"/>
                    <a:pt x="223" y="207"/>
                    <a:pt x="240" y="137"/>
                  </a:cubicBezTo>
                  <a:cubicBezTo>
                    <a:pt x="240" y="104"/>
                    <a:pt x="240" y="67"/>
                    <a:pt x="223" y="50"/>
                  </a:cubicBezTo>
                  <a:cubicBezTo>
                    <a:pt x="223" y="34"/>
                    <a:pt x="207" y="34"/>
                    <a:pt x="207" y="17"/>
                  </a:cubicBezTo>
                  <a:cubicBezTo>
                    <a:pt x="19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3868050" y="2740425"/>
              <a:ext cx="6500" cy="6400"/>
            </a:xfrm>
            <a:custGeom>
              <a:avLst/>
              <a:gdLst/>
              <a:ahLst/>
              <a:cxnLst/>
              <a:rect l="l" t="t" r="r" b="b"/>
              <a:pathLst>
                <a:path w="260" h="256" extrusionOk="0">
                  <a:moveTo>
                    <a:pt x="141" y="1"/>
                  </a:moveTo>
                  <a:cubicBezTo>
                    <a:pt x="107" y="1"/>
                    <a:pt x="72" y="14"/>
                    <a:pt x="54" y="44"/>
                  </a:cubicBezTo>
                  <a:cubicBezTo>
                    <a:pt x="0" y="93"/>
                    <a:pt x="0" y="180"/>
                    <a:pt x="54" y="229"/>
                  </a:cubicBezTo>
                  <a:cubicBezTo>
                    <a:pt x="76" y="246"/>
                    <a:pt x="103" y="256"/>
                    <a:pt x="128" y="256"/>
                  </a:cubicBezTo>
                  <a:cubicBezTo>
                    <a:pt x="159" y="256"/>
                    <a:pt x="188" y="242"/>
                    <a:pt x="206" y="213"/>
                  </a:cubicBezTo>
                  <a:cubicBezTo>
                    <a:pt x="260" y="147"/>
                    <a:pt x="260" y="77"/>
                    <a:pt x="206" y="23"/>
                  </a:cubicBezTo>
                  <a:cubicBezTo>
                    <a:pt x="192" y="9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3870625" y="26960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3" y="30"/>
                    <a:pt x="0" y="116"/>
                    <a:pt x="17" y="170"/>
                  </a:cubicBezTo>
                  <a:cubicBezTo>
                    <a:pt x="17" y="203"/>
                    <a:pt x="33" y="236"/>
                    <a:pt x="70" y="236"/>
                  </a:cubicBezTo>
                  <a:cubicBezTo>
                    <a:pt x="87" y="252"/>
                    <a:pt x="120" y="252"/>
                    <a:pt x="157" y="252"/>
                  </a:cubicBezTo>
                  <a:cubicBezTo>
                    <a:pt x="190" y="236"/>
                    <a:pt x="206" y="203"/>
                    <a:pt x="223" y="186"/>
                  </a:cubicBezTo>
                  <a:cubicBezTo>
                    <a:pt x="239" y="149"/>
                    <a:pt x="239" y="116"/>
                    <a:pt x="223" y="83"/>
                  </a:cubicBezTo>
                  <a:cubicBezTo>
                    <a:pt x="223" y="67"/>
                    <a:pt x="206" y="46"/>
                    <a:pt x="206" y="30"/>
                  </a:cubicBezTo>
                  <a:cubicBezTo>
                    <a:pt x="190" y="13"/>
                    <a:pt x="190" y="13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3862875" y="2834375"/>
              <a:ext cx="6025" cy="6500"/>
            </a:xfrm>
            <a:custGeom>
              <a:avLst/>
              <a:gdLst/>
              <a:ahLst/>
              <a:cxnLst/>
              <a:rect l="l" t="t" r="r" b="b"/>
              <a:pathLst>
                <a:path w="241" h="260" extrusionOk="0">
                  <a:moveTo>
                    <a:pt x="137" y="1"/>
                  </a:moveTo>
                  <a:cubicBezTo>
                    <a:pt x="121" y="1"/>
                    <a:pt x="104" y="5"/>
                    <a:pt x="87" y="13"/>
                  </a:cubicBezTo>
                  <a:cubicBezTo>
                    <a:pt x="34" y="30"/>
                    <a:pt x="1" y="116"/>
                    <a:pt x="17" y="182"/>
                  </a:cubicBezTo>
                  <a:cubicBezTo>
                    <a:pt x="17" y="203"/>
                    <a:pt x="34" y="236"/>
                    <a:pt x="71" y="252"/>
                  </a:cubicBezTo>
                  <a:cubicBezTo>
                    <a:pt x="82" y="252"/>
                    <a:pt x="100" y="260"/>
                    <a:pt x="122" y="260"/>
                  </a:cubicBezTo>
                  <a:cubicBezTo>
                    <a:pt x="133" y="260"/>
                    <a:pt x="145" y="258"/>
                    <a:pt x="158" y="252"/>
                  </a:cubicBezTo>
                  <a:cubicBezTo>
                    <a:pt x="174" y="236"/>
                    <a:pt x="207" y="219"/>
                    <a:pt x="224" y="182"/>
                  </a:cubicBezTo>
                  <a:cubicBezTo>
                    <a:pt x="240" y="149"/>
                    <a:pt x="240" y="116"/>
                    <a:pt x="224" y="79"/>
                  </a:cubicBezTo>
                  <a:cubicBezTo>
                    <a:pt x="224" y="63"/>
                    <a:pt x="207" y="46"/>
                    <a:pt x="207" y="30"/>
                  </a:cubicBezTo>
                  <a:cubicBezTo>
                    <a:pt x="191" y="30"/>
                    <a:pt x="191" y="13"/>
                    <a:pt x="174" y="13"/>
                  </a:cubicBezTo>
                  <a:cubicBezTo>
                    <a:pt x="166" y="5"/>
                    <a:pt x="152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3882250" y="2686475"/>
              <a:ext cx="6025" cy="4350"/>
            </a:xfrm>
            <a:custGeom>
              <a:avLst/>
              <a:gdLst/>
              <a:ahLst/>
              <a:cxnLst/>
              <a:rect l="l" t="t" r="r" b="b"/>
              <a:pathLst>
                <a:path w="241" h="174" extrusionOk="0">
                  <a:moveTo>
                    <a:pt x="17" y="0"/>
                  </a:moveTo>
                  <a:lnTo>
                    <a:pt x="17" y="17"/>
                  </a:lnTo>
                  <a:cubicBezTo>
                    <a:pt x="1" y="54"/>
                    <a:pt x="1" y="87"/>
                    <a:pt x="17" y="120"/>
                  </a:cubicBezTo>
                  <a:cubicBezTo>
                    <a:pt x="34" y="140"/>
                    <a:pt x="67" y="157"/>
                    <a:pt x="83" y="173"/>
                  </a:cubicBezTo>
                  <a:cubicBezTo>
                    <a:pt x="121" y="173"/>
                    <a:pt x="154" y="157"/>
                    <a:pt x="170" y="140"/>
                  </a:cubicBezTo>
                  <a:cubicBezTo>
                    <a:pt x="207" y="120"/>
                    <a:pt x="224" y="87"/>
                    <a:pt x="224" y="54"/>
                  </a:cubicBezTo>
                  <a:lnTo>
                    <a:pt x="240" y="37"/>
                  </a:lnTo>
                  <a:cubicBezTo>
                    <a:pt x="154" y="17"/>
                    <a:pt x="83" y="0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4223225" y="27427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37" y="0"/>
                  </a:moveTo>
                  <a:cubicBezTo>
                    <a:pt x="120" y="0"/>
                    <a:pt x="87" y="0"/>
                    <a:pt x="50" y="17"/>
                  </a:cubicBezTo>
                  <a:cubicBezTo>
                    <a:pt x="34" y="33"/>
                    <a:pt x="17" y="71"/>
                    <a:pt x="1" y="103"/>
                  </a:cubicBezTo>
                  <a:cubicBezTo>
                    <a:pt x="1" y="136"/>
                    <a:pt x="1" y="174"/>
                    <a:pt x="17" y="207"/>
                  </a:cubicBezTo>
                  <a:cubicBezTo>
                    <a:pt x="34" y="223"/>
                    <a:pt x="50" y="240"/>
                    <a:pt x="87" y="260"/>
                  </a:cubicBezTo>
                  <a:cubicBezTo>
                    <a:pt x="153" y="260"/>
                    <a:pt x="207" y="207"/>
                    <a:pt x="223" y="136"/>
                  </a:cubicBezTo>
                  <a:cubicBezTo>
                    <a:pt x="223" y="103"/>
                    <a:pt x="223" y="71"/>
                    <a:pt x="207" y="54"/>
                  </a:cubicBezTo>
                  <a:cubicBezTo>
                    <a:pt x="207" y="33"/>
                    <a:pt x="207" y="33"/>
                    <a:pt x="190" y="17"/>
                  </a:cubicBezTo>
                  <a:cubicBezTo>
                    <a:pt x="174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4221475" y="278707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2" y="0"/>
                  </a:moveTo>
                  <a:cubicBezTo>
                    <a:pt x="101" y="0"/>
                    <a:pt x="66" y="19"/>
                    <a:pt x="38" y="50"/>
                  </a:cubicBezTo>
                  <a:cubicBezTo>
                    <a:pt x="0" y="99"/>
                    <a:pt x="0" y="186"/>
                    <a:pt x="38" y="219"/>
                  </a:cubicBezTo>
                  <a:cubicBezTo>
                    <a:pt x="54" y="239"/>
                    <a:pt x="71" y="239"/>
                    <a:pt x="87" y="256"/>
                  </a:cubicBezTo>
                  <a:cubicBezTo>
                    <a:pt x="120" y="256"/>
                    <a:pt x="174" y="239"/>
                    <a:pt x="190" y="202"/>
                  </a:cubicBezTo>
                  <a:cubicBezTo>
                    <a:pt x="223" y="169"/>
                    <a:pt x="244" y="116"/>
                    <a:pt x="223" y="66"/>
                  </a:cubicBezTo>
                  <a:cubicBezTo>
                    <a:pt x="223" y="50"/>
                    <a:pt x="207" y="3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4215900" y="2835425"/>
              <a:ext cx="6525" cy="6600"/>
            </a:xfrm>
            <a:custGeom>
              <a:avLst/>
              <a:gdLst/>
              <a:ahLst/>
              <a:cxnLst/>
              <a:rect l="l" t="t" r="r" b="b"/>
              <a:pathLst>
                <a:path w="261" h="264" extrusionOk="0">
                  <a:moveTo>
                    <a:pt x="136" y="1"/>
                  </a:moveTo>
                  <a:cubicBezTo>
                    <a:pt x="86" y="1"/>
                    <a:pt x="32" y="46"/>
                    <a:pt x="17" y="107"/>
                  </a:cubicBezTo>
                  <a:cubicBezTo>
                    <a:pt x="1" y="177"/>
                    <a:pt x="54" y="243"/>
                    <a:pt x="104" y="264"/>
                  </a:cubicBezTo>
                  <a:cubicBezTo>
                    <a:pt x="137" y="264"/>
                    <a:pt x="174" y="243"/>
                    <a:pt x="190" y="227"/>
                  </a:cubicBezTo>
                  <a:cubicBezTo>
                    <a:pt x="223" y="210"/>
                    <a:pt x="240" y="177"/>
                    <a:pt x="240" y="140"/>
                  </a:cubicBezTo>
                  <a:cubicBezTo>
                    <a:pt x="261" y="107"/>
                    <a:pt x="240" y="74"/>
                    <a:pt x="223" y="58"/>
                  </a:cubicBezTo>
                  <a:cubicBezTo>
                    <a:pt x="223" y="37"/>
                    <a:pt x="223" y="37"/>
                    <a:pt x="207" y="21"/>
                  </a:cubicBezTo>
                  <a:cubicBezTo>
                    <a:pt x="207" y="21"/>
                    <a:pt x="190" y="4"/>
                    <a:pt x="157" y="4"/>
                  </a:cubicBezTo>
                  <a:cubicBezTo>
                    <a:pt x="150" y="2"/>
                    <a:pt x="14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4221050" y="2729050"/>
              <a:ext cx="2200" cy="3000"/>
            </a:xfrm>
            <a:custGeom>
              <a:avLst/>
              <a:gdLst/>
              <a:ahLst/>
              <a:cxnLst/>
              <a:rect l="l" t="t" r="r" b="b"/>
              <a:pathLst>
                <a:path w="88" h="120" extrusionOk="0">
                  <a:moveTo>
                    <a:pt x="1" y="0"/>
                  </a:moveTo>
                  <a:cubicBezTo>
                    <a:pt x="1" y="17"/>
                    <a:pt x="17" y="50"/>
                    <a:pt x="17" y="66"/>
                  </a:cubicBezTo>
                  <a:cubicBezTo>
                    <a:pt x="34" y="87"/>
                    <a:pt x="55" y="103"/>
                    <a:pt x="88" y="120"/>
                  </a:cubicBezTo>
                  <a:cubicBezTo>
                    <a:pt x="88" y="103"/>
                    <a:pt x="88" y="103"/>
                    <a:pt x="71" y="87"/>
                  </a:cubicBezTo>
                  <a:cubicBezTo>
                    <a:pt x="55" y="66"/>
                    <a:pt x="34" y="3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4166525" y="2691625"/>
              <a:ext cx="3450" cy="950"/>
            </a:xfrm>
            <a:custGeom>
              <a:avLst/>
              <a:gdLst/>
              <a:ahLst/>
              <a:cxnLst/>
              <a:rect l="l" t="t" r="r" b="b"/>
              <a:pathLst>
                <a:path w="138" h="38" extrusionOk="0">
                  <a:moveTo>
                    <a:pt x="1" y="0"/>
                  </a:moveTo>
                  <a:cubicBezTo>
                    <a:pt x="17" y="17"/>
                    <a:pt x="50" y="38"/>
                    <a:pt x="71" y="38"/>
                  </a:cubicBezTo>
                  <a:cubicBezTo>
                    <a:pt x="88" y="38"/>
                    <a:pt x="121" y="38"/>
                    <a:pt x="137" y="17"/>
                  </a:cubicBezTo>
                  <a:cubicBezTo>
                    <a:pt x="104" y="17"/>
                    <a:pt x="5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3916175" y="2706250"/>
              <a:ext cx="5175" cy="5600"/>
            </a:xfrm>
            <a:custGeom>
              <a:avLst/>
              <a:gdLst/>
              <a:ahLst/>
              <a:cxnLst/>
              <a:rect l="l" t="t" r="r" b="b"/>
              <a:pathLst>
                <a:path w="207" h="224" extrusionOk="0">
                  <a:moveTo>
                    <a:pt x="50" y="1"/>
                  </a:moveTo>
                  <a:cubicBezTo>
                    <a:pt x="33" y="34"/>
                    <a:pt x="17" y="50"/>
                    <a:pt x="0" y="87"/>
                  </a:cubicBezTo>
                  <a:cubicBezTo>
                    <a:pt x="0" y="120"/>
                    <a:pt x="0" y="153"/>
                    <a:pt x="17" y="174"/>
                  </a:cubicBezTo>
                  <a:cubicBezTo>
                    <a:pt x="33" y="207"/>
                    <a:pt x="50" y="224"/>
                    <a:pt x="87" y="224"/>
                  </a:cubicBezTo>
                  <a:cubicBezTo>
                    <a:pt x="120" y="224"/>
                    <a:pt x="153" y="224"/>
                    <a:pt x="169" y="207"/>
                  </a:cubicBezTo>
                  <a:cubicBezTo>
                    <a:pt x="190" y="191"/>
                    <a:pt x="190" y="191"/>
                    <a:pt x="207" y="174"/>
                  </a:cubicBezTo>
                  <a:cubicBezTo>
                    <a:pt x="153" y="120"/>
                    <a:pt x="103" y="7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3904525" y="271750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7" y="0"/>
                  </a:moveTo>
                  <a:cubicBezTo>
                    <a:pt x="121" y="0"/>
                    <a:pt x="104" y="4"/>
                    <a:pt x="87" y="13"/>
                  </a:cubicBezTo>
                  <a:cubicBezTo>
                    <a:pt x="38" y="33"/>
                    <a:pt x="1" y="99"/>
                    <a:pt x="17" y="169"/>
                  </a:cubicBezTo>
                  <a:cubicBezTo>
                    <a:pt x="17" y="202"/>
                    <a:pt x="38" y="239"/>
                    <a:pt x="71" y="239"/>
                  </a:cubicBezTo>
                  <a:cubicBezTo>
                    <a:pt x="79" y="248"/>
                    <a:pt x="91" y="252"/>
                    <a:pt x="106" y="252"/>
                  </a:cubicBezTo>
                  <a:cubicBezTo>
                    <a:pt x="121" y="252"/>
                    <a:pt x="139" y="248"/>
                    <a:pt x="157" y="239"/>
                  </a:cubicBezTo>
                  <a:cubicBezTo>
                    <a:pt x="190" y="239"/>
                    <a:pt x="207" y="202"/>
                    <a:pt x="223" y="169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23" y="50"/>
                    <a:pt x="223" y="33"/>
                    <a:pt x="207" y="33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5" y="4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3866800" y="27884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4" y="1"/>
                  </a:moveTo>
                  <a:cubicBezTo>
                    <a:pt x="119" y="1"/>
                    <a:pt x="102" y="5"/>
                    <a:pt x="83" y="13"/>
                  </a:cubicBezTo>
                  <a:cubicBezTo>
                    <a:pt x="34" y="46"/>
                    <a:pt x="1" y="116"/>
                    <a:pt x="17" y="186"/>
                  </a:cubicBezTo>
                  <a:cubicBezTo>
                    <a:pt x="17" y="219"/>
                    <a:pt x="34" y="236"/>
                    <a:pt x="67" y="252"/>
                  </a:cubicBezTo>
                  <a:cubicBezTo>
                    <a:pt x="75" y="261"/>
                    <a:pt x="88" y="265"/>
                    <a:pt x="104" y="265"/>
                  </a:cubicBezTo>
                  <a:cubicBezTo>
                    <a:pt x="119" y="265"/>
                    <a:pt x="137" y="261"/>
                    <a:pt x="153" y="252"/>
                  </a:cubicBezTo>
                  <a:cubicBezTo>
                    <a:pt x="207" y="219"/>
                    <a:pt x="240" y="149"/>
                    <a:pt x="223" y="83"/>
                  </a:cubicBezTo>
                  <a:cubicBezTo>
                    <a:pt x="223" y="63"/>
                    <a:pt x="207" y="46"/>
                    <a:pt x="207" y="30"/>
                  </a:cubicBezTo>
                  <a:cubicBezTo>
                    <a:pt x="186" y="30"/>
                    <a:pt x="186" y="13"/>
                    <a:pt x="170" y="13"/>
                  </a:cubicBezTo>
                  <a:cubicBezTo>
                    <a:pt x="161" y="5"/>
                    <a:pt x="149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3911425" y="27518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0" y="0"/>
                  </a:moveTo>
                  <a:cubicBezTo>
                    <a:pt x="71" y="0"/>
                    <a:pt x="34" y="50"/>
                    <a:pt x="17" y="103"/>
                  </a:cubicBezTo>
                  <a:cubicBezTo>
                    <a:pt x="1" y="136"/>
                    <a:pt x="17" y="169"/>
                    <a:pt x="34" y="206"/>
                  </a:cubicBezTo>
                  <a:cubicBezTo>
                    <a:pt x="34" y="223"/>
                    <a:pt x="71" y="256"/>
                    <a:pt x="104" y="256"/>
                  </a:cubicBezTo>
                  <a:cubicBezTo>
                    <a:pt x="153" y="256"/>
                    <a:pt x="223" y="223"/>
                    <a:pt x="240" y="153"/>
                  </a:cubicBezTo>
                  <a:lnTo>
                    <a:pt x="240" y="120"/>
                  </a:lnTo>
                  <a:cubicBezTo>
                    <a:pt x="240" y="83"/>
                    <a:pt x="223" y="50"/>
                    <a:pt x="207" y="33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4201275" y="270882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37" y="1"/>
                  </a:moveTo>
                  <a:cubicBezTo>
                    <a:pt x="37" y="17"/>
                    <a:pt x="21" y="34"/>
                    <a:pt x="21" y="71"/>
                  </a:cubicBezTo>
                  <a:cubicBezTo>
                    <a:pt x="0" y="88"/>
                    <a:pt x="0" y="121"/>
                    <a:pt x="21" y="154"/>
                  </a:cubicBezTo>
                  <a:cubicBezTo>
                    <a:pt x="37" y="191"/>
                    <a:pt x="70" y="207"/>
                    <a:pt x="87" y="207"/>
                  </a:cubicBezTo>
                  <a:cubicBezTo>
                    <a:pt x="141" y="207"/>
                    <a:pt x="174" y="191"/>
                    <a:pt x="207" y="154"/>
                  </a:cubicBezTo>
                  <a:cubicBezTo>
                    <a:pt x="157" y="104"/>
                    <a:pt x="103" y="50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4155825" y="270070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20" y="0"/>
                  </a:moveTo>
                  <a:cubicBezTo>
                    <a:pt x="66" y="17"/>
                    <a:pt x="17" y="50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3" y="239"/>
                    <a:pt x="50" y="256"/>
                    <a:pt x="87" y="256"/>
                  </a:cubicBezTo>
                  <a:cubicBezTo>
                    <a:pt x="93" y="258"/>
                    <a:pt x="100" y="259"/>
                    <a:pt x="107" y="259"/>
                  </a:cubicBezTo>
                  <a:cubicBezTo>
                    <a:pt x="154" y="259"/>
                    <a:pt x="208" y="214"/>
                    <a:pt x="223" y="153"/>
                  </a:cubicBezTo>
                  <a:lnTo>
                    <a:pt x="223" y="120"/>
                  </a:lnTo>
                  <a:cubicBezTo>
                    <a:pt x="223" y="87"/>
                    <a:pt x="206" y="50"/>
                    <a:pt x="190" y="33"/>
                  </a:cubicBezTo>
                  <a:cubicBezTo>
                    <a:pt x="169" y="17"/>
                    <a:pt x="153" y="17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4127475" y="2695550"/>
              <a:ext cx="5600" cy="4650"/>
            </a:xfrm>
            <a:custGeom>
              <a:avLst/>
              <a:gdLst/>
              <a:ahLst/>
              <a:cxnLst/>
              <a:rect l="l" t="t" r="r" b="b"/>
              <a:pathLst>
                <a:path w="224" h="186" extrusionOk="0">
                  <a:moveTo>
                    <a:pt x="207" y="0"/>
                  </a:moveTo>
                  <a:lnTo>
                    <a:pt x="207" y="0"/>
                  </a:lnTo>
                  <a:cubicBezTo>
                    <a:pt x="136" y="33"/>
                    <a:pt x="66" y="50"/>
                    <a:pt x="0" y="87"/>
                  </a:cubicBezTo>
                  <a:cubicBezTo>
                    <a:pt x="0" y="103"/>
                    <a:pt x="0" y="136"/>
                    <a:pt x="17" y="153"/>
                  </a:cubicBezTo>
                  <a:cubicBezTo>
                    <a:pt x="38" y="175"/>
                    <a:pt x="63" y="186"/>
                    <a:pt x="88" y="186"/>
                  </a:cubicBezTo>
                  <a:cubicBezTo>
                    <a:pt x="123" y="186"/>
                    <a:pt x="159" y="167"/>
                    <a:pt x="190" y="136"/>
                  </a:cubicBezTo>
                  <a:cubicBezTo>
                    <a:pt x="223" y="103"/>
                    <a:pt x="223" y="5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3907100" y="27337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57" y="1"/>
                  </a:moveTo>
                  <a:cubicBezTo>
                    <a:pt x="87" y="1"/>
                    <a:pt x="38" y="34"/>
                    <a:pt x="17" y="104"/>
                  </a:cubicBezTo>
                  <a:cubicBezTo>
                    <a:pt x="1" y="137"/>
                    <a:pt x="17" y="170"/>
                    <a:pt x="17" y="207"/>
                  </a:cubicBezTo>
                  <a:cubicBezTo>
                    <a:pt x="38" y="240"/>
                    <a:pt x="71" y="256"/>
                    <a:pt x="87" y="256"/>
                  </a:cubicBezTo>
                  <a:cubicBezTo>
                    <a:pt x="96" y="259"/>
                    <a:pt x="105" y="260"/>
                    <a:pt x="114" y="260"/>
                  </a:cubicBezTo>
                  <a:cubicBezTo>
                    <a:pt x="173" y="260"/>
                    <a:pt x="223" y="214"/>
                    <a:pt x="223" y="153"/>
                  </a:cubicBezTo>
                  <a:cubicBezTo>
                    <a:pt x="244" y="120"/>
                    <a:pt x="244" y="83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3877525" y="27278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9" y="1"/>
                  </a:moveTo>
                  <a:cubicBezTo>
                    <a:pt x="124" y="1"/>
                    <a:pt x="112" y="5"/>
                    <a:pt x="103" y="13"/>
                  </a:cubicBezTo>
                  <a:cubicBezTo>
                    <a:pt x="33" y="50"/>
                    <a:pt x="0" y="116"/>
                    <a:pt x="17" y="186"/>
                  </a:cubicBezTo>
                  <a:cubicBezTo>
                    <a:pt x="33" y="219"/>
                    <a:pt x="50" y="240"/>
                    <a:pt x="66" y="256"/>
                  </a:cubicBezTo>
                  <a:cubicBezTo>
                    <a:pt x="85" y="264"/>
                    <a:pt x="98" y="269"/>
                    <a:pt x="111" y="269"/>
                  </a:cubicBezTo>
                  <a:cubicBezTo>
                    <a:pt x="124" y="269"/>
                    <a:pt x="136" y="264"/>
                    <a:pt x="153" y="256"/>
                  </a:cubicBezTo>
                  <a:cubicBezTo>
                    <a:pt x="190" y="240"/>
                    <a:pt x="206" y="219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7"/>
                    <a:pt x="223" y="50"/>
                    <a:pt x="206" y="34"/>
                  </a:cubicBezTo>
                  <a:lnTo>
                    <a:pt x="190" y="13"/>
                  </a:lnTo>
                  <a:cubicBezTo>
                    <a:pt x="171" y="5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3900300" y="27019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1"/>
                  </a:moveTo>
                  <a:cubicBezTo>
                    <a:pt x="83" y="1"/>
                    <a:pt x="17" y="54"/>
                    <a:pt x="0" y="120"/>
                  </a:cubicBezTo>
                  <a:cubicBezTo>
                    <a:pt x="0" y="157"/>
                    <a:pt x="0" y="190"/>
                    <a:pt x="17" y="207"/>
                  </a:cubicBezTo>
                  <a:cubicBezTo>
                    <a:pt x="33" y="244"/>
                    <a:pt x="50" y="260"/>
                    <a:pt x="83" y="260"/>
                  </a:cubicBezTo>
                  <a:cubicBezTo>
                    <a:pt x="90" y="263"/>
                    <a:pt x="97" y="264"/>
                    <a:pt x="104" y="264"/>
                  </a:cubicBezTo>
                  <a:cubicBezTo>
                    <a:pt x="153" y="264"/>
                    <a:pt x="209" y="215"/>
                    <a:pt x="223" y="157"/>
                  </a:cubicBezTo>
                  <a:cubicBezTo>
                    <a:pt x="240" y="104"/>
                    <a:pt x="223" y="71"/>
                    <a:pt x="186" y="38"/>
                  </a:cubicBezTo>
                  <a:cubicBezTo>
                    <a:pt x="170" y="17"/>
                    <a:pt x="153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3870625" y="27567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01" y="0"/>
                    <a:pt x="64" y="17"/>
                    <a:pt x="33" y="58"/>
                  </a:cubicBezTo>
                  <a:cubicBezTo>
                    <a:pt x="0" y="111"/>
                    <a:pt x="0" y="194"/>
                    <a:pt x="33" y="231"/>
                  </a:cubicBezTo>
                  <a:cubicBezTo>
                    <a:pt x="56" y="252"/>
                    <a:pt x="81" y="261"/>
                    <a:pt x="106" y="261"/>
                  </a:cubicBezTo>
                  <a:cubicBezTo>
                    <a:pt x="142" y="261"/>
                    <a:pt x="177" y="243"/>
                    <a:pt x="206" y="215"/>
                  </a:cubicBezTo>
                  <a:cubicBezTo>
                    <a:pt x="239" y="161"/>
                    <a:pt x="239" y="74"/>
                    <a:pt x="206" y="25"/>
                  </a:cubicBezTo>
                  <a:cubicBezTo>
                    <a:pt x="185" y="9"/>
                    <a:pt x="161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3875775" y="2711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3" y="1"/>
                  </a:moveTo>
                  <a:cubicBezTo>
                    <a:pt x="101" y="1"/>
                    <a:pt x="64" y="18"/>
                    <a:pt x="33" y="47"/>
                  </a:cubicBezTo>
                  <a:cubicBezTo>
                    <a:pt x="17" y="64"/>
                    <a:pt x="17" y="84"/>
                    <a:pt x="0" y="101"/>
                  </a:cubicBezTo>
                  <a:cubicBezTo>
                    <a:pt x="0" y="150"/>
                    <a:pt x="0" y="204"/>
                    <a:pt x="33" y="237"/>
                  </a:cubicBezTo>
                  <a:cubicBezTo>
                    <a:pt x="59" y="248"/>
                    <a:pt x="92" y="260"/>
                    <a:pt x="122" y="260"/>
                  </a:cubicBezTo>
                  <a:cubicBezTo>
                    <a:pt x="134" y="260"/>
                    <a:pt x="146" y="258"/>
                    <a:pt x="157" y="253"/>
                  </a:cubicBezTo>
                  <a:cubicBezTo>
                    <a:pt x="173" y="237"/>
                    <a:pt x="190" y="220"/>
                    <a:pt x="190" y="204"/>
                  </a:cubicBezTo>
                  <a:cubicBezTo>
                    <a:pt x="239" y="150"/>
                    <a:pt x="239" y="84"/>
                    <a:pt x="190" y="31"/>
                  </a:cubicBezTo>
                  <a:cubicBezTo>
                    <a:pt x="176" y="10"/>
                    <a:pt x="156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3896800" y="2746775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0" y="0"/>
                  </a:moveTo>
                  <a:cubicBezTo>
                    <a:pt x="125" y="0"/>
                    <a:pt x="112" y="4"/>
                    <a:pt x="103" y="13"/>
                  </a:cubicBezTo>
                  <a:cubicBezTo>
                    <a:pt x="37" y="29"/>
                    <a:pt x="0" y="116"/>
                    <a:pt x="17" y="182"/>
                  </a:cubicBezTo>
                  <a:cubicBezTo>
                    <a:pt x="17" y="202"/>
                    <a:pt x="54" y="235"/>
                    <a:pt x="70" y="252"/>
                  </a:cubicBezTo>
                  <a:cubicBezTo>
                    <a:pt x="87" y="260"/>
                    <a:pt x="99" y="264"/>
                    <a:pt x="112" y="264"/>
                  </a:cubicBezTo>
                  <a:cubicBezTo>
                    <a:pt x="125" y="264"/>
                    <a:pt x="138" y="260"/>
                    <a:pt x="157" y="252"/>
                  </a:cubicBezTo>
                  <a:cubicBezTo>
                    <a:pt x="223" y="219"/>
                    <a:pt x="260" y="149"/>
                    <a:pt x="244" y="79"/>
                  </a:cubicBezTo>
                  <a:cubicBezTo>
                    <a:pt x="223" y="62"/>
                    <a:pt x="223" y="46"/>
                    <a:pt x="206" y="29"/>
                  </a:cubicBezTo>
                  <a:lnTo>
                    <a:pt x="190" y="13"/>
                  </a:lnTo>
                  <a:cubicBezTo>
                    <a:pt x="173" y="4"/>
                    <a:pt x="156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3883075" y="2744750"/>
              <a:ext cx="6025" cy="6325"/>
            </a:xfrm>
            <a:custGeom>
              <a:avLst/>
              <a:gdLst/>
              <a:ahLst/>
              <a:cxnLst/>
              <a:rect l="l" t="t" r="r" b="b"/>
              <a:pathLst>
                <a:path w="241" h="253" extrusionOk="0">
                  <a:moveTo>
                    <a:pt x="127" y="1"/>
                  </a:moveTo>
                  <a:cubicBezTo>
                    <a:pt x="97" y="1"/>
                    <a:pt x="63" y="13"/>
                    <a:pt x="34" y="40"/>
                  </a:cubicBezTo>
                  <a:cubicBezTo>
                    <a:pt x="1" y="110"/>
                    <a:pt x="1" y="180"/>
                    <a:pt x="34" y="230"/>
                  </a:cubicBezTo>
                  <a:cubicBezTo>
                    <a:pt x="58" y="244"/>
                    <a:pt x="85" y="253"/>
                    <a:pt x="111" y="253"/>
                  </a:cubicBezTo>
                  <a:cubicBezTo>
                    <a:pt x="144" y="253"/>
                    <a:pt x="178" y="240"/>
                    <a:pt x="207" y="213"/>
                  </a:cubicBezTo>
                  <a:cubicBezTo>
                    <a:pt x="240" y="143"/>
                    <a:pt x="240" y="77"/>
                    <a:pt x="191" y="23"/>
                  </a:cubicBezTo>
                  <a:cubicBezTo>
                    <a:pt x="174" y="9"/>
                    <a:pt x="151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3883500" y="26992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8" y="1"/>
                  </a:moveTo>
                  <a:cubicBezTo>
                    <a:pt x="103" y="1"/>
                    <a:pt x="65" y="18"/>
                    <a:pt x="33" y="59"/>
                  </a:cubicBezTo>
                  <a:cubicBezTo>
                    <a:pt x="0" y="109"/>
                    <a:pt x="0" y="179"/>
                    <a:pt x="33" y="228"/>
                  </a:cubicBezTo>
                  <a:cubicBezTo>
                    <a:pt x="54" y="249"/>
                    <a:pt x="71" y="249"/>
                    <a:pt x="87" y="249"/>
                  </a:cubicBezTo>
                  <a:cubicBezTo>
                    <a:pt x="96" y="253"/>
                    <a:pt x="106" y="255"/>
                    <a:pt x="117" y="255"/>
                  </a:cubicBezTo>
                  <a:cubicBezTo>
                    <a:pt x="147" y="255"/>
                    <a:pt x="182" y="239"/>
                    <a:pt x="207" y="212"/>
                  </a:cubicBezTo>
                  <a:cubicBezTo>
                    <a:pt x="240" y="162"/>
                    <a:pt x="240" y="109"/>
                    <a:pt x="223" y="76"/>
                  </a:cubicBezTo>
                  <a:cubicBezTo>
                    <a:pt x="223" y="59"/>
                    <a:pt x="207" y="43"/>
                    <a:pt x="207" y="22"/>
                  </a:cubicBezTo>
                  <a:cubicBezTo>
                    <a:pt x="186" y="9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3862875" y="2725000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40" y="1"/>
                  </a:moveTo>
                  <a:cubicBezTo>
                    <a:pt x="107" y="1"/>
                    <a:pt x="74" y="17"/>
                    <a:pt x="54" y="59"/>
                  </a:cubicBezTo>
                  <a:cubicBezTo>
                    <a:pt x="1" y="108"/>
                    <a:pt x="1" y="179"/>
                    <a:pt x="54" y="228"/>
                  </a:cubicBezTo>
                  <a:cubicBezTo>
                    <a:pt x="71" y="249"/>
                    <a:pt x="71" y="249"/>
                    <a:pt x="87" y="249"/>
                  </a:cubicBezTo>
                  <a:cubicBezTo>
                    <a:pt x="100" y="253"/>
                    <a:pt x="113" y="255"/>
                    <a:pt x="124" y="255"/>
                  </a:cubicBezTo>
                  <a:cubicBezTo>
                    <a:pt x="156" y="255"/>
                    <a:pt x="183" y="239"/>
                    <a:pt x="207" y="212"/>
                  </a:cubicBezTo>
                  <a:cubicBezTo>
                    <a:pt x="240" y="179"/>
                    <a:pt x="240" y="125"/>
                    <a:pt x="240" y="75"/>
                  </a:cubicBezTo>
                  <a:cubicBezTo>
                    <a:pt x="224" y="59"/>
                    <a:pt x="224" y="43"/>
                    <a:pt x="207" y="22"/>
                  </a:cubicBezTo>
                  <a:cubicBezTo>
                    <a:pt x="187" y="8"/>
                    <a:pt x="163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4245075" y="2837750"/>
              <a:ext cx="6525" cy="6550"/>
            </a:xfrm>
            <a:custGeom>
              <a:avLst/>
              <a:gdLst/>
              <a:ahLst/>
              <a:cxnLst/>
              <a:rect l="l" t="t" r="r" b="b"/>
              <a:pathLst>
                <a:path w="261" h="262" extrusionOk="0">
                  <a:moveTo>
                    <a:pt x="150" y="1"/>
                  </a:moveTo>
                  <a:cubicBezTo>
                    <a:pt x="119" y="1"/>
                    <a:pt x="83" y="18"/>
                    <a:pt x="54" y="47"/>
                  </a:cubicBezTo>
                  <a:cubicBezTo>
                    <a:pt x="1" y="101"/>
                    <a:pt x="1" y="187"/>
                    <a:pt x="54" y="237"/>
                  </a:cubicBezTo>
                  <a:cubicBezTo>
                    <a:pt x="75" y="252"/>
                    <a:pt x="100" y="261"/>
                    <a:pt x="123" y="261"/>
                  </a:cubicBezTo>
                  <a:cubicBezTo>
                    <a:pt x="156" y="261"/>
                    <a:pt x="188" y="244"/>
                    <a:pt x="207" y="204"/>
                  </a:cubicBezTo>
                  <a:cubicBezTo>
                    <a:pt x="260" y="150"/>
                    <a:pt x="260" y="68"/>
                    <a:pt x="207" y="31"/>
                  </a:cubicBezTo>
                  <a:cubicBezTo>
                    <a:pt x="193" y="10"/>
                    <a:pt x="173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3"/>
            <p:cNvSpPr/>
            <p:nvPr/>
          </p:nvSpPr>
          <p:spPr>
            <a:xfrm>
              <a:off x="4249000" y="2791525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16" y="0"/>
                  </a:moveTo>
                  <a:cubicBezTo>
                    <a:pt x="100" y="0"/>
                    <a:pt x="81" y="8"/>
                    <a:pt x="70" y="8"/>
                  </a:cubicBezTo>
                  <a:cubicBezTo>
                    <a:pt x="33" y="24"/>
                    <a:pt x="17" y="61"/>
                    <a:pt x="0" y="111"/>
                  </a:cubicBezTo>
                  <a:cubicBezTo>
                    <a:pt x="0" y="144"/>
                    <a:pt x="0" y="181"/>
                    <a:pt x="17" y="197"/>
                  </a:cubicBezTo>
                  <a:cubicBezTo>
                    <a:pt x="33" y="230"/>
                    <a:pt x="50" y="247"/>
                    <a:pt x="87" y="247"/>
                  </a:cubicBezTo>
                  <a:cubicBezTo>
                    <a:pt x="94" y="250"/>
                    <a:pt x="102" y="251"/>
                    <a:pt x="110" y="251"/>
                  </a:cubicBezTo>
                  <a:cubicBezTo>
                    <a:pt x="156" y="251"/>
                    <a:pt x="209" y="206"/>
                    <a:pt x="223" y="164"/>
                  </a:cubicBezTo>
                  <a:lnTo>
                    <a:pt x="223" y="144"/>
                  </a:lnTo>
                  <a:cubicBezTo>
                    <a:pt x="239" y="94"/>
                    <a:pt x="223" y="61"/>
                    <a:pt x="190" y="24"/>
                  </a:cubicBezTo>
                  <a:cubicBezTo>
                    <a:pt x="173" y="8"/>
                    <a:pt x="153" y="8"/>
                    <a:pt x="136" y="8"/>
                  </a:cubicBezTo>
                  <a:cubicBezTo>
                    <a:pt x="131" y="2"/>
                    <a:pt x="124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3"/>
            <p:cNvSpPr/>
            <p:nvPr/>
          </p:nvSpPr>
          <p:spPr>
            <a:xfrm>
              <a:off x="4248175" y="27766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6" y="1"/>
                  </a:moveTo>
                  <a:cubicBezTo>
                    <a:pt x="120" y="1"/>
                    <a:pt x="83" y="17"/>
                    <a:pt x="50" y="38"/>
                  </a:cubicBezTo>
                  <a:cubicBezTo>
                    <a:pt x="33" y="54"/>
                    <a:pt x="17" y="87"/>
                    <a:pt x="0" y="120"/>
                  </a:cubicBezTo>
                  <a:cubicBezTo>
                    <a:pt x="0" y="158"/>
                    <a:pt x="0" y="191"/>
                    <a:pt x="17" y="207"/>
                  </a:cubicBezTo>
                  <a:cubicBezTo>
                    <a:pt x="33" y="244"/>
                    <a:pt x="50" y="261"/>
                    <a:pt x="83" y="261"/>
                  </a:cubicBezTo>
                  <a:cubicBezTo>
                    <a:pt x="91" y="263"/>
                    <a:pt x="100" y="264"/>
                    <a:pt x="108" y="264"/>
                  </a:cubicBezTo>
                  <a:cubicBezTo>
                    <a:pt x="166" y="264"/>
                    <a:pt x="208" y="215"/>
                    <a:pt x="223" y="158"/>
                  </a:cubicBezTo>
                  <a:cubicBezTo>
                    <a:pt x="239" y="120"/>
                    <a:pt x="223" y="87"/>
                    <a:pt x="206" y="54"/>
                  </a:cubicBezTo>
                  <a:cubicBezTo>
                    <a:pt x="206" y="54"/>
                    <a:pt x="206" y="38"/>
                    <a:pt x="186" y="38"/>
                  </a:cubicBezTo>
                  <a:cubicBezTo>
                    <a:pt x="186" y="17"/>
                    <a:pt x="169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4241675" y="276120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87" y="17"/>
                    <a:pt x="71" y="38"/>
                    <a:pt x="54" y="54"/>
                  </a:cubicBezTo>
                  <a:cubicBezTo>
                    <a:pt x="1" y="103"/>
                    <a:pt x="1" y="190"/>
                    <a:pt x="54" y="223"/>
                  </a:cubicBezTo>
                  <a:cubicBezTo>
                    <a:pt x="54" y="244"/>
                    <a:pt x="71" y="244"/>
                    <a:pt x="87" y="260"/>
                  </a:cubicBezTo>
                  <a:cubicBezTo>
                    <a:pt x="137" y="260"/>
                    <a:pt x="174" y="244"/>
                    <a:pt x="207" y="207"/>
                  </a:cubicBezTo>
                  <a:cubicBezTo>
                    <a:pt x="207" y="207"/>
                    <a:pt x="207" y="190"/>
                    <a:pt x="223" y="190"/>
                  </a:cubicBezTo>
                  <a:cubicBezTo>
                    <a:pt x="174" y="141"/>
                    <a:pt x="137" y="71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4235700" y="2789950"/>
              <a:ext cx="6425" cy="6425"/>
            </a:xfrm>
            <a:custGeom>
              <a:avLst/>
              <a:gdLst/>
              <a:ahLst/>
              <a:cxnLst/>
              <a:rect l="l" t="t" r="r" b="b"/>
              <a:pathLst>
                <a:path w="257" h="257" extrusionOk="0">
                  <a:moveTo>
                    <a:pt x="103" y="1"/>
                  </a:moveTo>
                  <a:cubicBezTo>
                    <a:pt x="50" y="38"/>
                    <a:pt x="0" y="104"/>
                    <a:pt x="17" y="174"/>
                  </a:cubicBezTo>
                  <a:cubicBezTo>
                    <a:pt x="33" y="207"/>
                    <a:pt x="50" y="227"/>
                    <a:pt x="87" y="244"/>
                  </a:cubicBezTo>
                  <a:cubicBezTo>
                    <a:pt x="95" y="252"/>
                    <a:pt x="108" y="256"/>
                    <a:pt x="122" y="256"/>
                  </a:cubicBezTo>
                  <a:cubicBezTo>
                    <a:pt x="136" y="256"/>
                    <a:pt x="153" y="252"/>
                    <a:pt x="169" y="244"/>
                  </a:cubicBezTo>
                  <a:cubicBezTo>
                    <a:pt x="190" y="227"/>
                    <a:pt x="223" y="207"/>
                    <a:pt x="240" y="174"/>
                  </a:cubicBezTo>
                  <a:cubicBezTo>
                    <a:pt x="240" y="141"/>
                    <a:pt x="256" y="104"/>
                    <a:pt x="240" y="87"/>
                  </a:cubicBezTo>
                  <a:cubicBezTo>
                    <a:pt x="240" y="54"/>
                    <a:pt x="223" y="38"/>
                    <a:pt x="207" y="21"/>
                  </a:cubicBezTo>
                  <a:lnTo>
                    <a:pt x="1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4243850" y="282212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16" y="1"/>
                  </a:moveTo>
                  <a:cubicBezTo>
                    <a:pt x="69" y="1"/>
                    <a:pt x="14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7"/>
                    <a:pt x="50" y="260"/>
                    <a:pt x="87" y="260"/>
                  </a:cubicBezTo>
                  <a:cubicBezTo>
                    <a:pt x="136" y="260"/>
                    <a:pt x="206" y="227"/>
                    <a:pt x="223" y="157"/>
                  </a:cubicBezTo>
                  <a:cubicBezTo>
                    <a:pt x="223" y="124"/>
                    <a:pt x="223" y="91"/>
                    <a:pt x="206" y="54"/>
                  </a:cubicBezTo>
                  <a:cubicBezTo>
                    <a:pt x="206" y="37"/>
                    <a:pt x="190" y="37"/>
                    <a:pt x="190" y="37"/>
                  </a:cubicBezTo>
                  <a:cubicBezTo>
                    <a:pt x="173" y="21"/>
                    <a:pt x="153" y="4"/>
                    <a:pt x="136" y="4"/>
                  </a:cubicBezTo>
                  <a:cubicBezTo>
                    <a:pt x="130" y="2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4241275" y="28066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1"/>
                  </a:moveTo>
                  <a:cubicBezTo>
                    <a:pt x="103" y="1"/>
                    <a:pt x="71" y="17"/>
                    <a:pt x="50" y="55"/>
                  </a:cubicBezTo>
                  <a:cubicBezTo>
                    <a:pt x="0" y="109"/>
                    <a:pt x="0" y="195"/>
                    <a:pt x="50" y="228"/>
                  </a:cubicBezTo>
                  <a:cubicBezTo>
                    <a:pt x="65" y="251"/>
                    <a:pt x="85" y="260"/>
                    <a:pt x="107" y="260"/>
                  </a:cubicBezTo>
                  <a:cubicBezTo>
                    <a:pt x="139" y="260"/>
                    <a:pt x="175" y="241"/>
                    <a:pt x="206" y="212"/>
                  </a:cubicBezTo>
                  <a:cubicBezTo>
                    <a:pt x="239" y="158"/>
                    <a:pt x="239" y="76"/>
                    <a:pt x="206" y="22"/>
                  </a:cubicBezTo>
                  <a:cubicBezTo>
                    <a:pt x="184" y="9"/>
                    <a:pt x="160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4227550" y="2850550"/>
              <a:ext cx="1675" cy="25"/>
            </a:xfrm>
            <a:custGeom>
              <a:avLst/>
              <a:gdLst/>
              <a:ahLst/>
              <a:cxnLst/>
              <a:rect l="l" t="t" r="r" b="b"/>
              <a:pathLst>
                <a:path w="67" h="1" extrusionOk="0">
                  <a:moveTo>
                    <a:pt x="1" y="1"/>
                  </a:moveTo>
                  <a:lnTo>
                    <a:pt x="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3866800" y="2686475"/>
              <a:ext cx="2100" cy="650"/>
            </a:xfrm>
            <a:custGeom>
              <a:avLst/>
              <a:gdLst/>
              <a:ahLst/>
              <a:cxnLst/>
              <a:rect l="l" t="t" r="r" b="b"/>
              <a:pathLst>
                <a:path w="84" h="26" extrusionOk="0">
                  <a:moveTo>
                    <a:pt x="83" y="0"/>
                  </a:moveTo>
                  <a:cubicBezTo>
                    <a:pt x="50" y="0"/>
                    <a:pt x="34" y="17"/>
                    <a:pt x="1" y="17"/>
                  </a:cubicBezTo>
                  <a:lnTo>
                    <a:pt x="17" y="17"/>
                  </a:lnTo>
                  <a:cubicBezTo>
                    <a:pt x="22" y="23"/>
                    <a:pt x="28" y="25"/>
                    <a:pt x="35" y="25"/>
                  </a:cubicBezTo>
                  <a:cubicBezTo>
                    <a:pt x="52" y="25"/>
                    <a:pt x="71" y="12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3840100" y="2692025"/>
              <a:ext cx="6100" cy="4675"/>
            </a:xfrm>
            <a:custGeom>
              <a:avLst/>
              <a:gdLst/>
              <a:ahLst/>
              <a:cxnLst/>
              <a:rect l="l" t="t" r="r" b="b"/>
              <a:pathLst>
                <a:path w="244" h="187" extrusionOk="0">
                  <a:moveTo>
                    <a:pt x="207" y="1"/>
                  </a:moveTo>
                  <a:cubicBezTo>
                    <a:pt x="120" y="38"/>
                    <a:pt x="54" y="71"/>
                    <a:pt x="1" y="88"/>
                  </a:cubicBezTo>
                  <a:lnTo>
                    <a:pt x="1" y="104"/>
                  </a:lnTo>
                  <a:cubicBezTo>
                    <a:pt x="1" y="141"/>
                    <a:pt x="17" y="158"/>
                    <a:pt x="54" y="174"/>
                  </a:cubicBezTo>
                  <a:cubicBezTo>
                    <a:pt x="71" y="182"/>
                    <a:pt x="83" y="186"/>
                    <a:pt x="96" y="186"/>
                  </a:cubicBezTo>
                  <a:cubicBezTo>
                    <a:pt x="109" y="186"/>
                    <a:pt x="122" y="182"/>
                    <a:pt x="141" y="174"/>
                  </a:cubicBezTo>
                  <a:cubicBezTo>
                    <a:pt x="190" y="158"/>
                    <a:pt x="244" y="88"/>
                    <a:pt x="223" y="22"/>
                  </a:cubicBezTo>
                  <a:lnTo>
                    <a:pt x="2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4230950" y="28354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7" y="1"/>
                  </a:moveTo>
                  <a:cubicBezTo>
                    <a:pt x="70" y="1"/>
                    <a:pt x="17" y="46"/>
                    <a:pt x="17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7"/>
                    <a:pt x="71" y="243"/>
                    <a:pt x="87" y="264"/>
                  </a:cubicBezTo>
                  <a:cubicBezTo>
                    <a:pt x="153" y="264"/>
                    <a:pt x="207" y="210"/>
                    <a:pt x="223" y="140"/>
                  </a:cubicBezTo>
                  <a:cubicBezTo>
                    <a:pt x="240" y="107"/>
                    <a:pt x="240" y="74"/>
                    <a:pt x="223" y="58"/>
                  </a:cubicBezTo>
                  <a:cubicBezTo>
                    <a:pt x="207" y="37"/>
                    <a:pt x="207" y="37"/>
                    <a:pt x="207" y="21"/>
                  </a:cubicBezTo>
                  <a:cubicBezTo>
                    <a:pt x="190" y="21"/>
                    <a:pt x="174" y="4"/>
                    <a:pt x="153" y="4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4270025" y="2814900"/>
              <a:ext cx="2600" cy="5175"/>
            </a:xfrm>
            <a:custGeom>
              <a:avLst/>
              <a:gdLst/>
              <a:ahLst/>
              <a:cxnLst/>
              <a:rect l="l" t="t" r="r" b="b"/>
              <a:pathLst>
                <a:path w="104" h="207" extrusionOk="0">
                  <a:moveTo>
                    <a:pt x="33" y="0"/>
                  </a:moveTo>
                  <a:cubicBezTo>
                    <a:pt x="17" y="17"/>
                    <a:pt x="17" y="33"/>
                    <a:pt x="0" y="71"/>
                  </a:cubicBezTo>
                  <a:cubicBezTo>
                    <a:pt x="0" y="104"/>
                    <a:pt x="0" y="137"/>
                    <a:pt x="17" y="157"/>
                  </a:cubicBezTo>
                  <a:cubicBezTo>
                    <a:pt x="33" y="190"/>
                    <a:pt x="54" y="207"/>
                    <a:pt x="87" y="207"/>
                  </a:cubicBezTo>
                  <a:lnTo>
                    <a:pt x="103" y="207"/>
                  </a:lnTo>
                  <a:cubicBezTo>
                    <a:pt x="70" y="137"/>
                    <a:pt x="54" y="71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4116750" y="27224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7" y="0"/>
                  </a:moveTo>
                  <a:cubicBezTo>
                    <a:pt x="67" y="0"/>
                    <a:pt x="15" y="49"/>
                    <a:pt x="1" y="106"/>
                  </a:cubicBezTo>
                  <a:cubicBezTo>
                    <a:pt x="1" y="144"/>
                    <a:pt x="1" y="176"/>
                    <a:pt x="17" y="209"/>
                  </a:cubicBezTo>
                  <a:cubicBezTo>
                    <a:pt x="34" y="226"/>
                    <a:pt x="67" y="247"/>
                    <a:pt x="83" y="263"/>
                  </a:cubicBezTo>
                  <a:cubicBezTo>
                    <a:pt x="153" y="263"/>
                    <a:pt x="207" y="209"/>
                    <a:pt x="223" y="144"/>
                  </a:cubicBezTo>
                  <a:cubicBezTo>
                    <a:pt x="240" y="106"/>
                    <a:pt x="223" y="73"/>
                    <a:pt x="223" y="57"/>
                  </a:cubicBezTo>
                  <a:lnTo>
                    <a:pt x="186" y="20"/>
                  </a:lnTo>
                  <a:cubicBezTo>
                    <a:pt x="186" y="20"/>
                    <a:pt x="170" y="3"/>
                    <a:pt x="153" y="3"/>
                  </a:cubicBezTo>
                  <a:cubicBezTo>
                    <a:pt x="144" y="1"/>
                    <a:pt x="136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4254975" y="2808725"/>
              <a:ext cx="6525" cy="6500"/>
            </a:xfrm>
            <a:custGeom>
              <a:avLst/>
              <a:gdLst/>
              <a:ahLst/>
              <a:cxnLst/>
              <a:rect l="l" t="t" r="r" b="b"/>
              <a:pathLst>
                <a:path w="261" h="260" extrusionOk="0">
                  <a:moveTo>
                    <a:pt x="135" y="1"/>
                  </a:moveTo>
                  <a:cubicBezTo>
                    <a:pt x="126" y="1"/>
                    <a:pt x="116" y="3"/>
                    <a:pt x="103" y="8"/>
                  </a:cubicBezTo>
                  <a:cubicBezTo>
                    <a:pt x="38" y="41"/>
                    <a:pt x="0" y="111"/>
                    <a:pt x="17" y="177"/>
                  </a:cubicBezTo>
                  <a:cubicBezTo>
                    <a:pt x="38" y="214"/>
                    <a:pt x="54" y="231"/>
                    <a:pt x="70" y="247"/>
                  </a:cubicBezTo>
                  <a:cubicBezTo>
                    <a:pt x="87" y="256"/>
                    <a:pt x="105" y="260"/>
                    <a:pt x="120" y="260"/>
                  </a:cubicBezTo>
                  <a:cubicBezTo>
                    <a:pt x="135" y="260"/>
                    <a:pt x="149" y="256"/>
                    <a:pt x="157" y="247"/>
                  </a:cubicBezTo>
                  <a:cubicBezTo>
                    <a:pt x="223" y="231"/>
                    <a:pt x="260" y="144"/>
                    <a:pt x="244" y="74"/>
                  </a:cubicBezTo>
                  <a:cubicBezTo>
                    <a:pt x="244" y="58"/>
                    <a:pt x="223" y="41"/>
                    <a:pt x="207" y="25"/>
                  </a:cubicBezTo>
                  <a:cubicBezTo>
                    <a:pt x="207" y="25"/>
                    <a:pt x="190" y="25"/>
                    <a:pt x="190" y="8"/>
                  </a:cubicBezTo>
                  <a:cubicBezTo>
                    <a:pt x="168" y="8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4264875" y="28432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57" y="0"/>
                  </a:moveTo>
                  <a:cubicBezTo>
                    <a:pt x="87" y="0"/>
                    <a:pt x="33" y="33"/>
                    <a:pt x="17" y="120"/>
                  </a:cubicBezTo>
                  <a:cubicBezTo>
                    <a:pt x="0" y="136"/>
                    <a:pt x="17" y="173"/>
                    <a:pt x="17" y="206"/>
                  </a:cubicBezTo>
                  <a:cubicBezTo>
                    <a:pt x="33" y="239"/>
                    <a:pt x="70" y="260"/>
                    <a:pt x="103" y="260"/>
                  </a:cubicBezTo>
                  <a:cubicBezTo>
                    <a:pt x="110" y="262"/>
                    <a:pt x="117" y="263"/>
                    <a:pt x="124" y="263"/>
                  </a:cubicBezTo>
                  <a:cubicBezTo>
                    <a:pt x="172" y="263"/>
                    <a:pt x="225" y="215"/>
                    <a:pt x="239" y="157"/>
                  </a:cubicBezTo>
                  <a:cubicBezTo>
                    <a:pt x="239" y="120"/>
                    <a:pt x="239" y="87"/>
                    <a:pt x="223" y="54"/>
                  </a:cubicBezTo>
                  <a:lnTo>
                    <a:pt x="206" y="33"/>
                  </a:lnTo>
                  <a:cubicBezTo>
                    <a:pt x="190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3842275" y="28156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2" y="0"/>
                  </a:moveTo>
                  <a:cubicBezTo>
                    <a:pt x="74" y="0"/>
                    <a:pt x="31" y="49"/>
                    <a:pt x="17" y="107"/>
                  </a:cubicBezTo>
                  <a:cubicBezTo>
                    <a:pt x="0" y="144"/>
                    <a:pt x="0" y="177"/>
                    <a:pt x="17" y="210"/>
                  </a:cubicBezTo>
                  <a:cubicBezTo>
                    <a:pt x="33" y="230"/>
                    <a:pt x="70" y="247"/>
                    <a:pt x="87" y="263"/>
                  </a:cubicBezTo>
                  <a:cubicBezTo>
                    <a:pt x="157" y="263"/>
                    <a:pt x="206" y="210"/>
                    <a:pt x="223" y="144"/>
                  </a:cubicBezTo>
                  <a:cubicBezTo>
                    <a:pt x="239" y="107"/>
                    <a:pt x="239" y="90"/>
                    <a:pt x="223" y="57"/>
                  </a:cubicBezTo>
                  <a:cubicBezTo>
                    <a:pt x="206" y="41"/>
                    <a:pt x="206" y="41"/>
                    <a:pt x="206" y="24"/>
                  </a:cubicBezTo>
                  <a:cubicBezTo>
                    <a:pt x="190" y="24"/>
                    <a:pt x="173" y="3"/>
                    <a:pt x="157" y="3"/>
                  </a:cubicBezTo>
                  <a:cubicBezTo>
                    <a:pt x="148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3856900" y="2757725"/>
              <a:ext cx="6000" cy="6150"/>
            </a:xfrm>
            <a:custGeom>
              <a:avLst/>
              <a:gdLst/>
              <a:ahLst/>
              <a:cxnLst/>
              <a:rect l="l" t="t" r="r" b="b"/>
              <a:pathLst>
                <a:path w="240" h="246" extrusionOk="0">
                  <a:moveTo>
                    <a:pt x="116" y="0"/>
                  </a:moveTo>
                  <a:cubicBezTo>
                    <a:pt x="70" y="0"/>
                    <a:pt x="15" y="46"/>
                    <a:pt x="1" y="106"/>
                  </a:cubicBezTo>
                  <a:cubicBezTo>
                    <a:pt x="1" y="139"/>
                    <a:pt x="1" y="177"/>
                    <a:pt x="17" y="193"/>
                  </a:cubicBezTo>
                  <a:cubicBezTo>
                    <a:pt x="34" y="226"/>
                    <a:pt x="50" y="242"/>
                    <a:pt x="87" y="242"/>
                  </a:cubicBezTo>
                  <a:cubicBezTo>
                    <a:pt x="96" y="245"/>
                    <a:pt x="104" y="246"/>
                    <a:pt x="113" y="246"/>
                  </a:cubicBezTo>
                  <a:cubicBezTo>
                    <a:pt x="167" y="246"/>
                    <a:pt x="209" y="200"/>
                    <a:pt x="223" y="139"/>
                  </a:cubicBezTo>
                  <a:cubicBezTo>
                    <a:pt x="240" y="106"/>
                    <a:pt x="223" y="73"/>
                    <a:pt x="223" y="53"/>
                  </a:cubicBezTo>
                  <a:cubicBezTo>
                    <a:pt x="207" y="36"/>
                    <a:pt x="207" y="36"/>
                    <a:pt x="190" y="20"/>
                  </a:cubicBezTo>
                  <a:cubicBezTo>
                    <a:pt x="190" y="3"/>
                    <a:pt x="170" y="3"/>
                    <a:pt x="137" y="3"/>
                  </a:cubicBezTo>
                  <a:cubicBezTo>
                    <a:pt x="130" y="1"/>
                    <a:pt x="124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3846600" y="28337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0" y="1"/>
                  </a:moveTo>
                  <a:cubicBezTo>
                    <a:pt x="66" y="1"/>
                    <a:pt x="33" y="55"/>
                    <a:pt x="17" y="104"/>
                  </a:cubicBezTo>
                  <a:cubicBezTo>
                    <a:pt x="0" y="141"/>
                    <a:pt x="17" y="174"/>
                    <a:pt x="17" y="207"/>
                  </a:cubicBezTo>
                  <a:cubicBezTo>
                    <a:pt x="33" y="228"/>
                    <a:pt x="66" y="244"/>
                    <a:pt x="104" y="261"/>
                  </a:cubicBezTo>
                  <a:cubicBezTo>
                    <a:pt x="153" y="261"/>
                    <a:pt x="223" y="207"/>
                    <a:pt x="240" y="141"/>
                  </a:cubicBezTo>
                  <a:lnTo>
                    <a:pt x="240" y="104"/>
                  </a:lnTo>
                  <a:cubicBezTo>
                    <a:pt x="240" y="71"/>
                    <a:pt x="223" y="55"/>
                    <a:pt x="207" y="22"/>
                  </a:cubicBezTo>
                  <a:cubicBezTo>
                    <a:pt x="190" y="22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3838450" y="2783975"/>
              <a:ext cx="2600" cy="6525"/>
            </a:xfrm>
            <a:custGeom>
              <a:avLst/>
              <a:gdLst/>
              <a:ahLst/>
              <a:cxnLst/>
              <a:rect l="l" t="t" r="r" b="b"/>
              <a:pathLst>
                <a:path w="104" h="261" extrusionOk="0">
                  <a:moveTo>
                    <a:pt x="1" y="1"/>
                  </a:moveTo>
                  <a:lnTo>
                    <a:pt x="1" y="260"/>
                  </a:lnTo>
                  <a:cubicBezTo>
                    <a:pt x="50" y="240"/>
                    <a:pt x="83" y="207"/>
                    <a:pt x="104" y="157"/>
                  </a:cubicBezTo>
                  <a:cubicBezTo>
                    <a:pt x="104" y="104"/>
                    <a:pt x="104" y="54"/>
                    <a:pt x="67" y="34"/>
                  </a:cubicBezTo>
                  <a:cubicBezTo>
                    <a:pt x="50" y="17"/>
                    <a:pt x="34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3839700" y="27994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87" y="0"/>
                  </a:moveTo>
                  <a:cubicBezTo>
                    <a:pt x="33" y="33"/>
                    <a:pt x="0" y="103"/>
                    <a:pt x="17" y="173"/>
                  </a:cubicBezTo>
                  <a:cubicBezTo>
                    <a:pt x="17" y="206"/>
                    <a:pt x="33" y="223"/>
                    <a:pt x="70" y="239"/>
                  </a:cubicBezTo>
                  <a:cubicBezTo>
                    <a:pt x="79" y="249"/>
                    <a:pt x="91" y="255"/>
                    <a:pt x="106" y="255"/>
                  </a:cubicBezTo>
                  <a:cubicBezTo>
                    <a:pt x="121" y="255"/>
                    <a:pt x="138" y="249"/>
                    <a:pt x="157" y="239"/>
                  </a:cubicBezTo>
                  <a:cubicBezTo>
                    <a:pt x="190" y="223"/>
                    <a:pt x="206" y="206"/>
                    <a:pt x="223" y="173"/>
                  </a:cubicBezTo>
                  <a:cubicBezTo>
                    <a:pt x="239" y="136"/>
                    <a:pt x="239" y="103"/>
                    <a:pt x="223" y="87"/>
                  </a:cubicBezTo>
                  <a:cubicBezTo>
                    <a:pt x="223" y="54"/>
                    <a:pt x="223" y="33"/>
                    <a:pt x="206" y="17"/>
                  </a:cubicBezTo>
                  <a:cubicBezTo>
                    <a:pt x="190" y="17"/>
                    <a:pt x="190" y="17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3849600" y="2725050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17" y="0"/>
                  </a:moveTo>
                  <a:cubicBezTo>
                    <a:pt x="70" y="0"/>
                    <a:pt x="14" y="49"/>
                    <a:pt x="0" y="106"/>
                  </a:cubicBezTo>
                  <a:cubicBezTo>
                    <a:pt x="0" y="144"/>
                    <a:pt x="0" y="177"/>
                    <a:pt x="17" y="193"/>
                  </a:cubicBezTo>
                  <a:cubicBezTo>
                    <a:pt x="33" y="226"/>
                    <a:pt x="50" y="247"/>
                    <a:pt x="87" y="247"/>
                  </a:cubicBezTo>
                  <a:cubicBezTo>
                    <a:pt x="95" y="249"/>
                    <a:pt x="103" y="250"/>
                    <a:pt x="111" y="250"/>
                  </a:cubicBezTo>
                  <a:cubicBezTo>
                    <a:pt x="165" y="250"/>
                    <a:pt x="208" y="201"/>
                    <a:pt x="223" y="144"/>
                  </a:cubicBezTo>
                  <a:cubicBezTo>
                    <a:pt x="239" y="106"/>
                    <a:pt x="223" y="73"/>
                    <a:pt x="206" y="41"/>
                  </a:cubicBezTo>
                  <a:cubicBezTo>
                    <a:pt x="206" y="41"/>
                    <a:pt x="206" y="20"/>
                    <a:pt x="190" y="20"/>
                  </a:cubicBezTo>
                  <a:cubicBezTo>
                    <a:pt x="190" y="3"/>
                    <a:pt x="173" y="3"/>
                    <a:pt x="136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3855150" y="27407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44" y="1"/>
                  </a:moveTo>
                  <a:cubicBezTo>
                    <a:pt x="131" y="1"/>
                    <a:pt x="117" y="5"/>
                    <a:pt x="104" y="11"/>
                  </a:cubicBezTo>
                  <a:cubicBezTo>
                    <a:pt x="71" y="11"/>
                    <a:pt x="54" y="32"/>
                    <a:pt x="34" y="48"/>
                  </a:cubicBezTo>
                  <a:cubicBezTo>
                    <a:pt x="17" y="65"/>
                    <a:pt x="1" y="98"/>
                    <a:pt x="1" y="135"/>
                  </a:cubicBezTo>
                  <a:cubicBezTo>
                    <a:pt x="1" y="168"/>
                    <a:pt x="17" y="201"/>
                    <a:pt x="34" y="238"/>
                  </a:cubicBezTo>
                  <a:cubicBezTo>
                    <a:pt x="55" y="252"/>
                    <a:pt x="80" y="259"/>
                    <a:pt x="104" y="259"/>
                  </a:cubicBezTo>
                  <a:cubicBezTo>
                    <a:pt x="138" y="259"/>
                    <a:pt x="171" y="243"/>
                    <a:pt x="190" y="201"/>
                  </a:cubicBezTo>
                  <a:cubicBezTo>
                    <a:pt x="240" y="152"/>
                    <a:pt x="240" y="65"/>
                    <a:pt x="190" y="32"/>
                  </a:cubicBezTo>
                  <a:cubicBezTo>
                    <a:pt x="180" y="10"/>
                    <a:pt x="163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3854325" y="2695550"/>
              <a:ext cx="6000" cy="6075"/>
            </a:xfrm>
            <a:custGeom>
              <a:avLst/>
              <a:gdLst/>
              <a:ahLst/>
              <a:cxnLst/>
              <a:rect l="l" t="t" r="r" b="b"/>
              <a:pathLst>
                <a:path w="240" h="243" extrusionOk="0">
                  <a:moveTo>
                    <a:pt x="120" y="0"/>
                  </a:moveTo>
                  <a:cubicBezTo>
                    <a:pt x="67" y="0"/>
                    <a:pt x="34" y="33"/>
                    <a:pt x="17" y="103"/>
                  </a:cubicBezTo>
                  <a:cubicBezTo>
                    <a:pt x="1" y="136"/>
                    <a:pt x="17" y="169"/>
                    <a:pt x="34" y="190"/>
                  </a:cubicBezTo>
                  <a:cubicBezTo>
                    <a:pt x="34" y="223"/>
                    <a:pt x="67" y="239"/>
                    <a:pt x="104" y="239"/>
                  </a:cubicBezTo>
                  <a:cubicBezTo>
                    <a:pt x="110" y="241"/>
                    <a:pt x="117" y="242"/>
                    <a:pt x="124" y="242"/>
                  </a:cubicBezTo>
                  <a:cubicBezTo>
                    <a:pt x="171" y="242"/>
                    <a:pt x="225" y="197"/>
                    <a:pt x="240" y="136"/>
                  </a:cubicBezTo>
                  <a:lnTo>
                    <a:pt x="240" y="103"/>
                  </a:lnTo>
                  <a:cubicBezTo>
                    <a:pt x="240" y="66"/>
                    <a:pt x="223" y="33"/>
                    <a:pt x="207" y="17"/>
                  </a:cubicBezTo>
                  <a:cubicBezTo>
                    <a:pt x="190" y="0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3853925" y="2848800"/>
              <a:ext cx="4650" cy="1775"/>
            </a:xfrm>
            <a:custGeom>
              <a:avLst/>
              <a:gdLst/>
              <a:ahLst/>
              <a:cxnLst/>
              <a:rect l="l" t="t" r="r" b="b"/>
              <a:pathLst>
                <a:path w="186" h="71" extrusionOk="0">
                  <a:moveTo>
                    <a:pt x="120" y="1"/>
                  </a:moveTo>
                  <a:cubicBezTo>
                    <a:pt x="83" y="1"/>
                    <a:pt x="50" y="1"/>
                    <a:pt x="33" y="17"/>
                  </a:cubicBezTo>
                  <a:cubicBezTo>
                    <a:pt x="17" y="38"/>
                    <a:pt x="0" y="54"/>
                    <a:pt x="0" y="71"/>
                  </a:cubicBezTo>
                  <a:lnTo>
                    <a:pt x="186" y="71"/>
                  </a:lnTo>
                  <a:lnTo>
                    <a:pt x="186" y="54"/>
                  </a:lnTo>
                  <a:cubicBezTo>
                    <a:pt x="186" y="38"/>
                    <a:pt x="169" y="38"/>
                    <a:pt x="169" y="17"/>
                  </a:cubicBezTo>
                  <a:cubicBezTo>
                    <a:pt x="15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4210350" y="2849225"/>
              <a:ext cx="4750" cy="1350"/>
            </a:xfrm>
            <a:custGeom>
              <a:avLst/>
              <a:gdLst/>
              <a:ahLst/>
              <a:cxnLst/>
              <a:rect l="l" t="t" r="r" b="b"/>
              <a:pathLst>
                <a:path w="190" h="54" extrusionOk="0">
                  <a:moveTo>
                    <a:pt x="120" y="0"/>
                  </a:moveTo>
                  <a:cubicBezTo>
                    <a:pt x="70" y="0"/>
                    <a:pt x="33" y="21"/>
                    <a:pt x="0" y="54"/>
                  </a:cubicBezTo>
                  <a:lnTo>
                    <a:pt x="190" y="54"/>
                  </a:lnTo>
                  <a:cubicBezTo>
                    <a:pt x="173" y="54"/>
                    <a:pt x="173" y="37"/>
                    <a:pt x="173" y="37"/>
                  </a:cubicBezTo>
                  <a:cubicBezTo>
                    <a:pt x="153" y="21"/>
                    <a:pt x="136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4226625" y="2802300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39" y="1"/>
                  </a:moveTo>
                  <a:cubicBezTo>
                    <a:pt x="104" y="1"/>
                    <a:pt x="67" y="18"/>
                    <a:pt x="38" y="59"/>
                  </a:cubicBezTo>
                  <a:cubicBezTo>
                    <a:pt x="1" y="109"/>
                    <a:pt x="1" y="179"/>
                    <a:pt x="38" y="228"/>
                  </a:cubicBezTo>
                  <a:cubicBezTo>
                    <a:pt x="59" y="251"/>
                    <a:pt x="83" y="261"/>
                    <a:pt x="109" y="261"/>
                  </a:cubicBezTo>
                  <a:cubicBezTo>
                    <a:pt x="143" y="261"/>
                    <a:pt x="178" y="243"/>
                    <a:pt x="207" y="212"/>
                  </a:cubicBezTo>
                  <a:cubicBezTo>
                    <a:pt x="244" y="162"/>
                    <a:pt x="244" y="76"/>
                    <a:pt x="207" y="22"/>
                  </a:cubicBezTo>
                  <a:cubicBezTo>
                    <a:pt x="187" y="9"/>
                    <a:pt x="163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4228800" y="2818850"/>
              <a:ext cx="6500" cy="6300"/>
            </a:xfrm>
            <a:custGeom>
              <a:avLst/>
              <a:gdLst/>
              <a:ahLst/>
              <a:cxnLst/>
              <a:rect l="l" t="t" r="r" b="b"/>
              <a:pathLst>
                <a:path w="260" h="252" extrusionOk="0">
                  <a:moveTo>
                    <a:pt x="138" y="0"/>
                  </a:moveTo>
                  <a:cubicBezTo>
                    <a:pt x="105" y="0"/>
                    <a:pt x="73" y="20"/>
                    <a:pt x="54" y="49"/>
                  </a:cubicBezTo>
                  <a:cubicBezTo>
                    <a:pt x="0" y="102"/>
                    <a:pt x="0" y="185"/>
                    <a:pt x="54" y="222"/>
                  </a:cubicBezTo>
                  <a:cubicBezTo>
                    <a:pt x="68" y="242"/>
                    <a:pt x="91" y="252"/>
                    <a:pt x="116" y="252"/>
                  </a:cubicBezTo>
                  <a:cubicBezTo>
                    <a:pt x="150" y="252"/>
                    <a:pt x="187" y="234"/>
                    <a:pt x="206" y="205"/>
                  </a:cubicBezTo>
                  <a:cubicBezTo>
                    <a:pt x="260" y="152"/>
                    <a:pt x="260" y="65"/>
                    <a:pt x="206" y="32"/>
                  </a:cubicBezTo>
                  <a:cubicBezTo>
                    <a:pt x="186" y="10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3838450" y="2848400"/>
              <a:ext cx="1675" cy="2175"/>
            </a:xfrm>
            <a:custGeom>
              <a:avLst/>
              <a:gdLst/>
              <a:ahLst/>
              <a:cxnLst/>
              <a:rect l="l" t="t" r="r" b="b"/>
              <a:pathLst>
                <a:path w="67" h="87" extrusionOk="0">
                  <a:moveTo>
                    <a:pt x="1" y="0"/>
                  </a:moveTo>
                  <a:lnTo>
                    <a:pt x="1" y="87"/>
                  </a:lnTo>
                  <a:lnTo>
                    <a:pt x="67" y="87"/>
                  </a:lnTo>
                  <a:cubicBezTo>
                    <a:pt x="67" y="70"/>
                    <a:pt x="50" y="33"/>
                    <a:pt x="34" y="17"/>
                  </a:cubicBezTo>
                  <a:cubicBezTo>
                    <a:pt x="34" y="17"/>
                    <a:pt x="17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3842675" y="2753475"/>
              <a:ext cx="6125" cy="6500"/>
            </a:xfrm>
            <a:custGeom>
              <a:avLst/>
              <a:gdLst/>
              <a:ahLst/>
              <a:cxnLst/>
              <a:rect l="l" t="t" r="r" b="b"/>
              <a:pathLst>
                <a:path w="245" h="260" extrusionOk="0">
                  <a:moveTo>
                    <a:pt x="141" y="0"/>
                  </a:moveTo>
                  <a:cubicBezTo>
                    <a:pt x="87" y="0"/>
                    <a:pt x="17" y="54"/>
                    <a:pt x="1" y="120"/>
                  </a:cubicBezTo>
                  <a:cubicBezTo>
                    <a:pt x="1" y="157"/>
                    <a:pt x="1" y="190"/>
                    <a:pt x="17" y="223"/>
                  </a:cubicBezTo>
                  <a:cubicBezTo>
                    <a:pt x="38" y="243"/>
                    <a:pt x="71" y="260"/>
                    <a:pt x="87" y="260"/>
                  </a:cubicBezTo>
                  <a:cubicBezTo>
                    <a:pt x="120" y="260"/>
                    <a:pt x="157" y="260"/>
                    <a:pt x="174" y="243"/>
                  </a:cubicBezTo>
                  <a:cubicBezTo>
                    <a:pt x="207" y="223"/>
                    <a:pt x="223" y="190"/>
                    <a:pt x="223" y="157"/>
                  </a:cubicBezTo>
                  <a:cubicBezTo>
                    <a:pt x="244" y="120"/>
                    <a:pt x="223" y="87"/>
                    <a:pt x="207" y="54"/>
                  </a:cubicBezTo>
                  <a:cubicBezTo>
                    <a:pt x="207" y="54"/>
                    <a:pt x="207" y="37"/>
                    <a:pt x="190" y="37"/>
                  </a:cubicBezTo>
                  <a:cubicBezTo>
                    <a:pt x="190" y="37"/>
                    <a:pt x="190" y="17"/>
                    <a:pt x="174" y="17"/>
                  </a:cubicBezTo>
                  <a:cubicBezTo>
                    <a:pt x="174" y="17"/>
                    <a:pt x="157" y="17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3843600" y="2771100"/>
              <a:ext cx="6025" cy="6375"/>
            </a:xfrm>
            <a:custGeom>
              <a:avLst/>
              <a:gdLst/>
              <a:ahLst/>
              <a:cxnLst/>
              <a:rect l="l" t="t" r="r" b="b"/>
              <a:pathLst>
                <a:path w="241" h="255" extrusionOk="0">
                  <a:moveTo>
                    <a:pt x="83" y="0"/>
                  </a:moveTo>
                  <a:cubicBezTo>
                    <a:pt x="50" y="17"/>
                    <a:pt x="34" y="54"/>
                    <a:pt x="17" y="70"/>
                  </a:cubicBezTo>
                  <a:cubicBezTo>
                    <a:pt x="1" y="103"/>
                    <a:pt x="1" y="136"/>
                    <a:pt x="1" y="173"/>
                  </a:cubicBezTo>
                  <a:cubicBezTo>
                    <a:pt x="17" y="206"/>
                    <a:pt x="34" y="223"/>
                    <a:pt x="50" y="239"/>
                  </a:cubicBezTo>
                  <a:cubicBezTo>
                    <a:pt x="67" y="250"/>
                    <a:pt x="84" y="255"/>
                    <a:pt x="100" y="255"/>
                  </a:cubicBezTo>
                  <a:cubicBezTo>
                    <a:pt x="115" y="255"/>
                    <a:pt x="129" y="250"/>
                    <a:pt x="137" y="239"/>
                  </a:cubicBezTo>
                  <a:cubicBezTo>
                    <a:pt x="207" y="223"/>
                    <a:pt x="240" y="136"/>
                    <a:pt x="224" y="87"/>
                  </a:cubicBezTo>
                  <a:cubicBezTo>
                    <a:pt x="224" y="54"/>
                    <a:pt x="207" y="33"/>
                    <a:pt x="186" y="17"/>
                  </a:cubicBezTo>
                  <a:cubicBezTo>
                    <a:pt x="186" y="17"/>
                    <a:pt x="170" y="17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3842275" y="27097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2" y="0"/>
                  </a:moveTo>
                  <a:cubicBezTo>
                    <a:pt x="100" y="0"/>
                    <a:pt x="64" y="19"/>
                    <a:pt x="33" y="50"/>
                  </a:cubicBezTo>
                  <a:cubicBezTo>
                    <a:pt x="0" y="99"/>
                    <a:pt x="0" y="186"/>
                    <a:pt x="33" y="239"/>
                  </a:cubicBezTo>
                  <a:cubicBezTo>
                    <a:pt x="55" y="253"/>
                    <a:pt x="80" y="261"/>
                    <a:pt x="104" y="261"/>
                  </a:cubicBezTo>
                  <a:cubicBezTo>
                    <a:pt x="141" y="261"/>
                    <a:pt x="177" y="244"/>
                    <a:pt x="206" y="202"/>
                  </a:cubicBezTo>
                  <a:cubicBezTo>
                    <a:pt x="239" y="153"/>
                    <a:pt x="239" y="8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4257550" y="282830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7" y="1"/>
                  </a:moveTo>
                  <a:cubicBezTo>
                    <a:pt x="104" y="1"/>
                    <a:pt x="73" y="19"/>
                    <a:pt x="54" y="50"/>
                  </a:cubicBezTo>
                  <a:cubicBezTo>
                    <a:pt x="0" y="99"/>
                    <a:pt x="0" y="186"/>
                    <a:pt x="54" y="219"/>
                  </a:cubicBezTo>
                  <a:cubicBezTo>
                    <a:pt x="68" y="242"/>
                    <a:pt x="89" y="252"/>
                    <a:pt x="112" y="252"/>
                  </a:cubicBezTo>
                  <a:cubicBezTo>
                    <a:pt x="143" y="252"/>
                    <a:pt x="178" y="233"/>
                    <a:pt x="207" y="202"/>
                  </a:cubicBezTo>
                  <a:cubicBezTo>
                    <a:pt x="244" y="153"/>
                    <a:pt x="244" y="66"/>
                    <a:pt x="207" y="33"/>
                  </a:cubicBezTo>
                  <a:cubicBezTo>
                    <a:pt x="186" y="11"/>
                    <a:pt x="161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3979675" y="27479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70" y="17"/>
                    <a:pt x="37" y="71"/>
                    <a:pt x="21" y="120"/>
                  </a:cubicBezTo>
                  <a:cubicBezTo>
                    <a:pt x="0" y="190"/>
                    <a:pt x="37" y="240"/>
                    <a:pt x="103" y="260"/>
                  </a:cubicBezTo>
                  <a:cubicBezTo>
                    <a:pt x="140" y="260"/>
                    <a:pt x="157" y="260"/>
                    <a:pt x="190" y="240"/>
                  </a:cubicBezTo>
                  <a:cubicBezTo>
                    <a:pt x="206" y="207"/>
                    <a:pt x="227" y="190"/>
                    <a:pt x="243" y="157"/>
                  </a:cubicBezTo>
                  <a:cubicBezTo>
                    <a:pt x="243" y="120"/>
                    <a:pt x="243" y="87"/>
                    <a:pt x="227" y="54"/>
                  </a:cubicBezTo>
                  <a:cubicBezTo>
                    <a:pt x="227" y="54"/>
                    <a:pt x="227" y="34"/>
                    <a:pt x="206" y="34"/>
                  </a:cubicBezTo>
                  <a:cubicBezTo>
                    <a:pt x="206" y="34"/>
                    <a:pt x="206" y="17"/>
                    <a:pt x="190" y="17"/>
                  </a:cubicBezTo>
                  <a:cubicBezTo>
                    <a:pt x="173" y="17"/>
                    <a:pt x="140" y="17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3944100" y="2832200"/>
              <a:ext cx="6425" cy="6500"/>
            </a:xfrm>
            <a:custGeom>
              <a:avLst/>
              <a:gdLst/>
              <a:ahLst/>
              <a:cxnLst/>
              <a:rect l="l" t="t" r="r" b="b"/>
              <a:pathLst>
                <a:path w="257" h="260" extrusionOk="0">
                  <a:moveTo>
                    <a:pt x="135" y="0"/>
                  </a:moveTo>
                  <a:cubicBezTo>
                    <a:pt x="101" y="0"/>
                    <a:pt x="69" y="18"/>
                    <a:pt x="50" y="46"/>
                  </a:cubicBezTo>
                  <a:cubicBezTo>
                    <a:pt x="1" y="100"/>
                    <a:pt x="1" y="187"/>
                    <a:pt x="50" y="236"/>
                  </a:cubicBezTo>
                  <a:cubicBezTo>
                    <a:pt x="65" y="251"/>
                    <a:pt x="91" y="259"/>
                    <a:pt x="118" y="259"/>
                  </a:cubicBezTo>
                  <a:cubicBezTo>
                    <a:pt x="151" y="259"/>
                    <a:pt x="186" y="247"/>
                    <a:pt x="207" y="220"/>
                  </a:cubicBezTo>
                  <a:cubicBezTo>
                    <a:pt x="256" y="150"/>
                    <a:pt x="256" y="84"/>
                    <a:pt x="207" y="30"/>
                  </a:cubicBezTo>
                  <a:cubicBezTo>
                    <a:pt x="184" y="9"/>
                    <a:pt x="159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3940200" y="2801275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33" y="0"/>
                  </a:moveTo>
                  <a:cubicBezTo>
                    <a:pt x="101" y="0"/>
                    <a:pt x="64" y="18"/>
                    <a:pt x="33" y="47"/>
                  </a:cubicBezTo>
                  <a:cubicBezTo>
                    <a:pt x="0" y="100"/>
                    <a:pt x="0" y="187"/>
                    <a:pt x="33" y="220"/>
                  </a:cubicBezTo>
                  <a:cubicBezTo>
                    <a:pt x="55" y="240"/>
                    <a:pt x="81" y="250"/>
                    <a:pt x="106" y="250"/>
                  </a:cubicBezTo>
                  <a:cubicBezTo>
                    <a:pt x="142" y="250"/>
                    <a:pt x="177" y="232"/>
                    <a:pt x="206" y="203"/>
                  </a:cubicBezTo>
                  <a:cubicBezTo>
                    <a:pt x="239" y="150"/>
                    <a:pt x="239" y="63"/>
                    <a:pt x="190" y="30"/>
                  </a:cubicBezTo>
                  <a:cubicBezTo>
                    <a:pt x="176" y="9"/>
                    <a:pt x="156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3940600" y="275572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38" y="0"/>
                  </a:moveTo>
                  <a:cubicBezTo>
                    <a:pt x="103" y="0"/>
                    <a:pt x="67" y="19"/>
                    <a:pt x="38" y="50"/>
                  </a:cubicBezTo>
                  <a:cubicBezTo>
                    <a:pt x="1" y="100"/>
                    <a:pt x="1" y="186"/>
                    <a:pt x="38" y="219"/>
                  </a:cubicBezTo>
                  <a:cubicBezTo>
                    <a:pt x="54" y="236"/>
                    <a:pt x="71" y="257"/>
                    <a:pt x="87" y="257"/>
                  </a:cubicBezTo>
                  <a:cubicBezTo>
                    <a:pt x="120" y="257"/>
                    <a:pt x="174" y="257"/>
                    <a:pt x="207" y="203"/>
                  </a:cubicBezTo>
                  <a:cubicBezTo>
                    <a:pt x="244" y="170"/>
                    <a:pt x="244" y="116"/>
                    <a:pt x="223" y="67"/>
                  </a:cubicBezTo>
                  <a:cubicBezTo>
                    <a:pt x="223" y="50"/>
                    <a:pt x="207" y="30"/>
                    <a:pt x="207" y="30"/>
                  </a:cubicBezTo>
                  <a:cubicBezTo>
                    <a:pt x="186" y="9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3925150" y="2796950"/>
              <a:ext cx="6500" cy="6325"/>
            </a:xfrm>
            <a:custGeom>
              <a:avLst/>
              <a:gdLst/>
              <a:ahLst/>
              <a:cxnLst/>
              <a:rect l="l" t="t" r="r" b="b"/>
              <a:pathLst>
                <a:path w="260" h="253" extrusionOk="0">
                  <a:moveTo>
                    <a:pt x="151" y="0"/>
                  </a:moveTo>
                  <a:cubicBezTo>
                    <a:pt x="119" y="0"/>
                    <a:pt x="83" y="19"/>
                    <a:pt x="54" y="51"/>
                  </a:cubicBezTo>
                  <a:cubicBezTo>
                    <a:pt x="0" y="100"/>
                    <a:pt x="0" y="187"/>
                    <a:pt x="54" y="220"/>
                  </a:cubicBezTo>
                  <a:cubicBezTo>
                    <a:pt x="75" y="242"/>
                    <a:pt x="99" y="252"/>
                    <a:pt x="124" y="252"/>
                  </a:cubicBezTo>
                  <a:cubicBezTo>
                    <a:pt x="156" y="252"/>
                    <a:pt x="187" y="234"/>
                    <a:pt x="206" y="203"/>
                  </a:cubicBezTo>
                  <a:cubicBezTo>
                    <a:pt x="260" y="154"/>
                    <a:pt x="260" y="67"/>
                    <a:pt x="206" y="30"/>
                  </a:cubicBezTo>
                  <a:cubicBezTo>
                    <a:pt x="193" y="10"/>
                    <a:pt x="173" y="0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3921750" y="27371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1"/>
                  </a:moveTo>
                  <a:cubicBezTo>
                    <a:pt x="120" y="1"/>
                    <a:pt x="87" y="1"/>
                    <a:pt x="70" y="17"/>
                  </a:cubicBezTo>
                  <a:cubicBezTo>
                    <a:pt x="33" y="50"/>
                    <a:pt x="17" y="71"/>
                    <a:pt x="17" y="104"/>
                  </a:cubicBezTo>
                  <a:cubicBezTo>
                    <a:pt x="0" y="137"/>
                    <a:pt x="17" y="174"/>
                    <a:pt x="33" y="207"/>
                  </a:cubicBezTo>
                  <a:cubicBezTo>
                    <a:pt x="50" y="223"/>
                    <a:pt x="70" y="240"/>
                    <a:pt x="103" y="256"/>
                  </a:cubicBezTo>
                  <a:cubicBezTo>
                    <a:pt x="153" y="256"/>
                    <a:pt x="223" y="223"/>
                    <a:pt x="239" y="137"/>
                  </a:cubicBezTo>
                  <a:cubicBezTo>
                    <a:pt x="239" y="120"/>
                    <a:pt x="239" y="87"/>
                    <a:pt x="223" y="50"/>
                  </a:cubicBezTo>
                  <a:cubicBezTo>
                    <a:pt x="223" y="34"/>
                    <a:pt x="206" y="34"/>
                    <a:pt x="206" y="34"/>
                  </a:cubicBezTo>
                  <a:cubicBezTo>
                    <a:pt x="190" y="17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3919975" y="2781475"/>
              <a:ext cx="6125" cy="6450"/>
            </a:xfrm>
            <a:custGeom>
              <a:avLst/>
              <a:gdLst/>
              <a:ahLst/>
              <a:cxnLst/>
              <a:rect l="l" t="t" r="r" b="b"/>
              <a:pathLst>
                <a:path w="245" h="258" extrusionOk="0">
                  <a:moveTo>
                    <a:pt x="139" y="1"/>
                  </a:moveTo>
                  <a:cubicBezTo>
                    <a:pt x="106" y="1"/>
                    <a:pt x="74" y="20"/>
                    <a:pt x="55" y="51"/>
                  </a:cubicBezTo>
                  <a:cubicBezTo>
                    <a:pt x="1" y="101"/>
                    <a:pt x="1" y="187"/>
                    <a:pt x="55" y="220"/>
                  </a:cubicBezTo>
                  <a:cubicBezTo>
                    <a:pt x="71" y="237"/>
                    <a:pt x="71" y="257"/>
                    <a:pt x="88" y="257"/>
                  </a:cubicBezTo>
                  <a:cubicBezTo>
                    <a:pt x="141" y="257"/>
                    <a:pt x="174" y="257"/>
                    <a:pt x="207" y="204"/>
                  </a:cubicBezTo>
                  <a:cubicBezTo>
                    <a:pt x="244" y="171"/>
                    <a:pt x="244" y="117"/>
                    <a:pt x="244" y="68"/>
                  </a:cubicBezTo>
                  <a:cubicBezTo>
                    <a:pt x="224" y="51"/>
                    <a:pt x="224" y="51"/>
                    <a:pt x="207" y="30"/>
                  </a:cubicBezTo>
                  <a:cubicBezTo>
                    <a:pt x="187" y="10"/>
                    <a:pt x="163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3914825" y="2829875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36" y="0"/>
                  </a:moveTo>
                  <a:cubicBezTo>
                    <a:pt x="87" y="0"/>
                    <a:pt x="35" y="46"/>
                    <a:pt x="17" y="106"/>
                  </a:cubicBezTo>
                  <a:cubicBezTo>
                    <a:pt x="1" y="177"/>
                    <a:pt x="38" y="243"/>
                    <a:pt x="104" y="259"/>
                  </a:cubicBezTo>
                  <a:cubicBezTo>
                    <a:pt x="120" y="259"/>
                    <a:pt x="157" y="259"/>
                    <a:pt x="190" y="226"/>
                  </a:cubicBezTo>
                  <a:cubicBezTo>
                    <a:pt x="207" y="210"/>
                    <a:pt x="223" y="193"/>
                    <a:pt x="244" y="156"/>
                  </a:cubicBezTo>
                  <a:cubicBezTo>
                    <a:pt x="244" y="123"/>
                    <a:pt x="244" y="90"/>
                    <a:pt x="223" y="53"/>
                  </a:cubicBezTo>
                  <a:cubicBezTo>
                    <a:pt x="223" y="36"/>
                    <a:pt x="207" y="36"/>
                    <a:pt x="207" y="36"/>
                  </a:cubicBezTo>
                  <a:cubicBezTo>
                    <a:pt x="190" y="20"/>
                    <a:pt x="174" y="3"/>
                    <a:pt x="157" y="3"/>
                  </a:cubicBezTo>
                  <a:cubicBezTo>
                    <a:pt x="150" y="1"/>
                    <a:pt x="14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3942350" y="28166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1"/>
                  </a:moveTo>
                  <a:cubicBezTo>
                    <a:pt x="87" y="1"/>
                    <a:pt x="34" y="34"/>
                    <a:pt x="17" y="120"/>
                  </a:cubicBezTo>
                  <a:cubicBezTo>
                    <a:pt x="1" y="137"/>
                    <a:pt x="1" y="170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96" y="258"/>
                    <a:pt x="104" y="259"/>
                    <a:pt x="112" y="259"/>
                  </a:cubicBezTo>
                  <a:cubicBezTo>
                    <a:pt x="167" y="259"/>
                    <a:pt x="209" y="214"/>
                    <a:pt x="223" y="153"/>
                  </a:cubicBezTo>
                  <a:cubicBezTo>
                    <a:pt x="240" y="120"/>
                    <a:pt x="240" y="87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3927725" y="28132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5" y="1"/>
                  </a:moveTo>
                  <a:cubicBezTo>
                    <a:pt x="101" y="1"/>
                    <a:pt x="66" y="19"/>
                    <a:pt x="37" y="50"/>
                  </a:cubicBezTo>
                  <a:cubicBezTo>
                    <a:pt x="0" y="99"/>
                    <a:pt x="0" y="186"/>
                    <a:pt x="37" y="240"/>
                  </a:cubicBezTo>
                  <a:cubicBezTo>
                    <a:pt x="57" y="253"/>
                    <a:pt x="81" y="261"/>
                    <a:pt x="105" y="261"/>
                  </a:cubicBezTo>
                  <a:cubicBezTo>
                    <a:pt x="140" y="261"/>
                    <a:pt x="177" y="244"/>
                    <a:pt x="206" y="203"/>
                  </a:cubicBezTo>
                  <a:cubicBezTo>
                    <a:pt x="243" y="153"/>
                    <a:pt x="243" y="83"/>
                    <a:pt x="206" y="33"/>
                  </a:cubicBezTo>
                  <a:cubicBezTo>
                    <a:pt x="185" y="11"/>
                    <a:pt x="161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3927725" y="27523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7" y="46"/>
                    <a:pt x="0" y="116"/>
                    <a:pt x="17" y="186"/>
                  </a:cubicBezTo>
                  <a:cubicBezTo>
                    <a:pt x="17" y="219"/>
                    <a:pt x="37" y="236"/>
                    <a:pt x="70" y="252"/>
                  </a:cubicBezTo>
                  <a:cubicBezTo>
                    <a:pt x="79" y="261"/>
                    <a:pt x="91" y="265"/>
                    <a:pt x="106" y="265"/>
                  </a:cubicBezTo>
                  <a:cubicBezTo>
                    <a:pt x="121" y="265"/>
                    <a:pt x="138" y="261"/>
                    <a:pt x="157" y="252"/>
                  </a:cubicBezTo>
                  <a:cubicBezTo>
                    <a:pt x="190" y="236"/>
                    <a:pt x="206" y="219"/>
                    <a:pt x="223" y="186"/>
                  </a:cubicBezTo>
                  <a:cubicBezTo>
                    <a:pt x="243" y="149"/>
                    <a:pt x="243" y="116"/>
                    <a:pt x="223" y="83"/>
                  </a:cubicBezTo>
                  <a:cubicBezTo>
                    <a:pt x="223" y="63"/>
                    <a:pt x="223" y="46"/>
                    <a:pt x="206" y="30"/>
                  </a:cubicBezTo>
                  <a:cubicBezTo>
                    <a:pt x="190" y="30"/>
                    <a:pt x="190" y="30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3929875" y="2829875"/>
              <a:ext cx="5600" cy="6475"/>
            </a:xfrm>
            <a:custGeom>
              <a:avLst/>
              <a:gdLst/>
              <a:ahLst/>
              <a:cxnLst/>
              <a:rect l="l" t="t" r="r" b="b"/>
              <a:pathLst>
                <a:path w="224" h="259" extrusionOk="0">
                  <a:moveTo>
                    <a:pt x="117" y="0"/>
                  </a:moveTo>
                  <a:cubicBezTo>
                    <a:pt x="70" y="0"/>
                    <a:pt x="15" y="46"/>
                    <a:pt x="1" y="106"/>
                  </a:cubicBezTo>
                  <a:cubicBezTo>
                    <a:pt x="1" y="139"/>
                    <a:pt x="1" y="177"/>
                    <a:pt x="17" y="210"/>
                  </a:cubicBezTo>
                  <a:cubicBezTo>
                    <a:pt x="34" y="226"/>
                    <a:pt x="54" y="243"/>
                    <a:pt x="87" y="259"/>
                  </a:cubicBezTo>
                  <a:cubicBezTo>
                    <a:pt x="137" y="259"/>
                    <a:pt x="207" y="226"/>
                    <a:pt x="223" y="139"/>
                  </a:cubicBezTo>
                  <a:cubicBezTo>
                    <a:pt x="223" y="123"/>
                    <a:pt x="223" y="90"/>
                    <a:pt x="207" y="53"/>
                  </a:cubicBezTo>
                  <a:cubicBezTo>
                    <a:pt x="207" y="36"/>
                    <a:pt x="207" y="36"/>
                    <a:pt x="190" y="36"/>
                  </a:cubicBezTo>
                  <a:cubicBezTo>
                    <a:pt x="174" y="20"/>
                    <a:pt x="157" y="3"/>
                    <a:pt x="137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3932875" y="27675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34" y="1"/>
                  </a:moveTo>
                  <a:cubicBezTo>
                    <a:pt x="102" y="1"/>
                    <a:pt x="66" y="17"/>
                    <a:pt x="37" y="56"/>
                  </a:cubicBezTo>
                  <a:cubicBezTo>
                    <a:pt x="17" y="72"/>
                    <a:pt x="17" y="93"/>
                    <a:pt x="17" y="109"/>
                  </a:cubicBezTo>
                  <a:cubicBezTo>
                    <a:pt x="0" y="142"/>
                    <a:pt x="0" y="196"/>
                    <a:pt x="37" y="229"/>
                  </a:cubicBezTo>
                  <a:cubicBezTo>
                    <a:pt x="57" y="248"/>
                    <a:pt x="82" y="256"/>
                    <a:pt x="107" y="256"/>
                  </a:cubicBezTo>
                  <a:cubicBezTo>
                    <a:pt x="124" y="256"/>
                    <a:pt x="142" y="252"/>
                    <a:pt x="157" y="245"/>
                  </a:cubicBezTo>
                  <a:cubicBezTo>
                    <a:pt x="173" y="245"/>
                    <a:pt x="190" y="229"/>
                    <a:pt x="190" y="212"/>
                  </a:cubicBezTo>
                  <a:cubicBezTo>
                    <a:pt x="244" y="159"/>
                    <a:pt x="244" y="72"/>
                    <a:pt x="190" y="23"/>
                  </a:cubicBezTo>
                  <a:cubicBezTo>
                    <a:pt x="176" y="9"/>
                    <a:pt x="156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3947100" y="2771325"/>
              <a:ext cx="5575" cy="6350"/>
            </a:xfrm>
            <a:custGeom>
              <a:avLst/>
              <a:gdLst/>
              <a:ahLst/>
              <a:cxnLst/>
              <a:rect l="l" t="t" r="r" b="b"/>
              <a:pathLst>
                <a:path w="223" h="254" extrusionOk="0">
                  <a:moveTo>
                    <a:pt x="111" y="1"/>
                  </a:moveTo>
                  <a:cubicBezTo>
                    <a:pt x="92" y="1"/>
                    <a:pt x="76" y="13"/>
                    <a:pt x="50" y="24"/>
                  </a:cubicBezTo>
                  <a:cubicBezTo>
                    <a:pt x="33" y="45"/>
                    <a:pt x="17" y="78"/>
                    <a:pt x="0" y="111"/>
                  </a:cubicBezTo>
                  <a:cubicBezTo>
                    <a:pt x="0" y="148"/>
                    <a:pt x="0" y="181"/>
                    <a:pt x="17" y="197"/>
                  </a:cubicBezTo>
                  <a:cubicBezTo>
                    <a:pt x="33" y="230"/>
                    <a:pt x="50" y="251"/>
                    <a:pt x="87" y="251"/>
                  </a:cubicBezTo>
                  <a:cubicBezTo>
                    <a:pt x="93" y="253"/>
                    <a:pt x="99" y="254"/>
                    <a:pt x="106" y="254"/>
                  </a:cubicBezTo>
                  <a:cubicBezTo>
                    <a:pt x="153" y="254"/>
                    <a:pt x="208" y="206"/>
                    <a:pt x="223" y="148"/>
                  </a:cubicBezTo>
                  <a:cubicBezTo>
                    <a:pt x="223" y="111"/>
                    <a:pt x="223" y="78"/>
                    <a:pt x="206" y="45"/>
                  </a:cubicBezTo>
                  <a:lnTo>
                    <a:pt x="190" y="24"/>
                  </a:lnTo>
                  <a:cubicBezTo>
                    <a:pt x="169" y="8"/>
                    <a:pt x="153" y="8"/>
                    <a:pt x="136" y="8"/>
                  </a:cubicBez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3939375" y="27405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87" y="1"/>
                    <a:pt x="33" y="54"/>
                    <a:pt x="17" y="120"/>
                  </a:cubicBezTo>
                  <a:cubicBezTo>
                    <a:pt x="0" y="158"/>
                    <a:pt x="0" y="190"/>
                    <a:pt x="17" y="207"/>
                  </a:cubicBezTo>
                  <a:cubicBezTo>
                    <a:pt x="33" y="244"/>
                    <a:pt x="66" y="261"/>
                    <a:pt x="87" y="261"/>
                  </a:cubicBezTo>
                  <a:cubicBezTo>
                    <a:pt x="120" y="261"/>
                    <a:pt x="153" y="261"/>
                    <a:pt x="169" y="244"/>
                  </a:cubicBezTo>
                  <a:cubicBezTo>
                    <a:pt x="206" y="207"/>
                    <a:pt x="223" y="190"/>
                    <a:pt x="223" y="158"/>
                  </a:cubicBezTo>
                  <a:cubicBezTo>
                    <a:pt x="239" y="120"/>
                    <a:pt x="239" y="87"/>
                    <a:pt x="223" y="54"/>
                  </a:cubicBezTo>
                  <a:cubicBezTo>
                    <a:pt x="206" y="54"/>
                    <a:pt x="206" y="38"/>
                    <a:pt x="206" y="38"/>
                  </a:cubicBezTo>
                  <a:cubicBezTo>
                    <a:pt x="190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3934625" y="2784500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9" y="0"/>
                  </a:moveTo>
                  <a:cubicBezTo>
                    <a:pt x="124" y="0"/>
                    <a:pt x="112" y="4"/>
                    <a:pt x="103" y="13"/>
                  </a:cubicBezTo>
                  <a:cubicBezTo>
                    <a:pt x="33" y="33"/>
                    <a:pt x="0" y="99"/>
                    <a:pt x="17" y="169"/>
                  </a:cubicBezTo>
                  <a:cubicBezTo>
                    <a:pt x="33" y="202"/>
                    <a:pt x="50" y="239"/>
                    <a:pt x="71" y="239"/>
                  </a:cubicBezTo>
                  <a:cubicBezTo>
                    <a:pt x="87" y="248"/>
                    <a:pt x="103" y="252"/>
                    <a:pt x="118" y="252"/>
                  </a:cubicBezTo>
                  <a:cubicBezTo>
                    <a:pt x="132" y="252"/>
                    <a:pt x="145" y="248"/>
                    <a:pt x="153" y="239"/>
                  </a:cubicBezTo>
                  <a:cubicBezTo>
                    <a:pt x="190" y="239"/>
                    <a:pt x="207" y="202"/>
                    <a:pt x="223" y="169"/>
                  </a:cubicBezTo>
                  <a:cubicBezTo>
                    <a:pt x="240" y="153"/>
                    <a:pt x="240" y="116"/>
                    <a:pt x="240" y="83"/>
                  </a:cubicBezTo>
                  <a:cubicBezTo>
                    <a:pt x="223" y="66"/>
                    <a:pt x="223" y="33"/>
                    <a:pt x="207" y="33"/>
                  </a:cubicBezTo>
                  <a:cubicBezTo>
                    <a:pt x="207" y="13"/>
                    <a:pt x="190" y="13"/>
                    <a:pt x="190" y="13"/>
                  </a:cubicBezTo>
                  <a:cubicBezTo>
                    <a:pt x="172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4040275" y="2741925"/>
              <a:ext cx="5600" cy="6000"/>
            </a:xfrm>
            <a:custGeom>
              <a:avLst/>
              <a:gdLst/>
              <a:ahLst/>
              <a:cxnLst/>
              <a:rect l="l" t="t" r="r" b="b"/>
              <a:pathLst>
                <a:path w="224" h="240" extrusionOk="0">
                  <a:moveTo>
                    <a:pt x="190" y="0"/>
                  </a:moveTo>
                  <a:cubicBezTo>
                    <a:pt x="174" y="0"/>
                    <a:pt x="153" y="17"/>
                    <a:pt x="136" y="17"/>
                  </a:cubicBezTo>
                  <a:cubicBezTo>
                    <a:pt x="87" y="33"/>
                    <a:pt x="50" y="50"/>
                    <a:pt x="17" y="50"/>
                  </a:cubicBezTo>
                  <a:cubicBezTo>
                    <a:pt x="0" y="66"/>
                    <a:pt x="0" y="66"/>
                    <a:pt x="0" y="87"/>
                  </a:cubicBezTo>
                  <a:cubicBezTo>
                    <a:pt x="0" y="120"/>
                    <a:pt x="0" y="153"/>
                    <a:pt x="17" y="190"/>
                  </a:cubicBezTo>
                  <a:cubicBezTo>
                    <a:pt x="33" y="207"/>
                    <a:pt x="50" y="223"/>
                    <a:pt x="87" y="240"/>
                  </a:cubicBezTo>
                  <a:cubicBezTo>
                    <a:pt x="136" y="240"/>
                    <a:pt x="207" y="190"/>
                    <a:pt x="223" y="120"/>
                  </a:cubicBezTo>
                  <a:cubicBezTo>
                    <a:pt x="223" y="87"/>
                    <a:pt x="223" y="50"/>
                    <a:pt x="207" y="33"/>
                  </a:cubicBezTo>
                  <a:cubicBezTo>
                    <a:pt x="207" y="17"/>
                    <a:pt x="207" y="17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4201775" y="2833050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34" y="0"/>
                  </a:moveTo>
                  <a:cubicBezTo>
                    <a:pt x="120" y="0"/>
                    <a:pt x="102" y="4"/>
                    <a:pt x="83" y="12"/>
                  </a:cubicBezTo>
                  <a:cubicBezTo>
                    <a:pt x="67" y="12"/>
                    <a:pt x="34" y="50"/>
                    <a:pt x="17" y="83"/>
                  </a:cubicBezTo>
                  <a:cubicBezTo>
                    <a:pt x="17" y="99"/>
                    <a:pt x="1" y="132"/>
                    <a:pt x="17" y="169"/>
                  </a:cubicBezTo>
                  <a:cubicBezTo>
                    <a:pt x="17" y="202"/>
                    <a:pt x="34" y="235"/>
                    <a:pt x="67" y="235"/>
                  </a:cubicBezTo>
                  <a:cubicBezTo>
                    <a:pt x="83" y="256"/>
                    <a:pt x="121" y="256"/>
                    <a:pt x="154" y="256"/>
                  </a:cubicBezTo>
                  <a:cubicBezTo>
                    <a:pt x="207" y="219"/>
                    <a:pt x="240" y="153"/>
                    <a:pt x="224" y="83"/>
                  </a:cubicBezTo>
                  <a:cubicBezTo>
                    <a:pt x="224" y="66"/>
                    <a:pt x="224" y="50"/>
                    <a:pt x="207" y="29"/>
                  </a:cubicBezTo>
                  <a:cubicBezTo>
                    <a:pt x="187" y="12"/>
                    <a:pt x="187" y="12"/>
                    <a:pt x="170" y="12"/>
                  </a:cubicBezTo>
                  <a:cubicBezTo>
                    <a:pt x="162" y="4"/>
                    <a:pt x="14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4104700" y="282787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2" y="0"/>
                  </a:moveTo>
                  <a:cubicBezTo>
                    <a:pt x="100" y="0"/>
                    <a:pt x="65" y="19"/>
                    <a:pt x="33" y="50"/>
                  </a:cubicBezTo>
                  <a:cubicBezTo>
                    <a:pt x="0" y="100"/>
                    <a:pt x="0" y="186"/>
                    <a:pt x="33" y="219"/>
                  </a:cubicBezTo>
                  <a:cubicBezTo>
                    <a:pt x="56" y="242"/>
                    <a:pt x="81" y="252"/>
                    <a:pt x="106" y="252"/>
                  </a:cubicBezTo>
                  <a:cubicBezTo>
                    <a:pt x="141" y="252"/>
                    <a:pt x="176" y="234"/>
                    <a:pt x="206" y="203"/>
                  </a:cubicBezTo>
                  <a:cubicBezTo>
                    <a:pt x="239" y="153"/>
                    <a:pt x="239" y="67"/>
                    <a:pt x="190" y="30"/>
                  </a:cubicBezTo>
                  <a:cubicBezTo>
                    <a:pt x="175" y="9"/>
                    <a:pt x="154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4099125" y="2812400"/>
              <a:ext cx="6425" cy="6600"/>
            </a:xfrm>
            <a:custGeom>
              <a:avLst/>
              <a:gdLst/>
              <a:ahLst/>
              <a:cxnLst/>
              <a:rect l="l" t="t" r="r" b="b"/>
              <a:pathLst>
                <a:path w="257" h="264" extrusionOk="0">
                  <a:moveTo>
                    <a:pt x="144" y="1"/>
                  </a:moveTo>
                  <a:cubicBezTo>
                    <a:pt x="109" y="1"/>
                    <a:pt x="72" y="19"/>
                    <a:pt x="50" y="51"/>
                  </a:cubicBezTo>
                  <a:cubicBezTo>
                    <a:pt x="1" y="100"/>
                    <a:pt x="1" y="187"/>
                    <a:pt x="50" y="237"/>
                  </a:cubicBezTo>
                  <a:cubicBezTo>
                    <a:pt x="67" y="237"/>
                    <a:pt x="87" y="257"/>
                    <a:pt x="104" y="257"/>
                  </a:cubicBezTo>
                  <a:cubicBezTo>
                    <a:pt x="112" y="261"/>
                    <a:pt x="121" y="263"/>
                    <a:pt x="131" y="263"/>
                  </a:cubicBezTo>
                  <a:cubicBezTo>
                    <a:pt x="161" y="263"/>
                    <a:pt x="194" y="244"/>
                    <a:pt x="207" y="204"/>
                  </a:cubicBezTo>
                  <a:cubicBezTo>
                    <a:pt x="240" y="171"/>
                    <a:pt x="256" y="117"/>
                    <a:pt x="240" y="84"/>
                  </a:cubicBezTo>
                  <a:cubicBezTo>
                    <a:pt x="223" y="67"/>
                    <a:pt x="223" y="51"/>
                    <a:pt x="207" y="30"/>
                  </a:cubicBezTo>
                  <a:cubicBezTo>
                    <a:pt x="191" y="10"/>
                    <a:pt x="168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4114600" y="2705925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35" y="1"/>
                  </a:moveTo>
                  <a:cubicBezTo>
                    <a:pt x="102" y="1"/>
                    <a:pt x="71" y="18"/>
                    <a:pt x="49" y="47"/>
                  </a:cubicBezTo>
                  <a:cubicBezTo>
                    <a:pt x="0" y="100"/>
                    <a:pt x="0" y="187"/>
                    <a:pt x="49" y="220"/>
                  </a:cubicBezTo>
                  <a:cubicBezTo>
                    <a:pt x="67" y="243"/>
                    <a:pt x="94" y="255"/>
                    <a:pt x="121" y="255"/>
                  </a:cubicBezTo>
                  <a:cubicBezTo>
                    <a:pt x="153" y="255"/>
                    <a:pt x="186" y="239"/>
                    <a:pt x="206" y="204"/>
                  </a:cubicBezTo>
                  <a:cubicBezTo>
                    <a:pt x="256" y="150"/>
                    <a:pt x="256" y="63"/>
                    <a:pt x="206" y="30"/>
                  </a:cubicBezTo>
                  <a:cubicBezTo>
                    <a:pt x="184" y="10"/>
                    <a:pt x="159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4101700" y="27224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4" y="0"/>
                  </a:moveTo>
                  <a:cubicBezTo>
                    <a:pt x="87" y="0"/>
                    <a:pt x="32" y="49"/>
                    <a:pt x="17" y="106"/>
                  </a:cubicBezTo>
                  <a:cubicBezTo>
                    <a:pt x="1" y="176"/>
                    <a:pt x="34" y="247"/>
                    <a:pt x="104" y="263"/>
                  </a:cubicBezTo>
                  <a:cubicBezTo>
                    <a:pt x="137" y="263"/>
                    <a:pt x="153" y="247"/>
                    <a:pt x="190" y="226"/>
                  </a:cubicBezTo>
                  <a:cubicBezTo>
                    <a:pt x="223" y="209"/>
                    <a:pt x="240" y="176"/>
                    <a:pt x="240" y="144"/>
                  </a:cubicBezTo>
                  <a:cubicBezTo>
                    <a:pt x="240" y="106"/>
                    <a:pt x="240" y="73"/>
                    <a:pt x="223" y="57"/>
                  </a:cubicBezTo>
                  <a:cubicBezTo>
                    <a:pt x="223" y="40"/>
                    <a:pt x="223" y="40"/>
                    <a:pt x="207" y="20"/>
                  </a:cubicBezTo>
                  <a:cubicBezTo>
                    <a:pt x="190" y="20"/>
                    <a:pt x="170" y="3"/>
                    <a:pt x="153" y="3"/>
                  </a:cubicBezTo>
                  <a:cubicBezTo>
                    <a:pt x="147" y="1"/>
                    <a:pt x="141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4110675" y="2737600"/>
              <a:ext cx="6525" cy="6375"/>
            </a:xfrm>
            <a:custGeom>
              <a:avLst/>
              <a:gdLst/>
              <a:ahLst/>
              <a:cxnLst/>
              <a:rect l="l" t="t" r="r" b="b"/>
              <a:pathLst>
                <a:path w="261" h="255" extrusionOk="0">
                  <a:moveTo>
                    <a:pt x="103" y="0"/>
                  </a:moveTo>
                  <a:cubicBezTo>
                    <a:pt x="37" y="33"/>
                    <a:pt x="0" y="103"/>
                    <a:pt x="17" y="173"/>
                  </a:cubicBezTo>
                  <a:cubicBezTo>
                    <a:pt x="17" y="206"/>
                    <a:pt x="37" y="223"/>
                    <a:pt x="70" y="239"/>
                  </a:cubicBezTo>
                  <a:cubicBezTo>
                    <a:pt x="87" y="250"/>
                    <a:pt x="99" y="255"/>
                    <a:pt x="112" y="255"/>
                  </a:cubicBezTo>
                  <a:cubicBezTo>
                    <a:pt x="125" y="255"/>
                    <a:pt x="138" y="250"/>
                    <a:pt x="157" y="239"/>
                  </a:cubicBezTo>
                  <a:cubicBezTo>
                    <a:pt x="223" y="223"/>
                    <a:pt x="260" y="136"/>
                    <a:pt x="244" y="87"/>
                  </a:cubicBezTo>
                  <a:cubicBezTo>
                    <a:pt x="223" y="54"/>
                    <a:pt x="223" y="33"/>
                    <a:pt x="206" y="33"/>
                  </a:cubicBezTo>
                  <a:lnTo>
                    <a:pt x="190" y="17"/>
                  </a:lnTo>
                  <a:cubicBezTo>
                    <a:pt x="157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3"/>
            <p:cNvSpPr/>
            <p:nvPr/>
          </p:nvSpPr>
          <p:spPr>
            <a:xfrm>
              <a:off x="4106850" y="2783575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04" y="0"/>
                  </a:moveTo>
                  <a:cubicBezTo>
                    <a:pt x="34" y="33"/>
                    <a:pt x="1" y="103"/>
                    <a:pt x="17" y="173"/>
                  </a:cubicBezTo>
                  <a:cubicBezTo>
                    <a:pt x="17" y="206"/>
                    <a:pt x="50" y="223"/>
                    <a:pt x="67" y="239"/>
                  </a:cubicBezTo>
                  <a:cubicBezTo>
                    <a:pt x="85" y="247"/>
                    <a:pt x="99" y="252"/>
                    <a:pt x="112" y="252"/>
                  </a:cubicBezTo>
                  <a:cubicBezTo>
                    <a:pt x="124" y="252"/>
                    <a:pt x="137" y="247"/>
                    <a:pt x="153" y="239"/>
                  </a:cubicBezTo>
                  <a:cubicBezTo>
                    <a:pt x="190" y="223"/>
                    <a:pt x="207" y="206"/>
                    <a:pt x="223" y="173"/>
                  </a:cubicBezTo>
                  <a:cubicBezTo>
                    <a:pt x="240" y="136"/>
                    <a:pt x="240" y="103"/>
                    <a:pt x="240" y="70"/>
                  </a:cubicBezTo>
                  <a:cubicBezTo>
                    <a:pt x="223" y="50"/>
                    <a:pt x="223" y="33"/>
                    <a:pt x="207" y="17"/>
                  </a:cubicBezTo>
                  <a:cubicBezTo>
                    <a:pt x="207" y="17"/>
                    <a:pt x="190" y="17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4063050" y="2730700"/>
              <a:ext cx="5600" cy="6100"/>
            </a:xfrm>
            <a:custGeom>
              <a:avLst/>
              <a:gdLst/>
              <a:ahLst/>
              <a:cxnLst/>
              <a:rect l="l" t="t" r="r" b="b"/>
              <a:pathLst>
                <a:path w="224" h="244" extrusionOk="0">
                  <a:moveTo>
                    <a:pt x="190" y="0"/>
                  </a:moveTo>
                  <a:cubicBezTo>
                    <a:pt x="120" y="54"/>
                    <a:pt x="50" y="87"/>
                    <a:pt x="1" y="124"/>
                  </a:cubicBezTo>
                  <a:cubicBezTo>
                    <a:pt x="1" y="157"/>
                    <a:pt x="1" y="190"/>
                    <a:pt x="34" y="206"/>
                  </a:cubicBezTo>
                  <a:cubicBezTo>
                    <a:pt x="34" y="227"/>
                    <a:pt x="50" y="227"/>
                    <a:pt x="67" y="243"/>
                  </a:cubicBezTo>
                  <a:cubicBezTo>
                    <a:pt x="104" y="243"/>
                    <a:pt x="153" y="227"/>
                    <a:pt x="190" y="190"/>
                  </a:cubicBezTo>
                  <a:cubicBezTo>
                    <a:pt x="223" y="157"/>
                    <a:pt x="223" y="103"/>
                    <a:pt x="207" y="54"/>
                  </a:cubicBezTo>
                  <a:cubicBezTo>
                    <a:pt x="207" y="37"/>
                    <a:pt x="207" y="21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4119750" y="27866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0"/>
                  </a:moveTo>
                  <a:cubicBezTo>
                    <a:pt x="103" y="0"/>
                    <a:pt x="71" y="19"/>
                    <a:pt x="50" y="50"/>
                  </a:cubicBezTo>
                  <a:cubicBezTo>
                    <a:pt x="0" y="100"/>
                    <a:pt x="0" y="186"/>
                    <a:pt x="50" y="236"/>
                  </a:cubicBezTo>
                  <a:cubicBezTo>
                    <a:pt x="50" y="236"/>
                    <a:pt x="66" y="256"/>
                    <a:pt x="87" y="256"/>
                  </a:cubicBezTo>
                  <a:cubicBezTo>
                    <a:pt x="95" y="260"/>
                    <a:pt x="104" y="263"/>
                    <a:pt x="114" y="263"/>
                  </a:cubicBezTo>
                  <a:cubicBezTo>
                    <a:pt x="143" y="263"/>
                    <a:pt x="178" y="243"/>
                    <a:pt x="206" y="203"/>
                  </a:cubicBezTo>
                  <a:cubicBezTo>
                    <a:pt x="239" y="170"/>
                    <a:pt x="239" y="116"/>
                    <a:pt x="223" y="83"/>
                  </a:cubicBezTo>
                  <a:cubicBezTo>
                    <a:pt x="223" y="67"/>
                    <a:pt x="223" y="50"/>
                    <a:pt x="206" y="30"/>
                  </a:cubicBezTo>
                  <a:cubicBezTo>
                    <a:pt x="184" y="9"/>
                    <a:pt x="160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4101300" y="2707500"/>
              <a:ext cx="5575" cy="5700"/>
            </a:xfrm>
            <a:custGeom>
              <a:avLst/>
              <a:gdLst/>
              <a:ahLst/>
              <a:cxnLst/>
              <a:rect l="l" t="t" r="r" b="b"/>
              <a:pathLst>
                <a:path w="223" h="228" extrusionOk="0">
                  <a:moveTo>
                    <a:pt x="186" y="0"/>
                  </a:moveTo>
                  <a:cubicBezTo>
                    <a:pt x="120" y="37"/>
                    <a:pt x="50" y="70"/>
                    <a:pt x="0" y="103"/>
                  </a:cubicBezTo>
                  <a:lnTo>
                    <a:pt x="0" y="174"/>
                  </a:lnTo>
                  <a:cubicBezTo>
                    <a:pt x="17" y="190"/>
                    <a:pt x="50" y="207"/>
                    <a:pt x="66" y="227"/>
                  </a:cubicBezTo>
                  <a:cubicBezTo>
                    <a:pt x="136" y="227"/>
                    <a:pt x="206" y="190"/>
                    <a:pt x="223" y="103"/>
                  </a:cubicBezTo>
                  <a:cubicBezTo>
                    <a:pt x="223" y="87"/>
                    <a:pt x="223" y="54"/>
                    <a:pt x="206" y="21"/>
                  </a:cubicBezTo>
                  <a:lnTo>
                    <a:pt x="1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4099125" y="275090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37" y="0"/>
                  </a:moveTo>
                  <a:cubicBezTo>
                    <a:pt x="87" y="0"/>
                    <a:pt x="17" y="37"/>
                    <a:pt x="1" y="120"/>
                  </a:cubicBezTo>
                  <a:cubicBezTo>
                    <a:pt x="1" y="157"/>
                    <a:pt x="1" y="173"/>
                    <a:pt x="17" y="206"/>
                  </a:cubicBezTo>
                  <a:cubicBezTo>
                    <a:pt x="34" y="243"/>
                    <a:pt x="50" y="260"/>
                    <a:pt x="87" y="260"/>
                  </a:cubicBezTo>
                  <a:cubicBezTo>
                    <a:pt x="120" y="260"/>
                    <a:pt x="153" y="260"/>
                    <a:pt x="170" y="243"/>
                  </a:cubicBezTo>
                  <a:cubicBezTo>
                    <a:pt x="207" y="206"/>
                    <a:pt x="223" y="190"/>
                    <a:pt x="223" y="157"/>
                  </a:cubicBezTo>
                  <a:cubicBezTo>
                    <a:pt x="223" y="120"/>
                    <a:pt x="223" y="87"/>
                    <a:pt x="207" y="54"/>
                  </a:cubicBezTo>
                  <a:cubicBezTo>
                    <a:pt x="207" y="54"/>
                    <a:pt x="207" y="37"/>
                    <a:pt x="190" y="37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3937200" y="2846575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117" y="0"/>
                  </a:moveTo>
                  <a:cubicBezTo>
                    <a:pt x="71" y="0"/>
                    <a:pt x="15" y="49"/>
                    <a:pt x="0" y="106"/>
                  </a:cubicBezTo>
                  <a:lnTo>
                    <a:pt x="0" y="160"/>
                  </a:lnTo>
                  <a:lnTo>
                    <a:pt x="223" y="160"/>
                  </a:lnTo>
                  <a:cubicBezTo>
                    <a:pt x="240" y="127"/>
                    <a:pt x="223" y="90"/>
                    <a:pt x="223" y="57"/>
                  </a:cubicBezTo>
                  <a:cubicBezTo>
                    <a:pt x="207" y="40"/>
                    <a:pt x="207" y="40"/>
                    <a:pt x="190" y="40"/>
                  </a:cubicBezTo>
                  <a:cubicBezTo>
                    <a:pt x="190" y="24"/>
                    <a:pt x="174" y="3"/>
                    <a:pt x="137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4097375" y="279767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37" y="1"/>
                  </a:moveTo>
                  <a:cubicBezTo>
                    <a:pt x="104" y="1"/>
                    <a:pt x="87" y="1"/>
                    <a:pt x="54" y="38"/>
                  </a:cubicBezTo>
                  <a:cubicBezTo>
                    <a:pt x="33" y="55"/>
                    <a:pt x="17" y="88"/>
                    <a:pt x="0" y="125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33" y="244"/>
                    <a:pt x="54" y="261"/>
                    <a:pt x="87" y="261"/>
                  </a:cubicBezTo>
                  <a:cubicBezTo>
                    <a:pt x="94" y="263"/>
                    <a:pt x="100" y="264"/>
                    <a:pt x="107" y="264"/>
                  </a:cubicBezTo>
                  <a:cubicBezTo>
                    <a:pt x="154" y="264"/>
                    <a:pt x="209" y="219"/>
                    <a:pt x="223" y="158"/>
                  </a:cubicBezTo>
                  <a:cubicBezTo>
                    <a:pt x="223" y="125"/>
                    <a:pt x="223" y="88"/>
                    <a:pt x="207" y="55"/>
                  </a:cubicBezTo>
                  <a:cubicBezTo>
                    <a:pt x="207" y="55"/>
                    <a:pt x="207" y="38"/>
                    <a:pt x="190" y="38"/>
                  </a:cubicBezTo>
                  <a:cubicBezTo>
                    <a:pt x="174" y="22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4106850" y="2844350"/>
              <a:ext cx="6425" cy="6225"/>
            </a:xfrm>
            <a:custGeom>
              <a:avLst/>
              <a:gdLst/>
              <a:ahLst/>
              <a:cxnLst/>
              <a:rect l="l" t="t" r="r" b="b"/>
              <a:pathLst>
                <a:path w="257" h="249" extrusionOk="0">
                  <a:moveTo>
                    <a:pt x="130" y="0"/>
                  </a:moveTo>
                  <a:cubicBezTo>
                    <a:pt x="99" y="0"/>
                    <a:pt x="71" y="14"/>
                    <a:pt x="50" y="43"/>
                  </a:cubicBezTo>
                  <a:cubicBezTo>
                    <a:pt x="1" y="92"/>
                    <a:pt x="1" y="179"/>
                    <a:pt x="50" y="232"/>
                  </a:cubicBezTo>
                  <a:cubicBezTo>
                    <a:pt x="50" y="249"/>
                    <a:pt x="67" y="249"/>
                    <a:pt x="87" y="249"/>
                  </a:cubicBezTo>
                  <a:lnTo>
                    <a:pt x="137" y="249"/>
                  </a:lnTo>
                  <a:cubicBezTo>
                    <a:pt x="153" y="249"/>
                    <a:pt x="190" y="232"/>
                    <a:pt x="207" y="216"/>
                  </a:cubicBezTo>
                  <a:cubicBezTo>
                    <a:pt x="256" y="146"/>
                    <a:pt x="256" y="76"/>
                    <a:pt x="207" y="26"/>
                  </a:cubicBezTo>
                  <a:cubicBezTo>
                    <a:pt x="183" y="9"/>
                    <a:pt x="156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4119325" y="2832200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34" y="0"/>
                  </a:moveTo>
                  <a:cubicBezTo>
                    <a:pt x="98" y="0"/>
                    <a:pt x="62" y="18"/>
                    <a:pt x="34" y="46"/>
                  </a:cubicBezTo>
                  <a:cubicBezTo>
                    <a:pt x="1" y="100"/>
                    <a:pt x="1" y="187"/>
                    <a:pt x="34" y="220"/>
                  </a:cubicBezTo>
                  <a:cubicBezTo>
                    <a:pt x="54" y="240"/>
                    <a:pt x="79" y="249"/>
                    <a:pt x="104" y="249"/>
                  </a:cubicBezTo>
                  <a:cubicBezTo>
                    <a:pt x="139" y="249"/>
                    <a:pt x="176" y="232"/>
                    <a:pt x="207" y="203"/>
                  </a:cubicBezTo>
                  <a:cubicBezTo>
                    <a:pt x="240" y="150"/>
                    <a:pt x="240" y="63"/>
                    <a:pt x="207" y="30"/>
                  </a:cubicBezTo>
                  <a:cubicBezTo>
                    <a:pt x="184" y="9"/>
                    <a:pt x="15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4101300" y="276810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36" y="1"/>
                  </a:moveTo>
                  <a:cubicBezTo>
                    <a:pt x="103" y="1"/>
                    <a:pt x="83" y="1"/>
                    <a:pt x="50" y="34"/>
                  </a:cubicBezTo>
                  <a:cubicBezTo>
                    <a:pt x="33" y="50"/>
                    <a:pt x="17" y="71"/>
                    <a:pt x="0" y="104"/>
                  </a:cubicBezTo>
                  <a:cubicBezTo>
                    <a:pt x="0" y="137"/>
                    <a:pt x="0" y="174"/>
                    <a:pt x="17" y="207"/>
                  </a:cubicBezTo>
                  <a:cubicBezTo>
                    <a:pt x="33" y="240"/>
                    <a:pt x="50" y="256"/>
                    <a:pt x="83" y="256"/>
                  </a:cubicBezTo>
                  <a:cubicBezTo>
                    <a:pt x="91" y="259"/>
                    <a:pt x="99" y="261"/>
                    <a:pt x="107" y="261"/>
                  </a:cubicBezTo>
                  <a:cubicBezTo>
                    <a:pt x="156" y="261"/>
                    <a:pt x="209" y="213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206" y="50"/>
                    <a:pt x="206" y="34"/>
                    <a:pt x="186" y="34"/>
                  </a:cubicBezTo>
                  <a:cubicBezTo>
                    <a:pt x="169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3906700" y="27813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6" y="0"/>
                  </a:moveTo>
                  <a:cubicBezTo>
                    <a:pt x="69" y="0"/>
                    <a:pt x="14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6"/>
                    <a:pt x="54" y="243"/>
                    <a:pt x="87" y="263"/>
                  </a:cubicBezTo>
                  <a:cubicBezTo>
                    <a:pt x="157" y="263"/>
                    <a:pt x="206" y="226"/>
                    <a:pt x="223" y="140"/>
                  </a:cubicBezTo>
                  <a:cubicBezTo>
                    <a:pt x="239" y="107"/>
                    <a:pt x="223" y="90"/>
                    <a:pt x="206" y="57"/>
                  </a:cubicBezTo>
                  <a:cubicBezTo>
                    <a:pt x="206" y="36"/>
                    <a:pt x="206" y="36"/>
                    <a:pt x="190" y="36"/>
                  </a:cubicBezTo>
                  <a:cubicBezTo>
                    <a:pt x="190" y="20"/>
                    <a:pt x="173" y="4"/>
                    <a:pt x="136" y="4"/>
                  </a:cubicBezTo>
                  <a:cubicBezTo>
                    <a:pt x="130" y="1"/>
                    <a:pt x="12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3908450" y="284400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17" y="0"/>
                  </a:moveTo>
                  <a:cubicBezTo>
                    <a:pt x="70" y="0"/>
                    <a:pt x="15" y="49"/>
                    <a:pt x="0" y="106"/>
                  </a:cubicBezTo>
                  <a:cubicBezTo>
                    <a:pt x="0" y="143"/>
                    <a:pt x="0" y="176"/>
                    <a:pt x="17" y="193"/>
                  </a:cubicBezTo>
                  <a:cubicBezTo>
                    <a:pt x="33" y="230"/>
                    <a:pt x="50" y="246"/>
                    <a:pt x="87" y="246"/>
                  </a:cubicBezTo>
                  <a:cubicBezTo>
                    <a:pt x="96" y="251"/>
                    <a:pt x="106" y="253"/>
                    <a:pt x="115" y="253"/>
                  </a:cubicBezTo>
                  <a:cubicBezTo>
                    <a:pt x="138" y="253"/>
                    <a:pt x="158" y="242"/>
                    <a:pt x="169" y="230"/>
                  </a:cubicBezTo>
                  <a:cubicBezTo>
                    <a:pt x="206" y="209"/>
                    <a:pt x="223" y="176"/>
                    <a:pt x="223" y="143"/>
                  </a:cubicBezTo>
                  <a:cubicBezTo>
                    <a:pt x="239" y="106"/>
                    <a:pt x="223" y="73"/>
                    <a:pt x="206" y="57"/>
                  </a:cubicBezTo>
                  <a:cubicBezTo>
                    <a:pt x="206" y="40"/>
                    <a:pt x="206" y="40"/>
                    <a:pt x="190" y="24"/>
                  </a:cubicBezTo>
                  <a:cubicBezTo>
                    <a:pt x="190" y="3"/>
                    <a:pt x="153" y="3"/>
                    <a:pt x="136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3923900" y="284510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35" y="0"/>
                  </a:moveTo>
                  <a:cubicBezTo>
                    <a:pt x="120" y="0"/>
                    <a:pt x="104" y="5"/>
                    <a:pt x="87" y="13"/>
                  </a:cubicBezTo>
                  <a:cubicBezTo>
                    <a:pt x="34" y="29"/>
                    <a:pt x="1" y="99"/>
                    <a:pt x="17" y="165"/>
                  </a:cubicBezTo>
                  <a:cubicBezTo>
                    <a:pt x="17" y="186"/>
                    <a:pt x="34" y="202"/>
                    <a:pt x="34" y="219"/>
                  </a:cubicBezTo>
                  <a:lnTo>
                    <a:pt x="190" y="219"/>
                  </a:lnTo>
                  <a:cubicBezTo>
                    <a:pt x="223" y="186"/>
                    <a:pt x="240" y="132"/>
                    <a:pt x="223" y="83"/>
                  </a:cubicBezTo>
                  <a:cubicBezTo>
                    <a:pt x="223" y="46"/>
                    <a:pt x="207" y="29"/>
                    <a:pt x="207" y="29"/>
                  </a:cubicBezTo>
                  <a:cubicBezTo>
                    <a:pt x="190" y="13"/>
                    <a:pt x="190" y="13"/>
                    <a:pt x="170" y="13"/>
                  </a:cubicBezTo>
                  <a:cubicBezTo>
                    <a:pt x="161" y="5"/>
                    <a:pt x="149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3"/>
            <p:cNvSpPr/>
            <p:nvPr/>
          </p:nvSpPr>
          <p:spPr>
            <a:xfrm>
              <a:off x="3947500" y="27861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53" y="0"/>
                  </a:moveTo>
                  <a:cubicBezTo>
                    <a:pt x="120" y="0"/>
                    <a:pt x="104" y="0"/>
                    <a:pt x="87" y="17"/>
                  </a:cubicBezTo>
                  <a:cubicBezTo>
                    <a:pt x="50" y="33"/>
                    <a:pt x="17" y="70"/>
                    <a:pt x="17" y="103"/>
                  </a:cubicBezTo>
                  <a:cubicBezTo>
                    <a:pt x="1" y="136"/>
                    <a:pt x="17" y="173"/>
                    <a:pt x="34" y="206"/>
                  </a:cubicBezTo>
                  <a:cubicBezTo>
                    <a:pt x="34" y="223"/>
                    <a:pt x="71" y="239"/>
                    <a:pt x="104" y="256"/>
                  </a:cubicBezTo>
                  <a:cubicBezTo>
                    <a:pt x="153" y="256"/>
                    <a:pt x="207" y="223"/>
                    <a:pt x="223" y="153"/>
                  </a:cubicBezTo>
                  <a:cubicBezTo>
                    <a:pt x="223" y="153"/>
                    <a:pt x="240" y="153"/>
                    <a:pt x="240" y="136"/>
                  </a:cubicBezTo>
                  <a:cubicBezTo>
                    <a:pt x="240" y="103"/>
                    <a:pt x="223" y="50"/>
                    <a:pt x="207" y="17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3"/>
            <p:cNvSpPr/>
            <p:nvPr/>
          </p:nvSpPr>
          <p:spPr>
            <a:xfrm>
              <a:off x="3952650" y="2848400"/>
              <a:ext cx="5200" cy="2175"/>
            </a:xfrm>
            <a:custGeom>
              <a:avLst/>
              <a:gdLst/>
              <a:ahLst/>
              <a:cxnLst/>
              <a:rect l="l" t="t" r="r" b="b"/>
              <a:pathLst>
                <a:path w="208" h="87" extrusionOk="0">
                  <a:moveTo>
                    <a:pt x="71" y="0"/>
                  </a:moveTo>
                  <a:cubicBezTo>
                    <a:pt x="34" y="17"/>
                    <a:pt x="17" y="54"/>
                    <a:pt x="1" y="87"/>
                  </a:cubicBezTo>
                  <a:lnTo>
                    <a:pt x="207" y="87"/>
                  </a:lnTo>
                  <a:cubicBezTo>
                    <a:pt x="207" y="54"/>
                    <a:pt x="207" y="33"/>
                    <a:pt x="191" y="17"/>
                  </a:cubicBezTo>
                  <a:cubicBezTo>
                    <a:pt x="174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3912250" y="2797100"/>
              <a:ext cx="6125" cy="6575"/>
            </a:xfrm>
            <a:custGeom>
              <a:avLst/>
              <a:gdLst/>
              <a:ahLst/>
              <a:cxnLst/>
              <a:rect l="l" t="t" r="r" b="b"/>
              <a:pathLst>
                <a:path w="245" h="263" extrusionOk="0">
                  <a:moveTo>
                    <a:pt x="135" y="1"/>
                  </a:moveTo>
                  <a:cubicBezTo>
                    <a:pt x="125" y="1"/>
                    <a:pt x="115" y="3"/>
                    <a:pt x="104" y="7"/>
                  </a:cubicBezTo>
                  <a:cubicBezTo>
                    <a:pt x="71" y="7"/>
                    <a:pt x="54" y="24"/>
                    <a:pt x="38" y="61"/>
                  </a:cubicBezTo>
                  <a:cubicBezTo>
                    <a:pt x="17" y="78"/>
                    <a:pt x="1" y="111"/>
                    <a:pt x="1" y="127"/>
                  </a:cubicBezTo>
                  <a:cubicBezTo>
                    <a:pt x="1" y="164"/>
                    <a:pt x="17" y="214"/>
                    <a:pt x="38" y="230"/>
                  </a:cubicBezTo>
                  <a:cubicBezTo>
                    <a:pt x="59" y="253"/>
                    <a:pt x="84" y="263"/>
                    <a:pt x="108" y="263"/>
                  </a:cubicBezTo>
                  <a:cubicBezTo>
                    <a:pt x="140" y="263"/>
                    <a:pt x="171" y="244"/>
                    <a:pt x="190" y="214"/>
                  </a:cubicBezTo>
                  <a:cubicBezTo>
                    <a:pt x="244" y="164"/>
                    <a:pt x="244" y="78"/>
                    <a:pt x="190" y="24"/>
                  </a:cubicBezTo>
                  <a:cubicBezTo>
                    <a:pt x="179" y="12"/>
                    <a:pt x="159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3914000" y="28140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0"/>
                  </a:moveTo>
                  <a:cubicBezTo>
                    <a:pt x="87" y="0"/>
                    <a:pt x="17" y="33"/>
                    <a:pt x="17" y="104"/>
                  </a:cubicBezTo>
                  <a:cubicBezTo>
                    <a:pt x="1" y="137"/>
                    <a:pt x="1" y="170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153" y="256"/>
                    <a:pt x="207" y="223"/>
                    <a:pt x="223" y="153"/>
                  </a:cubicBezTo>
                  <a:cubicBezTo>
                    <a:pt x="240" y="120"/>
                    <a:pt x="223" y="87"/>
                    <a:pt x="223" y="50"/>
                  </a:cubicBezTo>
                  <a:cubicBezTo>
                    <a:pt x="207" y="50"/>
                    <a:pt x="207" y="33"/>
                    <a:pt x="207" y="33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3919975" y="27199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0"/>
                  </a:moveTo>
                  <a:cubicBezTo>
                    <a:pt x="88" y="0"/>
                    <a:pt x="17" y="37"/>
                    <a:pt x="1" y="103"/>
                  </a:cubicBezTo>
                  <a:cubicBezTo>
                    <a:pt x="1" y="140"/>
                    <a:pt x="1" y="173"/>
                    <a:pt x="17" y="206"/>
                  </a:cubicBezTo>
                  <a:cubicBezTo>
                    <a:pt x="38" y="244"/>
                    <a:pt x="55" y="260"/>
                    <a:pt x="88" y="260"/>
                  </a:cubicBezTo>
                  <a:cubicBezTo>
                    <a:pt x="121" y="260"/>
                    <a:pt x="141" y="260"/>
                    <a:pt x="174" y="244"/>
                  </a:cubicBezTo>
                  <a:cubicBezTo>
                    <a:pt x="191" y="206"/>
                    <a:pt x="207" y="190"/>
                    <a:pt x="224" y="157"/>
                  </a:cubicBezTo>
                  <a:cubicBezTo>
                    <a:pt x="224" y="120"/>
                    <a:pt x="224" y="87"/>
                    <a:pt x="207" y="54"/>
                  </a:cubicBezTo>
                  <a:cubicBezTo>
                    <a:pt x="207" y="54"/>
                    <a:pt x="207" y="37"/>
                    <a:pt x="191" y="37"/>
                  </a:cubicBezTo>
                  <a:cubicBezTo>
                    <a:pt x="174" y="17"/>
                    <a:pt x="158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4021825" y="2846575"/>
              <a:ext cx="5600" cy="4000"/>
            </a:xfrm>
            <a:custGeom>
              <a:avLst/>
              <a:gdLst/>
              <a:ahLst/>
              <a:cxnLst/>
              <a:rect l="l" t="t" r="r" b="b"/>
              <a:pathLst>
                <a:path w="224" h="160" extrusionOk="0">
                  <a:moveTo>
                    <a:pt x="111" y="0"/>
                  </a:moveTo>
                  <a:cubicBezTo>
                    <a:pt x="55" y="0"/>
                    <a:pt x="15" y="49"/>
                    <a:pt x="0" y="106"/>
                  </a:cubicBezTo>
                  <a:lnTo>
                    <a:pt x="0" y="160"/>
                  </a:lnTo>
                  <a:lnTo>
                    <a:pt x="223" y="160"/>
                  </a:lnTo>
                  <a:cubicBezTo>
                    <a:pt x="223" y="127"/>
                    <a:pt x="223" y="90"/>
                    <a:pt x="207" y="57"/>
                  </a:cubicBezTo>
                  <a:cubicBezTo>
                    <a:pt x="207" y="40"/>
                    <a:pt x="190" y="40"/>
                    <a:pt x="190" y="40"/>
                  </a:cubicBezTo>
                  <a:cubicBezTo>
                    <a:pt x="169" y="24"/>
                    <a:pt x="153" y="3"/>
                    <a:pt x="136" y="3"/>
                  </a:cubicBezTo>
                  <a:cubicBezTo>
                    <a:pt x="128" y="1"/>
                    <a:pt x="119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4200850" y="2815650"/>
              <a:ext cx="6125" cy="6350"/>
            </a:xfrm>
            <a:custGeom>
              <a:avLst/>
              <a:gdLst/>
              <a:ahLst/>
              <a:cxnLst/>
              <a:rect l="l" t="t" r="r" b="b"/>
              <a:pathLst>
                <a:path w="245" h="254" extrusionOk="0">
                  <a:moveTo>
                    <a:pt x="132" y="0"/>
                  </a:moveTo>
                  <a:cubicBezTo>
                    <a:pt x="76" y="0"/>
                    <a:pt x="35" y="49"/>
                    <a:pt x="17" y="107"/>
                  </a:cubicBezTo>
                  <a:cubicBezTo>
                    <a:pt x="1" y="144"/>
                    <a:pt x="17" y="177"/>
                    <a:pt x="38" y="210"/>
                  </a:cubicBezTo>
                  <a:cubicBezTo>
                    <a:pt x="54" y="230"/>
                    <a:pt x="71" y="247"/>
                    <a:pt x="87" y="247"/>
                  </a:cubicBezTo>
                  <a:cubicBezTo>
                    <a:pt x="97" y="252"/>
                    <a:pt x="107" y="254"/>
                    <a:pt x="117" y="254"/>
                  </a:cubicBezTo>
                  <a:cubicBezTo>
                    <a:pt x="140" y="254"/>
                    <a:pt x="162" y="242"/>
                    <a:pt x="174" y="230"/>
                  </a:cubicBezTo>
                  <a:cubicBezTo>
                    <a:pt x="207" y="210"/>
                    <a:pt x="224" y="177"/>
                    <a:pt x="224" y="144"/>
                  </a:cubicBezTo>
                  <a:cubicBezTo>
                    <a:pt x="244" y="107"/>
                    <a:pt x="244" y="74"/>
                    <a:pt x="224" y="57"/>
                  </a:cubicBezTo>
                  <a:cubicBezTo>
                    <a:pt x="207" y="41"/>
                    <a:pt x="207" y="41"/>
                    <a:pt x="207" y="24"/>
                  </a:cubicBezTo>
                  <a:lnTo>
                    <a:pt x="191" y="24"/>
                  </a:lnTo>
                  <a:cubicBezTo>
                    <a:pt x="174" y="3"/>
                    <a:pt x="174" y="3"/>
                    <a:pt x="158" y="3"/>
                  </a:cubicBezTo>
                  <a:cubicBezTo>
                    <a:pt x="149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4191900" y="273502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20" y="0"/>
                    <a:pt x="87" y="0"/>
                    <a:pt x="66" y="17"/>
                  </a:cubicBezTo>
                  <a:cubicBezTo>
                    <a:pt x="33" y="33"/>
                    <a:pt x="17" y="70"/>
                    <a:pt x="0" y="103"/>
                  </a:cubicBezTo>
                  <a:cubicBezTo>
                    <a:pt x="0" y="136"/>
                    <a:pt x="0" y="173"/>
                    <a:pt x="17" y="206"/>
                  </a:cubicBezTo>
                  <a:cubicBezTo>
                    <a:pt x="33" y="239"/>
                    <a:pt x="50" y="260"/>
                    <a:pt x="87" y="260"/>
                  </a:cubicBezTo>
                  <a:cubicBezTo>
                    <a:pt x="136" y="260"/>
                    <a:pt x="190" y="223"/>
                    <a:pt x="223" y="157"/>
                  </a:cubicBezTo>
                  <a:cubicBezTo>
                    <a:pt x="223" y="103"/>
                    <a:pt x="223" y="54"/>
                    <a:pt x="190" y="33"/>
                  </a:cubicBezTo>
                  <a:cubicBezTo>
                    <a:pt x="169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4196125" y="2797375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42" y="1"/>
                  </a:moveTo>
                  <a:cubicBezTo>
                    <a:pt x="127" y="1"/>
                    <a:pt x="114" y="5"/>
                    <a:pt x="103" y="13"/>
                  </a:cubicBezTo>
                  <a:cubicBezTo>
                    <a:pt x="37" y="34"/>
                    <a:pt x="0" y="116"/>
                    <a:pt x="21" y="170"/>
                  </a:cubicBezTo>
                  <a:cubicBezTo>
                    <a:pt x="35" y="228"/>
                    <a:pt x="82" y="260"/>
                    <a:pt x="129" y="260"/>
                  </a:cubicBezTo>
                  <a:cubicBezTo>
                    <a:pt x="138" y="260"/>
                    <a:pt x="148" y="259"/>
                    <a:pt x="157" y="256"/>
                  </a:cubicBezTo>
                  <a:cubicBezTo>
                    <a:pt x="227" y="219"/>
                    <a:pt x="260" y="153"/>
                    <a:pt x="243" y="83"/>
                  </a:cubicBezTo>
                  <a:cubicBezTo>
                    <a:pt x="227" y="67"/>
                    <a:pt x="227" y="50"/>
                    <a:pt x="206" y="34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3" y="5"/>
                    <a:pt x="157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4188400" y="282872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2" y="0"/>
                  </a:moveTo>
                  <a:cubicBezTo>
                    <a:pt x="101" y="0"/>
                    <a:pt x="66" y="19"/>
                    <a:pt x="37" y="49"/>
                  </a:cubicBezTo>
                  <a:cubicBezTo>
                    <a:pt x="0" y="99"/>
                    <a:pt x="0" y="185"/>
                    <a:pt x="37" y="223"/>
                  </a:cubicBezTo>
                  <a:cubicBezTo>
                    <a:pt x="54" y="239"/>
                    <a:pt x="70" y="256"/>
                    <a:pt x="87" y="256"/>
                  </a:cubicBezTo>
                  <a:cubicBezTo>
                    <a:pt x="124" y="256"/>
                    <a:pt x="173" y="239"/>
                    <a:pt x="190" y="202"/>
                  </a:cubicBezTo>
                  <a:cubicBezTo>
                    <a:pt x="227" y="169"/>
                    <a:pt x="243" y="119"/>
                    <a:pt x="227" y="66"/>
                  </a:cubicBezTo>
                  <a:cubicBezTo>
                    <a:pt x="227" y="49"/>
                    <a:pt x="206" y="3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4093050" y="2845000"/>
              <a:ext cx="6100" cy="5575"/>
            </a:xfrm>
            <a:custGeom>
              <a:avLst/>
              <a:gdLst/>
              <a:ahLst/>
              <a:cxnLst/>
              <a:rect l="l" t="t" r="r" b="b"/>
              <a:pathLst>
                <a:path w="244" h="223" extrusionOk="0">
                  <a:moveTo>
                    <a:pt x="157" y="0"/>
                  </a:moveTo>
                  <a:cubicBezTo>
                    <a:pt x="87" y="0"/>
                    <a:pt x="37" y="33"/>
                    <a:pt x="21" y="120"/>
                  </a:cubicBezTo>
                  <a:cubicBezTo>
                    <a:pt x="0" y="136"/>
                    <a:pt x="21" y="169"/>
                    <a:pt x="21" y="206"/>
                  </a:cubicBezTo>
                  <a:cubicBezTo>
                    <a:pt x="37" y="206"/>
                    <a:pt x="37" y="223"/>
                    <a:pt x="37" y="223"/>
                  </a:cubicBezTo>
                  <a:lnTo>
                    <a:pt x="190" y="223"/>
                  </a:lnTo>
                  <a:cubicBezTo>
                    <a:pt x="206" y="206"/>
                    <a:pt x="227" y="190"/>
                    <a:pt x="227" y="153"/>
                  </a:cubicBezTo>
                  <a:cubicBezTo>
                    <a:pt x="244" y="120"/>
                    <a:pt x="244" y="87"/>
                    <a:pt x="227" y="50"/>
                  </a:cubicBezTo>
                  <a:cubicBezTo>
                    <a:pt x="206" y="50"/>
                    <a:pt x="206" y="33"/>
                    <a:pt x="206" y="33"/>
                  </a:cubicBezTo>
                  <a:cubicBezTo>
                    <a:pt x="190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4121900" y="2847575"/>
              <a:ext cx="5600" cy="3000"/>
            </a:xfrm>
            <a:custGeom>
              <a:avLst/>
              <a:gdLst/>
              <a:ahLst/>
              <a:cxnLst/>
              <a:rect l="l" t="t" r="r" b="b"/>
              <a:pathLst>
                <a:path w="224" h="120" extrusionOk="0">
                  <a:moveTo>
                    <a:pt x="137" y="0"/>
                  </a:moveTo>
                  <a:cubicBezTo>
                    <a:pt x="67" y="0"/>
                    <a:pt x="17" y="50"/>
                    <a:pt x="1" y="120"/>
                  </a:cubicBezTo>
                  <a:lnTo>
                    <a:pt x="223" y="120"/>
                  </a:lnTo>
                  <a:cubicBezTo>
                    <a:pt x="223" y="103"/>
                    <a:pt x="223" y="66"/>
                    <a:pt x="207" y="50"/>
                  </a:cubicBezTo>
                  <a:lnTo>
                    <a:pt x="186" y="33"/>
                  </a:lnTo>
                  <a:cubicBezTo>
                    <a:pt x="170" y="17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3918350" y="276677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82" y="0"/>
                    <a:pt x="49" y="21"/>
                  </a:cubicBezTo>
                  <a:cubicBezTo>
                    <a:pt x="16" y="54"/>
                    <a:pt x="0" y="70"/>
                    <a:pt x="0" y="103"/>
                  </a:cubicBezTo>
                  <a:cubicBezTo>
                    <a:pt x="0" y="140"/>
                    <a:pt x="0" y="173"/>
                    <a:pt x="16" y="206"/>
                  </a:cubicBezTo>
                  <a:cubicBezTo>
                    <a:pt x="33" y="243"/>
                    <a:pt x="49" y="260"/>
                    <a:pt x="82" y="260"/>
                  </a:cubicBezTo>
                  <a:cubicBezTo>
                    <a:pt x="136" y="260"/>
                    <a:pt x="206" y="227"/>
                    <a:pt x="223" y="157"/>
                  </a:cubicBezTo>
                  <a:cubicBezTo>
                    <a:pt x="223" y="124"/>
                    <a:pt x="223" y="87"/>
                    <a:pt x="206" y="54"/>
                  </a:cubicBezTo>
                  <a:lnTo>
                    <a:pt x="186" y="37"/>
                  </a:lnTo>
                  <a:cubicBezTo>
                    <a:pt x="169" y="21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3961625" y="2773775"/>
              <a:ext cx="6100" cy="6725"/>
            </a:xfrm>
            <a:custGeom>
              <a:avLst/>
              <a:gdLst/>
              <a:ahLst/>
              <a:cxnLst/>
              <a:rect l="l" t="t" r="r" b="b"/>
              <a:pathLst>
                <a:path w="244" h="269" extrusionOk="0">
                  <a:moveTo>
                    <a:pt x="138" y="0"/>
                  </a:moveTo>
                  <a:cubicBezTo>
                    <a:pt x="123" y="0"/>
                    <a:pt x="106" y="5"/>
                    <a:pt x="87" y="13"/>
                  </a:cubicBezTo>
                  <a:cubicBezTo>
                    <a:pt x="38" y="29"/>
                    <a:pt x="1" y="116"/>
                    <a:pt x="21" y="186"/>
                  </a:cubicBezTo>
                  <a:cubicBezTo>
                    <a:pt x="21" y="202"/>
                    <a:pt x="38" y="235"/>
                    <a:pt x="71" y="256"/>
                  </a:cubicBezTo>
                  <a:cubicBezTo>
                    <a:pt x="87" y="264"/>
                    <a:pt x="101" y="268"/>
                    <a:pt x="114" y="268"/>
                  </a:cubicBezTo>
                  <a:cubicBezTo>
                    <a:pt x="127" y="268"/>
                    <a:pt x="141" y="264"/>
                    <a:pt x="157" y="256"/>
                  </a:cubicBezTo>
                  <a:cubicBezTo>
                    <a:pt x="190" y="235"/>
                    <a:pt x="207" y="219"/>
                    <a:pt x="227" y="186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27" y="66"/>
                    <a:pt x="227" y="50"/>
                    <a:pt x="207" y="29"/>
                  </a:cubicBezTo>
                  <a:cubicBezTo>
                    <a:pt x="190" y="29"/>
                    <a:pt x="190" y="13"/>
                    <a:pt x="174" y="13"/>
                  </a:cubicBezTo>
                  <a:cubicBezTo>
                    <a:pt x="166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3964200" y="2790350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28" y="1"/>
                  </a:moveTo>
                  <a:cubicBezTo>
                    <a:pt x="73" y="1"/>
                    <a:pt x="35" y="49"/>
                    <a:pt x="21" y="108"/>
                  </a:cubicBezTo>
                  <a:cubicBezTo>
                    <a:pt x="1" y="141"/>
                    <a:pt x="21" y="174"/>
                    <a:pt x="21" y="191"/>
                  </a:cubicBezTo>
                  <a:cubicBezTo>
                    <a:pt x="38" y="228"/>
                    <a:pt x="71" y="244"/>
                    <a:pt x="87" y="244"/>
                  </a:cubicBezTo>
                  <a:cubicBezTo>
                    <a:pt x="96" y="247"/>
                    <a:pt x="106" y="248"/>
                    <a:pt x="115" y="248"/>
                  </a:cubicBezTo>
                  <a:cubicBezTo>
                    <a:pt x="175" y="248"/>
                    <a:pt x="227" y="202"/>
                    <a:pt x="227" y="141"/>
                  </a:cubicBezTo>
                  <a:cubicBezTo>
                    <a:pt x="244" y="108"/>
                    <a:pt x="244" y="71"/>
                    <a:pt x="227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0" y="5"/>
                    <a:pt x="174" y="5"/>
                    <a:pt x="157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3965550" y="274542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5" y="1"/>
                  </a:moveTo>
                  <a:cubicBezTo>
                    <a:pt x="120" y="1"/>
                    <a:pt x="103" y="5"/>
                    <a:pt x="87" y="13"/>
                  </a:cubicBezTo>
                  <a:cubicBezTo>
                    <a:pt x="50" y="29"/>
                    <a:pt x="33" y="50"/>
                    <a:pt x="17" y="83"/>
                  </a:cubicBezTo>
                  <a:cubicBezTo>
                    <a:pt x="0" y="116"/>
                    <a:pt x="0" y="153"/>
                    <a:pt x="17" y="186"/>
                  </a:cubicBezTo>
                  <a:cubicBezTo>
                    <a:pt x="17" y="219"/>
                    <a:pt x="33" y="236"/>
                    <a:pt x="70" y="256"/>
                  </a:cubicBezTo>
                  <a:cubicBezTo>
                    <a:pt x="79" y="264"/>
                    <a:pt x="91" y="269"/>
                    <a:pt x="105" y="269"/>
                  </a:cubicBezTo>
                  <a:cubicBezTo>
                    <a:pt x="120" y="269"/>
                    <a:pt x="136" y="264"/>
                    <a:pt x="153" y="256"/>
                  </a:cubicBezTo>
                  <a:cubicBezTo>
                    <a:pt x="206" y="219"/>
                    <a:pt x="239" y="153"/>
                    <a:pt x="223" y="83"/>
                  </a:cubicBezTo>
                  <a:cubicBezTo>
                    <a:pt x="223" y="67"/>
                    <a:pt x="206" y="50"/>
                    <a:pt x="206" y="29"/>
                  </a:cubicBezTo>
                  <a:cubicBezTo>
                    <a:pt x="190" y="29"/>
                    <a:pt x="190" y="13"/>
                    <a:pt x="173" y="13"/>
                  </a:cubicBezTo>
                  <a:cubicBezTo>
                    <a:pt x="163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3956475" y="28227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8" y="0"/>
                  </a:moveTo>
                  <a:cubicBezTo>
                    <a:pt x="103" y="0"/>
                    <a:pt x="67" y="19"/>
                    <a:pt x="38" y="50"/>
                  </a:cubicBezTo>
                  <a:cubicBezTo>
                    <a:pt x="0" y="100"/>
                    <a:pt x="0" y="186"/>
                    <a:pt x="38" y="236"/>
                  </a:cubicBezTo>
                  <a:cubicBezTo>
                    <a:pt x="58" y="251"/>
                    <a:pt x="83" y="260"/>
                    <a:pt x="108" y="260"/>
                  </a:cubicBezTo>
                  <a:cubicBezTo>
                    <a:pt x="142" y="260"/>
                    <a:pt x="178" y="243"/>
                    <a:pt x="207" y="203"/>
                  </a:cubicBezTo>
                  <a:cubicBezTo>
                    <a:pt x="244" y="153"/>
                    <a:pt x="244" y="67"/>
                    <a:pt x="207" y="30"/>
                  </a:cubicBezTo>
                  <a:cubicBezTo>
                    <a:pt x="186" y="9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3953900" y="2803350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03" y="1"/>
                  </a:moveTo>
                  <a:cubicBezTo>
                    <a:pt x="38" y="34"/>
                    <a:pt x="0" y="104"/>
                    <a:pt x="21" y="170"/>
                  </a:cubicBezTo>
                  <a:cubicBezTo>
                    <a:pt x="21" y="207"/>
                    <a:pt x="54" y="223"/>
                    <a:pt x="70" y="240"/>
                  </a:cubicBezTo>
                  <a:cubicBezTo>
                    <a:pt x="87" y="248"/>
                    <a:pt x="100" y="252"/>
                    <a:pt x="114" y="252"/>
                  </a:cubicBezTo>
                  <a:cubicBezTo>
                    <a:pt x="127" y="252"/>
                    <a:pt x="141" y="248"/>
                    <a:pt x="157" y="240"/>
                  </a:cubicBezTo>
                  <a:cubicBezTo>
                    <a:pt x="227" y="223"/>
                    <a:pt x="260" y="137"/>
                    <a:pt x="244" y="83"/>
                  </a:cubicBezTo>
                  <a:cubicBezTo>
                    <a:pt x="227" y="50"/>
                    <a:pt x="227" y="34"/>
                    <a:pt x="207" y="34"/>
                  </a:cubicBezTo>
                  <a:cubicBezTo>
                    <a:pt x="207" y="17"/>
                    <a:pt x="190" y="17"/>
                    <a:pt x="190" y="17"/>
                  </a:cubicBez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3951825" y="2741275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36" y="0"/>
                  </a:moveTo>
                  <a:cubicBezTo>
                    <a:pt x="102" y="0"/>
                    <a:pt x="68" y="14"/>
                    <a:pt x="50" y="43"/>
                  </a:cubicBezTo>
                  <a:cubicBezTo>
                    <a:pt x="1" y="113"/>
                    <a:pt x="1" y="179"/>
                    <a:pt x="50" y="233"/>
                  </a:cubicBezTo>
                  <a:cubicBezTo>
                    <a:pt x="67" y="249"/>
                    <a:pt x="83" y="249"/>
                    <a:pt x="104" y="249"/>
                  </a:cubicBezTo>
                  <a:cubicBezTo>
                    <a:pt x="113" y="253"/>
                    <a:pt x="122" y="256"/>
                    <a:pt x="131" y="256"/>
                  </a:cubicBezTo>
                  <a:cubicBezTo>
                    <a:pt x="155" y="256"/>
                    <a:pt x="180" y="240"/>
                    <a:pt x="207" y="216"/>
                  </a:cubicBezTo>
                  <a:cubicBezTo>
                    <a:pt x="240" y="162"/>
                    <a:pt x="240" y="113"/>
                    <a:pt x="240" y="76"/>
                  </a:cubicBezTo>
                  <a:cubicBezTo>
                    <a:pt x="224" y="59"/>
                    <a:pt x="224" y="43"/>
                    <a:pt x="207" y="26"/>
                  </a:cubicBezTo>
                  <a:cubicBezTo>
                    <a:pt x="190" y="10"/>
                    <a:pt x="16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3957400" y="27585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7" y="0"/>
                  </a:moveTo>
                  <a:cubicBezTo>
                    <a:pt x="71" y="0"/>
                    <a:pt x="15" y="49"/>
                    <a:pt x="1" y="106"/>
                  </a:cubicBezTo>
                  <a:cubicBezTo>
                    <a:pt x="1" y="144"/>
                    <a:pt x="1" y="177"/>
                    <a:pt x="17" y="209"/>
                  </a:cubicBezTo>
                  <a:cubicBezTo>
                    <a:pt x="34" y="226"/>
                    <a:pt x="50" y="247"/>
                    <a:pt x="87" y="263"/>
                  </a:cubicBezTo>
                  <a:cubicBezTo>
                    <a:pt x="153" y="263"/>
                    <a:pt x="207" y="209"/>
                    <a:pt x="223" y="144"/>
                  </a:cubicBezTo>
                  <a:cubicBezTo>
                    <a:pt x="240" y="106"/>
                    <a:pt x="223" y="57"/>
                    <a:pt x="190" y="20"/>
                  </a:cubicBezTo>
                  <a:cubicBezTo>
                    <a:pt x="170" y="20"/>
                    <a:pt x="153" y="3"/>
                    <a:pt x="137" y="3"/>
                  </a:cubicBezTo>
                  <a:cubicBezTo>
                    <a:pt x="131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3973275" y="2762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14" y="0"/>
                  </a:moveTo>
                  <a:cubicBezTo>
                    <a:pt x="68" y="0"/>
                    <a:pt x="15" y="48"/>
                    <a:pt x="1" y="108"/>
                  </a:cubicBezTo>
                  <a:cubicBezTo>
                    <a:pt x="1" y="141"/>
                    <a:pt x="1" y="174"/>
                    <a:pt x="17" y="211"/>
                  </a:cubicBezTo>
                  <a:cubicBezTo>
                    <a:pt x="33" y="227"/>
                    <a:pt x="50" y="244"/>
                    <a:pt x="87" y="260"/>
                  </a:cubicBezTo>
                  <a:cubicBezTo>
                    <a:pt x="120" y="260"/>
                    <a:pt x="153" y="244"/>
                    <a:pt x="174" y="227"/>
                  </a:cubicBezTo>
                  <a:cubicBezTo>
                    <a:pt x="207" y="211"/>
                    <a:pt x="223" y="174"/>
                    <a:pt x="223" y="141"/>
                  </a:cubicBezTo>
                  <a:cubicBezTo>
                    <a:pt x="240" y="108"/>
                    <a:pt x="223" y="70"/>
                    <a:pt x="207" y="54"/>
                  </a:cubicBezTo>
                  <a:cubicBezTo>
                    <a:pt x="207" y="38"/>
                    <a:pt x="207" y="38"/>
                    <a:pt x="190" y="21"/>
                  </a:cubicBezTo>
                  <a:cubicBezTo>
                    <a:pt x="190" y="21"/>
                    <a:pt x="174" y="5"/>
                    <a:pt x="137" y="5"/>
                  </a:cubicBezTo>
                  <a:cubicBezTo>
                    <a:pt x="129" y="1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3977100" y="2837925"/>
              <a:ext cx="6100" cy="6375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32" y="1"/>
                  </a:moveTo>
                  <a:cubicBezTo>
                    <a:pt x="101" y="1"/>
                    <a:pt x="72" y="13"/>
                    <a:pt x="54" y="40"/>
                  </a:cubicBezTo>
                  <a:cubicBezTo>
                    <a:pt x="0" y="110"/>
                    <a:pt x="0" y="180"/>
                    <a:pt x="54" y="230"/>
                  </a:cubicBezTo>
                  <a:cubicBezTo>
                    <a:pt x="70" y="246"/>
                    <a:pt x="70" y="246"/>
                    <a:pt x="87" y="246"/>
                  </a:cubicBezTo>
                  <a:cubicBezTo>
                    <a:pt x="101" y="252"/>
                    <a:pt x="115" y="254"/>
                    <a:pt x="127" y="254"/>
                  </a:cubicBezTo>
                  <a:cubicBezTo>
                    <a:pt x="158" y="254"/>
                    <a:pt x="182" y="237"/>
                    <a:pt x="206" y="213"/>
                  </a:cubicBezTo>
                  <a:cubicBezTo>
                    <a:pt x="243" y="164"/>
                    <a:pt x="243" y="110"/>
                    <a:pt x="243" y="77"/>
                  </a:cubicBezTo>
                  <a:cubicBezTo>
                    <a:pt x="227" y="61"/>
                    <a:pt x="227" y="40"/>
                    <a:pt x="206" y="24"/>
                  </a:cubicBezTo>
                  <a:cubicBezTo>
                    <a:pt x="184" y="9"/>
                    <a:pt x="158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3979250" y="27934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1"/>
                  </a:moveTo>
                  <a:cubicBezTo>
                    <a:pt x="104" y="1"/>
                    <a:pt x="87" y="17"/>
                    <a:pt x="54" y="34"/>
                  </a:cubicBezTo>
                  <a:cubicBezTo>
                    <a:pt x="38" y="50"/>
                    <a:pt x="1" y="87"/>
                    <a:pt x="1" y="120"/>
                  </a:cubicBezTo>
                  <a:cubicBezTo>
                    <a:pt x="1" y="153"/>
                    <a:pt x="1" y="191"/>
                    <a:pt x="17" y="207"/>
                  </a:cubicBezTo>
                  <a:cubicBezTo>
                    <a:pt x="38" y="240"/>
                    <a:pt x="54" y="257"/>
                    <a:pt x="87" y="257"/>
                  </a:cubicBezTo>
                  <a:cubicBezTo>
                    <a:pt x="94" y="259"/>
                    <a:pt x="101" y="260"/>
                    <a:pt x="109" y="260"/>
                  </a:cubicBezTo>
                  <a:cubicBezTo>
                    <a:pt x="157" y="260"/>
                    <a:pt x="209" y="214"/>
                    <a:pt x="223" y="153"/>
                  </a:cubicBezTo>
                  <a:cubicBezTo>
                    <a:pt x="223" y="120"/>
                    <a:pt x="223" y="87"/>
                    <a:pt x="207" y="50"/>
                  </a:cubicBezTo>
                  <a:lnTo>
                    <a:pt x="190" y="34"/>
                  </a:lnTo>
                  <a:cubicBezTo>
                    <a:pt x="174" y="17"/>
                    <a:pt x="157" y="17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3975450" y="2823275"/>
              <a:ext cx="5575" cy="6350"/>
            </a:xfrm>
            <a:custGeom>
              <a:avLst/>
              <a:gdLst/>
              <a:ahLst/>
              <a:cxnLst/>
              <a:rect l="l" t="t" r="r" b="b"/>
              <a:pathLst>
                <a:path w="223" h="254" extrusionOk="0">
                  <a:moveTo>
                    <a:pt x="111" y="1"/>
                  </a:moveTo>
                  <a:cubicBezTo>
                    <a:pt x="92" y="1"/>
                    <a:pt x="76" y="14"/>
                    <a:pt x="50" y="28"/>
                  </a:cubicBezTo>
                  <a:cubicBezTo>
                    <a:pt x="33" y="45"/>
                    <a:pt x="0" y="78"/>
                    <a:pt x="0" y="111"/>
                  </a:cubicBezTo>
                  <a:cubicBezTo>
                    <a:pt x="0" y="148"/>
                    <a:pt x="0" y="181"/>
                    <a:pt x="17" y="197"/>
                  </a:cubicBezTo>
                  <a:cubicBezTo>
                    <a:pt x="33" y="234"/>
                    <a:pt x="50" y="251"/>
                    <a:pt x="87" y="251"/>
                  </a:cubicBezTo>
                  <a:cubicBezTo>
                    <a:pt x="93" y="253"/>
                    <a:pt x="99" y="254"/>
                    <a:pt x="106" y="254"/>
                  </a:cubicBezTo>
                  <a:cubicBezTo>
                    <a:pt x="153" y="254"/>
                    <a:pt x="208" y="206"/>
                    <a:pt x="223" y="148"/>
                  </a:cubicBezTo>
                  <a:cubicBezTo>
                    <a:pt x="223" y="111"/>
                    <a:pt x="223" y="78"/>
                    <a:pt x="206" y="61"/>
                  </a:cubicBezTo>
                  <a:cubicBezTo>
                    <a:pt x="206" y="45"/>
                    <a:pt x="190" y="45"/>
                    <a:pt x="190" y="28"/>
                  </a:cubicBezTo>
                  <a:cubicBezTo>
                    <a:pt x="169" y="8"/>
                    <a:pt x="153" y="8"/>
                    <a:pt x="136" y="8"/>
                  </a:cubicBezTo>
                  <a:cubicBezTo>
                    <a:pt x="127" y="3"/>
                    <a:pt x="119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3935850" y="2726875"/>
              <a:ext cx="5700" cy="5700"/>
            </a:xfrm>
            <a:custGeom>
              <a:avLst/>
              <a:gdLst/>
              <a:ahLst/>
              <a:cxnLst/>
              <a:rect l="l" t="t" r="r" b="b"/>
              <a:pathLst>
                <a:path w="228" h="228" extrusionOk="0">
                  <a:moveTo>
                    <a:pt x="54" y="0"/>
                  </a:moveTo>
                  <a:cubicBezTo>
                    <a:pt x="38" y="17"/>
                    <a:pt x="38" y="33"/>
                    <a:pt x="22" y="50"/>
                  </a:cubicBezTo>
                  <a:cubicBezTo>
                    <a:pt x="1" y="87"/>
                    <a:pt x="1" y="120"/>
                    <a:pt x="1" y="137"/>
                  </a:cubicBezTo>
                  <a:cubicBezTo>
                    <a:pt x="18" y="195"/>
                    <a:pt x="66" y="227"/>
                    <a:pt x="113" y="227"/>
                  </a:cubicBezTo>
                  <a:cubicBezTo>
                    <a:pt x="122" y="227"/>
                    <a:pt x="132" y="226"/>
                    <a:pt x="141" y="223"/>
                  </a:cubicBezTo>
                  <a:cubicBezTo>
                    <a:pt x="174" y="207"/>
                    <a:pt x="207" y="174"/>
                    <a:pt x="228" y="137"/>
                  </a:cubicBezTo>
                  <a:cubicBezTo>
                    <a:pt x="158" y="87"/>
                    <a:pt x="104" y="5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3968525" y="28080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0"/>
                  </a:moveTo>
                  <a:cubicBezTo>
                    <a:pt x="71" y="21"/>
                    <a:pt x="34" y="54"/>
                    <a:pt x="17" y="124"/>
                  </a:cubicBezTo>
                  <a:cubicBezTo>
                    <a:pt x="1" y="157"/>
                    <a:pt x="17" y="190"/>
                    <a:pt x="34" y="206"/>
                  </a:cubicBezTo>
                  <a:cubicBezTo>
                    <a:pt x="54" y="243"/>
                    <a:pt x="71" y="260"/>
                    <a:pt x="104" y="260"/>
                  </a:cubicBezTo>
                  <a:cubicBezTo>
                    <a:pt x="111" y="262"/>
                    <a:pt x="118" y="263"/>
                    <a:pt x="125" y="263"/>
                  </a:cubicBezTo>
                  <a:cubicBezTo>
                    <a:pt x="174" y="263"/>
                    <a:pt x="226" y="218"/>
                    <a:pt x="240" y="157"/>
                  </a:cubicBezTo>
                  <a:lnTo>
                    <a:pt x="240" y="124"/>
                  </a:lnTo>
                  <a:cubicBezTo>
                    <a:pt x="240" y="87"/>
                    <a:pt x="223" y="54"/>
                    <a:pt x="207" y="37"/>
                  </a:cubicBezTo>
                  <a:cubicBezTo>
                    <a:pt x="191" y="21"/>
                    <a:pt x="174" y="21"/>
                    <a:pt x="158" y="21"/>
                  </a:cubicBezTo>
                  <a:cubicBezTo>
                    <a:pt x="137" y="0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3963800" y="28376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87" y="1"/>
                    <a:pt x="17" y="50"/>
                    <a:pt x="0" y="120"/>
                  </a:cubicBezTo>
                  <a:cubicBezTo>
                    <a:pt x="0" y="153"/>
                    <a:pt x="0" y="190"/>
                    <a:pt x="17" y="207"/>
                  </a:cubicBezTo>
                  <a:cubicBezTo>
                    <a:pt x="37" y="240"/>
                    <a:pt x="54" y="256"/>
                    <a:pt x="87" y="256"/>
                  </a:cubicBezTo>
                  <a:cubicBezTo>
                    <a:pt x="97" y="259"/>
                    <a:pt x="107" y="261"/>
                    <a:pt x="116" y="261"/>
                  </a:cubicBezTo>
                  <a:cubicBezTo>
                    <a:pt x="171" y="261"/>
                    <a:pt x="209" y="213"/>
                    <a:pt x="223" y="153"/>
                  </a:cubicBezTo>
                  <a:cubicBezTo>
                    <a:pt x="243" y="120"/>
                    <a:pt x="223" y="87"/>
                    <a:pt x="206" y="50"/>
                  </a:cubicBezTo>
                  <a:cubicBezTo>
                    <a:pt x="206" y="50"/>
                    <a:pt x="206" y="34"/>
                    <a:pt x="190" y="34"/>
                  </a:cubicBezTo>
                  <a:cubicBezTo>
                    <a:pt x="190" y="17"/>
                    <a:pt x="173" y="17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3977100" y="2776575"/>
              <a:ext cx="5675" cy="6350"/>
            </a:xfrm>
            <a:custGeom>
              <a:avLst/>
              <a:gdLst/>
              <a:ahLst/>
              <a:cxnLst/>
              <a:rect l="l" t="t" r="r" b="b"/>
              <a:pathLst>
                <a:path w="227" h="254" extrusionOk="0">
                  <a:moveTo>
                    <a:pt x="120" y="1"/>
                  </a:moveTo>
                  <a:cubicBezTo>
                    <a:pt x="71" y="1"/>
                    <a:pt x="18" y="49"/>
                    <a:pt x="0" y="107"/>
                  </a:cubicBezTo>
                  <a:cubicBezTo>
                    <a:pt x="0" y="144"/>
                    <a:pt x="0" y="177"/>
                    <a:pt x="21" y="194"/>
                  </a:cubicBezTo>
                  <a:cubicBezTo>
                    <a:pt x="37" y="226"/>
                    <a:pt x="54" y="247"/>
                    <a:pt x="87" y="247"/>
                  </a:cubicBezTo>
                  <a:cubicBezTo>
                    <a:pt x="97" y="252"/>
                    <a:pt x="106" y="254"/>
                    <a:pt x="114" y="254"/>
                  </a:cubicBezTo>
                  <a:cubicBezTo>
                    <a:pt x="135" y="254"/>
                    <a:pt x="150" y="241"/>
                    <a:pt x="173" y="226"/>
                  </a:cubicBezTo>
                  <a:cubicBezTo>
                    <a:pt x="190" y="210"/>
                    <a:pt x="206" y="177"/>
                    <a:pt x="227" y="144"/>
                  </a:cubicBezTo>
                  <a:cubicBezTo>
                    <a:pt x="227" y="107"/>
                    <a:pt x="227" y="74"/>
                    <a:pt x="206" y="57"/>
                  </a:cubicBezTo>
                  <a:cubicBezTo>
                    <a:pt x="206" y="41"/>
                    <a:pt x="206" y="41"/>
                    <a:pt x="190" y="20"/>
                  </a:cubicBezTo>
                  <a:cubicBezTo>
                    <a:pt x="173" y="4"/>
                    <a:pt x="157" y="4"/>
                    <a:pt x="140" y="4"/>
                  </a:cubicBezTo>
                  <a:cubicBezTo>
                    <a:pt x="134" y="2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44" name="Google Shape;744;p3"/>
          <p:cNvSpPr/>
          <p:nvPr/>
        </p:nvSpPr>
        <p:spPr>
          <a:xfrm rot="5400000" flipH="1">
            <a:off x="509789" y="3471042"/>
            <a:ext cx="420427" cy="461299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5" name="Google Shape;745;p3"/>
          <p:cNvSpPr/>
          <p:nvPr/>
        </p:nvSpPr>
        <p:spPr>
          <a:xfrm rot="5400000" flipH="1">
            <a:off x="8004039" y="459091"/>
            <a:ext cx="496898" cy="406573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6" name="Google Shape;746;p3"/>
          <p:cNvSpPr/>
          <p:nvPr/>
        </p:nvSpPr>
        <p:spPr>
          <a:xfrm rot="5400000" flipH="1">
            <a:off x="7537464" y="3890353"/>
            <a:ext cx="2561723" cy="2810772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" name="Google Shape;1914;p7"/>
          <p:cNvSpPr txBox="1">
            <a:spLocks noGrp="1"/>
          </p:cNvSpPr>
          <p:nvPr>
            <p:ph type="body" idx="1"/>
          </p:nvPr>
        </p:nvSpPr>
        <p:spPr>
          <a:xfrm>
            <a:off x="720000" y="1712850"/>
            <a:ext cx="3599100" cy="28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>
              <a:spcBef>
                <a:spcPts val="10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915" name="Google Shape;1915;p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3852000" cy="93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16" name="Google Shape;1916;p7"/>
          <p:cNvSpPr/>
          <p:nvPr/>
        </p:nvSpPr>
        <p:spPr>
          <a:xfrm>
            <a:off x="7323808" y="-46525"/>
            <a:ext cx="1896382" cy="1759366"/>
          </a:xfrm>
          <a:custGeom>
            <a:avLst/>
            <a:gdLst/>
            <a:ahLst/>
            <a:cxnLst/>
            <a:rect l="l" t="t" r="r" b="b"/>
            <a:pathLst>
              <a:path w="16844" h="15627" extrusionOk="0">
                <a:moveTo>
                  <a:pt x="148" y="0"/>
                </a:moveTo>
                <a:cubicBezTo>
                  <a:pt x="57" y="1027"/>
                  <a:pt x="1" y="2081"/>
                  <a:pt x="1" y="3136"/>
                </a:cubicBezTo>
                <a:cubicBezTo>
                  <a:pt x="57" y="6587"/>
                  <a:pt x="204" y="10749"/>
                  <a:pt x="3101" y="13118"/>
                </a:cubicBezTo>
                <a:cubicBezTo>
                  <a:pt x="5450" y="15041"/>
                  <a:pt x="8775" y="15626"/>
                  <a:pt x="11831" y="15626"/>
                </a:cubicBezTo>
                <a:cubicBezTo>
                  <a:pt x="12359" y="15626"/>
                  <a:pt x="12879" y="15609"/>
                  <a:pt x="13385" y="15578"/>
                </a:cubicBezTo>
                <a:cubicBezTo>
                  <a:pt x="14495" y="15494"/>
                  <a:pt x="15669" y="15346"/>
                  <a:pt x="16843" y="15142"/>
                </a:cubicBezTo>
                <a:lnTo>
                  <a:pt x="1684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17" name="Google Shape;1917;p7"/>
          <p:cNvGrpSpPr/>
          <p:nvPr/>
        </p:nvGrpSpPr>
        <p:grpSpPr>
          <a:xfrm rot="10800000" flipH="1">
            <a:off x="7001923" y="4155624"/>
            <a:ext cx="2192535" cy="1200546"/>
            <a:chOff x="4465450" y="2268625"/>
            <a:chExt cx="520125" cy="284800"/>
          </a:xfrm>
        </p:grpSpPr>
        <p:sp>
          <p:nvSpPr>
            <p:cNvPr id="1918" name="Google Shape;1918;p7"/>
            <p:cNvSpPr/>
            <p:nvPr/>
          </p:nvSpPr>
          <p:spPr>
            <a:xfrm>
              <a:off x="4729100" y="2352425"/>
              <a:ext cx="6925" cy="4650"/>
            </a:xfrm>
            <a:custGeom>
              <a:avLst/>
              <a:gdLst/>
              <a:ahLst/>
              <a:cxnLst/>
              <a:rect l="l" t="t" r="r" b="b"/>
              <a:pathLst>
                <a:path w="277" h="186" extrusionOk="0">
                  <a:moveTo>
                    <a:pt x="174" y="0"/>
                  </a:moveTo>
                  <a:cubicBezTo>
                    <a:pt x="141" y="0"/>
                    <a:pt x="104" y="17"/>
                    <a:pt x="87" y="33"/>
                  </a:cubicBezTo>
                  <a:cubicBezTo>
                    <a:pt x="54" y="49"/>
                    <a:pt x="38" y="66"/>
                    <a:pt x="17" y="103"/>
                  </a:cubicBezTo>
                  <a:cubicBezTo>
                    <a:pt x="1" y="153"/>
                    <a:pt x="38" y="186"/>
                    <a:pt x="104" y="186"/>
                  </a:cubicBezTo>
                  <a:lnTo>
                    <a:pt x="157" y="186"/>
                  </a:lnTo>
                  <a:cubicBezTo>
                    <a:pt x="174" y="169"/>
                    <a:pt x="174" y="169"/>
                    <a:pt x="190" y="169"/>
                  </a:cubicBezTo>
                  <a:cubicBezTo>
                    <a:pt x="223" y="153"/>
                    <a:pt x="244" y="120"/>
                    <a:pt x="244" y="103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7"/>
            <p:cNvSpPr/>
            <p:nvPr/>
          </p:nvSpPr>
          <p:spPr>
            <a:xfrm>
              <a:off x="4715800" y="2351900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37" y="0"/>
                  </a:moveTo>
                  <a:cubicBezTo>
                    <a:pt x="104" y="21"/>
                    <a:pt x="71" y="38"/>
                    <a:pt x="54" y="54"/>
                  </a:cubicBezTo>
                  <a:cubicBezTo>
                    <a:pt x="1" y="103"/>
                    <a:pt x="1" y="157"/>
                    <a:pt x="34" y="190"/>
                  </a:cubicBezTo>
                  <a:cubicBezTo>
                    <a:pt x="52" y="198"/>
                    <a:pt x="66" y="202"/>
                    <a:pt x="79" y="202"/>
                  </a:cubicBezTo>
                  <a:cubicBezTo>
                    <a:pt x="92" y="202"/>
                    <a:pt x="104" y="198"/>
                    <a:pt x="120" y="190"/>
                  </a:cubicBezTo>
                  <a:lnTo>
                    <a:pt x="158" y="190"/>
                  </a:lnTo>
                  <a:cubicBezTo>
                    <a:pt x="174" y="174"/>
                    <a:pt x="191" y="174"/>
                    <a:pt x="207" y="157"/>
                  </a:cubicBezTo>
                  <a:cubicBezTo>
                    <a:pt x="261" y="103"/>
                    <a:pt x="261" y="38"/>
                    <a:pt x="224" y="21"/>
                  </a:cubicBezTo>
                  <a:cubicBezTo>
                    <a:pt x="191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7"/>
            <p:cNvSpPr/>
            <p:nvPr/>
          </p:nvSpPr>
          <p:spPr>
            <a:xfrm>
              <a:off x="4711075" y="234035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20" y="17"/>
                    <a:pt x="87" y="34"/>
                  </a:cubicBezTo>
                  <a:cubicBezTo>
                    <a:pt x="54" y="50"/>
                    <a:pt x="37" y="87"/>
                    <a:pt x="17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0" y="207"/>
                    <a:pt x="140" y="190"/>
                    <a:pt x="157" y="190"/>
                  </a:cubicBezTo>
                  <a:cubicBezTo>
                    <a:pt x="173" y="190"/>
                    <a:pt x="190" y="174"/>
                    <a:pt x="190" y="174"/>
                  </a:cubicBezTo>
                  <a:cubicBezTo>
                    <a:pt x="223" y="153"/>
                    <a:pt x="243" y="137"/>
                    <a:pt x="260" y="104"/>
                  </a:cubicBezTo>
                  <a:cubicBezTo>
                    <a:pt x="260" y="71"/>
                    <a:pt x="260" y="50"/>
                    <a:pt x="243" y="34"/>
                  </a:cubicBezTo>
                  <a:cubicBezTo>
                    <a:pt x="223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7"/>
            <p:cNvSpPr/>
            <p:nvPr/>
          </p:nvSpPr>
          <p:spPr>
            <a:xfrm>
              <a:off x="4728700" y="23639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72" y="0"/>
                  </a:moveTo>
                  <a:cubicBezTo>
                    <a:pt x="152" y="0"/>
                    <a:pt x="128" y="6"/>
                    <a:pt x="103" y="17"/>
                  </a:cubicBezTo>
                  <a:cubicBezTo>
                    <a:pt x="33" y="54"/>
                    <a:pt x="0" y="104"/>
                    <a:pt x="17" y="157"/>
                  </a:cubicBezTo>
                  <a:cubicBezTo>
                    <a:pt x="29" y="182"/>
                    <a:pt x="61" y="197"/>
                    <a:pt x="105" y="197"/>
                  </a:cubicBezTo>
                  <a:cubicBezTo>
                    <a:pt x="121" y="197"/>
                    <a:pt x="138" y="195"/>
                    <a:pt x="157" y="190"/>
                  </a:cubicBezTo>
                  <a:cubicBezTo>
                    <a:pt x="223" y="157"/>
                    <a:pt x="260" y="104"/>
                    <a:pt x="239" y="54"/>
                  </a:cubicBezTo>
                  <a:cubicBezTo>
                    <a:pt x="239" y="19"/>
                    <a:pt x="211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7"/>
            <p:cNvSpPr/>
            <p:nvPr/>
          </p:nvSpPr>
          <p:spPr>
            <a:xfrm>
              <a:off x="4723550" y="2386975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68" y="0"/>
                  </a:moveTo>
                  <a:cubicBezTo>
                    <a:pt x="159" y="0"/>
                    <a:pt x="149" y="2"/>
                    <a:pt x="136" y="7"/>
                  </a:cubicBezTo>
                  <a:cubicBezTo>
                    <a:pt x="103" y="7"/>
                    <a:pt x="70" y="24"/>
                    <a:pt x="54" y="40"/>
                  </a:cubicBezTo>
                  <a:cubicBezTo>
                    <a:pt x="0" y="94"/>
                    <a:pt x="0" y="164"/>
                    <a:pt x="33" y="181"/>
                  </a:cubicBezTo>
                  <a:cubicBezTo>
                    <a:pt x="70" y="197"/>
                    <a:pt x="87" y="197"/>
                    <a:pt x="120" y="197"/>
                  </a:cubicBezTo>
                  <a:cubicBezTo>
                    <a:pt x="136" y="197"/>
                    <a:pt x="136" y="197"/>
                    <a:pt x="157" y="181"/>
                  </a:cubicBezTo>
                  <a:cubicBezTo>
                    <a:pt x="173" y="181"/>
                    <a:pt x="190" y="164"/>
                    <a:pt x="206" y="143"/>
                  </a:cubicBezTo>
                  <a:cubicBezTo>
                    <a:pt x="260" y="94"/>
                    <a:pt x="260" y="40"/>
                    <a:pt x="223" y="7"/>
                  </a:cubicBezTo>
                  <a:cubicBezTo>
                    <a:pt x="201" y="7"/>
                    <a:pt x="18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7"/>
            <p:cNvSpPr/>
            <p:nvPr/>
          </p:nvSpPr>
          <p:spPr>
            <a:xfrm>
              <a:off x="4733425" y="23051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53" y="1"/>
                  </a:moveTo>
                  <a:cubicBezTo>
                    <a:pt x="120" y="1"/>
                    <a:pt x="87" y="17"/>
                    <a:pt x="71" y="38"/>
                  </a:cubicBezTo>
                  <a:cubicBezTo>
                    <a:pt x="34" y="54"/>
                    <a:pt x="17" y="71"/>
                    <a:pt x="1" y="104"/>
                  </a:cubicBezTo>
                  <a:cubicBezTo>
                    <a:pt x="1" y="120"/>
                    <a:pt x="1" y="157"/>
                    <a:pt x="17" y="174"/>
                  </a:cubicBezTo>
                  <a:cubicBezTo>
                    <a:pt x="34" y="190"/>
                    <a:pt x="50" y="190"/>
                    <a:pt x="87" y="190"/>
                  </a:cubicBezTo>
                  <a:lnTo>
                    <a:pt x="137" y="190"/>
                  </a:lnTo>
                  <a:cubicBezTo>
                    <a:pt x="153" y="174"/>
                    <a:pt x="153" y="174"/>
                    <a:pt x="174" y="174"/>
                  </a:cubicBezTo>
                  <a:cubicBezTo>
                    <a:pt x="207" y="157"/>
                    <a:pt x="224" y="120"/>
                    <a:pt x="224" y="104"/>
                  </a:cubicBezTo>
                  <a:cubicBezTo>
                    <a:pt x="257" y="38"/>
                    <a:pt x="22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7"/>
            <p:cNvSpPr/>
            <p:nvPr/>
          </p:nvSpPr>
          <p:spPr>
            <a:xfrm>
              <a:off x="4718800" y="2375600"/>
              <a:ext cx="6925" cy="4675"/>
            </a:xfrm>
            <a:custGeom>
              <a:avLst/>
              <a:gdLst/>
              <a:ahLst/>
              <a:cxnLst/>
              <a:rect l="l" t="t" r="r" b="b"/>
              <a:pathLst>
                <a:path w="277" h="187" extrusionOk="0">
                  <a:moveTo>
                    <a:pt x="174" y="1"/>
                  </a:moveTo>
                  <a:cubicBezTo>
                    <a:pt x="157" y="1"/>
                    <a:pt x="120" y="1"/>
                    <a:pt x="87" y="34"/>
                  </a:cubicBezTo>
                  <a:cubicBezTo>
                    <a:pt x="54" y="50"/>
                    <a:pt x="38" y="67"/>
                    <a:pt x="38" y="104"/>
                  </a:cubicBezTo>
                  <a:cubicBezTo>
                    <a:pt x="0" y="153"/>
                    <a:pt x="38" y="186"/>
                    <a:pt x="104" y="186"/>
                  </a:cubicBezTo>
                  <a:cubicBezTo>
                    <a:pt x="120" y="186"/>
                    <a:pt x="141" y="186"/>
                    <a:pt x="174" y="170"/>
                  </a:cubicBezTo>
                  <a:lnTo>
                    <a:pt x="190" y="170"/>
                  </a:lnTo>
                  <a:cubicBezTo>
                    <a:pt x="223" y="137"/>
                    <a:pt x="244" y="120"/>
                    <a:pt x="260" y="83"/>
                  </a:cubicBezTo>
                  <a:cubicBezTo>
                    <a:pt x="277" y="34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7"/>
            <p:cNvSpPr/>
            <p:nvPr/>
          </p:nvSpPr>
          <p:spPr>
            <a:xfrm>
              <a:off x="4708500" y="228285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3" y="0"/>
                  </a:moveTo>
                  <a:cubicBezTo>
                    <a:pt x="157" y="0"/>
                    <a:pt x="120" y="17"/>
                    <a:pt x="87" y="33"/>
                  </a:cubicBezTo>
                  <a:cubicBezTo>
                    <a:pt x="54" y="50"/>
                    <a:pt x="37" y="83"/>
                    <a:pt x="37" y="103"/>
                  </a:cubicBezTo>
                  <a:cubicBezTo>
                    <a:pt x="0" y="153"/>
                    <a:pt x="37" y="206"/>
                    <a:pt x="103" y="206"/>
                  </a:cubicBezTo>
                  <a:cubicBezTo>
                    <a:pt x="120" y="206"/>
                    <a:pt x="140" y="206"/>
                    <a:pt x="173" y="186"/>
                  </a:cubicBezTo>
                  <a:lnTo>
                    <a:pt x="190" y="169"/>
                  </a:lnTo>
                  <a:cubicBezTo>
                    <a:pt x="223" y="153"/>
                    <a:pt x="243" y="136"/>
                    <a:pt x="260" y="103"/>
                  </a:cubicBezTo>
                  <a:cubicBezTo>
                    <a:pt x="276" y="50"/>
                    <a:pt x="24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7"/>
            <p:cNvSpPr/>
            <p:nvPr/>
          </p:nvSpPr>
          <p:spPr>
            <a:xfrm>
              <a:off x="4702925" y="2317575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37" y="0"/>
                  </a:moveTo>
                  <a:cubicBezTo>
                    <a:pt x="104" y="17"/>
                    <a:pt x="87" y="33"/>
                    <a:pt x="54" y="54"/>
                  </a:cubicBezTo>
                  <a:cubicBezTo>
                    <a:pt x="1" y="104"/>
                    <a:pt x="1" y="157"/>
                    <a:pt x="54" y="190"/>
                  </a:cubicBezTo>
                  <a:cubicBezTo>
                    <a:pt x="62" y="198"/>
                    <a:pt x="75" y="203"/>
                    <a:pt x="89" y="203"/>
                  </a:cubicBezTo>
                  <a:cubicBezTo>
                    <a:pt x="104" y="203"/>
                    <a:pt x="120" y="198"/>
                    <a:pt x="137" y="190"/>
                  </a:cubicBezTo>
                  <a:lnTo>
                    <a:pt x="157" y="190"/>
                  </a:lnTo>
                  <a:cubicBezTo>
                    <a:pt x="190" y="174"/>
                    <a:pt x="207" y="157"/>
                    <a:pt x="223" y="157"/>
                  </a:cubicBezTo>
                  <a:cubicBezTo>
                    <a:pt x="260" y="104"/>
                    <a:pt x="277" y="33"/>
                    <a:pt x="223" y="17"/>
                  </a:cubicBezTo>
                  <a:cubicBezTo>
                    <a:pt x="207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7"/>
            <p:cNvSpPr/>
            <p:nvPr/>
          </p:nvSpPr>
          <p:spPr>
            <a:xfrm>
              <a:off x="4708075" y="2294625"/>
              <a:ext cx="6925" cy="4950"/>
            </a:xfrm>
            <a:custGeom>
              <a:avLst/>
              <a:gdLst/>
              <a:ahLst/>
              <a:cxnLst/>
              <a:rect l="l" t="t" r="r" b="b"/>
              <a:pathLst>
                <a:path w="277" h="198" extrusionOk="0">
                  <a:moveTo>
                    <a:pt x="164" y="1"/>
                  </a:moveTo>
                  <a:cubicBezTo>
                    <a:pt x="149" y="1"/>
                    <a:pt x="134" y="3"/>
                    <a:pt x="120" y="7"/>
                  </a:cubicBezTo>
                  <a:cubicBezTo>
                    <a:pt x="54" y="44"/>
                    <a:pt x="1" y="94"/>
                    <a:pt x="17" y="147"/>
                  </a:cubicBezTo>
                  <a:cubicBezTo>
                    <a:pt x="28" y="179"/>
                    <a:pt x="61" y="198"/>
                    <a:pt x="97" y="198"/>
                  </a:cubicBezTo>
                  <a:cubicBezTo>
                    <a:pt x="117" y="198"/>
                    <a:pt x="138" y="192"/>
                    <a:pt x="157" y="180"/>
                  </a:cubicBezTo>
                  <a:cubicBezTo>
                    <a:pt x="223" y="164"/>
                    <a:pt x="277" y="94"/>
                    <a:pt x="260" y="44"/>
                  </a:cubicBezTo>
                  <a:cubicBezTo>
                    <a:pt x="245" y="17"/>
                    <a:pt x="205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7"/>
            <p:cNvSpPr/>
            <p:nvPr/>
          </p:nvSpPr>
          <p:spPr>
            <a:xfrm>
              <a:off x="4703750" y="237627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49" y="0"/>
                  </a:moveTo>
                  <a:cubicBezTo>
                    <a:pt x="133" y="0"/>
                    <a:pt x="118" y="2"/>
                    <a:pt x="104" y="7"/>
                  </a:cubicBezTo>
                  <a:cubicBezTo>
                    <a:pt x="38" y="40"/>
                    <a:pt x="1" y="110"/>
                    <a:pt x="1" y="143"/>
                  </a:cubicBezTo>
                  <a:cubicBezTo>
                    <a:pt x="14" y="178"/>
                    <a:pt x="47" y="197"/>
                    <a:pt x="87" y="197"/>
                  </a:cubicBezTo>
                  <a:cubicBezTo>
                    <a:pt x="109" y="197"/>
                    <a:pt x="133" y="191"/>
                    <a:pt x="157" y="180"/>
                  </a:cubicBezTo>
                  <a:cubicBezTo>
                    <a:pt x="207" y="159"/>
                    <a:pt x="260" y="93"/>
                    <a:pt x="244" y="40"/>
                  </a:cubicBezTo>
                  <a:cubicBezTo>
                    <a:pt x="232" y="15"/>
                    <a:pt x="191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7"/>
            <p:cNvSpPr/>
            <p:nvPr/>
          </p:nvSpPr>
          <p:spPr>
            <a:xfrm>
              <a:off x="4705925" y="232870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1"/>
                  </a:moveTo>
                  <a:cubicBezTo>
                    <a:pt x="157" y="1"/>
                    <a:pt x="120" y="1"/>
                    <a:pt x="87" y="21"/>
                  </a:cubicBezTo>
                  <a:cubicBezTo>
                    <a:pt x="54" y="54"/>
                    <a:pt x="37" y="71"/>
                    <a:pt x="37" y="87"/>
                  </a:cubicBezTo>
                  <a:cubicBezTo>
                    <a:pt x="0" y="157"/>
                    <a:pt x="37" y="190"/>
                    <a:pt x="103" y="190"/>
                  </a:cubicBezTo>
                  <a:cubicBezTo>
                    <a:pt x="120" y="190"/>
                    <a:pt x="140" y="190"/>
                    <a:pt x="173" y="174"/>
                  </a:cubicBezTo>
                  <a:cubicBezTo>
                    <a:pt x="173" y="174"/>
                    <a:pt x="190" y="174"/>
                    <a:pt x="190" y="157"/>
                  </a:cubicBezTo>
                  <a:cubicBezTo>
                    <a:pt x="223" y="141"/>
                    <a:pt x="243" y="124"/>
                    <a:pt x="260" y="87"/>
                  </a:cubicBezTo>
                  <a:cubicBezTo>
                    <a:pt x="276" y="38"/>
                    <a:pt x="24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7"/>
            <p:cNvSpPr/>
            <p:nvPr/>
          </p:nvSpPr>
          <p:spPr>
            <a:xfrm>
              <a:off x="4700350" y="23510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0"/>
                  </a:moveTo>
                  <a:cubicBezTo>
                    <a:pt x="137" y="0"/>
                    <a:pt x="104" y="0"/>
                    <a:pt x="87" y="17"/>
                  </a:cubicBezTo>
                  <a:cubicBezTo>
                    <a:pt x="54" y="33"/>
                    <a:pt x="33" y="71"/>
                    <a:pt x="17" y="87"/>
                  </a:cubicBezTo>
                  <a:cubicBezTo>
                    <a:pt x="0" y="157"/>
                    <a:pt x="33" y="190"/>
                    <a:pt x="104" y="190"/>
                  </a:cubicBezTo>
                  <a:cubicBezTo>
                    <a:pt x="120" y="190"/>
                    <a:pt x="137" y="190"/>
                    <a:pt x="157" y="174"/>
                  </a:cubicBezTo>
                  <a:cubicBezTo>
                    <a:pt x="174" y="174"/>
                    <a:pt x="174" y="174"/>
                    <a:pt x="190" y="157"/>
                  </a:cubicBezTo>
                  <a:cubicBezTo>
                    <a:pt x="223" y="136"/>
                    <a:pt x="240" y="120"/>
                    <a:pt x="240" y="87"/>
                  </a:cubicBezTo>
                  <a:cubicBezTo>
                    <a:pt x="260" y="71"/>
                    <a:pt x="260" y="33"/>
                    <a:pt x="240" y="17"/>
                  </a:cubicBezTo>
                  <a:cubicBezTo>
                    <a:pt x="223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7"/>
            <p:cNvSpPr/>
            <p:nvPr/>
          </p:nvSpPr>
          <p:spPr>
            <a:xfrm>
              <a:off x="4699925" y="23622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54" y="1"/>
                  </a:moveTo>
                  <a:cubicBezTo>
                    <a:pt x="104" y="1"/>
                    <a:pt x="34" y="54"/>
                    <a:pt x="17" y="104"/>
                  </a:cubicBezTo>
                  <a:cubicBezTo>
                    <a:pt x="1" y="157"/>
                    <a:pt x="34" y="190"/>
                    <a:pt x="88" y="190"/>
                  </a:cubicBezTo>
                  <a:lnTo>
                    <a:pt x="154" y="190"/>
                  </a:lnTo>
                  <a:cubicBezTo>
                    <a:pt x="154" y="174"/>
                    <a:pt x="174" y="174"/>
                    <a:pt x="174" y="174"/>
                  </a:cubicBezTo>
                  <a:cubicBezTo>
                    <a:pt x="207" y="157"/>
                    <a:pt x="224" y="124"/>
                    <a:pt x="240" y="104"/>
                  </a:cubicBezTo>
                  <a:cubicBezTo>
                    <a:pt x="257" y="71"/>
                    <a:pt x="240" y="54"/>
                    <a:pt x="240" y="38"/>
                  </a:cubicBezTo>
                  <a:cubicBezTo>
                    <a:pt x="224" y="21"/>
                    <a:pt x="191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7"/>
            <p:cNvSpPr/>
            <p:nvPr/>
          </p:nvSpPr>
          <p:spPr>
            <a:xfrm>
              <a:off x="4720975" y="2420225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57" y="1"/>
                  </a:moveTo>
                  <a:cubicBezTo>
                    <a:pt x="136" y="1"/>
                    <a:pt x="103" y="17"/>
                    <a:pt x="70" y="34"/>
                  </a:cubicBezTo>
                  <a:cubicBezTo>
                    <a:pt x="33" y="50"/>
                    <a:pt x="17" y="71"/>
                    <a:pt x="17" y="104"/>
                  </a:cubicBezTo>
                  <a:cubicBezTo>
                    <a:pt x="0" y="153"/>
                    <a:pt x="33" y="207"/>
                    <a:pt x="87" y="207"/>
                  </a:cubicBezTo>
                  <a:cubicBezTo>
                    <a:pt x="103" y="207"/>
                    <a:pt x="136" y="191"/>
                    <a:pt x="157" y="191"/>
                  </a:cubicBezTo>
                  <a:lnTo>
                    <a:pt x="173" y="174"/>
                  </a:lnTo>
                  <a:cubicBezTo>
                    <a:pt x="206" y="153"/>
                    <a:pt x="223" y="120"/>
                    <a:pt x="239" y="104"/>
                  </a:cubicBezTo>
                  <a:cubicBezTo>
                    <a:pt x="239" y="71"/>
                    <a:pt x="239" y="50"/>
                    <a:pt x="223" y="34"/>
                  </a:cubicBezTo>
                  <a:cubicBezTo>
                    <a:pt x="223" y="17"/>
                    <a:pt x="190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7"/>
            <p:cNvSpPr/>
            <p:nvPr/>
          </p:nvSpPr>
          <p:spPr>
            <a:xfrm>
              <a:off x="4709425" y="2271600"/>
              <a:ext cx="5575" cy="1775"/>
            </a:xfrm>
            <a:custGeom>
              <a:avLst/>
              <a:gdLst/>
              <a:ahLst/>
              <a:cxnLst/>
              <a:rect l="l" t="t" r="r" b="b"/>
              <a:pathLst>
                <a:path w="223" h="71" extrusionOk="0">
                  <a:moveTo>
                    <a:pt x="0" y="1"/>
                  </a:moveTo>
                  <a:cubicBezTo>
                    <a:pt x="0" y="17"/>
                    <a:pt x="17" y="54"/>
                    <a:pt x="33" y="54"/>
                  </a:cubicBezTo>
                  <a:cubicBezTo>
                    <a:pt x="50" y="71"/>
                    <a:pt x="83" y="71"/>
                    <a:pt x="120" y="71"/>
                  </a:cubicBezTo>
                  <a:cubicBezTo>
                    <a:pt x="120" y="71"/>
                    <a:pt x="136" y="71"/>
                    <a:pt x="136" y="54"/>
                  </a:cubicBezTo>
                  <a:cubicBezTo>
                    <a:pt x="169" y="54"/>
                    <a:pt x="186" y="38"/>
                    <a:pt x="206" y="17"/>
                  </a:cubicBezTo>
                  <a:cubicBezTo>
                    <a:pt x="206" y="17"/>
                    <a:pt x="206" y="1"/>
                    <a:pt x="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7"/>
            <p:cNvSpPr/>
            <p:nvPr/>
          </p:nvSpPr>
          <p:spPr>
            <a:xfrm>
              <a:off x="4742400" y="234077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57" y="0"/>
                  </a:moveTo>
                  <a:cubicBezTo>
                    <a:pt x="124" y="0"/>
                    <a:pt x="87" y="17"/>
                    <a:pt x="71" y="33"/>
                  </a:cubicBezTo>
                  <a:cubicBezTo>
                    <a:pt x="38" y="54"/>
                    <a:pt x="21" y="70"/>
                    <a:pt x="1" y="103"/>
                  </a:cubicBezTo>
                  <a:cubicBezTo>
                    <a:pt x="1" y="120"/>
                    <a:pt x="1" y="157"/>
                    <a:pt x="21" y="173"/>
                  </a:cubicBezTo>
                  <a:cubicBezTo>
                    <a:pt x="21" y="190"/>
                    <a:pt x="54" y="190"/>
                    <a:pt x="87" y="190"/>
                  </a:cubicBezTo>
                  <a:lnTo>
                    <a:pt x="141" y="190"/>
                  </a:lnTo>
                  <a:cubicBezTo>
                    <a:pt x="157" y="173"/>
                    <a:pt x="157" y="173"/>
                    <a:pt x="174" y="173"/>
                  </a:cubicBezTo>
                  <a:cubicBezTo>
                    <a:pt x="207" y="157"/>
                    <a:pt x="227" y="120"/>
                    <a:pt x="227" y="103"/>
                  </a:cubicBezTo>
                  <a:cubicBezTo>
                    <a:pt x="260" y="54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7"/>
            <p:cNvSpPr/>
            <p:nvPr/>
          </p:nvSpPr>
          <p:spPr>
            <a:xfrm>
              <a:off x="4737250" y="2271200"/>
              <a:ext cx="6525" cy="4350"/>
            </a:xfrm>
            <a:custGeom>
              <a:avLst/>
              <a:gdLst/>
              <a:ahLst/>
              <a:cxnLst/>
              <a:rect l="l" t="t" r="r" b="b"/>
              <a:pathLst>
                <a:path w="261" h="174" extrusionOk="0">
                  <a:moveTo>
                    <a:pt x="87" y="0"/>
                  </a:moveTo>
                  <a:cubicBezTo>
                    <a:pt x="54" y="17"/>
                    <a:pt x="38" y="33"/>
                    <a:pt x="21" y="70"/>
                  </a:cubicBezTo>
                  <a:cubicBezTo>
                    <a:pt x="0" y="120"/>
                    <a:pt x="38" y="173"/>
                    <a:pt x="104" y="173"/>
                  </a:cubicBezTo>
                  <a:cubicBezTo>
                    <a:pt x="124" y="173"/>
                    <a:pt x="141" y="157"/>
                    <a:pt x="141" y="157"/>
                  </a:cubicBezTo>
                  <a:lnTo>
                    <a:pt x="157" y="157"/>
                  </a:lnTo>
                  <a:cubicBezTo>
                    <a:pt x="174" y="157"/>
                    <a:pt x="190" y="136"/>
                    <a:pt x="190" y="136"/>
                  </a:cubicBezTo>
                  <a:cubicBezTo>
                    <a:pt x="227" y="120"/>
                    <a:pt x="244" y="87"/>
                    <a:pt x="260" y="70"/>
                  </a:cubicBezTo>
                  <a:cubicBezTo>
                    <a:pt x="260" y="33"/>
                    <a:pt x="260" y="17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7"/>
            <p:cNvSpPr/>
            <p:nvPr/>
          </p:nvSpPr>
          <p:spPr>
            <a:xfrm>
              <a:off x="4695200" y="2282600"/>
              <a:ext cx="6925" cy="4900"/>
            </a:xfrm>
            <a:custGeom>
              <a:avLst/>
              <a:gdLst/>
              <a:ahLst/>
              <a:cxnLst/>
              <a:rect l="l" t="t" r="r" b="b"/>
              <a:pathLst>
                <a:path w="277" h="196" extrusionOk="0">
                  <a:moveTo>
                    <a:pt x="172" y="1"/>
                  </a:moveTo>
                  <a:cubicBezTo>
                    <a:pt x="161" y="1"/>
                    <a:pt x="149" y="3"/>
                    <a:pt x="136" y="10"/>
                  </a:cubicBezTo>
                  <a:cubicBezTo>
                    <a:pt x="103" y="10"/>
                    <a:pt x="87" y="27"/>
                    <a:pt x="54" y="60"/>
                  </a:cubicBezTo>
                  <a:cubicBezTo>
                    <a:pt x="0" y="93"/>
                    <a:pt x="0" y="163"/>
                    <a:pt x="54" y="179"/>
                  </a:cubicBezTo>
                  <a:cubicBezTo>
                    <a:pt x="70" y="196"/>
                    <a:pt x="103" y="196"/>
                    <a:pt x="136" y="196"/>
                  </a:cubicBezTo>
                  <a:cubicBezTo>
                    <a:pt x="136" y="196"/>
                    <a:pt x="157" y="196"/>
                    <a:pt x="157" y="179"/>
                  </a:cubicBezTo>
                  <a:cubicBezTo>
                    <a:pt x="190" y="179"/>
                    <a:pt x="206" y="163"/>
                    <a:pt x="223" y="146"/>
                  </a:cubicBezTo>
                  <a:cubicBezTo>
                    <a:pt x="260" y="93"/>
                    <a:pt x="277" y="43"/>
                    <a:pt x="223" y="10"/>
                  </a:cubicBezTo>
                  <a:cubicBezTo>
                    <a:pt x="212" y="10"/>
                    <a:pt x="194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7"/>
            <p:cNvSpPr/>
            <p:nvPr/>
          </p:nvSpPr>
          <p:spPr>
            <a:xfrm>
              <a:off x="4663025" y="2282325"/>
              <a:ext cx="6850" cy="4775"/>
            </a:xfrm>
            <a:custGeom>
              <a:avLst/>
              <a:gdLst/>
              <a:ahLst/>
              <a:cxnLst/>
              <a:rect l="l" t="t" r="r" b="b"/>
              <a:pathLst>
                <a:path w="274" h="191" extrusionOk="0">
                  <a:moveTo>
                    <a:pt x="170" y="0"/>
                  </a:moveTo>
                  <a:cubicBezTo>
                    <a:pt x="137" y="0"/>
                    <a:pt x="121" y="0"/>
                    <a:pt x="83" y="21"/>
                  </a:cubicBezTo>
                  <a:cubicBezTo>
                    <a:pt x="50" y="38"/>
                    <a:pt x="34" y="71"/>
                    <a:pt x="17" y="87"/>
                  </a:cubicBezTo>
                  <a:cubicBezTo>
                    <a:pt x="1" y="157"/>
                    <a:pt x="34" y="190"/>
                    <a:pt x="104" y="190"/>
                  </a:cubicBezTo>
                  <a:cubicBezTo>
                    <a:pt x="121" y="190"/>
                    <a:pt x="137" y="190"/>
                    <a:pt x="154" y="174"/>
                  </a:cubicBezTo>
                  <a:cubicBezTo>
                    <a:pt x="207" y="157"/>
                    <a:pt x="240" y="124"/>
                    <a:pt x="257" y="87"/>
                  </a:cubicBezTo>
                  <a:cubicBezTo>
                    <a:pt x="273" y="38"/>
                    <a:pt x="240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7"/>
            <p:cNvSpPr/>
            <p:nvPr/>
          </p:nvSpPr>
          <p:spPr>
            <a:xfrm>
              <a:off x="4675000" y="2272025"/>
              <a:ext cx="6500" cy="4250"/>
            </a:xfrm>
            <a:custGeom>
              <a:avLst/>
              <a:gdLst/>
              <a:ahLst/>
              <a:cxnLst/>
              <a:rect l="l" t="t" r="r" b="b"/>
              <a:pathLst>
                <a:path w="260" h="170" extrusionOk="0">
                  <a:moveTo>
                    <a:pt x="87" y="0"/>
                  </a:moveTo>
                  <a:cubicBezTo>
                    <a:pt x="70" y="0"/>
                    <a:pt x="70" y="21"/>
                    <a:pt x="54" y="21"/>
                  </a:cubicBezTo>
                  <a:cubicBezTo>
                    <a:pt x="0" y="70"/>
                    <a:pt x="0" y="124"/>
                    <a:pt x="54" y="157"/>
                  </a:cubicBezTo>
                  <a:cubicBezTo>
                    <a:pt x="62" y="165"/>
                    <a:pt x="74" y="169"/>
                    <a:pt x="89" y="169"/>
                  </a:cubicBezTo>
                  <a:cubicBezTo>
                    <a:pt x="104" y="169"/>
                    <a:pt x="122" y="165"/>
                    <a:pt x="140" y="157"/>
                  </a:cubicBezTo>
                  <a:lnTo>
                    <a:pt x="157" y="157"/>
                  </a:lnTo>
                  <a:cubicBezTo>
                    <a:pt x="190" y="140"/>
                    <a:pt x="206" y="140"/>
                    <a:pt x="223" y="124"/>
                  </a:cubicBezTo>
                  <a:cubicBezTo>
                    <a:pt x="243" y="87"/>
                    <a:pt x="260" y="70"/>
                    <a:pt x="260" y="37"/>
                  </a:cubicBezTo>
                  <a:cubicBezTo>
                    <a:pt x="260" y="21"/>
                    <a:pt x="260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7"/>
            <p:cNvSpPr/>
            <p:nvPr/>
          </p:nvSpPr>
          <p:spPr>
            <a:xfrm>
              <a:off x="4688800" y="2317550"/>
              <a:ext cx="6425" cy="4800"/>
            </a:xfrm>
            <a:custGeom>
              <a:avLst/>
              <a:gdLst/>
              <a:ahLst/>
              <a:cxnLst/>
              <a:rect l="l" t="t" r="r" b="b"/>
              <a:pathLst>
                <a:path w="257" h="192" extrusionOk="0">
                  <a:moveTo>
                    <a:pt x="171" y="1"/>
                  </a:moveTo>
                  <a:cubicBezTo>
                    <a:pt x="150" y="1"/>
                    <a:pt x="127" y="6"/>
                    <a:pt x="104" y="18"/>
                  </a:cubicBezTo>
                  <a:cubicBezTo>
                    <a:pt x="34" y="34"/>
                    <a:pt x="1" y="105"/>
                    <a:pt x="17" y="138"/>
                  </a:cubicBezTo>
                  <a:cubicBezTo>
                    <a:pt x="28" y="172"/>
                    <a:pt x="53" y="192"/>
                    <a:pt x="88" y="192"/>
                  </a:cubicBezTo>
                  <a:cubicBezTo>
                    <a:pt x="107" y="192"/>
                    <a:pt x="129" y="186"/>
                    <a:pt x="153" y="175"/>
                  </a:cubicBezTo>
                  <a:cubicBezTo>
                    <a:pt x="223" y="158"/>
                    <a:pt x="256" y="88"/>
                    <a:pt x="240" y="55"/>
                  </a:cubicBezTo>
                  <a:cubicBezTo>
                    <a:pt x="240" y="20"/>
                    <a:pt x="210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7"/>
            <p:cNvSpPr/>
            <p:nvPr/>
          </p:nvSpPr>
          <p:spPr>
            <a:xfrm>
              <a:off x="4739825" y="23849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74" y="1"/>
                  </a:moveTo>
                  <a:cubicBezTo>
                    <a:pt x="141" y="1"/>
                    <a:pt x="104" y="17"/>
                    <a:pt x="71" y="38"/>
                  </a:cubicBezTo>
                  <a:cubicBezTo>
                    <a:pt x="54" y="54"/>
                    <a:pt x="21" y="71"/>
                    <a:pt x="21" y="104"/>
                  </a:cubicBezTo>
                  <a:cubicBezTo>
                    <a:pt x="1" y="141"/>
                    <a:pt x="21" y="191"/>
                    <a:pt x="71" y="191"/>
                  </a:cubicBezTo>
                  <a:cubicBezTo>
                    <a:pt x="71" y="191"/>
                    <a:pt x="78" y="198"/>
                    <a:pt x="83" y="198"/>
                  </a:cubicBezTo>
                  <a:cubicBezTo>
                    <a:pt x="85" y="198"/>
                    <a:pt x="87" y="196"/>
                    <a:pt x="87" y="191"/>
                  </a:cubicBezTo>
                  <a:lnTo>
                    <a:pt x="157" y="191"/>
                  </a:lnTo>
                  <a:cubicBezTo>
                    <a:pt x="190" y="174"/>
                    <a:pt x="207" y="158"/>
                    <a:pt x="227" y="120"/>
                  </a:cubicBezTo>
                  <a:cubicBezTo>
                    <a:pt x="244" y="120"/>
                    <a:pt x="244" y="104"/>
                    <a:pt x="244" y="104"/>
                  </a:cubicBezTo>
                  <a:cubicBezTo>
                    <a:pt x="260" y="54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7"/>
            <p:cNvSpPr/>
            <p:nvPr/>
          </p:nvSpPr>
          <p:spPr>
            <a:xfrm>
              <a:off x="4742925" y="2281475"/>
              <a:ext cx="6400" cy="5100"/>
            </a:xfrm>
            <a:custGeom>
              <a:avLst/>
              <a:gdLst/>
              <a:ahLst/>
              <a:cxnLst/>
              <a:rect l="l" t="t" r="r" b="b"/>
              <a:pathLst>
                <a:path w="256" h="204" extrusionOk="0">
                  <a:moveTo>
                    <a:pt x="167" y="1"/>
                  </a:moveTo>
                  <a:cubicBezTo>
                    <a:pt x="148" y="1"/>
                    <a:pt x="126" y="6"/>
                    <a:pt x="103" y="18"/>
                  </a:cubicBezTo>
                  <a:cubicBezTo>
                    <a:pt x="66" y="34"/>
                    <a:pt x="33" y="55"/>
                    <a:pt x="17" y="88"/>
                  </a:cubicBezTo>
                  <a:cubicBezTo>
                    <a:pt x="17" y="105"/>
                    <a:pt x="0" y="138"/>
                    <a:pt x="17" y="158"/>
                  </a:cubicBezTo>
                  <a:cubicBezTo>
                    <a:pt x="17" y="175"/>
                    <a:pt x="33" y="191"/>
                    <a:pt x="50" y="191"/>
                  </a:cubicBezTo>
                  <a:cubicBezTo>
                    <a:pt x="66" y="199"/>
                    <a:pt x="84" y="203"/>
                    <a:pt x="101" y="203"/>
                  </a:cubicBezTo>
                  <a:cubicBezTo>
                    <a:pt x="119" y="203"/>
                    <a:pt x="136" y="199"/>
                    <a:pt x="153" y="191"/>
                  </a:cubicBezTo>
                  <a:cubicBezTo>
                    <a:pt x="223" y="158"/>
                    <a:pt x="256" y="105"/>
                    <a:pt x="239" y="55"/>
                  </a:cubicBezTo>
                  <a:cubicBezTo>
                    <a:pt x="229" y="20"/>
                    <a:pt x="20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7"/>
            <p:cNvSpPr/>
            <p:nvPr/>
          </p:nvSpPr>
          <p:spPr>
            <a:xfrm>
              <a:off x="4729525" y="2337750"/>
              <a:ext cx="6500" cy="5100"/>
            </a:xfrm>
            <a:custGeom>
              <a:avLst/>
              <a:gdLst/>
              <a:ahLst/>
              <a:cxnLst/>
              <a:rect l="l" t="t" r="r" b="b"/>
              <a:pathLst>
                <a:path w="260" h="204" extrusionOk="0">
                  <a:moveTo>
                    <a:pt x="165" y="1"/>
                  </a:moveTo>
                  <a:cubicBezTo>
                    <a:pt x="126" y="1"/>
                    <a:pt x="86" y="19"/>
                    <a:pt x="54" y="51"/>
                  </a:cubicBezTo>
                  <a:cubicBezTo>
                    <a:pt x="21" y="72"/>
                    <a:pt x="21" y="105"/>
                    <a:pt x="21" y="121"/>
                  </a:cubicBezTo>
                  <a:cubicBezTo>
                    <a:pt x="0" y="154"/>
                    <a:pt x="21" y="175"/>
                    <a:pt x="37" y="191"/>
                  </a:cubicBezTo>
                  <a:cubicBezTo>
                    <a:pt x="54" y="199"/>
                    <a:pt x="66" y="204"/>
                    <a:pt x="79" y="204"/>
                  </a:cubicBezTo>
                  <a:cubicBezTo>
                    <a:pt x="92" y="204"/>
                    <a:pt x="105" y="199"/>
                    <a:pt x="124" y="191"/>
                  </a:cubicBezTo>
                  <a:lnTo>
                    <a:pt x="157" y="191"/>
                  </a:lnTo>
                  <a:cubicBezTo>
                    <a:pt x="173" y="175"/>
                    <a:pt x="190" y="175"/>
                    <a:pt x="206" y="154"/>
                  </a:cubicBezTo>
                  <a:cubicBezTo>
                    <a:pt x="260" y="105"/>
                    <a:pt x="260" y="51"/>
                    <a:pt x="227" y="18"/>
                  </a:cubicBezTo>
                  <a:cubicBezTo>
                    <a:pt x="208" y="6"/>
                    <a:pt x="187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7"/>
            <p:cNvSpPr/>
            <p:nvPr/>
          </p:nvSpPr>
          <p:spPr>
            <a:xfrm>
              <a:off x="4735175" y="231715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37" y="1"/>
                  </a:moveTo>
                  <a:cubicBezTo>
                    <a:pt x="104" y="1"/>
                    <a:pt x="67" y="17"/>
                    <a:pt x="50" y="50"/>
                  </a:cubicBezTo>
                  <a:cubicBezTo>
                    <a:pt x="1" y="88"/>
                    <a:pt x="1" y="154"/>
                    <a:pt x="50" y="191"/>
                  </a:cubicBezTo>
                  <a:lnTo>
                    <a:pt x="121" y="191"/>
                  </a:lnTo>
                  <a:cubicBezTo>
                    <a:pt x="137" y="191"/>
                    <a:pt x="154" y="191"/>
                    <a:pt x="154" y="174"/>
                  </a:cubicBezTo>
                  <a:cubicBezTo>
                    <a:pt x="170" y="174"/>
                    <a:pt x="187" y="154"/>
                    <a:pt x="207" y="137"/>
                  </a:cubicBezTo>
                  <a:cubicBezTo>
                    <a:pt x="240" y="121"/>
                    <a:pt x="240" y="88"/>
                    <a:pt x="257" y="71"/>
                  </a:cubicBezTo>
                  <a:cubicBezTo>
                    <a:pt x="257" y="50"/>
                    <a:pt x="240" y="17"/>
                    <a:pt x="224" y="17"/>
                  </a:cubicBezTo>
                  <a:cubicBezTo>
                    <a:pt x="207" y="1"/>
                    <a:pt x="170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7"/>
            <p:cNvSpPr/>
            <p:nvPr/>
          </p:nvSpPr>
          <p:spPr>
            <a:xfrm>
              <a:off x="4742400" y="229437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4" y="1"/>
                  </a:moveTo>
                  <a:cubicBezTo>
                    <a:pt x="157" y="1"/>
                    <a:pt x="124" y="1"/>
                    <a:pt x="104" y="17"/>
                  </a:cubicBezTo>
                  <a:cubicBezTo>
                    <a:pt x="54" y="34"/>
                    <a:pt x="1" y="104"/>
                    <a:pt x="21" y="157"/>
                  </a:cubicBezTo>
                  <a:cubicBezTo>
                    <a:pt x="33" y="182"/>
                    <a:pt x="72" y="197"/>
                    <a:pt x="113" y="197"/>
                  </a:cubicBezTo>
                  <a:cubicBezTo>
                    <a:pt x="128" y="197"/>
                    <a:pt x="143" y="195"/>
                    <a:pt x="157" y="190"/>
                  </a:cubicBezTo>
                  <a:cubicBezTo>
                    <a:pt x="174" y="174"/>
                    <a:pt x="190" y="174"/>
                    <a:pt x="207" y="157"/>
                  </a:cubicBezTo>
                  <a:cubicBezTo>
                    <a:pt x="244" y="120"/>
                    <a:pt x="260" y="87"/>
                    <a:pt x="260" y="54"/>
                  </a:cubicBezTo>
                  <a:cubicBezTo>
                    <a:pt x="244" y="17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7"/>
            <p:cNvSpPr/>
            <p:nvPr/>
          </p:nvSpPr>
          <p:spPr>
            <a:xfrm>
              <a:off x="4735600" y="2372525"/>
              <a:ext cx="6425" cy="5000"/>
            </a:xfrm>
            <a:custGeom>
              <a:avLst/>
              <a:gdLst/>
              <a:ahLst/>
              <a:cxnLst/>
              <a:rect l="l" t="t" r="r" b="b"/>
              <a:pathLst>
                <a:path w="257" h="200" extrusionOk="0">
                  <a:moveTo>
                    <a:pt x="170" y="1"/>
                  </a:moveTo>
                  <a:cubicBezTo>
                    <a:pt x="150" y="1"/>
                    <a:pt x="128" y="7"/>
                    <a:pt x="104" y="21"/>
                  </a:cubicBezTo>
                  <a:cubicBezTo>
                    <a:pt x="33" y="54"/>
                    <a:pt x="0" y="103"/>
                    <a:pt x="17" y="157"/>
                  </a:cubicBezTo>
                  <a:cubicBezTo>
                    <a:pt x="17" y="188"/>
                    <a:pt x="45" y="199"/>
                    <a:pt x="83" y="199"/>
                  </a:cubicBezTo>
                  <a:cubicBezTo>
                    <a:pt x="104" y="199"/>
                    <a:pt x="129" y="196"/>
                    <a:pt x="153" y="190"/>
                  </a:cubicBezTo>
                  <a:cubicBezTo>
                    <a:pt x="223" y="157"/>
                    <a:pt x="256" y="103"/>
                    <a:pt x="240" y="54"/>
                  </a:cubicBezTo>
                  <a:cubicBezTo>
                    <a:pt x="229" y="20"/>
                    <a:pt x="204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7"/>
            <p:cNvSpPr/>
            <p:nvPr/>
          </p:nvSpPr>
          <p:spPr>
            <a:xfrm>
              <a:off x="4740350" y="2327475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36" y="0"/>
                    <a:pt x="103" y="0"/>
                    <a:pt x="66" y="17"/>
                  </a:cubicBezTo>
                  <a:cubicBezTo>
                    <a:pt x="50" y="33"/>
                    <a:pt x="17" y="70"/>
                    <a:pt x="17" y="87"/>
                  </a:cubicBezTo>
                  <a:cubicBezTo>
                    <a:pt x="0" y="153"/>
                    <a:pt x="33" y="190"/>
                    <a:pt x="83" y="190"/>
                  </a:cubicBezTo>
                  <a:cubicBezTo>
                    <a:pt x="103" y="190"/>
                    <a:pt x="136" y="190"/>
                    <a:pt x="153" y="173"/>
                  </a:cubicBezTo>
                  <a:cubicBezTo>
                    <a:pt x="153" y="173"/>
                    <a:pt x="169" y="173"/>
                    <a:pt x="186" y="153"/>
                  </a:cubicBezTo>
                  <a:cubicBezTo>
                    <a:pt x="206" y="136"/>
                    <a:pt x="223" y="120"/>
                    <a:pt x="239" y="87"/>
                  </a:cubicBezTo>
                  <a:cubicBezTo>
                    <a:pt x="256" y="70"/>
                    <a:pt x="239" y="33"/>
                    <a:pt x="239" y="17"/>
                  </a:cubicBezTo>
                  <a:cubicBezTo>
                    <a:pt x="223" y="0"/>
                    <a:pt x="186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7"/>
            <p:cNvSpPr/>
            <p:nvPr/>
          </p:nvSpPr>
          <p:spPr>
            <a:xfrm>
              <a:off x="4671175" y="240992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3" y="1"/>
                  </a:moveTo>
                  <a:cubicBezTo>
                    <a:pt x="120" y="1"/>
                    <a:pt x="104" y="17"/>
                    <a:pt x="67" y="34"/>
                  </a:cubicBezTo>
                  <a:cubicBezTo>
                    <a:pt x="34" y="50"/>
                    <a:pt x="17" y="71"/>
                    <a:pt x="1" y="104"/>
                  </a:cubicBezTo>
                  <a:cubicBezTo>
                    <a:pt x="1" y="120"/>
                    <a:pt x="1" y="153"/>
                    <a:pt x="17" y="174"/>
                  </a:cubicBezTo>
                  <a:cubicBezTo>
                    <a:pt x="34" y="190"/>
                    <a:pt x="50" y="207"/>
                    <a:pt x="87" y="207"/>
                  </a:cubicBezTo>
                  <a:cubicBezTo>
                    <a:pt x="104" y="207"/>
                    <a:pt x="120" y="190"/>
                    <a:pt x="153" y="190"/>
                  </a:cubicBezTo>
                  <a:lnTo>
                    <a:pt x="170" y="174"/>
                  </a:lnTo>
                  <a:cubicBezTo>
                    <a:pt x="207" y="153"/>
                    <a:pt x="223" y="120"/>
                    <a:pt x="240" y="104"/>
                  </a:cubicBezTo>
                  <a:cubicBezTo>
                    <a:pt x="256" y="50"/>
                    <a:pt x="22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7"/>
            <p:cNvSpPr/>
            <p:nvPr/>
          </p:nvSpPr>
          <p:spPr>
            <a:xfrm>
              <a:off x="4652725" y="23525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78" y="0"/>
                  </a:moveTo>
                  <a:cubicBezTo>
                    <a:pt x="166" y="0"/>
                    <a:pt x="153" y="4"/>
                    <a:pt x="137" y="13"/>
                  </a:cubicBezTo>
                  <a:cubicBezTo>
                    <a:pt x="104" y="13"/>
                    <a:pt x="67" y="29"/>
                    <a:pt x="50" y="45"/>
                  </a:cubicBezTo>
                  <a:cubicBezTo>
                    <a:pt x="1" y="99"/>
                    <a:pt x="1" y="165"/>
                    <a:pt x="34" y="182"/>
                  </a:cubicBezTo>
                  <a:cubicBezTo>
                    <a:pt x="50" y="202"/>
                    <a:pt x="83" y="202"/>
                    <a:pt x="120" y="202"/>
                  </a:cubicBezTo>
                  <a:cubicBezTo>
                    <a:pt x="137" y="202"/>
                    <a:pt x="137" y="182"/>
                    <a:pt x="153" y="182"/>
                  </a:cubicBezTo>
                  <a:cubicBezTo>
                    <a:pt x="170" y="182"/>
                    <a:pt x="186" y="165"/>
                    <a:pt x="207" y="149"/>
                  </a:cubicBezTo>
                  <a:cubicBezTo>
                    <a:pt x="223" y="132"/>
                    <a:pt x="240" y="99"/>
                    <a:pt x="240" y="78"/>
                  </a:cubicBezTo>
                  <a:cubicBezTo>
                    <a:pt x="240" y="45"/>
                    <a:pt x="240" y="29"/>
                    <a:pt x="223" y="13"/>
                  </a:cubicBezTo>
                  <a:cubicBezTo>
                    <a:pt x="205" y="4"/>
                    <a:pt x="191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7"/>
            <p:cNvSpPr/>
            <p:nvPr/>
          </p:nvSpPr>
          <p:spPr>
            <a:xfrm>
              <a:off x="4665100" y="2341725"/>
              <a:ext cx="6525" cy="5100"/>
            </a:xfrm>
            <a:custGeom>
              <a:avLst/>
              <a:gdLst/>
              <a:ahLst/>
              <a:cxnLst/>
              <a:rect l="l" t="t" r="r" b="b"/>
              <a:pathLst>
                <a:path w="261" h="204" extrusionOk="0">
                  <a:moveTo>
                    <a:pt x="163" y="0"/>
                  </a:moveTo>
                  <a:cubicBezTo>
                    <a:pt x="144" y="0"/>
                    <a:pt x="122" y="5"/>
                    <a:pt x="103" y="16"/>
                  </a:cubicBezTo>
                  <a:cubicBezTo>
                    <a:pt x="54" y="32"/>
                    <a:pt x="21" y="65"/>
                    <a:pt x="0" y="119"/>
                  </a:cubicBezTo>
                  <a:lnTo>
                    <a:pt x="0" y="152"/>
                  </a:lnTo>
                  <a:cubicBezTo>
                    <a:pt x="14" y="184"/>
                    <a:pt x="46" y="204"/>
                    <a:pt x="86" y="204"/>
                  </a:cubicBezTo>
                  <a:cubicBezTo>
                    <a:pt x="108" y="204"/>
                    <a:pt x="132" y="198"/>
                    <a:pt x="157" y="185"/>
                  </a:cubicBezTo>
                  <a:cubicBezTo>
                    <a:pt x="207" y="168"/>
                    <a:pt x="260" y="98"/>
                    <a:pt x="244" y="49"/>
                  </a:cubicBezTo>
                  <a:cubicBezTo>
                    <a:pt x="244" y="32"/>
                    <a:pt x="227" y="32"/>
                    <a:pt x="207" y="16"/>
                  </a:cubicBezTo>
                  <a:cubicBezTo>
                    <a:pt x="198" y="5"/>
                    <a:pt x="182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7"/>
            <p:cNvSpPr/>
            <p:nvPr/>
          </p:nvSpPr>
          <p:spPr>
            <a:xfrm>
              <a:off x="4659950" y="23300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03" y="0"/>
                  </a:moveTo>
                  <a:cubicBezTo>
                    <a:pt x="37" y="33"/>
                    <a:pt x="0" y="103"/>
                    <a:pt x="21" y="136"/>
                  </a:cubicBezTo>
                  <a:cubicBezTo>
                    <a:pt x="32" y="171"/>
                    <a:pt x="56" y="190"/>
                    <a:pt x="92" y="190"/>
                  </a:cubicBezTo>
                  <a:cubicBezTo>
                    <a:pt x="111" y="190"/>
                    <a:pt x="133" y="185"/>
                    <a:pt x="157" y="174"/>
                  </a:cubicBezTo>
                  <a:cubicBezTo>
                    <a:pt x="173" y="174"/>
                    <a:pt x="190" y="153"/>
                    <a:pt x="206" y="136"/>
                  </a:cubicBezTo>
                  <a:cubicBezTo>
                    <a:pt x="244" y="120"/>
                    <a:pt x="260" y="70"/>
                    <a:pt x="244" y="33"/>
                  </a:cubicBezTo>
                  <a:cubicBezTo>
                    <a:pt x="244" y="0"/>
                    <a:pt x="206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7"/>
            <p:cNvSpPr/>
            <p:nvPr/>
          </p:nvSpPr>
          <p:spPr>
            <a:xfrm>
              <a:off x="4657375" y="23627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57" y="0"/>
                    <a:pt x="124" y="17"/>
                    <a:pt x="87" y="33"/>
                  </a:cubicBezTo>
                  <a:cubicBezTo>
                    <a:pt x="54" y="50"/>
                    <a:pt x="37" y="83"/>
                    <a:pt x="37" y="103"/>
                  </a:cubicBezTo>
                  <a:cubicBezTo>
                    <a:pt x="0" y="153"/>
                    <a:pt x="37" y="206"/>
                    <a:pt x="103" y="206"/>
                  </a:cubicBezTo>
                  <a:cubicBezTo>
                    <a:pt x="124" y="206"/>
                    <a:pt x="140" y="186"/>
                    <a:pt x="173" y="186"/>
                  </a:cubicBezTo>
                  <a:lnTo>
                    <a:pt x="190" y="169"/>
                  </a:lnTo>
                  <a:cubicBezTo>
                    <a:pt x="227" y="153"/>
                    <a:pt x="243" y="136"/>
                    <a:pt x="260" y="103"/>
                  </a:cubicBezTo>
                  <a:cubicBezTo>
                    <a:pt x="260" y="66"/>
                    <a:pt x="260" y="50"/>
                    <a:pt x="243" y="33"/>
                  </a:cubicBezTo>
                  <a:cubicBezTo>
                    <a:pt x="227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7"/>
            <p:cNvSpPr/>
            <p:nvPr/>
          </p:nvSpPr>
          <p:spPr>
            <a:xfrm>
              <a:off x="4650575" y="2340775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36" y="0"/>
                    <a:pt x="103" y="0"/>
                    <a:pt x="66" y="17"/>
                  </a:cubicBezTo>
                  <a:cubicBezTo>
                    <a:pt x="50" y="33"/>
                    <a:pt x="33" y="70"/>
                    <a:pt x="17" y="87"/>
                  </a:cubicBezTo>
                  <a:cubicBezTo>
                    <a:pt x="0" y="120"/>
                    <a:pt x="17" y="136"/>
                    <a:pt x="17" y="157"/>
                  </a:cubicBezTo>
                  <a:cubicBezTo>
                    <a:pt x="33" y="190"/>
                    <a:pt x="66" y="190"/>
                    <a:pt x="87" y="190"/>
                  </a:cubicBezTo>
                  <a:cubicBezTo>
                    <a:pt x="120" y="190"/>
                    <a:pt x="136" y="190"/>
                    <a:pt x="153" y="173"/>
                  </a:cubicBezTo>
                  <a:cubicBezTo>
                    <a:pt x="169" y="173"/>
                    <a:pt x="169" y="173"/>
                    <a:pt x="190" y="157"/>
                  </a:cubicBezTo>
                  <a:cubicBezTo>
                    <a:pt x="206" y="136"/>
                    <a:pt x="239" y="120"/>
                    <a:pt x="239" y="87"/>
                  </a:cubicBezTo>
                  <a:cubicBezTo>
                    <a:pt x="256" y="33"/>
                    <a:pt x="223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7"/>
            <p:cNvSpPr/>
            <p:nvPr/>
          </p:nvSpPr>
          <p:spPr>
            <a:xfrm>
              <a:off x="4641500" y="231917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9" y="0"/>
                  </a:moveTo>
                  <a:cubicBezTo>
                    <a:pt x="137" y="0"/>
                    <a:pt x="90" y="15"/>
                    <a:pt x="54" y="40"/>
                  </a:cubicBezTo>
                  <a:cubicBezTo>
                    <a:pt x="0" y="93"/>
                    <a:pt x="0" y="159"/>
                    <a:pt x="37" y="176"/>
                  </a:cubicBezTo>
                  <a:cubicBezTo>
                    <a:pt x="54" y="196"/>
                    <a:pt x="87" y="196"/>
                    <a:pt x="120" y="196"/>
                  </a:cubicBezTo>
                  <a:cubicBezTo>
                    <a:pt x="140" y="176"/>
                    <a:pt x="140" y="176"/>
                    <a:pt x="157" y="176"/>
                  </a:cubicBezTo>
                  <a:cubicBezTo>
                    <a:pt x="173" y="176"/>
                    <a:pt x="190" y="159"/>
                    <a:pt x="206" y="143"/>
                  </a:cubicBezTo>
                  <a:cubicBezTo>
                    <a:pt x="260" y="93"/>
                    <a:pt x="260" y="40"/>
                    <a:pt x="223" y="7"/>
                  </a:cubicBezTo>
                  <a:cubicBezTo>
                    <a:pt x="210" y="2"/>
                    <a:pt x="195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7"/>
            <p:cNvSpPr/>
            <p:nvPr/>
          </p:nvSpPr>
          <p:spPr>
            <a:xfrm>
              <a:off x="4647050" y="23283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17"/>
                    <a:pt x="71" y="37"/>
                  </a:cubicBezTo>
                  <a:cubicBezTo>
                    <a:pt x="55" y="54"/>
                    <a:pt x="22" y="70"/>
                    <a:pt x="22" y="103"/>
                  </a:cubicBezTo>
                  <a:cubicBezTo>
                    <a:pt x="1" y="157"/>
                    <a:pt x="38" y="190"/>
                    <a:pt x="87" y="190"/>
                  </a:cubicBezTo>
                  <a:lnTo>
                    <a:pt x="158" y="190"/>
                  </a:lnTo>
                  <a:cubicBezTo>
                    <a:pt x="158" y="173"/>
                    <a:pt x="174" y="173"/>
                    <a:pt x="191" y="173"/>
                  </a:cubicBezTo>
                  <a:cubicBezTo>
                    <a:pt x="207" y="157"/>
                    <a:pt x="228" y="120"/>
                    <a:pt x="244" y="103"/>
                  </a:cubicBezTo>
                  <a:cubicBezTo>
                    <a:pt x="261" y="37"/>
                    <a:pt x="228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7"/>
            <p:cNvSpPr/>
            <p:nvPr/>
          </p:nvSpPr>
          <p:spPr>
            <a:xfrm>
              <a:off x="4639325" y="236355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0"/>
                    <a:pt x="71" y="17"/>
                  </a:cubicBezTo>
                  <a:cubicBezTo>
                    <a:pt x="54" y="33"/>
                    <a:pt x="21" y="70"/>
                    <a:pt x="21" y="87"/>
                  </a:cubicBezTo>
                  <a:cubicBezTo>
                    <a:pt x="1" y="120"/>
                    <a:pt x="1" y="136"/>
                    <a:pt x="21" y="153"/>
                  </a:cubicBezTo>
                  <a:cubicBezTo>
                    <a:pt x="38" y="173"/>
                    <a:pt x="54" y="190"/>
                    <a:pt x="87" y="190"/>
                  </a:cubicBezTo>
                  <a:cubicBezTo>
                    <a:pt x="104" y="190"/>
                    <a:pt x="141" y="190"/>
                    <a:pt x="157" y="173"/>
                  </a:cubicBezTo>
                  <a:cubicBezTo>
                    <a:pt x="157" y="173"/>
                    <a:pt x="174" y="173"/>
                    <a:pt x="190" y="153"/>
                  </a:cubicBezTo>
                  <a:cubicBezTo>
                    <a:pt x="207" y="136"/>
                    <a:pt x="227" y="120"/>
                    <a:pt x="244" y="87"/>
                  </a:cubicBezTo>
                  <a:cubicBezTo>
                    <a:pt x="260" y="33"/>
                    <a:pt x="22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7"/>
            <p:cNvSpPr/>
            <p:nvPr/>
          </p:nvSpPr>
          <p:spPr>
            <a:xfrm>
              <a:off x="4666450" y="2351475"/>
              <a:ext cx="6400" cy="5200"/>
            </a:xfrm>
            <a:custGeom>
              <a:avLst/>
              <a:gdLst/>
              <a:ahLst/>
              <a:cxnLst/>
              <a:rect l="l" t="t" r="r" b="b"/>
              <a:pathLst>
                <a:path w="256" h="208" extrusionOk="0">
                  <a:moveTo>
                    <a:pt x="153" y="1"/>
                  </a:moveTo>
                  <a:cubicBezTo>
                    <a:pt x="136" y="17"/>
                    <a:pt x="120" y="17"/>
                    <a:pt x="103" y="17"/>
                  </a:cubicBezTo>
                  <a:cubicBezTo>
                    <a:pt x="33" y="55"/>
                    <a:pt x="0" y="104"/>
                    <a:pt x="17" y="158"/>
                  </a:cubicBezTo>
                  <a:cubicBezTo>
                    <a:pt x="27" y="190"/>
                    <a:pt x="53" y="208"/>
                    <a:pt x="88" y="208"/>
                  </a:cubicBezTo>
                  <a:cubicBezTo>
                    <a:pt x="107" y="208"/>
                    <a:pt x="129" y="202"/>
                    <a:pt x="153" y="191"/>
                  </a:cubicBezTo>
                  <a:cubicBezTo>
                    <a:pt x="173" y="191"/>
                    <a:pt x="190" y="174"/>
                    <a:pt x="206" y="158"/>
                  </a:cubicBezTo>
                  <a:cubicBezTo>
                    <a:pt x="239" y="141"/>
                    <a:pt x="256" y="87"/>
                    <a:pt x="239" y="55"/>
                  </a:cubicBezTo>
                  <a:cubicBezTo>
                    <a:pt x="239" y="17"/>
                    <a:pt x="206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7"/>
            <p:cNvSpPr/>
            <p:nvPr/>
          </p:nvSpPr>
          <p:spPr>
            <a:xfrm>
              <a:off x="4667275" y="2397800"/>
              <a:ext cx="6825" cy="4825"/>
            </a:xfrm>
            <a:custGeom>
              <a:avLst/>
              <a:gdLst/>
              <a:ahLst/>
              <a:cxnLst/>
              <a:rect l="l" t="t" r="r" b="b"/>
              <a:pathLst>
                <a:path w="273" h="193" extrusionOk="0">
                  <a:moveTo>
                    <a:pt x="198" y="0"/>
                  </a:moveTo>
                  <a:cubicBezTo>
                    <a:pt x="190" y="0"/>
                    <a:pt x="182" y="1"/>
                    <a:pt x="173" y="3"/>
                  </a:cubicBezTo>
                  <a:cubicBezTo>
                    <a:pt x="140" y="3"/>
                    <a:pt x="103" y="3"/>
                    <a:pt x="87" y="20"/>
                  </a:cubicBezTo>
                  <a:cubicBezTo>
                    <a:pt x="54" y="40"/>
                    <a:pt x="37" y="73"/>
                    <a:pt x="16" y="90"/>
                  </a:cubicBezTo>
                  <a:cubicBezTo>
                    <a:pt x="0" y="143"/>
                    <a:pt x="37" y="193"/>
                    <a:pt x="103" y="193"/>
                  </a:cubicBezTo>
                  <a:cubicBezTo>
                    <a:pt x="120" y="193"/>
                    <a:pt x="140" y="193"/>
                    <a:pt x="157" y="176"/>
                  </a:cubicBezTo>
                  <a:cubicBezTo>
                    <a:pt x="173" y="176"/>
                    <a:pt x="173" y="176"/>
                    <a:pt x="190" y="160"/>
                  </a:cubicBezTo>
                  <a:cubicBezTo>
                    <a:pt x="223" y="143"/>
                    <a:pt x="243" y="123"/>
                    <a:pt x="243" y="90"/>
                  </a:cubicBezTo>
                  <a:cubicBezTo>
                    <a:pt x="272" y="47"/>
                    <a:pt x="251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7"/>
            <p:cNvSpPr/>
            <p:nvPr/>
          </p:nvSpPr>
          <p:spPr>
            <a:xfrm>
              <a:off x="4661700" y="2388425"/>
              <a:ext cx="6925" cy="4950"/>
            </a:xfrm>
            <a:custGeom>
              <a:avLst/>
              <a:gdLst/>
              <a:ahLst/>
              <a:cxnLst/>
              <a:rect l="l" t="t" r="r" b="b"/>
              <a:pathLst>
                <a:path w="277" h="198" extrusionOk="0">
                  <a:moveTo>
                    <a:pt x="165" y="1"/>
                  </a:moveTo>
                  <a:cubicBezTo>
                    <a:pt x="127" y="1"/>
                    <a:pt x="86" y="20"/>
                    <a:pt x="54" y="53"/>
                  </a:cubicBezTo>
                  <a:cubicBezTo>
                    <a:pt x="0" y="106"/>
                    <a:pt x="0" y="156"/>
                    <a:pt x="54" y="189"/>
                  </a:cubicBezTo>
                  <a:cubicBezTo>
                    <a:pt x="65" y="189"/>
                    <a:pt x="83" y="198"/>
                    <a:pt x="104" y="198"/>
                  </a:cubicBezTo>
                  <a:cubicBezTo>
                    <a:pt x="114" y="198"/>
                    <a:pt x="125" y="195"/>
                    <a:pt x="136" y="189"/>
                  </a:cubicBezTo>
                  <a:lnTo>
                    <a:pt x="157" y="189"/>
                  </a:lnTo>
                  <a:cubicBezTo>
                    <a:pt x="190" y="172"/>
                    <a:pt x="207" y="156"/>
                    <a:pt x="223" y="139"/>
                  </a:cubicBezTo>
                  <a:cubicBezTo>
                    <a:pt x="260" y="106"/>
                    <a:pt x="277" y="36"/>
                    <a:pt x="223" y="20"/>
                  </a:cubicBezTo>
                  <a:cubicBezTo>
                    <a:pt x="206" y="6"/>
                    <a:pt x="186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7"/>
            <p:cNvSpPr/>
            <p:nvPr/>
          </p:nvSpPr>
          <p:spPr>
            <a:xfrm>
              <a:off x="4669850" y="23639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73" y="1"/>
                  </a:moveTo>
                  <a:cubicBezTo>
                    <a:pt x="157" y="1"/>
                    <a:pt x="120" y="1"/>
                    <a:pt x="103" y="17"/>
                  </a:cubicBezTo>
                  <a:cubicBezTo>
                    <a:pt x="54" y="34"/>
                    <a:pt x="0" y="104"/>
                    <a:pt x="17" y="157"/>
                  </a:cubicBezTo>
                  <a:cubicBezTo>
                    <a:pt x="32" y="182"/>
                    <a:pt x="62" y="197"/>
                    <a:pt x="105" y="197"/>
                  </a:cubicBezTo>
                  <a:cubicBezTo>
                    <a:pt x="121" y="197"/>
                    <a:pt x="138" y="195"/>
                    <a:pt x="157" y="190"/>
                  </a:cubicBezTo>
                  <a:cubicBezTo>
                    <a:pt x="173" y="174"/>
                    <a:pt x="190" y="157"/>
                    <a:pt x="206" y="157"/>
                  </a:cubicBezTo>
                  <a:cubicBezTo>
                    <a:pt x="243" y="120"/>
                    <a:pt x="260" y="87"/>
                    <a:pt x="260" y="54"/>
                  </a:cubicBezTo>
                  <a:cubicBezTo>
                    <a:pt x="243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7"/>
            <p:cNvSpPr/>
            <p:nvPr/>
          </p:nvSpPr>
          <p:spPr>
            <a:xfrm>
              <a:off x="4670250" y="230470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41" y="0"/>
                    <a:pt x="104" y="0"/>
                    <a:pt x="87" y="33"/>
                  </a:cubicBezTo>
                  <a:cubicBezTo>
                    <a:pt x="54" y="54"/>
                    <a:pt x="38" y="70"/>
                    <a:pt x="21" y="103"/>
                  </a:cubicBezTo>
                  <a:cubicBezTo>
                    <a:pt x="1" y="157"/>
                    <a:pt x="38" y="190"/>
                    <a:pt x="104" y="190"/>
                  </a:cubicBezTo>
                  <a:lnTo>
                    <a:pt x="157" y="190"/>
                  </a:lnTo>
                  <a:cubicBezTo>
                    <a:pt x="174" y="173"/>
                    <a:pt x="174" y="173"/>
                    <a:pt x="190" y="173"/>
                  </a:cubicBezTo>
                  <a:cubicBezTo>
                    <a:pt x="227" y="157"/>
                    <a:pt x="244" y="120"/>
                    <a:pt x="244" y="103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7"/>
            <p:cNvSpPr/>
            <p:nvPr/>
          </p:nvSpPr>
          <p:spPr>
            <a:xfrm>
              <a:off x="4672825" y="2318850"/>
              <a:ext cx="6525" cy="5225"/>
            </a:xfrm>
            <a:custGeom>
              <a:avLst/>
              <a:gdLst/>
              <a:ahLst/>
              <a:cxnLst/>
              <a:rect l="l" t="t" r="r" b="b"/>
              <a:pathLst>
                <a:path w="261" h="209" extrusionOk="0">
                  <a:moveTo>
                    <a:pt x="163" y="1"/>
                  </a:moveTo>
                  <a:cubicBezTo>
                    <a:pt x="144" y="1"/>
                    <a:pt x="123" y="6"/>
                    <a:pt x="104" y="20"/>
                  </a:cubicBezTo>
                  <a:cubicBezTo>
                    <a:pt x="38" y="53"/>
                    <a:pt x="1" y="106"/>
                    <a:pt x="1" y="156"/>
                  </a:cubicBezTo>
                  <a:cubicBezTo>
                    <a:pt x="14" y="190"/>
                    <a:pt x="45" y="209"/>
                    <a:pt x="84" y="209"/>
                  </a:cubicBezTo>
                  <a:cubicBezTo>
                    <a:pt x="106" y="209"/>
                    <a:pt x="132" y="202"/>
                    <a:pt x="157" y="189"/>
                  </a:cubicBezTo>
                  <a:cubicBezTo>
                    <a:pt x="207" y="156"/>
                    <a:pt x="260" y="106"/>
                    <a:pt x="244" y="53"/>
                  </a:cubicBezTo>
                  <a:cubicBezTo>
                    <a:pt x="233" y="21"/>
                    <a:pt x="200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7"/>
            <p:cNvSpPr/>
            <p:nvPr/>
          </p:nvSpPr>
          <p:spPr>
            <a:xfrm>
              <a:off x="4664675" y="2292925"/>
              <a:ext cx="6525" cy="4875"/>
            </a:xfrm>
            <a:custGeom>
              <a:avLst/>
              <a:gdLst/>
              <a:ahLst/>
              <a:cxnLst/>
              <a:rect l="l" t="t" r="r" b="b"/>
              <a:pathLst>
                <a:path w="261" h="195" extrusionOk="0">
                  <a:moveTo>
                    <a:pt x="156" y="0"/>
                  </a:moveTo>
                  <a:cubicBezTo>
                    <a:pt x="145" y="0"/>
                    <a:pt x="133" y="2"/>
                    <a:pt x="120" y="9"/>
                  </a:cubicBezTo>
                  <a:cubicBezTo>
                    <a:pt x="104" y="9"/>
                    <a:pt x="71" y="26"/>
                    <a:pt x="38" y="59"/>
                  </a:cubicBezTo>
                  <a:cubicBezTo>
                    <a:pt x="17" y="75"/>
                    <a:pt x="1" y="92"/>
                    <a:pt x="1" y="129"/>
                  </a:cubicBezTo>
                  <a:cubicBezTo>
                    <a:pt x="1" y="145"/>
                    <a:pt x="17" y="178"/>
                    <a:pt x="38" y="178"/>
                  </a:cubicBezTo>
                  <a:cubicBezTo>
                    <a:pt x="55" y="195"/>
                    <a:pt x="88" y="195"/>
                    <a:pt x="120" y="195"/>
                  </a:cubicBezTo>
                  <a:cubicBezTo>
                    <a:pt x="120" y="195"/>
                    <a:pt x="141" y="195"/>
                    <a:pt x="158" y="178"/>
                  </a:cubicBezTo>
                  <a:cubicBezTo>
                    <a:pt x="174" y="178"/>
                    <a:pt x="191" y="162"/>
                    <a:pt x="207" y="145"/>
                  </a:cubicBezTo>
                  <a:cubicBezTo>
                    <a:pt x="261" y="92"/>
                    <a:pt x="261" y="42"/>
                    <a:pt x="207" y="9"/>
                  </a:cubicBezTo>
                  <a:cubicBezTo>
                    <a:pt x="196" y="9"/>
                    <a:pt x="178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7"/>
            <p:cNvSpPr/>
            <p:nvPr/>
          </p:nvSpPr>
          <p:spPr>
            <a:xfrm>
              <a:off x="4660450" y="2317150"/>
              <a:ext cx="6425" cy="4950"/>
            </a:xfrm>
            <a:custGeom>
              <a:avLst/>
              <a:gdLst/>
              <a:ahLst/>
              <a:cxnLst/>
              <a:rect l="l" t="t" r="r" b="b"/>
              <a:pathLst>
                <a:path w="257" h="198" extrusionOk="0">
                  <a:moveTo>
                    <a:pt x="161" y="0"/>
                  </a:moveTo>
                  <a:cubicBezTo>
                    <a:pt x="142" y="0"/>
                    <a:pt x="121" y="6"/>
                    <a:pt x="104" y="17"/>
                  </a:cubicBezTo>
                  <a:cubicBezTo>
                    <a:pt x="67" y="34"/>
                    <a:pt x="34" y="50"/>
                    <a:pt x="17" y="88"/>
                  </a:cubicBezTo>
                  <a:cubicBezTo>
                    <a:pt x="1" y="104"/>
                    <a:pt x="1" y="121"/>
                    <a:pt x="1" y="154"/>
                  </a:cubicBezTo>
                  <a:cubicBezTo>
                    <a:pt x="17" y="174"/>
                    <a:pt x="34" y="174"/>
                    <a:pt x="50" y="191"/>
                  </a:cubicBezTo>
                  <a:cubicBezTo>
                    <a:pt x="56" y="196"/>
                    <a:pt x="64" y="198"/>
                    <a:pt x="73" y="198"/>
                  </a:cubicBezTo>
                  <a:cubicBezTo>
                    <a:pt x="93" y="198"/>
                    <a:pt x="120" y="191"/>
                    <a:pt x="153" y="191"/>
                  </a:cubicBezTo>
                  <a:cubicBezTo>
                    <a:pt x="207" y="154"/>
                    <a:pt x="257" y="88"/>
                    <a:pt x="240" y="50"/>
                  </a:cubicBezTo>
                  <a:cubicBezTo>
                    <a:pt x="229" y="19"/>
                    <a:pt x="196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7"/>
            <p:cNvSpPr/>
            <p:nvPr/>
          </p:nvSpPr>
          <p:spPr>
            <a:xfrm>
              <a:off x="4719200" y="2315400"/>
              <a:ext cx="6950" cy="5200"/>
            </a:xfrm>
            <a:custGeom>
              <a:avLst/>
              <a:gdLst/>
              <a:ahLst/>
              <a:cxnLst/>
              <a:rect l="l" t="t" r="r" b="b"/>
              <a:pathLst>
                <a:path w="278" h="208" extrusionOk="0">
                  <a:moveTo>
                    <a:pt x="174" y="1"/>
                  </a:moveTo>
                  <a:cubicBezTo>
                    <a:pt x="141" y="17"/>
                    <a:pt x="104" y="17"/>
                    <a:pt x="88" y="38"/>
                  </a:cubicBezTo>
                  <a:cubicBezTo>
                    <a:pt x="55" y="54"/>
                    <a:pt x="38" y="87"/>
                    <a:pt x="22" y="104"/>
                  </a:cubicBezTo>
                  <a:cubicBezTo>
                    <a:pt x="1" y="158"/>
                    <a:pt x="38" y="191"/>
                    <a:pt x="71" y="207"/>
                  </a:cubicBezTo>
                  <a:lnTo>
                    <a:pt x="104" y="207"/>
                  </a:lnTo>
                  <a:cubicBezTo>
                    <a:pt x="125" y="207"/>
                    <a:pt x="141" y="207"/>
                    <a:pt x="158" y="191"/>
                  </a:cubicBezTo>
                  <a:cubicBezTo>
                    <a:pt x="191" y="174"/>
                    <a:pt x="228" y="158"/>
                    <a:pt x="244" y="141"/>
                  </a:cubicBezTo>
                  <a:cubicBezTo>
                    <a:pt x="244" y="120"/>
                    <a:pt x="244" y="120"/>
                    <a:pt x="261" y="104"/>
                  </a:cubicBezTo>
                  <a:cubicBezTo>
                    <a:pt x="277" y="54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7"/>
            <p:cNvSpPr/>
            <p:nvPr/>
          </p:nvSpPr>
          <p:spPr>
            <a:xfrm>
              <a:off x="4714975" y="2303250"/>
              <a:ext cx="6850" cy="4925"/>
            </a:xfrm>
            <a:custGeom>
              <a:avLst/>
              <a:gdLst/>
              <a:ahLst/>
              <a:cxnLst/>
              <a:rect l="l" t="t" r="r" b="b"/>
              <a:pathLst>
                <a:path w="274" h="197" extrusionOk="0">
                  <a:moveTo>
                    <a:pt x="165" y="0"/>
                  </a:moveTo>
                  <a:cubicBezTo>
                    <a:pt x="149" y="0"/>
                    <a:pt x="134" y="3"/>
                    <a:pt x="120" y="9"/>
                  </a:cubicBezTo>
                  <a:cubicBezTo>
                    <a:pt x="50" y="42"/>
                    <a:pt x="1" y="112"/>
                    <a:pt x="17" y="145"/>
                  </a:cubicBezTo>
                  <a:cubicBezTo>
                    <a:pt x="28" y="177"/>
                    <a:pt x="61" y="197"/>
                    <a:pt x="97" y="197"/>
                  </a:cubicBezTo>
                  <a:cubicBezTo>
                    <a:pt x="116" y="197"/>
                    <a:pt x="136" y="191"/>
                    <a:pt x="153" y="178"/>
                  </a:cubicBezTo>
                  <a:cubicBezTo>
                    <a:pt x="224" y="161"/>
                    <a:pt x="273" y="91"/>
                    <a:pt x="257" y="42"/>
                  </a:cubicBezTo>
                  <a:cubicBezTo>
                    <a:pt x="245" y="18"/>
                    <a:pt x="205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7"/>
            <p:cNvSpPr/>
            <p:nvPr/>
          </p:nvSpPr>
          <p:spPr>
            <a:xfrm>
              <a:off x="4698600" y="23060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03" y="17"/>
                    <a:pt x="87" y="34"/>
                  </a:cubicBezTo>
                  <a:cubicBezTo>
                    <a:pt x="54" y="50"/>
                    <a:pt x="37" y="83"/>
                    <a:pt x="21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4" y="207"/>
                    <a:pt x="141" y="186"/>
                    <a:pt x="157" y="186"/>
                  </a:cubicBezTo>
                  <a:cubicBezTo>
                    <a:pt x="174" y="186"/>
                    <a:pt x="174" y="170"/>
                    <a:pt x="190" y="170"/>
                  </a:cubicBezTo>
                  <a:cubicBezTo>
                    <a:pt x="227" y="153"/>
                    <a:pt x="244" y="120"/>
                    <a:pt x="244" y="104"/>
                  </a:cubicBezTo>
                  <a:cubicBezTo>
                    <a:pt x="260" y="50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7"/>
            <p:cNvSpPr/>
            <p:nvPr/>
          </p:nvSpPr>
          <p:spPr>
            <a:xfrm>
              <a:off x="4695600" y="23405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70" y="1"/>
                  </a:moveTo>
                  <a:cubicBezTo>
                    <a:pt x="161" y="1"/>
                    <a:pt x="152" y="3"/>
                    <a:pt x="141" y="8"/>
                  </a:cubicBezTo>
                  <a:cubicBezTo>
                    <a:pt x="104" y="8"/>
                    <a:pt x="71" y="25"/>
                    <a:pt x="54" y="62"/>
                  </a:cubicBezTo>
                  <a:cubicBezTo>
                    <a:pt x="1" y="95"/>
                    <a:pt x="1" y="165"/>
                    <a:pt x="38" y="181"/>
                  </a:cubicBezTo>
                  <a:cubicBezTo>
                    <a:pt x="71" y="198"/>
                    <a:pt x="87" y="198"/>
                    <a:pt x="120" y="198"/>
                  </a:cubicBezTo>
                  <a:cubicBezTo>
                    <a:pt x="141" y="198"/>
                    <a:pt x="141" y="198"/>
                    <a:pt x="157" y="181"/>
                  </a:cubicBezTo>
                  <a:cubicBezTo>
                    <a:pt x="174" y="181"/>
                    <a:pt x="190" y="165"/>
                    <a:pt x="207" y="144"/>
                  </a:cubicBezTo>
                  <a:cubicBezTo>
                    <a:pt x="244" y="128"/>
                    <a:pt x="244" y="95"/>
                    <a:pt x="244" y="78"/>
                  </a:cubicBezTo>
                  <a:cubicBezTo>
                    <a:pt x="261" y="41"/>
                    <a:pt x="244" y="25"/>
                    <a:pt x="223" y="8"/>
                  </a:cubicBezTo>
                  <a:cubicBezTo>
                    <a:pt x="201" y="8"/>
                    <a:pt x="187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7"/>
            <p:cNvSpPr/>
            <p:nvPr/>
          </p:nvSpPr>
          <p:spPr>
            <a:xfrm>
              <a:off x="4721800" y="227120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57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37" y="54"/>
                    <a:pt x="21" y="87"/>
                    <a:pt x="21" y="103"/>
                  </a:cubicBezTo>
                  <a:cubicBezTo>
                    <a:pt x="0" y="136"/>
                    <a:pt x="0" y="157"/>
                    <a:pt x="21" y="173"/>
                  </a:cubicBezTo>
                  <a:cubicBezTo>
                    <a:pt x="37" y="190"/>
                    <a:pt x="54" y="206"/>
                    <a:pt x="87" y="206"/>
                  </a:cubicBezTo>
                  <a:cubicBezTo>
                    <a:pt x="103" y="206"/>
                    <a:pt x="140" y="206"/>
                    <a:pt x="157" y="190"/>
                  </a:cubicBezTo>
                  <a:cubicBezTo>
                    <a:pt x="157" y="190"/>
                    <a:pt x="173" y="190"/>
                    <a:pt x="173" y="173"/>
                  </a:cubicBezTo>
                  <a:cubicBezTo>
                    <a:pt x="206" y="157"/>
                    <a:pt x="227" y="136"/>
                    <a:pt x="243" y="103"/>
                  </a:cubicBezTo>
                  <a:cubicBezTo>
                    <a:pt x="260" y="54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7"/>
            <p:cNvSpPr/>
            <p:nvPr/>
          </p:nvSpPr>
          <p:spPr>
            <a:xfrm>
              <a:off x="4723950" y="228350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83" y="1"/>
                  </a:moveTo>
                  <a:cubicBezTo>
                    <a:pt x="140" y="1"/>
                    <a:pt x="91" y="19"/>
                    <a:pt x="54" y="57"/>
                  </a:cubicBezTo>
                  <a:cubicBezTo>
                    <a:pt x="1" y="94"/>
                    <a:pt x="1" y="160"/>
                    <a:pt x="38" y="180"/>
                  </a:cubicBezTo>
                  <a:cubicBezTo>
                    <a:pt x="71" y="197"/>
                    <a:pt x="87" y="197"/>
                    <a:pt x="120" y="197"/>
                  </a:cubicBezTo>
                  <a:cubicBezTo>
                    <a:pt x="141" y="197"/>
                    <a:pt x="157" y="197"/>
                    <a:pt x="157" y="180"/>
                  </a:cubicBezTo>
                  <a:cubicBezTo>
                    <a:pt x="174" y="180"/>
                    <a:pt x="190" y="160"/>
                    <a:pt x="207" y="143"/>
                  </a:cubicBezTo>
                  <a:cubicBezTo>
                    <a:pt x="260" y="110"/>
                    <a:pt x="260" y="40"/>
                    <a:pt x="223" y="7"/>
                  </a:cubicBezTo>
                  <a:cubicBezTo>
                    <a:pt x="211" y="3"/>
                    <a:pt x="197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7"/>
            <p:cNvSpPr/>
            <p:nvPr/>
          </p:nvSpPr>
          <p:spPr>
            <a:xfrm>
              <a:off x="4721800" y="2327875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73" y="1"/>
                  </a:moveTo>
                  <a:cubicBezTo>
                    <a:pt x="140" y="1"/>
                    <a:pt x="103" y="17"/>
                    <a:pt x="70" y="34"/>
                  </a:cubicBezTo>
                  <a:cubicBezTo>
                    <a:pt x="54" y="54"/>
                    <a:pt x="37" y="71"/>
                    <a:pt x="21" y="104"/>
                  </a:cubicBezTo>
                  <a:cubicBezTo>
                    <a:pt x="0" y="120"/>
                    <a:pt x="21" y="157"/>
                    <a:pt x="21" y="174"/>
                  </a:cubicBezTo>
                  <a:cubicBezTo>
                    <a:pt x="37" y="190"/>
                    <a:pt x="70" y="190"/>
                    <a:pt x="103" y="190"/>
                  </a:cubicBezTo>
                  <a:lnTo>
                    <a:pt x="157" y="190"/>
                  </a:lnTo>
                  <a:cubicBezTo>
                    <a:pt x="173" y="174"/>
                    <a:pt x="173" y="174"/>
                    <a:pt x="190" y="174"/>
                  </a:cubicBezTo>
                  <a:cubicBezTo>
                    <a:pt x="206" y="157"/>
                    <a:pt x="243" y="120"/>
                    <a:pt x="243" y="104"/>
                  </a:cubicBezTo>
                  <a:cubicBezTo>
                    <a:pt x="260" y="34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7"/>
            <p:cNvSpPr/>
            <p:nvPr/>
          </p:nvSpPr>
          <p:spPr>
            <a:xfrm>
              <a:off x="4685300" y="23622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87" y="21"/>
                    <a:pt x="54" y="38"/>
                    <a:pt x="38" y="54"/>
                  </a:cubicBezTo>
                  <a:cubicBezTo>
                    <a:pt x="17" y="71"/>
                    <a:pt x="1" y="104"/>
                    <a:pt x="1" y="124"/>
                  </a:cubicBezTo>
                  <a:cubicBezTo>
                    <a:pt x="1" y="157"/>
                    <a:pt x="1" y="174"/>
                    <a:pt x="17" y="190"/>
                  </a:cubicBezTo>
                  <a:cubicBezTo>
                    <a:pt x="36" y="199"/>
                    <a:pt x="49" y="203"/>
                    <a:pt x="62" y="203"/>
                  </a:cubicBezTo>
                  <a:cubicBezTo>
                    <a:pt x="75" y="203"/>
                    <a:pt x="87" y="199"/>
                    <a:pt x="104" y="190"/>
                  </a:cubicBezTo>
                  <a:lnTo>
                    <a:pt x="141" y="190"/>
                  </a:lnTo>
                  <a:cubicBezTo>
                    <a:pt x="157" y="174"/>
                    <a:pt x="174" y="174"/>
                    <a:pt x="190" y="157"/>
                  </a:cubicBezTo>
                  <a:cubicBezTo>
                    <a:pt x="244" y="104"/>
                    <a:pt x="244" y="38"/>
                    <a:pt x="207" y="21"/>
                  </a:cubicBezTo>
                  <a:cubicBezTo>
                    <a:pt x="174" y="1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7"/>
            <p:cNvSpPr/>
            <p:nvPr/>
          </p:nvSpPr>
          <p:spPr>
            <a:xfrm>
              <a:off x="4681075" y="2386575"/>
              <a:ext cx="6000" cy="4825"/>
            </a:xfrm>
            <a:custGeom>
              <a:avLst/>
              <a:gdLst/>
              <a:ahLst/>
              <a:cxnLst/>
              <a:rect l="l" t="t" r="r" b="b"/>
              <a:pathLst>
                <a:path w="240" h="193" extrusionOk="0">
                  <a:moveTo>
                    <a:pt x="138" y="0"/>
                  </a:moveTo>
                  <a:cubicBezTo>
                    <a:pt x="120" y="0"/>
                    <a:pt x="102" y="3"/>
                    <a:pt x="83" y="7"/>
                  </a:cubicBezTo>
                  <a:cubicBezTo>
                    <a:pt x="50" y="23"/>
                    <a:pt x="17" y="56"/>
                    <a:pt x="0" y="77"/>
                  </a:cubicBezTo>
                  <a:lnTo>
                    <a:pt x="0" y="143"/>
                  </a:lnTo>
                  <a:cubicBezTo>
                    <a:pt x="0" y="159"/>
                    <a:pt x="17" y="180"/>
                    <a:pt x="33" y="180"/>
                  </a:cubicBezTo>
                  <a:cubicBezTo>
                    <a:pt x="50" y="188"/>
                    <a:pt x="67" y="192"/>
                    <a:pt x="85" y="192"/>
                  </a:cubicBezTo>
                  <a:cubicBezTo>
                    <a:pt x="103" y="192"/>
                    <a:pt x="120" y="188"/>
                    <a:pt x="137" y="180"/>
                  </a:cubicBezTo>
                  <a:cubicBezTo>
                    <a:pt x="207" y="143"/>
                    <a:pt x="240" y="94"/>
                    <a:pt x="223" y="40"/>
                  </a:cubicBezTo>
                  <a:cubicBezTo>
                    <a:pt x="223" y="16"/>
                    <a:pt x="186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7"/>
            <p:cNvSpPr/>
            <p:nvPr/>
          </p:nvSpPr>
          <p:spPr>
            <a:xfrm>
              <a:off x="4693025" y="2388425"/>
              <a:ext cx="6525" cy="4800"/>
            </a:xfrm>
            <a:custGeom>
              <a:avLst/>
              <a:gdLst/>
              <a:ahLst/>
              <a:cxnLst/>
              <a:rect l="l" t="t" r="r" b="b"/>
              <a:pathLst>
                <a:path w="261" h="192" extrusionOk="0">
                  <a:moveTo>
                    <a:pt x="175" y="1"/>
                  </a:moveTo>
                  <a:cubicBezTo>
                    <a:pt x="153" y="1"/>
                    <a:pt x="129" y="6"/>
                    <a:pt x="104" y="20"/>
                  </a:cubicBezTo>
                  <a:cubicBezTo>
                    <a:pt x="38" y="36"/>
                    <a:pt x="1" y="106"/>
                    <a:pt x="17" y="139"/>
                  </a:cubicBezTo>
                  <a:cubicBezTo>
                    <a:pt x="31" y="171"/>
                    <a:pt x="56" y="191"/>
                    <a:pt x="91" y="191"/>
                  </a:cubicBezTo>
                  <a:cubicBezTo>
                    <a:pt x="111" y="191"/>
                    <a:pt x="133" y="185"/>
                    <a:pt x="157" y="172"/>
                  </a:cubicBezTo>
                  <a:cubicBezTo>
                    <a:pt x="223" y="156"/>
                    <a:pt x="260" y="85"/>
                    <a:pt x="244" y="53"/>
                  </a:cubicBezTo>
                  <a:cubicBezTo>
                    <a:pt x="244" y="20"/>
                    <a:pt x="215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7"/>
            <p:cNvSpPr/>
            <p:nvPr/>
          </p:nvSpPr>
          <p:spPr>
            <a:xfrm>
              <a:off x="4729525" y="22926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21"/>
                    <a:pt x="87" y="38"/>
                  </a:cubicBezTo>
                  <a:cubicBezTo>
                    <a:pt x="54" y="54"/>
                    <a:pt x="37" y="87"/>
                    <a:pt x="21" y="104"/>
                  </a:cubicBezTo>
                  <a:cubicBezTo>
                    <a:pt x="0" y="157"/>
                    <a:pt x="37" y="207"/>
                    <a:pt x="103" y="207"/>
                  </a:cubicBezTo>
                  <a:cubicBezTo>
                    <a:pt x="124" y="207"/>
                    <a:pt x="140" y="207"/>
                    <a:pt x="157" y="190"/>
                  </a:cubicBezTo>
                  <a:cubicBezTo>
                    <a:pt x="173" y="190"/>
                    <a:pt x="173" y="174"/>
                    <a:pt x="190" y="174"/>
                  </a:cubicBezTo>
                  <a:cubicBezTo>
                    <a:pt x="206" y="157"/>
                    <a:pt x="243" y="141"/>
                    <a:pt x="243" y="104"/>
                  </a:cubicBezTo>
                  <a:cubicBezTo>
                    <a:pt x="260" y="54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7"/>
            <p:cNvSpPr/>
            <p:nvPr/>
          </p:nvSpPr>
          <p:spPr>
            <a:xfrm>
              <a:off x="4675400" y="2375100"/>
              <a:ext cx="6100" cy="5175"/>
            </a:xfrm>
            <a:custGeom>
              <a:avLst/>
              <a:gdLst/>
              <a:ahLst/>
              <a:cxnLst/>
              <a:rect l="l" t="t" r="r" b="b"/>
              <a:pathLst>
                <a:path w="244" h="207" extrusionOk="0">
                  <a:moveTo>
                    <a:pt x="157" y="0"/>
                  </a:moveTo>
                  <a:cubicBezTo>
                    <a:pt x="141" y="0"/>
                    <a:pt x="104" y="21"/>
                    <a:pt x="87" y="37"/>
                  </a:cubicBezTo>
                  <a:cubicBezTo>
                    <a:pt x="54" y="54"/>
                    <a:pt x="21" y="70"/>
                    <a:pt x="21" y="103"/>
                  </a:cubicBezTo>
                  <a:cubicBezTo>
                    <a:pt x="1" y="157"/>
                    <a:pt x="38" y="206"/>
                    <a:pt x="87" y="206"/>
                  </a:cubicBezTo>
                  <a:cubicBezTo>
                    <a:pt x="104" y="206"/>
                    <a:pt x="124" y="206"/>
                    <a:pt x="141" y="190"/>
                  </a:cubicBezTo>
                  <a:lnTo>
                    <a:pt x="157" y="190"/>
                  </a:lnTo>
                  <a:lnTo>
                    <a:pt x="174" y="173"/>
                  </a:lnTo>
                  <a:cubicBezTo>
                    <a:pt x="207" y="157"/>
                    <a:pt x="227" y="140"/>
                    <a:pt x="244" y="103"/>
                  </a:cubicBezTo>
                  <a:cubicBezTo>
                    <a:pt x="244" y="87"/>
                    <a:pt x="244" y="54"/>
                    <a:pt x="227" y="37"/>
                  </a:cubicBezTo>
                  <a:cubicBezTo>
                    <a:pt x="227" y="21"/>
                    <a:pt x="19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7"/>
            <p:cNvSpPr/>
            <p:nvPr/>
          </p:nvSpPr>
          <p:spPr>
            <a:xfrm>
              <a:off x="4667675" y="2442850"/>
              <a:ext cx="6100" cy="4925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63" y="1"/>
                  </a:moveTo>
                  <a:cubicBezTo>
                    <a:pt x="121" y="1"/>
                    <a:pt x="74" y="16"/>
                    <a:pt x="38" y="40"/>
                  </a:cubicBezTo>
                  <a:cubicBezTo>
                    <a:pt x="21" y="73"/>
                    <a:pt x="0" y="94"/>
                    <a:pt x="0" y="127"/>
                  </a:cubicBezTo>
                  <a:cubicBezTo>
                    <a:pt x="0" y="143"/>
                    <a:pt x="0" y="160"/>
                    <a:pt x="38" y="176"/>
                  </a:cubicBezTo>
                  <a:cubicBezTo>
                    <a:pt x="54" y="197"/>
                    <a:pt x="87" y="197"/>
                    <a:pt x="104" y="197"/>
                  </a:cubicBezTo>
                  <a:cubicBezTo>
                    <a:pt x="124" y="197"/>
                    <a:pt x="141" y="176"/>
                    <a:pt x="141" y="176"/>
                  </a:cubicBezTo>
                  <a:cubicBezTo>
                    <a:pt x="157" y="176"/>
                    <a:pt x="174" y="160"/>
                    <a:pt x="190" y="143"/>
                  </a:cubicBezTo>
                  <a:cubicBezTo>
                    <a:pt x="244" y="94"/>
                    <a:pt x="244" y="40"/>
                    <a:pt x="207" y="7"/>
                  </a:cubicBezTo>
                  <a:cubicBezTo>
                    <a:pt x="193" y="3"/>
                    <a:pt x="179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7"/>
            <p:cNvSpPr/>
            <p:nvPr/>
          </p:nvSpPr>
          <p:spPr>
            <a:xfrm>
              <a:off x="4690875" y="237385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17"/>
                    <a:pt x="70" y="34"/>
                  </a:cubicBezTo>
                  <a:cubicBezTo>
                    <a:pt x="54" y="50"/>
                    <a:pt x="21" y="87"/>
                    <a:pt x="21" y="104"/>
                  </a:cubicBezTo>
                  <a:cubicBezTo>
                    <a:pt x="0" y="153"/>
                    <a:pt x="37" y="207"/>
                    <a:pt x="87" y="207"/>
                  </a:cubicBezTo>
                  <a:cubicBezTo>
                    <a:pt x="103" y="207"/>
                    <a:pt x="140" y="207"/>
                    <a:pt x="157" y="190"/>
                  </a:cubicBezTo>
                  <a:cubicBezTo>
                    <a:pt x="157" y="190"/>
                    <a:pt x="173" y="190"/>
                    <a:pt x="190" y="174"/>
                  </a:cubicBezTo>
                  <a:cubicBezTo>
                    <a:pt x="206" y="153"/>
                    <a:pt x="227" y="137"/>
                    <a:pt x="243" y="104"/>
                  </a:cubicBezTo>
                  <a:cubicBezTo>
                    <a:pt x="260" y="50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7"/>
            <p:cNvSpPr/>
            <p:nvPr/>
          </p:nvSpPr>
          <p:spPr>
            <a:xfrm>
              <a:off x="4715800" y="2409925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37" y="1"/>
                  </a:moveTo>
                  <a:cubicBezTo>
                    <a:pt x="120" y="17"/>
                    <a:pt x="87" y="34"/>
                    <a:pt x="54" y="50"/>
                  </a:cubicBezTo>
                  <a:cubicBezTo>
                    <a:pt x="17" y="104"/>
                    <a:pt x="1" y="153"/>
                    <a:pt x="54" y="190"/>
                  </a:cubicBezTo>
                  <a:cubicBezTo>
                    <a:pt x="63" y="198"/>
                    <a:pt x="75" y="203"/>
                    <a:pt x="90" y="203"/>
                  </a:cubicBezTo>
                  <a:cubicBezTo>
                    <a:pt x="104" y="203"/>
                    <a:pt x="120" y="198"/>
                    <a:pt x="137" y="190"/>
                  </a:cubicBezTo>
                  <a:lnTo>
                    <a:pt x="158" y="190"/>
                  </a:lnTo>
                  <a:cubicBezTo>
                    <a:pt x="191" y="174"/>
                    <a:pt x="207" y="174"/>
                    <a:pt x="224" y="153"/>
                  </a:cubicBezTo>
                  <a:cubicBezTo>
                    <a:pt x="240" y="120"/>
                    <a:pt x="261" y="104"/>
                    <a:pt x="261" y="71"/>
                  </a:cubicBezTo>
                  <a:cubicBezTo>
                    <a:pt x="261" y="50"/>
                    <a:pt x="240" y="34"/>
                    <a:pt x="224" y="17"/>
                  </a:cubicBezTo>
                  <a:cubicBezTo>
                    <a:pt x="207" y="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7"/>
            <p:cNvSpPr/>
            <p:nvPr/>
          </p:nvSpPr>
          <p:spPr>
            <a:xfrm>
              <a:off x="4720150" y="243160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96" y="1"/>
                  </a:moveTo>
                  <a:cubicBezTo>
                    <a:pt x="189" y="1"/>
                    <a:pt x="180" y="3"/>
                    <a:pt x="169" y="8"/>
                  </a:cubicBezTo>
                  <a:cubicBezTo>
                    <a:pt x="103" y="8"/>
                    <a:pt x="33" y="45"/>
                    <a:pt x="17" y="94"/>
                  </a:cubicBezTo>
                  <a:cubicBezTo>
                    <a:pt x="0" y="148"/>
                    <a:pt x="33" y="197"/>
                    <a:pt x="103" y="197"/>
                  </a:cubicBezTo>
                  <a:cubicBezTo>
                    <a:pt x="120" y="197"/>
                    <a:pt x="136" y="197"/>
                    <a:pt x="153" y="181"/>
                  </a:cubicBezTo>
                  <a:cubicBezTo>
                    <a:pt x="169" y="181"/>
                    <a:pt x="169" y="181"/>
                    <a:pt x="190" y="164"/>
                  </a:cubicBezTo>
                  <a:cubicBezTo>
                    <a:pt x="223" y="148"/>
                    <a:pt x="239" y="131"/>
                    <a:pt x="239" y="94"/>
                  </a:cubicBezTo>
                  <a:cubicBezTo>
                    <a:pt x="256" y="78"/>
                    <a:pt x="256" y="45"/>
                    <a:pt x="239" y="28"/>
                  </a:cubicBezTo>
                  <a:cubicBezTo>
                    <a:pt x="227" y="14"/>
                    <a:pt x="216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7"/>
            <p:cNvSpPr/>
            <p:nvPr/>
          </p:nvSpPr>
          <p:spPr>
            <a:xfrm>
              <a:off x="4768175" y="2375700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61" y="1"/>
                  </a:moveTo>
                  <a:cubicBezTo>
                    <a:pt x="139" y="1"/>
                    <a:pt x="114" y="5"/>
                    <a:pt x="87" y="13"/>
                  </a:cubicBezTo>
                  <a:cubicBezTo>
                    <a:pt x="54" y="30"/>
                    <a:pt x="21" y="63"/>
                    <a:pt x="0" y="100"/>
                  </a:cubicBezTo>
                  <a:lnTo>
                    <a:pt x="0" y="149"/>
                  </a:lnTo>
                  <a:cubicBezTo>
                    <a:pt x="13" y="183"/>
                    <a:pt x="45" y="202"/>
                    <a:pt x="79" y="202"/>
                  </a:cubicBezTo>
                  <a:cubicBezTo>
                    <a:pt x="100" y="202"/>
                    <a:pt x="121" y="196"/>
                    <a:pt x="141" y="182"/>
                  </a:cubicBezTo>
                  <a:cubicBezTo>
                    <a:pt x="206" y="149"/>
                    <a:pt x="260" y="100"/>
                    <a:pt x="244" y="46"/>
                  </a:cubicBezTo>
                  <a:cubicBezTo>
                    <a:pt x="227" y="30"/>
                    <a:pt x="227" y="30"/>
                    <a:pt x="206" y="13"/>
                  </a:cubicBezTo>
                  <a:cubicBezTo>
                    <a:pt x="198" y="5"/>
                    <a:pt x="182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7"/>
            <p:cNvSpPr/>
            <p:nvPr/>
          </p:nvSpPr>
          <p:spPr>
            <a:xfrm>
              <a:off x="4769500" y="2385400"/>
              <a:ext cx="6425" cy="5225"/>
            </a:xfrm>
            <a:custGeom>
              <a:avLst/>
              <a:gdLst/>
              <a:ahLst/>
              <a:cxnLst/>
              <a:rect l="l" t="t" r="r" b="b"/>
              <a:pathLst>
                <a:path w="257" h="209" extrusionOk="0">
                  <a:moveTo>
                    <a:pt x="153" y="0"/>
                  </a:moveTo>
                  <a:cubicBezTo>
                    <a:pt x="137" y="0"/>
                    <a:pt x="120" y="21"/>
                    <a:pt x="104" y="21"/>
                  </a:cubicBezTo>
                  <a:cubicBezTo>
                    <a:pt x="34" y="54"/>
                    <a:pt x="1" y="103"/>
                    <a:pt x="17" y="157"/>
                  </a:cubicBezTo>
                  <a:cubicBezTo>
                    <a:pt x="17" y="189"/>
                    <a:pt x="47" y="209"/>
                    <a:pt x="85" y="209"/>
                  </a:cubicBezTo>
                  <a:cubicBezTo>
                    <a:pt x="106" y="209"/>
                    <a:pt x="130" y="203"/>
                    <a:pt x="153" y="190"/>
                  </a:cubicBezTo>
                  <a:cubicBezTo>
                    <a:pt x="174" y="190"/>
                    <a:pt x="191" y="174"/>
                    <a:pt x="207" y="157"/>
                  </a:cubicBezTo>
                  <a:cubicBezTo>
                    <a:pt x="240" y="124"/>
                    <a:pt x="257" y="87"/>
                    <a:pt x="240" y="54"/>
                  </a:cubicBezTo>
                  <a:cubicBezTo>
                    <a:pt x="240" y="21"/>
                    <a:pt x="207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7"/>
            <p:cNvSpPr/>
            <p:nvPr/>
          </p:nvSpPr>
          <p:spPr>
            <a:xfrm>
              <a:off x="4774250" y="2443850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3" y="0"/>
                  </a:moveTo>
                  <a:cubicBezTo>
                    <a:pt x="120" y="0"/>
                    <a:pt x="87" y="17"/>
                    <a:pt x="67" y="33"/>
                  </a:cubicBezTo>
                  <a:cubicBezTo>
                    <a:pt x="34" y="54"/>
                    <a:pt x="17" y="70"/>
                    <a:pt x="1" y="103"/>
                  </a:cubicBezTo>
                  <a:cubicBezTo>
                    <a:pt x="1" y="120"/>
                    <a:pt x="1" y="157"/>
                    <a:pt x="17" y="173"/>
                  </a:cubicBezTo>
                  <a:cubicBezTo>
                    <a:pt x="34" y="190"/>
                    <a:pt x="50" y="206"/>
                    <a:pt x="87" y="206"/>
                  </a:cubicBezTo>
                  <a:cubicBezTo>
                    <a:pt x="104" y="206"/>
                    <a:pt x="120" y="190"/>
                    <a:pt x="137" y="190"/>
                  </a:cubicBezTo>
                  <a:cubicBezTo>
                    <a:pt x="153" y="173"/>
                    <a:pt x="153" y="173"/>
                    <a:pt x="170" y="173"/>
                  </a:cubicBezTo>
                  <a:cubicBezTo>
                    <a:pt x="207" y="157"/>
                    <a:pt x="223" y="120"/>
                    <a:pt x="223" y="103"/>
                  </a:cubicBezTo>
                  <a:cubicBezTo>
                    <a:pt x="256" y="54"/>
                    <a:pt x="22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7"/>
            <p:cNvSpPr/>
            <p:nvPr/>
          </p:nvSpPr>
          <p:spPr>
            <a:xfrm>
              <a:off x="4778075" y="240910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57" y="1"/>
                    <a:pt x="120" y="17"/>
                    <a:pt x="103" y="34"/>
                  </a:cubicBezTo>
                  <a:cubicBezTo>
                    <a:pt x="70" y="50"/>
                    <a:pt x="37" y="67"/>
                    <a:pt x="17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0" y="207"/>
                    <a:pt x="140" y="207"/>
                    <a:pt x="140" y="186"/>
                  </a:cubicBezTo>
                  <a:lnTo>
                    <a:pt x="173" y="186"/>
                  </a:lnTo>
                  <a:lnTo>
                    <a:pt x="190" y="170"/>
                  </a:lnTo>
                  <a:cubicBezTo>
                    <a:pt x="223" y="153"/>
                    <a:pt x="243" y="120"/>
                    <a:pt x="260" y="104"/>
                  </a:cubicBezTo>
                  <a:cubicBezTo>
                    <a:pt x="260" y="67"/>
                    <a:pt x="260" y="50"/>
                    <a:pt x="243" y="34"/>
                  </a:cubicBezTo>
                  <a:cubicBezTo>
                    <a:pt x="223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7"/>
            <p:cNvSpPr/>
            <p:nvPr/>
          </p:nvSpPr>
          <p:spPr>
            <a:xfrm>
              <a:off x="4783225" y="243312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3" y="0"/>
                  </a:moveTo>
                  <a:cubicBezTo>
                    <a:pt x="157" y="0"/>
                    <a:pt x="120" y="0"/>
                    <a:pt x="103" y="17"/>
                  </a:cubicBezTo>
                  <a:cubicBezTo>
                    <a:pt x="54" y="33"/>
                    <a:pt x="0" y="103"/>
                    <a:pt x="17" y="153"/>
                  </a:cubicBezTo>
                  <a:cubicBezTo>
                    <a:pt x="32" y="180"/>
                    <a:pt x="72" y="196"/>
                    <a:pt x="113" y="196"/>
                  </a:cubicBezTo>
                  <a:cubicBezTo>
                    <a:pt x="128" y="196"/>
                    <a:pt x="143" y="194"/>
                    <a:pt x="157" y="190"/>
                  </a:cubicBezTo>
                  <a:cubicBezTo>
                    <a:pt x="173" y="173"/>
                    <a:pt x="190" y="173"/>
                    <a:pt x="206" y="153"/>
                  </a:cubicBezTo>
                  <a:cubicBezTo>
                    <a:pt x="244" y="120"/>
                    <a:pt x="260" y="87"/>
                    <a:pt x="260" y="50"/>
                  </a:cubicBezTo>
                  <a:cubicBezTo>
                    <a:pt x="244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7"/>
            <p:cNvSpPr/>
            <p:nvPr/>
          </p:nvSpPr>
          <p:spPr>
            <a:xfrm>
              <a:off x="4787950" y="2396225"/>
              <a:ext cx="6525" cy="5050"/>
            </a:xfrm>
            <a:custGeom>
              <a:avLst/>
              <a:gdLst/>
              <a:ahLst/>
              <a:cxnLst/>
              <a:rect l="l" t="t" r="r" b="b"/>
              <a:pathLst>
                <a:path w="261" h="202" extrusionOk="0">
                  <a:moveTo>
                    <a:pt x="137" y="0"/>
                  </a:moveTo>
                  <a:cubicBezTo>
                    <a:pt x="104" y="17"/>
                    <a:pt x="71" y="33"/>
                    <a:pt x="55" y="50"/>
                  </a:cubicBezTo>
                  <a:cubicBezTo>
                    <a:pt x="17" y="66"/>
                    <a:pt x="17" y="103"/>
                    <a:pt x="1" y="120"/>
                  </a:cubicBezTo>
                  <a:cubicBezTo>
                    <a:pt x="1" y="153"/>
                    <a:pt x="17" y="169"/>
                    <a:pt x="34" y="186"/>
                  </a:cubicBezTo>
                  <a:cubicBezTo>
                    <a:pt x="44" y="196"/>
                    <a:pt x="58" y="201"/>
                    <a:pt x="73" y="201"/>
                  </a:cubicBezTo>
                  <a:cubicBezTo>
                    <a:pt x="88" y="201"/>
                    <a:pt x="104" y="196"/>
                    <a:pt x="120" y="186"/>
                  </a:cubicBezTo>
                  <a:lnTo>
                    <a:pt x="158" y="186"/>
                  </a:lnTo>
                  <a:cubicBezTo>
                    <a:pt x="174" y="169"/>
                    <a:pt x="191" y="153"/>
                    <a:pt x="207" y="153"/>
                  </a:cubicBezTo>
                  <a:cubicBezTo>
                    <a:pt x="261" y="103"/>
                    <a:pt x="261" y="33"/>
                    <a:pt x="224" y="17"/>
                  </a:cubicBezTo>
                  <a:cubicBezTo>
                    <a:pt x="191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7"/>
            <p:cNvSpPr/>
            <p:nvPr/>
          </p:nvSpPr>
          <p:spPr>
            <a:xfrm>
              <a:off x="4783625" y="2420225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71" y="0"/>
                  </a:moveTo>
                  <a:cubicBezTo>
                    <a:pt x="151" y="0"/>
                    <a:pt x="129" y="6"/>
                    <a:pt x="104" y="17"/>
                  </a:cubicBezTo>
                  <a:cubicBezTo>
                    <a:pt x="71" y="34"/>
                    <a:pt x="38" y="71"/>
                    <a:pt x="21" y="87"/>
                  </a:cubicBezTo>
                  <a:cubicBezTo>
                    <a:pt x="21" y="104"/>
                    <a:pt x="1" y="137"/>
                    <a:pt x="21" y="153"/>
                  </a:cubicBezTo>
                  <a:cubicBezTo>
                    <a:pt x="21" y="174"/>
                    <a:pt x="38" y="191"/>
                    <a:pt x="54" y="191"/>
                  </a:cubicBezTo>
                  <a:cubicBezTo>
                    <a:pt x="71" y="199"/>
                    <a:pt x="88" y="203"/>
                    <a:pt x="106" y="203"/>
                  </a:cubicBezTo>
                  <a:cubicBezTo>
                    <a:pt x="123" y="203"/>
                    <a:pt x="141" y="199"/>
                    <a:pt x="157" y="191"/>
                  </a:cubicBezTo>
                  <a:cubicBezTo>
                    <a:pt x="228" y="153"/>
                    <a:pt x="261" y="104"/>
                    <a:pt x="244" y="50"/>
                  </a:cubicBezTo>
                  <a:cubicBezTo>
                    <a:pt x="233" y="18"/>
                    <a:pt x="207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7"/>
            <p:cNvSpPr/>
            <p:nvPr/>
          </p:nvSpPr>
          <p:spPr>
            <a:xfrm>
              <a:off x="4726525" y="2397875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0"/>
                  </a:moveTo>
                  <a:cubicBezTo>
                    <a:pt x="141" y="0"/>
                    <a:pt x="104" y="17"/>
                    <a:pt x="87" y="37"/>
                  </a:cubicBezTo>
                  <a:cubicBezTo>
                    <a:pt x="54" y="54"/>
                    <a:pt x="38" y="87"/>
                    <a:pt x="17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0" y="206"/>
                    <a:pt x="141" y="190"/>
                    <a:pt x="157" y="190"/>
                  </a:cubicBezTo>
                  <a:cubicBezTo>
                    <a:pt x="174" y="190"/>
                    <a:pt x="174" y="173"/>
                    <a:pt x="190" y="173"/>
                  </a:cubicBezTo>
                  <a:cubicBezTo>
                    <a:pt x="223" y="157"/>
                    <a:pt x="244" y="120"/>
                    <a:pt x="244" y="103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7"/>
            <p:cNvSpPr/>
            <p:nvPr/>
          </p:nvSpPr>
          <p:spPr>
            <a:xfrm>
              <a:off x="4723950" y="2445575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75" y="0"/>
                  </a:moveTo>
                  <a:cubicBezTo>
                    <a:pt x="153" y="0"/>
                    <a:pt x="129" y="6"/>
                    <a:pt x="104" y="18"/>
                  </a:cubicBezTo>
                  <a:cubicBezTo>
                    <a:pt x="38" y="51"/>
                    <a:pt x="1" y="104"/>
                    <a:pt x="17" y="154"/>
                  </a:cubicBezTo>
                  <a:cubicBezTo>
                    <a:pt x="30" y="188"/>
                    <a:pt x="56" y="200"/>
                    <a:pt x="90" y="200"/>
                  </a:cubicBezTo>
                  <a:cubicBezTo>
                    <a:pt x="110" y="200"/>
                    <a:pt x="132" y="197"/>
                    <a:pt x="157" y="191"/>
                  </a:cubicBezTo>
                  <a:cubicBezTo>
                    <a:pt x="223" y="154"/>
                    <a:pt x="260" y="104"/>
                    <a:pt x="244" y="51"/>
                  </a:cubicBezTo>
                  <a:cubicBezTo>
                    <a:pt x="244" y="19"/>
                    <a:pt x="215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7"/>
            <p:cNvSpPr/>
            <p:nvPr/>
          </p:nvSpPr>
          <p:spPr>
            <a:xfrm>
              <a:off x="4760450" y="23966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17"/>
                    <a:pt x="87" y="34"/>
                  </a:cubicBezTo>
                  <a:cubicBezTo>
                    <a:pt x="54" y="50"/>
                    <a:pt x="37" y="67"/>
                    <a:pt x="21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4" y="207"/>
                    <a:pt x="140" y="190"/>
                    <a:pt x="157" y="190"/>
                  </a:cubicBezTo>
                  <a:cubicBezTo>
                    <a:pt x="173" y="190"/>
                    <a:pt x="190" y="170"/>
                    <a:pt x="190" y="170"/>
                  </a:cubicBezTo>
                  <a:cubicBezTo>
                    <a:pt x="227" y="153"/>
                    <a:pt x="243" y="120"/>
                    <a:pt x="260" y="104"/>
                  </a:cubicBezTo>
                  <a:cubicBezTo>
                    <a:pt x="260" y="67"/>
                    <a:pt x="260" y="50"/>
                    <a:pt x="243" y="34"/>
                  </a:cubicBezTo>
                  <a:cubicBezTo>
                    <a:pt x="227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7"/>
            <p:cNvSpPr/>
            <p:nvPr/>
          </p:nvSpPr>
          <p:spPr>
            <a:xfrm>
              <a:off x="4731675" y="24099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71" y="34"/>
                  </a:cubicBezTo>
                  <a:cubicBezTo>
                    <a:pt x="54" y="50"/>
                    <a:pt x="38" y="71"/>
                    <a:pt x="17" y="104"/>
                  </a:cubicBezTo>
                  <a:cubicBezTo>
                    <a:pt x="1" y="153"/>
                    <a:pt x="38" y="190"/>
                    <a:pt x="87" y="190"/>
                  </a:cubicBezTo>
                  <a:lnTo>
                    <a:pt x="157" y="190"/>
                  </a:lnTo>
                  <a:cubicBezTo>
                    <a:pt x="174" y="174"/>
                    <a:pt x="174" y="174"/>
                    <a:pt x="190" y="174"/>
                  </a:cubicBezTo>
                  <a:cubicBezTo>
                    <a:pt x="207" y="153"/>
                    <a:pt x="244" y="120"/>
                    <a:pt x="244" y="104"/>
                  </a:cubicBezTo>
                  <a:cubicBezTo>
                    <a:pt x="261" y="71"/>
                    <a:pt x="261" y="50"/>
                    <a:pt x="244" y="17"/>
                  </a:cubicBezTo>
                  <a:cubicBezTo>
                    <a:pt x="223" y="1"/>
                    <a:pt x="19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7"/>
            <p:cNvSpPr/>
            <p:nvPr/>
          </p:nvSpPr>
          <p:spPr>
            <a:xfrm>
              <a:off x="4757875" y="2339950"/>
              <a:ext cx="6500" cy="4750"/>
            </a:xfrm>
            <a:custGeom>
              <a:avLst/>
              <a:gdLst/>
              <a:ahLst/>
              <a:cxnLst/>
              <a:rect l="l" t="t" r="r" b="b"/>
              <a:pathLst>
                <a:path w="260" h="190" extrusionOk="0">
                  <a:moveTo>
                    <a:pt x="173" y="0"/>
                  </a:moveTo>
                  <a:cubicBezTo>
                    <a:pt x="140" y="0"/>
                    <a:pt x="103" y="0"/>
                    <a:pt x="87" y="17"/>
                  </a:cubicBezTo>
                  <a:cubicBezTo>
                    <a:pt x="54" y="33"/>
                    <a:pt x="37" y="66"/>
                    <a:pt x="21" y="103"/>
                  </a:cubicBezTo>
                  <a:cubicBezTo>
                    <a:pt x="0" y="153"/>
                    <a:pt x="37" y="190"/>
                    <a:pt x="87" y="190"/>
                  </a:cubicBezTo>
                  <a:lnTo>
                    <a:pt x="140" y="190"/>
                  </a:lnTo>
                  <a:cubicBezTo>
                    <a:pt x="140" y="190"/>
                    <a:pt x="157" y="190"/>
                    <a:pt x="157" y="169"/>
                  </a:cubicBezTo>
                  <a:cubicBezTo>
                    <a:pt x="173" y="169"/>
                    <a:pt x="173" y="169"/>
                    <a:pt x="190" y="153"/>
                  </a:cubicBezTo>
                  <a:cubicBezTo>
                    <a:pt x="206" y="136"/>
                    <a:pt x="243" y="120"/>
                    <a:pt x="243" y="87"/>
                  </a:cubicBezTo>
                  <a:cubicBezTo>
                    <a:pt x="260" y="66"/>
                    <a:pt x="260" y="33"/>
                    <a:pt x="243" y="17"/>
                  </a:cubicBezTo>
                  <a:cubicBezTo>
                    <a:pt x="227" y="0"/>
                    <a:pt x="190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7"/>
            <p:cNvSpPr/>
            <p:nvPr/>
          </p:nvSpPr>
          <p:spPr>
            <a:xfrm>
              <a:off x="4749725" y="236220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1"/>
                  </a:moveTo>
                  <a:cubicBezTo>
                    <a:pt x="157" y="1"/>
                    <a:pt x="120" y="1"/>
                    <a:pt x="87" y="38"/>
                  </a:cubicBezTo>
                  <a:cubicBezTo>
                    <a:pt x="54" y="54"/>
                    <a:pt x="37" y="71"/>
                    <a:pt x="37" y="104"/>
                  </a:cubicBezTo>
                  <a:cubicBezTo>
                    <a:pt x="0" y="157"/>
                    <a:pt x="37" y="190"/>
                    <a:pt x="103" y="190"/>
                  </a:cubicBezTo>
                  <a:lnTo>
                    <a:pt x="173" y="190"/>
                  </a:lnTo>
                  <a:cubicBezTo>
                    <a:pt x="173" y="174"/>
                    <a:pt x="190" y="174"/>
                    <a:pt x="190" y="174"/>
                  </a:cubicBezTo>
                  <a:cubicBezTo>
                    <a:pt x="223" y="157"/>
                    <a:pt x="244" y="124"/>
                    <a:pt x="260" y="104"/>
                  </a:cubicBezTo>
                  <a:cubicBezTo>
                    <a:pt x="277" y="38"/>
                    <a:pt x="244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7"/>
            <p:cNvSpPr/>
            <p:nvPr/>
          </p:nvSpPr>
          <p:spPr>
            <a:xfrm>
              <a:off x="4744150" y="2352800"/>
              <a:ext cx="6925" cy="5100"/>
            </a:xfrm>
            <a:custGeom>
              <a:avLst/>
              <a:gdLst/>
              <a:ahLst/>
              <a:cxnLst/>
              <a:rect l="l" t="t" r="r" b="b"/>
              <a:pathLst>
                <a:path w="277" h="204" extrusionOk="0">
                  <a:moveTo>
                    <a:pt x="173" y="1"/>
                  </a:moveTo>
                  <a:cubicBezTo>
                    <a:pt x="136" y="1"/>
                    <a:pt x="92" y="19"/>
                    <a:pt x="71" y="51"/>
                  </a:cubicBezTo>
                  <a:cubicBezTo>
                    <a:pt x="17" y="105"/>
                    <a:pt x="1" y="154"/>
                    <a:pt x="54" y="191"/>
                  </a:cubicBezTo>
                  <a:cubicBezTo>
                    <a:pt x="63" y="199"/>
                    <a:pt x="75" y="204"/>
                    <a:pt x="89" y="204"/>
                  </a:cubicBezTo>
                  <a:cubicBezTo>
                    <a:pt x="104" y="204"/>
                    <a:pt x="120" y="199"/>
                    <a:pt x="137" y="191"/>
                  </a:cubicBezTo>
                  <a:lnTo>
                    <a:pt x="174" y="191"/>
                  </a:lnTo>
                  <a:cubicBezTo>
                    <a:pt x="190" y="171"/>
                    <a:pt x="207" y="171"/>
                    <a:pt x="223" y="154"/>
                  </a:cubicBezTo>
                  <a:cubicBezTo>
                    <a:pt x="277" y="105"/>
                    <a:pt x="277" y="51"/>
                    <a:pt x="223" y="18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7"/>
            <p:cNvSpPr/>
            <p:nvPr/>
          </p:nvSpPr>
          <p:spPr>
            <a:xfrm>
              <a:off x="4770325" y="24313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17"/>
                    <a:pt x="87" y="37"/>
                  </a:cubicBezTo>
                  <a:cubicBezTo>
                    <a:pt x="55" y="54"/>
                    <a:pt x="38" y="87"/>
                    <a:pt x="17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0" y="206"/>
                    <a:pt x="141" y="206"/>
                    <a:pt x="158" y="190"/>
                  </a:cubicBezTo>
                  <a:cubicBezTo>
                    <a:pt x="174" y="190"/>
                    <a:pt x="174" y="190"/>
                    <a:pt x="191" y="173"/>
                  </a:cubicBezTo>
                  <a:cubicBezTo>
                    <a:pt x="207" y="157"/>
                    <a:pt x="244" y="140"/>
                    <a:pt x="244" y="103"/>
                  </a:cubicBezTo>
                  <a:cubicBezTo>
                    <a:pt x="261" y="54"/>
                    <a:pt x="22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7"/>
            <p:cNvSpPr/>
            <p:nvPr/>
          </p:nvSpPr>
          <p:spPr>
            <a:xfrm>
              <a:off x="4831775" y="2397850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68" y="1"/>
                  </a:moveTo>
                  <a:cubicBezTo>
                    <a:pt x="150" y="1"/>
                    <a:pt x="128" y="6"/>
                    <a:pt x="103" y="18"/>
                  </a:cubicBezTo>
                  <a:cubicBezTo>
                    <a:pt x="33" y="38"/>
                    <a:pt x="0" y="104"/>
                    <a:pt x="17" y="158"/>
                  </a:cubicBezTo>
                  <a:cubicBezTo>
                    <a:pt x="17" y="182"/>
                    <a:pt x="54" y="197"/>
                    <a:pt x="102" y="197"/>
                  </a:cubicBezTo>
                  <a:cubicBezTo>
                    <a:pt x="119" y="197"/>
                    <a:pt x="138" y="195"/>
                    <a:pt x="157" y="191"/>
                  </a:cubicBezTo>
                  <a:cubicBezTo>
                    <a:pt x="223" y="158"/>
                    <a:pt x="260" y="104"/>
                    <a:pt x="239" y="55"/>
                  </a:cubicBezTo>
                  <a:cubicBezTo>
                    <a:pt x="229" y="20"/>
                    <a:pt x="204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7"/>
            <p:cNvSpPr/>
            <p:nvPr/>
          </p:nvSpPr>
          <p:spPr>
            <a:xfrm>
              <a:off x="4826200" y="2420750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90" y="0"/>
                  </a:moveTo>
                  <a:cubicBezTo>
                    <a:pt x="177" y="0"/>
                    <a:pt x="163" y="5"/>
                    <a:pt x="153" y="13"/>
                  </a:cubicBezTo>
                  <a:cubicBezTo>
                    <a:pt x="120" y="13"/>
                    <a:pt x="87" y="29"/>
                    <a:pt x="71" y="50"/>
                  </a:cubicBezTo>
                  <a:cubicBezTo>
                    <a:pt x="17" y="99"/>
                    <a:pt x="1" y="170"/>
                    <a:pt x="50" y="186"/>
                  </a:cubicBezTo>
                  <a:cubicBezTo>
                    <a:pt x="71" y="203"/>
                    <a:pt x="104" y="203"/>
                    <a:pt x="137" y="203"/>
                  </a:cubicBezTo>
                  <a:cubicBezTo>
                    <a:pt x="137" y="203"/>
                    <a:pt x="153" y="186"/>
                    <a:pt x="174" y="186"/>
                  </a:cubicBezTo>
                  <a:cubicBezTo>
                    <a:pt x="190" y="186"/>
                    <a:pt x="207" y="170"/>
                    <a:pt x="223" y="153"/>
                  </a:cubicBezTo>
                  <a:cubicBezTo>
                    <a:pt x="277" y="99"/>
                    <a:pt x="277" y="50"/>
                    <a:pt x="223" y="13"/>
                  </a:cubicBezTo>
                  <a:cubicBezTo>
                    <a:pt x="215" y="5"/>
                    <a:pt x="203" y="0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7"/>
            <p:cNvSpPr/>
            <p:nvPr/>
          </p:nvSpPr>
          <p:spPr>
            <a:xfrm>
              <a:off x="4816725" y="239787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7"/>
                  </a:cubicBezTo>
                  <a:cubicBezTo>
                    <a:pt x="54" y="54"/>
                    <a:pt x="37" y="70"/>
                    <a:pt x="17" y="103"/>
                  </a:cubicBezTo>
                  <a:cubicBezTo>
                    <a:pt x="0" y="157"/>
                    <a:pt x="37" y="206"/>
                    <a:pt x="87" y="206"/>
                  </a:cubicBezTo>
                  <a:cubicBezTo>
                    <a:pt x="120" y="190"/>
                    <a:pt x="140" y="190"/>
                    <a:pt x="157" y="190"/>
                  </a:cubicBezTo>
                  <a:cubicBezTo>
                    <a:pt x="173" y="173"/>
                    <a:pt x="173" y="173"/>
                    <a:pt x="190" y="173"/>
                  </a:cubicBezTo>
                  <a:cubicBezTo>
                    <a:pt x="206" y="157"/>
                    <a:pt x="243" y="120"/>
                    <a:pt x="243" y="103"/>
                  </a:cubicBezTo>
                  <a:cubicBezTo>
                    <a:pt x="260" y="54"/>
                    <a:pt x="22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7"/>
            <p:cNvSpPr/>
            <p:nvPr/>
          </p:nvSpPr>
          <p:spPr>
            <a:xfrm>
              <a:off x="4821875" y="2409525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41" y="0"/>
                    <a:pt x="120" y="0"/>
                    <a:pt x="87" y="17"/>
                  </a:cubicBezTo>
                  <a:cubicBezTo>
                    <a:pt x="54" y="33"/>
                    <a:pt x="37" y="66"/>
                    <a:pt x="17" y="87"/>
                  </a:cubicBezTo>
                  <a:cubicBezTo>
                    <a:pt x="0" y="153"/>
                    <a:pt x="37" y="190"/>
                    <a:pt x="103" y="190"/>
                  </a:cubicBezTo>
                  <a:cubicBezTo>
                    <a:pt x="120" y="190"/>
                    <a:pt x="141" y="190"/>
                    <a:pt x="157" y="169"/>
                  </a:cubicBezTo>
                  <a:cubicBezTo>
                    <a:pt x="174" y="169"/>
                    <a:pt x="190" y="169"/>
                    <a:pt x="190" y="153"/>
                  </a:cubicBezTo>
                  <a:cubicBezTo>
                    <a:pt x="223" y="136"/>
                    <a:pt x="244" y="120"/>
                    <a:pt x="260" y="87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7"/>
            <p:cNvSpPr/>
            <p:nvPr/>
          </p:nvSpPr>
          <p:spPr>
            <a:xfrm>
              <a:off x="4838250" y="2351075"/>
              <a:ext cx="6025" cy="4775"/>
            </a:xfrm>
            <a:custGeom>
              <a:avLst/>
              <a:gdLst/>
              <a:ahLst/>
              <a:cxnLst/>
              <a:rect l="l" t="t" r="r" b="b"/>
              <a:pathLst>
                <a:path w="241" h="191" extrusionOk="0">
                  <a:moveTo>
                    <a:pt x="137" y="0"/>
                  </a:moveTo>
                  <a:cubicBezTo>
                    <a:pt x="104" y="0"/>
                    <a:pt x="67" y="17"/>
                    <a:pt x="50" y="54"/>
                  </a:cubicBezTo>
                  <a:cubicBezTo>
                    <a:pt x="1" y="87"/>
                    <a:pt x="1" y="157"/>
                    <a:pt x="34" y="174"/>
                  </a:cubicBezTo>
                  <a:cubicBezTo>
                    <a:pt x="67" y="190"/>
                    <a:pt x="83" y="190"/>
                    <a:pt x="120" y="190"/>
                  </a:cubicBezTo>
                  <a:cubicBezTo>
                    <a:pt x="137" y="190"/>
                    <a:pt x="137" y="190"/>
                    <a:pt x="153" y="174"/>
                  </a:cubicBezTo>
                  <a:cubicBezTo>
                    <a:pt x="170" y="174"/>
                    <a:pt x="186" y="157"/>
                    <a:pt x="207" y="136"/>
                  </a:cubicBezTo>
                  <a:cubicBezTo>
                    <a:pt x="224" y="120"/>
                    <a:pt x="240" y="87"/>
                    <a:pt x="240" y="71"/>
                  </a:cubicBezTo>
                  <a:cubicBezTo>
                    <a:pt x="240" y="33"/>
                    <a:pt x="240" y="17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7"/>
            <p:cNvSpPr/>
            <p:nvPr/>
          </p:nvSpPr>
          <p:spPr>
            <a:xfrm>
              <a:off x="4832175" y="23863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0"/>
                  </a:moveTo>
                  <a:cubicBezTo>
                    <a:pt x="141" y="0"/>
                    <a:pt x="104" y="0"/>
                    <a:pt x="71" y="17"/>
                  </a:cubicBezTo>
                  <a:cubicBezTo>
                    <a:pt x="54" y="50"/>
                    <a:pt x="17" y="66"/>
                    <a:pt x="17" y="104"/>
                  </a:cubicBezTo>
                  <a:cubicBezTo>
                    <a:pt x="1" y="153"/>
                    <a:pt x="38" y="190"/>
                    <a:pt x="87" y="190"/>
                  </a:cubicBezTo>
                  <a:cubicBezTo>
                    <a:pt x="120" y="190"/>
                    <a:pt x="141" y="190"/>
                    <a:pt x="157" y="169"/>
                  </a:cubicBezTo>
                  <a:lnTo>
                    <a:pt x="190" y="169"/>
                  </a:lnTo>
                  <a:cubicBezTo>
                    <a:pt x="207" y="137"/>
                    <a:pt x="244" y="120"/>
                    <a:pt x="244" y="87"/>
                  </a:cubicBezTo>
                  <a:cubicBezTo>
                    <a:pt x="260" y="33"/>
                    <a:pt x="223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7"/>
            <p:cNvSpPr/>
            <p:nvPr/>
          </p:nvSpPr>
          <p:spPr>
            <a:xfrm>
              <a:off x="4832600" y="2371675"/>
              <a:ext cx="6500" cy="5100"/>
            </a:xfrm>
            <a:custGeom>
              <a:avLst/>
              <a:gdLst/>
              <a:ahLst/>
              <a:cxnLst/>
              <a:rect l="l" t="t" r="r" b="b"/>
              <a:pathLst>
                <a:path w="260" h="204" extrusionOk="0">
                  <a:moveTo>
                    <a:pt x="157" y="1"/>
                  </a:moveTo>
                  <a:cubicBezTo>
                    <a:pt x="119" y="1"/>
                    <a:pt x="75" y="20"/>
                    <a:pt x="54" y="55"/>
                  </a:cubicBezTo>
                  <a:cubicBezTo>
                    <a:pt x="21" y="71"/>
                    <a:pt x="0" y="104"/>
                    <a:pt x="0" y="121"/>
                  </a:cubicBezTo>
                  <a:cubicBezTo>
                    <a:pt x="0" y="158"/>
                    <a:pt x="21" y="174"/>
                    <a:pt x="37" y="191"/>
                  </a:cubicBezTo>
                  <a:cubicBezTo>
                    <a:pt x="45" y="199"/>
                    <a:pt x="58" y="203"/>
                    <a:pt x="73" y="203"/>
                  </a:cubicBezTo>
                  <a:cubicBezTo>
                    <a:pt x="88" y="203"/>
                    <a:pt x="105" y="199"/>
                    <a:pt x="124" y="191"/>
                  </a:cubicBezTo>
                  <a:lnTo>
                    <a:pt x="157" y="191"/>
                  </a:lnTo>
                  <a:cubicBezTo>
                    <a:pt x="173" y="174"/>
                    <a:pt x="190" y="174"/>
                    <a:pt x="206" y="158"/>
                  </a:cubicBezTo>
                  <a:cubicBezTo>
                    <a:pt x="260" y="104"/>
                    <a:pt x="260" y="34"/>
                    <a:pt x="206" y="17"/>
                  </a:cubicBezTo>
                  <a:cubicBezTo>
                    <a:pt x="195" y="6"/>
                    <a:pt x="17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7"/>
            <p:cNvSpPr/>
            <p:nvPr/>
          </p:nvSpPr>
          <p:spPr>
            <a:xfrm>
              <a:off x="4798675" y="24327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41" y="1"/>
                  </a:moveTo>
                  <a:cubicBezTo>
                    <a:pt x="104" y="17"/>
                    <a:pt x="71" y="34"/>
                    <a:pt x="54" y="50"/>
                  </a:cubicBezTo>
                  <a:cubicBezTo>
                    <a:pt x="1" y="104"/>
                    <a:pt x="1" y="153"/>
                    <a:pt x="38" y="190"/>
                  </a:cubicBezTo>
                  <a:cubicBezTo>
                    <a:pt x="60" y="190"/>
                    <a:pt x="74" y="198"/>
                    <a:pt x="92" y="198"/>
                  </a:cubicBezTo>
                  <a:cubicBezTo>
                    <a:pt x="100" y="198"/>
                    <a:pt x="109" y="196"/>
                    <a:pt x="120" y="190"/>
                  </a:cubicBezTo>
                  <a:lnTo>
                    <a:pt x="157" y="190"/>
                  </a:lnTo>
                  <a:cubicBezTo>
                    <a:pt x="174" y="170"/>
                    <a:pt x="190" y="153"/>
                    <a:pt x="207" y="153"/>
                  </a:cubicBezTo>
                  <a:cubicBezTo>
                    <a:pt x="244" y="120"/>
                    <a:pt x="244" y="104"/>
                    <a:pt x="260" y="67"/>
                  </a:cubicBezTo>
                  <a:cubicBezTo>
                    <a:pt x="260" y="50"/>
                    <a:pt x="244" y="17"/>
                    <a:pt x="223" y="17"/>
                  </a:cubicBezTo>
                  <a:cubicBezTo>
                    <a:pt x="190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7"/>
            <p:cNvSpPr/>
            <p:nvPr/>
          </p:nvSpPr>
          <p:spPr>
            <a:xfrm>
              <a:off x="4793525" y="2407775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0"/>
                  </a:moveTo>
                  <a:cubicBezTo>
                    <a:pt x="157" y="0"/>
                    <a:pt x="120" y="17"/>
                    <a:pt x="87" y="33"/>
                  </a:cubicBezTo>
                  <a:cubicBezTo>
                    <a:pt x="54" y="54"/>
                    <a:pt x="38" y="87"/>
                    <a:pt x="38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0" y="206"/>
                    <a:pt x="141" y="190"/>
                    <a:pt x="174" y="190"/>
                  </a:cubicBezTo>
                  <a:lnTo>
                    <a:pt x="190" y="173"/>
                  </a:lnTo>
                  <a:cubicBezTo>
                    <a:pt x="223" y="157"/>
                    <a:pt x="244" y="136"/>
                    <a:pt x="260" y="103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7"/>
            <p:cNvSpPr/>
            <p:nvPr/>
          </p:nvSpPr>
          <p:spPr>
            <a:xfrm>
              <a:off x="4793525" y="2467025"/>
              <a:ext cx="6100" cy="5200"/>
            </a:xfrm>
            <a:custGeom>
              <a:avLst/>
              <a:gdLst/>
              <a:ahLst/>
              <a:cxnLst/>
              <a:rect l="l" t="t" r="r" b="b"/>
              <a:pathLst>
                <a:path w="244" h="208" extrusionOk="0">
                  <a:moveTo>
                    <a:pt x="157" y="1"/>
                  </a:moveTo>
                  <a:cubicBezTo>
                    <a:pt x="141" y="1"/>
                    <a:pt x="120" y="17"/>
                    <a:pt x="104" y="17"/>
                  </a:cubicBezTo>
                  <a:cubicBezTo>
                    <a:pt x="38" y="54"/>
                    <a:pt x="1" y="104"/>
                    <a:pt x="1" y="157"/>
                  </a:cubicBezTo>
                  <a:cubicBezTo>
                    <a:pt x="11" y="189"/>
                    <a:pt x="44" y="207"/>
                    <a:pt x="85" y="207"/>
                  </a:cubicBezTo>
                  <a:cubicBezTo>
                    <a:pt x="108" y="207"/>
                    <a:pt x="132" y="202"/>
                    <a:pt x="157" y="190"/>
                  </a:cubicBezTo>
                  <a:cubicBezTo>
                    <a:pt x="174" y="190"/>
                    <a:pt x="190" y="174"/>
                    <a:pt x="190" y="157"/>
                  </a:cubicBezTo>
                  <a:cubicBezTo>
                    <a:pt x="223" y="120"/>
                    <a:pt x="244" y="87"/>
                    <a:pt x="244" y="54"/>
                  </a:cubicBezTo>
                  <a:cubicBezTo>
                    <a:pt x="223" y="17"/>
                    <a:pt x="190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7"/>
            <p:cNvSpPr/>
            <p:nvPr/>
          </p:nvSpPr>
          <p:spPr>
            <a:xfrm>
              <a:off x="4803825" y="24438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0"/>
                  </a:moveTo>
                  <a:cubicBezTo>
                    <a:pt x="120" y="0"/>
                    <a:pt x="87" y="17"/>
                    <a:pt x="71" y="33"/>
                  </a:cubicBezTo>
                  <a:cubicBezTo>
                    <a:pt x="38" y="54"/>
                    <a:pt x="17" y="87"/>
                    <a:pt x="1" y="103"/>
                  </a:cubicBezTo>
                  <a:cubicBezTo>
                    <a:pt x="1" y="136"/>
                    <a:pt x="1" y="157"/>
                    <a:pt x="17" y="173"/>
                  </a:cubicBezTo>
                  <a:cubicBezTo>
                    <a:pt x="17" y="190"/>
                    <a:pt x="54" y="206"/>
                    <a:pt x="87" y="206"/>
                  </a:cubicBezTo>
                  <a:cubicBezTo>
                    <a:pt x="104" y="206"/>
                    <a:pt x="120" y="206"/>
                    <a:pt x="141" y="190"/>
                  </a:cubicBezTo>
                  <a:cubicBezTo>
                    <a:pt x="158" y="190"/>
                    <a:pt x="158" y="173"/>
                    <a:pt x="174" y="173"/>
                  </a:cubicBezTo>
                  <a:cubicBezTo>
                    <a:pt x="207" y="157"/>
                    <a:pt x="223" y="136"/>
                    <a:pt x="223" y="103"/>
                  </a:cubicBezTo>
                  <a:cubicBezTo>
                    <a:pt x="261" y="54"/>
                    <a:pt x="223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7"/>
            <p:cNvSpPr/>
            <p:nvPr/>
          </p:nvSpPr>
          <p:spPr>
            <a:xfrm>
              <a:off x="4811975" y="2420625"/>
              <a:ext cx="6925" cy="5025"/>
            </a:xfrm>
            <a:custGeom>
              <a:avLst/>
              <a:gdLst/>
              <a:ahLst/>
              <a:cxnLst/>
              <a:rect l="l" t="t" r="r" b="b"/>
              <a:pathLst>
                <a:path w="277" h="201" extrusionOk="0">
                  <a:moveTo>
                    <a:pt x="180" y="1"/>
                  </a:moveTo>
                  <a:cubicBezTo>
                    <a:pt x="161" y="1"/>
                    <a:pt x="141" y="6"/>
                    <a:pt x="124" y="18"/>
                  </a:cubicBezTo>
                  <a:cubicBezTo>
                    <a:pt x="54" y="55"/>
                    <a:pt x="1" y="104"/>
                    <a:pt x="21" y="158"/>
                  </a:cubicBezTo>
                  <a:cubicBezTo>
                    <a:pt x="32" y="189"/>
                    <a:pt x="62" y="201"/>
                    <a:pt x="96" y="201"/>
                  </a:cubicBezTo>
                  <a:cubicBezTo>
                    <a:pt x="116" y="201"/>
                    <a:pt x="138" y="197"/>
                    <a:pt x="157" y="191"/>
                  </a:cubicBezTo>
                  <a:cubicBezTo>
                    <a:pt x="227" y="158"/>
                    <a:pt x="277" y="104"/>
                    <a:pt x="260" y="55"/>
                  </a:cubicBezTo>
                  <a:cubicBezTo>
                    <a:pt x="250" y="20"/>
                    <a:pt x="216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7"/>
            <p:cNvSpPr/>
            <p:nvPr/>
          </p:nvSpPr>
          <p:spPr>
            <a:xfrm>
              <a:off x="4811575" y="2433125"/>
              <a:ext cx="6500" cy="4750"/>
            </a:xfrm>
            <a:custGeom>
              <a:avLst/>
              <a:gdLst/>
              <a:ahLst/>
              <a:cxnLst/>
              <a:rect l="l" t="t" r="r" b="b"/>
              <a:pathLst>
                <a:path w="260" h="190" extrusionOk="0">
                  <a:moveTo>
                    <a:pt x="173" y="0"/>
                  </a:moveTo>
                  <a:cubicBezTo>
                    <a:pt x="140" y="0"/>
                    <a:pt x="103" y="0"/>
                    <a:pt x="87" y="33"/>
                  </a:cubicBezTo>
                  <a:cubicBezTo>
                    <a:pt x="54" y="50"/>
                    <a:pt x="37" y="70"/>
                    <a:pt x="17" y="103"/>
                  </a:cubicBezTo>
                  <a:cubicBezTo>
                    <a:pt x="0" y="120"/>
                    <a:pt x="17" y="153"/>
                    <a:pt x="37" y="173"/>
                  </a:cubicBezTo>
                  <a:cubicBezTo>
                    <a:pt x="54" y="190"/>
                    <a:pt x="70" y="190"/>
                    <a:pt x="103" y="190"/>
                  </a:cubicBezTo>
                  <a:cubicBezTo>
                    <a:pt x="120" y="190"/>
                    <a:pt x="140" y="190"/>
                    <a:pt x="157" y="173"/>
                  </a:cubicBezTo>
                  <a:cubicBezTo>
                    <a:pt x="190" y="153"/>
                    <a:pt x="243" y="136"/>
                    <a:pt x="243" y="87"/>
                  </a:cubicBezTo>
                  <a:cubicBezTo>
                    <a:pt x="260" y="33"/>
                    <a:pt x="22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7"/>
            <p:cNvSpPr/>
            <p:nvPr/>
          </p:nvSpPr>
          <p:spPr>
            <a:xfrm>
              <a:off x="4806825" y="2454900"/>
              <a:ext cx="6825" cy="4825"/>
            </a:xfrm>
            <a:custGeom>
              <a:avLst/>
              <a:gdLst/>
              <a:ahLst/>
              <a:cxnLst/>
              <a:rect l="l" t="t" r="r" b="b"/>
              <a:pathLst>
                <a:path w="273" h="193" extrusionOk="0">
                  <a:moveTo>
                    <a:pt x="198" y="0"/>
                  </a:moveTo>
                  <a:cubicBezTo>
                    <a:pt x="191" y="0"/>
                    <a:pt x="182" y="1"/>
                    <a:pt x="174" y="3"/>
                  </a:cubicBezTo>
                  <a:cubicBezTo>
                    <a:pt x="141" y="3"/>
                    <a:pt x="103" y="3"/>
                    <a:pt x="87" y="24"/>
                  </a:cubicBezTo>
                  <a:cubicBezTo>
                    <a:pt x="54" y="40"/>
                    <a:pt x="38" y="73"/>
                    <a:pt x="21" y="90"/>
                  </a:cubicBezTo>
                  <a:cubicBezTo>
                    <a:pt x="0" y="143"/>
                    <a:pt x="38" y="193"/>
                    <a:pt x="103" y="193"/>
                  </a:cubicBezTo>
                  <a:cubicBezTo>
                    <a:pt x="124" y="193"/>
                    <a:pt x="141" y="193"/>
                    <a:pt x="157" y="176"/>
                  </a:cubicBezTo>
                  <a:cubicBezTo>
                    <a:pt x="207" y="160"/>
                    <a:pt x="244" y="127"/>
                    <a:pt x="244" y="90"/>
                  </a:cubicBezTo>
                  <a:cubicBezTo>
                    <a:pt x="272" y="47"/>
                    <a:pt x="251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7"/>
            <p:cNvSpPr/>
            <p:nvPr/>
          </p:nvSpPr>
          <p:spPr>
            <a:xfrm>
              <a:off x="4713650" y="236395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3" y="1"/>
                  </a:moveTo>
                  <a:cubicBezTo>
                    <a:pt x="140" y="1"/>
                    <a:pt x="103" y="17"/>
                    <a:pt x="87" y="34"/>
                  </a:cubicBezTo>
                  <a:cubicBezTo>
                    <a:pt x="54" y="54"/>
                    <a:pt x="37" y="71"/>
                    <a:pt x="17" y="104"/>
                  </a:cubicBezTo>
                  <a:cubicBezTo>
                    <a:pt x="0" y="157"/>
                    <a:pt x="37" y="207"/>
                    <a:pt x="103" y="207"/>
                  </a:cubicBezTo>
                  <a:cubicBezTo>
                    <a:pt x="120" y="207"/>
                    <a:pt x="140" y="190"/>
                    <a:pt x="157" y="190"/>
                  </a:cubicBezTo>
                  <a:cubicBezTo>
                    <a:pt x="173" y="190"/>
                    <a:pt x="173" y="174"/>
                    <a:pt x="190" y="174"/>
                  </a:cubicBezTo>
                  <a:cubicBezTo>
                    <a:pt x="223" y="157"/>
                    <a:pt x="244" y="120"/>
                    <a:pt x="244" y="104"/>
                  </a:cubicBezTo>
                  <a:cubicBezTo>
                    <a:pt x="277" y="54"/>
                    <a:pt x="244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7"/>
            <p:cNvSpPr/>
            <p:nvPr/>
          </p:nvSpPr>
          <p:spPr>
            <a:xfrm>
              <a:off x="4597700" y="2376425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57" y="1"/>
                  </a:moveTo>
                  <a:cubicBezTo>
                    <a:pt x="140" y="1"/>
                    <a:pt x="103" y="1"/>
                    <a:pt x="70" y="17"/>
                  </a:cubicBezTo>
                  <a:cubicBezTo>
                    <a:pt x="37" y="34"/>
                    <a:pt x="17" y="71"/>
                    <a:pt x="17" y="87"/>
                  </a:cubicBezTo>
                  <a:cubicBezTo>
                    <a:pt x="0" y="120"/>
                    <a:pt x="0" y="137"/>
                    <a:pt x="17" y="153"/>
                  </a:cubicBezTo>
                  <a:cubicBezTo>
                    <a:pt x="37" y="174"/>
                    <a:pt x="54" y="190"/>
                    <a:pt x="87" y="190"/>
                  </a:cubicBezTo>
                  <a:cubicBezTo>
                    <a:pt x="103" y="190"/>
                    <a:pt x="120" y="190"/>
                    <a:pt x="157" y="174"/>
                  </a:cubicBezTo>
                  <a:cubicBezTo>
                    <a:pt x="157" y="174"/>
                    <a:pt x="173" y="174"/>
                    <a:pt x="173" y="153"/>
                  </a:cubicBezTo>
                  <a:cubicBezTo>
                    <a:pt x="206" y="137"/>
                    <a:pt x="223" y="120"/>
                    <a:pt x="243" y="87"/>
                  </a:cubicBezTo>
                  <a:cubicBezTo>
                    <a:pt x="260" y="34"/>
                    <a:pt x="22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7"/>
            <p:cNvSpPr/>
            <p:nvPr/>
          </p:nvSpPr>
          <p:spPr>
            <a:xfrm>
              <a:off x="4623450" y="2363950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1"/>
                  </a:moveTo>
                  <a:cubicBezTo>
                    <a:pt x="141" y="1"/>
                    <a:pt x="104" y="17"/>
                    <a:pt x="87" y="34"/>
                  </a:cubicBezTo>
                  <a:cubicBezTo>
                    <a:pt x="54" y="54"/>
                    <a:pt x="38" y="87"/>
                    <a:pt x="17" y="104"/>
                  </a:cubicBezTo>
                  <a:cubicBezTo>
                    <a:pt x="1" y="157"/>
                    <a:pt x="38" y="207"/>
                    <a:pt x="104" y="207"/>
                  </a:cubicBezTo>
                  <a:cubicBezTo>
                    <a:pt x="120" y="207"/>
                    <a:pt x="141" y="207"/>
                    <a:pt x="157" y="190"/>
                  </a:cubicBezTo>
                  <a:cubicBezTo>
                    <a:pt x="174" y="190"/>
                    <a:pt x="190" y="174"/>
                    <a:pt x="190" y="174"/>
                  </a:cubicBezTo>
                  <a:cubicBezTo>
                    <a:pt x="223" y="157"/>
                    <a:pt x="244" y="137"/>
                    <a:pt x="261" y="104"/>
                  </a:cubicBezTo>
                  <a:cubicBezTo>
                    <a:pt x="277" y="54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7"/>
            <p:cNvSpPr/>
            <p:nvPr/>
          </p:nvSpPr>
          <p:spPr>
            <a:xfrm>
              <a:off x="4617075" y="2397875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20" y="0"/>
                    <a:pt x="50" y="37"/>
                    <a:pt x="17" y="87"/>
                  </a:cubicBezTo>
                  <a:cubicBezTo>
                    <a:pt x="0" y="157"/>
                    <a:pt x="33" y="190"/>
                    <a:pt x="103" y="190"/>
                  </a:cubicBezTo>
                  <a:cubicBezTo>
                    <a:pt x="120" y="190"/>
                    <a:pt x="136" y="190"/>
                    <a:pt x="153" y="173"/>
                  </a:cubicBezTo>
                  <a:cubicBezTo>
                    <a:pt x="169" y="173"/>
                    <a:pt x="190" y="173"/>
                    <a:pt x="190" y="157"/>
                  </a:cubicBezTo>
                  <a:cubicBezTo>
                    <a:pt x="223" y="140"/>
                    <a:pt x="239" y="120"/>
                    <a:pt x="256" y="87"/>
                  </a:cubicBezTo>
                  <a:cubicBezTo>
                    <a:pt x="256" y="70"/>
                    <a:pt x="256" y="37"/>
                    <a:pt x="239" y="17"/>
                  </a:cubicBezTo>
                  <a:cubicBezTo>
                    <a:pt x="223" y="0"/>
                    <a:pt x="206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7"/>
            <p:cNvSpPr/>
            <p:nvPr/>
          </p:nvSpPr>
          <p:spPr>
            <a:xfrm>
              <a:off x="4840325" y="23042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24" y="17"/>
                    <a:pt x="87" y="17"/>
                  </a:cubicBezTo>
                  <a:cubicBezTo>
                    <a:pt x="54" y="50"/>
                    <a:pt x="37" y="71"/>
                    <a:pt x="21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4" y="207"/>
                    <a:pt x="124" y="190"/>
                    <a:pt x="141" y="190"/>
                  </a:cubicBezTo>
                  <a:lnTo>
                    <a:pt x="157" y="190"/>
                  </a:lnTo>
                  <a:cubicBezTo>
                    <a:pt x="174" y="190"/>
                    <a:pt x="174" y="174"/>
                    <a:pt x="190" y="174"/>
                  </a:cubicBezTo>
                  <a:cubicBezTo>
                    <a:pt x="227" y="153"/>
                    <a:pt x="244" y="120"/>
                    <a:pt x="244" y="104"/>
                  </a:cubicBezTo>
                  <a:cubicBezTo>
                    <a:pt x="260" y="71"/>
                    <a:pt x="260" y="50"/>
                    <a:pt x="244" y="34"/>
                  </a:cubicBezTo>
                  <a:cubicBezTo>
                    <a:pt x="227" y="17"/>
                    <a:pt x="206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7"/>
            <p:cNvSpPr/>
            <p:nvPr/>
          </p:nvSpPr>
          <p:spPr>
            <a:xfrm>
              <a:off x="4612725" y="23760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0"/>
                  </a:moveTo>
                  <a:cubicBezTo>
                    <a:pt x="121" y="17"/>
                    <a:pt x="88" y="33"/>
                    <a:pt x="71" y="50"/>
                  </a:cubicBezTo>
                  <a:cubicBezTo>
                    <a:pt x="17" y="103"/>
                    <a:pt x="1" y="153"/>
                    <a:pt x="55" y="190"/>
                  </a:cubicBezTo>
                  <a:cubicBezTo>
                    <a:pt x="71" y="206"/>
                    <a:pt x="104" y="206"/>
                    <a:pt x="137" y="206"/>
                  </a:cubicBezTo>
                  <a:cubicBezTo>
                    <a:pt x="137" y="190"/>
                    <a:pt x="158" y="190"/>
                    <a:pt x="174" y="190"/>
                  </a:cubicBezTo>
                  <a:cubicBezTo>
                    <a:pt x="191" y="169"/>
                    <a:pt x="207" y="169"/>
                    <a:pt x="224" y="153"/>
                  </a:cubicBezTo>
                  <a:cubicBezTo>
                    <a:pt x="240" y="120"/>
                    <a:pt x="261" y="103"/>
                    <a:pt x="261" y="66"/>
                  </a:cubicBezTo>
                  <a:cubicBezTo>
                    <a:pt x="261" y="50"/>
                    <a:pt x="261" y="33"/>
                    <a:pt x="224" y="17"/>
                  </a:cubicBezTo>
                  <a:cubicBezTo>
                    <a:pt x="207" y="0"/>
                    <a:pt x="174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7"/>
            <p:cNvSpPr/>
            <p:nvPr/>
          </p:nvSpPr>
          <p:spPr>
            <a:xfrm>
              <a:off x="4601200" y="2387150"/>
              <a:ext cx="6400" cy="4775"/>
            </a:xfrm>
            <a:custGeom>
              <a:avLst/>
              <a:gdLst/>
              <a:ahLst/>
              <a:cxnLst/>
              <a:rect l="l" t="t" r="r" b="b"/>
              <a:pathLst>
                <a:path w="256" h="191" extrusionOk="0">
                  <a:moveTo>
                    <a:pt x="153" y="0"/>
                  </a:moveTo>
                  <a:cubicBezTo>
                    <a:pt x="136" y="0"/>
                    <a:pt x="103" y="0"/>
                    <a:pt x="66" y="17"/>
                  </a:cubicBezTo>
                  <a:cubicBezTo>
                    <a:pt x="33" y="54"/>
                    <a:pt x="17" y="71"/>
                    <a:pt x="17" y="104"/>
                  </a:cubicBezTo>
                  <a:cubicBezTo>
                    <a:pt x="0" y="157"/>
                    <a:pt x="33" y="190"/>
                    <a:pt x="83" y="190"/>
                  </a:cubicBezTo>
                  <a:cubicBezTo>
                    <a:pt x="103" y="190"/>
                    <a:pt x="136" y="190"/>
                    <a:pt x="153" y="174"/>
                  </a:cubicBezTo>
                  <a:cubicBezTo>
                    <a:pt x="186" y="157"/>
                    <a:pt x="223" y="136"/>
                    <a:pt x="239" y="87"/>
                  </a:cubicBezTo>
                  <a:cubicBezTo>
                    <a:pt x="256" y="33"/>
                    <a:pt x="22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7"/>
            <p:cNvSpPr/>
            <p:nvPr/>
          </p:nvSpPr>
          <p:spPr>
            <a:xfrm>
              <a:off x="4636750" y="24107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24" y="1"/>
                    <a:pt x="87" y="17"/>
                    <a:pt x="71" y="38"/>
                  </a:cubicBezTo>
                  <a:cubicBezTo>
                    <a:pt x="38" y="54"/>
                    <a:pt x="21" y="87"/>
                    <a:pt x="1" y="104"/>
                  </a:cubicBezTo>
                  <a:lnTo>
                    <a:pt x="1" y="157"/>
                  </a:lnTo>
                  <a:cubicBezTo>
                    <a:pt x="38" y="174"/>
                    <a:pt x="54" y="190"/>
                    <a:pt x="87" y="207"/>
                  </a:cubicBezTo>
                  <a:cubicBezTo>
                    <a:pt x="104" y="207"/>
                    <a:pt x="124" y="207"/>
                    <a:pt x="141" y="190"/>
                  </a:cubicBezTo>
                  <a:cubicBezTo>
                    <a:pt x="157" y="190"/>
                    <a:pt x="174" y="190"/>
                    <a:pt x="174" y="174"/>
                  </a:cubicBezTo>
                  <a:cubicBezTo>
                    <a:pt x="207" y="157"/>
                    <a:pt x="227" y="141"/>
                    <a:pt x="244" y="104"/>
                  </a:cubicBezTo>
                  <a:cubicBezTo>
                    <a:pt x="260" y="54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7"/>
            <p:cNvSpPr/>
            <p:nvPr/>
          </p:nvSpPr>
          <p:spPr>
            <a:xfrm>
              <a:off x="4628600" y="237602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17"/>
                    <a:pt x="87" y="33"/>
                  </a:cubicBezTo>
                  <a:cubicBezTo>
                    <a:pt x="55" y="50"/>
                    <a:pt x="38" y="66"/>
                    <a:pt x="17" y="103"/>
                  </a:cubicBezTo>
                  <a:cubicBezTo>
                    <a:pt x="1" y="153"/>
                    <a:pt x="38" y="190"/>
                    <a:pt x="104" y="190"/>
                  </a:cubicBezTo>
                  <a:lnTo>
                    <a:pt x="158" y="190"/>
                  </a:lnTo>
                  <a:cubicBezTo>
                    <a:pt x="174" y="169"/>
                    <a:pt x="174" y="169"/>
                    <a:pt x="191" y="169"/>
                  </a:cubicBezTo>
                  <a:cubicBezTo>
                    <a:pt x="224" y="153"/>
                    <a:pt x="244" y="120"/>
                    <a:pt x="244" y="103"/>
                  </a:cubicBezTo>
                  <a:cubicBezTo>
                    <a:pt x="261" y="66"/>
                    <a:pt x="261" y="50"/>
                    <a:pt x="244" y="33"/>
                  </a:cubicBezTo>
                  <a:cubicBezTo>
                    <a:pt x="224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7"/>
            <p:cNvSpPr/>
            <p:nvPr/>
          </p:nvSpPr>
          <p:spPr>
            <a:xfrm>
              <a:off x="4659950" y="24327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24" y="1"/>
                    <a:pt x="87" y="17"/>
                    <a:pt x="70" y="34"/>
                  </a:cubicBezTo>
                  <a:cubicBezTo>
                    <a:pt x="37" y="50"/>
                    <a:pt x="21" y="67"/>
                    <a:pt x="0" y="104"/>
                  </a:cubicBezTo>
                  <a:cubicBezTo>
                    <a:pt x="0" y="120"/>
                    <a:pt x="0" y="153"/>
                    <a:pt x="21" y="170"/>
                  </a:cubicBezTo>
                  <a:cubicBezTo>
                    <a:pt x="37" y="190"/>
                    <a:pt x="54" y="207"/>
                    <a:pt x="87" y="207"/>
                  </a:cubicBezTo>
                  <a:cubicBezTo>
                    <a:pt x="103" y="207"/>
                    <a:pt x="124" y="190"/>
                    <a:pt x="140" y="190"/>
                  </a:cubicBezTo>
                  <a:cubicBezTo>
                    <a:pt x="157" y="190"/>
                    <a:pt x="157" y="170"/>
                    <a:pt x="173" y="170"/>
                  </a:cubicBezTo>
                  <a:cubicBezTo>
                    <a:pt x="206" y="153"/>
                    <a:pt x="227" y="120"/>
                    <a:pt x="227" y="104"/>
                  </a:cubicBezTo>
                  <a:cubicBezTo>
                    <a:pt x="260" y="5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7"/>
            <p:cNvSpPr/>
            <p:nvPr/>
          </p:nvSpPr>
          <p:spPr>
            <a:xfrm>
              <a:off x="4649625" y="2294375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58" y="1"/>
                  </a:moveTo>
                  <a:cubicBezTo>
                    <a:pt x="141" y="1"/>
                    <a:pt x="125" y="17"/>
                    <a:pt x="104" y="17"/>
                  </a:cubicBezTo>
                  <a:cubicBezTo>
                    <a:pt x="38" y="54"/>
                    <a:pt x="1" y="104"/>
                    <a:pt x="1" y="157"/>
                  </a:cubicBezTo>
                  <a:cubicBezTo>
                    <a:pt x="14" y="189"/>
                    <a:pt x="47" y="208"/>
                    <a:pt x="87" y="208"/>
                  </a:cubicBezTo>
                  <a:cubicBezTo>
                    <a:pt x="109" y="208"/>
                    <a:pt x="133" y="202"/>
                    <a:pt x="158" y="190"/>
                  </a:cubicBezTo>
                  <a:cubicBezTo>
                    <a:pt x="174" y="190"/>
                    <a:pt x="191" y="174"/>
                    <a:pt x="207" y="157"/>
                  </a:cubicBezTo>
                  <a:cubicBezTo>
                    <a:pt x="244" y="120"/>
                    <a:pt x="261" y="87"/>
                    <a:pt x="244" y="54"/>
                  </a:cubicBezTo>
                  <a:cubicBezTo>
                    <a:pt x="228" y="17"/>
                    <a:pt x="191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7"/>
            <p:cNvSpPr/>
            <p:nvPr/>
          </p:nvSpPr>
          <p:spPr>
            <a:xfrm>
              <a:off x="4645000" y="2272625"/>
              <a:ext cx="6000" cy="4775"/>
            </a:xfrm>
            <a:custGeom>
              <a:avLst/>
              <a:gdLst/>
              <a:ahLst/>
              <a:cxnLst/>
              <a:rect l="l" t="t" r="r" b="b"/>
              <a:pathLst>
                <a:path w="240" h="191" extrusionOk="0">
                  <a:moveTo>
                    <a:pt x="151" y="1"/>
                  </a:moveTo>
                  <a:cubicBezTo>
                    <a:pt x="131" y="1"/>
                    <a:pt x="110" y="5"/>
                    <a:pt x="83" y="13"/>
                  </a:cubicBezTo>
                  <a:cubicBezTo>
                    <a:pt x="50" y="30"/>
                    <a:pt x="17" y="63"/>
                    <a:pt x="0" y="100"/>
                  </a:cubicBezTo>
                  <a:lnTo>
                    <a:pt x="0" y="149"/>
                  </a:lnTo>
                  <a:cubicBezTo>
                    <a:pt x="12" y="173"/>
                    <a:pt x="42" y="191"/>
                    <a:pt x="83" y="191"/>
                  </a:cubicBezTo>
                  <a:cubicBezTo>
                    <a:pt x="99" y="191"/>
                    <a:pt x="117" y="188"/>
                    <a:pt x="137" y="182"/>
                  </a:cubicBezTo>
                  <a:cubicBezTo>
                    <a:pt x="207" y="149"/>
                    <a:pt x="240" y="79"/>
                    <a:pt x="223" y="46"/>
                  </a:cubicBezTo>
                  <a:cubicBezTo>
                    <a:pt x="223" y="30"/>
                    <a:pt x="223" y="13"/>
                    <a:pt x="207" y="13"/>
                  </a:cubicBezTo>
                  <a:cubicBezTo>
                    <a:pt x="188" y="5"/>
                    <a:pt x="171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7"/>
            <p:cNvSpPr/>
            <p:nvPr/>
          </p:nvSpPr>
          <p:spPr>
            <a:xfrm>
              <a:off x="4645825" y="2282325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74" y="0"/>
                  </a:moveTo>
                  <a:cubicBezTo>
                    <a:pt x="153" y="0"/>
                    <a:pt x="136" y="0"/>
                    <a:pt x="120" y="21"/>
                  </a:cubicBezTo>
                  <a:cubicBezTo>
                    <a:pt x="50" y="38"/>
                    <a:pt x="0" y="104"/>
                    <a:pt x="17" y="157"/>
                  </a:cubicBezTo>
                  <a:cubicBezTo>
                    <a:pt x="29" y="181"/>
                    <a:pt x="70" y="197"/>
                    <a:pt x="110" y="197"/>
                  </a:cubicBezTo>
                  <a:cubicBezTo>
                    <a:pt x="125" y="197"/>
                    <a:pt x="140" y="195"/>
                    <a:pt x="153" y="190"/>
                  </a:cubicBezTo>
                  <a:cubicBezTo>
                    <a:pt x="190" y="174"/>
                    <a:pt x="190" y="157"/>
                    <a:pt x="207" y="157"/>
                  </a:cubicBezTo>
                  <a:cubicBezTo>
                    <a:pt x="240" y="124"/>
                    <a:pt x="256" y="87"/>
                    <a:pt x="256" y="54"/>
                  </a:cubicBezTo>
                  <a:cubicBezTo>
                    <a:pt x="240" y="21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7"/>
            <p:cNvSpPr/>
            <p:nvPr/>
          </p:nvSpPr>
          <p:spPr>
            <a:xfrm>
              <a:off x="4637275" y="2293550"/>
              <a:ext cx="6400" cy="4775"/>
            </a:xfrm>
            <a:custGeom>
              <a:avLst/>
              <a:gdLst/>
              <a:ahLst/>
              <a:cxnLst/>
              <a:rect l="l" t="t" r="r" b="b"/>
              <a:pathLst>
                <a:path w="256" h="191" extrusionOk="0">
                  <a:moveTo>
                    <a:pt x="169" y="1"/>
                  </a:moveTo>
                  <a:cubicBezTo>
                    <a:pt x="136" y="1"/>
                    <a:pt x="103" y="1"/>
                    <a:pt x="66" y="17"/>
                  </a:cubicBezTo>
                  <a:cubicBezTo>
                    <a:pt x="50" y="50"/>
                    <a:pt x="33" y="67"/>
                    <a:pt x="17" y="104"/>
                  </a:cubicBezTo>
                  <a:cubicBezTo>
                    <a:pt x="0" y="153"/>
                    <a:pt x="33" y="190"/>
                    <a:pt x="103" y="190"/>
                  </a:cubicBezTo>
                  <a:cubicBezTo>
                    <a:pt x="120" y="190"/>
                    <a:pt x="136" y="190"/>
                    <a:pt x="153" y="170"/>
                  </a:cubicBezTo>
                  <a:lnTo>
                    <a:pt x="186" y="170"/>
                  </a:lnTo>
                  <a:cubicBezTo>
                    <a:pt x="206" y="137"/>
                    <a:pt x="239" y="120"/>
                    <a:pt x="239" y="87"/>
                  </a:cubicBezTo>
                  <a:cubicBezTo>
                    <a:pt x="256" y="67"/>
                    <a:pt x="256" y="34"/>
                    <a:pt x="239" y="17"/>
                  </a:cubicBezTo>
                  <a:cubicBezTo>
                    <a:pt x="223" y="1"/>
                    <a:pt x="206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7"/>
            <p:cNvSpPr/>
            <p:nvPr/>
          </p:nvSpPr>
          <p:spPr>
            <a:xfrm>
              <a:off x="4639325" y="23068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24" y="1"/>
                    <a:pt x="87" y="17"/>
                    <a:pt x="71" y="34"/>
                  </a:cubicBezTo>
                  <a:cubicBezTo>
                    <a:pt x="38" y="50"/>
                    <a:pt x="21" y="71"/>
                    <a:pt x="1" y="104"/>
                  </a:cubicBezTo>
                  <a:cubicBezTo>
                    <a:pt x="1" y="120"/>
                    <a:pt x="1" y="153"/>
                    <a:pt x="21" y="174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04" y="207"/>
                    <a:pt x="124" y="190"/>
                    <a:pt x="141" y="190"/>
                  </a:cubicBezTo>
                  <a:cubicBezTo>
                    <a:pt x="157" y="190"/>
                    <a:pt x="174" y="174"/>
                    <a:pt x="174" y="174"/>
                  </a:cubicBezTo>
                  <a:cubicBezTo>
                    <a:pt x="207" y="153"/>
                    <a:pt x="227" y="120"/>
                    <a:pt x="244" y="104"/>
                  </a:cubicBezTo>
                  <a:cubicBezTo>
                    <a:pt x="260" y="5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7"/>
            <p:cNvSpPr/>
            <p:nvPr/>
          </p:nvSpPr>
          <p:spPr>
            <a:xfrm>
              <a:off x="4632525" y="2338775"/>
              <a:ext cx="6425" cy="5025"/>
            </a:xfrm>
            <a:custGeom>
              <a:avLst/>
              <a:gdLst/>
              <a:ahLst/>
              <a:cxnLst/>
              <a:rect l="l" t="t" r="r" b="b"/>
              <a:pathLst>
                <a:path w="257" h="201" extrusionOk="0">
                  <a:moveTo>
                    <a:pt x="172" y="0"/>
                  </a:moveTo>
                  <a:cubicBezTo>
                    <a:pt x="151" y="0"/>
                    <a:pt x="127" y="4"/>
                    <a:pt x="104" y="10"/>
                  </a:cubicBezTo>
                  <a:cubicBezTo>
                    <a:pt x="34" y="47"/>
                    <a:pt x="1" y="97"/>
                    <a:pt x="17" y="150"/>
                  </a:cubicBezTo>
                  <a:cubicBezTo>
                    <a:pt x="28" y="182"/>
                    <a:pt x="54" y="200"/>
                    <a:pt x="89" y="200"/>
                  </a:cubicBezTo>
                  <a:cubicBezTo>
                    <a:pt x="108" y="200"/>
                    <a:pt x="130" y="195"/>
                    <a:pt x="153" y="183"/>
                  </a:cubicBezTo>
                  <a:cubicBezTo>
                    <a:pt x="223" y="150"/>
                    <a:pt x="256" y="97"/>
                    <a:pt x="240" y="47"/>
                  </a:cubicBezTo>
                  <a:cubicBezTo>
                    <a:pt x="240" y="13"/>
                    <a:pt x="211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7"/>
            <p:cNvSpPr/>
            <p:nvPr/>
          </p:nvSpPr>
          <p:spPr>
            <a:xfrm>
              <a:off x="4700750" y="24099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1"/>
                  </a:moveTo>
                  <a:cubicBezTo>
                    <a:pt x="121" y="1"/>
                    <a:pt x="88" y="17"/>
                    <a:pt x="71" y="34"/>
                  </a:cubicBezTo>
                  <a:cubicBezTo>
                    <a:pt x="38" y="50"/>
                    <a:pt x="17" y="87"/>
                    <a:pt x="1" y="104"/>
                  </a:cubicBezTo>
                  <a:cubicBezTo>
                    <a:pt x="1" y="137"/>
                    <a:pt x="1" y="153"/>
                    <a:pt x="17" y="174"/>
                  </a:cubicBezTo>
                  <a:cubicBezTo>
                    <a:pt x="38" y="190"/>
                    <a:pt x="55" y="207"/>
                    <a:pt x="88" y="207"/>
                  </a:cubicBezTo>
                  <a:cubicBezTo>
                    <a:pt x="104" y="207"/>
                    <a:pt x="121" y="207"/>
                    <a:pt x="141" y="190"/>
                  </a:cubicBezTo>
                  <a:cubicBezTo>
                    <a:pt x="158" y="190"/>
                    <a:pt x="174" y="190"/>
                    <a:pt x="174" y="174"/>
                  </a:cubicBezTo>
                  <a:cubicBezTo>
                    <a:pt x="207" y="153"/>
                    <a:pt x="224" y="137"/>
                    <a:pt x="244" y="104"/>
                  </a:cubicBezTo>
                  <a:cubicBezTo>
                    <a:pt x="261" y="50"/>
                    <a:pt x="224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7"/>
            <p:cNvSpPr/>
            <p:nvPr/>
          </p:nvSpPr>
          <p:spPr>
            <a:xfrm>
              <a:off x="4703750" y="242105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4" y="1"/>
                  </a:moveTo>
                  <a:cubicBezTo>
                    <a:pt x="141" y="1"/>
                    <a:pt x="124" y="1"/>
                    <a:pt x="87" y="17"/>
                  </a:cubicBezTo>
                  <a:cubicBezTo>
                    <a:pt x="54" y="38"/>
                    <a:pt x="38" y="71"/>
                    <a:pt x="21" y="87"/>
                  </a:cubicBezTo>
                  <a:cubicBezTo>
                    <a:pt x="1" y="158"/>
                    <a:pt x="38" y="191"/>
                    <a:pt x="104" y="191"/>
                  </a:cubicBezTo>
                  <a:cubicBezTo>
                    <a:pt x="124" y="191"/>
                    <a:pt x="141" y="191"/>
                    <a:pt x="174" y="174"/>
                  </a:cubicBezTo>
                  <a:cubicBezTo>
                    <a:pt x="207" y="158"/>
                    <a:pt x="244" y="120"/>
                    <a:pt x="260" y="87"/>
                  </a:cubicBezTo>
                  <a:cubicBezTo>
                    <a:pt x="277" y="38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7"/>
            <p:cNvSpPr/>
            <p:nvPr/>
          </p:nvSpPr>
          <p:spPr>
            <a:xfrm>
              <a:off x="4690450" y="24331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0"/>
                  </a:moveTo>
                  <a:cubicBezTo>
                    <a:pt x="141" y="17"/>
                    <a:pt x="120" y="17"/>
                    <a:pt x="104" y="17"/>
                  </a:cubicBezTo>
                  <a:cubicBezTo>
                    <a:pt x="38" y="50"/>
                    <a:pt x="1" y="103"/>
                    <a:pt x="17" y="153"/>
                  </a:cubicBezTo>
                  <a:cubicBezTo>
                    <a:pt x="17" y="188"/>
                    <a:pt x="47" y="207"/>
                    <a:pt x="87" y="207"/>
                  </a:cubicBezTo>
                  <a:cubicBezTo>
                    <a:pt x="108" y="207"/>
                    <a:pt x="133" y="201"/>
                    <a:pt x="157" y="190"/>
                  </a:cubicBezTo>
                  <a:cubicBezTo>
                    <a:pt x="174" y="190"/>
                    <a:pt x="190" y="173"/>
                    <a:pt x="207" y="153"/>
                  </a:cubicBezTo>
                  <a:cubicBezTo>
                    <a:pt x="244" y="120"/>
                    <a:pt x="260" y="87"/>
                    <a:pt x="244" y="50"/>
                  </a:cubicBezTo>
                  <a:cubicBezTo>
                    <a:pt x="244" y="17"/>
                    <a:pt x="20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7"/>
            <p:cNvSpPr/>
            <p:nvPr/>
          </p:nvSpPr>
          <p:spPr>
            <a:xfrm>
              <a:off x="4695600" y="2398800"/>
              <a:ext cx="6525" cy="5050"/>
            </a:xfrm>
            <a:custGeom>
              <a:avLst/>
              <a:gdLst/>
              <a:ahLst/>
              <a:cxnLst/>
              <a:rect l="l" t="t" r="r" b="b"/>
              <a:pathLst>
                <a:path w="261" h="202" extrusionOk="0">
                  <a:moveTo>
                    <a:pt x="141" y="0"/>
                  </a:moveTo>
                  <a:cubicBezTo>
                    <a:pt x="104" y="17"/>
                    <a:pt x="87" y="33"/>
                    <a:pt x="54" y="50"/>
                  </a:cubicBezTo>
                  <a:cubicBezTo>
                    <a:pt x="1" y="103"/>
                    <a:pt x="1" y="153"/>
                    <a:pt x="54" y="186"/>
                  </a:cubicBezTo>
                  <a:cubicBezTo>
                    <a:pt x="63" y="196"/>
                    <a:pt x="75" y="201"/>
                    <a:pt x="87" y="201"/>
                  </a:cubicBezTo>
                  <a:cubicBezTo>
                    <a:pt x="100" y="201"/>
                    <a:pt x="112" y="196"/>
                    <a:pt x="120" y="186"/>
                  </a:cubicBezTo>
                  <a:lnTo>
                    <a:pt x="157" y="186"/>
                  </a:lnTo>
                  <a:cubicBezTo>
                    <a:pt x="174" y="169"/>
                    <a:pt x="207" y="169"/>
                    <a:pt x="207" y="153"/>
                  </a:cubicBezTo>
                  <a:cubicBezTo>
                    <a:pt x="244" y="120"/>
                    <a:pt x="261" y="103"/>
                    <a:pt x="261" y="66"/>
                  </a:cubicBezTo>
                  <a:cubicBezTo>
                    <a:pt x="261" y="50"/>
                    <a:pt x="244" y="33"/>
                    <a:pt x="223" y="17"/>
                  </a:cubicBezTo>
                  <a:cubicBezTo>
                    <a:pt x="207" y="0"/>
                    <a:pt x="174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7"/>
            <p:cNvSpPr/>
            <p:nvPr/>
          </p:nvSpPr>
          <p:spPr>
            <a:xfrm>
              <a:off x="4654800" y="2306025"/>
              <a:ext cx="6500" cy="4675"/>
            </a:xfrm>
            <a:custGeom>
              <a:avLst/>
              <a:gdLst/>
              <a:ahLst/>
              <a:cxnLst/>
              <a:rect l="l" t="t" r="r" b="b"/>
              <a:pathLst>
                <a:path w="260" h="187" extrusionOk="0">
                  <a:moveTo>
                    <a:pt x="173" y="1"/>
                  </a:moveTo>
                  <a:cubicBezTo>
                    <a:pt x="140" y="1"/>
                    <a:pt x="124" y="1"/>
                    <a:pt x="87" y="17"/>
                  </a:cubicBezTo>
                  <a:cubicBezTo>
                    <a:pt x="54" y="34"/>
                    <a:pt x="37" y="67"/>
                    <a:pt x="21" y="104"/>
                  </a:cubicBezTo>
                  <a:cubicBezTo>
                    <a:pt x="0" y="153"/>
                    <a:pt x="37" y="186"/>
                    <a:pt x="103" y="186"/>
                  </a:cubicBezTo>
                  <a:lnTo>
                    <a:pt x="157" y="186"/>
                  </a:lnTo>
                  <a:cubicBezTo>
                    <a:pt x="173" y="170"/>
                    <a:pt x="173" y="170"/>
                    <a:pt x="190" y="170"/>
                  </a:cubicBezTo>
                  <a:cubicBezTo>
                    <a:pt x="227" y="137"/>
                    <a:pt x="243" y="120"/>
                    <a:pt x="243" y="104"/>
                  </a:cubicBezTo>
                  <a:cubicBezTo>
                    <a:pt x="260" y="67"/>
                    <a:pt x="260" y="50"/>
                    <a:pt x="243" y="17"/>
                  </a:cubicBezTo>
                  <a:cubicBezTo>
                    <a:pt x="227" y="1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7"/>
            <p:cNvSpPr/>
            <p:nvPr/>
          </p:nvSpPr>
          <p:spPr>
            <a:xfrm>
              <a:off x="4708900" y="2399200"/>
              <a:ext cx="6100" cy="4775"/>
            </a:xfrm>
            <a:custGeom>
              <a:avLst/>
              <a:gdLst/>
              <a:ahLst/>
              <a:cxnLst/>
              <a:rect l="l" t="t" r="r" b="b"/>
              <a:pathLst>
                <a:path w="244" h="191" extrusionOk="0">
                  <a:moveTo>
                    <a:pt x="157" y="1"/>
                  </a:moveTo>
                  <a:cubicBezTo>
                    <a:pt x="124" y="1"/>
                    <a:pt x="87" y="17"/>
                    <a:pt x="71" y="34"/>
                  </a:cubicBezTo>
                  <a:cubicBezTo>
                    <a:pt x="38" y="50"/>
                    <a:pt x="21" y="67"/>
                    <a:pt x="1" y="104"/>
                  </a:cubicBezTo>
                  <a:cubicBezTo>
                    <a:pt x="1" y="137"/>
                    <a:pt x="1" y="153"/>
                    <a:pt x="21" y="170"/>
                  </a:cubicBezTo>
                  <a:cubicBezTo>
                    <a:pt x="38" y="190"/>
                    <a:pt x="54" y="190"/>
                    <a:pt x="87" y="190"/>
                  </a:cubicBezTo>
                  <a:lnTo>
                    <a:pt x="141" y="190"/>
                  </a:lnTo>
                  <a:cubicBezTo>
                    <a:pt x="190" y="170"/>
                    <a:pt x="227" y="137"/>
                    <a:pt x="244" y="104"/>
                  </a:cubicBezTo>
                  <a:lnTo>
                    <a:pt x="244" y="87"/>
                  </a:lnTo>
                  <a:cubicBezTo>
                    <a:pt x="244" y="34"/>
                    <a:pt x="20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7"/>
            <p:cNvSpPr/>
            <p:nvPr/>
          </p:nvSpPr>
          <p:spPr>
            <a:xfrm>
              <a:off x="4709425" y="2386725"/>
              <a:ext cx="6400" cy="5200"/>
            </a:xfrm>
            <a:custGeom>
              <a:avLst/>
              <a:gdLst/>
              <a:ahLst/>
              <a:cxnLst/>
              <a:rect l="l" t="t" r="r" b="b"/>
              <a:pathLst>
                <a:path w="256" h="208" extrusionOk="0">
                  <a:moveTo>
                    <a:pt x="160" y="0"/>
                  </a:moveTo>
                  <a:cubicBezTo>
                    <a:pt x="141" y="0"/>
                    <a:pt x="121" y="6"/>
                    <a:pt x="103" y="17"/>
                  </a:cubicBezTo>
                  <a:cubicBezTo>
                    <a:pt x="33" y="50"/>
                    <a:pt x="0" y="104"/>
                    <a:pt x="0" y="153"/>
                  </a:cubicBezTo>
                  <a:cubicBezTo>
                    <a:pt x="11" y="188"/>
                    <a:pt x="43" y="208"/>
                    <a:pt x="83" y="208"/>
                  </a:cubicBezTo>
                  <a:cubicBezTo>
                    <a:pt x="104" y="208"/>
                    <a:pt x="128" y="202"/>
                    <a:pt x="153" y="191"/>
                  </a:cubicBezTo>
                  <a:cubicBezTo>
                    <a:pt x="206" y="153"/>
                    <a:pt x="256" y="104"/>
                    <a:pt x="239" y="50"/>
                  </a:cubicBezTo>
                  <a:cubicBezTo>
                    <a:pt x="229" y="18"/>
                    <a:pt x="196" y="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7"/>
            <p:cNvSpPr/>
            <p:nvPr/>
          </p:nvSpPr>
          <p:spPr>
            <a:xfrm>
              <a:off x="4686650" y="2421050"/>
              <a:ext cx="6400" cy="4925"/>
            </a:xfrm>
            <a:custGeom>
              <a:avLst/>
              <a:gdLst/>
              <a:ahLst/>
              <a:cxnLst/>
              <a:rect l="l" t="t" r="r" b="b"/>
              <a:pathLst>
                <a:path w="256" h="197" extrusionOk="0">
                  <a:moveTo>
                    <a:pt x="169" y="1"/>
                  </a:moveTo>
                  <a:cubicBezTo>
                    <a:pt x="153" y="1"/>
                    <a:pt x="136" y="1"/>
                    <a:pt x="120" y="17"/>
                  </a:cubicBezTo>
                  <a:cubicBezTo>
                    <a:pt x="50" y="38"/>
                    <a:pt x="0" y="104"/>
                    <a:pt x="17" y="158"/>
                  </a:cubicBezTo>
                  <a:cubicBezTo>
                    <a:pt x="29" y="182"/>
                    <a:pt x="69" y="197"/>
                    <a:pt x="116" y="197"/>
                  </a:cubicBezTo>
                  <a:cubicBezTo>
                    <a:pt x="134" y="197"/>
                    <a:pt x="151" y="195"/>
                    <a:pt x="169" y="191"/>
                  </a:cubicBezTo>
                  <a:cubicBezTo>
                    <a:pt x="190" y="174"/>
                    <a:pt x="206" y="174"/>
                    <a:pt x="206" y="158"/>
                  </a:cubicBezTo>
                  <a:cubicBezTo>
                    <a:pt x="239" y="120"/>
                    <a:pt x="256" y="87"/>
                    <a:pt x="256" y="54"/>
                  </a:cubicBezTo>
                  <a:cubicBezTo>
                    <a:pt x="239" y="17"/>
                    <a:pt x="206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7"/>
            <p:cNvSpPr/>
            <p:nvPr/>
          </p:nvSpPr>
          <p:spPr>
            <a:xfrm>
              <a:off x="4672825" y="2421975"/>
              <a:ext cx="6525" cy="4900"/>
            </a:xfrm>
            <a:custGeom>
              <a:avLst/>
              <a:gdLst/>
              <a:ahLst/>
              <a:cxnLst/>
              <a:rect l="l" t="t" r="r" b="b"/>
              <a:pathLst>
                <a:path w="261" h="196" extrusionOk="0">
                  <a:moveTo>
                    <a:pt x="141" y="1"/>
                  </a:moveTo>
                  <a:cubicBezTo>
                    <a:pt x="104" y="17"/>
                    <a:pt x="87" y="34"/>
                    <a:pt x="54" y="50"/>
                  </a:cubicBezTo>
                  <a:cubicBezTo>
                    <a:pt x="1" y="104"/>
                    <a:pt x="1" y="154"/>
                    <a:pt x="54" y="187"/>
                  </a:cubicBezTo>
                  <a:cubicBezTo>
                    <a:pt x="65" y="187"/>
                    <a:pt x="84" y="196"/>
                    <a:pt x="106" y="196"/>
                  </a:cubicBezTo>
                  <a:cubicBezTo>
                    <a:pt x="117" y="196"/>
                    <a:pt x="128" y="193"/>
                    <a:pt x="141" y="187"/>
                  </a:cubicBezTo>
                  <a:lnTo>
                    <a:pt x="157" y="187"/>
                  </a:lnTo>
                  <a:cubicBezTo>
                    <a:pt x="190" y="170"/>
                    <a:pt x="207" y="154"/>
                    <a:pt x="227" y="154"/>
                  </a:cubicBezTo>
                  <a:cubicBezTo>
                    <a:pt x="244" y="121"/>
                    <a:pt x="260" y="104"/>
                    <a:pt x="260" y="67"/>
                  </a:cubicBezTo>
                  <a:cubicBezTo>
                    <a:pt x="260" y="50"/>
                    <a:pt x="244" y="34"/>
                    <a:pt x="227" y="17"/>
                  </a:cubicBezTo>
                  <a:cubicBezTo>
                    <a:pt x="207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7"/>
            <p:cNvSpPr/>
            <p:nvPr/>
          </p:nvSpPr>
          <p:spPr>
            <a:xfrm>
              <a:off x="4677975" y="2432300"/>
              <a:ext cx="6525" cy="4650"/>
            </a:xfrm>
            <a:custGeom>
              <a:avLst/>
              <a:gdLst/>
              <a:ahLst/>
              <a:cxnLst/>
              <a:rect l="l" t="t" r="r" b="b"/>
              <a:pathLst>
                <a:path w="261" h="186" extrusionOk="0">
                  <a:moveTo>
                    <a:pt x="174" y="0"/>
                  </a:moveTo>
                  <a:cubicBezTo>
                    <a:pt x="141" y="0"/>
                    <a:pt x="104" y="0"/>
                    <a:pt x="87" y="33"/>
                  </a:cubicBezTo>
                  <a:cubicBezTo>
                    <a:pt x="54" y="50"/>
                    <a:pt x="38" y="66"/>
                    <a:pt x="21" y="103"/>
                  </a:cubicBezTo>
                  <a:cubicBezTo>
                    <a:pt x="1" y="153"/>
                    <a:pt x="38" y="186"/>
                    <a:pt x="104" y="186"/>
                  </a:cubicBezTo>
                  <a:lnTo>
                    <a:pt x="157" y="186"/>
                  </a:lnTo>
                  <a:cubicBezTo>
                    <a:pt x="174" y="169"/>
                    <a:pt x="174" y="169"/>
                    <a:pt x="190" y="169"/>
                  </a:cubicBezTo>
                  <a:cubicBezTo>
                    <a:pt x="207" y="153"/>
                    <a:pt x="244" y="120"/>
                    <a:pt x="244" y="103"/>
                  </a:cubicBezTo>
                  <a:cubicBezTo>
                    <a:pt x="261" y="66"/>
                    <a:pt x="261" y="50"/>
                    <a:pt x="244" y="17"/>
                  </a:cubicBezTo>
                  <a:cubicBezTo>
                    <a:pt x="228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7"/>
            <p:cNvSpPr/>
            <p:nvPr/>
          </p:nvSpPr>
          <p:spPr>
            <a:xfrm>
              <a:off x="4669025" y="2457125"/>
              <a:ext cx="4750" cy="4775"/>
            </a:xfrm>
            <a:custGeom>
              <a:avLst/>
              <a:gdLst/>
              <a:ahLst/>
              <a:cxnLst/>
              <a:rect l="l" t="t" r="r" b="b"/>
              <a:pathLst>
                <a:path w="190" h="191" extrusionOk="0">
                  <a:moveTo>
                    <a:pt x="87" y="1"/>
                  </a:moveTo>
                  <a:cubicBezTo>
                    <a:pt x="50" y="1"/>
                    <a:pt x="17" y="17"/>
                    <a:pt x="0" y="38"/>
                  </a:cubicBezTo>
                  <a:cubicBezTo>
                    <a:pt x="17" y="87"/>
                    <a:pt x="33" y="141"/>
                    <a:pt x="50" y="191"/>
                  </a:cubicBezTo>
                  <a:lnTo>
                    <a:pt x="70" y="191"/>
                  </a:lnTo>
                  <a:cubicBezTo>
                    <a:pt x="87" y="191"/>
                    <a:pt x="103" y="174"/>
                    <a:pt x="103" y="174"/>
                  </a:cubicBezTo>
                  <a:cubicBezTo>
                    <a:pt x="136" y="158"/>
                    <a:pt x="153" y="120"/>
                    <a:pt x="173" y="104"/>
                  </a:cubicBezTo>
                  <a:cubicBezTo>
                    <a:pt x="190" y="54"/>
                    <a:pt x="15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7"/>
            <p:cNvSpPr/>
            <p:nvPr/>
          </p:nvSpPr>
          <p:spPr>
            <a:xfrm>
              <a:off x="4685725" y="2411300"/>
              <a:ext cx="6100" cy="4800"/>
            </a:xfrm>
            <a:custGeom>
              <a:avLst/>
              <a:gdLst/>
              <a:ahLst/>
              <a:cxnLst/>
              <a:rect l="l" t="t" r="r" b="b"/>
              <a:pathLst>
                <a:path w="244" h="192" extrusionOk="0">
                  <a:moveTo>
                    <a:pt x="154" y="0"/>
                  </a:moveTo>
                  <a:cubicBezTo>
                    <a:pt x="135" y="0"/>
                    <a:pt x="113" y="5"/>
                    <a:pt x="87" y="16"/>
                  </a:cubicBezTo>
                  <a:cubicBezTo>
                    <a:pt x="54" y="32"/>
                    <a:pt x="21" y="65"/>
                    <a:pt x="0" y="98"/>
                  </a:cubicBezTo>
                  <a:lnTo>
                    <a:pt x="0" y="152"/>
                  </a:lnTo>
                  <a:cubicBezTo>
                    <a:pt x="15" y="176"/>
                    <a:pt x="46" y="191"/>
                    <a:pt x="88" y="191"/>
                  </a:cubicBezTo>
                  <a:cubicBezTo>
                    <a:pt x="104" y="191"/>
                    <a:pt x="121" y="189"/>
                    <a:pt x="140" y="185"/>
                  </a:cubicBezTo>
                  <a:cubicBezTo>
                    <a:pt x="206" y="152"/>
                    <a:pt x="243" y="98"/>
                    <a:pt x="227" y="49"/>
                  </a:cubicBezTo>
                  <a:cubicBezTo>
                    <a:pt x="227" y="32"/>
                    <a:pt x="227" y="16"/>
                    <a:pt x="206" y="16"/>
                  </a:cubicBezTo>
                  <a:cubicBezTo>
                    <a:pt x="190" y="5"/>
                    <a:pt x="173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7"/>
            <p:cNvSpPr/>
            <p:nvPr/>
          </p:nvSpPr>
          <p:spPr>
            <a:xfrm>
              <a:off x="4680150" y="2399200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74" y="1"/>
                  </a:moveTo>
                  <a:cubicBezTo>
                    <a:pt x="157" y="1"/>
                    <a:pt x="141" y="1"/>
                    <a:pt x="120" y="17"/>
                  </a:cubicBezTo>
                  <a:cubicBezTo>
                    <a:pt x="54" y="50"/>
                    <a:pt x="0" y="104"/>
                    <a:pt x="17" y="153"/>
                  </a:cubicBezTo>
                  <a:cubicBezTo>
                    <a:pt x="30" y="188"/>
                    <a:pt x="62" y="200"/>
                    <a:pt x="102" y="200"/>
                  </a:cubicBezTo>
                  <a:cubicBezTo>
                    <a:pt x="124" y="200"/>
                    <a:pt x="149" y="196"/>
                    <a:pt x="174" y="190"/>
                  </a:cubicBezTo>
                  <a:cubicBezTo>
                    <a:pt x="190" y="170"/>
                    <a:pt x="207" y="170"/>
                    <a:pt x="207" y="153"/>
                  </a:cubicBezTo>
                  <a:cubicBezTo>
                    <a:pt x="244" y="120"/>
                    <a:pt x="260" y="87"/>
                    <a:pt x="260" y="50"/>
                  </a:cubicBezTo>
                  <a:cubicBezTo>
                    <a:pt x="244" y="17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7"/>
            <p:cNvSpPr/>
            <p:nvPr/>
          </p:nvSpPr>
          <p:spPr>
            <a:xfrm>
              <a:off x="4606750" y="2397875"/>
              <a:ext cx="1275" cy="425"/>
            </a:xfrm>
            <a:custGeom>
              <a:avLst/>
              <a:gdLst/>
              <a:ahLst/>
              <a:cxnLst/>
              <a:rect l="l" t="t" r="r" b="b"/>
              <a:pathLst>
                <a:path w="51" h="17" extrusionOk="0">
                  <a:moveTo>
                    <a:pt x="1" y="0"/>
                  </a:moveTo>
                  <a:cubicBezTo>
                    <a:pt x="12" y="0"/>
                    <a:pt x="23" y="7"/>
                    <a:pt x="33" y="12"/>
                  </a:cubicBezTo>
                  <a:lnTo>
                    <a:pt x="33" y="12"/>
                  </a:lnTo>
                  <a:cubicBezTo>
                    <a:pt x="31" y="0"/>
                    <a:pt x="16" y="0"/>
                    <a:pt x="1" y="0"/>
                  </a:cubicBezTo>
                  <a:close/>
                  <a:moveTo>
                    <a:pt x="33" y="12"/>
                  </a:moveTo>
                  <a:cubicBezTo>
                    <a:pt x="34" y="14"/>
                    <a:pt x="34" y="15"/>
                    <a:pt x="34" y="17"/>
                  </a:cubicBezTo>
                  <a:lnTo>
                    <a:pt x="50" y="17"/>
                  </a:lnTo>
                  <a:cubicBezTo>
                    <a:pt x="45" y="17"/>
                    <a:pt x="39" y="15"/>
                    <a:pt x="33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7"/>
            <p:cNvSpPr/>
            <p:nvPr/>
          </p:nvSpPr>
          <p:spPr>
            <a:xfrm>
              <a:off x="4617900" y="23863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36" y="0"/>
                    <a:pt x="103" y="17"/>
                    <a:pt x="70" y="33"/>
                  </a:cubicBezTo>
                  <a:cubicBezTo>
                    <a:pt x="54" y="50"/>
                    <a:pt x="17" y="87"/>
                    <a:pt x="17" y="104"/>
                  </a:cubicBezTo>
                  <a:cubicBezTo>
                    <a:pt x="0" y="153"/>
                    <a:pt x="33" y="207"/>
                    <a:pt x="87" y="207"/>
                  </a:cubicBezTo>
                  <a:cubicBezTo>
                    <a:pt x="120" y="207"/>
                    <a:pt x="136" y="190"/>
                    <a:pt x="157" y="190"/>
                  </a:cubicBezTo>
                  <a:cubicBezTo>
                    <a:pt x="173" y="190"/>
                    <a:pt x="173" y="169"/>
                    <a:pt x="190" y="169"/>
                  </a:cubicBezTo>
                  <a:cubicBezTo>
                    <a:pt x="206" y="153"/>
                    <a:pt x="239" y="137"/>
                    <a:pt x="239" y="104"/>
                  </a:cubicBezTo>
                  <a:cubicBezTo>
                    <a:pt x="260" y="66"/>
                    <a:pt x="260" y="50"/>
                    <a:pt x="239" y="33"/>
                  </a:cubicBezTo>
                  <a:cubicBezTo>
                    <a:pt x="223" y="17"/>
                    <a:pt x="190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7"/>
            <p:cNvSpPr/>
            <p:nvPr/>
          </p:nvSpPr>
          <p:spPr>
            <a:xfrm>
              <a:off x="4572325" y="2295500"/>
              <a:ext cx="6125" cy="4875"/>
            </a:xfrm>
            <a:custGeom>
              <a:avLst/>
              <a:gdLst/>
              <a:ahLst/>
              <a:cxnLst/>
              <a:rect l="l" t="t" r="r" b="b"/>
              <a:pathLst>
                <a:path w="245" h="195" extrusionOk="0">
                  <a:moveTo>
                    <a:pt x="170" y="0"/>
                  </a:moveTo>
                  <a:cubicBezTo>
                    <a:pt x="161" y="0"/>
                    <a:pt x="152" y="3"/>
                    <a:pt x="141" y="9"/>
                  </a:cubicBezTo>
                  <a:cubicBezTo>
                    <a:pt x="104" y="9"/>
                    <a:pt x="71" y="26"/>
                    <a:pt x="54" y="59"/>
                  </a:cubicBezTo>
                  <a:cubicBezTo>
                    <a:pt x="1" y="92"/>
                    <a:pt x="1" y="162"/>
                    <a:pt x="38" y="178"/>
                  </a:cubicBezTo>
                  <a:cubicBezTo>
                    <a:pt x="71" y="195"/>
                    <a:pt x="87" y="195"/>
                    <a:pt x="124" y="195"/>
                  </a:cubicBezTo>
                  <a:cubicBezTo>
                    <a:pt x="141" y="195"/>
                    <a:pt x="141" y="195"/>
                    <a:pt x="157" y="178"/>
                  </a:cubicBezTo>
                  <a:cubicBezTo>
                    <a:pt x="174" y="178"/>
                    <a:pt x="190" y="162"/>
                    <a:pt x="207" y="145"/>
                  </a:cubicBezTo>
                  <a:cubicBezTo>
                    <a:pt x="228" y="129"/>
                    <a:pt x="244" y="92"/>
                    <a:pt x="244" y="75"/>
                  </a:cubicBezTo>
                  <a:cubicBezTo>
                    <a:pt x="244" y="42"/>
                    <a:pt x="244" y="26"/>
                    <a:pt x="228" y="9"/>
                  </a:cubicBezTo>
                  <a:cubicBezTo>
                    <a:pt x="203" y="9"/>
                    <a:pt x="187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7"/>
            <p:cNvSpPr/>
            <p:nvPr/>
          </p:nvSpPr>
          <p:spPr>
            <a:xfrm>
              <a:off x="4572325" y="23411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7"/>
                    <a:pt x="104" y="17"/>
                    <a:pt x="87" y="38"/>
                  </a:cubicBezTo>
                  <a:cubicBezTo>
                    <a:pt x="54" y="54"/>
                    <a:pt x="38" y="87"/>
                    <a:pt x="21" y="104"/>
                  </a:cubicBezTo>
                  <a:cubicBezTo>
                    <a:pt x="1" y="157"/>
                    <a:pt x="38" y="207"/>
                    <a:pt x="87" y="207"/>
                  </a:cubicBezTo>
                  <a:lnTo>
                    <a:pt x="141" y="207"/>
                  </a:lnTo>
                  <a:cubicBezTo>
                    <a:pt x="141" y="190"/>
                    <a:pt x="157" y="190"/>
                    <a:pt x="157" y="190"/>
                  </a:cubicBezTo>
                  <a:cubicBezTo>
                    <a:pt x="174" y="190"/>
                    <a:pt x="174" y="190"/>
                    <a:pt x="190" y="174"/>
                  </a:cubicBezTo>
                  <a:cubicBezTo>
                    <a:pt x="207" y="157"/>
                    <a:pt x="244" y="141"/>
                    <a:pt x="244" y="104"/>
                  </a:cubicBezTo>
                  <a:cubicBezTo>
                    <a:pt x="261" y="87"/>
                    <a:pt x="261" y="54"/>
                    <a:pt x="244" y="38"/>
                  </a:cubicBezTo>
                  <a:cubicBezTo>
                    <a:pt x="228" y="17"/>
                    <a:pt x="19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7"/>
            <p:cNvSpPr/>
            <p:nvPr/>
          </p:nvSpPr>
          <p:spPr>
            <a:xfrm>
              <a:off x="4585225" y="22957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0"/>
                    <a:pt x="37" y="83"/>
                    <a:pt x="21" y="103"/>
                  </a:cubicBezTo>
                  <a:cubicBezTo>
                    <a:pt x="0" y="136"/>
                    <a:pt x="21" y="169"/>
                    <a:pt x="37" y="186"/>
                  </a:cubicBezTo>
                  <a:cubicBezTo>
                    <a:pt x="54" y="207"/>
                    <a:pt x="70" y="207"/>
                    <a:pt x="87" y="207"/>
                  </a:cubicBezTo>
                  <a:cubicBezTo>
                    <a:pt x="124" y="207"/>
                    <a:pt x="140" y="207"/>
                    <a:pt x="157" y="186"/>
                  </a:cubicBezTo>
                  <a:cubicBezTo>
                    <a:pt x="190" y="169"/>
                    <a:pt x="227" y="136"/>
                    <a:pt x="243" y="103"/>
                  </a:cubicBezTo>
                  <a:cubicBezTo>
                    <a:pt x="260" y="50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7"/>
            <p:cNvSpPr/>
            <p:nvPr/>
          </p:nvSpPr>
          <p:spPr>
            <a:xfrm>
              <a:off x="4881150" y="2339025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40" y="0"/>
                  </a:moveTo>
                  <a:cubicBezTo>
                    <a:pt x="103" y="0"/>
                    <a:pt x="70" y="21"/>
                    <a:pt x="54" y="54"/>
                  </a:cubicBezTo>
                  <a:cubicBezTo>
                    <a:pt x="0" y="103"/>
                    <a:pt x="0" y="157"/>
                    <a:pt x="37" y="190"/>
                  </a:cubicBezTo>
                  <a:cubicBezTo>
                    <a:pt x="59" y="190"/>
                    <a:pt x="74" y="197"/>
                    <a:pt x="91" y="197"/>
                  </a:cubicBezTo>
                  <a:cubicBezTo>
                    <a:pt x="99" y="197"/>
                    <a:pt x="109" y="195"/>
                    <a:pt x="120" y="190"/>
                  </a:cubicBezTo>
                  <a:lnTo>
                    <a:pt x="157" y="190"/>
                  </a:lnTo>
                  <a:cubicBezTo>
                    <a:pt x="173" y="173"/>
                    <a:pt x="190" y="157"/>
                    <a:pt x="206" y="140"/>
                  </a:cubicBezTo>
                  <a:cubicBezTo>
                    <a:pt x="243" y="124"/>
                    <a:pt x="243" y="103"/>
                    <a:pt x="243" y="70"/>
                  </a:cubicBezTo>
                  <a:cubicBezTo>
                    <a:pt x="260" y="54"/>
                    <a:pt x="243" y="21"/>
                    <a:pt x="223" y="21"/>
                  </a:cubicBezTo>
                  <a:cubicBezTo>
                    <a:pt x="190" y="0"/>
                    <a:pt x="173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7"/>
            <p:cNvSpPr/>
            <p:nvPr/>
          </p:nvSpPr>
          <p:spPr>
            <a:xfrm>
              <a:off x="4818875" y="2385900"/>
              <a:ext cx="6525" cy="5050"/>
            </a:xfrm>
            <a:custGeom>
              <a:avLst/>
              <a:gdLst/>
              <a:ahLst/>
              <a:cxnLst/>
              <a:rect l="l" t="t" r="r" b="b"/>
              <a:pathLst>
                <a:path w="261" h="202" extrusionOk="0">
                  <a:moveTo>
                    <a:pt x="137" y="1"/>
                  </a:moveTo>
                  <a:cubicBezTo>
                    <a:pt x="104" y="17"/>
                    <a:pt x="71" y="34"/>
                    <a:pt x="54" y="50"/>
                  </a:cubicBezTo>
                  <a:cubicBezTo>
                    <a:pt x="1" y="104"/>
                    <a:pt x="1" y="154"/>
                    <a:pt x="34" y="186"/>
                  </a:cubicBezTo>
                  <a:cubicBezTo>
                    <a:pt x="44" y="197"/>
                    <a:pt x="57" y="202"/>
                    <a:pt x="72" y="202"/>
                  </a:cubicBezTo>
                  <a:cubicBezTo>
                    <a:pt x="87" y="202"/>
                    <a:pt x="104" y="197"/>
                    <a:pt x="120" y="186"/>
                  </a:cubicBezTo>
                  <a:lnTo>
                    <a:pt x="157" y="186"/>
                  </a:lnTo>
                  <a:cubicBezTo>
                    <a:pt x="174" y="170"/>
                    <a:pt x="190" y="154"/>
                    <a:pt x="207" y="154"/>
                  </a:cubicBezTo>
                  <a:cubicBezTo>
                    <a:pt x="261" y="104"/>
                    <a:pt x="261" y="34"/>
                    <a:pt x="207" y="17"/>
                  </a:cubicBezTo>
                  <a:cubicBezTo>
                    <a:pt x="190" y="1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7"/>
            <p:cNvSpPr/>
            <p:nvPr/>
          </p:nvSpPr>
          <p:spPr>
            <a:xfrm>
              <a:off x="4762600" y="2410250"/>
              <a:ext cx="6475" cy="4850"/>
            </a:xfrm>
            <a:custGeom>
              <a:avLst/>
              <a:gdLst/>
              <a:ahLst/>
              <a:cxnLst/>
              <a:rect l="l" t="t" r="r" b="b"/>
              <a:pathLst>
                <a:path w="259" h="194" extrusionOk="0">
                  <a:moveTo>
                    <a:pt x="182" y="1"/>
                  </a:moveTo>
                  <a:cubicBezTo>
                    <a:pt x="174" y="1"/>
                    <a:pt x="166" y="2"/>
                    <a:pt x="157" y="4"/>
                  </a:cubicBezTo>
                  <a:cubicBezTo>
                    <a:pt x="141" y="4"/>
                    <a:pt x="104" y="4"/>
                    <a:pt x="71" y="21"/>
                  </a:cubicBezTo>
                  <a:cubicBezTo>
                    <a:pt x="38" y="37"/>
                    <a:pt x="17" y="74"/>
                    <a:pt x="17" y="91"/>
                  </a:cubicBezTo>
                  <a:cubicBezTo>
                    <a:pt x="1" y="124"/>
                    <a:pt x="1" y="140"/>
                    <a:pt x="17" y="161"/>
                  </a:cubicBezTo>
                  <a:cubicBezTo>
                    <a:pt x="38" y="177"/>
                    <a:pt x="54" y="194"/>
                    <a:pt x="87" y="194"/>
                  </a:cubicBezTo>
                  <a:cubicBezTo>
                    <a:pt x="104" y="194"/>
                    <a:pt x="141" y="194"/>
                    <a:pt x="157" y="177"/>
                  </a:cubicBezTo>
                  <a:cubicBezTo>
                    <a:pt x="157" y="177"/>
                    <a:pt x="174" y="177"/>
                    <a:pt x="174" y="161"/>
                  </a:cubicBezTo>
                  <a:cubicBezTo>
                    <a:pt x="207" y="140"/>
                    <a:pt x="223" y="124"/>
                    <a:pt x="244" y="91"/>
                  </a:cubicBezTo>
                  <a:cubicBezTo>
                    <a:pt x="258" y="44"/>
                    <a:pt x="232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7"/>
            <p:cNvSpPr/>
            <p:nvPr/>
          </p:nvSpPr>
          <p:spPr>
            <a:xfrm>
              <a:off x="4550075" y="237425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67" y="1"/>
                  </a:moveTo>
                  <a:cubicBezTo>
                    <a:pt x="148" y="1"/>
                    <a:pt x="126" y="6"/>
                    <a:pt x="103" y="18"/>
                  </a:cubicBezTo>
                  <a:cubicBezTo>
                    <a:pt x="33" y="34"/>
                    <a:pt x="0" y="104"/>
                    <a:pt x="17" y="158"/>
                  </a:cubicBezTo>
                  <a:cubicBezTo>
                    <a:pt x="17" y="182"/>
                    <a:pt x="54" y="197"/>
                    <a:pt x="100" y="197"/>
                  </a:cubicBezTo>
                  <a:cubicBezTo>
                    <a:pt x="117" y="197"/>
                    <a:pt x="135" y="195"/>
                    <a:pt x="153" y="191"/>
                  </a:cubicBezTo>
                  <a:cubicBezTo>
                    <a:pt x="223" y="158"/>
                    <a:pt x="256" y="104"/>
                    <a:pt x="239" y="55"/>
                  </a:cubicBezTo>
                  <a:cubicBezTo>
                    <a:pt x="229" y="20"/>
                    <a:pt x="20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7"/>
            <p:cNvSpPr/>
            <p:nvPr/>
          </p:nvSpPr>
          <p:spPr>
            <a:xfrm>
              <a:off x="4626950" y="2303850"/>
              <a:ext cx="6025" cy="5200"/>
            </a:xfrm>
            <a:custGeom>
              <a:avLst/>
              <a:gdLst/>
              <a:ahLst/>
              <a:cxnLst/>
              <a:rect l="l" t="t" r="r" b="b"/>
              <a:pathLst>
                <a:path w="241" h="208" extrusionOk="0">
                  <a:moveTo>
                    <a:pt x="146" y="0"/>
                  </a:moveTo>
                  <a:cubicBezTo>
                    <a:pt x="106" y="0"/>
                    <a:pt x="66" y="19"/>
                    <a:pt x="34" y="51"/>
                  </a:cubicBezTo>
                  <a:cubicBezTo>
                    <a:pt x="17" y="88"/>
                    <a:pt x="1" y="104"/>
                    <a:pt x="1" y="137"/>
                  </a:cubicBezTo>
                  <a:cubicBezTo>
                    <a:pt x="1" y="154"/>
                    <a:pt x="1" y="170"/>
                    <a:pt x="34" y="191"/>
                  </a:cubicBezTo>
                  <a:cubicBezTo>
                    <a:pt x="50" y="207"/>
                    <a:pt x="67" y="207"/>
                    <a:pt x="104" y="207"/>
                  </a:cubicBezTo>
                  <a:cubicBezTo>
                    <a:pt x="121" y="191"/>
                    <a:pt x="137" y="191"/>
                    <a:pt x="137" y="191"/>
                  </a:cubicBezTo>
                  <a:cubicBezTo>
                    <a:pt x="153" y="170"/>
                    <a:pt x="170" y="170"/>
                    <a:pt x="186" y="154"/>
                  </a:cubicBezTo>
                  <a:cubicBezTo>
                    <a:pt x="240" y="104"/>
                    <a:pt x="240" y="51"/>
                    <a:pt x="207" y="18"/>
                  </a:cubicBezTo>
                  <a:cubicBezTo>
                    <a:pt x="188" y="6"/>
                    <a:pt x="167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7"/>
            <p:cNvSpPr/>
            <p:nvPr/>
          </p:nvSpPr>
          <p:spPr>
            <a:xfrm>
              <a:off x="4528125" y="2365700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73" y="1"/>
                  </a:moveTo>
                  <a:cubicBezTo>
                    <a:pt x="140" y="1"/>
                    <a:pt x="103" y="17"/>
                    <a:pt x="87" y="34"/>
                  </a:cubicBezTo>
                  <a:cubicBezTo>
                    <a:pt x="54" y="50"/>
                    <a:pt x="37" y="67"/>
                    <a:pt x="17" y="104"/>
                  </a:cubicBezTo>
                  <a:cubicBezTo>
                    <a:pt x="0" y="153"/>
                    <a:pt x="37" y="191"/>
                    <a:pt x="103" y="191"/>
                  </a:cubicBezTo>
                  <a:lnTo>
                    <a:pt x="157" y="191"/>
                  </a:lnTo>
                  <a:cubicBezTo>
                    <a:pt x="173" y="170"/>
                    <a:pt x="173" y="170"/>
                    <a:pt x="190" y="170"/>
                  </a:cubicBezTo>
                  <a:cubicBezTo>
                    <a:pt x="206" y="153"/>
                    <a:pt x="243" y="120"/>
                    <a:pt x="243" y="104"/>
                  </a:cubicBezTo>
                  <a:cubicBezTo>
                    <a:pt x="260" y="34"/>
                    <a:pt x="22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7"/>
            <p:cNvSpPr/>
            <p:nvPr/>
          </p:nvSpPr>
          <p:spPr>
            <a:xfrm>
              <a:off x="4510075" y="23422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82" y="1"/>
                  </a:moveTo>
                  <a:cubicBezTo>
                    <a:pt x="170" y="1"/>
                    <a:pt x="157" y="5"/>
                    <a:pt x="141" y="13"/>
                  </a:cubicBezTo>
                  <a:cubicBezTo>
                    <a:pt x="104" y="13"/>
                    <a:pt x="71" y="30"/>
                    <a:pt x="54" y="46"/>
                  </a:cubicBezTo>
                  <a:cubicBezTo>
                    <a:pt x="1" y="100"/>
                    <a:pt x="1" y="166"/>
                    <a:pt x="38" y="182"/>
                  </a:cubicBezTo>
                  <a:cubicBezTo>
                    <a:pt x="71" y="203"/>
                    <a:pt x="87" y="203"/>
                    <a:pt x="120" y="203"/>
                  </a:cubicBezTo>
                  <a:cubicBezTo>
                    <a:pt x="141" y="182"/>
                    <a:pt x="141" y="182"/>
                    <a:pt x="157" y="182"/>
                  </a:cubicBezTo>
                  <a:cubicBezTo>
                    <a:pt x="174" y="182"/>
                    <a:pt x="190" y="166"/>
                    <a:pt x="207" y="149"/>
                  </a:cubicBezTo>
                  <a:cubicBezTo>
                    <a:pt x="223" y="133"/>
                    <a:pt x="244" y="100"/>
                    <a:pt x="244" y="79"/>
                  </a:cubicBezTo>
                  <a:cubicBezTo>
                    <a:pt x="244" y="46"/>
                    <a:pt x="244" y="30"/>
                    <a:pt x="223" y="13"/>
                  </a:cubicBezTo>
                  <a:cubicBezTo>
                    <a:pt x="207" y="5"/>
                    <a:pt x="194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7"/>
            <p:cNvSpPr/>
            <p:nvPr/>
          </p:nvSpPr>
          <p:spPr>
            <a:xfrm>
              <a:off x="4514000" y="2363950"/>
              <a:ext cx="6400" cy="4775"/>
            </a:xfrm>
            <a:custGeom>
              <a:avLst/>
              <a:gdLst/>
              <a:ahLst/>
              <a:cxnLst/>
              <a:rect l="l" t="t" r="r" b="b"/>
              <a:pathLst>
                <a:path w="256" h="191" extrusionOk="0">
                  <a:moveTo>
                    <a:pt x="169" y="1"/>
                  </a:moveTo>
                  <a:cubicBezTo>
                    <a:pt x="120" y="1"/>
                    <a:pt x="50" y="34"/>
                    <a:pt x="33" y="104"/>
                  </a:cubicBezTo>
                  <a:cubicBezTo>
                    <a:pt x="0" y="157"/>
                    <a:pt x="33" y="190"/>
                    <a:pt x="103" y="190"/>
                  </a:cubicBezTo>
                  <a:cubicBezTo>
                    <a:pt x="120" y="190"/>
                    <a:pt x="153" y="190"/>
                    <a:pt x="169" y="174"/>
                  </a:cubicBezTo>
                  <a:cubicBezTo>
                    <a:pt x="169" y="174"/>
                    <a:pt x="190" y="174"/>
                    <a:pt x="190" y="157"/>
                  </a:cubicBezTo>
                  <a:cubicBezTo>
                    <a:pt x="223" y="137"/>
                    <a:pt x="239" y="120"/>
                    <a:pt x="256" y="87"/>
                  </a:cubicBezTo>
                  <a:cubicBezTo>
                    <a:pt x="256" y="71"/>
                    <a:pt x="256" y="34"/>
                    <a:pt x="239" y="17"/>
                  </a:cubicBezTo>
                  <a:cubicBezTo>
                    <a:pt x="239" y="1"/>
                    <a:pt x="206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7"/>
            <p:cNvSpPr/>
            <p:nvPr/>
          </p:nvSpPr>
          <p:spPr>
            <a:xfrm>
              <a:off x="4543175" y="236570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69" y="0"/>
                  </a:moveTo>
                  <a:cubicBezTo>
                    <a:pt x="150" y="0"/>
                    <a:pt x="128" y="6"/>
                    <a:pt x="103" y="17"/>
                  </a:cubicBezTo>
                  <a:cubicBezTo>
                    <a:pt x="33" y="34"/>
                    <a:pt x="0" y="104"/>
                    <a:pt x="17" y="153"/>
                  </a:cubicBezTo>
                  <a:cubicBezTo>
                    <a:pt x="17" y="181"/>
                    <a:pt x="55" y="197"/>
                    <a:pt x="103" y="197"/>
                  </a:cubicBezTo>
                  <a:cubicBezTo>
                    <a:pt x="120" y="197"/>
                    <a:pt x="138" y="195"/>
                    <a:pt x="157" y="191"/>
                  </a:cubicBezTo>
                  <a:cubicBezTo>
                    <a:pt x="223" y="153"/>
                    <a:pt x="260" y="87"/>
                    <a:pt x="239" y="50"/>
                  </a:cubicBezTo>
                  <a:cubicBezTo>
                    <a:pt x="229" y="18"/>
                    <a:pt x="204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7"/>
            <p:cNvSpPr/>
            <p:nvPr/>
          </p:nvSpPr>
          <p:spPr>
            <a:xfrm>
              <a:off x="4544000" y="2339475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66" y="0"/>
                  </a:moveTo>
                  <a:cubicBezTo>
                    <a:pt x="126" y="0"/>
                    <a:pt x="86" y="20"/>
                    <a:pt x="54" y="52"/>
                  </a:cubicBezTo>
                  <a:cubicBezTo>
                    <a:pt x="21" y="69"/>
                    <a:pt x="21" y="106"/>
                    <a:pt x="0" y="122"/>
                  </a:cubicBezTo>
                  <a:cubicBezTo>
                    <a:pt x="0" y="155"/>
                    <a:pt x="21" y="172"/>
                    <a:pt x="37" y="188"/>
                  </a:cubicBezTo>
                  <a:cubicBezTo>
                    <a:pt x="48" y="188"/>
                    <a:pt x="66" y="197"/>
                    <a:pt x="88" y="197"/>
                  </a:cubicBezTo>
                  <a:cubicBezTo>
                    <a:pt x="99" y="197"/>
                    <a:pt x="111" y="195"/>
                    <a:pt x="124" y="188"/>
                  </a:cubicBezTo>
                  <a:lnTo>
                    <a:pt x="157" y="188"/>
                  </a:lnTo>
                  <a:cubicBezTo>
                    <a:pt x="173" y="172"/>
                    <a:pt x="190" y="155"/>
                    <a:pt x="206" y="155"/>
                  </a:cubicBezTo>
                  <a:cubicBezTo>
                    <a:pt x="260" y="106"/>
                    <a:pt x="260" y="36"/>
                    <a:pt x="227" y="19"/>
                  </a:cubicBezTo>
                  <a:cubicBezTo>
                    <a:pt x="208" y="6"/>
                    <a:pt x="187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7"/>
            <p:cNvSpPr/>
            <p:nvPr/>
          </p:nvSpPr>
          <p:spPr>
            <a:xfrm>
              <a:off x="4543575" y="23540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87" y="17"/>
                  </a:cubicBezTo>
                  <a:cubicBezTo>
                    <a:pt x="54" y="38"/>
                    <a:pt x="38" y="71"/>
                    <a:pt x="17" y="88"/>
                  </a:cubicBezTo>
                  <a:cubicBezTo>
                    <a:pt x="1" y="158"/>
                    <a:pt x="38" y="191"/>
                    <a:pt x="104" y="191"/>
                  </a:cubicBezTo>
                  <a:cubicBezTo>
                    <a:pt x="120" y="191"/>
                    <a:pt x="141" y="191"/>
                    <a:pt x="157" y="174"/>
                  </a:cubicBezTo>
                  <a:cubicBezTo>
                    <a:pt x="174" y="174"/>
                    <a:pt x="174" y="174"/>
                    <a:pt x="190" y="158"/>
                  </a:cubicBezTo>
                  <a:cubicBezTo>
                    <a:pt x="207" y="141"/>
                    <a:pt x="244" y="121"/>
                    <a:pt x="244" y="88"/>
                  </a:cubicBezTo>
                  <a:cubicBezTo>
                    <a:pt x="260" y="38"/>
                    <a:pt x="22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7"/>
            <p:cNvSpPr/>
            <p:nvPr/>
          </p:nvSpPr>
          <p:spPr>
            <a:xfrm>
              <a:off x="4530275" y="235365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37" y="0"/>
                  </a:moveTo>
                  <a:cubicBezTo>
                    <a:pt x="104" y="17"/>
                    <a:pt x="71" y="33"/>
                    <a:pt x="54" y="54"/>
                  </a:cubicBezTo>
                  <a:cubicBezTo>
                    <a:pt x="1" y="104"/>
                    <a:pt x="1" y="157"/>
                    <a:pt x="34" y="190"/>
                  </a:cubicBezTo>
                  <a:cubicBezTo>
                    <a:pt x="47" y="190"/>
                    <a:pt x="67" y="197"/>
                    <a:pt x="88" y="197"/>
                  </a:cubicBezTo>
                  <a:cubicBezTo>
                    <a:pt x="98" y="197"/>
                    <a:pt x="109" y="196"/>
                    <a:pt x="120" y="190"/>
                  </a:cubicBezTo>
                  <a:lnTo>
                    <a:pt x="157" y="190"/>
                  </a:lnTo>
                  <a:cubicBezTo>
                    <a:pt x="174" y="174"/>
                    <a:pt x="190" y="157"/>
                    <a:pt x="207" y="137"/>
                  </a:cubicBezTo>
                  <a:cubicBezTo>
                    <a:pt x="260" y="104"/>
                    <a:pt x="260" y="33"/>
                    <a:pt x="223" y="17"/>
                  </a:cubicBezTo>
                  <a:cubicBezTo>
                    <a:pt x="190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7"/>
            <p:cNvSpPr/>
            <p:nvPr/>
          </p:nvSpPr>
          <p:spPr>
            <a:xfrm>
              <a:off x="4739425" y="2444675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3" y="0"/>
                  </a:moveTo>
                  <a:cubicBezTo>
                    <a:pt x="140" y="0"/>
                    <a:pt x="103" y="21"/>
                    <a:pt x="87" y="37"/>
                  </a:cubicBezTo>
                  <a:cubicBezTo>
                    <a:pt x="54" y="54"/>
                    <a:pt x="37" y="87"/>
                    <a:pt x="17" y="103"/>
                  </a:cubicBezTo>
                  <a:cubicBezTo>
                    <a:pt x="0" y="157"/>
                    <a:pt x="37" y="206"/>
                    <a:pt x="103" y="206"/>
                  </a:cubicBezTo>
                  <a:cubicBezTo>
                    <a:pt x="120" y="206"/>
                    <a:pt x="140" y="206"/>
                    <a:pt x="157" y="190"/>
                  </a:cubicBezTo>
                  <a:cubicBezTo>
                    <a:pt x="173" y="190"/>
                    <a:pt x="173" y="173"/>
                    <a:pt x="190" y="173"/>
                  </a:cubicBezTo>
                  <a:cubicBezTo>
                    <a:pt x="223" y="157"/>
                    <a:pt x="243" y="140"/>
                    <a:pt x="243" y="103"/>
                  </a:cubicBezTo>
                  <a:cubicBezTo>
                    <a:pt x="276" y="54"/>
                    <a:pt x="24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7"/>
            <p:cNvSpPr/>
            <p:nvPr/>
          </p:nvSpPr>
          <p:spPr>
            <a:xfrm>
              <a:off x="4850225" y="2291400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20" y="0"/>
                  </a:moveTo>
                  <a:cubicBezTo>
                    <a:pt x="103" y="0"/>
                    <a:pt x="70" y="17"/>
                    <a:pt x="37" y="50"/>
                  </a:cubicBezTo>
                  <a:cubicBezTo>
                    <a:pt x="17" y="70"/>
                    <a:pt x="0" y="103"/>
                    <a:pt x="0" y="120"/>
                  </a:cubicBezTo>
                  <a:cubicBezTo>
                    <a:pt x="0" y="153"/>
                    <a:pt x="17" y="173"/>
                    <a:pt x="37" y="190"/>
                  </a:cubicBezTo>
                  <a:cubicBezTo>
                    <a:pt x="48" y="190"/>
                    <a:pt x="67" y="197"/>
                    <a:pt x="87" y="197"/>
                  </a:cubicBezTo>
                  <a:cubicBezTo>
                    <a:pt x="98" y="197"/>
                    <a:pt x="109" y="195"/>
                    <a:pt x="120" y="190"/>
                  </a:cubicBezTo>
                  <a:lnTo>
                    <a:pt x="157" y="190"/>
                  </a:lnTo>
                  <a:cubicBezTo>
                    <a:pt x="173" y="173"/>
                    <a:pt x="190" y="153"/>
                    <a:pt x="206" y="136"/>
                  </a:cubicBezTo>
                  <a:cubicBezTo>
                    <a:pt x="260" y="103"/>
                    <a:pt x="260" y="33"/>
                    <a:pt x="206" y="17"/>
                  </a:cubicBezTo>
                  <a:cubicBezTo>
                    <a:pt x="190" y="0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7"/>
            <p:cNvSpPr/>
            <p:nvPr/>
          </p:nvSpPr>
          <p:spPr>
            <a:xfrm>
              <a:off x="4848575" y="2280675"/>
              <a:ext cx="6825" cy="4775"/>
            </a:xfrm>
            <a:custGeom>
              <a:avLst/>
              <a:gdLst/>
              <a:ahLst/>
              <a:cxnLst/>
              <a:rect l="l" t="t" r="r" b="b"/>
              <a:pathLst>
                <a:path w="273" h="191" extrusionOk="0">
                  <a:moveTo>
                    <a:pt x="169" y="0"/>
                  </a:moveTo>
                  <a:cubicBezTo>
                    <a:pt x="136" y="0"/>
                    <a:pt x="120" y="0"/>
                    <a:pt x="83" y="33"/>
                  </a:cubicBezTo>
                  <a:cubicBezTo>
                    <a:pt x="50" y="50"/>
                    <a:pt x="33" y="66"/>
                    <a:pt x="33" y="104"/>
                  </a:cubicBezTo>
                  <a:cubicBezTo>
                    <a:pt x="0" y="153"/>
                    <a:pt x="33" y="190"/>
                    <a:pt x="103" y="190"/>
                  </a:cubicBezTo>
                  <a:cubicBezTo>
                    <a:pt x="120" y="190"/>
                    <a:pt x="136" y="190"/>
                    <a:pt x="169" y="170"/>
                  </a:cubicBezTo>
                  <a:cubicBezTo>
                    <a:pt x="206" y="153"/>
                    <a:pt x="239" y="137"/>
                    <a:pt x="256" y="87"/>
                  </a:cubicBezTo>
                  <a:cubicBezTo>
                    <a:pt x="272" y="33"/>
                    <a:pt x="239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7"/>
            <p:cNvSpPr/>
            <p:nvPr/>
          </p:nvSpPr>
          <p:spPr>
            <a:xfrm>
              <a:off x="4659525" y="23764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71" y="17"/>
                  </a:cubicBezTo>
                  <a:cubicBezTo>
                    <a:pt x="54" y="34"/>
                    <a:pt x="17" y="71"/>
                    <a:pt x="17" y="87"/>
                  </a:cubicBezTo>
                  <a:cubicBezTo>
                    <a:pt x="1" y="120"/>
                    <a:pt x="1" y="137"/>
                    <a:pt x="17" y="153"/>
                  </a:cubicBezTo>
                  <a:cubicBezTo>
                    <a:pt x="38" y="190"/>
                    <a:pt x="71" y="190"/>
                    <a:pt x="87" y="190"/>
                  </a:cubicBezTo>
                  <a:cubicBezTo>
                    <a:pt x="120" y="190"/>
                    <a:pt x="141" y="190"/>
                    <a:pt x="157" y="174"/>
                  </a:cubicBezTo>
                  <a:cubicBezTo>
                    <a:pt x="174" y="174"/>
                    <a:pt x="174" y="174"/>
                    <a:pt x="190" y="153"/>
                  </a:cubicBezTo>
                  <a:cubicBezTo>
                    <a:pt x="207" y="137"/>
                    <a:pt x="244" y="120"/>
                    <a:pt x="244" y="87"/>
                  </a:cubicBezTo>
                  <a:cubicBezTo>
                    <a:pt x="261" y="34"/>
                    <a:pt x="22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7"/>
            <p:cNvSpPr/>
            <p:nvPr/>
          </p:nvSpPr>
          <p:spPr>
            <a:xfrm>
              <a:off x="4845475" y="2269950"/>
              <a:ext cx="6525" cy="4675"/>
            </a:xfrm>
            <a:custGeom>
              <a:avLst/>
              <a:gdLst/>
              <a:ahLst/>
              <a:cxnLst/>
              <a:rect l="l" t="t" r="r" b="b"/>
              <a:pathLst>
                <a:path w="261" h="187" extrusionOk="0">
                  <a:moveTo>
                    <a:pt x="104" y="1"/>
                  </a:moveTo>
                  <a:cubicBezTo>
                    <a:pt x="104" y="1"/>
                    <a:pt x="87" y="17"/>
                    <a:pt x="71" y="17"/>
                  </a:cubicBezTo>
                  <a:cubicBezTo>
                    <a:pt x="38" y="34"/>
                    <a:pt x="21" y="67"/>
                    <a:pt x="0" y="83"/>
                  </a:cubicBezTo>
                  <a:cubicBezTo>
                    <a:pt x="0" y="120"/>
                    <a:pt x="0" y="137"/>
                    <a:pt x="21" y="153"/>
                  </a:cubicBezTo>
                  <a:cubicBezTo>
                    <a:pt x="38" y="186"/>
                    <a:pt x="54" y="186"/>
                    <a:pt x="87" y="186"/>
                  </a:cubicBezTo>
                  <a:cubicBezTo>
                    <a:pt x="104" y="186"/>
                    <a:pt x="124" y="186"/>
                    <a:pt x="141" y="170"/>
                  </a:cubicBezTo>
                  <a:cubicBezTo>
                    <a:pt x="157" y="170"/>
                    <a:pt x="174" y="170"/>
                    <a:pt x="174" y="153"/>
                  </a:cubicBezTo>
                  <a:cubicBezTo>
                    <a:pt x="207" y="137"/>
                    <a:pt x="227" y="120"/>
                    <a:pt x="244" y="83"/>
                  </a:cubicBezTo>
                  <a:cubicBezTo>
                    <a:pt x="260" y="50"/>
                    <a:pt x="244" y="17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7"/>
            <p:cNvSpPr/>
            <p:nvPr/>
          </p:nvSpPr>
          <p:spPr>
            <a:xfrm>
              <a:off x="4824850" y="23618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0"/>
                    <a:pt x="71" y="37"/>
                  </a:cubicBezTo>
                  <a:cubicBezTo>
                    <a:pt x="55" y="54"/>
                    <a:pt x="22" y="70"/>
                    <a:pt x="22" y="103"/>
                  </a:cubicBezTo>
                  <a:cubicBezTo>
                    <a:pt x="1" y="120"/>
                    <a:pt x="1" y="157"/>
                    <a:pt x="22" y="173"/>
                  </a:cubicBezTo>
                  <a:cubicBezTo>
                    <a:pt x="38" y="190"/>
                    <a:pt x="71" y="190"/>
                    <a:pt x="88" y="190"/>
                  </a:cubicBezTo>
                  <a:lnTo>
                    <a:pt x="158" y="190"/>
                  </a:lnTo>
                  <a:cubicBezTo>
                    <a:pt x="158" y="173"/>
                    <a:pt x="174" y="173"/>
                    <a:pt x="191" y="173"/>
                  </a:cubicBezTo>
                  <a:cubicBezTo>
                    <a:pt x="207" y="140"/>
                    <a:pt x="228" y="120"/>
                    <a:pt x="244" y="103"/>
                  </a:cubicBezTo>
                  <a:cubicBezTo>
                    <a:pt x="261" y="37"/>
                    <a:pt x="228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7"/>
            <p:cNvSpPr/>
            <p:nvPr/>
          </p:nvSpPr>
          <p:spPr>
            <a:xfrm>
              <a:off x="4836100" y="2339025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36" y="0"/>
                    <a:pt x="103" y="0"/>
                    <a:pt x="66" y="37"/>
                  </a:cubicBezTo>
                  <a:cubicBezTo>
                    <a:pt x="50" y="54"/>
                    <a:pt x="33" y="70"/>
                    <a:pt x="17" y="103"/>
                  </a:cubicBezTo>
                  <a:cubicBezTo>
                    <a:pt x="0" y="124"/>
                    <a:pt x="17" y="157"/>
                    <a:pt x="17" y="173"/>
                  </a:cubicBezTo>
                  <a:cubicBezTo>
                    <a:pt x="33" y="190"/>
                    <a:pt x="66" y="190"/>
                    <a:pt x="103" y="190"/>
                  </a:cubicBezTo>
                  <a:lnTo>
                    <a:pt x="153" y="190"/>
                  </a:lnTo>
                  <a:cubicBezTo>
                    <a:pt x="169" y="173"/>
                    <a:pt x="169" y="173"/>
                    <a:pt x="190" y="173"/>
                  </a:cubicBezTo>
                  <a:cubicBezTo>
                    <a:pt x="206" y="157"/>
                    <a:pt x="239" y="124"/>
                    <a:pt x="239" y="103"/>
                  </a:cubicBezTo>
                  <a:cubicBezTo>
                    <a:pt x="256" y="37"/>
                    <a:pt x="223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7"/>
            <p:cNvSpPr/>
            <p:nvPr/>
          </p:nvSpPr>
          <p:spPr>
            <a:xfrm>
              <a:off x="4865675" y="22797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0"/>
                  </a:moveTo>
                  <a:cubicBezTo>
                    <a:pt x="141" y="0"/>
                    <a:pt x="104" y="21"/>
                    <a:pt x="71" y="37"/>
                  </a:cubicBezTo>
                  <a:cubicBezTo>
                    <a:pt x="54" y="54"/>
                    <a:pt x="17" y="87"/>
                    <a:pt x="17" y="103"/>
                  </a:cubicBezTo>
                  <a:cubicBezTo>
                    <a:pt x="1" y="157"/>
                    <a:pt x="38" y="207"/>
                    <a:pt x="87" y="207"/>
                  </a:cubicBezTo>
                  <a:cubicBezTo>
                    <a:pt x="104" y="207"/>
                    <a:pt x="141" y="207"/>
                    <a:pt x="157" y="190"/>
                  </a:cubicBezTo>
                  <a:lnTo>
                    <a:pt x="174" y="174"/>
                  </a:lnTo>
                  <a:cubicBezTo>
                    <a:pt x="207" y="157"/>
                    <a:pt x="223" y="141"/>
                    <a:pt x="244" y="103"/>
                  </a:cubicBezTo>
                  <a:cubicBezTo>
                    <a:pt x="260" y="70"/>
                    <a:pt x="244" y="54"/>
                    <a:pt x="244" y="37"/>
                  </a:cubicBezTo>
                  <a:cubicBezTo>
                    <a:pt x="223" y="21"/>
                    <a:pt x="19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7"/>
            <p:cNvSpPr/>
            <p:nvPr/>
          </p:nvSpPr>
          <p:spPr>
            <a:xfrm>
              <a:off x="4605825" y="2365300"/>
              <a:ext cx="6525" cy="4650"/>
            </a:xfrm>
            <a:custGeom>
              <a:avLst/>
              <a:gdLst/>
              <a:ahLst/>
              <a:cxnLst/>
              <a:rect l="l" t="t" r="r" b="b"/>
              <a:pathLst>
                <a:path w="261" h="186" extrusionOk="0">
                  <a:moveTo>
                    <a:pt x="157" y="0"/>
                  </a:moveTo>
                  <a:cubicBezTo>
                    <a:pt x="124" y="0"/>
                    <a:pt x="104" y="17"/>
                    <a:pt x="71" y="33"/>
                  </a:cubicBezTo>
                  <a:cubicBezTo>
                    <a:pt x="38" y="50"/>
                    <a:pt x="21" y="66"/>
                    <a:pt x="21" y="103"/>
                  </a:cubicBezTo>
                  <a:cubicBezTo>
                    <a:pt x="1" y="136"/>
                    <a:pt x="1" y="153"/>
                    <a:pt x="38" y="169"/>
                  </a:cubicBezTo>
                  <a:cubicBezTo>
                    <a:pt x="38" y="186"/>
                    <a:pt x="71" y="186"/>
                    <a:pt x="87" y="186"/>
                  </a:cubicBezTo>
                  <a:lnTo>
                    <a:pt x="157" y="186"/>
                  </a:lnTo>
                  <a:cubicBezTo>
                    <a:pt x="190" y="169"/>
                    <a:pt x="228" y="136"/>
                    <a:pt x="244" y="103"/>
                  </a:cubicBezTo>
                  <a:lnTo>
                    <a:pt x="244" y="83"/>
                  </a:lnTo>
                  <a:cubicBezTo>
                    <a:pt x="260" y="33"/>
                    <a:pt x="228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7"/>
            <p:cNvSpPr/>
            <p:nvPr/>
          </p:nvSpPr>
          <p:spPr>
            <a:xfrm>
              <a:off x="4742400" y="23970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0"/>
                  </a:moveTo>
                  <a:cubicBezTo>
                    <a:pt x="141" y="17"/>
                    <a:pt x="104" y="17"/>
                    <a:pt x="71" y="33"/>
                  </a:cubicBezTo>
                  <a:cubicBezTo>
                    <a:pt x="38" y="50"/>
                    <a:pt x="21" y="87"/>
                    <a:pt x="21" y="103"/>
                  </a:cubicBezTo>
                  <a:cubicBezTo>
                    <a:pt x="1" y="136"/>
                    <a:pt x="1" y="153"/>
                    <a:pt x="21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104" y="206"/>
                    <a:pt x="124" y="206"/>
                    <a:pt x="157" y="190"/>
                  </a:cubicBezTo>
                  <a:cubicBezTo>
                    <a:pt x="157" y="190"/>
                    <a:pt x="174" y="190"/>
                    <a:pt x="174" y="173"/>
                  </a:cubicBezTo>
                  <a:cubicBezTo>
                    <a:pt x="207" y="153"/>
                    <a:pt x="227" y="136"/>
                    <a:pt x="244" y="103"/>
                  </a:cubicBezTo>
                  <a:cubicBezTo>
                    <a:pt x="260" y="50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7"/>
            <p:cNvSpPr/>
            <p:nvPr/>
          </p:nvSpPr>
          <p:spPr>
            <a:xfrm>
              <a:off x="4736000" y="2421300"/>
              <a:ext cx="6950" cy="4925"/>
            </a:xfrm>
            <a:custGeom>
              <a:avLst/>
              <a:gdLst/>
              <a:ahLst/>
              <a:cxnLst/>
              <a:rect l="l" t="t" r="r" b="b"/>
              <a:pathLst>
                <a:path w="278" h="197" extrusionOk="0">
                  <a:moveTo>
                    <a:pt x="172" y="0"/>
                  </a:moveTo>
                  <a:cubicBezTo>
                    <a:pt x="161" y="0"/>
                    <a:pt x="149" y="2"/>
                    <a:pt x="137" y="7"/>
                  </a:cubicBezTo>
                  <a:cubicBezTo>
                    <a:pt x="121" y="7"/>
                    <a:pt x="88" y="28"/>
                    <a:pt x="50" y="61"/>
                  </a:cubicBezTo>
                  <a:cubicBezTo>
                    <a:pt x="17" y="94"/>
                    <a:pt x="1" y="164"/>
                    <a:pt x="50" y="181"/>
                  </a:cubicBezTo>
                  <a:cubicBezTo>
                    <a:pt x="71" y="197"/>
                    <a:pt x="104" y="197"/>
                    <a:pt x="137" y="197"/>
                  </a:cubicBezTo>
                  <a:cubicBezTo>
                    <a:pt x="137" y="197"/>
                    <a:pt x="154" y="197"/>
                    <a:pt x="154" y="181"/>
                  </a:cubicBezTo>
                  <a:cubicBezTo>
                    <a:pt x="191" y="181"/>
                    <a:pt x="207" y="164"/>
                    <a:pt x="224" y="148"/>
                  </a:cubicBezTo>
                  <a:cubicBezTo>
                    <a:pt x="257" y="110"/>
                    <a:pt x="277" y="44"/>
                    <a:pt x="224" y="7"/>
                  </a:cubicBezTo>
                  <a:cubicBezTo>
                    <a:pt x="213" y="7"/>
                    <a:pt x="194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7"/>
            <p:cNvSpPr/>
            <p:nvPr/>
          </p:nvSpPr>
          <p:spPr>
            <a:xfrm>
              <a:off x="4520375" y="2330050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0"/>
                  </a:moveTo>
                  <a:cubicBezTo>
                    <a:pt x="158" y="0"/>
                    <a:pt x="120" y="17"/>
                    <a:pt x="87" y="33"/>
                  </a:cubicBezTo>
                  <a:cubicBezTo>
                    <a:pt x="54" y="50"/>
                    <a:pt x="38" y="87"/>
                    <a:pt x="38" y="103"/>
                  </a:cubicBezTo>
                  <a:cubicBezTo>
                    <a:pt x="1" y="153"/>
                    <a:pt x="38" y="206"/>
                    <a:pt x="104" y="206"/>
                  </a:cubicBezTo>
                  <a:cubicBezTo>
                    <a:pt x="120" y="206"/>
                    <a:pt x="141" y="206"/>
                    <a:pt x="174" y="190"/>
                  </a:cubicBezTo>
                  <a:cubicBezTo>
                    <a:pt x="174" y="190"/>
                    <a:pt x="191" y="190"/>
                    <a:pt x="191" y="174"/>
                  </a:cubicBezTo>
                  <a:cubicBezTo>
                    <a:pt x="224" y="153"/>
                    <a:pt x="244" y="136"/>
                    <a:pt x="261" y="103"/>
                  </a:cubicBezTo>
                  <a:cubicBezTo>
                    <a:pt x="277" y="50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7"/>
            <p:cNvSpPr/>
            <p:nvPr/>
          </p:nvSpPr>
          <p:spPr>
            <a:xfrm>
              <a:off x="4796100" y="232830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0"/>
                  </a:moveTo>
                  <a:cubicBezTo>
                    <a:pt x="141" y="17"/>
                    <a:pt x="120" y="17"/>
                    <a:pt x="87" y="37"/>
                  </a:cubicBezTo>
                  <a:cubicBezTo>
                    <a:pt x="54" y="54"/>
                    <a:pt x="38" y="87"/>
                    <a:pt x="17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0" y="206"/>
                    <a:pt x="141" y="206"/>
                    <a:pt x="157" y="190"/>
                  </a:cubicBezTo>
                  <a:cubicBezTo>
                    <a:pt x="174" y="190"/>
                    <a:pt x="190" y="190"/>
                    <a:pt x="190" y="173"/>
                  </a:cubicBezTo>
                  <a:cubicBezTo>
                    <a:pt x="223" y="157"/>
                    <a:pt x="244" y="140"/>
                    <a:pt x="260" y="103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7"/>
            <p:cNvSpPr/>
            <p:nvPr/>
          </p:nvSpPr>
          <p:spPr>
            <a:xfrm>
              <a:off x="4811575" y="231675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3" y="0"/>
                  </a:moveTo>
                  <a:cubicBezTo>
                    <a:pt x="140" y="0"/>
                    <a:pt x="120" y="17"/>
                    <a:pt x="87" y="33"/>
                  </a:cubicBezTo>
                  <a:cubicBezTo>
                    <a:pt x="54" y="50"/>
                    <a:pt x="37" y="66"/>
                    <a:pt x="17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0" y="207"/>
                    <a:pt x="140" y="190"/>
                    <a:pt x="157" y="190"/>
                  </a:cubicBezTo>
                  <a:cubicBezTo>
                    <a:pt x="173" y="190"/>
                    <a:pt x="190" y="170"/>
                    <a:pt x="190" y="170"/>
                  </a:cubicBezTo>
                  <a:cubicBezTo>
                    <a:pt x="223" y="153"/>
                    <a:pt x="243" y="120"/>
                    <a:pt x="260" y="104"/>
                  </a:cubicBezTo>
                  <a:cubicBezTo>
                    <a:pt x="276" y="50"/>
                    <a:pt x="24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7"/>
            <p:cNvSpPr/>
            <p:nvPr/>
          </p:nvSpPr>
          <p:spPr>
            <a:xfrm>
              <a:off x="4693025" y="229480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57" y="0"/>
                    <a:pt x="120" y="0"/>
                    <a:pt x="87" y="17"/>
                  </a:cubicBezTo>
                  <a:cubicBezTo>
                    <a:pt x="54" y="37"/>
                    <a:pt x="38" y="70"/>
                    <a:pt x="38" y="87"/>
                  </a:cubicBezTo>
                  <a:cubicBezTo>
                    <a:pt x="1" y="157"/>
                    <a:pt x="38" y="190"/>
                    <a:pt x="104" y="190"/>
                  </a:cubicBezTo>
                  <a:cubicBezTo>
                    <a:pt x="120" y="190"/>
                    <a:pt x="141" y="190"/>
                    <a:pt x="174" y="173"/>
                  </a:cubicBezTo>
                  <a:cubicBezTo>
                    <a:pt x="174" y="173"/>
                    <a:pt x="190" y="173"/>
                    <a:pt x="190" y="157"/>
                  </a:cubicBezTo>
                  <a:cubicBezTo>
                    <a:pt x="223" y="140"/>
                    <a:pt x="244" y="120"/>
                    <a:pt x="260" y="87"/>
                  </a:cubicBezTo>
                  <a:cubicBezTo>
                    <a:pt x="277" y="37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7"/>
            <p:cNvSpPr/>
            <p:nvPr/>
          </p:nvSpPr>
          <p:spPr>
            <a:xfrm>
              <a:off x="4753625" y="2374600"/>
              <a:ext cx="6375" cy="4850"/>
            </a:xfrm>
            <a:custGeom>
              <a:avLst/>
              <a:gdLst/>
              <a:ahLst/>
              <a:cxnLst/>
              <a:rect l="l" t="t" r="r" b="b"/>
              <a:pathLst>
                <a:path w="255" h="194" extrusionOk="0">
                  <a:moveTo>
                    <a:pt x="189" y="1"/>
                  </a:moveTo>
                  <a:cubicBezTo>
                    <a:pt x="183" y="1"/>
                    <a:pt x="177" y="1"/>
                    <a:pt x="170" y="4"/>
                  </a:cubicBezTo>
                  <a:cubicBezTo>
                    <a:pt x="137" y="4"/>
                    <a:pt x="104" y="4"/>
                    <a:pt x="67" y="20"/>
                  </a:cubicBezTo>
                  <a:cubicBezTo>
                    <a:pt x="50" y="41"/>
                    <a:pt x="17" y="74"/>
                    <a:pt x="17" y="90"/>
                  </a:cubicBezTo>
                  <a:cubicBezTo>
                    <a:pt x="1" y="123"/>
                    <a:pt x="1" y="144"/>
                    <a:pt x="17" y="160"/>
                  </a:cubicBezTo>
                  <a:cubicBezTo>
                    <a:pt x="34" y="177"/>
                    <a:pt x="50" y="193"/>
                    <a:pt x="88" y="193"/>
                  </a:cubicBezTo>
                  <a:cubicBezTo>
                    <a:pt x="104" y="193"/>
                    <a:pt x="137" y="193"/>
                    <a:pt x="154" y="177"/>
                  </a:cubicBezTo>
                  <a:cubicBezTo>
                    <a:pt x="154" y="177"/>
                    <a:pt x="170" y="177"/>
                    <a:pt x="191" y="160"/>
                  </a:cubicBezTo>
                  <a:cubicBezTo>
                    <a:pt x="207" y="144"/>
                    <a:pt x="224" y="123"/>
                    <a:pt x="240" y="90"/>
                  </a:cubicBezTo>
                  <a:cubicBezTo>
                    <a:pt x="255" y="47"/>
                    <a:pt x="231" y="1"/>
                    <a:pt x="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7"/>
            <p:cNvSpPr/>
            <p:nvPr/>
          </p:nvSpPr>
          <p:spPr>
            <a:xfrm>
              <a:off x="4514825" y="23524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36" y="0"/>
                    <a:pt x="103" y="17"/>
                    <a:pt x="87" y="33"/>
                  </a:cubicBezTo>
                  <a:cubicBezTo>
                    <a:pt x="54" y="49"/>
                    <a:pt x="33" y="82"/>
                    <a:pt x="17" y="103"/>
                  </a:cubicBezTo>
                  <a:cubicBezTo>
                    <a:pt x="0" y="153"/>
                    <a:pt x="33" y="206"/>
                    <a:pt x="103" y="206"/>
                  </a:cubicBezTo>
                  <a:cubicBezTo>
                    <a:pt x="120" y="206"/>
                    <a:pt x="136" y="206"/>
                    <a:pt x="157" y="186"/>
                  </a:cubicBezTo>
                  <a:cubicBezTo>
                    <a:pt x="173" y="186"/>
                    <a:pt x="173" y="186"/>
                    <a:pt x="190" y="169"/>
                  </a:cubicBezTo>
                  <a:cubicBezTo>
                    <a:pt x="223" y="153"/>
                    <a:pt x="239" y="136"/>
                    <a:pt x="239" y="103"/>
                  </a:cubicBezTo>
                  <a:cubicBezTo>
                    <a:pt x="260" y="82"/>
                    <a:pt x="260" y="49"/>
                    <a:pt x="239" y="33"/>
                  </a:cubicBezTo>
                  <a:cubicBezTo>
                    <a:pt x="223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7"/>
            <p:cNvSpPr/>
            <p:nvPr/>
          </p:nvSpPr>
          <p:spPr>
            <a:xfrm>
              <a:off x="4948550" y="2303775"/>
              <a:ext cx="6400" cy="4850"/>
            </a:xfrm>
            <a:custGeom>
              <a:avLst/>
              <a:gdLst/>
              <a:ahLst/>
              <a:cxnLst/>
              <a:rect l="l" t="t" r="r" b="b"/>
              <a:pathLst>
                <a:path w="256" h="194" extrusionOk="0">
                  <a:moveTo>
                    <a:pt x="183" y="1"/>
                  </a:moveTo>
                  <a:cubicBezTo>
                    <a:pt x="175" y="1"/>
                    <a:pt x="166" y="2"/>
                    <a:pt x="157" y="4"/>
                  </a:cubicBezTo>
                  <a:cubicBezTo>
                    <a:pt x="124" y="4"/>
                    <a:pt x="87" y="4"/>
                    <a:pt x="70" y="21"/>
                  </a:cubicBezTo>
                  <a:cubicBezTo>
                    <a:pt x="38" y="37"/>
                    <a:pt x="21" y="70"/>
                    <a:pt x="0" y="91"/>
                  </a:cubicBezTo>
                  <a:cubicBezTo>
                    <a:pt x="0" y="124"/>
                    <a:pt x="0" y="140"/>
                    <a:pt x="21" y="157"/>
                  </a:cubicBezTo>
                  <a:cubicBezTo>
                    <a:pt x="38" y="173"/>
                    <a:pt x="54" y="194"/>
                    <a:pt x="87" y="194"/>
                  </a:cubicBezTo>
                  <a:cubicBezTo>
                    <a:pt x="103" y="194"/>
                    <a:pt x="124" y="194"/>
                    <a:pt x="141" y="173"/>
                  </a:cubicBezTo>
                  <a:cubicBezTo>
                    <a:pt x="157" y="173"/>
                    <a:pt x="157" y="173"/>
                    <a:pt x="174" y="157"/>
                  </a:cubicBezTo>
                  <a:cubicBezTo>
                    <a:pt x="207" y="140"/>
                    <a:pt x="227" y="124"/>
                    <a:pt x="227" y="91"/>
                  </a:cubicBezTo>
                  <a:cubicBezTo>
                    <a:pt x="256" y="44"/>
                    <a:pt x="23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7"/>
            <p:cNvSpPr/>
            <p:nvPr/>
          </p:nvSpPr>
          <p:spPr>
            <a:xfrm>
              <a:off x="4951125" y="2269750"/>
              <a:ext cx="6925" cy="4925"/>
            </a:xfrm>
            <a:custGeom>
              <a:avLst/>
              <a:gdLst/>
              <a:ahLst/>
              <a:cxnLst/>
              <a:rect l="l" t="t" r="r" b="b"/>
              <a:pathLst>
                <a:path w="277" h="197" extrusionOk="0">
                  <a:moveTo>
                    <a:pt x="161" y="0"/>
                  </a:moveTo>
                  <a:cubicBezTo>
                    <a:pt x="142" y="0"/>
                    <a:pt x="123" y="3"/>
                    <a:pt x="104" y="9"/>
                  </a:cubicBezTo>
                  <a:cubicBezTo>
                    <a:pt x="54" y="42"/>
                    <a:pt x="0" y="112"/>
                    <a:pt x="21" y="145"/>
                  </a:cubicBezTo>
                  <a:cubicBezTo>
                    <a:pt x="32" y="177"/>
                    <a:pt x="63" y="197"/>
                    <a:pt x="99" y="197"/>
                  </a:cubicBezTo>
                  <a:cubicBezTo>
                    <a:pt x="118" y="197"/>
                    <a:pt x="138" y="191"/>
                    <a:pt x="157" y="178"/>
                  </a:cubicBezTo>
                  <a:cubicBezTo>
                    <a:pt x="227" y="161"/>
                    <a:pt x="277" y="91"/>
                    <a:pt x="260" y="42"/>
                  </a:cubicBezTo>
                  <a:cubicBezTo>
                    <a:pt x="248" y="18"/>
                    <a:pt x="208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7"/>
            <p:cNvSpPr/>
            <p:nvPr/>
          </p:nvSpPr>
          <p:spPr>
            <a:xfrm>
              <a:off x="4934425" y="2314575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74" y="1"/>
                  </a:moveTo>
                  <a:cubicBezTo>
                    <a:pt x="153" y="1"/>
                    <a:pt x="137" y="1"/>
                    <a:pt x="104" y="17"/>
                  </a:cubicBezTo>
                  <a:cubicBezTo>
                    <a:pt x="50" y="34"/>
                    <a:pt x="1" y="104"/>
                    <a:pt x="17" y="153"/>
                  </a:cubicBezTo>
                  <a:cubicBezTo>
                    <a:pt x="29" y="181"/>
                    <a:pt x="70" y="197"/>
                    <a:pt x="111" y="197"/>
                  </a:cubicBezTo>
                  <a:cubicBezTo>
                    <a:pt x="126" y="197"/>
                    <a:pt x="140" y="195"/>
                    <a:pt x="153" y="191"/>
                  </a:cubicBezTo>
                  <a:cubicBezTo>
                    <a:pt x="174" y="174"/>
                    <a:pt x="190" y="174"/>
                    <a:pt x="207" y="153"/>
                  </a:cubicBezTo>
                  <a:cubicBezTo>
                    <a:pt x="240" y="120"/>
                    <a:pt x="256" y="87"/>
                    <a:pt x="256" y="50"/>
                  </a:cubicBezTo>
                  <a:cubicBezTo>
                    <a:pt x="240" y="17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7"/>
            <p:cNvSpPr/>
            <p:nvPr/>
          </p:nvSpPr>
          <p:spPr>
            <a:xfrm>
              <a:off x="4956800" y="2280425"/>
              <a:ext cx="6825" cy="5000"/>
            </a:xfrm>
            <a:custGeom>
              <a:avLst/>
              <a:gdLst/>
              <a:ahLst/>
              <a:cxnLst/>
              <a:rect l="l" t="t" r="r" b="b"/>
              <a:pathLst>
                <a:path w="273" h="200" extrusionOk="0">
                  <a:moveTo>
                    <a:pt x="179" y="1"/>
                  </a:moveTo>
                  <a:cubicBezTo>
                    <a:pt x="159" y="1"/>
                    <a:pt x="138" y="4"/>
                    <a:pt x="120" y="10"/>
                  </a:cubicBezTo>
                  <a:cubicBezTo>
                    <a:pt x="50" y="43"/>
                    <a:pt x="0" y="97"/>
                    <a:pt x="17" y="147"/>
                  </a:cubicBezTo>
                  <a:cubicBezTo>
                    <a:pt x="27" y="180"/>
                    <a:pt x="59" y="200"/>
                    <a:pt x="94" y="200"/>
                  </a:cubicBezTo>
                  <a:cubicBezTo>
                    <a:pt x="114" y="200"/>
                    <a:pt x="135" y="193"/>
                    <a:pt x="153" y="180"/>
                  </a:cubicBezTo>
                  <a:cubicBezTo>
                    <a:pt x="223" y="147"/>
                    <a:pt x="272" y="97"/>
                    <a:pt x="256" y="43"/>
                  </a:cubicBezTo>
                  <a:cubicBezTo>
                    <a:pt x="245" y="12"/>
                    <a:pt x="213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7"/>
            <p:cNvSpPr/>
            <p:nvPr/>
          </p:nvSpPr>
          <p:spPr>
            <a:xfrm>
              <a:off x="4940825" y="228190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70" y="0"/>
                  </a:moveTo>
                  <a:cubicBezTo>
                    <a:pt x="150" y="0"/>
                    <a:pt x="128" y="6"/>
                    <a:pt x="103" y="17"/>
                  </a:cubicBezTo>
                  <a:cubicBezTo>
                    <a:pt x="37" y="38"/>
                    <a:pt x="0" y="104"/>
                    <a:pt x="21" y="141"/>
                  </a:cubicBezTo>
                  <a:cubicBezTo>
                    <a:pt x="21" y="178"/>
                    <a:pt x="58" y="197"/>
                    <a:pt x="106" y="197"/>
                  </a:cubicBezTo>
                  <a:cubicBezTo>
                    <a:pt x="122" y="197"/>
                    <a:pt x="139" y="195"/>
                    <a:pt x="157" y="191"/>
                  </a:cubicBezTo>
                  <a:cubicBezTo>
                    <a:pt x="227" y="158"/>
                    <a:pt x="260" y="88"/>
                    <a:pt x="243" y="55"/>
                  </a:cubicBezTo>
                  <a:cubicBezTo>
                    <a:pt x="233" y="20"/>
                    <a:pt x="206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7"/>
            <p:cNvSpPr/>
            <p:nvPr/>
          </p:nvSpPr>
          <p:spPr>
            <a:xfrm>
              <a:off x="4938250" y="232690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84" y="0"/>
                  </a:moveTo>
                  <a:cubicBezTo>
                    <a:pt x="175" y="0"/>
                    <a:pt x="166" y="2"/>
                    <a:pt x="157" y="7"/>
                  </a:cubicBezTo>
                  <a:lnTo>
                    <a:pt x="103" y="7"/>
                  </a:lnTo>
                  <a:cubicBezTo>
                    <a:pt x="37" y="40"/>
                    <a:pt x="0" y="93"/>
                    <a:pt x="0" y="143"/>
                  </a:cubicBezTo>
                  <a:cubicBezTo>
                    <a:pt x="13" y="177"/>
                    <a:pt x="44" y="196"/>
                    <a:pt x="83" y="196"/>
                  </a:cubicBezTo>
                  <a:cubicBezTo>
                    <a:pt x="106" y="196"/>
                    <a:pt x="131" y="189"/>
                    <a:pt x="157" y="176"/>
                  </a:cubicBezTo>
                  <a:cubicBezTo>
                    <a:pt x="173" y="176"/>
                    <a:pt x="190" y="159"/>
                    <a:pt x="206" y="143"/>
                  </a:cubicBezTo>
                  <a:cubicBezTo>
                    <a:pt x="227" y="126"/>
                    <a:pt x="243" y="73"/>
                    <a:pt x="243" y="40"/>
                  </a:cubicBezTo>
                  <a:cubicBezTo>
                    <a:pt x="231" y="16"/>
                    <a:pt x="208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7"/>
            <p:cNvSpPr/>
            <p:nvPr/>
          </p:nvSpPr>
          <p:spPr>
            <a:xfrm>
              <a:off x="4956275" y="22926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21"/>
                    <a:pt x="87" y="38"/>
                  </a:cubicBezTo>
                  <a:cubicBezTo>
                    <a:pt x="54" y="54"/>
                    <a:pt x="38" y="71"/>
                    <a:pt x="21" y="104"/>
                  </a:cubicBezTo>
                  <a:cubicBezTo>
                    <a:pt x="1" y="141"/>
                    <a:pt x="21" y="157"/>
                    <a:pt x="38" y="174"/>
                  </a:cubicBezTo>
                  <a:cubicBezTo>
                    <a:pt x="54" y="190"/>
                    <a:pt x="71" y="190"/>
                    <a:pt x="104" y="190"/>
                  </a:cubicBezTo>
                  <a:lnTo>
                    <a:pt x="157" y="190"/>
                  </a:lnTo>
                  <a:cubicBezTo>
                    <a:pt x="207" y="174"/>
                    <a:pt x="244" y="141"/>
                    <a:pt x="244" y="104"/>
                  </a:cubicBezTo>
                  <a:lnTo>
                    <a:pt x="244" y="87"/>
                  </a:lnTo>
                  <a:cubicBezTo>
                    <a:pt x="260" y="38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7"/>
            <p:cNvSpPr/>
            <p:nvPr/>
          </p:nvSpPr>
          <p:spPr>
            <a:xfrm>
              <a:off x="4757450" y="2548675"/>
              <a:ext cx="5600" cy="3000"/>
            </a:xfrm>
            <a:custGeom>
              <a:avLst/>
              <a:gdLst/>
              <a:ahLst/>
              <a:cxnLst/>
              <a:rect l="l" t="t" r="r" b="b"/>
              <a:pathLst>
                <a:path w="224" h="120" extrusionOk="0">
                  <a:moveTo>
                    <a:pt x="104" y="0"/>
                  </a:moveTo>
                  <a:cubicBezTo>
                    <a:pt x="87" y="17"/>
                    <a:pt x="54" y="33"/>
                    <a:pt x="17" y="49"/>
                  </a:cubicBezTo>
                  <a:cubicBezTo>
                    <a:pt x="17" y="66"/>
                    <a:pt x="1" y="66"/>
                    <a:pt x="1" y="87"/>
                  </a:cubicBezTo>
                  <a:cubicBezTo>
                    <a:pt x="71" y="103"/>
                    <a:pt x="141" y="120"/>
                    <a:pt x="207" y="120"/>
                  </a:cubicBezTo>
                  <a:cubicBezTo>
                    <a:pt x="207" y="120"/>
                    <a:pt x="223" y="87"/>
                    <a:pt x="223" y="66"/>
                  </a:cubicBezTo>
                  <a:cubicBezTo>
                    <a:pt x="223" y="49"/>
                    <a:pt x="207" y="33"/>
                    <a:pt x="190" y="17"/>
                  </a:cubicBezTo>
                  <a:cubicBezTo>
                    <a:pt x="174" y="0"/>
                    <a:pt x="14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7"/>
            <p:cNvSpPr/>
            <p:nvPr/>
          </p:nvSpPr>
          <p:spPr>
            <a:xfrm>
              <a:off x="4536250" y="2273350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228" y="1"/>
                  </a:moveTo>
                  <a:cubicBezTo>
                    <a:pt x="174" y="1"/>
                    <a:pt x="141" y="17"/>
                    <a:pt x="87" y="17"/>
                  </a:cubicBezTo>
                  <a:lnTo>
                    <a:pt x="71" y="17"/>
                  </a:lnTo>
                  <a:cubicBezTo>
                    <a:pt x="38" y="34"/>
                    <a:pt x="21" y="50"/>
                    <a:pt x="21" y="87"/>
                  </a:cubicBezTo>
                  <a:cubicBezTo>
                    <a:pt x="1" y="120"/>
                    <a:pt x="1" y="137"/>
                    <a:pt x="21" y="153"/>
                  </a:cubicBezTo>
                  <a:cubicBezTo>
                    <a:pt x="38" y="174"/>
                    <a:pt x="54" y="190"/>
                    <a:pt x="87" y="190"/>
                  </a:cubicBezTo>
                  <a:cubicBezTo>
                    <a:pt x="104" y="190"/>
                    <a:pt x="124" y="174"/>
                    <a:pt x="157" y="174"/>
                  </a:cubicBezTo>
                  <a:lnTo>
                    <a:pt x="174" y="153"/>
                  </a:lnTo>
                  <a:cubicBezTo>
                    <a:pt x="207" y="137"/>
                    <a:pt x="228" y="104"/>
                    <a:pt x="244" y="87"/>
                  </a:cubicBezTo>
                  <a:cubicBezTo>
                    <a:pt x="244" y="50"/>
                    <a:pt x="244" y="17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7"/>
            <p:cNvSpPr/>
            <p:nvPr/>
          </p:nvSpPr>
          <p:spPr>
            <a:xfrm>
              <a:off x="4959375" y="2336950"/>
              <a:ext cx="5175" cy="3425"/>
            </a:xfrm>
            <a:custGeom>
              <a:avLst/>
              <a:gdLst/>
              <a:ahLst/>
              <a:cxnLst/>
              <a:rect l="l" t="t" r="r" b="b"/>
              <a:pathLst>
                <a:path w="207" h="137" extrusionOk="0">
                  <a:moveTo>
                    <a:pt x="153" y="1"/>
                  </a:moveTo>
                  <a:cubicBezTo>
                    <a:pt x="120" y="1"/>
                    <a:pt x="83" y="17"/>
                    <a:pt x="66" y="34"/>
                  </a:cubicBezTo>
                  <a:cubicBezTo>
                    <a:pt x="33" y="50"/>
                    <a:pt x="17" y="67"/>
                    <a:pt x="0" y="104"/>
                  </a:cubicBezTo>
                  <a:lnTo>
                    <a:pt x="0" y="137"/>
                  </a:lnTo>
                  <a:cubicBezTo>
                    <a:pt x="66" y="104"/>
                    <a:pt x="136" y="67"/>
                    <a:pt x="206" y="17"/>
                  </a:cubicBezTo>
                  <a:cubicBezTo>
                    <a:pt x="206" y="1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7"/>
            <p:cNvSpPr/>
            <p:nvPr/>
          </p:nvSpPr>
          <p:spPr>
            <a:xfrm>
              <a:off x="4951650" y="2314575"/>
              <a:ext cx="6825" cy="4775"/>
            </a:xfrm>
            <a:custGeom>
              <a:avLst/>
              <a:gdLst/>
              <a:ahLst/>
              <a:cxnLst/>
              <a:rect l="l" t="t" r="r" b="b"/>
              <a:pathLst>
                <a:path w="273" h="191" extrusionOk="0">
                  <a:moveTo>
                    <a:pt x="169" y="1"/>
                  </a:moveTo>
                  <a:cubicBezTo>
                    <a:pt x="136" y="1"/>
                    <a:pt x="103" y="1"/>
                    <a:pt x="83" y="17"/>
                  </a:cubicBezTo>
                  <a:cubicBezTo>
                    <a:pt x="50" y="34"/>
                    <a:pt x="33" y="71"/>
                    <a:pt x="17" y="87"/>
                  </a:cubicBezTo>
                  <a:cubicBezTo>
                    <a:pt x="0" y="153"/>
                    <a:pt x="33" y="191"/>
                    <a:pt x="103" y="191"/>
                  </a:cubicBezTo>
                  <a:cubicBezTo>
                    <a:pt x="120" y="191"/>
                    <a:pt x="136" y="191"/>
                    <a:pt x="153" y="174"/>
                  </a:cubicBezTo>
                  <a:cubicBezTo>
                    <a:pt x="206" y="153"/>
                    <a:pt x="239" y="120"/>
                    <a:pt x="256" y="87"/>
                  </a:cubicBezTo>
                  <a:cubicBezTo>
                    <a:pt x="272" y="34"/>
                    <a:pt x="239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7"/>
            <p:cNvSpPr/>
            <p:nvPr/>
          </p:nvSpPr>
          <p:spPr>
            <a:xfrm>
              <a:off x="4943400" y="2338200"/>
              <a:ext cx="6500" cy="4750"/>
            </a:xfrm>
            <a:custGeom>
              <a:avLst/>
              <a:gdLst/>
              <a:ahLst/>
              <a:cxnLst/>
              <a:rect l="l" t="t" r="r" b="b"/>
              <a:pathLst>
                <a:path w="260" h="190" extrusionOk="0">
                  <a:moveTo>
                    <a:pt x="173" y="0"/>
                  </a:moveTo>
                  <a:cubicBezTo>
                    <a:pt x="140" y="0"/>
                    <a:pt x="124" y="17"/>
                    <a:pt x="87" y="17"/>
                  </a:cubicBezTo>
                  <a:cubicBezTo>
                    <a:pt x="54" y="33"/>
                    <a:pt x="37" y="70"/>
                    <a:pt x="21" y="103"/>
                  </a:cubicBezTo>
                  <a:cubicBezTo>
                    <a:pt x="0" y="157"/>
                    <a:pt x="37" y="190"/>
                    <a:pt x="103" y="190"/>
                  </a:cubicBezTo>
                  <a:lnTo>
                    <a:pt x="157" y="190"/>
                  </a:lnTo>
                  <a:cubicBezTo>
                    <a:pt x="173" y="173"/>
                    <a:pt x="173" y="173"/>
                    <a:pt x="190" y="173"/>
                  </a:cubicBezTo>
                  <a:cubicBezTo>
                    <a:pt x="206" y="157"/>
                    <a:pt x="244" y="120"/>
                    <a:pt x="244" y="103"/>
                  </a:cubicBezTo>
                  <a:cubicBezTo>
                    <a:pt x="260" y="70"/>
                    <a:pt x="260" y="54"/>
                    <a:pt x="244" y="33"/>
                  </a:cubicBezTo>
                  <a:cubicBezTo>
                    <a:pt x="227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7"/>
            <p:cNvSpPr/>
            <p:nvPr/>
          </p:nvSpPr>
          <p:spPr>
            <a:xfrm>
              <a:off x="4953300" y="2325300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20" y="1"/>
                  </a:moveTo>
                  <a:cubicBezTo>
                    <a:pt x="87" y="1"/>
                    <a:pt x="70" y="17"/>
                    <a:pt x="37" y="54"/>
                  </a:cubicBezTo>
                  <a:cubicBezTo>
                    <a:pt x="17" y="71"/>
                    <a:pt x="0" y="104"/>
                    <a:pt x="0" y="120"/>
                  </a:cubicBezTo>
                  <a:cubicBezTo>
                    <a:pt x="0" y="137"/>
                    <a:pt x="17" y="174"/>
                    <a:pt x="37" y="174"/>
                  </a:cubicBezTo>
                  <a:cubicBezTo>
                    <a:pt x="54" y="190"/>
                    <a:pt x="87" y="190"/>
                    <a:pt x="120" y="190"/>
                  </a:cubicBezTo>
                  <a:cubicBezTo>
                    <a:pt x="120" y="190"/>
                    <a:pt x="140" y="190"/>
                    <a:pt x="140" y="174"/>
                  </a:cubicBezTo>
                  <a:cubicBezTo>
                    <a:pt x="173" y="174"/>
                    <a:pt x="190" y="157"/>
                    <a:pt x="206" y="137"/>
                  </a:cubicBezTo>
                  <a:cubicBezTo>
                    <a:pt x="243" y="104"/>
                    <a:pt x="260" y="34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7"/>
            <p:cNvSpPr/>
            <p:nvPr/>
          </p:nvSpPr>
          <p:spPr>
            <a:xfrm>
              <a:off x="4933075" y="2304800"/>
              <a:ext cx="6525" cy="4825"/>
            </a:xfrm>
            <a:custGeom>
              <a:avLst/>
              <a:gdLst/>
              <a:ahLst/>
              <a:cxnLst/>
              <a:rect l="l" t="t" r="r" b="b"/>
              <a:pathLst>
                <a:path w="261" h="193" extrusionOk="0">
                  <a:moveTo>
                    <a:pt x="172" y="0"/>
                  </a:moveTo>
                  <a:cubicBezTo>
                    <a:pt x="152" y="0"/>
                    <a:pt x="131" y="4"/>
                    <a:pt x="104" y="13"/>
                  </a:cubicBezTo>
                  <a:cubicBezTo>
                    <a:pt x="55" y="29"/>
                    <a:pt x="22" y="66"/>
                    <a:pt x="22" y="99"/>
                  </a:cubicBezTo>
                  <a:cubicBezTo>
                    <a:pt x="22" y="116"/>
                    <a:pt x="1" y="132"/>
                    <a:pt x="22" y="153"/>
                  </a:cubicBezTo>
                  <a:cubicBezTo>
                    <a:pt x="34" y="177"/>
                    <a:pt x="63" y="192"/>
                    <a:pt x="106" y="192"/>
                  </a:cubicBezTo>
                  <a:cubicBezTo>
                    <a:pt x="122" y="192"/>
                    <a:pt x="139" y="190"/>
                    <a:pt x="158" y="186"/>
                  </a:cubicBezTo>
                  <a:cubicBezTo>
                    <a:pt x="228" y="153"/>
                    <a:pt x="261" y="99"/>
                    <a:pt x="244" y="50"/>
                  </a:cubicBezTo>
                  <a:cubicBezTo>
                    <a:pt x="244" y="29"/>
                    <a:pt x="244" y="13"/>
                    <a:pt x="228" y="13"/>
                  </a:cubicBezTo>
                  <a:cubicBezTo>
                    <a:pt x="209" y="4"/>
                    <a:pt x="192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7"/>
            <p:cNvSpPr/>
            <p:nvPr/>
          </p:nvSpPr>
          <p:spPr>
            <a:xfrm>
              <a:off x="4943400" y="2292225"/>
              <a:ext cx="6500" cy="5075"/>
            </a:xfrm>
            <a:custGeom>
              <a:avLst/>
              <a:gdLst/>
              <a:ahLst/>
              <a:cxnLst/>
              <a:rect l="l" t="t" r="r" b="b"/>
              <a:pathLst>
                <a:path w="260" h="203" extrusionOk="0">
                  <a:moveTo>
                    <a:pt x="140" y="0"/>
                  </a:moveTo>
                  <a:cubicBezTo>
                    <a:pt x="103" y="17"/>
                    <a:pt x="70" y="37"/>
                    <a:pt x="54" y="54"/>
                  </a:cubicBezTo>
                  <a:cubicBezTo>
                    <a:pt x="0" y="103"/>
                    <a:pt x="0" y="157"/>
                    <a:pt x="37" y="190"/>
                  </a:cubicBezTo>
                  <a:cubicBezTo>
                    <a:pt x="54" y="198"/>
                    <a:pt x="66" y="202"/>
                    <a:pt x="79" y="202"/>
                  </a:cubicBezTo>
                  <a:cubicBezTo>
                    <a:pt x="92" y="202"/>
                    <a:pt x="105" y="198"/>
                    <a:pt x="124" y="190"/>
                  </a:cubicBezTo>
                  <a:lnTo>
                    <a:pt x="157" y="190"/>
                  </a:lnTo>
                  <a:cubicBezTo>
                    <a:pt x="173" y="173"/>
                    <a:pt x="190" y="173"/>
                    <a:pt x="206" y="157"/>
                  </a:cubicBezTo>
                  <a:cubicBezTo>
                    <a:pt x="244" y="120"/>
                    <a:pt x="244" y="103"/>
                    <a:pt x="260" y="70"/>
                  </a:cubicBezTo>
                  <a:cubicBezTo>
                    <a:pt x="260" y="54"/>
                    <a:pt x="244" y="37"/>
                    <a:pt x="227" y="17"/>
                  </a:cubicBezTo>
                  <a:cubicBezTo>
                    <a:pt x="206" y="0"/>
                    <a:pt x="173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7"/>
            <p:cNvSpPr/>
            <p:nvPr/>
          </p:nvSpPr>
          <p:spPr>
            <a:xfrm>
              <a:off x="4866100" y="2397450"/>
              <a:ext cx="6100" cy="5200"/>
            </a:xfrm>
            <a:custGeom>
              <a:avLst/>
              <a:gdLst/>
              <a:ahLst/>
              <a:cxnLst/>
              <a:rect l="l" t="t" r="r" b="b"/>
              <a:pathLst>
                <a:path w="244" h="208" extrusionOk="0">
                  <a:moveTo>
                    <a:pt x="157" y="1"/>
                  </a:moveTo>
                  <a:cubicBezTo>
                    <a:pt x="140" y="1"/>
                    <a:pt x="124" y="17"/>
                    <a:pt x="103" y="17"/>
                  </a:cubicBezTo>
                  <a:cubicBezTo>
                    <a:pt x="37" y="54"/>
                    <a:pt x="0" y="104"/>
                    <a:pt x="0" y="157"/>
                  </a:cubicBezTo>
                  <a:cubicBezTo>
                    <a:pt x="13" y="189"/>
                    <a:pt x="46" y="208"/>
                    <a:pt x="86" y="208"/>
                  </a:cubicBezTo>
                  <a:cubicBezTo>
                    <a:pt x="108" y="208"/>
                    <a:pt x="132" y="202"/>
                    <a:pt x="157" y="190"/>
                  </a:cubicBezTo>
                  <a:cubicBezTo>
                    <a:pt x="173" y="190"/>
                    <a:pt x="190" y="174"/>
                    <a:pt x="190" y="157"/>
                  </a:cubicBezTo>
                  <a:cubicBezTo>
                    <a:pt x="227" y="120"/>
                    <a:pt x="243" y="87"/>
                    <a:pt x="243" y="54"/>
                  </a:cubicBezTo>
                  <a:cubicBezTo>
                    <a:pt x="227" y="17"/>
                    <a:pt x="190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7"/>
            <p:cNvSpPr/>
            <p:nvPr/>
          </p:nvSpPr>
          <p:spPr>
            <a:xfrm>
              <a:off x="4866600" y="238482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37" y="0"/>
                  </a:moveTo>
                  <a:cubicBezTo>
                    <a:pt x="120" y="0"/>
                    <a:pt x="102" y="3"/>
                    <a:pt x="83" y="7"/>
                  </a:cubicBezTo>
                  <a:cubicBezTo>
                    <a:pt x="50" y="23"/>
                    <a:pt x="17" y="60"/>
                    <a:pt x="17" y="93"/>
                  </a:cubicBezTo>
                  <a:cubicBezTo>
                    <a:pt x="1" y="110"/>
                    <a:pt x="1" y="126"/>
                    <a:pt x="1" y="147"/>
                  </a:cubicBezTo>
                  <a:cubicBezTo>
                    <a:pt x="1" y="164"/>
                    <a:pt x="17" y="180"/>
                    <a:pt x="34" y="197"/>
                  </a:cubicBezTo>
                  <a:cubicBezTo>
                    <a:pt x="67" y="197"/>
                    <a:pt x="104" y="197"/>
                    <a:pt x="137" y="180"/>
                  </a:cubicBezTo>
                  <a:cubicBezTo>
                    <a:pt x="207" y="164"/>
                    <a:pt x="240" y="93"/>
                    <a:pt x="240" y="44"/>
                  </a:cubicBezTo>
                  <a:cubicBezTo>
                    <a:pt x="228" y="17"/>
                    <a:pt x="186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7"/>
            <p:cNvSpPr/>
            <p:nvPr/>
          </p:nvSpPr>
          <p:spPr>
            <a:xfrm>
              <a:off x="4907825" y="2326125"/>
              <a:ext cx="6000" cy="5175"/>
            </a:xfrm>
            <a:custGeom>
              <a:avLst/>
              <a:gdLst/>
              <a:ahLst/>
              <a:cxnLst/>
              <a:rect l="l" t="t" r="r" b="b"/>
              <a:pathLst>
                <a:path w="240" h="207" extrusionOk="0">
                  <a:moveTo>
                    <a:pt x="153" y="1"/>
                  </a:moveTo>
                  <a:cubicBezTo>
                    <a:pt x="120" y="1"/>
                    <a:pt x="83" y="21"/>
                    <a:pt x="67" y="38"/>
                  </a:cubicBezTo>
                  <a:cubicBezTo>
                    <a:pt x="34" y="54"/>
                    <a:pt x="17" y="71"/>
                    <a:pt x="1" y="104"/>
                  </a:cubicBezTo>
                  <a:cubicBezTo>
                    <a:pt x="1" y="141"/>
                    <a:pt x="1" y="157"/>
                    <a:pt x="17" y="174"/>
                  </a:cubicBezTo>
                  <a:cubicBezTo>
                    <a:pt x="17" y="190"/>
                    <a:pt x="50" y="207"/>
                    <a:pt x="83" y="207"/>
                  </a:cubicBezTo>
                  <a:cubicBezTo>
                    <a:pt x="104" y="207"/>
                    <a:pt x="120" y="190"/>
                    <a:pt x="137" y="190"/>
                  </a:cubicBezTo>
                  <a:cubicBezTo>
                    <a:pt x="153" y="190"/>
                    <a:pt x="153" y="174"/>
                    <a:pt x="170" y="174"/>
                  </a:cubicBezTo>
                  <a:cubicBezTo>
                    <a:pt x="207" y="157"/>
                    <a:pt x="223" y="124"/>
                    <a:pt x="223" y="104"/>
                  </a:cubicBezTo>
                  <a:cubicBezTo>
                    <a:pt x="240" y="54"/>
                    <a:pt x="207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7"/>
            <p:cNvSpPr/>
            <p:nvPr/>
          </p:nvSpPr>
          <p:spPr>
            <a:xfrm>
              <a:off x="4756625" y="2490625"/>
              <a:ext cx="6425" cy="5075"/>
            </a:xfrm>
            <a:custGeom>
              <a:avLst/>
              <a:gdLst/>
              <a:ahLst/>
              <a:cxnLst/>
              <a:rect l="l" t="t" r="r" b="b"/>
              <a:pathLst>
                <a:path w="257" h="203" extrusionOk="0">
                  <a:moveTo>
                    <a:pt x="137" y="1"/>
                  </a:moveTo>
                  <a:cubicBezTo>
                    <a:pt x="104" y="17"/>
                    <a:pt x="71" y="38"/>
                    <a:pt x="50" y="54"/>
                  </a:cubicBezTo>
                  <a:cubicBezTo>
                    <a:pt x="1" y="104"/>
                    <a:pt x="1" y="157"/>
                    <a:pt x="34" y="190"/>
                  </a:cubicBezTo>
                  <a:cubicBezTo>
                    <a:pt x="52" y="199"/>
                    <a:pt x="65" y="203"/>
                    <a:pt x="78" y="203"/>
                  </a:cubicBezTo>
                  <a:cubicBezTo>
                    <a:pt x="91" y="203"/>
                    <a:pt x="104" y="199"/>
                    <a:pt x="120" y="190"/>
                  </a:cubicBezTo>
                  <a:lnTo>
                    <a:pt x="153" y="190"/>
                  </a:lnTo>
                  <a:cubicBezTo>
                    <a:pt x="174" y="174"/>
                    <a:pt x="190" y="174"/>
                    <a:pt x="207" y="157"/>
                  </a:cubicBezTo>
                  <a:cubicBezTo>
                    <a:pt x="256" y="104"/>
                    <a:pt x="256" y="54"/>
                    <a:pt x="223" y="17"/>
                  </a:cubicBezTo>
                  <a:cubicBezTo>
                    <a:pt x="190" y="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7"/>
            <p:cNvSpPr/>
            <p:nvPr/>
          </p:nvSpPr>
          <p:spPr>
            <a:xfrm>
              <a:off x="4790525" y="2500950"/>
              <a:ext cx="6950" cy="4750"/>
            </a:xfrm>
            <a:custGeom>
              <a:avLst/>
              <a:gdLst/>
              <a:ahLst/>
              <a:cxnLst/>
              <a:rect l="l" t="t" r="r" b="b"/>
              <a:pathLst>
                <a:path w="278" h="190" extrusionOk="0">
                  <a:moveTo>
                    <a:pt x="174" y="0"/>
                  </a:moveTo>
                  <a:cubicBezTo>
                    <a:pt x="158" y="0"/>
                    <a:pt x="121" y="17"/>
                    <a:pt x="88" y="37"/>
                  </a:cubicBezTo>
                  <a:cubicBezTo>
                    <a:pt x="55" y="54"/>
                    <a:pt x="34" y="70"/>
                    <a:pt x="34" y="103"/>
                  </a:cubicBezTo>
                  <a:cubicBezTo>
                    <a:pt x="1" y="157"/>
                    <a:pt x="34" y="190"/>
                    <a:pt x="104" y="190"/>
                  </a:cubicBezTo>
                  <a:lnTo>
                    <a:pt x="174" y="190"/>
                  </a:lnTo>
                  <a:cubicBezTo>
                    <a:pt x="174" y="173"/>
                    <a:pt x="191" y="173"/>
                    <a:pt x="191" y="173"/>
                  </a:cubicBezTo>
                  <a:cubicBezTo>
                    <a:pt x="224" y="157"/>
                    <a:pt x="240" y="120"/>
                    <a:pt x="261" y="103"/>
                  </a:cubicBezTo>
                  <a:cubicBezTo>
                    <a:pt x="277" y="37"/>
                    <a:pt x="24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7"/>
            <p:cNvSpPr/>
            <p:nvPr/>
          </p:nvSpPr>
          <p:spPr>
            <a:xfrm>
              <a:off x="4502750" y="23312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1"/>
                  </a:moveTo>
                  <a:cubicBezTo>
                    <a:pt x="141" y="1"/>
                    <a:pt x="104" y="21"/>
                    <a:pt x="71" y="38"/>
                  </a:cubicBezTo>
                  <a:cubicBezTo>
                    <a:pt x="54" y="54"/>
                    <a:pt x="21" y="71"/>
                    <a:pt x="21" y="104"/>
                  </a:cubicBezTo>
                  <a:cubicBezTo>
                    <a:pt x="1" y="141"/>
                    <a:pt x="1" y="157"/>
                    <a:pt x="38" y="190"/>
                  </a:cubicBezTo>
                  <a:cubicBezTo>
                    <a:pt x="54" y="190"/>
                    <a:pt x="71" y="207"/>
                    <a:pt x="87" y="207"/>
                  </a:cubicBezTo>
                  <a:cubicBezTo>
                    <a:pt x="104" y="207"/>
                    <a:pt x="141" y="190"/>
                    <a:pt x="158" y="190"/>
                  </a:cubicBezTo>
                  <a:cubicBezTo>
                    <a:pt x="191" y="174"/>
                    <a:pt x="228" y="141"/>
                    <a:pt x="244" y="104"/>
                  </a:cubicBezTo>
                  <a:lnTo>
                    <a:pt x="244" y="87"/>
                  </a:lnTo>
                  <a:cubicBezTo>
                    <a:pt x="261" y="38"/>
                    <a:pt x="228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7"/>
            <p:cNvSpPr/>
            <p:nvPr/>
          </p:nvSpPr>
          <p:spPr>
            <a:xfrm>
              <a:off x="4920725" y="2315400"/>
              <a:ext cx="6400" cy="5075"/>
            </a:xfrm>
            <a:custGeom>
              <a:avLst/>
              <a:gdLst/>
              <a:ahLst/>
              <a:cxnLst/>
              <a:rect l="l" t="t" r="r" b="b"/>
              <a:pathLst>
                <a:path w="256" h="203" extrusionOk="0">
                  <a:moveTo>
                    <a:pt x="136" y="1"/>
                  </a:moveTo>
                  <a:cubicBezTo>
                    <a:pt x="103" y="17"/>
                    <a:pt x="66" y="38"/>
                    <a:pt x="50" y="54"/>
                  </a:cubicBezTo>
                  <a:cubicBezTo>
                    <a:pt x="0" y="104"/>
                    <a:pt x="0" y="158"/>
                    <a:pt x="50" y="191"/>
                  </a:cubicBezTo>
                  <a:cubicBezTo>
                    <a:pt x="58" y="199"/>
                    <a:pt x="71" y="203"/>
                    <a:pt x="85" y="203"/>
                  </a:cubicBezTo>
                  <a:cubicBezTo>
                    <a:pt x="98" y="203"/>
                    <a:pt x="112" y="199"/>
                    <a:pt x="120" y="191"/>
                  </a:cubicBezTo>
                  <a:lnTo>
                    <a:pt x="153" y="191"/>
                  </a:lnTo>
                  <a:cubicBezTo>
                    <a:pt x="169" y="174"/>
                    <a:pt x="186" y="158"/>
                    <a:pt x="206" y="158"/>
                  </a:cubicBezTo>
                  <a:cubicBezTo>
                    <a:pt x="239" y="120"/>
                    <a:pt x="256" y="104"/>
                    <a:pt x="256" y="71"/>
                  </a:cubicBezTo>
                  <a:cubicBezTo>
                    <a:pt x="256" y="54"/>
                    <a:pt x="239" y="38"/>
                    <a:pt x="223" y="17"/>
                  </a:cubicBezTo>
                  <a:cubicBezTo>
                    <a:pt x="206" y="1"/>
                    <a:pt x="169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7"/>
            <p:cNvSpPr/>
            <p:nvPr/>
          </p:nvSpPr>
          <p:spPr>
            <a:xfrm>
              <a:off x="4538425" y="2285200"/>
              <a:ext cx="6525" cy="4875"/>
            </a:xfrm>
            <a:custGeom>
              <a:avLst/>
              <a:gdLst/>
              <a:ahLst/>
              <a:cxnLst/>
              <a:rect l="l" t="t" r="r" b="b"/>
              <a:pathLst>
                <a:path w="261" h="195" extrusionOk="0">
                  <a:moveTo>
                    <a:pt x="178" y="1"/>
                  </a:moveTo>
                  <a:cubicBezTo>
                    <a:pt x="136" y="1"/>
                    <a:pt x="90" y="18"/>
                    <a:pt x="54" y="42"/>
                  </a:cubicBezTo>
                  <a:cubicBezTo>
                    <a:pt x="0" y="92"/>
                    <a:pt x="0" y="162"/>
                    <a:pt x="37" y="178"/>
                  </a:cubicBezTo>
                  <a:cubicBezTo>
                    <a:pt x="70" y="195"/>
                    <a:pt x="87" y="195"/>
                    <a:pt x="120" y="195"/>
                  </a:cubicBezTo>
                  <a:cubicBezTo>
                    <a:pt x="141" y="195"/>
                    <a:pt x="141" y="178"/>
                    <a:pt x="157" y="178"/>
                  </a:cubicBezTo>
                  <a:cubicBezTo>
                    <a:pt x="174" y="178"/>
                    <a:pt x="190" y="162"/>
                    <a:pt x="207" y="145"/>
                  </a:cubicBezTo>
                  <a:cubicBezTo>
                    <a:pt x="260" y="92"/>
                    <a:pt x="260" y="42"/>
                    <a:pt x="223" y="9"/>
                  </a:cubicBezTo>
                  <a:cubicBezTo>
                    <a:pt x="209" y="3"/>
                    <a:pt x="194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7"/>
            <p:cNvSpPr/>
            <p:nvPr/>
          </p:nvSpPr>
          <p:spPr>
            <a:xfrm>
              <a:off x="4465450" y="2342100"/>
              <a:ext cx="6000" cy="4675"/>
            </a:xfrm>
            <a:custGeom>
              <a:avLst/>
              <a:gdLst/>
              <a:ahLst/>
              <a:cxnLst/>
              <a:rect l="l" t="t" r="r" b="b"/>
              <a:pathLst>
                <a:path w="240" h="187" extrusionOk="0">
                  <a:moveTo>
                    <a:pt x="153" y="1"/>
                  </a:moveTo>
                  <a:cubicBezTo>
                    <a:pt x="120" y="1"/>
                    <a:pt x="87" y="17"/>
                    <a:pt x="50" y="34"/>
                  </a:cubicBezTo>
                  <a:cubicBezTo>
                    <a:pt x="33" y="50"/>
                    <a:pt x="17" y="67"/>
                    <a:pt x="0" y="104"/>
                  </a:cubicBezTo>
                  <a:cubicBezTo>
                    <a:pt x="33" y="137"/>
                    <a:pt x="87" y="170"/>
                    <a:pt x="120" y="186"/>
                  </a:cubicBezTo>
                  <a:lnTo>
                    <a:pt x="136" y="186"/>
                  </a:lnTo>
                  <a:cubicBezTo>
                    <a:pt x="153" y="186"/>
                    <a:pt x="153" y="186"/>
                    <a:pt x="174" y="170"/>
                  </a:cubicBezTo>
                  <a:cubicBezTo>
                    <a:pt x="190" y="153"/>
                    <a:pt x="223" y="137"/>
                    <a:pt x="223" y="104"/>
                  </a:cubicBezTo>
                  <a:cubicBezTo>
                    <a:pt x="239" y="50"/>
                    <a:pt x="207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7"/>
            <p:cNvSpPr/>
            <p:nvPr/>
          </p:nvSpPr>
          <p:spPr>
            <a:xfrm>
              <a:off x="4925875" y="2325725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36" y="0"/>
                    <a:pt x="103" y="17"/>
                    <a:pt x="66" y="37"/>
                  </a:cubicBezTo>
                  <a:cubicBezTo>
                    <a:pt x="50" y="54"/>
                    <a:pt x="17" y="70"/>
                    <a:pt x="17" y="103"/>
                  </a:cubicBezTo>
                  <a:cubicBezTo>
                    <a:pt x="0" y="157"/>
                    <a:pt x="33" y="190"/>
                    <a:pt x="83" y="190"/>
                  </a:cubicBezTo>
                  <a:lnTo>
                    <a:pt x="153" y="190"/>
                  </a:lnTo>
                  <a:cubicBezTo>
                    <a:pt x="169" y="173"/>
                    <a:pt x="169" y="173"/>
                    <a:pt x="186" y="173"/>
                  </a:cubicBezTo>
                  <a:cubicBezTo>
                    <a:pt x="207" y="157"/>
                    <a:pt x="239" y="120"/>
                    <a:pt x="239" y="103"/>
                  </a:cubicBezTo>
                  <a:cubicBezTo>
                    <a:pt x="256" y="70"/>
                    <a:pt x="256" y="54"/>
                    <a:pt x="239" y="37"/>
                  </a:cubicBezTo>
                  <a:cubicBezTo>
                    <a:pt x="223" y="0"/>
                    <a:pt x="186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7"/>
            <p:cNvSpPr/>
            <p:nvPr/>
          </p:nvSpPr>
          <p:spPr>
            <a:xfrm>
              <a:off x="4467200" y="2332200"/>
              <a:ext cx="425" cy="850"/>
            </a:xfrm>
            <a:custGeom>
              <a:avLst/>
              <a:gdLst/>
              <a:ahLst/>
              <a:cxnLst/>
              <a:rect l="l" t="t" r="r" b="b"/>
              <a:pathLst>
                <a:path w="17" h="34" extrusionOk="0">
                  <a:moveTo>
                    <a:pt x="0" y="34"/>
                  </a:moveTo>
                  <a:cubicBezTo>
                    <a:pt x="0" y="34"/>
                    <a:pt x="17" y="17"/>
                    <a:pt x="17" y="1"/>
                  </a:cubicBezTo>
                  <a:lnTo>
                    <a:pt x="17" y="1"/>
                  </a:lnTo>
                  <a:cubicBezTo>
                    <a:pt x="17" y="17"/>
                    <a:pt x="0" y="34"/>
                    <a:pt x="0" y="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7"/>
            <p:cNvSpPr/>
            <p:nvPr/>
          </p:nvSpPr>
          <p:spPr>
            <a:xfrm>
              <a:off x="4522950" y="2284500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0"/>
                  </a:moveTo>
                  <a:cubicBezTo>
                    <a:pt x="158" y="0"/>
                    <a:pt x="121" y="17"/>
                    <a:pt x="88" y="37"/>
                  </a:cubicBezTo>
                  <a:cubicBezTo>
                    <a:pt x="55" y="54"/>
                    <a:pt x="38" y="70"/>
                    <a:pt x="38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1" y="206"/>
                    <a:pt x="141" y="190"/>
                    <a:pt x="174" y="190"/>
                  </a:cubicBezTo>
                  <a:lnTo>
                    <a:pt x="191" y="173"/>
                  </a:lnTo>
                  <a:cubicBezTo>
                    <a:pt x="224" y="157"/>
                    <a:pt x="244" y="120"/>
                    <a:pt x="261" y="103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7"/>
            <p:cNvSpPr/>
            <p:nvPr/>
          </p:nvSpPr>
          <p:spPr>
            <a:xfrm>
              <a:off x="4928450" y="2280050"/>
              <a:ext cx="6425" cy="4875"/>
            </a:xfrm>
            <a:custGeom>
              <a:avLst/>
              <a:gdLst/>
              <a:ahLst/>
              <a:cxnLst/>
              <a:rect l="l" t="t" r="r" b="b"/>
              <a:pathLst>
                <a:path w="257" h="195" extrusionOk="0">
                  <a:moveTo>
                    <a:pt x="155" y="1"/>
                  </a:moveTo>
                  <a:cubicBezTo>
                    <a:pt x="139" y="1"/>
                    <a:pt x="122" y="3"/>
                    <a:pt x="104" y="9"/>
                  </a:cubicBezTo>
                  <a:cubicBezTo>
                    <a:pt x="66" y="25"/>
                    <a:pt x="33" y="58"/>
                    <a:pt x="17" y="75"/>
                  </a:cubicBezTo>
                  <a:cubicBezTo>
                    <a:pt x="17" y="112"/>
                    <a:pt x="0" y="129"/>
                    <a:pt x="17" y="145"/>
                  </a:cubicBezTo>
                  <a:cubicBezTo>
                    <a:pt x="17" y="162"/>
                    <a:pt x="33" y="178"/>
                    <a:pt x="50" y="195"/>
                  </a:cubicBezTo>
                  <a:cubicBezTo>
                    <a:pt x="83" y="195"/>
                    <a:pt x="120" y="195"/>
                    <a:pt x="153" y="178"/>
                  </a:cubicBezTo>
                  <a:cubicBezTo>
                    <a:pt x="223" y="162"/>
                    <a:pt x="256" y="91"/>
                    <a:pt x="240" y="42"/>
                  </a:cubicBezTo>
                  <a:cubicBezTo>
                    <a:pt x="228" y="18"/>
                    <a:pt x="196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7"/>
            <p:cNvSpPr/>
            <p:nvPr/>
          </p:nvSpPr>
          <p:spPr>
            <a:xfrm>
              <a:off x="4927925" y="2292625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74" y="1"/>
                  </a:moveTo>
                  <a:cubicBezTo>
                    <a:pt x="157" y="1"/>
                    <a:pt x="141" y="21"/>
                    <a:pt x="104" y="21"/>
                  </a:cubicBezTo>
                  <a:cubicBezTo>
                    <a:pt x="54" y="54"/>
                    <a:pt x="1" y="104"/>
                    <a:pt x="21" y="157"/>
                  </a:cubicBezTo>
                  <a:cubicBezTo>
                    <a:pt x="32" y="189"/>
                    <a:pt x="62" y="200"/>
                    <a:pt x="97" y="200"/>
                  </a:cubicBezTo>
                  <a:cubicBezTo>
                    <a:pt x="117" y="200"/>
                    <a:pt x="138" y="196"/>
                    <a:pt x="157" y="190"/>
                  </a:cubicBezTo>
                  <a:cubicBezTo>
                    <a:pt x="174" y="174"/>
                    <a:pt x="190" y="174"/>
                    <a:pt x="207" y="157"/>
                  </a:cubicBezTo>
                  <a:cubicBezTo>
                    <a:pt x="244" y="124"/>
                    <a:pt x="261" y="87"/>
                    <a:pt x="261" y="54"/>
                  </a:cubicBezTo>
                  <a:cubicBezTo>
                    <a:pt x="244" y="2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7"/>
            <p:cNvSpPr/>
            <p:nvPr/>
          </p:nvSpPr>
          <p:spPr>
            <a:xfrm>
              <a:off x="4846000" y="2315400"/>
              <a:ext cx="6400" cy="5075"/>
            </a:xfrm>
            <a:custGeom>
              <a:avLst/>
              <a:gdLst/>
              <a:ahLst/>
              <a:cxnLst/>
              <a:rect l="l" t="t" r="r" b="b"/>
              <a:pathLst>
                <a:path w="256" h="203" extrusionOk="0">
                  <a:moveTo>
                    <a:pt x="159" y="0"/>
                  </a:moveTo>
                  <a:cubicBezTo>
                    <a:pt x="140" y="0"/>
                    <a:pt x="120" y="6"/>
                    <a:pt x="103" y="17"/>
                  </a:cubicBezTo>
                  <a:cubicBezTo>
                    <a:pt x="66" y="38"/>
                    <a:pt x="33" y="54"/>
                    <a:pt x="17" y="87"/>
                  </a:cubicBezTo>
                  <a:cubicBezTo>
                    <a:pt x="0" y="104"/>
                    <a:pt x="0" y="141"/>
                    <a:pt x="0" y="158"/>
                  </a:cubicBezTo>
                  <a:cubicBezTo>
                    <a:pt x="17" y="174"/>
                    <a:pt x="33" y="191"/>
                    <a:pt x="50" y="191"/>
                  </a:cubicBezTo>
                  <a:cubicBezTo>
                    <a:pt x="58" y="199"/>
                    <a:pt x="75" y="203"/>
                    <a:pt x="95" y="203"/>
                  </a:cubicBezTo>
                  <a:cubicBezTo>
                    <a:pt x="115" y="203"/>
                    <a:pt x="136" y="199"/>
                    <a:pt x="153" y="191"/>
                  </a:cubicBezTo>
                  <a:cubicBezTo>
                    <a:pt x="206" y="158"/>
                    <a:pt x="256" y="104"/>
                    <a:pt x="239" y="54"/>
                  </a:cubicBezTo>
                  <a:cubicBezTo>
                    <a:pt x="228" y="20"/>
                    <a:pt x="195" y="0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7"/>
            <p:cNvSpPr/>
            <p:nvPr/>
          </p:nvSpPr>
          <p:spPr>
            <a:xfrm>
              <a:off x="4775500" y="2352800"/>
              <a:ext cx="6925" cy="5025"/>
            </a:xfrm>
            <a:custGeom>
              <a:avLst/>
              <a:gdLst/>
              <a:ahLst/>
              <a:cxnLst/>
              <a:rect l="l" t="t" r="r" b="b"/>
              <a:pathLst>
                <a:path w="277" h="201" extrusionOk="0">
                  <a:moveTo>
                    <a:pt x="175" y="1"/>
                  </a:moveTo>
                  <a:cubicBezTo>
                    <a:pt x="153" y="1"/>
                    <a:pt x="128" y="6"/>
                    <a:pt x="103" y="18"/>
                  </a:cubicBezTo>
                  <a:cubicBezTo>
                    <a:pt x="54" y="51"/>
                    <a:pt x="0" y="105"/>
                    <a:pt x="17" y="154"/>
                  </a:cubicBezTo>
                  <a:cubicBezTo>
                    <a:pt x="30" y="189"/>
                    <a:pt x="62" y="201"/>
                    <a:pt x="97" y="201"/>
                  </a:cubicBezTo>
                  <a:cubicBezTo>
                    <a:pt x="117" y="201"/>
                    <a:pt x="138" y="197"/>
                    <a:pt x="157" y="191"/>
                  </a:cubicBezTo>
                  <a:cubicBezTo>
                    <a:pt x="223" y="154"/>
                    <a:pt x="276" y="105"/>
                    <a:pt x="260" y="51"/>
                  </a:cubicBezTo>
                  <a:cubicBezTo>
                    <a:pt x="249" y="19"/>
                    <a:pt x="216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7"/>
            <p:cNvSpPr/>
            <p:nvPr/>
          </p:nvSpPr>
          <p:spPr>
            <a:xfrm>
              <a:off x="4765600" y="2271375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176" y="0"/>
                  </a:moveTo>
                  <a:cubicBezTo>
                    <a:pt x="153" y="0"/>
                    <a:pt x="128" y="4"/>
                    <a:pt x="103" y="10"/>
                  </a:cubicBezTo>
                  <a:cubicBezTo>
                    <a:pt x="54" y="47"/>
                    <a:pt x="0" y="96"/>
                    <a:pt x="21" y="150"/>
                  </a:cubicBezTo>
                  <a:cubicBezTo>
                    <a:pt x="32" y="182"/>
                    <a:pt x="63" y="200"/>
                    <a:pt x="98" y="200"/>
                  </a:cubicBezTo>
                  <a:cubicBezTo>
                    <a:pt x="117" y="200"/>
                    <a:pt x="138" y="195"/>
                    <a:pt x="157" y="183"/>
                  </a:cubicBezTo>
                  <a:cubicBezTo>
                    <a:pt x="227" y="150"/>
                    <a:pt x="260" y="96"/>
                    <a:pt x="260" y="47"/>
                  </a:cubicBezTo>
                  <a:cubicBezTo>
                    <a:pt x="249" y="12"/>
                    <a:pt x="217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7"/>
            <p:cNvSpPr/>
            <p:nvPr/>
          </p:nvSpPr>
          <p:spPr>
            <a:xfrm>
              <a:off x="4755275" y="22835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56" y="1"/>
                  </a:moveTo>
                  <a:cubicBezTo>
                    <a:pt x="140" y="1"/>
                    <a:pt x="123" y="3"/>
                    <a:pt x="104" y="7"/>
                  </a:cubicBezTo>
                  <a:cubicBezTo>
                    <a:pt x="38" y="40"/>
                    <a:pt x="1" y="110"/>
                    <a:pt x="22" y="143"/>
                  </a:cubicBezTo>
                  <a:cubicBezTo>
                    <a:pt x="22" y="178"/>
                    <a:pt x="50" y="197"/>
                    <a:pt x="88" y="197"/>
                  </a:cubicBezTo>
                  <a:cubicBezTo>
                    <a:pt x="109" y="197"/>
                    <a:pt x="133" y="192"/>
                    <a:pt x="158" y="180"/>
                  </a:cubicBezTo>
                  <a:cubicBezTo>
                    <a:pt x="228" y="160"/>
                    <a:pt x="261" y="94"/>
                    <a:pt x="244" y="40"/>
                  </a:cubicBezTo>
                  <a:cubicBezTo>
                    <a:pt x="232" y="16"/>
                    <a:pt x="200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7"/>
            <p:cNvSpPr/>
            <p:nvPr/>
          </p:nvSpPr>
          <p:spPr>
            <a:xfrm>
              <a:off x="4763025" y="230510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57" y="1"/>
                  </a:moveTo>
                  <a:cubicBezTo>
                    <a:pt x="124" y="1"/>
                    <a:pt x="87" y="17"/>
                    <a:pt x="70" y="38"/>
                  </a:cubicBezTo>
                  <a:cubicBezTo>
                    <a:pt x="37" y="54"/>
                    <a:pt x="21" y="87"/>
                    <a:pt x="0" y="104"/>
                  </a:cubicBezTo>
                  <a:cubicBezTo>
                    <a:pt x="0" y="141"/>
                    <a:pt x="0" y="157"/>
                    <a:pt x="21" y="174"/>
                  </a:cubicBezTo>
                  <a:cubicBezTo>
                    <a:pt x="21" y="190"/>
                    <a:pt x="54" y="207"/>
                    <a:pt x="87" y="207"/>
                  </a:cubicBezTo>
                  <a:cubicBezTo>
                    <a:pt x="103" y="207"/>
                    <a:pt x="124" y="190"/>
                    <a:pt x="140" y="190"/>
                  </a:cubicBezTo>
                  <a:cubicBezTo>
                    <a:pt x="157" y="190"/>
                    <a:pt x="157" y="174"/>
                    <a:pt x="173" y="174"/>
                  </a:cubicBezTo>
                  <a:cubicBezTo>
                    <a:pt x="206" y="157"/>
                    <a:pt x="227" y="120"/>
                    <a:pt x="227" y="104"/>
                  </a:cubicBezTo>
                  <a:cubicBezTo>
                    <a:pt x="260" y="54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7"/>
            <p:cNvSpPr/>
            <p:nvPr/>
          </p:nvSpPr>
          <p:spPr>
            <a:xfrm>
              <a:off x="4747550" y="2306375"/>
              <a:ext cx="6525" cy="4825"/>
            </a:xfrm>
            <a:custGeom>
              <a:avLst/>
              <a:gdLst/>
              <a:ahLst/>
              <a:cxnLst/>
              <a:rect l="l" t="t" r="r" b="b"/>
              <a:pathLst>
                <a:path w="261" h="193" extrusionOk="0">
                  <a:moveTo>
                    <a:pt x="163" y="1"/>
                  </a:moveTo>
                  <a:cubicBezTo>
                    <a:pt x="145" y="1"/>
                    <a:pt x="126" y="6"/>
                    <a:pt x="104" y="20"/>
                  </a:cubicBezTo>
                  <a:cubicBezTo>
                    <a:pt x="54" y="36"/>
                    <a:pt x="21" y="69"/>
                    <a:pt x="21" y="106"/>
                  </a:cubicBezTo>
                  <a:cubicBezTo>
                    <a:pt x="1" y="123"/>
                    <a:pt x="1" y="139"/>
                    <a:pt x="21" y="139"/>
                  </a:cubicBezTo>
                  <a:cubicBezTo>
                    <a:pt x="21" y="173"/>
                    <a:pt x="48" y="192"/>
                    <a:pt x="85" y="192"/>
                  </a:cubicBezTo>
                  <a:cubicBezTo>
                    <a:pt x="107" y="192"/>
                    <a:pt x="132" y="186"/>
                    <a:pt x="157" y="172"/>
                  </a:cubicBezTo>
                  <a:cubicBezTo>
                    <a:pt x="228" y="156"/>
                    <a:pt x="260" y="90"/>
                    <a:pt x="244" y="53"/>
                  </a:cubicBezTo>
                  <a:cubicBezTo>
                    <a:pt x="244" y="36"/>
                    <a:pt x="228" y="20"/>
                    <a:pt x="228" y="20"/>
                  </a:cubicBezTo>
                  <a:cubicBezTo>
                    <a:pt x="206" y="10"/>
                    <a:pt x="186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7"/>
            <p:cNvSpPr/>
            <p:nvPr/>
          </p:nvSpPr>
          <p:spPr>
            <a:xfrm>
              <a:off x="4748900" y="2316350"/>
              <a:ext cx="6400" cy="4725"/>
            </a:xfrm>
            <a:custGeom>
              <a:avLst/>
              <a:gdLst/>
              <a:ahLst/>
              <a:cxnLst/>
              <a:rect l="l" t="t" r="r" b="b"/>
              <a:pathLst>
                <a:path w="256" h="189" extrusionOk="0">
                  <a:moveTo>
                    <a:pt x="153" y="0"/>
                  </a:moveTo>
                  <a:cubicBezTo>
                    <a:pt x="153" y="0"/>
                    <a:pt x="120" y="0"/>
                    <a:pt x="103" y="16"/>
                  </a:cubicBezTo>
                  <a:cubicBezTo>
                    <a:pt x="50" y="33"/>
                    <a:pt x="0" y="103"/>
                    <a:pt x="17" y="136"/>
                  </a:cubicBezTo>
                  <a:cubicBezTo>
                    <a:pt x="28" y="168"/>
                    <a:pt x="61" y="188"/>
                    <a:pt x="96" y="188"/>
                  </a:cubicBezTo>
                  <a:cubicBezTo>
                    <a:pt x="115" y="188"/>
                    <a:pt x="135" y="182"/>
                    <a:pt x="153" y="169"/>
                  </a:cubicBezTo>
                  <a:cubicBezTo>
                    <a:pt x="174" y="169"/>
                    <a:pt x="190" y="153"/>
                    <a:pt x="206" y="153"/>
                  </a:cubicBezTo>
                  <a:cubicBezTo>
                    <a:pt x="239" y="120"/>
                    <a:pt x="256" y="82"/>
                    <a:pt x="256" y="49"/>
                  </a:cubicBezTo>
                  <a:cubicBezTo>
                    <a:pt x="239" y="16"/>
                    <a:pt x="206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7"/>
            <p:cNvSpPr/>
            <p:nvPr/>
          </p:nvSpPr>
          <p:spPr>
            <a:xfrm>
              <a:off x="4631175" y="239962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0"/>
                    <a:pt x="71" y="33"/>
                  </a:cubicBezTo>
                  <a:cubicBezTo>
                    <a:pt x="55" y="50"/>
                    <a:pt x="17" y="70"/>
                    <a:pt x="17" y="103"/>
                  </a:cubicBezTo>
                  <a:cubicBezTo>
                    <a:pt x="1" y="153"/>
                    <a:pt x="38" y="190"/>
                    <a:pt x="88" y="190"/>
                  </a:cubicBezTo>
                  <a:cubicBezTo>
                    <a:pt x="121" y="190"/>
                    <a:pt x="141" y="190"/>
                    <a:pt x="158" y="173"/>
                  </a:cubicBezTo>
                  <a:lnTo>
                    <a:pt x="191" y="173"/>
                  </a:lnTo>
                  <a:cubicBezTo>
                    <a:pt x="207" y="136"/>
                    <a:pt x="244" y="120"/>
                    <a:pt x="244" y="87"/>
                  </a:cubicBezTo>
                  <a:cubicBezTo>
                    <a:pt x="261" y="33"/>
                    <a:pt x="22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7"/>
            <p:cNvSpPr/>
            <p:nvPr/>
          </p:nvSpPr>
          <p:spPr>
            <a:xfrm>
              <a:off x="4752300" y="2328300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74" y="0"/>
                  </a:moveTo>
                  <a:cubicBezTo>
                    <a:pt x="157" y="0"/>
                    <a:pt x="141" y="17"/>
                    <a:pt x="120" y="17"/>
                  </a:cubicBezTo>
                  <a:cubicBezTo>
                    <a:pt x="54" y="54"/>
                    <a:pt x="0" y="103"/>
                    <a:pt x="17" y="157"/>
                  </a:cubicBezTo>
                  <a:cubicBezTo>
                    <a:pt x="30" y="189"/>
                    <a:pt x="62" y="207"/>
                    <a:pt x="102" y="207"/>
                  </a:cubicBezTo>
                  <a:cubicBezTo>
                    <a:pt x="124" y="207"/>
                    <a:pt x="149" y="202"/>
                    <a:pt x="174" y="190"/>
                  </a:cubicBezTo>
                  <a:cubicBezTo>
                    <a:pt x="190" y="173"/>
                    <a:pt x="207" y="173"/>
                    <a:pt x="207" y="157"/>
                  </a:cubicBezTo>
                  <a:cubicBezTo>
                    <a:pt x="244" y="120"/>
                    <a:pt x="260" y="87"/>
                    <a:pt x="260" y="54"/>
                  </a:cubicBezTo>
                  <a:cubicBezTo>
                    <a:pt x="244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7"/>
            <p:cNvSpPr/>
            <p:nvPr/>
          </p:nvSpPr>
          <p:spPr>
            <a:xfrm>
              <a:off x="4763525" y="2351050"/>
              <a:ext cx="6425" cy="4800"/>
            </a:xfrm>
            <a:custGeom>
              <a:avLst/>
              <a:gdLst/>
              <a:ahLst/>
              <a:cxnLst/>
              <a:rect l="l" t="t" r="r" b="b"/>
              <a:pathLst>
                <a:path w="257" h="192" extrusionOk="0">
                  <a:moveTo>
                    <a:pt x="154" y="1"/>
                  </a:moveTo>
                  <a:cubicBezTo>
                    <a:pt x="132" y="1"/>
                    <a:pt x="108" y="6"/>
                    <a:pt x="83" y="18"/>
                  </a:cubicBezTo>
                  <a:cubicBezTo>
                    <a:pt x="50" y="18"/>
                    <a:pt x="34" y="55"/>
                    <a:pt x="17" y="88"/>
                  </a:cubicBezTo>
                  <a:cubicBezTo>
                    <a:pt x="1" y="104"/>
                    <a:pt x="1" y="121"/>
                    <a:pt x="1" y="137"/>
                  </a:cubicBezTo>
                  <a:cubicBezTo>
                    <a:pt x="1" y="175"/>
                    <a:pt x="17" y="175"/>
                    <a:pt x="50" y="191"/>
                  </a:cubicBezTo>
                  <a:cubicBezTo>
                    <a:pt x="67" y="191"/>
                    <a:pt x="104" y="191"/>
                    <a:pt x="137" y="175"/>
                  </a:cubicBezTo>
                  <a:cubicBezTo>
                    <a:pt x="207" y="158"/>
                    <a:pt x="256" y="88"/>
                    <a:pt x="240" y="55"/>
                  </a:cubicBezTo>
                  <a:cubicBezTo>
                    <a:pt x="229" y="20"/>
                    <a:pt x="196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7"/>
            <p:cNvSpPr/>
            <p:nvPr/>
          </p:nvSpPr>
          <p:spPr>
            <a:xfrm>
              <a:off x="4763025" y="236380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93" y="0"/>
                  </a:moveTo>
                  <a:cubicBezTo>
                    <a:pt x="182" y="0"/>
                    <a:pt x="170" y="2"/>
                    <a:pt x="157" y="7"/>
                  </a:cubicBezTo>
                  <a:lnTo>
                    <a:pt x="103" y="7"/>
                  </a:lnTo>
                  <a:cubicBezTo>
                    <a:pt x="37" y="40"/>
                    <a:pt x="0" y="93"/>
                    <a:pt x="21" y="143"/>
                  </a:cubicBezTo>
                  <a:cubicBezTo>
                    <a:pt x="21" y="178"/>
                    <a:pt x="49" y="197"/>
                    <a:pt x="88" y="197"/>
                  </a:cubicBezTo>
                  <a:cubicBezTo>
                    <a:pt x="108" y="197"/>
                    <a:pt x="132" y="191"/>
                    <a:pt x="157" y="180"/>
                  </a:cubicBezTo>
                  <a:cubicBezTo>
                    <a:pt x="173" y="180"/>
                    <a:pt x="190" y="163"/>
                    <a:pt x="206" y="143"/>
                  </a:cubicBezTo>
                  <a:cubicBezTo>
                    <a:pt x="243" y="126"/>
                    <a:pt x="260" y="77"/>
                    <a:pt x="243" y="40"/>
                  </a:cubicBezTo>
                  <a:cubicBezTo>
                    <a:pt x="243" y="16"/>
                    <a:pt x="224" y="0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7"/>
            <p:cNvSpPr/>
            <p:nvPr/>
          </p:nvSpPr>
          <p:spPr>
            <a:xfrm>
              <a:off x="4773325" y="23386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87" y="17"/>
                  </a:cubicBezTo>
                  <a:cubicBezTo>
                    <a:pt x="54" y="54"/>
                    <a:pt x="38" y="71"/>
                    <a:pt x="21" y="104"/>
                  </a:cubicBezTo>
                  <a:cubicBezTo>
                    <a:pt x="0" y="157"/>
                    <a:pt x="38" y="190"/>
                    <a:pt x="104" y="190"/>
                  </a:cubicBezTo>
                  <a:cubicBezTo>
                    <a:pt x="124" y="190"/>
                    <a:pt x="141" y="190"/>
                    <a:pt x="157" y="174"/>
                  </a:cubicBezTo>
                  <a:lnTo>
                    <a:pt x="190" y="174"/>
                  </a:lnTo>
                  <a:cubicBezTo>
                    <a:pt x="207" y="141"/>
                    <a:pt x="244" y="120"/>
                    <a:pt x="244" y="87"/>
                  </a:cubicBezTo>
                  <a:cubicBezTo>
                    <a:pt x="260" y="38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7"/>
            <p:cNvSpPr/>
            <p:nvPr/>
          </p:nvSpPr>
          <p:spPr>
            <a:xfrm>
              <a:off x="4766100" y="2315825"/>
              <a:ext cx="6825" cy="5175"/>
            </a:xfrm>
            <a:custGeom>
              <a:avLst/>
              <a:gdLst/>
              <a:ahLst/>
              <a:cxnLst/>
              <a:rect l="l" t="t" r="r" b="b"/>
              <a:pathLst>
                <a:path w="273" h="207" extrusionOk="0">
                  <a:moveTo>
                    <a:pt x="170" y="0"/>
                  </a:moveTo>
                  <a:cubicBezTo>
                    <a:pt x="137" y="0"/>
                    <a:pt x="104" y="21"/>
                    <a:pt x="83" y="37"/>
                  </a:cubicBezTo>
                  <a:cubicBezTo>
                    <a:pt x="50" y="54"/>
                    <a:pt x="34" y="87"/>
                    <a:pt x="17" y="103"/>
                  </a:cubicBezTo>
                  <a:cubicBezTo>
                    <a:pt x="1" y="157"/>
                    <a:pt x="34" y="207"/>
                    <a:pt x="104" y="207"/>
                  </a:cubicBezTo>
                  <a:cubicBezTo>
                    <a:pt x="120" y="207"/>
                    <a:pt x="137" y="207"/>
                    <a:pt x="153" y="190"/>
                  </a:cubicBezTo>
                  <a:cubicBezTo>
                    <a:pt x="207" y="174"/>
                    <a:pt x="240" y="141"/>
                    <a:pt x="240" y="103"/>
                  </a:cubicBezTo>
                  <a:cubicBezTo>
                    <a:pt x="273" y="54"/>
                    <a:pt x="240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7"/>
            <p:cNvSpPr/>
            <p:nvPr/>
          </p:nvSpPr>
          <p:spPr>
            <a:xfrm>
              <a:off x="4767750" y="23268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56" y="0"/>
                  </a:moveTo>
                  <a:cubicBezTo>
                    <a:pt x="145" y="0"/>
                    <a:pt x="133" y="2"/>
                    <a:pt x="120" y="8"/>
                  </a:cubicBezTo>
                  <a:cubicBezTo>
                    <a:pt x="87" y="8"/>
                    <a:pt x="71" y="24"/>
                    <a:pt x="38" y="41"/>
                  </a:cubicBezTo>
                  <a:cubicBezTo>
                    <a:pt x="17" y="74"/>
                    <a:pt x="1" y="94"/>
                    <a:pt x="1" y="127"/>
                  </a:cubicBezTo>
                  <a:cubicBezTo>
                    <a:pt x="1" y="144"/>
                    <a:pt x="1" y="160"/>
                    <a:pt x="38" y="177"/>
                  </a:cubicBezTo>
                  <a:cubicBezTo>
                    <a:pt x="54" y="197"/>
                    <a:pt x="87" y="197"/>
                    <a:pt x="120" y="197"/>
                  </a:cubicBezTo>
                  <a:lnTo>
                    <a:pt x="141" y="177"/>
                  </a:lnTo>
                  <a:cubicBezTo>
                    <a:pt x="158" y="177"/>
                    <a:pt x="190" y="160"/>
                    <a:pt x="207" y="144"/>
                  </a:cubicBezTo>
                  <a:cubicBezTo>
                    <a:pt x="244" y="94"/>
                    <a:pt x="261" y="41"/>
                    <a:pt x="207" y="8"/>
                  </a:cubicBezTo>
                  <a:cubicBezTo>
                    <a:pt x="196" y="8"/>
                    <a:pt x="178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7"/>
            <p:cNvSpPr/>
            <p:nvPr/>
          </p:nvSpPr>
          <p:spPr>
            <a:xfrm>
              <a:off x="4771275" y="2281900"/>
              <a:ext cx="6825" cy="4950"/>
            </a:xfrm>
            <a:custGeom>
              <a:avLst/>
              <a:gdLst/>
              <a:ahLst/>
              <a:cxnLst/>
              <a:rect l="l" t="t" r="r" b="b"/>
              <a:pathLst>
                <a:path w="273" h="198" extrusionOk="0">
                  <a:moveTo>
                    <a:pt x="171" y="0"/>
                  </a:moveTo>
                  <a:cubicBezTo>
                    <a:pt x="150" y="0"/>
                    <a:pt x="126" y="6"/>
                    <a:pt x="103" y="17"/>
                  </a:cubicBezTo>
                  <a:cubicBezTo>
                    <a:pt x="49" y="55"/>
                    <a:pt x="0" y="104"/>
                    <a:pt x="17" y="158"/>
                  </a:cubicBezTo>
                  <a:cubicBezTo>
                    <a:pt x="29" y="182"/>
                    <a:pt x="69" y="197"/>
                    <a:pt x="110" y="197"/>
                  </a:cubicBezTo>
                  <a:cubicBezTo>
                    <a:pt x="125" y="197"/>
                    <a:pt x="139" y="195"/>
                    <a:pt x="153" y="191"/>
                  </a:cubicBezTo>
                  <a:cubicBezTo>
                    <a:pt x="223" y="158"/>
                    <a:pt x="272" y="104"/>
                    <a:pt x="256" y="55"/>
                  </a:cubicBezTo>
                  <a:cubicBezTo>
                    <a:pt x="245" y="20"/>
                    <a:pt x="211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7"/>
            <p:cNvSpPr/>
            <p:nvPr/>
          </p:nvSpPr>
          <p:spPr>
            <a:xfrm>
              <a:off x="4770750" y="22943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3" y="1"/>
                    <a:pt x="87" y="17"/>
                  </a:cubicBezTo>
                  <a:cubicBezTo>
                    <a:pt x="54" y="54"/>
                    <a:pt x="38" y="71"/>
                    <a:pt x="21" y="87"/>
                  </a:cubicBezTo>
                  <a:cubicBezTo>
                    <a:pt x="0" y="120"/>
                    <a:pt x="21" y="157"/>
                    <a:pt x="38" y="174"/>
                  </a:cubicBezTo>
                  <a:cubicBezTo>
                    <a:pt x="54" y="190"/>
                    <a:pt x="70" y="190"/>
                    <a:pt x="103" y="190"/>
                  </a:cubicBezTo>
                  <a:cubicBezTo>
                    <a:pt x="124" y="190"/>
                    <a:pt x="141" y="190"/>
                    <a:pt x="157" y="174"/>
                  </a:cubicBezTo>
                  <a:cubicBezTo>
                    <a:pt x="190" y="157"/>
                    <a:pt x="227" y="137"/>
                    <a:pt x="244" y="87"/>
                  </a:cubicBezTo>
                  <a:cubicBezTo>
                    <a:pt x="260" y="34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7"/>
            <p:cNvSpPr/>
            <p:nvPr/>
          </p:nvSpPr>
          <p:spPr>
            <a:xfrm>
              <a:off x="4757875" y="2293975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40" y="0"/>
                  </a:moveTo>
                  <a:cubicBezTo>
                    <a:pt x="103" y="17"/>
                    <a:pt x="70" y="33"/>
                    <a:pt x="54" y="50"/>
                  </a:cubicBezTo>
                  <a:cubicBezTo>
                    <a:pt x="0" y="103"/>
                    <a:pt x="0" y="153"/>
                    <a:pt x="37" y="190"/>
                  </a:cubicBezTo>
                  <a:cubicBezTo>
                    <a:pt x="59" y="190"/>
                    <a:pt x="74" y="197"/>
                    <a:pt x="92" y="197"/>
                  </a:cubicBezTo>
                  <a:cubicBezTo>
                    <a:pt x="101" y="197"/>
                    <a:pt x="111" y="195"/>
                    <a:pt x="124" y="190"/>
                  </a:cubicBezTo>
                  <a:lnTo>
                    <a:pt x="157" y="190"/>
                  </a:lnTo>
                  <a:cubicBezTo>
                    <a:pt x="173" y="173"/>
                    <a:pt x="190" y="153"/>
                    <a:pt x="206" y="136"/>
                  </a:cubicBezTo>
                  <a:cubicBezTo>
                    <a:pt x="243" y="120"/>
                    <a:pt x="243" y="103"/>
                    <a:pt x="243" y="70"/>
                  </a:cubicBezTo>
                  <a:cubicBezTo>
                    <a:pt x="260" y="50"/>
                    <a:pt x="243" y="17"/>
                    <a:pt x="227" y="17"/>
                  </a:cubicBezTo>
                  <a:cubicBezTo>
                    <a:pt x="190" y="0"/>
                    <a:pt x="173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7"/>
            <p:cNvSpPr/>
            <p:nvPr/>
          </p:nvSpPr>
          <p:spPr>
            <a:xfrm>
              <a:off x="4646650" y="23879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0"/>
                  </a:moveTo>
                  <a:cubicBezTo>
                    <a:pt x="141" y="0"/>
                    <a:pt x="103" y="0"/>
                    <a:pt x="71" y="21"/>
                  </a:cubicBezTo>
                  <a:cubicBezTo>
                    <a:pt x="54" y="38"/>
                    <a:pt x="17" y="71"/>
                    <a:pt x="17" y="87"/>
                  </a:cubicBezTo>
                  <a:cubicBezTo>
                    <a:pt x="0" y="141"/>
                    <a:pt x="38" y="190"/>
                    <a:pt x="87" y="190"/>
                  </a:cubicBezTo>
                  <a:cubicBezTo>
                    <a:pt x="103" y="190"/>
                    <a:pt x="141" y="190"/>
                    <a:pt x="157" y="174"/>
                  </a:cubicBezTo>
                  <a:cubicBezTo>
                    <a:pt x="157" y="174"/>
                    <a:pt x="174" y="174"/>
                    <a:pt x="190" y="157"/>
                  </a:cubicBezTo>
                  <a:cubicBezTo>
                    <a:pt x="207" y="141"/>
                    <a:pt x="223" y="124"/>
                    <a:pt x="244" y="87"/>
                  </a:cubicBezTo>
                  <a:cubicBezTo>
                    <a:pt x="260" y="38"/>
                    <a:pt x="223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7"/>
            <p:cNvSpPr/>
            <p:nvPr/>
          </p:nvSpPr>
          <p:spPr>
            <a:xfrm>
              <a:off x="4647050" y="2373425"/>
              <a:ext cx="6525" cy="4975"/>
            </a:xfrm>
            <a:custGeom>
              <a:avLst/>
              <a:gdLst/>
              <a:ahLst/>
              <a:cxnLst/>
              <a:rect l="l" t="t" r="r" b="b"/>
              <a:pathLst>
                <a:path w="261" h="199" extrusionOk="0">
                  <a:moveTo>
                    <a:pt x="157" y="0"/>
                  </a:moveTo>
                  <a:cubicBezTo>
                    <a:pt x="119" y="0"/>
                    <a:pt x="76" y="19"/>
                    <a:pt x="55" y="51"/>
                  </a:cubicBezTo>
                  <a:cubicBezTo>
                    <a:pt x="22" y="67"/>
                    <a:pt x="1" y="104"/>
                    <a:pt x="1" y="121"/>
                  </a:cubicBezTo>
                  <a:cubicBezTo>
                    <a:pt x="1" y="154"/>
                    <a:pt x="22" y="170"/>
                    <a:pt x="38" y="191"/>
                  </a:cubicBezTo>
                  <a:cubicBezTo>
                    <a:pt x="49" y="191"/>
                    <a:pt x="67" y="198"/>
                    <a:pt x="89" y="198"/>
                  </a:cubicBezTo>
                  <a:cubicBezTo>
                    <a:pt x="100" y="198"/>
                    <a:pt x="112" y="196"/>
                    <a:pt x="125" y="191"/>
                  </a:cubicBezTo>
                  <a:lnTo>
                    <a:pt x="158" y="191"/>
                  </a:lnTo>
                  <a:cubicBezTo>
                    <a:pt x="174" y="170"/>
                    <a:pt x="191" y="154"/>
                    <a:pt x="207" y="137"/>
                  </a:cubicBezTo>
                  <a:cubicBezTo>
                    <a:pt x="261" y="104"/>
                    <a:pt x="261" y="34"/>
                    <a:pt x="207" y="18"/>
                  </a:cubicBezTo>
                  <a:cubicBezTo>
                    <a:pt x="195" y="6"/>
                    <a:pt x="17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7"/>
            <p:cNvSpPr/>
            <p:nvPr/>
          </p:nvSpPr>
          <p:spPr>
            <a:xfrm>
              <a:off x="4675400" y="2329450"/>
              <a:ext cx="6100" cy="4950"/>
            </a:xfrm>
            <a:custGeom>
              <a:avLst/>
              <a:gdLst/>
              <a:ahLst/>
              <a:cxnLst/>
              <a:rect l="l" t="t" r="r" b="b"/>
              <a:pathLst>
                <a:path w="244" h="198" extrusionOk="0">
                  <a:moveTo>
                    <a:pt x="162" y="1"/>
                  </a:moveTo>
                  <a:cubicBezTo>
                    <a:pt x="154" y="1"/>
                    <a:pt x="146" y="2"/>
                    <a:pt x="141" y="8"/>
                  </a:cubicBezTo>
                  <a:cubicBezTo>
                    <a:pt x="104" y="8"/>
                    <a:pt x="71" y="24"/>
                    <a:pt x="54" y="41"/>
                  </a:cubicBezTo>
                  <a:cubicBezTo>
                    <a:pt x="1" y="94"/>
                    <a:pt x="1" y="160"/>
                    <a:pt x="38" y="177"/>
                  </a:cubicBezTo>
                  <a:cubicBezTo>
                    <a:pt x="54" y="198"/>
                    <a:pt x="87" y="198"/>
                    <a:pt x="124" y="198"/>
                  </a:cubicBezTo>
                  <a:cubicBezTo>
                    <a:pt x="141" y="198"/>
                    <a:pt x="141" y="177"/>
                    <a:pt x="157" y="177"/>
                  </a:cubicBezTo>
                  <a:cubicBezTo>
                    <a:pt x="174" y="177"/>
                    <a:pt x="190" y="160"/>
                    <a:pt x="207" y="144"/>
                  </a:cubicBezTo>
                  <a:cubicBezTo>
                    <a:pt x="227" y="127"/>
                    <a:pt x="244" y="94"/>
                    <a:pt x="244" y="74"/>
                  </a:cubicBezTo>
                  <a:cubicBezTo>
                    <a:pt x="244" y="41"/>
                    <a:pt x="244" y="24"/>
                    <a:pt x="207" y="8"/>
                  </a:cubicBezTo>
                  <a:cubicBezTo>
                    <a:pt x="196" y="8"/>
                    <a:pt x="178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7"/>
            <p:cNvSpPr/>
            <p:nvPr/>
          </p:nvSpPr>
          <p:spPr>
            <a:xfrm>
              <a:off x="4646225" y="2399600"/>
              <a:ext cx="6525" cy="4800"/>
            </a:xfrm>
            <a:custGeom>
              <a:avLst/>
              <a:gdLst/>
              <a:ahLst/>
              <a:cxnLst/>
              <a:rect l="l" t="t" r="r" b="b"/>
              <a:pathLst>
                <a:path w="261" h="192" extrusionOk="0">
                  <a:moveTo>
                    <a:pt x="170" y="1"/>
                  </a:moveTo>
                  <a:cubicBezTo>
                    <a:pt x="151" y="1"/>
                    <a:pt x="129" y="6"/>
                    <a:pt x="104" y="18"/>
                  </a:cubicBezTo>
                  <a:cubicBezTo>
                    <a:pt x="34" y="34"/>
                    <a:pt x="1" y="104"/>
                    <a:pt x="1" y="137"/>
                  </a:cubicBezTo>
                  <a:cubicBezTo>
                    <a:pt x="12" y="172"/>
                    <a:pt x="45" y="191"/>
                    <a:pt x="87" y="191"/>
                  </a:cubicBezTo>
                  <a:cubicBezTo>
                    <a:pt x="109" y="191"/>
                    <a:pt x="133" y="186"/>
                    <a:pt x="158" y="174"/>
                  </a:cubicBezTo>
                  <a:cubicBezTo>
                    <a:pt x="207" y="154"/>
                    <a:pt x="261" y="88"/>
                    <a:pt x="240" y="51"/>
                  </a:cubicBezTo>
                  <a:cubicBezTo>
                    <a:pt x="229" y="19"/>
                    <a:pt x="205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7"/>
            <p:cNvSpPr/>
            <p:nvPr/>
          </p:nvSpPr>
          <p:spPr>
            <a:xfrm>
              <a:off x="4679325" y="2292625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74" y="1"/>
                  </a:moveTo>
                  <a:cubicBezTo>
                    <a:pt x="103" y="1"/>
                    <a:pt x="33" y="54"/>
                    <a:pt x="17" y="104"/>
                  </a:cubicBezTo>
                  <a:cubicBezTo>
                    <a:pt x="0" y="157"/>
                    <a:pt x="33" y="207"/>
                    <a:pt x="103" y="207"/>
                  </a:cubicBezTo>
                  <a:cubicBezTo>
                    <a:pt x="120" y="207"/>
                    <a:pt x="136" y="207"/>
                    <a:pt x="153" y="190"/>
                  </a:cubicBezTo>
                  <a:cubicBezTo>
                    <a:pt x="174" y="190"/>
                    <a:pt x="174" y="190"/>
                    <a:pt x="190" y="174"/>
                  </a:cubicBezTo>
                  <a:cubicBezTo>
                    <a:pt x="223" y="157"/>
                    <a:pt x="240" y="141"/>
                    <a:pt x="240" y="104"/>
                  </a:cubicBezTo>
                  <a:cubicBezTo>
                    <a:pt x="256" y="87"/>
                    <a:pt x="256" y="54"/>
                    <a:pt x="240" y="38"/>
                  </a:cubicBezTo>
                  <a:cubicBezTo>
                    <a:pt x="223" y="2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7"/>
            <p:cNvSpPr/>
            <p:nvPr/>
          </p:nvSpPr>
          <p:spPr>
            <a:xfrm>
              <a:off x="4657375" y="2420650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57" y="0"/>
                  </a:moveTo>
                  <a:cubicBezTo>
                    <a:pt x="140" y="0"/>
                    <a:pt x="103" y="0"/>
                    <a:pt x="70" y="17"/>
                  </a:cubicBezTo>
                  <a:cubicBezTo>
                    <a:pt x="37" y="33"/>
                    <a:pt x="21" y="70"/>
                    <a:pt x="21" y="87"/>
                  </a:cubicBezTo>
                  <a:cubicBezTo>
                    <a:pt x="0" y="136"/>
                    <a:pt x="21" y="174"/>
                    <a:pt x="54" y="190"/>
                  </a:cubicBezTo>
                  <a:lnTo>
                    <a:pt x="87" y="190"/>
                  </a:lnTo>
                  <a:cubicBezTo>
                    <a:pt x="103" y="190"/>
                    <a:pt x="124" y="190"/>
                    <a:pt x="157" y="174"/>
                  </a:cubicBezTo>
                  <a:cubicBezTo>
                    <a:pt x="173" y="174"/>
                    <a:pt x="206" y="136"/>
                    <a:pt x="227" y="120"/>
                  </a:cubicBezTo>
                  <a:cubicBezTo>
                    <a:pt x="227" y="103"/>
                    <a:pt x="243" y="103"/>
                    <a:pt x="243" y="87"/>
                  </a:cubicBezTo>
                  <a:cubicBezTo>
                    <a:pt x="260" y="33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7"/>
            <p:cNvSpPr/>
            <p:nvPr/>
          </p:nvSpPr>
          <p:spPr>
            <a:xfrm>
              <a:off x="4653150" y="2408175"/>
              <a:ext cx="6400" cy="4925"/>
            </a:xfrm>
            <a:custGeom>
              <a:avLst/>
              <a:gdLst/>
              <a:ahLst/>
              <a:cxnLst/>
              <a:rect l="l" t="t" r="r" b="b"/>
              <a:pathLst>
                <a:path w="256" h="197" extrusionOk="0">
                  <a:moveTo>
                    <a:pt x="159" y="0"/>
                  </a:moveTo>
                  <a:cubicBezTo>
                    <a:pt x="140" y="0"/>
                    <a:pt x="120" y="6"/>
                    <a:pt x="103" y="17"/>
                  </a:cubicBezTo>
                  <a:cubicBezTo>
                    <a:pt x="33" y="38"/>
                    <a:pt x="0" y="104"/>
                    <a:pt x="0" y="157"/>
                  </a:cubicBezTo>
                  <a:cubicBezTo>
                    <a:pt x="12" y="181"/>
                    <a:pt x="53" y="197"/>
                    <a:pt x="100" y="197"/>
                  </a:cubicBezTo>
                  <a:cubicBezTo>
                    <a:pt x="117" y="197"/>
                    <a:pt x="135" y="195"/>
                    <a:pt x="153" y="190"/>
                  </a:cubicBezTo>
                  <a:cubicBezTo>
                    <a:pt x="206" y="157"/>
                    <a:pt x="256" y="87"/>
                    <a:pt x="239" y="54"/>
                  </a:cubicBezTo>
                  <a:cubicBezTo>
                    <a:pt x="229" y="19"/>
                    <a:pt x="195" y="0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7"/>
            <p:cNvSpPr/>
            <p:nvPr/>
          </p:nvSpPr>
          <p:spPr>
            <a:xfrm>
              <a:off x="4680150" y="234077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3" y="17"/>
                    <a:pt x="70" y="33"/>
                  </a:cubicBezTo>
                  <a:cubicBezTo>
                    <a:pt x="54" y="54"/>
                    <a:pt x="17" y="70"/>
                    <a:pt x="17" y="103"/>
                  </a:cubicBezTo>
                  <a:cubicBezTo>
                    <a:pt x="0" y="120"/>
                    <a:pt x="0" y="157"/>
                    <a:pt x="17" y="173"/>
                  </a:cubicBezTo>
                  <a:cubicBezTo>
                    <a:pt x="37" y="190"/>
                    <a:pt x="70" y="190"/>
                    <a:pt x="87" y="190"/>
                  </a:cubicBezTo>
                  <a:lnTo>
                    <a:pt x="157" y="190"/>
                  </a:lnTo>
                  <a:cubicBezTo>
                    <a:pt x="174" y="173"/>
                    <a:pt x="174" y="173"/>
                    <a:pt x="190" y="173"/>
                  </a:cubicBezTo>
                  <a:cubicBezTo>
                    <a:pt x="207" y="157"/>
                    <a:pt x="244" y="120"/>
                    <a:pt x="244" y="103"/>
                  </a:cubicBezTo>
                  <a:cubicBezTo>
                    <a:pt x="260" y="33"/>
                    <a:pt x="223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7"/>
            <p:cNvSpPr/>
            <p:nvPr/>
          </p:nvSpPr>
          <p:spPr>
            <a:xfrm>
              <a:off x="4632950" y="238755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53" y="1"/>
                  </a:moveTo>
                  <a:cubicBezTo>
                    <a:pt x="120" y="1"/>
                    <a:pt x="87" y="17"/>
                    <a:pt x="70" y="55"/>
                  </a:cubicBezTo>
                  <a:cubicBezTo>
                    <a:pt x="17" y="88"/>
                    <a:pt x="0" y="158"/>
                    <a:pt x="50" y="191"/>
                  </a:cubicBezTo>
                  <a:lnTo>
                    <a:pt x="136" y="191"/>
                  </a:lnTo>
                  <a:cubicBezTo>
                    <a:pt x="136" y="191"/>
                    <a:pt x="153" y="191"/>
                    <a:pt x="173" y="174"/>
                  </a:cubicBezTo>
                  <a:cubicBezTo>
                    <a:pt x="190" y="174"/>
                    <a:pt x="206" y="158"/>
                    <a:pt x="223" y="141"/>
                  </a:cubicBezTo>
                  <a:cubicBezTo>
                    <a:pt x="276" y="104"/>
                    <a:pt x="276" y="38"/>
                    <a:pt x="223" y="17"/>
                  </a:cubicBezTo>
                  <a:cubicBezTo>
                    <a:pt x="206" y="1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7"/>
            <p:cNvSpPr/>
            <p:nvPr/>
          </p:nvSpPr>
          <p:spPr>
            <a:xfrm>
              <a:off x="4683650" y="2351475"/>
              <a:ext cx="6425" cy="5200"/>
            </a:xfrm>
            <a:custGeom>
              <a:avLst/>
              <a:gdLst/>
              <a:ahLst/>
              <a:cxnLst/>
              <a:rect l="l" t="t" r="r" b="b"/>
              <a:pathLst>
                <a:path w="257" h="208" extrusionOk="0">
                  <a:moveTo>
                    <a:pt x="170" y="1"/>
                  </a:moveTo>
                  <a:cubicBezTo>
                    <a:pt x="137" y="1"/>
                    <a:pt x="104" y="17"/>
                    <a:pt x="67" y="38"/>
                  </a:cubicBezTo>
                  <a:cubicBezTo>
                    <a:pt x="50" y="55"/>
                    <a:pt x="34" y="71"/>
                    <a:pt x="17" y="104"/>
                  </a:cubicBezTo>
                  <a:cubicBezTo>
                    <a:pt x="1" y="158"/>
                    <a:pt x="34" y="207"/>
                    <a:pt x="83" y="207"/>
                  </a:cubicBezTo>
                  <a:cubicBezTo>
                    <a:pt x="120" y="207"/>
                    <a:pt x="137" y="191"/>
                    <a:pt x="153" y="191"/>
                  </a:cubicBezTo>
                  <a:cubicBezTo>
                    <a:pt x="186" y="174"/>
                    <a:pt x="223" y="141"/>
                    <a:pt x="240" y="104"/>
                  </a:cubicBezTo>
                  <a:cubicBezTo>
                    <a:pt x="256" y="55"/>
                    <a:pt x="223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7"/>
            <p:cNvSpPr/>
            <p:nvPr/>
          </p:nvSpPr>
          <p:spPr>
            <a:xfrm>
              <a:off x="4636750" y="23510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17"/>
                    <a:pt x="71" y="33"/>
                  </a:cubicBezTo>
                  <a:cubicBezTo>
                    <a:pt x="54" y="54"/>
                    <a:pt x="38" y="71"/>
                    <a:pt x="21" y="103"/>
                  </a:cubicBezTo>
                  <a:cubicBezTo>
                    <a:pt x="1" y="157"/>
                    <a:pt x="21" y="190"/>
                    <a:pt x="71" y="190"/>
                  </a:cubicBezTo>
                  <a:cubicBezTo>
                    <a:pt x="71" y="207"/>
                    <a:pt x="87" y="207"/>
                    <a:pt x="104" y="207"/>
                  </a:cubicBezTo>
                  <a:cubicBezTo>
                    <a:pt x="124" y="207"/>
                    <a:pt x="141" y="190"/>
                    <a:pt x="157" y="190"/>
                  </a:cubicBezTo>
                  <a:cubicBezTo>
                    <a:pt x="190" y="174"/>
                    <a:pt x="207" y="157"/>
                    <a:pt x="227" y="120"/>
                  </a:cubicBezTo>
                  <a:cubicBezTo>
                    <a:pt x="244" y="120"/>
                    <a:pt x="244" y="103"/>
                    <a:pt x="244" y="103"/>
                  </a:cubicBezTo>
                  <a:cubicBezTo>
                    <a:pt x="260" y="54"/>
                    <a:pt x="22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7"/>
            <p:cNvSpPr/>
            <p:nvPr/>
          </p:nvSpPr>
          <p:spPr>
            <a:xfrm>
              <a:off x="4688300" y="23296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17"/>
                    <a:pt x="70" y="34"/>
                  </a:cubicBezTo>
                  <a:cubicBezTo>
                    <a:pt x="54" y="50"/>
                    <a:pt x="21" y="87"/>
                    <a:pt x="21" y="104"/>
                  </a:cubicBezTo>
                  <a:cubicBezTo>
                    <a:pt x="0" y="137"/>
                    <a:pt x="21" y="170"/>
                    <a:pt x="37" y="191"/>
                  </a:cubicBezTo>
                  <a:cubicBezTo>
                    <a:pt x="54" y="191"/>
                    <a:pt x="70" y="207"/>
                    <a:pt x="87" y="207"/>
                  </a:cubicBezTo>
                  <a:cubicBezTo>
                    <a:pt x="103" y="207"/>
                    <a:pt x="140" y="207"/>
                    <a:pt x="157" y="191"/>
                  </a:cubicBezTo>
                  <a:cubicBezTo>
                    <a:pt x="190" y="170"/>
                    <a:pt x="227" y="137"/>
                    <a:pt x="243" y="104"/>
                  </a:cubicBezTo>
                  <a:lnTo>
                    <a:pt x="243" y="87"/>
                  </a:lnTo>
                  <a:cubicBezTo>
                    <a:pt x="260" y="50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7"/>
            <p:cNvSpPr/>
            <p:nvPr/>
          </p:nvSpPr>
          <p:spPr>
            <a:xfrm>
              <a:off x="4679725" y="22815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58" y="0"/>
                    <a:pt x="120" y="17"/>
                    <a:pt x="87" y="33"/>
                  </a:cubicBezTo>
                  <a:cubicBezTo>
                    <a:pt x="54" y="54"/>
                    <a:pt x="34" y="71"/>
                    <a:pt x="34" y="104"/>
                  </a:cubicBezTo>
                  <a:cubicBezTo>
                    <a:pt x="1" y="157"/>
                    <a:pt x="34" y="207"/>
                    <a:pt x="104" y="207"/>
                  </a:cubicBezTo>
                  <a:cubicBezTo>
                    <a:pt x="120" y="207"/>
                    <a:pt x="158" y="190"/>
                    <a:pt x="174" y="190"/>
                  </a:cubicBezTo>
                  <a:lnTo>
                    <a:pt x="191" y="174"/>
                  </a:lnTo>
                  <a:cubicBezTo>
                    <a:pt x="224" y="157"/>
                    <a:pt x="240" y="120"/>
                    <a:pt x="261" y="104"/>
                  </a:cubicBezTo>
                  <a:cubicBezTo>
                    <a:pt x="261" y="71"/>
                    <a:pt x="261" y="54"/>
                    <a:pt x="240" y="33"/>
                  </a:cubicBezTo>
                  <a:cubicBezTo>
                    <a:pt x="240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7"/>
            <p:cNvSpPr/>
            <p:nvPr/>
          </p:nvSpPr>
          <p:spPr>
            <a:xfrm>
              <a:off x="4683125" y="230685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5" y="0"/>
                  </a:moveTo>
                  <a:cubicBezTo>
                    <a:pt x="154" y="0"/>
                    <a:pt x="129" y="6"/>
                    <a:pt x="104" y="17"/>
                  </a:cubicBezTo>
                  <a:cubicBezTo>
                    <a:pt x="38" y="34"/>
                    <a:pt x="1" y="104"/>
                    <a:pt x="22" y="153"/>
                  </a:cubicBezTo>
                  <a:cubicBezTo>
                    <a:pt x="34" y="181"/>
                    <a:pt x="64" y="197"/>
                    <a:pt x="107" y="197"/>
                  </a:cubicBezTo>
                  <a:cubicBezTo>
                    <a:pt x="122" y="197"/>
                    <a:pt x="139" y="195"/>
                    <a:pt x="158" y="190"/>
                  </a:cubicBezTo>
                  <a:cubicBezTo>
                    <a:pt x="228" y="153"/>
                    <a:pt x="261" y="104"/>
                    <a:pt x="244" y="50"/>
                  </a:cubicBezTo>
                  <a:cubicBezTo>
                    <a:pt x="244" y="18"/>
                    <a:pt x="215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7"/>
            <p:cNvSpPr/>
            <p:nvPr/>
          </p:nvSpPr>
          <p:spPr>
            <a:xfrm>
              <a:off x="4778075" y="2363225"/>
              <a:ext cx="6500" cy="5075"/>
            </a:xfrm>
            <a:custGeom>
              <a:avLst/>
              <a:gdLst/>
              <a:ahLst/>
              <a:cxnLst/>
              <a:rect l="l" t="t" r="r" b="b"/>
              <a:pathLst>
                <a:path w="260" h="203" extrusionOk="0">
                  <a:moveTo>
                    <a:pt x="188" y="1"/>
                  </a:moveTo>
                  <a:cubicBezTo>
                    <a:pt x="173" y="1"/>
                    <a:pt x="157" y="5"/>
                    <a:pt x="140" y="13"/>
                  </a:cubicBezTo>
                  <a:cubicBezTo>
                    <a:pt x="120" y="13"/>
                    <a:pt x="87" y="30"/>
                    <a:pt x="54" y="46"/>
                  </a:cubicBezTo>
                  <a:cubicBezTo>
                    <a:pt x="17" y="100"/>
                    <a:pt x="0" y="166"/>
                    <a:pt x="54" y="186"/>
                  </a:cubicBezTo>
                  <a:cubicBezTo>
                    <a:pt x="70" y="203"/>
                    <a:pt x="103" y="203"/>
                    <a:pt x="140" y="203"/>
                  </a:cubicBezTo>
                  <a:cubicBezTo>
                    <a:pt x="140" y="203"/>
                    <a:pt x="157" y="186"/>
                    <a:pt x="173" y="186"/>
                  </a:cubicBezTo>
                  <a:cubicBezTo>
                    <a:pt x="190" y="186"/>
                    <a:pt x="206" y="166"/>
                    <a:pt x="223" y="149"/>
                  </a:cubicBezTo>
                  <a:cubicBezTo>
                    <a:pt x="243" y="133"/>
                    <a:pt x="260" y="100"/>
                    <a:pt x="260" y="83"/>
                  </a:cubicBezTo>
                  <a:cubicBezTo>
                    <a:pt x="260" y="46"/>
                    <a:pt x="243" y="30"/>
                    <a:pt x="223" y="13"/>
                  </a:cubicBezTo>
                  <a:cubicBezTo>
                    <a:pt x="215" y="5"/>
                    <a:pt x="202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7"/>
            <p:cNvSpPr/>
            <p:nvPr/>
          </p:nvSpPr>
          <p:spPr>
            <a:xfrm>
              <a:off x="4824850" y="23051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1"/>
                  </a:moveTo>
                  <a:cubicBezTo>
                    <a:pt x="125" y="1"/>
                    <a:pt x="104" y="17"/>
                    <a:pt x="71" y="38"/>
                  </a:cubicBezTo>
                  <a:cubicBezTo>
                    <a:pt x="38" y="54"/>
                    <a:pt x="22" y="87"/>
                    <a:pt x="1" y="104"/>
                  </a:cubicBezTo>
                  <a:cubicBezTo>
                    <a:pt x="1" y="141"/>
                    <a:pt x="1" y="157"/>
                    <a:pt x="22" y="174"/>
                  </a:cubicBezTo>
                  <a:cubicBezTo>
                    <a:pt x="38" y="190"/>
                    <a:pt x="55" y="207"/>
                    <a:pt x="88" y="207"/>
                  </a:cubicBezTo>
                  <a:cubicBezTo>
                    <a:pt x="104" y="207"/>
                    <a:pt x="125" y="207"/>
                    <a:pt x="141" y="190"/>
                  </a:cubicBezTo>
                  <a:cubicBezTo>
                    <a:pt x="158" y="190"/>
                    <a:pt x="174" y="174"/>
                    <a:pt x="174" y="174"/>
                  </a:cubicBezTo>
                  <a:cubicBezTo>
                    <a:pt x="207" y="157"/>
                    <a:pt x="228" y="141"/>
                    <a:pt x="244" y="104"/>
                  </a:cubicBezTo>
                  <a:cubicBezTo>
                    <a:pt x="261" y="54"/>
                    <a:pt x="228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7"/>
            <p:cNvSpPr/>
            <p:nvPr/>
          </p:nvSpPr>
          <p:spPr>
            <a:xfrm>
              <a:off x="4831775" y="2280675"/>
              <a:ext cx="6000" cy="500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157" y="0"/>
                  </a:moveTo>
                  <a:cubicBezTo>
                    <a:pt x="136" y="0"/>
                    <a:pt x="120" y="0"/>
                    <a:pt x="103" y="17"/>
                  </a:cubicBezTo>
                  <a:cubicBezTo>
                    <a:pt x="33" y="50"/>
                    <a:pt x="0" y="104"/>
                    <a:pt x="0" y="153"/>
                  </a:cubicBezTo>
                  <a:cubicBezTo>
                    <a:pt x="11" y="188"/>
                    <a:pt x="44" y="200"/>
                    <a:pt x="84" y="200"/>
                  </a:cubicBezTo>
                  <a:cubicBezTo>
                    <a:pt x="107" y="200"/>
                    <a:pt x="132" y="196"/>
                    <a:pt x="157" y="190"/>
                  </a:cubicBezTo>
                  <a:cubicBezTo>
                    <a:pt x="173" y="170"/>
                    <a:pt x="190" y="170"/>
                    <a:pt x="190" y="153"/>
                  </a:cubicBezTo>
                  <a:cubicBezTo>
                    <a:pt x="223" y="120"/>
                    <a:pt x="239" y="87"/>
                    <a:pt x="239" y="50"/>
                  </a:cubicBezTo>
                  <a:cubicBezTo>
                    <a:pt x="223" y="17"/>
                    <a:pt x="19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7"/>
            <p:cNvSpPr/>
            <p:nvPr/>
          </p:nvSpPr>
          <p:spPr>
            <a:xfrm>
              <a:off x="4822850" y="2291800"/>
              <a:ext cx="6375" cy="4850"/>
            </a:xfrm>
            <a:custGeom>
              <a:avLst/>
              <a:gdLst/>
              <a:ahLst/>
              <a:cxnLst/>
              <a:rect l="l" t="t" r="r" b="b"/>
              <a:pathLst>
                <a:path w="255" h="194" extrusionOk="0">
                  <a:moveTo>
                    <a:pt x="168" y="1"/>
                  </a:moveTo>
                  <a:cubicBezTo>
                    <a:pt x="135" y="1"/>
                    <a:pt x="102" y="17"/>
                    <a:pt x="81" y="34"/>
                  </a:cubicBezTo>
                  <a:cubicBezTo>
                    <a:pt x="48" y="54"/>
                    <a:pt x="31" y="71"/>
                    <a:pt x="15" y="104"/>
                  </a:cubicBezTo>
                  <a:cubicBezTo>
                    <a:pt x="1" y="150"/>
                    <a:pt x="24" y="194"/>
                    <a:pt x="76" y="194"/>
                  </a:cubicBezTo>
                  <a:cubicBezTo>
                    <a:pt x="84" y="194"/>
                    <a:pt x="92" y="193"/>
                    <a:pt x="102" y="190"/>
                  </a:cubicBezTo>
                  <a:lnTo>
                    <a:pt x="151" y="190"/>
                  </a:lnTo>
                  <a:cubicBezTo>
                    <a:pt x="168" y="174"/>
                    <a:pt x="168" y="174"/>
                    <a:pt x="184" y="174"/>
                  </a:cubicBezTo>
                  <a:cubicBezTo>
                    <a:pt x="221" y="157"/>
                    <a:pt x="238" y="120"/>
                    <a:pt x="238" y="104"/>
                  </a:cubicBezTo>
                  <a:cubicBezTo>
                    <a:pt x="254" y="71"/>
                    <a:pt x="254" y="54"/>
                    <a:pt x="238" y="34"/>
                  </a:cubicBezTo>
                  <a:cubicBezTo>
                    <a:pt x="221" y="17"/>
                    <a:pt x="205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7"/>
            <p:cNvSpPr/>
            <p:nvPr/>
          </p:nvSpPr>
          <p:spPr>
            <a:xfrm>
              <a:off x="4832600" y="232665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0"/>
                    <a:pt x="21" y="66"/>
                    <a:pt x="21" y="103"/>
                  </a:cubicBezTo>
                  <a:cubicBezTo>
                    <a:pt x="0" y="153"/>
                    <a:pt x="37" y="206"/>
                    <a:pt x="87" y="206"/>
                  </a:cubicBezTo>
                  <a:cubicBezTo>
                    <a:pt x="103" y="206"/>
                    <a:pt x="140" y="186"/>
                    <a:pt x="157" y="186"/>
                  </a:cubicBezTo>
                  <a:cubicBezTo>
                    <a:pt x="157" y="186"/>
                    <a:pt x="173" y="169"/>
                    <a:pt x="190" y="169"/>
                  </a:cubicBezTo>
                  <a:cubicBezTo>
                    <a:pt x="206" y="153"/>
                    <a:pt x="227" y="120"/>
                    <a:pt x="243" y="103"/>
                  </a:cubicBezTo>
                  <a:cubicBezTo>
                    <a:pt x="260" y="50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7"/>
            <p:cNvSpPr/>
            <p:nvPr/>
          </p:nvSpPr>
          <p:spPr>
            <a:xfrm>
              <a:off x="4827025" y="231742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83" y="0"/>
                  </a:moveTo>
                  <a:cubicBezTo>
                    <a:pt x="140" y="0"/>
                    <a:pt x="91" y="20"/>
                    <a:pt x="54" y="60"/>
                  </a:cubicBezTo>
                  <a:cubicBezTo>
                    <a:pt x="1" y="93"/>
                    <a:pt x="1" y="163"/>
                    <a:pt x="38" y="180"/>
                  </a:cubicBezTo>
                  <a:cubicBezTo>
                    <a:pt x="71" y="196"/>
                    <a:pt x="87" y="196"/>
                    <a:pt x="120" y="196"/>
                  </a:cubicBezTo>
                  <a:cubicBezTo>
                    <a:pt x="141" y="196"/>
                    <a:pt x="141" y="196"/>
                    <a:pt x="157" y="180"/>
                  </a:cubicBezTo>
                  <a:cubicBezTo>
                    <a:pt x="174" y="180"/>
                    <a:pt x="190" y="163"/>
                    <a:pt x="207" y="143"/>
                  </a:cubicBezTo>
                  <a:cubicBezTo>
                    <a:pt x="260" y="93"/>
                    <a:pt x="260" y="39"/>
                    <a:pt x="223" y="6"/>
                  </a:cubicBezTo>
                  <a:cubicBezTo>
                    <a:pt x="211" y="2"/>
                    <a:pt x="198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7"/>
            <p:cNvSpPr/>
            <p:nvPr/>
          </p:nvSpPr>
          <p:spPr>
            <a:xfrm>
              <a:off x="4822275" y="23493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21"/>
                    <a:pt x="87" y="37"/>
                  </a:cubicBezTo>
                  <a:cubicBezTo>
                    <a:pt x="54" y="54"/>
                    <a:pt x="38" y="87"/>
                    <a:pt x="21" y="103"/>
                  </a:cubicBezTo>
                  <a:cubicBezTo>
                    <a:pt x="1" y="157"/>
                    <a:pt x="21" y="190"/>
                    <a:pt x="71" y="206"/>
                  </a:cubicBezTo>
                  <a:lnTo>
                    <a:pt x="104" y="206"/>
                  </a:lnTo>
                  <a:cubicBezTo>
                    <a:pt x="125" y="206"/>
                    <a:pt x="141" y="206"/>
                    <a:pt x="158" y="190"/>
                  </a:cubicBezTo>
                  <a:cubicBezTo>
                    <a:pt x="191" y="173"/>
                    <a:pt x="228" y="157"/>
                    <a:pt x="244" y="141"/>
                  </a:cubicBezTo>
                  <a:lnTo>
                    <a:pt x="244" y="103"/>
                  </a:lnTo>
                  <a:cubicBezTo>
                    <a:pt x="261" y="54"/>
                    <a:pt x="228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7"/>
            <p:cNvSpPr/>
            <p:nvPr/>
          </p:nvSpPr>
          <p:spPr>
            <a:xfrm>
              <a:off x="4818050" y="2337200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57" y="1"/>
                  </a:moveTo>
                  <a:cubicBezTo>
                    <a:pt x="140" y="1"/>
                    <a:pt x="122" y="3"/>
                    <a:pt x="104" y="7"/>
                  </a:cubicBezTo>
                  <a:cubicBezTo>
                    <a:pt x="50" y="40"/>
                    <a:pt x="1" y="94"/>
                    <a:pt x="17" y="143"/>
                  </a:cubicBezTo>
                  <a:cubicBezTo>
                    <a:pt x="28" y="177"/>
                    <a:pt x="53" y="196"/>
                    <a:pt x="87" y="196"/>
                  </a:cubicBezTo>
                  <a:cubicBezTo>
                    <a:pt x="107" y="196"/>
                    <a:pt x="129" y="190"/>
                    <a:pt x="153" y="176"/>
                  </a:cubicBezTo>
                  <a:cubicBezTo>
                    <a:pt x="223" y="160"/>
                    <a:pt x="256" y="94"/>
                    <a:pt x="256" y="40"/>
                  </a:cubicBezTo>
                  <a:cubicBezTo>
                    <a:pt x="244" y="16"/>
                    <a:pt x="20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7"/>
            <p:cNvSpPr/>
            <p:nvPr/>
          </p:nvSpPr>
          <p:spPr>
            <a:xfrm>
              <a:off x="4830525" y="2270875"/>
              <a:ext cx="6000" cy="4900"/>
            </a:xfrm>
            <a:custGeom>
              <a:avLst/>
              <a:gdLst/>
              <a:ahLst/>
              <a:cxnLst/>
              <a:rect l="l" t="t" r="r" b="b"/>
              <a:pathLst>
                <a:path w="240" h="196" extrusionOk="0">
                  <a:moveTo>
                    <a:pt x="151" y="1"/>
                  </a:moveTo>
                  <a:cubicBezTo>
                    <a:pt x="132" y="1"/>
                    <a:pt x="110" y="5"/>
                    <a:pt x="83" y="13"/>
                  </a:cubicBezTo>
                  <a:cubicBezTo>
                    <a:pt x="50" y="30"/>
                    <a:pt x="17" y="67"/>
                    <a:pt x="1" y="100"/>
                  </a:cubicBezTo>
                  <a:lnTo>
                    <a:pt x="1" y="149"/>
                  </a:lnTo>
                  <a:cubicBezTo>
                    <a:pt x="11" y="184"/>
                    <a:pt x="36" y="196"/>
                    <a:pt x="70" y="196"/>
                  </a:cubicBezTo>
                  <a:cubicBezTo>
                    <a:pt x="89" y="196"/>
                    <a:pt x="112" y="192"/>
                    <a:pt x="137" y="186"/>
                  </a:cubicBezTo>
                  <a:cubicBezTo>
                    <a:pt x="207" y="149"/>
                    <a:pt x="240" y="100"/>
                    <a:pt x="223" y="46"/>
                  </a:cubicBezTo>
                  <a:cubicBezTo>
                    <a:pt x="223" y="30"/>
                    <a:pt x="223" y="30"/>
                    <a:pt x="207" y="13"/>
                  </a:cubicBezTo>
                  <a:cubicBezTo>
                    <a:pt x="188" y="5"/>
                    <a:pt x="171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7"/>
            <p:cNvSpPr/>
            <p:nvPr/>
          </p:nvSpPr>
          <p:spPr>
            <a:xfrm>
              <a:off x="4814150" y="237427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87" y="33"/>
                  </a:cubicBezTo>
                  <a:cubicBezTo>
                    <a:pt x="54" y="54"/>
                    <a:pt x="37" y="70"/>
                    <a:pt x="17" y="103"/>
                  </a:cubicBezTo>
                  <a:cubicBezTo>
                    <a:pt x="0" y="157"/>
                    <a:pt x="37" y="206"/>
                    <a:pt x="103" y="206"/>
                  </a:cubicBezTo>
                  <a:cubicBezTo>
                    <a:pt x="120" y="206"/>
                    <a:pt x="140" y="190"/>
                    <a:pt x="157" y="190"/>
                  </a:cubicBezTo>
                  <a:cubicBezTo>
                    <a:pt x="173" y="190"/>
                    <a:pt x="173" y="173"/>
                    <a:pt x="190" y="173"/>
                  </a:cubicBezTo>
                  <a:cubicBezTo>
                    <a:pt x="223" y="157"/>
                    <a:pt x="243" y="120"/>
                    <a:pt x="243" y="103"/>
                  </a:cubicBezTo>
                  <a:cubicBezTo>
                    <a:pt x="260" y="70"/>
                    <a:pt x="260" y="54"/>
                    <a:pt x="243" y="33"/>
                  </a:cubicBezTo>
                  <a:cubicBezTo>
                    <a:pt x="223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7"/>
            <p:cNvSpPr/>
            <p:nvPr/>
          </p:nvSpPr>
          <p:spPr>
            <a:xfrm>
              <a:off x="4796100" y="242222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55" y="1"/>
                  </a:moveTo>
                  <a:cubicBezTo>
                    <a:pt x="140" y="1"/>
                    <a:pt x="122" y="3"/>
                    <a:pt x="104" y="7"/>
                  </a:cubicBezTo>
                  <a:cubicBezTo>
                    <a:pt x="38" y="40"/>
                    <a:pt x="1" y="111"/>
                    <a:pt x="17" y="144"/>
                  </a:cubicBezTo>
                  <a:cubicBezTo>
                    <a:pt x="17" y="177"/>
                    <a:pt x="45" y="197"/>
                    <a:pt x="84" y="197"/>
                  </a:cubicBezTo>
                  <a:cubicBezTo>
                    <a:pt x="106" y="197"/>
                    <a:pt x="132" y="190"/>
                    <a:pt x="157" y="177"/>
                  </a:cubicBezTo>
                  <a:cubicBezTo>
                    <a:pt x="223" y="160"/>
                    <a:pt x="260" y="94"/>
                    <a:pt x="244" y="40"/>
                  </a:cubicBezTo>
                  <a:cubicBezTo>
                    <a:pt x="229" y="16"/>
                    <a:pt x="198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7"/>
            <p:cNvSpPr/>
            <p:nvPr/>
          </p:nvSpPr>
          <p:spPr>
            <a:xfrm>
              <a:off x="4802600" y="2396225"/>
              <a:ext cx="6400" cy="4650"/>
            </a:xfrm>
            <a:custGeom>
              <a:avLst/>
              <a:gdLst/>
              <a:ahLst/>
              <a:cxnLst/>
              <a:rect l="l" t="t" r="r" b="b"/>
              <a:pathLst>
                <a:path w="256" h="186" extrusionOk="0">
                  <a:moveTo>
                    <a:pt x="169" y="0"/>
                  </a:moveTo>
                  <a:cubicBezTo>
                    <a:pt x="120" y="0"/>
                    <a:pt x="50" y="33"/>
                    <a:pt x="33" y="103"/>
                  </a:cubicBezTo>
                  <a:cubicBezTo>
                    <a:pt x="0" y="153"/>
                    <a:pt x="33" y="186"/>
                    <a:pt x="103" y="186"/>
                  </a:cubicBezTo>
                  <a:lnTo>
                    <a:pt x="169" y="186"/>
                  </a:lnTo>
                  <a:cubicBezTo>
                    <a:pt x="169" y="169"/>
                    <a:pt x="190" y="169"/>
                    <a:pt x="190" y="169"/>
                  </a:cubicBezTo>
                  <a:cubicBezTo>
                    <a:pt x="223" y="153"/>
                    <a:pt x="240" y="120"/>
                    <a:pt x="256" y="103"/>
                  </a:cubicBezTo>
                  <a:cubicBezTo>
                    <a:pt x="256" y="66"/>
                    <a:pt x="256" y="50"/>
                    <a:pt x="240" y="17"/>
                  </a:cubicBezTo>
                  <a:cubicBezTo>
                    <a:pt x="223" y="0"/>
                    <a:pt x="207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7"/>
            <p:cNvSpPr/>
            <p:nvPr/>
          </p:nvSpPr>
          <p:spPr>
            <a:xfrm>
              <a:off x="4803425" y="23849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36" y="1"/>
                    <a:pt x="103" y="1"/>
                    <a:pt x="70" y="17"/>
                  </a:cubicBezTo>
                  <a:cubicBezTo>
                    <a:pt x="54" y="38"/>
                    <a:pt x="33" y="71"/>
                    <a:pt x="17" y="87"/>
                  </a:cubicBezTo>
                  <a:cubicBezTo>
                    <a:pt x="0" y="141"/>
                    <a:pt x="33" y="191"/>
                    <a:pt x="87" y="191"/>
                  </a:cubicBezTo>
                  <a:cubicBezTo>
                    <a:pt x="120" y="191"/>
                    <a:pt x="136" y="191"/>
                    <a:pt x="157" y="174"/>
                  </a:cubicBezTo>
                  <a:cubicBezTo>
                    <a:pt x="174" y="174"/>
                    <a:pt x="174" y="174"/>
                    <a:pt x="190" y="158"/>
                  </a:cubicBezTo>
                  <a:cubicBezTo>
                    <a:pt x="207" y="141"/>
                    <a:pt x="239" y="120"/>
                    <a:pt x="239" y="87"/>
                  </a:cubicBezTo>
                  <a:cubicBezTo>
                    <a:pt x="260" y="71"/>
                    <a:pt x="260" y="38"/>
                    <a:pt x="239" y="17"/>
                  </a:cubicBezTo>
                  <a:cubicBezTo>
                    <a:pt x="223" y="1"/>
                    <a:pt x="19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7"/>
            <p:cNvSpPr/>
            <p:nvPr/>
          </p:nvSpPr>
          <p:spPr>
            <a:xfrm>
              <a:off x="4808975" y="2362725"/>
              <a:ext cx="6950" cy="4650"/>
            </a:xfrm>
            <a:custGeom>
              <a:avLst/>
              <a:gdLst/>
              <a:ahLst/>
              <a:cxnLst/>
              <a:rect l="l" t="t" r="r" b="b"/>
              <a:pathLst>
                <a:path w="278" h="186" extrusionOk="0">
                  <a:moveTo>
                    <a:pt x="174" y="0"/>
                  </a:moveTo>
                  <a:cubicBezTo>
                    <a:pt x="141" y="0"/>
                    <a:pt x="121" y="0"/>
                    <a:pt x="88" y="17"/>
                  </a:cubicBezTo>
                  <a:cubicBezTo>
                    <a:pt x="55" y="33"/>
                    <a:pt x="38" y="66"/>
                    <a:pt x="17" y="83"/>
                  </a:cubicBezTo>
                  <a:cubicBezTo>
                    <a:pt x="1" y="153"/>
                    <a:pt x="38" y="186"/>
                    <a:pt x="104" y="186"/>
                  </a:cubicBezTo>
                  <a:cubicBezTo>
                    <a:pt x="121" y="186"/>
                    <a:pt x="141" y="186"/>
                    <a:pt x="158" y="169"/>
                  </a:cubicBezTo>
                  <a:cubicBezTo>
                    <a:pt x="174" y="169"/>
                    <a:pt x="191" y="169"/>
                    <a:pt x="191" y="153"/>
                  </a:cubicBezTo>
                  <a:cubicBezTo>
                    <a:pt x="224" y="136"/>
                    <a:pt x="244" y="120"/>
                    <a:pt x="261" y="83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7"/>
            <p:cNvSpPr/>
            <p:nvPr/>
          </p:nvSpPr>
          <p:spPr>
            <a:xfrm>
              <a:off x="4806400" y="24101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59" y="1"/>
                  </a:moveTo>
                  <a:cubicBezTo>
                    <a:pt x="142" y="1"/>
                    <a:pt x="123" y="3"/>
                    <a:pt x="104" y="7"/>
                  </a:cubicBezTo>
                  <a:cubicBezTo>
                    <a:pt x="55" y="40"/>
                    <a:pt x="1" y="94"/>
                    <a:pt x="17" y="143"/>
                  </a:cubicBezTo>
                  <a:cubicBezTo>
                    <a:pt x="31" y="178"/>
                    <a:pt x="64" y="197"/>
                    <a:pt x="99" y="197"/>
                  </a:cubicBezTo>
                  <a:cubicBezTo>
                    <a:pt x="119" y="197"/>
                    <a:pt x="139" y="192"/>
                    <a:pt x="158" y="180"/>
                  </a:cubicBezTo>
                  <a:cubicBezTo>
                    <a:pt x="224" y="164"/>
                    <a:pt x="261" y="94"/>
                    <a:pt x="261" y="40"/>
                  </a:cubicBezTo>
                  <a:cubicBezTo>
                    <a:pt x="249" y="16"/>
                    <a:pt x="208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7"/>
            <p:cNvSpPr/>
            <p:nvPr/>
          </p:nvSpPr>
          <p:spPr>
            <a:xfrm>
              <a:off x="4835175" y="2293150"/>
              <a:ext cx="6500" cy="4725"/>
            </a:xfrm>
            <a:custGeom>
              <a:avLst/>
              <a:gdLst/>
              <a:ahLst/>
              <a:cxnLst/>
              <a:rect l="l" t="t" r="r" b="b"/>
              <a:pathLst>
                <a:path w="260" h="189" extrusionOk="0">
                  <a:moveTo>
                    <a:pt x="103" y="0"/>
                  </a:moveTo>
                  <a:cubicBezTo>
                    <a:pt x="37" y="33"/>
                    <a:pt x="0" y="103"/>
                    <a:pt x="21" y="136"/>
                  </a:cubicBezTo>
                  <a:cubicBezTo>
                    <a:pt x="21" y="168"/>
                    <a:pt x="48" y="188"/>
                    <a:pt x="87" y="188"/>
                  </a:cubicBezTo>
                  <a:cubicBezTo>
                    <a:pt x="108" y="188"/>
                    <a:pt x="132" y="182"/>
                    <a:pt x="157" y="169"/>
                  </a:cubicBezTo>
                  <a:cubicBezTo>
                    <a:pt x="173" y="169"/>
                    <a:pt x="190" y="153"/>
                    <a:pt x="206" y="136"/>
                  </a:cubicBezTo>
                  <a:cubicBezTo>
                    <a:pt x="243" y="120"/>
                    <a:pt x="260" y="66"/>
                    <a:pt x="243" y="33"/>
                  </a:cubicBezTo>
                  <a:cubicBezTo>
                    <a:pt x="243" y="17"/>
                    <a:pt x="206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7"/>
            <p:cNvSpPr/>
            <p:nvPr/>
          </p:nvSpPr>
          <p:spPr>
            <a:xfrm>
              <a:off x="4783225" y="23746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7" y="1"/>
                  </a:moveTo>
                  <a:cubicBezTo>
                    <a:pt x="140" y="1"/>
                    <a:pt x="103" y="1"/>
                    <a:pt x="70" y="38"/>
                  </a:cubicBezTo>
                  <a:cubicBezTo>
                    <a:pt x="37" y="54"/>
                    <a:pt x="17" y="71"/>
                    <a:pt x="17" y="104"/>
                  </a:cubicBezTo>
                  <a:cubicBezTo>
                    <a:pt x="0" y="120"/>
                    <a:pt x="0" y="157"/>
                    <a:pt x="17" y="174"/>
                  </a:cubicBezTo>
                  <a:cubicBezTo>
                    <a:pt x="37" y="190"/>
                    <a:pt x="54" y="190"/>
                    <a:pt x="87" y="190"/>
                  </a:cubicBezTo>
                  <a:cubicBezTo>
                    <a:pt x="103" y="190"/>
                    <a:pt x="140" y="190"/>
                    <a:pt x="157" y="174"/>
                  </a:cubicBezTo>
                  <a:lnTo>
                    <a:pt x="173" y="174"/>
                  </a:lnTo>
                  <a:cubicBezTo>
                    <a:pt x="206" y="141"/>
                    <a:pt x="223" y="120"/>
                    <a:pt x="244" y="87"/>
                  </a:cubicBezTo>
                  <a:cubicBezTo>
                    <a:pt x="260" y="38"/>
                    <a:pt x="22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7"/>
            <p:cNvSpPr/>
            <p:nvPr/>
          </p:nvSpPr>
          <p:spPr>
            <a:xfrm>
              <a:off x="4791350" y="23635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0"/>
                  </a:moveTo>
                  <a:cubicBezTo>
                    <a:pt x="141" y="0"/>
                    <a:pt x="104" y="17"/>
                    <a:pt x="71" y="33"/>
                  </a:cubicBezTo>
                  <a:cubicBezTo>
                    <a:pt x="38" y="50"/>
                    <a:pt x="22" y="87"/>
                    <a:pt x="22" y="103"/>
                  </a:cubicBezTo>
                  <a:cubicBezTo>
                    <a:pt x="1" y="136"/>
                    <a:pt x="1" y="173"/>
                    <a:pt x="38" y="190"/>
                  </a:cubicBezTo>
                  <a:cubicBezTo>
                    <a:pt x="38" y="190"/>
                    <a:pt x="71" y="206"/>
                    <a:pt x="88" y="206"/>
                  </a:cubicBezTo>
                  <a:cubicBezTo>
                    <a:pt x="104" y="206"/>
                    <a:pt x="125" y="190"/>
                    <a:pt x="158" y="190"/>
                  </a:cubicBezTo>
                  <a:cubicBezTo>
                    <a:pt x="191" y="173"/>
                    <a:pt x="228" y="136"/>
                    <a:pt x="244" y="103"/>
                  </a:cubicBezTo>
                  <a:lnTo>
                    <a:pt x="244" y="87"/>
                  </a:lnTo>
                  <a:cubicBezTo>
                    <a:pt x="261" y="33"/>
                    <a:pt x="228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7"/>
            <p:cNvSpPr/>
            <p:nvPr/>
          </p:nvSpPr>
          <p:spPr>
            <a:xfrm>
              <a:off x="4786725" y="2385400"/>
              <a:ext cx="6425" cy="4750"/>
            </a:xfrm>
            <a:custGeom>
              <a:avLst/>
              <a:gdLst/>
              <a:ahLst/>
              <a:cxnLst/>
              <a:rect l="l" t="t" r="r" b="b"/>
              <a:pathLst>
                <a:path w="257" h="190" extrusionOk="0">
                  <a:moveTo>
                    <a:pt x="153" y="0"/>
                  </a:moveTo>
                  <a:cubicBezTo>
                    <a:pt x="137" y="0"/>
                    <a:pt x="104" y="21"/>
                    <a:pt x="66" y="37"/>
                  </a:cubicBezTo>
                  <a:cubicBezTo>
                    <a:pt x="50" y="54"/>
                    <a:pt x="17" y="70"/>
                    <a:pt x="17" y="103"/>
                  </a:cubicBezTo>
                  <a:cubicBezTo>
                    <a:pt x="0" y="157"/>
                    <a:pt x="33" y="190"/>
                    <a:pt x="83" y="190"/>
                  </a:cubicBezTo>
                  <a:lnTo>
                    <a:pt x="153" y="190"/>
                  </a:lnTo>
                  <a:cubicBezTo>
                    <a:pt x="186" y="174"/>
                    <a:pt x="223" y="141"/>
                    <a:pt x="240" y="103"/>
                  </a:cubicBezTo>
                  <a:cubicBezTo>
                    <a:pt x="256" y="37"/>
                    <a:pt x="22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7"/>
            <p:cNvSpPr/>
            <p:nvPr/>
          </p:nvSpPr>
          <p:spPr>
            <a:xfrm>
              <a:off x="4772900" y="23978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8" y="0"/>
                  </a:moveTo>
                  <a:cubicBezTo>
                    <a:pt x="141" y="0"/>
                    <a:pt x="121" y="0"/>
                    <a:pt x="104" y="17"/>
                  </a:cubicBezTo>
                  <a:cubicBezTo>
                    <a:pt x="38" y="37"/>
                    <a:pt x="1" y="103"/>
                    <a:pt x="17" y="140"/>
                  </a:cubicBezTo>
                  <a:cubicBezTo>
                    <a:pt x="31" y="172"/>
                    <a:pt x="56" y="191"/>
                    <a:pt x="91" y="191"/>
                  </a:cubicBezTo>
                  <a:cubicBezTo>
                    <a:pt x="111" y="191"/>
                    <a:pt x="133" y="185"/>
                    <a:pt x="158" y="173"/>
                  </a:cubicBezTo>
                  <a:cubicBezTo>
                    <a:pt x="174" y="173"/>
                    <a:pt x="191" y="157"/>
                    <a:pt x="207" y="157"/>
                  </a:cubicBezTo>
                  <a:cubicBezTo>
                    <a:pt x="244" y="120"/>
                    <a:pt x="261" y="87"/>
                    <a:pt x="244" y="54"/>
                  </a:cubicBezTo>
                  <a:cubicBezTo>
                    <a:pt x="244" y="17"/>
                    <a:pt x="207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7"/>
            <p:cNvSpPr/>
            <p:nvPr/>
          </p:nvSpPr>
          <p:spPr>
            <a:xfrm>
              <a:off x="4791875" y="2351325"/>
              <a:ext cx="6425" cy="4950"/>
            </a:xfrm>
            <a:custGeom>
              <a:avLst/>
              <a:gdLst/>
              <a:ahLst/>
              <a:cxnLst/>
              <a:rect l="l" t="t" r="r" b="b"/>
              <a:pathLst>
                <a:path w="257" h="198" extrusionOk="0">
                  <a:moveTo>
                    <a:pt x="153" y="1"/>
                  </a:moveTo>
                  <a:cubicBezTo>
                    <a:pt x="138" y="1"/>
                    <a:pt x="121" y="3"/>
                    <a:pt x="104" y="7"/>
                  </a:cubicBezTo>
                  <a:cubicBezTo>
                    <a:pt x="34" y="44"/>
                    <a:pt x="1" y="110"/>
                    <a:pt x="17" y="147"/>
                  </a:cubicBezTo>
                  <a:cubicBezTo>
                    <a:pt x="17" y="179"/>
                    <a:pt x="45" y="197"/>
                    <a:pt x="83" y="197"/>
                  </a:cubicBezTo>
                  <a:cubicBezTo>
                    <a:pt x="104" y="197"/>
                    <a:pt x="128" y="192"/>
                    <a:pt x="153" y="180"/>
                  </a:cubicBezTo>
                  <a:cubicBezTo>
                    <a:pt x="223" y="164"/>
                    <a:pt x="256" y="93"/>
                    <a:pt x="240" y="44"/>
                  </a:cubicBezTo>
                  <a:cubicBezTo>
                    <a:pt x="228" y="17"/>
                    <a:pt x="195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7"/>
            <p:cNvSpPr/>
            <p:nvPr/>
          </p:nvSpPr>
          <p:spPr>
            <a:xfrm>
              <a:off x="4798675" y="237437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74" y="0"/>
                  </a:moveTo>
                  <a:cubicBezTo>
                    <a:pt x="161" y="0"/>
                    <a:pt x="149" y="4"/>
                    <a:pt x="141" y="13"/>
                  </a:cubicBezTo>
                  <a:cubicBezTo>
                    <a:pt x="104" y="13"/>
                    <a:pt x="71" y="29"/>
                    <a:pt x="54" y="50"/>
                  </a:cubicBezTo>
                  <a:cubicBezTo>
                    <a:pt x="1" y="99"/>
                    <a:pt x="1" y="169"/>
                    <a:pt x="38" y="186"/>
                  </a:cubicBezTo>
                  <a:cubicBezTo>
                    <a:pt x="54" y="202"/>
                    <a:pt x="87" y="202"/>
                    <a:pt x="120" y="202"/>
                  </a:cubicBezTo>
                  <a:cubicBezTo>
                    <a:pt x="141" y="202"/>
                    <a:pt x="141" y="186"/>
                    <a:pt x="157" y="186"/>
                  </a:cubicBezTo>
                  <a:cubicBezTo>
                    <a:pt x="174" y="186"/>
                    <a:pt x="190" y="169"/>
                    <a:pt x="207" y="153"/>
                  </a:cubicBezTo>
                  <a:cubicBezTo>
                    <a:pt x="223" y="132"/>
                    <a:pt x="244" y="99"/>
                    <a:pt x="244" y="83"/>
                  </a:cubicBezTo>
                  <a:cubicBezTo>
                    <a:pt x="244" y="50"/>
                    <a:pt x="244" y="29"/>
                    <a:pt x="207" y="13"/>
                  </a:cubicBezTo>
                  <a:cubicBezTo>
                    <a:pt x="199" y="4"/>
                    <a:pt x="186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7"/>
            <p:cNvSpPr/>
            <p:nvPr/>
          </p:nvSpPr>
          <p:spPr>
            <a:xfrm>
              <a:off x="4782400" y="2326650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73" y="0"/>
                  </a:moveTo>
                  <a:cubicBezTo>
                    <a:pt x="103" y="0"/>
                    <a:pt x="33" y="50"/>
                    <a:pt x="17" y="103"/>
                  </a:cubicBezTo>
                  <a:cubicBezTo>
                    <a:pt x="0" y="153"/>
                    <a:pt x="33" y="206"/>
                    <a:pt x="87" y="206"/>
                  </a:cubicBezTo>
                  <a:cubicBezTo>
                    <a:pt x="120" y="206"/>
                    <a:pt x="136" y="206"/>
                    <a:pt x="153" y="186"/>
                  </a:cubicBezTo>
                  <a:cubicBezTo>
                    <a:pt x="173" y="186"/>
                    <a:pt x="173" y="169"/>
                    <a:pt x="190" y="169"/>
                  </a:cubicBezTo>
                  <a:cubicBezTo>
                    <a:pt x="206" y="153"/>
                    <a:pt x="239" y="136"/>
                    <a:pt x="239" y="103"/>
                  </a:cubicBezTo>
                  <a:cubicBezTo>
                    <a:pt x="256" y="66"/>
                    <a:pt x="256" y="50"/>
                    <a:pt x="239" y="33"/>
                  </a:cubicBezTo>
                  <a:cubicBezTo>
                    <a:pt x="223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7"/>
            <p:cNvSpPr/>
            <p:nvPr/>
          </p:nvSpPr>
          <p:spPr>
            <a:xfrm>
              <a:off x="4786200" y="234075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70" y="1"/>
                  </a:moveTo>
                  <a:cubicBezTo>
                    <a:pt x="151" y="1"/>
                    <a:pt x="128" y="6"/>
                    <a:pt x="104" y="18"/>
                  </a:cubicBezTo>
                  <a:cubicBezTo>
                    <a:pt x="38" y="34"/>
                    <a:pt x="1" y="104"/>
                    <a:pt x="21" y="158"/>
                  </a:cubicBezTo>
                  <a:cubicBezTo>
                    <a:pt x="21" y="182"/>
                    <a:pt x="57" y="197"/>
                    <a:pt x="103" y="197"/>
                  </a:cubicBezTo>
                  <a:cubicBezTo>
                    <a:pt x="120" y="197"/>
                    <a:pt x="139" y="195"/>
                    <a:pt x="158" y="191"/>
                  </a:cubicBezTo>
                  <a:cubicBezTo>
                    <a:pt x="228" y="158"/>
                    <a:pt x="261" y="88"/>
                    <a:pt x="244" y="55"/>
                  </a:cubicBezTo>
                  <a:cubicBezTo>
                    <a:pt x="233" y="20"/>
                    <a:pt x="207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7"/>
            <p:cNvSpPr/>
            <p:nvPr/>
          </p:nvSpPr>
          <p:spPr>
            <a:xfrm>
              <a:off x="4812500" y="230237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61" y="0"/>
                  </a:moveTo>
                  <a:cubicBezTo>
                    <a:pt x="117" y="0"/>
                    <a:pt x="70" y="16"/>
                    <a:pt x="33" y="44"/>
                  </a:cubicBezTo>
                  <a:cubicBezTo>
                    <a:pt x="17" y="77"/>
                    <a:pt x="0" y="93"/>
                    <a:pt x="0" y="126"/>
                  </a:cubicBezTo>
                  <a:cubicBezTo>
                    <a:pt x="0" y="147"/>
                    <a:pt x="0" y="180"/>
                    <a:pt x="33" y="180"/>
                  </a:cubicBezTo>
                  <a:cubicBezTo>
                    <a:pt x="50" y="196"/>
                    <a:pt x="83" y="196"/>
                    <a:pt x="103" y="196"/>
                  </a:cubicBezTo>
                  <a:cubicBezTo>
                    <a:pt x="120" y="196"/>
                    <a:pt x="136" y="180"/>
                    <a:pt x="136" y="180"/>
                  </a:cubicBezTo>
                  <a:cubicBezTo>
                    <a:pt x="153" y="180"/>
                    <a:pt x="169" y="163"/>
                    <a:pt x="186" y="147"/>
                  </a:cubicBezTo>
                  <a:cubicBezTo>
                    <a:pt x="239" y="93"/>
                    <a:pt x="239" y="44"/>
                    <a:pt x="206" y="7"/>
                  </a:cubicBezTo>
                  <a:cubicBezTo>
                    <a:pt x="192" y="2"/>
                    <a:pt x="177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7"/>
            <p:cNvSpPr/>
            <p:nvPr/>
          </p:nvSpPr>
          <p:spPr>
            <a:xfrm>
              <a:off x="4811150" y="232855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57" y="0"/>
                  </a:moveTo>
                  <a:cubicBezTo>
                    <a:pt x="140" y="0"/>
                    <a:pt x="122" y="2"/>
                    <a:pt x="104" y="7"/>
                  </a:cubicBezTo>
                  <a:cubicBezTo>
                    <a:pt x="54" y="44"/>
                    <a:pt x="1" y="93"/>
                    <a:pt x="17" y="147"/>
                  </a:cubicBezTo>
                  <a:cubicBezTo>
                    <a:pt x="28" y="179"/>
                    <a:pt x="61" y="197"/>
                    <a:pt x="97" y="197"/>
                  </a:cubicBezTo>
                  <a:cubicBezTo>
                    <a:pt x="117" y="197"/>
                    <a:pt x="138" y="192"/>
                    <a:pt x="157" y="180"/>
                  </a:cubicBezTo>
                  <a:cubicBezTo>
                    <a:pt x="223" y="163"/>
                    <a:pt x="260" y="93"/>
                    <a:pt x="260" y="44"/>
                  </a:cubicBezTo>
                  <a:cubicBezTo>
                    <a:pt x="245" y="17"/>
                    <a:pt x="205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7"/>
            <p:cNvSpPr/>
            <p:nvPr/>
          </p:nvSpPr>
          <p:spPr>
            <a:xfrm>
              <a:off x="4817650" y="2281500"/>
              <a:ext cx="6400" cy="5075"/>
            </a:xfrm>
            <a:custGeom>
              <a:avLst/>
              <a:gdLst/>
              <a:ahLst/>
              <a:cxnLst/>
              <a:rect l="l" t="t" r="r" b="b"/>
              <a:pathLst>
                <a:path w="256" h="203" extrusionOk="0">
                  <a:moveTo>
                    <a:pt x="136" y="0"/>
                  </a:moveTo>
                  <a:cubicBezTo>
                    <a:pt x="103" y="17"/>
                    <a:pt x="83" y="33"/>
                    <a:pt x="50" y="54"/>
                  </a:cubicBezTo>
                  <a:cubicBezTo>
                    <a:pt x="0" y="104"/>
                    <a:pt x="0" y="157"/>
                    <a:pt x="50" y="190"/>
                  </a:cubicBezTo>
                  <a:cubicBezTo>
                    <a:pt x="58" y="198"/>
                    <a:pt x="71" y="202"/>
                    <a:pt x="87" y="202"/>
                  </a:cubicBezTo>
                  <a:cubicBezTo>
                    <a:pt x="102" y="202"/>
                    <a:pt x="120" y="198"/>
                    <a:pt x="136" y="190"/>
                  </a:cubicBezTo>
                  <a:lnTo>
                    <a:pt x="153" y="190"/>
                  </a:lnTo>
                  <a:cubicBezTo>
                    <a:pt x="186" y="174"/>
                    <a:pt x="206" y="174"/>
                    <a:pt x="223" y="157"/>
                  </a:cubicBezTo>
                  <a:cubicBezTo>
                    <a:pt x="239" y="120"/>
                    <a:pt x="256" y="104"/>
                    <a:pt x="256" y="71"/>
                  </a:cubicBezTo>
                  <a:cubicBezTo>
                    <a:pt x="256" y="54"/>
                    <a:pt x="239" y="33"/>
                    <a:pt x="223" y="17"/>
                  </a:cubicBezTo>
                  <a:cubicBezTo>
                    <a:pt x="206" y="0"/>
                    <a:pt x="169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7"/>
            <p:cNvSpPr/>
            <p:nvPr/>
          </p:nvSpPr>
          <p:spPr>
            <a:xfrm>
              <a:off x="4806000" y="23514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36" y="1"/>
                  </a:moveTo>
                  <a:cubicBezTo>
                    <a:pt x="104" y="17"/>
                    <a:pt x="71" y="38"/>
                    <a:pt x="54" y="55"/>
                  </a:cubicBezTo>
                  <a:cubicBezTo>
                    <a:pt x="0" y="104"/>
                    <a:pt x="0" y="158"/>
                    <a:pt x="54" y="191"/>
                  </a:cubicBezTo>
                  <a:cubicBezTo>
                    <a:pt x="65" y="191"/>
                    <a:pt x="76" y="198"/>
                    <a:pt x="92" y="198"/>
                  </a:cubicBezTo>
                  <a:cubicBezTo>
                    <a:pt x="100" y="198"/>
                    <a:pt x="109" y="196"/>
                    <a:pt x="120" y="191"/>
                  </a:cubicBezTo>
                  <a:lnTo>
                    <a:pt x="157" y="191"/>
                  </a:lnTo>
                  <a:cubicBezTo>
                    <a:pt x="174" y="174"/>
                    <a:pt x="190" y="158"/>
                    <a:pt x="207" y="141"/>
                  </a:cubicBezTo>
                  <a:cubicBezTo>
                    <a:pt x="260" y="104"/>
                    <a:pt x="260" y="38"/>
                    <a:pt x="223" y="17"/>
                  </a:cubicBezTo>
                  <a:cubicBezTo>
                    <a:pt x="207" y="1"/>
                    <a:pt x="174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7"/>
            <p:cNvSpPr/>
            <p:nvPr/>
          </p:nvSpPr>
          <p:spPr>
            <a:xfrm>
              <a:off x="4801675" y="23399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0"/>
                    <a:pt x="21" y="66"/>
                    <a:pt x="21" y="103"/>
                  </a:cubicBezTo>
                  <a:cubicBezTo>
                    <a:pt x="0" y="153"/>
                    <a:pt x="37" y="206"/>
                    <a:pt x="87" y="206"/>
                  </a:cubicBezTo>
                  <a:cubicBezTo>
                    <a:pt x="124" y="206"/>
                    <a:pt x="140" y="190"/>
                    <a:pt x="157" y="190"/>
                  </a:cubicBezTo>
                  <a:cubicBezTo>
                    <a:pt x="173" y="190"/>
                    <a:pt x="173" y="169"/>
                    <a:pt x="190" y="169"/>
                  </a:cubicBezTo>
                  <a:cubicBezTo>
                    <a:pt x="206" y="153"/>
                    <a:pt x="244" y="120"/>
                    <a:pt x="244" y="103"/>
                  </a:cubicBezTo>
                  <a:cubicBezTo>
                    <a:pt x="260" y="50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7"/>
            <p:cNvSpPr/>
            <p:nvPr/>
          </p:nvSpPr>
          <p:spPr>
            <a:xfrm>
              <a:off x="4804750" y="229222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4" y="0"/>
                  </a:moveTo>
                  <a:cubicBezTo>
                    <a:pt x="121" y="0"/>
                    <a:pt x="83" y="17"/>
                    <a:pt x="67" y="37"/>
                  </a:cubicBezTo>
                  <a:cubicBezTo>
                    <a:pt x="34" y="54"/>
                    <a:pt x="17" y="87"/>
                    <a:pt x="1" y="103"/>
                  </a:cubicBezTo>
                  <a:cubicBezTo>
                    <a:pt x="1" y="140"/>
                    <a:pt x="1" y="157"/>
                    <a:pt x="17" y="173"/>
                  </a:cubicBezTo>
                  <a:cubicBezTo>
                    <a:pt x="34" y="190"/>
                    <a:pt x="50" y="206"/>
                    <a:pt x="83" y="206"/>
                  </a:cubicBezTo>
                  <a:cubicBezTo>
                    <a:pt x="104" y="206"/>
                    <a:pt x="121" y="190"/>
                    <a:pt x="137" y="190"/>
                  </a:cubicBezTo>
                  <a:cubicBezTo>
                    <a:pt x="154" y="190"/>
                    <a:pt x="170" y="173"/>
                    <a:pt x="170" y="173"/>
                  </a:cubicBezTo>
                  <a:cubicBezTo>
                    <a:pt x="207" y="157"/>
                    <a:pt x="224" y="140"/>
                    <a:pt x="240" y="103"/>
                  </a:cubicBezTo>
                  <a:cubicBezTo>
                    <a:pt x="257" y="54"/>
                    <a:pt x="224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7"/>
            <p:cNvSpPr/>
            <p:nvPr/>
          </p:nvSpPr>
          <p:spPr>
            <a:xfrm>
              <a:off x="4558625" y="2354500"/>
              <a:ext cx="6925" cy="4925"/>
            </a:xfrm>
            <a:custGeom>
              <a:avLst/>
              <a:gdLst/>
              <a:ahLst/>
              <a:cxnLst/>
              <a:rect l="l" t="t" r="r" b="b"/>
              <a:pathLst>
                <a:path w="277" h="197" extrusionOk="0">
                  <a:moveTo>
                    <a:pt x="170" y="0"/>
                  </a:moveTo>
                  <a:cubicBezTo>
                    <a:pt x="132" y="0"/>
                    <a:pt x="85" y="19"/>
                    <a:pt x="54" y="53"/>
                  </a:cubicBezTo>
                  <a:cubicBezTo>
                    <a:pt x="17" y="103"/>
                    <a:pt x="0" y="156"/>
                    <a:pt x="54" y="189"/>
                  </a:cubicBezTo>
                  <a:cubicBezTo>
                    <a:pt x="65" y="189"/>
                    <a:pt x="83" y="196"/>
                    <a:pt x="104" y="196"/>
                  </a:cubicBezTo>
                  <a:cubicBezTo>
                    <a:pt x="115" y="196"/>
                    <a:pt x="126" y="195"/>
                    <a:pt x="137" y="189"/>
                  </a:cubicBezTo>
                  <a:lnTo>
                    <a:pt x="174" y="189"/>
                  </a:lnTo>
                  <a:cubicBezTo>
                    <a:pt x="190" y="173"/>
                    <a:pt x="207" y="156"/>
                    <a:pt x="223" y="156"/>
                  </a:cubicBezTo>
                  <a:cubicBezTo>
                    <a:pt x="277" y="103"/>
                    <a:pt x="277" y="37"/>
                    <a:pt x="223" y="20"/>
                  </a:cubicBezTo>
                  <a:cubicBezTo>
                    <a:pt x="211" y="6"/>
                    <a:pt x="192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7"/>
            <p:cNvSpPr/>
            <p:nvPr/>
          </p:nvSpPr>
          <p:spPr>
            <a:xfrm>
              <a:off x="4493800" y="2294375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73" y="1"/>
                  </a:moveTo>
                  <a:cubicBezTo>
                    <a:pt x="103" y="1"/>
                    <a:pt x="33" y="54"/>
                    <a:pt x="17" y="104"/>
                  </a:cubicBezTo>
                  <a:cubicBezTo>
                    <a:pt x="0" y="157"/>
                    <a:pt x="33" y="207"/>
                    <a:pt x="103" y="207"/>
                  </a:cubicBezTo>
                  <a:cubicBezTo>
                    <a:pt x="120" y="207"/>
                    <a:pt x="136" y="190"/>
                    <a:pt x="153" y="190"/>
                  </a:cubicBezTo>
                  <a:cubicBezTo>
                    <a:pt x="173" y="190"/>
                    <a:pt x="173" y="174"/>
                    <a:pt x="190" y="174"/>
                  </a:cubicBezTo>
                  <a:cubicBezTo>
                    <a:pt x="223" y="157"/>
                    <a:pt x="239" y="120"/>
                    <a:pt x="239" y="104"/>
                  </a:cubicBezTo>
                  <a:cubicBezTo>
                    <a:pt x="256" y="71"/>
                    <a:pt x="256" y="54"/>
                    <a:pt x="239" y="34"/>
                  </a:cubicBezTo>
                  <a:cubicBezTo>
                    <a:pt x="223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7"/>
            <p:cNvSpPr/>
            <p:nvPr/>
          </p:nvSpPr>
          <p:spPr>
            <a:xfrm>
              <a:off x="4497600" y="23085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1" y="0"/>
                  </a:moveTo>
                  <a:cubicBezTo>
                    <a:pt x="151" y="0"/>
                    <a:pt x="128" y="6"/>
                    <a:pt x="104" y="19"/>
                  </a:cubicBezTo>
                  <a:cubicBezTo>
                    <a:pt x="38" y="36"/>
                    <a:pt x="1" y="106"/>
                    <a:pt x="21" y="139"/>
                  </a:cubicBezTo>
                  <a:cubicBezTo>
                    <a:pt x="32" y="171"/>
                    <a:pt x="57" y="191"/>
                    <a:pt x="91" y="191"/>
                  </a:cubicBezTo>
                  <a:cubicBezTo>
                    <a:pt x="111" y="191"/>
                    <a:pt x="133" y="185"/>
                    <a:pt x="157" y="172"/>
                  </a:cubicBezTo>
                  <a:cubicBezTo>
                    <a:pt x="227" y="155"/>
                    <a:pt x="260" y="85"/>
                    <a:pt x="244" y="52"/>
                  </a:cubicBezTo>
                  <a:cubicBezTo>
                    <a:pt x="233" y="20"/>
                    <a:pt x="207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7"/>
            <p:cNvSpPr/>
            <p:nvPr/>
          </p:nvSpPr>
          <p:spPr>
            <a:xfrm>
              <a:off x="4503275" y="2319175"/>
              <a:ext cx="6425" cy="4900"/>
            </a:xfrm>
            <a:custGeom>
              <a:avLst/>
              <a:gdLst/>
              <a:ahLst/>
              <a:cxnLst/>
              <a:rect l="l" t="t" r="r" b="b"/>
              <a:pathLst>
                <a:path w="257" h="196" extrusionOk="0">
                  <a:moveTo>
                    <a:pt x="156" y="0"/>
                  </a:moveTo>
                  <a:cubicBezTo>
                    <a:pt x="139" y="0"/>
                    <a:pt x="121" y="2"/>
                    <a:pt x="104" y="7"/>
                  </a:cubicBezTo>
                  <a:cubicBezTo>
                    <a:pt x="33" y="40"/>
                    <a:pt x="0" y="93"/>
                    <a:pt x="17" y="143"/>
                  </a:cubicBezTo>
                  <a:cubicBezTo>
                    <a:pt x="27" y="177"/>
                    <a:pt x="51" y="196"/>
                    <a:pt x="85" y="196"/>
                  </a:cubicBezTo>
                  <a:cubicBezTo>
                    <a:pt x="104" y="196"/>
                    <a:pt x="127" y="189"/>
                    <a:pt x="153" y="176"/>
                  </a:cubicBezTo>
                  <a:cubicBezTo>
                    <a:pt x="223" y="159"/>
                    <a:pt x="256" y="93"/>
                    <a:pt x="240" y="40"/>
                  </a:cubicBezTo>
                  <a:cubicBezTo>
                    <a:pt x="240" y="15"/>
                    <a:pt x="202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7"/>
            <p:cNvSpPr/>
            <p:nvPr/>
          </p:nvSpPr>
          <p:spPr>
            <a:xfrm>
              <a:off x="4489475" y="2330975"/>
              <a:ext cx="6500" cy="5075"/>
            </a:xfrm>
            <a:custGeom>
              <a:avLst/>
              <a:gdLst/>
              <a:ahLst/>
              <a:cxnLst/>
              <a:rect l="l" t="t" r="r" b="b"/>
              <a:pathLst>
                <a:path w="260" h="203" extrusionOk="0">
                  <a:moveTo>
                    <a:pt x="190" y="0"/>
                  </a:moveTo>
                  <a:cubicBezTo>
                    <a:pt x="177" y="0"/>
                    <a:pt x="165" y="5"/>
                    <a:pt x="157" y="13"/>
                  </a:cubicBezTo>
                  <a:cubicBezTo>
                    <a:pt x="120" y="13"/>
                    <a:pt x="87" y="33"/>
                    <a:pt x="70" y="50"/>
                  </a:cubicBezTo>
                  <a:cubicBezTo>
                    <a:pt x="16" y="99"/>
                    <a:pt x="0" y="169"/>
                    <a:pt x="54" y="186"/>
                  </a:cubicBezTo>
                  <a:cubicBezTo>
                    <a:pt x="70" y="202"/>
                    <a:pt x="103" y="202"/>
                    <a:pt x="140" y="202"/>
                  </a:cubicBezTo>
                  <a:cubicBezTo>
                    <a:pt x="140" y="186"/>
                    <a:pt x="157" y="186"/>
                    <a:pt x="173" y="186"/>
                  </a:cubicBezTo>
                  <a:cubicBezTo>
                    <a:pt x="190" y="169"/>
                    <a:pt x="206" y="169"/>
                    <a:pt x="223" y="153"/>
                  </a:cubicBezTo>
                  <a:cubicBezTo>
                    <a:pt x="243" y="137"/>
                    <a:pt x="260" y="99"/>
                    <a:pt x="260" y="83"/>
                  </a:cubicBezTo>
                  <a:cubicBezTo>
                    <a:pt x="260" y="50"/>
                    <a:pt x="260" y="33"/>
                    <a:pt x="223" y="13"/>
                  </a:cubicBezTo>
                  <a:cubicBezTo>
                    <a:pt x="214" y="5"/>
                    <a:pt x="202" y="0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7"/>
            <p:cNvSpPr/>
            <p:nvPr/>
          </p:nvSpPr>
          <p:spPr>
            <a:xfrm>
              <a:off x="4507500" y="2296125"/>
              <a:ext cx="6925" cy="5200"/>
            </a:xfrm>
            <a:custGeom>
              <a:avLst/>
              <a:gdLst/>
              <a:ahLst/>
              <a:cxnLst/>
              <a:rect l="l" t="t" r="r" b="b"/>
              <a:pathLst>
                <a:path w="277" h="208" extrusionOk="0">
                  <a:moveTo>
                    <a:pt x="174" y="1"/>
                  </a:moveTo>
                  <a:cubicBezTo>
                    <a:pt x="157" y="1"/>
                    <a:pt x="120" y="17"/>
                    <a:pt x="87" y="34"/>
                  </a:cubicBezTo>
                  <a:cubicBezTo>
                    <a:pt x="54" y="50"/>
                    <a:pt x="38" y="87"/>
                    <a:pt x="38" y="104"/>
                  </a:cubicBezTo>
                  <a:cubicBezTo>
                    <a:pt x="1" y="153"/>
                    <a:pt x="38" y="207"/>
                    <a:pt x="104" y="207"/>
                  </a:cubicBezTo>
                  <a:cubicBezTo>
                    <a:pt x="120" y="207"/>
                    <a:pt x="141" y="207"/>
                    <a:pt x="174" y="191"/>
                  </a:cubicBezTo>
                  <a:lnTo>
                    <a:pt x="190" y="170"/>
                  </a:lnTo>
                  <a:cubicBezTo>
                    <a:pt x="223" y="153"/>
                    <a:pt x="244" y="137"/>
                    <a:pt x="260" y="104"/>
                  </a:cubicBezTo>
                  <a:cubicBezTo>
                    <a:pt x="277" y="50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7"/>
            <p:cNvSpPr/>
            <p:nvPr/>
          </p:nvSpPr>
          <p:spPr>
            <a:xfrm>
              <a:off x="4484725" y="230645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41" y="0"/>
                    <a:pt x="103" y="0"/>
                    <a:pt x="87" y="17"/>
                  </a:cubicBezTo>
                  <a:cubicBezTo>
                    <a:pt x="54" y="33"/>
                    <a:pt x="37" y="66"/>
                    <a:pt x="21" y="87"/>
                  </a:cubicBezTo>
                  <a:cubicBezTo>
                    <a:pt x="0" y="153"/>
                    <a:pt x="37" y="190"/>
                    <a:pt x="103" y="190"/>
                  </a:cubicBezTo>
                  <a:cubicBezTo>
                    <a:pt x="124" y="190"/>
                    <a:pt x="141" y="190"/>
                    <a:pt x="157" y="169"/>
                  </a:cubicBezTo>
                  <a:cubicBezTo>
                    <a:pt x="174" y="169"/>
                    <a:pt x="174" y="169"/>
                    <a:pt x="190" y="153"/>
                  </a:cubicBezTo>
                  <a:cubicBezTo>
                    <a:pt x="227" y="136"/>
                    <a:pt x="244" y="120"/>
                    <a:pt x="244" y="87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7"/>
            <p:cNvSpPr/>
            <p:nvPr/>
          </p:nvSpPr>
          <p:spPr>
            <a:xfrm>
              <a:off x="4486875" y="2320550"/>
              <a:ext cx="6950" cy="4950"/>
            </a:xfrm>
            <a:custGeom>
              <a:avLst/>
              <a:gdLst/>
              <a:ahLst/>
              <a:cxnLst/>
              <a:rect l="l" t="t" r="r" b="b"/>
              <a:pathLst>
                <a:path w="278" h="198" extrusionOk="0">
                  <a:moveTo>
                    <a:pt x="180" y="1"/>
                  </a:moveTo>
                  <a:cubicBezTo>
                    <a:pt x="160" y="1"/>
                    <a:pt x="139" y="6"/>
                    <a:pt x="120" y="18"/>
                  </a:cubicBezTo>
                  <a:cubicBezTo>
                    <a:pt x="55" y="38"/>
                    <a:pt x="1" y="104"/>
                    <a:pt x="17" y="158"/>
                  </a:cubicBezTo>
                  <a:cubicBezTo>
                    <a:pt x="33" y="182"/>
                    <a:pt x="72" y="197"/>
                    <a:pt x="119" y="197"/>
                  </a:cubicBezTo>
                  <a:cubicBezTo>
                    <a:pt x="137" y="197"/>
                    <a:pt x="155" y="195"/>
                    <a:pt x="174" y="191"/>
                  </a:cubicBezTo>
                  <a:cubicBezTo>
                    <a:pt x="224" y="158"/>
                    <a:pt x="277" y="104"/>
                    <a:pt x="261" y="55"/>
                  </a:cubicBezTo>
                  <a:cubicBezTo>
                    <a:pt x="250" y="20"/>
                    <a:pt x="216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7"/>
            <p:cNvSpPr/>
            <p:nvPr/>
          </p:nvSpPr>
          <p:spPr>
            <a:xfrm>
              <a:off x="4522550" y="2296300"/>
              <a:ext cx="6925" cy="5025"/>
            </a:xfrm>
            <a:custGeom>
              <a:avLst/>
              <a:gdLst/>
              <a:ahLst/>
              <a:cxnLst/>
              <a:rect l="l" t="t" r="r" b="b"/>
              <a:pathLst>
                <a:path w="277" h="201" extrusionOk="0">
                  <a:moveTo>
                    <a:pt x="177" y="1"/>
                  </a:moveTo>
                  <a:cubicBezTo>
                    <a:pt x="154" y="1"/>
                    <a:pt x="129" y="4"/>
                    <a:pt x="104" y="10"/>
                  </a:cubicBezTo>
                  <a:cubicBezTo>
                    <a:pt x="54" y="43"/>
                    <a:pt x="0" y="97"/>
                    <a:pt x="17" y="146"/>
                  </a:cubicBezTo>
                  <a:cubicBezTo>
                    <a:pt x="28" y="181"/>
                    <a:pt x="61" y="201"/>
                    <a:pt x="98" y="201"/>
                  </a:cubicBezTo>
                  <a:cubicBezTo>
                    <a:pt x="118" y="201"/>
                    <a:pt x="138" y="195"/>
                    <a:pt x="157" y="184"/>
                  </a:cubicBezTo>
                  <a:cubicBezTo>
                    <a:pt x="223" y="146"/>
                    <a:pt x="277" y="97"/>
                    <a:pt x="260" y="43"/>
                  </a:cubicBezTo>
                  <a:cubicBezTo>
                    <a:pt x="247" y="12"/>
                    <a:pt x="216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7"/>
            <p:cNvSpPr/>
            <p:nvPr/>
          </p:nvSpPr>
          <p:spPr>
            <a:xfrm>
              <a:off x="4509675" y="2284175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87" y="1"/>
                  </a:moveTo>
                  <a:cubicBezTo>
                    <a:pt x="172" y="1"/>
                    <a:pt x="155" y="5"/>
                    <a:pt x="136" y="13"/>
                  </a:cubicBezTo>
                  <a:cubicBezTo>
                    <a:pt x="103" y="13"/>
                    <a:pt x="87" y="30"/>
                    <a:pt x="54" y="50"/>
                  </a:cubicBezTo>
                  <a:cubicBezTo>
                    <a:pt x="0" y="100"/>
                    <a:pt x="0" y="170"/>
                    <a:pt x="54" y="186"/>
                  </a:cubicBezTo>
                  <a:cubicBezTo>
                    <a:pt x="70" y="203"/>
                    <a:pt x="103" y="203"/>
                    <a:pt x="136" y="203"/>
                  </a:cubicBezTo>
                  <a:lnTo>
                    <a:pt x="157" y="186"/>
                  </a:lnTo>
                  <a:cubicBezTo>
                    <a:pt x="190" y="186"/>
                    <a:pt x="206" y="170"/>
                    <a:pt x="223" y="153"/>
                  </a:cubicBezTo>
                  <a:cubicBezTo>
                    <a:pt x="260" y="100"/>
                    <a:pt x="276" y="50"/>
                    <a:pt x="223" y="13"/>
                  </a:cubicBezTo>
                  <a:cubicBezTo>
                    <a:pt x="214" y="5"/>
                    <a:pt x="202" y="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7"/>
            <p:cNvSpPr/>
            <p:nvPr/>
          </p:nvSpPr>
          <p:spPr>
            <a:xfrm>
              <a:off x="4529450" y="2304950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56" y="0"/>
                  </a:moveTo>
                  <a:cubicBezTo>
                    <a:pt x="139" y="0"/>
                    <a:pt x="121" y="2"/>
                    <a:pt x="104" y="7"/>
                  </a:cubicBezTo>
                  <a:cubicBezTo>
                    <a:pt x="50" y="44"/>
                    <a:pt x="1" y="93"/>
                    <a:pt x="17" y="147"/>
                  </a:cubicBezTo>
                  <a:cubicBezTo>
                    <a:pt x="28" y="179"/>
                    <a:pt x="61" y="197"/>
                    <a:pt x="96" y="197"/>
                  </a:cubicBezTo>
                  <a:cubicBezTo>
                    <a:pt x="116" y="197"/>
                    <a:pt x="136" y="191"/>
                    <a:pt x="153" y="180"/>
                  </a:cubicBezTo>
                  <a:cubicBezTo>
                    <a:pt x="223" y="147"/>
                    <a:pt x="256" y="93"/>
                    <a:pt x="256" y="44"/>
                  </a:cubicBezTo>
                  <a:cubicBezTo>
                    <a:pt x="244" y="16"/>
                    <a:pt x="203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7"/>
            <p:cNvSpPr/>
            <p:nvPr/>
          </p:nvSpPr>
          <p:spPr>
            <a:xfrm>
              <a:off x="4533675" y="2317150"/>
              <a:ext cx="6925" cy="5200"/>
            </a:xfrm>
            <a:custGeom>
              <a:avLst/>
              <a:gdLst/>
              <a:ahLst/>
              <a:cxnLst/>
              <a:rect l="l" t="t" r="r" b="b"/>
              <a:pathLst>
                <a:path w="277" h="208" extrusionOk="0">
                  <a:moveTo>
                    <a:pt x="174" y="1"/>
                  </a:moveTo>
                  <a:cubicBezTo>
                    <a:pt x="141" y="1"/>
                    <a:pt x="104" y="17"/>
                    <a:pt x="87" y="34"/>
                  </a:cubicBezTo>
                  <a:cubicBezTo>
                    <a:pt x="54" y="50"/>
                    <a:pt x="38" y="88"/>
                    <a:pt x="21" y="104"/>
                  </a:cubicBezTo>
                  <a:cubicBezTo>
                    <a:pt x="1" y="154"/>
                    <a:pt x="38" y="191"/>
                    <a:pt x="71" y="207"/>
                  </a:cubicBezTo>
                  <a:lnTo>
                    <a:pt x="104" y="207"/>
                  </a:lnTo>
                  <a:cubicBezTo>
                    <a:pt x="124" y="207"/>
                    <a:pt x="141" y="191"/>
                    <a:pt x="157" y="191"/>
                  </a:cubicBezTo>
                  <a:cubicBezTo>
                    <a:pt x="190" y="174"/>
                    <a:pt x="227" y="154"/>
                    <a:pt x="244" y="121"/>
                  </a:cubicBezTo>
                  <a:lnTo>
                    <a:pt x="244" y="104"/>
                  </a:lnTo>
                  <a:cubicBezTo>
                    <a:pt x="277" y="50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7"/>
            <p:cNvSpPr/>
            <p:nvPr/>
          </p:nvSpPr>
          <p:spPr>
            <a:xfrm>
              <a:off x="4525550" y="234210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17"/>
                    <a:pt x="87" y="34"/>
                  </a:cubicBezTo>
                  <a:cubicBezTo>
                    <a:pt x="54" y="50"/>
                    <a:pt x="37" y="67"/>
                    <a:pt x="17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0" y="207"/>
                    <a:pt x="140" y="186"/>
                    <a:pt x="157" y="186"/>
                  </a:cubicBezTo>
                  <a:cubicBezTo>
                    <a:pt x="173" y="186"/>
                    <a:pt x="190" y="170"/>
                    <a:pt x="190" y="170"/>
                  </a:cubicBezTo>
                  <a:cubicBezTo>
                    <a:pt x="223" y="153"/>
                    <a:pt x="243" y="120"/>
                    <a:pt x="260" y="104"/>
                  </a:cubicBezTo>
                  <a:cubicBezTo>
                    <a:pt x="260" y="67"/>
                    <a:pt x="260" y="50"/>
                    <a:pt x="243" y="34"/>
                  </a:cubicBezTo>
                  <a:cubicBezTo>
                    <a:pt x="223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7"/>
            <p:cNvSpPr/>
            <p:nvPr/>
          </p:nvSpPr>
          <p:spPr>
            <a:xfrm>
              <a:off x="4479575" y="2343450"/>
              <a:ext cx="6500" cy="5100"/>
            </a:xfrm>
            <a:custGeom>
              <a:avLst/>
              <a:gdLst/>
              <a:ahLst/>
              <a:cxnLst/>
              <a:rect l="l" t="t" r="r" b="b"/>
              <a:pathLst>
                <a:path w="260" h="204" extrusionOk="0">
                  <a:moveTo>
                    <a:pt x="163" y="0"/>
                  </a:moveTo>
                  <a:cubicBezTo>
                    <a:pt x="143" y="0"/>
                    <a:pt x="122" y="4"/>
                    <a:pt x="103" y="13"/>
                  </a:cubicBezTo>
                  <a:cubicBezTo>
                    <a:pt x="54" y="29"/>
                    <a:pt x="21" y="66"/>
                    <a:pt x="0" y="99"/>
                  </a:cubicBezTo>
                  <a:lnTo>
                    <a:pt x="0" y="153"/>
                  </a:lnTo>
                  <a:cubicBezTo>
                    <a:pt x="14" y="185"/>
                    <a:pt x="46" y="203"/>
                    <a:pt x="86" y="203"/>
                  </a:cubicBezTo>
                  <a:cubicBezTo>
                    <a:pt x="108" y="203"/>
                    <a:pt x="132" y="198"/>
                    <a:pt x="157" y="186"/>
                  </a:cubicBezTo>
                  <a:cubicBezTo>
                    <a:pt x="206" y="153"/>
                    <a:pt x="260" y="99"/>
                    <a:pt x="243" y="50"/>
                  </a:cubicBezTo>
                  <a:cubicBezTo>
                    <a:pt x="243" y="29"/>
                    <a:pt x="227" y="29"/>
                    <a:pt x="206" y="13"/>
                  </a:cubicBezTo>
                  <a:cubicBezTo>
                    <a:pt x="198" y="4"/>
                    <a:pt x="182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7"/>
            <p:cNvSpPr/>
            <p:nvPr/>
          </p:nvSpPr>
          <p:spPr>
            <a:xfrm>
              <a:off x="4513125" y="2307675"/>
              <a:ext cx="6450" cy="4850"/>
            </a:xfrm>
            <a:custGeom>
              <a:avLst/>
              <a:gdLst/>
              <a:ahLst/>
              <a:cxnLst/>
              <a:rect l="l" t="t" r="r" b="b"/>
              <a:pathLst>
                <a:path w="258" h="194" extrusionOk="0">
                  <a:moveTo>
                    <a:pt x="171" y="1"/>
                  </a:moveTo>
                  <a:cubicBezTo>
                    <a:pt x="138" y="1"/>
                    <a:pt x="101" y="17"/>
                    <a:pt x="68" y="38"/>
                  </a:cubicBezTo>
                  <a:cubicBezTo>
                    <a:pt x="52" y="54"/>
                    <a:pt x="35" y="71"/>
                    <a:pt x="19" y="104"/>
                  </a:cubicBezTo>
                  <a:cubicBezTo>
                    <a:pt x="1" y="150"/>
                    <a:pt x="26" y="194"/>
                    <a:pt x="66" y="194"/>
                  </a:cubicBezTo>
                  <a:cubicBezTo>
                    <a:pt x="72" y="194"/>
                    <a:pt x="78" y="193"/>
                    <a:pt x="85" y="190"/>
                  </a:cubicBezTo>
                  <a:lnTo>
                    <a:pt x="155" y="190"/>
                  </a:lnTo>
                  <a:cubicBezTo>
                    <a:pt x="171" y="174"/>
                    <a:pt x="171" y="174"/>
                    <a:pt x="188" y="174"/>
                  </a:cubicBezTo>
                  <a:cubicBezTo>
                    <a:pt x="204" y="157"/>
                    <a:pt x="241" y="120"/>
                    <a:pt x="241" y="104"/>
                  </a:cubicBezTo>
                  <a:cubicBezTo>
                    <a:pt x="258" y="54"/>
                    <a:pt x="225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7"/>
            <p:cNvSpPr/>
            <p:nvPr/>
          </p:nvSpPr>
          <p:spPr>
            <a:xfrm>
              <a:off x="4517400" y="231932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36" y="1"/>
                  </a:moveTo>
                  <a:cubicBezTo>
                    <a:pt x="103" y="1"/>
                    <a:pt x="87" y="17"/>
                    <a:pt x="54" y="50"/>
                  </a:cubicBezTo>
                  <a:cubicBezTo>
                    <a:pt x="0" y="87"/>
                    <a:pt x="0" y="153"/>
                    <a:pt x="54" y="190"/>
                  </a:cubicBezTo>
                  <a:lnTo>
                    <a:pt x="120" y="190"/>
                  </a:lnTo>
                  <a:cubicBezTo>
                    <a:pt x="136" y="190"/>
                    <a:pt x="157" y="190"/>
                    <a:pt x="157" y="170"/>
                  </a:cubicBezTo>
                  <a:cubicBezTo>
                    <a:pt x="173" y="170"/>
                    <a:pt x="206" y="153"/>
                    <a:pt x="206" y="137"/>
                  </a:cubicBezTo>
                  <a:cubicBezTo>
                    <a:pt x="260" y="104"/>
                    <a:pt x="277" y="34"/>
                    <a:pt x="223" y="17"/>
                  </a:cubicBezTo>
                  <a:cubicBezTo>
                    <a:pt x="206" y="1"/>
                    <a:pt x="17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7"/>
            <p:cNvSpPr/>
            <p:nvPr/>
          </p:nvSpPr>
          <p:spPr>
            <a:xfrm>
              <a:off x="4544000" y="229437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17"/>
                    <a:pt x="70" y="34"/>
                  </a:cubicBezTo>
                  <a:cubicBezTo>
                    <a:pt x="54" y="54"/>
                    <a:pt x="37" y="71"/>
                    <a:pt x="21" y="104"/>
                  </a:cubicBezTo>
                  <a:cubicBezTo>
                    <a:pt x="0" y="157"/>
                    <a:pt x="37" y="207"/>
                    <a:pt x="87" y="207"/>
                  </a:cubicBezTo>
                  <a:cubicBezTo>
                    <a:pt x="124" y="207"/>
                    <a:pt x="140" y="190"/>
                    <a:pt x="157" y="190"/>
                  </a:cubicBezTo>
                  <a:cubicBezTo>
                    <a:pt x="173" y="190"/>
                    <a:pt x="173" y="174"/>
                    <a:pt x="190" y="174"/>
                  </a:cubicBezTo>
                  <a:cubicBezTo>
                    <a:pt x="206" y="157"/>
                    <a:pt x="243" y="120"/>
                    <a:pt x="243" y="104"/>
                  </a:cubicBezTo>
                  <a:cubicBezTo>
                    <a:pt x="260" y="54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7"/>
            <p:cNvSpPr/>
            <p:nvPr/>
          </p:nvSpPr>
          <p:spPr>
            <a:xfrm>
              <a:off x="4474425" y="2331275"/>
              <a:ext cx="6500" cy="5250"/>
            </a:xfrm>
            <a:custGeom>
              <a:avLst/>
              <a:gdLst/>
              <a:ahLst/>
              <a:cxnLst/>
              <a:rect l="l" t="t" r="r" b="b"/>
              <a:pathLst>
                <a:path w="260" h="210" extrusionOk="0">
                  <a:moveTo>
                    <a:pt x="157" y="1"/>
                  </a:moveTo>
                  <a:cubicBezTo>
                    <a:pt x="140" y="1"/>
                    <a:pt x="124" y="21"/>
                    <a:pt x="103" y="21"/>
                  </a:cubicBezTo>
                  <a:cubicBezTo>
                    <a:pt x="37" y="54"/>
                    <a:pt x="0" y="104"/>
                    <a:pt x="21" y="157"/>
                  </a:cubicBezTo>
                  <a:cubicBezTo>
                    <a:pt x="21" y="190"/>
                    <a:pt x="48" y="209"/>
                    <a:pt x="87" y="209"/>
                  </a:cubicBezTo>
                  <a:cubicBezTo>
                    <a:pt x="108" y="209"/>
                    <a:pt x="132" y="204"/>
                    <a:pt x="157" y="190"/>
                  </a:cubicBezTo>
                  <a:cubicBezTo>
                    <a:pt x="173" y="190"/>
                    <a:pt x="190" y="174"/>
                    <a:pt x="206" y="157"/>
                  </a:cubicBezTo>
                  <a:cubicBezTo>
                    <a:pt x="243" y="125"/>
                    <a:pt x="260" y="87"/>
                    <a:pt x="243" y="54"/>
                  </a:cubicBezTo>
                  <a:cubicBezTo>
                    <a:pt x="243" y="21"/>
                    <a:pt x="206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7"/>
            <p:cNvSpPr/>
            <p:nvPr/>
          </p:nvSpPr>
          <p:spPr>
            <a:xfrm>
              <a:off x="4716225" y="2513825"/>
              <a:ext cx="6100" cy="5175"/>
            </a:xfrm>
            <a:custGeom>
              <a:avLst/>
              <a:gdLst/>
              <a:ahLst/>
              <a:cxnLst/>
              <a:rect l="l" t="t" r="r" b="b"/>
              <a:pathLst>
                <a:path w="244" h="207" extrusionOk="0">
                  <a:moveTo>
                    <a:pt x="157" y="0"/>
                  </a:moveTo>
                  <a:cubicBezTo>
                    <a:pt x="141" y="0"/>
                    <a:pt x="103" y="17"/>
                    <a:pt x="87" y="38"/>
                  </a:cubicBezTo>
                  <a:cubicBezTo>
                    <a:pt x="54" y="54"/>
                    <a:pt x="17" y="71"/>
                    <a:pt x="17" y="104"/>
                  </a:cubicBezTo>
                  <a:cubicBezTo>
                    <a:pt x="0" y="157"/>
                    <a:pt x="37" y="207"/>
                    <a:pt x="87" y="207"/>
                  </a:cubicBezTo>
                  <a:lnTo>
                    <a:pt x="141" y="207"/>
                  </a:lnTo>
                  <a:cubicBezTo>
                    <a:pt x="141" y="190"/>
                    <a:pt x="141" y="190"/>
                    <a:pt x="157" y="190"/>
                  </a:cubicBezTo>
                  <a:cubicBezTo>
                    <a:pt x="157" y="190"/>
                    <a:pt x="174" y="190"/>
                    <a:pt x="174" y="174"/>
                  </a:cubicBezTo>
                  <a:cubicBezTo>
                    <a:pt x="207" y="157"/>
                    <a:pt x="223" y="141"/>
                    <a:pt x="244" y="104"/>
                  </a:cubicBezTo>
                  <a:lnTo>
                    <a:pt x="244" y="38"/>
                  </a:lnTo>
                  <a:cubicBezTo>
                    <a:pt x="223" y="17"/>
                    <a:pt x="19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7"/>
            <p:cNvSpPr/>
            <p:nvPr/>
          </p:nvSpPr>
          <p:spPr>
            <a:xfrm>
              <a:off x="4710650" y="250270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4" y="0"/>
                  </a:moveTo>
                  <a:cubicBezTo>
                    <a:pt x="157" y="0"/>
                    <a:pt x="120" y="0"/>
                    <a:pt x="104" y="17"/>
                  </a:cubicBezTo>
                  <a:cubicBezTo>
                    <a:pt x="54" y="33"/>
                    <a:pt x="1" y="103"/>
                    <a:pt x="17" y="153"/>
                  </a:cubicBezTo>
                  <a:cubicBezTo>
                    <a:pt x="29" y="180"/>
                    <a:pt x="71" y="196"/>
                    <a:pt x="113" y="196"/>
                  </a:cubicBezTo>
                  <a:cubicBezTo>
                    <a:pt x="128" y="196"/>
                    <a:pt x="143" y="194"/>
                    <a:pt x="157" y="190"/>
                  </a:cubicBezTo>
                  <a:cubicBezTo>
                    <a:pt x="174" y="173"/>
                    <a:pt x="190" y="173"/>
                    <a:pt x="207" y="153"/>
                  </a:cubicBezTo>
                  <a:cubicBezTo>
                    <a:pt x="240" y="120"/>
                    <a:pt x="260" y="87"/>
                    <a:pt x="260" y="50"/>
                  </a:cubicBezTo>
                  <a:cubicBezTo>
                    <a:pt x="240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7"/>
            <p:cNvSpPr/>
            <p:nvPr/>
          </p:nvSpPr>
          <p:spPr>
            <a:xfrm>
              <a:off x="4721800" y="2525300"/>
              <a:ext cx="6100" cy="4925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42" y="1"/>
                  </a:moveTo>
                  <a:cubicBezTo>
                    <a:pt x="124" y="1"/>
                    <a:pt x="105" y="3"/>
                    <a:pt x="87" y="7"/>
                  </a:cubicBezTo>
                  <a:cubicBezTo>
                    <a:pt x="54" y="24"/>
                    <a:pt x="21" y="57"/>
                    <a:pt x="21" y="73"/>
                  </a:cubicBezTo>
                  <a:cubicBezTo>
                    <a:pt x="0" y="110"/>
                    <a:pt x="0" y="127"/>
                    <a:pt x="0" y="143"/>
                  </a:cubicBezTo>
                  <a:cubicBezTo>
                    <a:pt x="0" y="160"/>
                    <a:pt x="21" y="176"/>
                    <a:pt x="37" y="197"/>
                  </a:cubicBezTo>
                  <a:cubicBezTo>
                    <a:pt x="70" y="197"/>
                    <a:pt x="103" y="197"/>
                    <a:pt x="140" y="176"/>
                  </a:cubicBezTo>
                  <a:cubicBezTo>
                    <a:pt x="206" y="160"/>
                    <a:pt x="243" y="94"/>
                    <a:pt x="227" y="40"/>
                  </a:cubicBezTo>
                  <a:cubicBezTo>
                    <a:pt x="227" y="16"/>
                    <a:pt x="189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7"/>
            <p:cNvSpPr/>
            <p:nvPr/>
          </p:nvSpPr>
          <p:spPr>
            <a:xfrm>
              <a:off x="4733850" y="252712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6" y="1"/>
                  </a:moveTo>
                  <a:cubicBezTo>
                    <a:pt x="154" y="1"/>
                    <a:pt x="129" y="7"/>
                    <a:pt x="103" y="21"/>
                  </a:cubicBezTo>
                  <a:cubicBezTo>
                    <a:pt x="33" y="37"/>
                    <a:pt x="0" y="103"/>
                    <a:pt x="17" y="157"/>
                  </a:cubicBezTo>
                  <a:cubicBezTo>
                    <a:pt x="29" y="181"/>
                    <a:pt x="61" y="196"/>
                    <a:pt x="105" y="196"/>
                  </a:cubicBezTo>
                  <a:cubicBezTo>
                    <a:pt x="121" y="196"/>
                    <a:pt x="138" y="194"/>
                    <a:pt x="157" y="190"/>
                  </a:cubicBezTo>
                  <a:cubicBezTo>
                    <a:pt x="223" y="157"/>
                    <a:pt x="260" y="87"/>
                    <a:pt x="240" y="54"/>
                  </a:cubicBezTo>
                  <a:cubicBezTo>
                    <a:pt x="240" y="20"/>
                    <a:pt x="213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7"/>
            <p:cNvSpPr/>
            <p:nvPr/>
          </p:nvSpPr>
          <p:spPr>
            <a:xfrm>
              <a:off x="4726125" y="25009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0" y="0"/>
                  </a:moveTo>
                  <a:cubicBezTo>
                    <a:pt x="87" y="17"/>
                    <a:pt x="54" y="37"/>
                    <a:pt x="33" y="54"/>
                  </a:cubicBezTo>
                  <a:cubicBezTo>
                    <a:pt x="17" y="70"/>
                    <a:pt x="0" y="103"/>
                    <a:pt x="0" y="140"/>
                  </a:cubicBezTo>
                  <a:cubicBezTo>
                    <a:pt x="0" y="157"/>
                    <a:pt x="0" y="173"/>
                    <a:pt x="17" y="190"/>
                  </a:cubicBezTo>
                  <a:cubicBezTo>
                    <a:pt x="35" y="198"/>
                    <a:pt x="49" y="202"/>
                    <a:pt x="62" y="202"/>
                  </a:cubicBezTo>
                  <a:cubicBezTo>
                    <a:pt x="74" y="202"/>
                    <a:pt x="87" y="198"/>
                    <a:pt x="103" y="190"/>
                  </a:cubicBezTo>
                  <a:lnTo>
                    <a:pt x="136" y="190"/>
                  </a:lnTo>
                  <a:cubicBezTo>
                    <a:pt x="157" y="173"/>
                    <a:pt x="173" y="173"/>
                    <a:pt x="190" y="157"/>
                  </a:cubicBezTo>
                  <a:cubicBezTo>
                    <a:pt x="239" y="103"/>
                    <a:pt x="239" y="54"/>
                    <a:pt x="206" y="17"/>
                  </a:cubicBezTo>
                  <a:cubicBezTo>
                    <a:pt x="190" y="0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7"/>
            <p:cNvSpPr/>
            <p:nvPr/>
          </p:nvSpPr>
          <p:spPr>
            <a:xfrm>
              <a:off x="4731675" y="2512575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74" y="1"/>
                  </a:moveTo>
                  <a:cubicBezTo>
                    <a:pt x="141" y="17"/>
                    <a:pt x="104" y="17"/>
                    <a:pt x="71" y="34"/>
                  </a:cubicBezTo>
                  <a:cubicBezTo>
                    <a:pt x="54" y="50"/>
                    <a:pt x="17" y="88"/>
                    <a:pt x="17" y="104"/>
                  </a:cubicBezTo>
                  <a:cubicBezTo>
                    <a:pt x="1" y="154"/>
                    <a:pt x="38" y="207"/>
                    <a:pt x="87" y="207"/>
                  </a:cubicBezTo>
                  <a:cubicBezTo>
                    <a:pt x="104" y="207"/>
                    <a:pt x="141" y="207"/>
                    <a:pt x="157" y="191"/>
                  </a:cubicBezTo>
                  <a:cubicBezTo>
                    <a:pt x="157" y="191"/>
                    <a:pt x="174" y="191"/>
                    <a:pt x="190" y="170"/>
                  </a:cubicBezTo>
                  <a:cubicBezTo>
                    <a:pt x="207" y="154"/>
                    <a:pt x="223" y="137"/>
                    <a:pt x="244" y="104"/>
                  </a:cubicBezTo>
                  <a:cubicBezTo>
                    <a:pt x="261" y="50"/>
                    <a:pt x="22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7"/>
            <p:cNvSpPr/>
            <p:nvPr/>
          </p:nvSpPr>
          <p:spPr>
            <a:xfrm>
              <a:off x="4707250" y="2490475"/>
              <a:ext cx="6425" cy="4950"/>
            </a:xfrm>
            <a:custGeom>
              <a:avLst/>
              <a:gdLst/>
              <a:ahLst/>
              <a:cxnLst/>
              <a:rect l="l" t="t" r="r" b="b"/>
              <a:pathLst>
                <a:path w="257" h="198" extrusionOk="0">
                  <a:moveTo>
                    <a:pt x="191" y="0"/>
                  </a:moveTo>
                  <a:cubicBezTo>
                    <a:pt x="180" y="0"/>
                    <a:pt x="167" y="2"/>
                    <a:pt x="153" y="7"/>
                  </a:cubicBezTo>
                  <a:lnTo>
                    <a:pt x="104" y="7"/>
                  </a:lnTo>
                  <a:cubicBezTo>
                    <a:pt x="34" y="44"/>
                    <a:pt x="1" y="93"/>
                    <a:pt x="17" y="147"/>
                  </a:cubicBezTo>
                  <a:cubicBezTo>
                    <a:pt x="28" y="179"/>
                    <a:pt x="54" y="197"/>
                    <a:pt x="89" y="197"/>
                  </a:cubicBezTo>
                  <a:cubicBezTo>
                    <a:pt x="108" y="197"/>
                    <a:pt x="130" y="192"/>
                    <a:pt x="153" y="180"/>
                  </a:cubicBezTo>
                  <a:cubicBezTo>
                    <a:pt x="170" y="180"/>
                    <a:pt x="190" y="163"/>
                    <a:pt x="207" y="147"/>
                  </a:cubicBezTo>
                  <a:cubicBezTo>
                    <a:pt x="240" y="126"/>
                    <a:pt x="256" y="77"/>
                    <a:pt x="240" y="44"/>
                  </a:cubicBezTo>
                  <a:cubicBezTo>
                    <a:pt x="240" y="17"/>
                    <a:pt x="222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7"/>
            <p:cNvSpPr/>
            <p:nvPr/>
          </p:nvSpPr>
          <p:spPr>
            <a:xfrm>
              <a:off x="4705925" y="2480425"/>
              <a:ext cx="6500" cy="5100"/>
            </a:xfrm>
            <a:custGeom>
              <a:avLst/>
              <a:gdLst/>
              <a:ahLst/>
              <a:cxnLst/>
              <a:rect l="l" t="t" r="r" b="b"/>
              <a:pathLst>
                <a:path w="260" h="204" extrusionOk="0">
                  <a:moveTo>
                    <a:pt x="164" y="1"/>
                  </a:moveTo>
                  <a:cubicBezTo>
                    <a:pt x="143" y="1"/>
                    <a:pt x="122" y="5"/>
                    <a:pt x="103" y="13"/>
                  </a:cubicBezTo>
                  <a:cubicBezTo>
                    <a:pt x="54" y="34"/>
                    <a:pt x="17" y="83"/>
                    <a:pt x="0" y="116"/>
                  </a:cubicBezTo>
                  <a:lnTo>
                    <a:pt x="0" y="153"/>
                  </a:lnTo>
                  <a:cubicBezTo>
                    <a:pt x="11" y="185"/>
                    <a:pt x="44" y="203"/>
                    <a:pt x="85" y="203"/>
                  </a:cubicBezTo>
                  <a:cubicBezTo>
                    <a:pt x="107" y="203"/>
                    <a:pt x="132" y="198"/>
                    <a:pt x="157" y="186"/>
                  </a:cubicBezTo>
                  <a:cubicBezTo>
                    <a:pt x="206" y="170"/>
                    <a:pt x="260" y="100"/>
                    <a:pt x="243" y="50"/>
                  </a:cubicBezTo>
                  <a:cubicBezTo>
                    <a:pt x="243" y="50"/>
                    <a:pt x="223" y="34"/>
                    <a:pt x="223" y="13"/>
                  </a:cubicBezTo>
                  <a:cubicBezTo>
                    <a:pt x="206" y="5"/>
                    <a:pt x="186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7"/>
            <p:cNvSpPr/>
            <p:nvPr/>
          </p:nvSpPr>
          <p:spPr>
            <a:xfrm>
              <a:off x="4481325" y="2353250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36" y="0"/>
                  </a:moveTo>
                  <a:cubicBezTo>
                    <a:pt x="120" y="0"/>
                    <a:pt x="103" y="16"/>
                    <a:pt x="87" y="16"/>
                  </a:cubicBezTo>
                  <a:cubicBezTo>
                    <a:pt x="54" y="33"/>
                    <a:pt x="17" y="70"/>
                    <a:pt x="0" y="103"/>
                  </a:cubicBezTo>
                  <a:cubicBezTo>
                    <a:pt x="54" y="120"/>
                    <a:pt x="103" y="153"/>
                    <a:pt x="136" y="190"/>
                  </a:cubicBezTo>
                  <a:cubicBezTo>
                    <a:pt x="157" y="173"/>
                    <a:pt x="173" y="173"/>
                    <a:pt x="190" y="153"/>
                  </a:cubicBezTo>
                  <a:cubicBezTo>
                    <a:pt x="223" y="120"/>
                    <a:pt x="239" y="87"/>
                    <a:pt x="223" y="49"/>
                  </a:cubicBezTo>
                  <a:cubicBezTo>
                    <a:pt x="223" y="16"/>
                    <a:pt x="190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7"/>
            <p:cNvSpPr/>
            <p:nvPr/>
          </p:nvSpPr>
          <p:spPr>
            <a:xfrm>
              <a:off x="4474925" y="2318700"/>
              <a:ext cx="6425" cy="4875"/>
            </a:xfrm>
            <a:custGeom>
              <a:avLst/>
              <a:gdLst/>
              <a:ahLst/>
              <a:cxnLst/>
              <a:rect l="l" t="t" r="r" b="b"/>
              <a:pathLst>
                <a:path w="257" h="195" extrusionOk="0">
                  <a:moveTo>
                    <a:pt x="148" y="1"/>
                  </a:moveTo>
                  <a:cubicBezTo>
                    <a:pt x="133" y="1"/>
                    <a:pt x="117" y="3"/>
                    <a:pt x="104" y="9"/>
                  </a:cubicBezTo>
                  <a:cubicBezTo>
                    <a:pt x="50" y="26"/>
                    <a:pt x="34" y="59"/>
                    <a:pt x="17" y="92"/>
                  </a:cubicBezTo>
                  <a:cubicBezTo>
                    <a:pt x="1" y="112"/>
                    <a:pt x="1" y="129"/>
                    <a:pt x="1" y="145"/>
                  </a:cubicBezTo>
                  <a:cubicBezTo>
                    <a:pt x="17" y="162"/>
                    <a:pt x="17" y="178"/>
                    <a:pt x="50" y="195"/>
                  </a:cubicBezTo>
                  <a:cubicBezTo>
                    <a:pt x="67" y="195"/>
                    <a:pt x="104" y="195"/>
                    <a:pt x="137" y="178"/>
                  </a:cubicBezTo>
                  <a:cubicBezTo>
                    <a:pt x="207" y="162"/>
                    <a:pt x="256" y="92"/>
                    <a:pt x="240" y="42"/>
                  </a:cubicBezTo>
                  <a:cubicBezTo>
                    <a:pt x="228" y="18"/>
                    <a:pt x="188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7"/>
            <p:cNvSpPr/>
            <p:nvPr/>
          </p:nvSpPr>
          <p:spPr>
            <a:xfrm>
              <a:off x="4681475" y="2489800"/>
              <a:ext cx="2625" cy="3425"/>
            </a:xfrm>
            <a:custGeom>
              <a:avLst/>
              <a:gdLst/>
              <a:ahLst/>
              <a:cxnLst/>
              <a:rect l="l" t="t" r="r" b="b"/>
              <a:pathLst>
                <a:path w="105" h="137" extrusionOk="0">
                  <a:moveTo>
                    <a:pt x="1" y="1"/>
                  </a:moveTo>
                  <a:cubicBezTo>
                    <a:pt x="17" y="50"/>
                    <a:pt x="34" y="104"/>
                    <a:pt x="50" y="137"/>
                  </a:cubicBezTo>
                  <a:lnTo>
                    <a:pt x="67" y="137"/>
                  </a:lnTo>
                  <a:lnTo>
                    <a:pt x="67" y="120"/>
                  </a:lnTo>
                  <a:cubicBezTo>
                    <a:pt x="88" y="120"/>
                    <a:pt x="88" y="104"/>
                    <a:pt x="88" y="104"/>
                  </a:cubicBezTo>
                  <a:cubicBezTo>
                    <a:pt x="104" y="50"/>
                    <a:pt x="67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7"/>
            <p:cNvSpPr/>
            <p:nvPr/>
          </p:nvSpPr>
          <p:spPr>
            <a:xfrm>
              <a:off x="4700750" y="246877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04" y="1"/>
                  </a:moveTo>
                  <a:cubicBezTo>
                    <a:pt x="38" y="34"/>
                    <a:pt x="1" y="104"/>
                    <a:pt x="17" y="137"/>
                  </a:cubicBezTo>
                  <a:cubicBezTo>
                    <a:pt x="30" y="171"/>
                    <a:pt x="55" y="190"/>
                    <a:pt x="89" y="190"/>
                  </a:cubicBezTo>
                  <a:cubicBezTo>
                    <a:pt x="109" y="190"/>
                    <a:pt x="132" y="183"/>
                    <a:pt x="158" y="170"/>
                  </a:cubicBezTo>
                  <a:cubicBezTo>
                    <a:pt x="174" y="170"/>
                    <a:pt x="191" y="153"/>
                    <a:pt x="207" y="153"/>
                  </a:cubicBezTo>
                  <a:cubicBezTo>
                    <a:pt x="244" y="120"/>
                    <a:pt x="261" y="67"/>
                    <a:pt x="244" y="50"/>
                  </a:cubicBezTo>
                  <a:cubicBezTo>
                    <a:pt x="244" y="17"/>
                    <a:pt x="207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7"/>
            <p:cNvSpPr/>
            <p:nvPr/>
          </p:nvSpPr>
          <p:spPr>
            <a:xfrm>
              <a:off x="4698175" y="25013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58" y="1"/>
                    <a:pt x="120" y="21"/>
                    <a:pt x="87" y="38"/>
                  </a:cubicBezTo>
                  <a:cubicBezTo>
                    <a:pt x="54" y="54"/>
                    <a:pt x="38" y="87"/>
                    <a:pt x="38" y="104"/>
                  </a:cubicBezTo>
                  <a:cubicBezTo>
                    <a:pt x="1" y="157"/>
                    <a:pt x="38" y="207"/>
                    <a:pt x="104" y="207"/>
                  </a:cubicBezTo>
                  <a:cubicBezTo>
                    <a:pt x="120" y="207"/>
                    <a:pt x="141" y="207"/>
                    <a:pt x="174" y="190"/>
                  </a:cubicBezTo>
                  <a:cubicBezTo>
                    <a:pt x="174" y="190"/>
                    <a:pt x="191" y="190"/>
                    <a:pt x="191" y="174"/>
                  </a:cubicBezTo>
                  <a:cubicBezTo>
                    <a:pt x="224" y="157"/>
                    <a:pt x="244" y="141"/>
                    <a:pt x="261" y="104"/>
                  </a:cubicBezTo>
                  <a:cubicBezTo>
                    <a:pt x="261" y="87"/>
                    <a:pt x="261" y="54"/>
                    <a:pt x="244" y="38"/>
                  </a:cubicBezTo>
                  <a:cubicBezTo>
                    <a:pt x="244" y="2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7"/>
            <p:cNvSpPr/>
            <p:nvPr/>
          </p:nvSpPr>
          <p:spPr>
            <a:xfrm>
              <a:off x="4630375" y="2272525"/>
              <a:ext cx="6000" cy="3850"/>
            </a:xfrm>
            <a:custGeom>
              <a:avLst/>
              <a:gdLst/>
              <a:ahLst/>
              <a:cxnLst/>
              <a:rect l="l" t="t" r="r" b="b"/>
              <a:pathLst>
                <a:path w="240" h="154" extrusionOk="0">
                  <a:moveTo>
                    <a:pt x="33" y="1"/>
                  </a:moveTo>
                  <a:cubicBezTo>
                    <a:pt x="33" y="17"/>
                    <a:pt x="16" y="34"/>
                    <a:pt x="0" y="50"/>
                  </a:cubicBezTo>
                  <a:cubicBezTo>
                    <a:pt x="0" y="67"/>
                    <a:pt x="0" y="104"/>
                    <a:pt x="16" y="120"/>
                  </a:cubicBezTo>
                  <a:cubicBezTo>
                    <a:pt x="33" y="137"/>
                    <a:pt x="49" y="153"/>
                    <a:pt x="87" y="153"/>
                  </a:cubicBezTo>
                  <a:cubicBezTo>
                    <a:pt x="103" y="153"/>
                    <a:pt x="120" y="137"/>
                    <a:pt x="153" y="137"/>
                  </a:cubicBezTo>
                  <a:lnTo>
                    <a:pt x="173" y="120"/>
                  </a:lnTo>
                  <a:cubicBezTo>
                    <a:pt x="206" y="104"/>
                    <a:pt x="223" y="67"/>
                    <a:pt x="239" y="5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7"/>
            <p:cNvSpPr/>
            <p:nvPr/>
          </p:nvSpPr>
          <p:spPr>
            <a:xfrm>
              <a:off x="4797850" y="2270375"/>
              <a:ext cx="6000" cy="2350"/>
            </a:xfrm>
            <a:custGeom>
              <a:avLst/>
              <a:gdLst/>
              <a:ahLst/>
              <a:cxnLst/>
              <a:rect l="l" t="t" r="r" b="b"/>
              <a:pathLst>
                <a:path w="240" h="94" extrusionOk="0">
                  <a:moveTo>
                    <a:pt x="1" y="0"/>
                  </a:moveTo>
                  <a:lnTo>
                    <a:pt x="1" y="50"/>
                  </a:lnTo>
                  <a:cubicBezTo>
                    <a:pt x="13" y="77"/>
                    <a:pt x="54" y="93"/>
                    <a:pt x="101" y="93"/>
                  </a:cubicBezTo>
                  <a:cubicBezTo>
                    <a:pt x="118" y="93"/>
                    <a:pt x="136" y="91"/>
                    <a:pt x="153" y="87"/>
                  </a:cubicBezTo>
                  <a:cubicBezTo>
                    <a:pt x="190" y="66"/>
                    <a:pt x="223" y="33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7"/>
            <p:cNvSpPr/>
            <p:nvPr/>
          </p:nvSpPr>
          <p:spPr>
            <a:xfrm>
              <a:off x="4894950" y="2269450"/>
              <a:ext cx="6000" cy="2350"/>
            </a:xfrm>
            <a:custGeom>
              <a:avLst/>
              <a:gdLst/>
              <a:ahLst/>
              <a:cxnLst/>
              <a:rect l="l" t="t" r="r" b="b"/>
              <a:pathLst>
                <a:path w="240" h="94" extrusionOk="0">
                  <a:moveTo>
                    <a:pt x="0" y="0"/>
                  </a:moveTo>
                  <a:lnTo>
                    <a:pt x="0" y="21"/>
                  </a:lnTo>
                  <a:cubicBezTo>
                    <a:pt x="0" y="54"/>
                    <a:pt x="17" y="70"/>
                    <a:pt x="33" y="87"/>
                  </a:cubicBezTo>
                  <a:cubicBezTo>
                    <a:pt x="44" y="87"/>
                    <a:pt x="63" y="94"/>
                    <a:pt x="85" y="94"/>
                  </a:cubicBezTo>
                  <a:cubicBezTo>
                    <a:pt x="96" y="94"/>
                    <a:pt x="108" y="92"/>
                    <a:pt x="120" y="87"/>
                  </a:cubicBezTo>
                  <a:lnTo>
                    <a:pt x="137" y="87"/>
                  </a:lnTo>
                  <a:cubicBezTo>
                    <a:pt x="170" y="70"/>
                    <a:pt x="186" y="54"/>
                    <a:pt x="207" y="37"/>
                  </a:cubicBezTo>
                  <a:cubicBezTo>
                    <a:pt x="223" y="37"/>
                    <a:pt x="223" y="21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7"/>
            <p:cNvSpPr/>
            <p:nvPr/>
          </p:nvSpPr>
          <p:spPr>
            <a:xfrm>
              <a:off x="4918975" y="2303450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53" y="1"/>
                  </a:moveTo>
                  <a:cubicBezTo>
                    <a:pt x="120" y="1"/>
                    <a:pt x="87" y="17"/>
                    <a:pt x="70" y="34"/>
                  </a:cubicBezTo>
                  <a:cubicBezTo>
                    <a:pt x="33" y="50"/>
                    <a:pt x="17" y="67"/>
                    <a:pt x="0" y="104"/>
                  </a:cubicBezTo>
                  <a:cubicBezTo>
                    <a:pt x="0" y="137"/>
                    <a:pt x="0" y="153"/>
                    <a:pt x="17" y="170"/>
                  </a:cubicBezTo>
                  <a:cubicBezTo>
                    <a:pt x="33" y="186"/>
                    <a:pt x="50" y="207"/>
                    <a:pt x="87" y="207"/>
                  </a:cubicBezTo>
                  <a:cubicBezTo>
                    <a:pt x="103" y="207"/>
                    <a:pt x="120" y="186"/>
                    <a:pt x="136" y="186"/>
                  </a:cubicBezTo>
                  <a:cubicBezTo>
                    <a:pt x="153" y="186"/>
                    <a:pt x="173" y="170"/>
                    <a:pt x="173" y="170"/>
                  </a:cubicBezTo>
                  <a:cubicBezTo>
                    <a:pt x="206" y="153"/>
                    <a:pt x="223" y="120"/>
                    <a:pt x="239" y="104"/>
                  </a:cubicBezTo>
                  <a:cubicBezTo>
                    <a:pt x="256" y="50"/>
                    <a:pt x="22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7"/>
            <p:cNvSpPr/>
            <p:nvPr/>
          </p:nvSpPr>
          <p:spPr>
            <a:xfrm>
              <a:off x="4612725" y="2317975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37" y="1"/>
                  </a:moveTo>
                  <a:cubicBezTo>
                    <a:pt x="104" y="17"/>
                    <a:pt x="71" y="38"/>
                    <a:pt x="55" y="55"/>
                  </a:cubicBezTo>
                  <a:cubicBezTo>
                    <a:pt x="1" y="104"/>
                    <a:pt x="1" y="158"/>
                    <a:pt x="55" y="191"/>
                  </a:cubicBezTo>
                  <a:cubicBezTo>
                    <a:pt x="71" y="207"/>
                    <a:pt x="88" y="207"/>
                    <a:pt x="121" y="207"/>
                  </a:cubicBezTo>
                  <a:cubicBezTo>
                    <a:pt x="137" y="191"/>
                    <a:pt x="158" y="191"/>
                    <a:pt x="158" y="191"/>
                  </a:cubicBezTo>
                  <a:cubicBezTo>
                    <a:pt x="174" y="174"/>
                    <a:pt x="191" y="174"/>
                    <a:pt x="207" y="158"/>
                  </a:cubicBezTo>
                  <a:cubicBezTo>
                    <a:pt x="261" y="104"/>
                    <a:pt x="261" y="55"/>
                    <a:pt x="224" y="17"/>
                  </a:cubicBezTo>
                  <a:cubicBezTo>
                    <a:pt x="207" y="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7"/>
            <p:cNvSpPr/>
            <p:nvPr/>
          </p:nvSpPr>
          <p:spPr>
            <a:xfrm>
              <a:off x="4616650" y="22819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53" y="1"/>
                  </a:moveTo>
                  <a:cubicBezTo>
                    <a:pt x="137" y="1"/>
                    <a:pt x="104" y="1"/>
                    <a:pt x="67" y="17"/>
                  </a:cubicBezTo>
                  <a:cubicBezTo>
                    <a:pt x="34" y="38"/>
                    <a:pt x="17" y="71"/>
                    <a:pt x="17" y="88"/>
                  </a:cubicBezTo>
                  <a:cubicBezTo>
                    <a:pt x="1" y="141"/>
                    <a:pt x="17" y="174"/>
                    <a:pt x="50" y="191"/>
                  </a:cubicBezTo>
                  <a:lnTo>
                    <a:pt x="83" y="191"/>
                  </a:lnTo>
                  <a:cubicBezTo>
                    <a:pt x="104" y="191"/>
                    <a:pt x="120" y="191"/>
                    <a:pt x="153" y="174"/>
                  </a:cubicBezTo>
                  <a:cubicBezTo>
                    <a:pt x="170" y="174"/>
                    <a:pt x="207" y="141"/>
                    <a:pt x="223" y="121"/>
                  </a:cubicBezTo>
                  <a:cubicBezTo>
                    <a:pt x="223" y="104"/>
                    <a:pt x="240" y="104"/>
                    <a:pt x="240" y="88"/>
                  </a:cubicBezTo>
                  <a:cubicBezTo>
                    <a:pt x="256" y="38"/>
                    <a:pt x="22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7"/>
            <p:cNvSpPr/>
            <p:nvPr/>
          </p:nvSpPr>
          <p:spPr>
            <a:xfrm>
              <a:off x="4915575" y="233627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61" y="1"/>
                  </a:moveTo>
                  <a:cubicBezTo>
                    <a:pt x="117" y="1"/>
                    <a:pt x="70" y="17"/>
                    <a:pt x="33" y="44"/>
                  </a:cubicBezTo>
                  <a:cubicBezTo>
                    <a:pt x="17" y="77"/>
                    <a:pt x="0" y="94"/>
                    <a:pt x="0" y="131"/>
                  </a:cubicBezTo>
                  <a:cubicBezTo>
                    <a:pt x="0" y="147"/>
                    <a:pt x="0" y="164"/>
                    <a:pt x="17" y="180"/>
                  </a:cubicBezTo>
                  <a:cubicBezTo>
                    <a:pt x="50" y="197"/>
                    <a:pt x="66" y="197"/>
                    <a:pt x="103" y="197"/>
                  </a:cubicBezTo>
                  <a:cubicBezTo>
                    <a:pt x="120" y="197"/>
                    <a:pt x="120" y="180"/>
                    <a:pt x="136" y="180"/>
                  </a:cubicBezTo>
                  <a:cubicBezTo>
                    <a:pt x="153" y="180"/>
                    <a:pt x="169" y="164"/>
                    <a:pt x="186" y="147"/>
                  </a:cubicBezTo>
                  <a:cubicBezTo>
                    <a:pt x="239" y="94"/>
                    <a:pt x="239" y="44"/>
                    <a:pt x="206" y="7"/>
                  </a:cubicBezTo>
                  <a:cubicBezTo>
                    <a:pt x="192" y="3"/>
                    <a:pt x="177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7"/>
            <p:cNvSpPr/>
            <p:nvPr/>
          </p:nvSpPr>
          <p:spPr>
            <a:xfrm>
              <a:off x="4781050" y="227077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57" y="1"/>
                  </a:moveTo>
                  <a:cubicBezTo>
                    <a:pt x="124" y="1"/>
                    <a:pt x="104" y="1"/>
                    <a:pt x="87" y="17"/>
                  </a:cubicBezTo>
                  <a:cubicBezTo>
                    <a:pt x="54" y="34"/>
                    <a:pt x="38" y="71"/>
                    <a:pt x="21" y="87"/>
                  </a:cubicBezTo>
                  <a:cubicBezTo>
                    <a:pt x="1" y="153"/>
                    <a:pt x="38" y="190"/>
                    <a:pt x="104" y="190"/>
                  </a:cubicBezTo>
                  <a:cubicBezTo>
                    <a:pt x="124" y="190"/>
                    <a:pt x="141" y="190"/>
                    <a:pt x="157" y="174"/>
                  </a:cubicBezTo>
                  <a:cubicBezTo>
                    <a:pt x="174" y="174"/>
                    <a:pt x="190" y="174"/>
                    <a:pt x="190" y="153"/>
                  </a:cubicBezTo>
                  <a:cubicBezTo>
                    <a:pt x="227" y="137"/>
                    <a:pt x="244" y="120"/>
                    <a:pt x="260" y="87"/>
                  </a:cubicBezTo>
                  <a:cubicBezTo>
                    <a:pt x="277" y="50"/>
                    <a:pt x="244" y="1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7"/>
            <p:cNvSpPr/>
            <p:nvPr/>
          </p:nvSpPr>
          <p:spPr>
            <a:xfrm>
              <a:off x="4736425" y="2537425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37" y="1"/>
                  </a:moveTo>
                  <a:cubicBezTo>
                    <a:pt x="104" y="21"/>
                    <a:pt x="87" y="38"/>
                    <a:pt x="54" y="54"/>
                  </a:cubicBezTo>
                  <a:cubicBezTo>
                    <a:pt x="0" y="104"/>
                    <a:pt x="0" y="157"/>
                    <a:pt x="54" y="190"/>
                  </a:cubicBezTo>
                  <a:cubicBezTo>
                    <a:pt x="62" y="199"/>
                    <a:pt x="75" y="203"/>
                    <a:pt x="87" y="203"/>
                  </a:cubicBezTo>
                  <a:cubicBezTo>
                    <a:pt x="99" y="203"/>
                    <a:pt x="112" y="199"/>
                    <a:pt x="120" y="190"/>
                  </a:cubicBezTo>
                  <a:lnTo>
                    <a:pt x="157" y="190"/>
                  </a:lnTo>
                  <a:cubicBezTo>
                    <a:pt x="174" y="174"/>
                    <a:pt x="207" y="174"/>
                    <a:pt x="207" y="157"/>
                  </a:cubicBezTo>
                  <a:cubicBezTo>
                    <a:pt x="240" y="124"/>
                    <a:pt x="260" y="104"/>
                    <a:pt x="260" y="71"/>
                  </a:cubicBezTo>
                  <a:cubicBezTo>
                    <a:pt x="260" y="54"/>
                    <a:pt x="240" y="38"/>
                    <a:pt x="223" y="21"/>
                  </a:cubicBezTo>
                  <a:cubicBezTo>
                    <a:pt x="207" y="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7"/>
            <p:cNvSpPr/>
            <p:nvPr/>
          </p:nvSpPr>
          <p:spPr>
            <a:xfrm>
              <a:off x="4907325" y="2269950"/>
              <a:ext cx="6500" cy="4675"/>
            </a:xfrm>
            <a:custGeom>
              <a:avLst/>
              <a:gdLst/>
              <a:ahLst/>
              <a:cxnLst/>
              <a:rect l="l" t="t" r="r" b="b"/>
              <a:pathLst>
                <a:path w="260" h="187" extrusionOk="0">
                  <a:moveTo>
                    <a:pt x="157" y="1"/>
                  </a:moveTo>
                  <a:cubicBezTo>
                    <a:pt x="140" y="1"/>
                    <a:pt x="103" y="1"/>
                    <a:pt x="70" y="17"/>
                  </a:cubicBezTo>
                  <a:cubicBezTo>
                    <a:pt x="54" y="34"/>
                    <a:pt x="21" y="67"/>
                    <a:pt x="21" y="83"/>
                  </a:cubicBezTo>
                  <a:cubicBezTo>
                    <a:pt x="0" y="120"/>
                    <a:pt x="0" y="137"/>
                    <a:pt x="21" y="170"/>
                  </a:cubicBezTo>
                  <a:cubicBezTo>
                    <a:pt x="37" y="186"/>
                    <a:pt x="54" y="186"/>
                    <a:pt x="87" y="186"/>
                  </a:cubicBezTo>
                  <a:cubicBezTo>
                    <a:pt x="103" y="186"/>
                    <a:pt x="140" y="186"/>
                    <a:pt x="157" y="170"/>
                  </a:cubicBezTo>
                  <a:cubicBezTo>
                    <a:pt x="157" y="170"/>
                    <a:pt x="173" y="170"/>
                    <a:pt x="173" y="153"/>
                  </a:cubicBezTo>
                  <a:cubicBezTo>
                    <a:pt x="206" y="137"/>
                    <a:pt x="227" y="120"/>
                    <a:pt x="243" y="83"/>
                  </a:cubicBezTo>
                  <a:cubicBezTo>
                    <a:pt x="260" y="34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7"/>
            <p:cNvSpPr/>
            <p:nvPr/>
          </p:nvSpPr>
          <p:spPr>
            <a:xfrm>
              <a:off x="4904750" y="231417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0"/>
                  </a:moveTo>
                  <a:cubicBezTo>
                    <a:pt x="140" y="0"/>
                    <a:pt x="124" y="0"/>
                    <a:pt x="87" y="17"/>
                  </a:cubicBezTo>
                  <a:cubicBezTo>
                    <a:pt x="54" y="50"/>
                    <a:pt x="37" y="66"/>
                    <a:pt x="21" y="103"/>
                  </a:cubicBezTo>
                  <a:cubicBezTo>
                    <a:pt x="0" y="136"/>
                    <a:pt x="37" y="169"/>
                    <a:pt x="70" y="190"/>
                  </a:cubicBezTo>
                  <a:lnTo>
                    <a:pt x="103" y="190"/>
                  </a:lnTo>
                  <a:cubicBezTo>
                    <a:pt x="124" y="190"/>
                    <a:pt x="140" y="190"/>
                    <a:pt x="157" y="169"/>
                  </a:cubicBezTo>
                  <a:cubicBezTo>
                    <a:pt x="190" y="169"/>
                    <a:pt x="227" y="136"/>
                    <a:pt x="243" y="120"/>
                  </a:cubicBezTo>
                  <a:cubicBezTo>
                    <a:pt x="243" y="103"/>
                    <a:pt x="243" y="103"/>
                    <a:pt x="260" y="87"/>
                  </a:cubicBezTo>
                  <a:cubicBezTo>
                    <a:pt x="276" y="33"/>
                    <a:pt x="24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7"/>
            <p:cNvSpPr/>
            <p:nvPr/>
          </p:nvSpPr>
          <p:spPr>
            <a:xfrm>
              <a:off x="4901350" y="2350350"/>
              <a:ext cx="6500" cy="5075"/>
            </a:xfrm>
            <a:custGeom>
              <a:avLst/>
              <a:gdLst/>
              <a:ahLst/>
              <a:cxnLst/>
              <a:rect l="l" t="t" r="r" b="b"/>
              <a:pathLst>
                <a:path w="260" h="203" extrusionOk="0">
                  <a:moveTo>
                    <a:pt x="181" y="1"/>
                  </a:moveTo>
                  <a:cubicBezTo>
                    <a:pt x="168" y="1"/>
                    <a:pt x="155" y="5"/>
                    <a:pt x="136" y="13"/>
                  </a:cubicBezTo>
                  <a:cubicBezTo>
                    <a:pt x="103" y="13"/>
                    <a:pt x="70" y="29"/>
                    <a:pt x="54" y="46"/>
                  </a:cubicBezTo>
                  <a:cubicBezTo>
                    <a:pt x="0" y="100"/>
                    <a:pt x="0" y="165"/>
                    <a:pt x="33" y="186"/>
                  </a:cubicBezTo>
                  <a:cubicBezTo>
                    <a:pt x="70" y="203"/>
                    <a:pt x="87" y="203"/>
                    <a:pt x="120" y="203"/>
                  </a:cubicBezTo>
                  <a:cubicBezTo>
                    <a:pt x="136" y="203"/>
                    <a:pt x="136" y="186"/>
                    <a:pt x="157" y="186"/>
                  </a:cubicBezTo>
                  <a:cubicBezTo>
                    <a:pt x="173" y="186"/>
                    <a:pt x="190" y="165"/>
                    <a:pt x="206" y="149"/>
                  </a:cubicBezTo>
                  <a:cubicBezTo>
                    <a:pt x="260" y="100"/>
                    <a:pt x="260" y="46"/>
                    <a:pt x="223" y="13"/>
                  </a:cubicBezTo>
                  <a:cubicBezTo>
                    <a:pt x="206" y="5"/>
                    <a:pt x="194" y="1"/>
                    <a:pt x="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7"/>
            <p:cNvSpPr/>
            <p:nvPr/>
          </p:nvSpPr>
          <p:spPr>
            <a:xfrm>
              <a:off x="4914625" y="2350650"/>
              <a:ext cx="6950" cy="5200"/>
            </a:xfrm>
            <a:custGeom>
              <a:avLst/>
              <a:gdLst/>
              <a:ahLst/>
              <a:cxnLst/>
              <a:rect l="l" t="t" r="r" b="b"/>
              <a:pathLst>
                <a:path w="278" h="208" extrusionOk="0">
                  <a:moveTo>
                    <a:pt x="174" y="1"/>
                  </a:moveTo>
                  <a:cubicBezTo>
                    <a:pt x="141" y="1"/>
                    <a:pt x="104" y="17"/>
                    <a:pt x="88" y="34"/>
                  </a:cubicBezTo>
                  <a:cubicBezTo>
                    <a:pt x="55" y="50"/>
                    <a:pt x="38" y="71"/>
                    <a:pt x="17" y="104"/>
                  </a:cubicBezTo>
                  <a:cubicBezTo>
                    <a:pt x="1" y="153"/>
                    <a:pt x="38" y="207"/>
                    <a:pt x="104" y="207"/>
                  </a:cubicBezTo>
                  <a:cubicBezTo>
                    <a:pt x="121" y="207"/>
                    <a:pt x="141" y="191"/>
                    <a:pt x="158" y="191"/>
                  </a:cubicBezTo>
                  <a:cubicBezTo>
                    <a:pt x="174" y="191"/>
                    <a:pt x="174" y="174"/>
                    <a:pt x="191" y="174"/>
                  </a:cubicBezTo>
                  <a:cubicBezTo>
                    <a:pt x="224" y="153"/>
                    <a:pt x="244" y="120"/>
                    <a:pt x="244" y="104"/>
                  </a:cubicBezTo>
                  <a:cubicBezTo>
                    <a:pt x="277" y="50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7"/>
            <p:cNvSpPr/>
            <p:nvPr/>
          </p:nvSpPr>
          <p:spPr>
            <a:xfrm>
              <a:off x="4909475" y="22819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66" y="0"/>
                  </a:moveTo>
                  <a:cubicBezTo>
                    <a:pt x="128" y="0"/>
                    <a:pt x="87" y="20"/>
                    <a:pt x="54" y="55"/>
                  </a:cubicBezTo>
                  <a:cubicBezTo>
                    <a:pt x="1" y="104"/>
                    <a:pt x="1" y="158"/>
                    <a:pt x="54" y="191"/>
                  </a:cubicBezTo>
                  <a:cubicBezTo>
                    <a:pt x="65" y="191"/>
                    <a:pt x="84" y="198"/>
                    <a:pt x="100" y="198"/>
                  </a:cubicBezTo>
                  <a:cubicBezTo>
                    <a:pt x="108" y="198"/>
                    <a:pt x="115" y="196"/>
                    <a:pt x="120" y="191"/>
                  </a:cubicBezTo>
                  <a:lnTo>
                    <a:pt x="157" y="191"/>
                  </a:lnTo>
                  <a:cubicBezTo>
                    <a:pt x="174" y="174"/>
                    <a:pt x="190" y="158"/>
                    <a:pt x="207" y="141"/>
                  </a:cubicBezTo>
                  <a:cubicBezTo>
                    <a:pt x="261" y="104"/>
                    <a:pt x="261" y="38"/>
                    <a:pt x="223" y="17"/>
                  </a:cubicBezTo>
                  <a:cubicBezTo>
                    <a:pt x="206" y="6"/>
                    <a:pt x="186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7"/>
            <p:cNvSpPr/>
            <p:nvPr/>
          </p:nvSpPr>
          <p:spPr>
            <a:xfrm>
              <a:off x="4915050" y="229140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41" y="0"/>
                    <a:pt x="104" y="0"/>
                    <a:pt x="87" y="17"/>
                  </a:cubicBezTo>
                  <a:cubicBezTo>
                    <a:pt x="54" y="33"/>
                    <a:pt x="38" y="70"/>
                    <a:pt x="21" y="87"/>
                  </a:cubicBezTo>
                  <a:cubicBezTo>
                    <a:pt x="0" y="153"/>
                    <a:pt x="38" y="190"/>
                    <a:pt x="104" y="190"/>
                  </a:cubicBezTo>
                  <a:cubicBezTo>
                    <a:pt x="124" y="190"/>
                    <a:pt x="141" y="190"/>
                    <a:pt x="157" y="173"/>
                  </a:cubicBezTo>
                  <a:cubicBezTo>
                    <a:pt x="174" y="173"/>
                    <a:pt x="174" y="173"/>
                    <a:pt x="190" y="153"/>
                  </a:cubicBezTo>
                  <a:cubicBezTo>
                    <a:pt x="227" y="136"/>
                    <a:pt x="244" y="120"/>
                    <a:pt x="244" y="87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7"/>
            <p:cNvSpPr/>
            <p:nvPr/>
          </p:nvSpPr>
          <p:spPr>
            <a:xfrm>
              <a:off x="4569750" y="2285100"/>
              <a:ext cx="6525" cy="5050"/>
            </a:xfrm>
            <a:custGeom>
              <a:avLst/>
              <a:gdLst/>
              <a:ahLst/>
              <a:cxnLst/>
              <a:rect l="l" t="t" r="r" b="b"/>
              <a:pathLst>
                <a:path w="261" h="202" extrusionOk="0">
                  <a:moveTo>
                    <a:pt x="176" y="0"/>
                  </a:moveTo>
                  <a:cubicBezTo>
                    <a:pt x="155" y="0"/>
                    <a:pt x="131" y="5"/>
                    <a:pt x="104" y="13"/>
                  </a:cubicBezTo>
                  <a:cubicBezTo>
                    <a:pt x="38" y="46"/>
                    <a:pt x="1" y="96"/>
                    <a:pt x="21" y="149"/>
                  </a:cubicBezTo>
                  <a:cubicBezTo>
                    <a:pt x="21" y="181"/>
                    <a:pt x="49" y="201"/>
                    <a:pt x="88" y="201"/>
                  </a:cubicBezTo>
                  <a:cubicBezTo>
                    <a:pt x="109" y="201"/>
                    <a:pt x="133" y="195"/>
                    <a:pt x="157" y="182"/>
                  </a:cubicBezTo>
                  <a:cubicBezTo>
                    <a:pt x="227" y="149"/>
                    <a:pt x="260" y="96"/>
                    <a:pt x="244" y="46"/>
                  </a:cubicBezTo>
                  <a:cubicBezTo>
                    <a:pt x="234" y="13"/>
                    <a:pt x="209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7"/>
            <p:cNvSpPr/>
            <p:nvPr/>
          </p:nvSpPr>
          <p:spPr>
            <a:xfrm>
              <a:off x="4557375" y="2283225"/>
              <a:ext cx="6425" cy="5100"/>
            </a:xfrm>
            <a:custGeom>
              <a:avLst/>
              <a:gdLst/>
              <a:ahLst/>
              <a:cxnLst/>
              <a:rect l="l" t="t" r="r" b="b"/>
              <a:pathLst>
                <a:path w="257" h="204" extrusionOk="0">
                  <a:moveTo>
                    <a:pt x="168" y="1"/>
                  </a:moveTo>
                  <a:cubicBezTo>
                    <a:pt x="149" y="1"/>
                    <a:pt x="127" y="6"/>
                    <a:pt x="104" y="18"/>
                  </a:cubicBezTo>
                  <a:cubicBezTo>
                    <a:pt x="67" y="35"/>
                    <a:pt x="34" y="51"/>
                    <a:pt x="17" y="88"/>
                  </a:cubicBezTo>
                  <a:cubicBezTo>
                    <a:pt x="1" y="105"/>
                    <a:pt x="1" y="121"/>
                    <a:pt x="17" y="154"/>
                  </a:cubicBezTo>
                  <a:cubicBezTo>
                    <a:pt x="17" y="171"/>
                    <a:pt x="34" y="191"/>
                    <a:pt x="50" y="191"/>
                  </a:cubicBezTo>
                  <a:cubicBezTo>
                    <a:pt x="67" y="199"/>
                    <a:pt x="84" y="204"/>
                    <a:pt x="102" y="204"/>
                  </a:cubicBezTo>
                  <a:cubicBezTo>
                    <a:pt x="120" y="204"/>
                    <a:pt x="137" y="199"/>
                    <a:pt x="154" y="191"/>
                  </a:cubicBezTo>
                  <a:cubicBezTo>
                    <a:pt x="224" y="154"/>
                    <a:pt x="257" y="105"/>
                    <a:pt x="240" y="51"/>
                  </a:cubicBezTo>
                  <a:cubicBezTo>
                    <a:pt x="229" y="19"/>
                    <a:pt x="203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7"/>
            <p:cNvSpPr/>
            <p:nvPr/>
          </p:nvSpPr>
          <p:spPr>
            <a:xfrm>
              <a:off x="4562025" y="2307775"/>
              <a:ext cx="6525" cy="5100"/>
            </a:xfrm>
            <a:custGeom>
              <a:avLst/>
              <a:gdLst/>
              <a:ahLst/>
              <a:cxnLst/>
              <a:rect l="l" t="t" r="r" b="b"/>
              <a:pathLst>
                <a:path w="261" h="204" extrusionOk="0">
                  <a:moveTo>
                    <a:pt x="172" y="1"/>
                  </a:moveTo>
                  <a:cubicBezTo>
                    <a:pt x="152" y="1"/>
                    <a:pt x="130" y="5"/>
                    <a:pt x="104" y="13"/>
                  </a:cubicBezTo>
                  <a:cubicBezTo>
                    <a:pt x="54" y="50"/>
                    <a:pt x="21" y="83"/>
                    <a:pt x="21" y="116"/>
                  </a:cubicBezTo>
                  <a:cubicBezTo>
                    <a:pt x="1" y="137"/>
                    <a:pt x="1" y="137"/>
                    <a:pt x="21" y="153"/>
                  </a:cubicBezTo>
                  <a:cubicBezTo>
                    <a:pt x="21" y="185"/>
                    <a:pt x="49" y="203"/>
                    <a:pt x="87" y="203"/>
                  </a:cubicBezTo>
                  <a:cubicBezTo>
                    <a:pt x="108" y="203"/>
                    <a:pt x="132" y="198"/>
                    <a:pt x="157" y="186"/>
                  </a:cubicBezTo>
                  <a:cubicBezTo>
                    <a:pt x="227" y="170"/>
                    <a:pt x="260" y="100"/>
                    <a:pt x="244" y="50"/>
                  </a:cubicBezTo>
                  <a:cubicBezTo>
                    <a:pt x="244" y="50"/>
                    <a:pt x="227" y="34"/>
                    <a:pt x="227" y="13"/>
                  </a:cubicBezTo>
                  <a:cubicBezTo>
                    <a:pt x="209" y="5"/>
                    <a:pt x="191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7"/>
            <p:cNvSpPr/>
            <p:nvPr/>
          </p:nvSpPr>
          <p:spPr>
            <a:xfrm>
              <a:off x="4563375" y="231782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91" y="1"/>
                  </a:moveTo>
                  <a:cubicBezTo>
                    <a:pt x="179" y="1"/>
                    <a:pt x="167" y="3"/>
                    <a:pt x="153" y="7"/>
                  </a:cubicBezTo>
                  <a:lnTo>
                    <a:pt x="103" y="7"/>
                  </a:lnTo>
                  <a:cubicBezTo>
                    <a:pt x="50" y="44"/>
                    <a:pt x="0" y="94"/>
                    <a:pt x="17" y="147"/>
                  </a:cubicBezTo>
                  <a:cubicBezTo>
                    <a:pt x="27" y="179"/>
                    <a:pt x="53" y="197"/>
                    <a:pt x="88" y="197"/>
                  </a:cubicBezTo>
                  <a:cubicBezTo>
                    <a:pt x="107" y="197"/>
                    <a:pt x="129" y="192"/>
                    <a:pt x="153" y="180"/>
                  </a:cubicBezTo>
                  <a:cubicBezTo>
                    <a:pt x="173" y="180"/>
                    <a:pt x="190" y="164"/>
                    <a:pt x="206" y="147"/>
                  </a:cubicBezTo>
                  <a:cubicBezTo>
                    <a:pt x="239" y="127"/>
                    <a:pt x="256" y="77"/>
                    <a:pt x="256" y="44"/>
                  </a:cubicBezTo>
                  <a:cubicBezTo>
                    <a:pt x="244" y="17"/>
                    <a:pt x="222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7"/>
            <p:cNvSpPr/>
            <p:nvPr/>
          </p:nvSpPr>
          <p:spPr>
            <a:xfrm>
              <a:off x="4566775" y="23300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73" y="0"/>
                  </a:moveTo>
                  <a:cubicBezTo>
                    <a:pt x="157" y="0"/>
                    <a:pt x="140" y="0"/>
                    <a:pt x="120" y="17"/>
                  </a:cubicBezTo>
                  <a:cubicBezTo>
                    <a:pt x="54" y="33"/>
                    <a:pt x="0" y="103"/>
                    <a:pt x="17" y="153"/>
                  </a:cubicBezTo>
                  <a:cubicBezTo>
                    <a:pt x="32" y="180"/>
                    <a:pt x="72" y="196"/>
                    <a:pt x="113" y="196"/>
                  </a:cubicBezTo>
                  <a:cubicBezTo>
                    <a:pt x="128" y="196"/>
                    <a:pt x="143" y="194"/>
                    <a:pt x="157" y="190"/>
                  </a:cubicBezTo>
                  <a:cubicBezTo>
                    <a:pt x="190" y="174"/>
                    <a:pt x="206" y="174"/>
                    <a:pt x="206" y="153"/>
                  </a:cubicBezTo>
                  <a:cubicBezTo>
                    <a:pt x="243" y="120"/>
                    <a:pt x="260" y="87"/>
                    <a:pt x="260" y="50"/>
                  </a:cubicBezTo>
                  <a:cubicBezTo>
                    <a:pt x="243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7"/>
            <p:cNvSpPr/>
            <p:nvPr/>
          </p:nvSpPr>
          <p:spPr>
            <a:xfrm>
              <a:off x="4556875" y="229612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57" y="1"/>
                  </a:moveTo>
                  <a:cubicBezTo>
                    <a:pt x="141" y="1"/>
                    <a:pt x="124" y="1"/>
                    <a:pt x="103" y="17"/>
                  </a:cubicBezTo>
                  <a:cubicBezTo>
                    <a:pt x="54" y="34"/>
                    <a:pt x="0" y="104"/>
                    <a:pt x="21" y="137"/>
                  </a:cubicBezTo>
                  <a:cubicBezTo>
                    <a:pt x="31" y="171"/>
                    <a:pt x="55" y="190"/>
                    <a:pt x="89" y="190"/>
                  </a:cubicBezTo>
                  <a:cubicBezTo>
                    <a:pt x="108" y="190"/>
                    <a:pt x="131" y="184"/>
                    <a:pt x="157" y="170"/>
                  </a:cubicBezTo>
                  <a:cubicBezTo>
                    <a:pt x="174" y="170"/>
                    <a:pt x="190" y="153"/>
                    <a:pt x="207" y="153"/>
                  </a:cubicBezTo>
                  <a:cubicBezTo>
                    <a:pt x="244" y="120"/>
                    <a:pt x="260" y="67"/>
                    <a:pt x="260" y="50"/>
                  </a:cubicBezTo>
                  <a:cubicBezTo>
                    <a:pt x="244" y="17"/>
                    <a:pt x="20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7"/>
            <p:cNvSpPr/>
            <p:nvPr/>
          </p:nvSpPr>
          <p:spPr>
            <a:xfrm>
              <a:off x="4549650" y="2318675"/>
              <a:ext cx="6425" cy="4900"/>
            </a:xfrm>
            <a:custGeom>
              <a:avLst/>
              <a:gdLst/>
              <a:ahLst/>
              <a:cxnLst/>
              <a:rect l="l" t="t" r="r" b="b"/>
              <a:pathLst>
                <a:path w="257" h="196" extrusionOk="0">
                  <a:moveTo>
                    <a:pt x="170" y="1"/>
                  </a:moveTo>
                  <a:cubicBezTo>
                    <a:pt x="159" y="1"/>
                    <a:pt x="148" y="3"/>
                    <a:pt x="137" y="10"/>
                  </a:cubicBezTo>
                  <a:cubicBezTo>
                    <a:pt x="104" y="10"/>
                    <a:pt x="67" y="27"/>
                    <a:pt x="50" y="60"/>
                  </a:cubicBezTo>
                  <a:cubicBezTo>
                    <a:pt x="1" y="93"/>
                    <a:pt x="1" y="163"/>
                    <a:pt x="34" y="179"/>
                  </a:cubicBezTo>
                  <a:cubicBezTo>
                    <a:pt x="67" y="196"/>
                    <a:pt x="83" y="196"/>
                    <a:pt x="120" y="196"/>
                  </a:cubicBezTo>
                  <a:cubicBezTo>
                    <a:pt x="137" y="196"/>
                    <a:pt x="137" y="196"/>
                    <a:pt x="153" y="179"/>
                  </a:cubicBezTo>
                  <a:cubicBezTo>
                    <a:pt x="170" y="179"/>
                    <a:pt x="186" y="163"/>
                    <a:pt x="207" y="146"/>
                  </a:cubicBezTo>
                  <a:cubicBezTo>
                    <a:pt x="240" y="130"/>
                    <a:pt x="240" y="93"/>
                    <a:pt x="256" y="76"/>
                  </a:cubicBezTo>
                  <a:cubicBezTo>
                    <a:pt x="256" y="43"/>
                    <a:pt x="240" y="27"/>
                    <a:pt x="223" y="10"/>
                  </a:cubicBezTo>
                  <a:cubicBezTo>
                    <a:pt x="212" y="10"/>
                    <a:pt x="192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7"/>
            <p:cNvSpPr/>
            <p:nvPr/>
          </p:nvSpPr>
          <p:spPr>
            <a:xfrm>
              <a:off x="4608000" y="23064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3" y="0"/>
                  </a:moveTo>
                  <a:cubicBezTo>
                    <a:pt x="157" y="0"/>
                    <a:pt x="120" y="17"/>
                    <a:pt x="87" y="33"/>
                  </a:cubicBezTo>
                  <a:cubicBezTo>
                    <a:pt x="54" y="50"/>
                    <a:pt x="37" y="87"/>
                    <a:pt x="37" y="103"/>
                  </a:cubicBezTo>
                  <a:cubicBezTo>
                    <a:pt x="0" y="153"/>
                    <a:pt x="37" y="206"/>
                    <a:pt x="103" y="206"/>
                  </a:cubicBezTo>
                  <a:cubicBezTo>
                    <a:pt x="120" y="206"/>
                    <a:pt x="157" y="206"/>
                    <a:pt x="173" y="190"/>
                  </a:cubicBezTo>
                  <a:cubicBezTo>
                    <a:pt x="173" y="190"/>
                    <a:pt x="190" y="190"/>
                    <a:pt x="190" y="169"/>
                  </a:cubicBezTo>
                  <a:cubicBezTo>
                    <a:pt x="223" y="153"/>
                    <a:pt x="244" y="136"/>
                    <a:pt x="260" y="103"/>
                  </a:cubicBezTo>
                  <a:cubicBezTo>
                    <a:pt x="260" y="87"/>
                    <a:pt x="260" y="50"/>
                    <a:pt x="244" y="33"/>
                  </a:cubicBezTo>
                  <a:cubicBezTo>
                    <a:pt x="244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7"/>
            <p:cNvSpPr/>
            <p:nvPr/>
          </p:nvSpPr>
          <p:spPr>
            <a:xfrm>
              <a:off x="4554800" y="2328700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70" y="1"/>
                  </a:moveTo>
                  <a:cubicBezTo>
                    <a:pt x="137" y="1"/>
                    <a:pt x="104" y="21"/>
                    <a:pt x="67" y="38"/>
                  </a:cubicBezTo>
                  <a:cubicBezTo>
                    <a:pt x="50" y="54"/>
                    <a:pt x="17" y="87"/>
                    <a:pt x="17" y="104"/>
                  </a:cubicBezTo>
                  <a:cubicBezTo>
                    <a:pt x="1" y="157"/>
                    <a:pt x="34" y="207"/>
                    <a:pt x="83" y="207"/>
                  </a:cubicBezTo>
                  <a:cubicBezTo>
                    <a:pt x="104" y="207"/>
                    <a:pt x="137" y="207"/>
                    <a:pt x="153" y="190"/>
                  </a:cubicBezTo>
                  <a:cubicBezTo>
                    <a:pt x="153" y="190"/>
                    <a:pt x="170" y="190"/>
                    <a:pt x="186" y="174"/>
                  </a:cubicBezTo>
                  <a:cubicBezTo>
                    <a:pt x="207" y="157"/>
                    <a:pt x="224" y="141"/>
                    <a:pt x="240" y="104"/>
                  </a:cubicBezTo>
                  <a:cubicBezTo>
                    <a:pt x="257" y="87"/>
                    <a:pt x="240" y="54"/>
                    <a:pt x="240" y="38"/>
                  </a:cubicBezTo>
                  <a:cubicBezTo>
                    <a:pt x="224" y="21"/>
                    <a:pt x="186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7"/>
            <p:cNvSpPr/>
            <p:nvPr/>
          </p:nvSpPr>
          <p:spPr>
            <a:xfrm>
              <a:off x="4599850" y="2283675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37" y="0"/>
                  </a:moveTo>
                  <a:cubicBezTo>
                    <a:pt x="120" y="17"/>
                    <a:pt x="87" y="33"/>
                    <a:pt x="54" y="50"/>
                  </a:cubicBezTo>
                  <a:cubicBezTo>
                    <a:pt x="17" y="103"/>
                    <a:pt x="1" y="153"/>
                    <a:pt x="54" y="190"/>
                  </a:cubicBezTo>
                  <a:cubicBezTo>
                    <a:pt x="62" y="198"/>
                    <a:pt x="75" y="202"/>
                    <a:pt x="89" y="202"/>
                  </a:cubicBezTo>
                  <a:cubicBezTo>
                    <a:pt x="104" y="202"/>
                    <a:pt x="120" y="198"/>
                    <a:pt x="137" y="190"/>
                  </a:cubicBezTo>
                  <a:lnTo>
                    <a:pt x="174" y="190"/>
                  </a:lnTo>
                  <a:cubicBezTo>
                    <a:pt x="190" y="173"/>
                    <a:pt x="207" y="173"/>
                    <a:pt x="223" y="153"/>
                  </a:cubicBezTo>
                  <a:cubicBezTo>
                    <a:pt x="277" y="103"/>
                    <a:pt x="277" y="33"/>
                    <a:pt x="223" y="17"/>
                  </a:cubicBezTo>
                  <a:cubicBezTo>
                    <a:pt x="207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7"/>
            <p:cNvSpPr/>
            <p:nvPr/>
          </p:nvSpPr>
          <p:spPr>
            <a:xfrm>
              <a:off x="4597275" y="23171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37" y="1"/>
                    <a:pt x="104" y="1"/>
                    <a:pt x="87" y="17"/>
                  </a:cubicBezTo>
                  <a:cubicBezTo>
                    <a:pt x="54" y="50"/>
                    <a:pt x="34" y="71"/>
                    <a:pt x="17" y="104"/>
                  </a:cubicBezTo>
                  <a:cubicBezTo>
                    <a:pt x="1" y="154"/>
                    <a:pt x="34" y="191"/>
                    <a:pt x="104" y="191"/>
                  </a:cubicBezTo>
                  <a:cubicBezTo>
                    <a:pt x="120" y="191"/>
                    <a:pt x="137" y="191"/>
                    <a:pt x="157" y="174"/>
                  </a:cubicBezTo>
                  <a:lnTo>
                    <a:pt x="190" y="174"/>
                  </a:lnTo>
                  <a:cubicBezTo>
                    <a:pt x="223" y="137"/>
                    <a:pt x="240" y="121"/>
                    <a:pt x="260" y="88"/>
                  </a:cubicBezTo>
                  <a:cubicBezTo>
                    <a:pt x="260" y="71"/>
                    <a:pt x="260" y="34"/>
                    <a:pt x="240" y="17"/>
                  </a:cubicBezTo>
                  <a:cubicBezTo>
                    <a:pt x="223" y="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7"/>
            <p:cNvSpPr/>
            <p:nvPr/>
          </p:nvSpPr>
          <p:spPr>
            <a:xfrm>
              <a:off x="4547900" y="230685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53" y="1"/>
                  </a:moveTo>
                  <a:cubicBezTo>
                    <a:pt x="120" y="1"/>
                    <a:pt x="87" y="1"/>
                    <a:pt x="71" y="17"/>
                  </a:cubicBezTo>
                  <a:cubicBezTo>
                    <a:pt x="34" y="50"/>
                    <a:pt x="17" y="71"/>
                    <a:pt x="1" y="104"/>
                  </a:cubicBezTo>
                  <a:cubicBezTo>
                    <a:pt x="1" y="120"/>
                    <a:pt x="1" y="137"/>
                    <a:pt x="17" y="174"/>
                  </a:cubicBezTo>
                  <a:cubicBezTo>
                    <a:pt x="17" y="190"/>
                    <a:pt x="50" y="190"/>
                    <a:pt x="87" y="190"/>
                  </a:cubicBezTo>
                  <a:cubicBezTo>
                    <a:pt x="104" y="190"/>
                    <a:pt x="120" y="190"/>
                    <a:pt x="137" y="174"/>
                  </a:cubicBezTo>
                  <a:cubicBezTo>
                    <a:pt x="153" y="174"/>
                    <a:pt x="153" y="174"/>
                    <a:pt x="174" y="153"/>
                  </a:cubicBezTo>
                  <a:cubicBezTo>
                    <a:pt x="207" y="137"/>
                    <a:pt x="223" y="120"/>
                    <a:pt x="223" y="87"/>
                  </a:cubicBezTo>
                  <a:cubicBezTo>
                    <a:pt x="256" y="34"/>
                    <a:pt x="22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7"/>
            <p:cNvSpPr/>
            <p:nvPr/>
          </p:nvSpPr>
          <p:spPr>
            <a:xfrm>
              <a:off x="4603250" y="22948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0"/>
                    <a:pt x="71" y="37"/>
                  </a:cubicBezTo>
                  <a:cubicBezTo>
                    <a:pt x="54" y="54"/>
                    <a:pt x="21" y="70"/>
                    <a:pt x="21" y="103"/>
                  </a:cubicBezTo>
                  <a:cubicBezTo>
                    <a:pt x="1" y="157"/>
                    <a:pt x="38" y="190"/>
                    <a:pt x="87" y="190"/>
                  </a:cubicBezTo>
                  <a:cubicBezTo>
                    <a:pt x="104" y="190"/>
                    <a:pt x="141" y="190"/>
                    <a:pt x="157" y="173"/>
                  </a:cubicBezTo>
                  <a:lnTo>
                    <a:pt x="190" y="173"/>
                  </a:lnTo>
                  <a:cubicBezTo>
                    <a:pt x="207" y="140"/>
                    <a:pt x="227" y="120"/>
                    <a:pt x="244" y="87"/>
                  </a:cubicBezTo>
                  <a:cubicBezTo>
                    <a:pt x="260" y="37"/>
                    <a:pt x="22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7"/>
            <p:cNvSpPr/>
            <p:nvPr/>
          </p:nvSpPr>
          <p:spPr>
            <a:xfrm>
              <a:off x="4580075" y="2272950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157" y="0"/>
                  </a:moveTo>
                  <a:cubicBezTo>
                    <a:pt x="140" y="0"/>
                    <a:pt x="124" y="17"/>
                    <a:pt x="103" y="17"/>
                  </a:cubicBezTo>
                  <a:cubicBezTo>
                    <a:pt x="54" y="50"/>
                    <a:pt x="0" y="103"/>
                    <a:pt x="21" y="153"/>
                  </a:cubicBezTo>
                  <a:cubicBezTo>
                    <a:pt x="31" y="187"/>
                    <a:pt x="56" y="200"/>
                    <a:pt x="90" y="200"/>
                  </a:cubicBezTo>
                  <a:cubicBezTo>
                    <a:pt x="109" y="200"/>
                    <a:pt x="132" y="196"/>
                    <a:pt x="157" y="190"/>
                  </a:cubicBezTo>
                  <a:cubicBezTo>
                    <a:pt x="227" y="153"/>
                    <a:pt x="260" y="103"/>
                    <a:pt x="260" y="50"/>
                  </a:cubicBezTo>
                  <a:cubicBezTo>
                    <a:pt x="243" y="17"/>
                    <a:pt x="227" y="17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7"/>
            <p:cNvSpPr/>
            <p:nvPr/>
          </p:nvSpPr>
          <p:spPr>
            <a:xfrm>
              <a:off x="4592525" y="23068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41" y="1"/>
                  </a:moveTo>
                  <a:cubicBezTo>
                    <a:pt x="104" y="1"/>
                    <a:pt x="71" y="17"/>
                    <a:pt x="54" y="50"/>
                  </a:cubicBezTo>
                  <a:cubicBezTo>
                    <a:pt x="1" y="87"/>
                    <a:pt x="1" y="153"/>
                    <a:pt x="54" y="174"/>
                  </a:cubicBezTo>
                  <a:cubicBezTo>
                    <a:pt x="71" y="190"/>
                    <a:pt x="87" y="190"/>
                    <a:pt x="120" y="190"/>
                  </a:cubicBezTo>
                  <a:cubicBezTo>
                    <a:pt x="141" y="190"/>
                    <a:pt x="158" y="190"/>
                    <a:pt x="158" y="174"/>
                  </a:cubicBezTo>
                  <a:cubicBezTo>
                    <a:pt x="174" y="174"/>
                    <a:pt x="191" y="153"/>
                    <a:pt x="207" y="137"/>
                  </a:cubicBezTo>
                  <a:cubicBezTo>
                    <a:pt x="244" y="120"/>
                    <a:pt x="261" y="87"/>
                    <a:pt x="261" y="71"/>
                  </a:cubicBezTo>
                  <a:cubicBezTo>
                    <a:pt x="261" y="34"/>
                    <a:pt x="244" y="17"/>
                    <a:pt x="2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7"/>
            <p:cNvSpPr/>
            <p:nvPr/>
          </p:nvSpPr>
          <p:spPr>
            <a:xfrm>
              <a:off x="4963600" y="2303450"/>
              <a:ext cx="6525" cy="5050"/>
            </a:xfrm>
            <a:custGeom>
              <a:avLst/>
              <a:gdLst/>
              <a:ahLst/>
              <a:cxnLst/>
              <a:rect l="l" t="t" r="r" b="b"/>
              <a:pathLst>
                <a:path w="261" h="202" extrusionOk="0">
                  <a:moveTo>
                    <a:pt x="141" y="1"/>
                  </a:moveTo>
                  <a:cubicBezTo>
                    <a:pt x="103" y="17"/>
                    <a:pt x="87" y="34"/>
                    <a:pt x="54" y="50"/>
                  </a:cubicBezTo>
                  <a:cubicBezTo>
                    <a:pt x="0" y="104"/>
                    <a:pt x="0" y="153"/>
                    <a:pt x="54" y="186"/>
                  </a:cubicBezTo>
                  <a:cubicBezTo>
                    <a:pt x="62" y="196"/>
                    <a:pt x="75" y="202"/>
                    <a:pt x="87" y="202"/>
                  </a:cubicBezTo>
                  <a:cubicBezTo>
                    <a:pt x="99" y="202"/>
                    <a:pt x="112" y="196"/>
                    <a:pt x="120" y="186"/>
                  </a:cubicBezTo>
                  <a:lnTo>
                    <a:pt x="157" y="186"/>
                  </a:lnTo>
                  <a:cubicBezTo>
                    <a:pt x="174" y="170"/>
                    <a:pt x="206" y="170"/>
                    <a:pt x="206" y="153"/>
                  </a:cubicBezTo>
                  <a:cubicBezTo>
                    <a:pt x="244" y="120"/>
                    <a:pt x="260" y="104"/>
                    <a:pt x="260" y="67"/>
                  </a:cubicBezTo>
                  <a:cubicBezTo>
                    <a:pt x="260" y="50"/>
                    <a:pt x="244" y="34"/>
                    <a:pt x="223" y="17"/>
                  </a:cubicBezTo>
                  <a:cubicBezTo>
                    <a:pt x="206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7"/>
            <p:cNvSpPr/>
            <p:nvPr/>
          </p:nvSpPr>
          <p:spPr>
            <a:xfrm>
              <a:off x="4523900" y="2273775"/>
              <a:ext cx="5175" cy="1350"/>
            </a:xfrm>
            <a:custGeom>
              <a:avLst/>
              <a:gdLst/>
              <a:ahLst/>
              <a:cxnLst/>
              <a:rect l="l" t="t" r="r" b="b"/>
              <a:pathLst>
                <a:path w="207" h="54" extrusionOk="0">
                  <a:moveTo>
                    <a:pt x="0" y="0"/>
                  </a:moveTo>
                  <a:cubicBezTo>
                    <a:pt x="0" y="17"/>
                    <a:pt x="17" y="33"/>
                    <a:pt x="33" y="33"/>
                  </a:cubicBezTo>
                  <a:cubicBezTo>
                    <a:pt x="50" y="54"/>
                    <a:pt x="83" y="54"/>
                    <a:pt x="120" y="54"/>
                  </a:cubicBezTo>
                  <a:lnTo>
                    <a:pt x="136" y="33"/>
                  </a:lnTo>
                  <a:cubicBezTo>
                    <a:pt x="169" y="33"/>
                    <a:pt x="186" y="17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7"/>
            <p:cNvSpPr/>
            <p:nvPr/>
          </p:nvSpPr>
          <p:spPr>
            <a:xfrm>
              <a:off x="4551725" y="2273350"/>
              <a:ext cx="6500" cy="3425"/>
            </a:xfrm>
            <a:custGeom>
              <a:avLst/>
              <a:gdLst/>
              <a:ahLst/>
              <a:cxnLst/>
              <a:rect l="l" t="t" r="r" b="b"/>
              <a:pathLst>
                <a:path w="260" h="137" extrusionOk="0">
                  <a:moveTo>
                    <a:pt x="54" y="1"/>
                  </a:moveTo>
                  <a:cubicBezTo>
                    <a:pt x="37" y="17"/>
                    <a:pt x="37" y="34"/>
                    <a:pt x="21" y="50"/>
                  </a:cubicBezTo>
                  <a:cubicBezTo>
                    <a:pt x="0" y="104"/>
                    <a:pt x="37" y="137"/>
                    <a:pt x="103" y="137"/>
                  </a:cubicBezTo>
                  <a:lnTo>
                    <a:pt x="157" y="137"/>
                  </a:lnTo>
                  <a:cubicBezTo>
                    <a:pt x="173" y="120"/>
                    <a:pt x="190" y="120"/>
                    <a:pt x="190" y="120"/>
                  </a:cubicBezTo>
                  <a:cubicBezTo>
                    <a:pt x="227" y="104"/>
                    <a:pt x="243" y="71"/>
                    <a:pt x="260" y="50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7"/>
            <p:cNvSpPr/>
            <p:nvPr/>
          </p:nvSpPr>
          <p:spPr>
            <a:xfrm>
              <a:off x="4567175" y="2273350"/>
              <a:ext cx="6525" cy="2200"/>
            </a:xfrm>
            <a:custGeom>
              <a:avLst/>
              <a:gdLst/>
              <a:ahLst/>
              <a:cxnLst/>
              <a:rect l="l" t="t" r="r" b="b"/>
              <a:pathLst>
                <a:path w="261" h="88" extrusionOk="0">
                  <a:moveTo>
                    <a:pt x="21" y="1"/>
                  </a:moveTo>
                  <a:cubicBezTo>
                    <a:pt x="1" y="50"/>
                    <a:pt x="38" y="87"/>
                    <a:pt x="104" y="87"/>
                  </a:cubicBezTo>
                  <a:lnTo>
                    <a:pt x="174" y="87"/>
                  </a:lnTo>
                  <a:cubicBezTo>
                    <a:pt x="174" y="71"/>
                    <a:pt x="190" y="71"/>
                    <a:pt x="190" y="71"/>
                  </a:cubicBezTo>
                  <a:cubicBezTo>
                    <a:pt x="227" y="50"/>
                    <a:pt x="244" y="17"/>
                    <a:pt x="2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7"/>
            <p:cNvSpPr/>
            <p:nvPr/>
          </p:nvSpPr>
          <p:spPr>
            <a:xfrm>
              <a:off x="4595525" y="2272950"/>
              <a:ext cx="6525" cy="4250"/>
            </a:xfrm>
            <a:custGeom>
              <a:avLst/>
              <a:gdLst/>
              <a:ahLst/>
              <a:cxnLst/>
              <a:rect l="l" t="t" r="r" b="b"/>
              <a:pathLst>
                <a:path w="261" h="170" extrusionOk="0">
                  <a:moveTo>
                    <a:pt x="87" y="0"/>
                  </a:moveTo>
                  <a:cubicBezTo>
                    <a:pt x="54" y="17"/>
                    <a:pt x="38" y="50"/>
                    <a:pt x="21" y="66"/>
                  </a:cubicBezTo>
                  <a:cubicBezTo>
                    <a:pt x="0" y="120"/>
                    <a:pt x="38" y="169"/>
                    <a:pt x="104" y="169"/>
                  </a:cubicBezTo>
                  <a:cubicBezTo>
                    <a:pt x="124" y="169"/>
                    <a:pt x="141" y="169"/>
                    <a:pt x="157" y="153"/>
                  </a:cubicBezTo>
                  <a:cubicBezTo>
                    <a:pt x="174" y="153"/>
                    <a:pt x="190" y="136"/>
                    <a:pt x="190" y="136"/>
                  </a:cubicBezTo>
                  <a:cubicBezTo>
                    <a:pt x="227" y="120"/>
                    <a:pt x="244" y="103"/>
                    <a:pt x="260" y="66"/>
                  </a:cubicBezTo>
                  <a:cubicBezTo>
                    <a:pt x="260" y="33"/>
                    <a:pt x="260" y="17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7"/>
            <p:cNvSpPr/>
            <p:nvPr/>
          </p:nvSpPr>
          <p:spPr>
            <a:xfrm>
              <a:off x="4852375" y="2455475"/>
              <a:ext cx="6925" cy="5200"/>
            </a:xfrm>
            <a:custGeom>
              <a:avLst/>
              <a:gdLst/>
              <a:ahLst/>
              <a:cxnLst/>
              <a:rect l="l" t="t" r="r" b="b"/>
              <a:pathLst>
                <a:path w="277" h="208" extrusionOk="0">
                  <a:moveTo>
                    <a:pt x="174" y="1"/>
                  </a:moveTo>
                  <a:cubicBezTo>
                    <a:pt x="137" y="1"/>
                    <a:pt x="120" y="17"/>
                    <a:pt x="87" y="34"/>
                  </a:cubicBezTo>
                  <a:cubicBezTo>
                    <a:pt x="54" y="50"/>
                    <a:pt x="34" y="83"/>
                    <a:pt x="17" y="104"/>
                  </a:cubicBezTo>
                  <a:cubicBezTo>
                    <a:pt x="1" y="153"/>
                    <a:pt x="34" y="207"/>
                    <a:pt x="104" y="207"/>
                  </a:cubicBezTo>
                  <a:cubicBezTo>
                    <a:pt x="120" y="207"/>
                    <a:pt x="137" y="186"/>
                    <a:pt x="157" y="186"/>
                  </a:cubicBezTo>
                  <a:cubicBezTo>
                    <a:pt x="174" y="186"/>
                    <a:pt x="190" y="170"/>
                    <a:pt x="190" y="170"/>
                  </a:cubicBezTo>
                  <a:cubicBezTo>
                    <a:pt x="223" y="153"/>
                    <a:pt x="240" y="137"/>
                    <a:pt x="260" y="104"/>
                  </a:cubicBezTo>
                  <a:cubicBezTo>
                    <a:pt x="277" y="50"/>
                    <a:pt x="24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7"/>
            <p:cNvSpPr/>
            <p:nvPr/>
          </p:nvSpPr>
          <p:spPr>
            <a:xfrm>
              <a:off x="4750125" y="2525625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66" y="1"/>
                  </a:moveTo>
                  <a:cubicBezTo>
                    <a:pt x="145" y="1"/>
                    <a:pt x="124" y="5"/>
                    <a:pt x="104" y="11"/>
                  </a:cubicBezTo>
                  <a:cubicBezTo>
                    <a:pt x="38" y="44"/>
                    <a:pt x="1" y="97"/>
                    <a:pt x="1" y="147"/>
                  </a:cubicBezTo>
                  <a:cubicBezTo>
                    <a:pt x="14" y="182"/>
                    <a:pt x="47" y="201"/>
                    <a:pt x="87" y="201"/>
                  </a:cubicBezTo>
                  <a:cubicBezTo>
                    <a:pt x="109" y="201"/>
                    <a:pt x="133" y="196"/>
                    <a:pt x="157" y="184"/>
                  </a:cubicBezTo>
                  <a:cubicBezTo>
                    <a:pt x="207" y="147"/>
                    <a:pt x="261" y="97"/>
                    <a:pt x="244" y="44"/>
                  </a:cubicBezTo>
                  <a:cubicBezTo>
                    <a:pt x="234" y="12"/>
                    <a:pt x="202" y="1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7"/>
            <p:cNvSpPr/>
            <p:nvPr/>
          </p:nvSpPr>
          <p:spPr>
            <a:xfrm>
              <a:off x="4749725" y="2537950"/>
              <a:ext cx="6100" cy="4650"/>
            </a:xfrm>
            <a:custGeom>
              <a:avLst/>
              <a:gdLst/>
              <a:ahLst/>
              <a:cxnLst/>
              <a:rect l="l" t="t" r="r" b="b"/>
              <a:pathLst>
                <a:path w="244" h="186" extrusionOk="0">
                  <a:moveTo>
                    <a:pt x="157" y="0"/>
                  </a:moveTo>
                  <a:cubicBezTo>
                    <a:pt x="120" y="0"/>
                    <a:pt x="87" y="17"/>
                    <a:pt x="70" y="33"/>
                  </a:cubicBezTo>
                  <a:cubicBezTo>
                    <a:pt x="37" y="50"/>
                    <a:pt x="17" y="66"/>
                    <a:pt x="0" y="103"/>
                  </a:cubicBezTo>
                  <a:cubicBezTo>
                    <a:pt x="0" y="136"/>
                    <a:pt x="0" y="153"/>
                    <a:pt x="17" y="169"/>
                  </a:cubicBezTo>
                  <a:cubicBezTo>
                    <a:pt x="37" y="186"/>
                    <a:pt x="54" y="186"/>
                    <a:pt x="87" y="186"/>
                  </a:cubicBezTo>
                  <a:lnTo>
                    <a:pt x="141" y="186"/>
                  </a:lnTo>
                  <a:cubicBezTo>
                    <a:pt x="190" y="169"/>
                    <a:pt x="223" y="136"/>
                    <a:pt x="244" y="103"/>
                  </a:cubicBezTo>
                  <a:lnTo>
                    <a:pt x="244" y="83"/>
                  </a:lnTo>
                  <a:cubicBezTo>
                    <a:pt x="244" y="33"/>
                    <a:pt x="206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7"/>
            <p:cNvSpPr/>
            <p:nvPr/>
          </p:nvSpPr>
          <p:spPr>
            <a:xfrm>
              <a:off x="4889275" y="2374675"/>
              <a:ext cx="4775" cy="4350"/>
            </a:xfrm>
            <a:custGeom>
              <a:avLst/>
              <a:gdLst/>
              <a:ahLst/>
              <a:cxnLst/>
              <a:rect l="l" t="t" r="r" b="b"/>
              <a:pathLst>
                <a:path w="191" h="174" extrusionOk="0">
                  <a:moveTo>
                    <a:pt x="190" y="1"/>
                  </a:moveTo>
                  <a:cubicBezTo>
                    <a:pt x="174" y="1"/>
                    <a:pt x="141" y="1"/>
                    <a:pt x="104" y="17"/>
                  </a:cubicBezTo>
                  <a:cubicBezTo>
                    <a:pt x="38" y="38"/>
                    <a:pt x="1" y="104"/>
                    <a:pt x="1" y="141"/>
                  </a:cubicBezTo>
                  <a:cubicBezTo>
                    <a:pt x="21" y="157"/>
                    <a:pt x="21" y="157"/>
                    <a:pt x="21" y="174"/>
                  </a:cubicBezTo>
                  <a:cubicBezTo>
                    <a:pt x="71" y="104"/>
                    <a:pt x="141" y="54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7"/>
            <p:cNvSpPr/>
            <p:nvPr/>
          </p:nvSpPr>
          <p:spPr>
            <a:xfrm>
              <a:off x="4612325" y="2272525"/>
              <a:ext cx="5600" cy="1700"/>
            </a:xfrm>
            <a:custGeom>
              <a:avLst/>
              <a:gdLst/>
              <a:ahLst/>
              <a:cxnLst/>
              <a:rect l="l" t="t" r="r" b="b"/>
              <a:pathLst>
                <a:path w="224" h="68" extrusionOk="0">
                  <a:moveTo>
                    <a:pt x="223" y="1"/>
                  </a:moveTo>
                  <a:cubicBezTo>
                    <a:pt x="137" y="1"/>
                    <a:pt x="71" y="1"/>
                    <a:pt x="0" y="17"/>
                  </a:cubicBezTo>
                  <a:cubicBezTo>
                    <a:pt x="11" y="49"/>
                    <a:pt x="44" y="67"/>
                    <a:pt x="84" y="67"/>
                  </a:cubicBezTo>
                  <a:cubicBezTo>
                    <a:pt x="106" y="67"/>
                    <a:pt x="130" y="62"/>
                    <a:pt x="153" y="50"/>
                  </a:cubicBezTo>
                  <a:cubicBezTo>
                    <a:pt x="174" y="50"/>
                    <a:pt x="207" y="34"/>
                    <a:pt x="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7"/>
            <p:cNvSpPr/>
            <p:nvPr/>
          </p:nvSpPr>
          <p:spPr>
            <a:xfrm>
              <a:off x="4853200" y="2441100"/>
              <a:ext cx="6100" cy="4925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67" y="1"/>
                  </a:moveTo>
                  <a:cubicBezTo>
                    <a:pt x="124" y="1"/>
                    <a:pt x="75" y="20"/>
                    <a:pt x="38" y="61"/>
                  </a:cubicBezTo>
                  <a:cubicBezTo>
                    <a:pt x="21" y="77"/>
                    <a:pt x="1" y="94"/>
                    <a:pt x="1" y="127"/>
                  </a:cubicBezTo>
                  <a:cubicBezTo>
                    <a:pt x="1" y="143"/>
                    <a:pt x="1" y="180"/>
                    <a:pt x="38" y="180"/>
                  </a:cubicBezTo>
                  <a:cubicBezTo>
                    <a:pt x="54" y="197"/>
                    <a:pt x="87" y="197"/>
                    <a:pt x="104" y="197"/>
                  </a:cubicBezTo>
                  <a:cubicBezTo>
                    <a:pt x="124" y="197"/>
                    <a:pt x="141" y="197"/>
                    <a:pt x="141" y="180"/>
                  </a:cubicBezTo>
                  <a:cubicBezTo>
                    <a:pt x="157" y="180"/>
                    <a:pt x="190" y="164"/>
                    <a:pt x="190" y="143"/>
                  </a:cubicBezTo>
                  <a:cubicBezTo>
                    <a:pt x="244" y="94"/>
                    <a:pt x="244" y="40"/>
                    <a:pt x="207" y="7"/>
                  </a:cubicBezTo>
                  <a:cubicBezTo>
                    <a:pt x="195" y="3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7"/>
            <p:cNvSpPr/>
            <p:nvPr/>
          </p:nvSpPr>
          <p:spPr>
            <a:xfrm>
              <a:off x="4860925" y="23738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8" y="1"/>
                  </a:moveTo>
                  <a:cubicBezTo>
                    <a:pt x="141" y="1"/>
                    <a:pt x="104" y="1"/>
                    <a:pt x="88" y="17"/>
                  </a:cubicBezTo>
                  <a:cubicBezTo>
                    <a:pt x="55" y="34"/>
                    <a:pt x="22" y="71"/>
                    <a:pt x="22" y="87"/>
                  </a:cubicBezTo>
                  <a:cubicBezTo>
                    <a:pt x="1" y="153"/>
                    <a:pt x="38" y="190"/>
                    <a:pt x="88" y="190"/>
                  </a:cubicBezTo>
                  <a:lnTo>
                    <a:pt x="141" y="190"/>
                  </a:lnTo>
                  <a:cubicBezTo>
                    <a:pt x="141" y="190"/>
                    <a:pt x="141" y="174"/>
                    <a:pt x="158" y="174"/>
                  </a:cubicBezTo>
                  <a:cubicBezTo>
                    <a:pt x="158" y="174"/>
                    <a:pt x="174" y="174"/>
                    <a:pt x="191" y="153"/>
                  </a:cubicBezTo>
                  <a:cubicBezTo>
                    <a:pt x="207" y="137"/>
                    <a:pt x="228" y="120"/>
                    <a:pt x="244" y="87"/>
                  </a:cubicBezTo>
                  <a:cubicBezTo>
                    <a:pt x="261" y="71"/>
                    <a:pt x="244" y="34"/>
                    <a:pt x="244" y="17"/>
                  </a:cubicBezTo>
                  <a:cubicBezTo>
                    <a:pt x="228" y="1"/>
                    <a:pt x="191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7"/>
            <p:cNvSpPr/>
            <p:nvPr/>
          </p:nvSpPr>
          <p:spPr>
            <a:xfrm>
              <a:off x="4858350" y="2420225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41" y="1"/>
                  </a:moveTo>
                  <a:cubicBezTo>
                    <a:pt x="104" y="17"/>
                    <a:pt x="87" y="34"/>
                    <a:pt x="54" y="50"/>
                  </a:cubicBezTo>
                  <a:cubicBezTo>
                    <a:pt x="1" y="104"/>
                    <a:pt x="1" y="153"/>
                    <a:pt x="54" y="191"/>
                  </a:cubicBezTo>
                  <a:cubicBezTo>
                    <a:pt x="71" y="207"/>
                    <a:pt x="104" y="207"/>
                    <a:pt x="141" y="207"/>
                  </a:cubicBezTo>
                  <a:cubicBezTo>
                    <a:pt x="141" y="191"/>
                    <a:pt x="158" y="191"/>
                    <a:pt x="158" y="191"/>
                  </a:cubicBezTo>
                  <a:cubicBezTo>
                    <a:pt x="191" y="174"/>
                    <a:pt x="207" y="174"/>
                    <a:pt x="228" y="153"/>
                  </a:cubicBezTo>
                  <a:cubicBezTo>
                    <a:pt x="244" y="120"/>
                    <a:pt x="261" y="104"/>
                    <a:pt x="261" y="71"/>
                  </a:cubicBezTo>
                  <a:cubicBezTo>
                    <a:pt x="261" y="50"/>
                    <a:pt x="244" y="34"/>
                    <a:pt x="228" y="17"/>
                  </a:cubicBezTo>
                  <a:cubicBezTo>
                    <a:pt x="207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7"/>
            <p:cNvSpPr/>
            <p:nvPr/>
          </p:nvSpPr>
          <p:spPr>
            <a:xfrm>
              <a:off x="4783225" y="25362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57" y="0"/>
                  </a:moveTo>
                  <a:cubicBezTo>
                    <a:pt x="140" y="0"/>
                    <a:pt x="103" y="0"/>
                    <a:pt x="70" y="17"/>
                  </a:cubicBezTo>
                  <a:cubicBezTo>
                    <a:pt x="37" y="33"/>
                    <a:pt x="17" y="70"/>
                    <a:pt x="17" y="87"/>
                  </a:cubicBezTo>
                  <a:cubicBezTo>
                    <a:pt x="0" y="120"/>
                    <a:pt x="0" y="136"/>
                    <a:pt x="17" y="153"/>
                  </a:cubicBezTo>
                  <a:cubicBezTo>
                    <a:pt x="37" y="173"/>
                    <a:pt x="54" y="190"/>
                    <a:pt x="87" y="190"/>
                  </a:cubicBezTo>
                  <a:cubicBezTo>
                    <a:pt x="103" y="190"/>
                    <a:pt x="120" y="190"/>
                    <a:pt x="157" y="173"/>
                  </a:cubicBezTo>
                  <a:cubicBezTo>
                    <a:pt x="157" y="173"/>
                    <a:pt x="173" y="173"/>
                    <a:pt x="173" y="153"/>
                  </a:cubicBezTo>
                  <a:cubicBezTo>
                    <a:pt x="206" y="136"/>
                    <a:pt x="223" y="120"/>
                    <a:pt x="244" y="87"/>
                  </a:cubicBezTo>
                  <a:cubicBezTo>
                    <a:pt x="260" y="33"/>
                    <a:pt x="22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7"/>
            <p:cNvSpPr/>
            <p:nvPr/>
          </p:nvSpPr>
          <p:spPr>
            <a:xfrm>
              <a:off x="4922775" y="22690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41" y="1"/>
                  </a:moveTo>
                  <a:cubicBezTo>
                    <a:pt x="124" y="1"/>
                    <a:pt x="104" y="1"/>
                    <a:pt x="104" y="17"/>
                  </a:cubicBezTo>
                  <a:cubicBezTo>
                    <a:pt x="71" y="38"/>
                    <a:pt x="38" y="54"/>
                    <a:pt x="38" y="87"/>
                  </a:cubicBezTo>
                  <a:cubicBezTo>
                    <a:pt x="1" y="141"/>
                    <a:pt x="38" y="190"/>
                    <a:pt x="104" y="190"/>
                  </a:cubicBezTo>
                  <a:cubicBezTo>
                    <a:pt x="124" y="190"/>
                    <a:pt x="141" y="190"/>
                    <a:pt x="141" y="174"/>
                  </a:cubicBezTo>
                  <a:lnTo>
                    <a:pt x="174" y="174"/>
                  </a:lnTo>
                  <a:cubicBezTo>
                    <a:pt x="174" y="174"/>
                    <a:pt x="190" y="174"/>
                    <a:pt x="190" y="157"/>
                  </a:cubicBezTo>
                  <a:cubicBezTo>
                    <a:pt x="227" y="141"/>
                    <a:pt x="244" y="120"/>
                    <a:pt x="260" y="87"/>
                  </a:cubicBezTo>
                  <a:cubicBezTo>
                    <a:pt x="260" y="71"/>
                    <a:pt x="260" y="38"/>
                    <a:pt x="244" y="17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7"/>
            <p:cNvSpPr/>
            <p:nvPr/>
          </p:nvSpPr>
          <p:spPr>
            <a:xfrm>
              <a:off x="4927925" y="23390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0"/>
                  </a:moveTo>
                  <a:cubicBezTo>
                    <a:pt x="125" y="0"/>
                    <a:pt x="87" y="21"/>
                    <a:pt x="71" y="37"/>
                  </a:cubicBezTo>
                  <a:cubicBezTo>
                    <a:pt x="38" y="54"/>
                    <a:pt x="21" y="70"/>
                    <a:pt x="1" y="103"/>
                  </a:cubicBezTo>
                  <a:cubicBezTo>
                    <a:pt x="1" y="140"/>
                    <a:pt x="1" y="157"/>
                    <a:pt x="21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104" y="206"/>
                    <a:pt x="125" y="190"/>
                    <a:pt x="141" y="190"/>
                  </a:cubicBezTo>
                  <a:cubicBezTo>
                    <a:pt x="157" y="190"/>
                    <a:pt x="157" y="173"/>
                    <a:pt x="174" y="173"/>
                  </a:cubicBezTo>
                  <a:cubicBezTo>
                    <a:pt x="207" y="157"/>
                    <a:pt x="228" y="124"/>
                    <a:pt x="228" y="103"/>
                  </a:cubicBezTo>
                  <a:cubicBezTo>
                    <a:pt x="261" y="54"/>
                    <a:pt x="228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7"/>
            <p:cNvSpPr/>
            <p:nvPr/>
          </p:nvSpPr>
          <p:spPr>
            <a:xfrm>
              <a:off x="4700750" y="2515175"/>
              <a:ext cx="6125" cy="4750"/>
            </a:xfrm>
            <a:custGeom>
              <a:avLst/>
              <a:gdLst/>
              <a:ahLst/>
              <a:cxnLst/>
              <a:rect l="l" t="t" r="r" b="b"/>
              <a:pathLst>
                <a:path w="245" h="190" extrusionOk="0">
                  <a:moveTo>
                    <a:pt x="158" y="0"/>
                  </a:moveTo>
                  <a:cubicBezTo>
                    <a:pt x="121" y="0"/>
                    <a:pt x="88" y="0"/>
                    <a:pt x="55" y="17"/>
                  </a:cubicBezTo>
                  <a:cubicBezTo>
                    <a:pt x="38" y="50"/>
                    <a:pt x="1" y="66"/>
                    <a:pt x="1" y="103"/>
                  </a:cubicBezTo>
                  <a:cubicBezTo>
                    <a:pt x="17" y="136"/>
                    <a:pt x="55" y="169"/>
                    <a:pt x="71" y="190"/>
                  </a:cubicBezTo>
                  <a:cubicBezTo>
                    <a:pt x="104" y="190"/>
                    <a:pt x="121" y="190"/>
                    <a:pt x="141" y="169"/>
                  </a:cubicBezTo>
                  <a:cubicBezTo>
                    <a:pt x="158" y="169"/>
                    <a:pt x="158" y="169"/>
                    <a:pt x="174" y="153"/>
                  </a:cubicBezTo>
                  <a:cubicBezTo>
                    <a:pt x="191" y="136"/>
                    <a:pt x="224" y="120"/>
                    <a:pt x="224" y="87"/>
                  </a:cubicBezTo>
                  <a:cubicBezTo>
                    <a:pt x="244" y="33"/>
                    <a:pt x="207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7"/>
            <p:cNvSpPr/>
            <p:nvPr/>
          </p:nvSpPr>
          <p:spPr>
            <a:xfrm>
              <a:off x="4845475" y="232830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57" y="0"/>
                  </a:moveTo>
                  <a:cubicBezTo>
                    <a:pt x="141" y="0"/>
                    <a:pt x="124" y="0"/>
                    <a:pt x="104" y="17"/>
                  </a:cubicBezTo>
                  <a:cubicBezTo>
                    <a:pt x="38" y="37"/>
                    <a:pt x="0" y="103"/>
                    <a:pt x="21" y="140"/>
                  </a:cubicBezTo>
                  <a:cubicBezTo>
                    <a:pt x="33" y="178"/>
                    <a:pt x="64" y="196"/>
                    <a:pt x="109" y="196"/>
                  </a:cubicBezTo>
                  <a:cubicBezTo>
                    <a:pt x="123" y="196"/>
                    <a:pt x="140" y="194"/>
                    <a:pt x="157" y="190"/>
                  </a:cubicBezTo>
                  <a:cubicBezTo>
                    <a:pt x="174" y="173"/>
                    <a:pt x="190" y="157"/>
                    <a:pt x="207" y="157"/>
                  </a:cubicBezTo>
                  <a:cubicBezTo>
                    <a:pt x="244" y="120"/>
                    <a:pt x="260" y="87"/>
                    <a:pt x="244" y="54"/>
                  </a:cubicBezTo>
                  <a:cubicBezTo>
                    <a:pt x="244" y="17"/>
                    <a:pt x="20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7"/>
            <p:cNvSpPr/>
            <p:nvPr/>
          </p:nvSpPr>
          <p:spPr>
            <a:xfrm>
              <a:off x="4968325" y="2313750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74" y="1"/>
                  </a:moveTo>
                  <a:cubicBezTo>
                    <a:pt x="158" y="1"/>
                    <a:pt x="121" y="17"/>
                    <a:pt x="88" y="34"/>
                  </a:cubicBezTo>
                  <a:cubicBezTo>
                    <a:pt x="55" y="50"/>
                    <a:pt x="34" y="67"/>
                    <a:pt x="34" y="104"/>
                  </a:cubicBezTo>
                  <a:cubicBezTo>
                    <a:pt x="1" y="153"/>
                    <a:pt x="34" y="207"/>
                    <a:pt x="104" y="207"/>
                  </a:cubicBezTo>
                  <a:cubicBezTo>
                    <a:pt x="121" y="207"/>
                    <a:pt x="137" y="186"/>
                    <a:pt x="174" y="186"/>
                  </a:cubicBezTo>
                  <a:lnTo>
                    <a:pt x="191" y="170"/>
                  </a:lnTo>
                  <a:cubicBezTo>
                    <a:pt x="224" y="153"/>
                    <a:pt x="240" y="120"/>
                    <a:pt x="261" y="104"/>
                  </a:cubicBezTo>
                  <a:cubicBezTo>
                    <a:pt x="261" y="67"/>
                    <a:pt x="261" y="50"/>
                    <a:pt x="240" y="34"/>
                  </a:cubicBezTo>
                  <a:cubicBezTo>
                    <a:pt x="224" y="17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7"/>
            <p:cNvSpPr/>
            <p:nvPr/>
          </p:nvSpPr>
          <p:spPr>
            <a:xfrm>
              <a:off x="4967925" y="23253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74" y="1"/>
                  </a:moveTo>
                  <a:cubicBezTo>
                    <a:pt x="104" y="1"/>
                    <a:pt x="33" y="34"/>
                    <a:pt x="17" y="87"/>
                  </a:cubicBezTo>
                  <a:cubicBezTo>
                    <a:pt x="1" y="157"/>
                    <a:pt x="33" y="190"/>
                    <a:pt x="104" y="190"/>
                  </a:cubicBezTo>
                  <a:cubicBezTo>
                    <a:pt x="120" y="190"/>
                    <a:pt x="137" y="190"/>
                    <a:pt x="153" y="174"/>
                  </a:cubicBezTo>
                  <a:cubicBezTo>
                    <a:pt x="174" y="174"/>
                    <a:pt x="174" y="174"/>
                    <a:pt x="190" y="157"/>
                  </a:cubicBezTo>
                  <a:cubicBezTo>
                    <a:pt x="207" y="137"/>
                    <a:pt x="240" y="120"/>
                    <a:pt x="240" y="87"/>
                  </a:cubicBezTo>
                  <a:cubicBezTo>
                    <a:pt x="256" y="71"/>
                    <a:pt x="256" y="34"/>
                    <a:pt x="240" y="17"/>
                  </a:cubicBezTo>
                  <a:cubicBezTo>
                    <a:pt x="223" y="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7"/>
            <p:cNvSpPr/>
            <p:nvPr/>
          </p:nvSpPr>
          <p:spPr>
            <a:xfrm>
              <a:off x="4974325" y="229140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0"/>
                    <a:pt x="37" y="87"/>
                    <a:pt x="21" y="103"/>
                  </a:cubicBezTo>
                  <a:cubicBezTo>
                    <a:pt x="0" y="153"/>
                    <a:pt x="37" y="206"/>
                    <a:pt x="87" y="206"/>
                  </a:cubicBezTo>
                  <a:cubicBezTo>
                    <a:pt x="124" y="206"/>
                    <a:pt x="140" y="190"/>
                    <a:pt x="157" y="190"/>
                  </a:cubicBezTo>
                  <a:cubicBezTo>
                    <a:pt x="173" y="190"/>
                    <a:pt x="173" y="173"/>
                    <a:pt x="190" y="173"/>
                  </a:cubicBezTo>
                  <a:cubicBezTo>
                    <a:pt x="206" y="153"/>
                    <a:pt x="243" y="136"/>
                    <a:pt x="243" y="103"/>
                  </a:cubicBezTo>
                  <a:cubicBezTo>
                    <a:pt x="260" y="50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7"/>
            <p:cNvSpPr/>
            <p:nvPr/>
          </p:nvSpPr>
          <p:spPr>
            <a:xfrm>
              <a:off x="4938250" y="2268625"/>
              <a:ext cx="6500" cy="3925"/>
            </a:xfrm>
            <a:custGeom>
              <a:avLst/>
              <a:gdLst/>
              <a:ahLst/>
              <a:cxnLst/>
              <a:rect l="l" t="t" r="r" b="b"/>
              <a:pathLst>
                <a:path w="260" h="157" extrusionOk="0">
                  <a:moveTo>
                    <a:pt x="260" y="0"/>
                  </a:moveTo>
                  <a:cubicBezTo>
                    <a:pt x="190" y="17"/>
                    <a:pt x="124" y="17"/>
                    <a:pt x="54" y="17"/>
                  </a:cubicBezTo>
                  <a:cubicBezTo>
                    <a:pt x="54" y="17"/>
                    <a:pt x="37" y="33"/>
                    <a:pt x="37" y="54"/>
                  </a:cubicBezTo>
                  <a:cubicBezTo>
                    <a:pt x="0" y="103"/>
                    <a:pt x="37" y="157"/>
                    <a:pt x="103" y="157"/>
                  </a:cubicBezTo>
                  <a:cubicBezTo>
                    <a:pt x="124" y="157"/>
                    <a:pt x="140" y="157"/>
                    <a:pt x="173" y="136"/>
                  </a:cubicBezTo>
                  <a:cubicBezTo>
                    <a:pt x="173" y="136"/>
                    <a:pt x="190" y="136"/>
                    <a:pt x="190" y="120"/>
                  </a:cubicBezTo>
                  <a:cubicBezTo>
                    <a:pt x="227" y="103"/>
                    <a:pt x="243" y="87"/>
                    <a:pt x="260" y="54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7"/>
            <p:cNvSpPr/>
            <p:nvPr/>
          </p:nvSpPr>
          <p:spPr>
            <a:xfrm>
              <a:off x="4979475" y="2303450"/>
              <a:ext cx="6100" cy="4675"/>
            </a:xfrm>
            <a:custGeom>
              <a:avLst/>
              <a:gdLst/>
              <a:ahLst/>
              <a:cxnLst/>
              <a:rect l="l" t="t" r="r" b="b"/>
              <a:pathLst>
                <a:path w="244" h="187" extrusionOk="0">
                  <a:moveTo>
                    <a:pt x="173" y="1"/>
                  </a:moveTo>
                  <a:cubicBezTo>
                    <a:pt x="140" y="1"/>
                    <a:pt x="103" y="17"/>
                    <a:pt x="70" y="34"/>
                  </a:cubicBezTo>
                  <a:cubicBezTo>
                    <a:pt x="54" y="50"/>
                    <a:pt x="21" y="67"/>
                    <a:pt x="21" y="104"/>
                  </a:cubicBezTo>
                  <a:cubicBezTo>
                    <a:pt x="0" y="153"/>
                    <a:pt x="37" y="186"/>
                    <a:pt x="87" y="186"/>
                  </a:cubicBezTo>
                  <a:lnTo>
                    <a:pt x="157" y="186"/>
                  </a:lnTo>
                  <a:cubicBezTo>
                    <a:pt x="157" y="170"/>
                    <a:pt x="173" y="170"/>
                    <a:pt x="190" y="170"/>
                  </a:cubicBezTo>
                  <a:cubicBezTo>
                    <a:pt x="206" y="153"/>
                    <a:pt x="227" y="137"/>
                    <a:pt x="244" y="104"/>
                  </a:cubicBezTo>
                  <a:lnTo>
                    <a:pt x="244" y="34"/>
                  </a:lnTo>
                  <a:cubicBezTo>
                    <a:pt x="227" y="1"/>
                    <a:pt x="190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7"/>
            <p:cNvSpPr/>
            <p:nvPr/>
          </p:nvSpPr>
          <p:spPr>
            <a:xfrm>
              <a:off x="4899175" y="236220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1"/>
                  </a:moveTo>
                  <a:cubicBezTo>
                    <a:pt x="141" y="1"/>
                    <a:pt x="104" y="21"/>
                    <a:pt x="87" y="38"/>
                  </a:cubicBezTo>
                  <a:cubicBezTo>
                    <a:pt x="54" y="54"/>
                    <a:pt x="38" y="87"/>
                    <a:pt x="17" y="104"/>
                  </a:cubicBezTo>
                  <a:cubicBezTo>
                    <a:pt x="1" y="157"/>
                    <a:pt x="38" y="207"/>
                    <a:pt x="104" y="207"/>
                  </a:cubicBezTo>
                  <a:cubicBezTo>
                    <a:pt x="120" y="207"/>
                    <a:pt x="141" y="207"/>
                    <a:pt x="157" y="190"/>
                  </a:cubicBezTo>
                  <a:cubicBezTo>
                    <a:pt x="174" y="190"/>
                    <a:pt x="174" y="174"/>
                    <a:pt x="190" y="174"/>
                  </a:cubicBezTo>
                  <a:cubicBezTo>
                    <a:pt x="223" y="157"/>
                    <a:pt x="244" y="141"/>
                    <a:pt x="244" y="104"/>
                  </a:cubicBezTo>
                  <a:cubicBezTo>
                    <a:pt x="277" y="54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7"/>
            <p:cNvSpPr/>
            <p:nvPr/>
          </p:nvSpPr>
          <p:spPr>
            <a:xfrm>
              <a:off x="4930500" y="2351325"/>
              <a:ext cx="4375" cy="1925"/>
            </a:xfrm>
            <a:custGeom>
              <a:avLst/>
              <a:gdLst/>
              <a:ahLst/>
              <a:cxnLst/>
              <a:rect l="l" t="t" r="r" b="b"/>
              <a:pathLst>
                <a:path w="175" h="77" extrusionOk="0">
                  <a:moveTo>
                    <a:pt x="142" y="1"/>
                  </a:moveTo>
                  <a:cubicBezTo>
                    <a:pt x="107" y="1"/>
                    <a:pt x="62" y="17"/>
                    <a:pt x="38" y="44"/>
                  </a:cubicBezTo>
                  <a:cubicBezTo>
                    <a:pt x="26" y="56"/>
                    <a:pt x="23" y="68"/>
                    <a:pt x="14" y="74"/>
                  </a:cubicBezTo>
                  <a:lnTo>
                    <a:pt x="14" y="74"/>
                  </a:lnTo>
                  <a:cubicBezTo>
                    <a:pt x="78" y="56"/>
                    <a:pt x="128" y="22"/>
                    <a:pt x="174" y="7"/>
                  </a:cubicBezTo>
                  <a:cubicBezTo>
                    <a:pt x="165" y="3"/>
                    <a:pt x="154" y="1"/>
                    <a:pt x="142" y="1"/>
                  </a:cubicBezTo>
                  <a:close/>
                  <a:moveTo>
                    <a:pt x="14" y="74"/>
                  </a:moveTo>
                  <a:lnTo>
                    <a:pt x="14" y="74"/>
                  </a:lnTo>
                  <a:cubicBezTo>
                    <a:pt x="10" y="75"/>
                    <a:pt x="5" y="76"/>
                    <a:pt x="1" y="77"/>
                  </a:cubicBezTo>
                  <a:cubicBezTo>
                    <a:pt x="7" y="77"/>
                    <a:pt x="11" y="76"/>
                    <a:pt x="14" y="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7"/>
            <p:cNvSpPr/>
            <p:nvPr/>
          </p:nvSpPr>
          <p:spPr>
            <a:xfrm>
              <a:off x="4740750" y="2500950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70" y="0"/>
                  </a:moveTo>
                  <a:cubicBezTo>
                    <a:pt x="104" y="0"/>
                    <a:pt x="34" y="54"/>
                    <a:pt x="17" y="103"/>
                  </a:cubicBezTo>
                  <a:cubicBezTo>
                    <a:pt x="1" y="157"/>
                    <a:pt x="34" y="206"/>
                    <a:pt x="87" y="206"/>
                  </a:cubicBezTo>
                  <a:cubicBezTo>
                    <a:pt x="104" y="206"/>
                    <a:pt x="137" y="190"/>
                    <a:pt x="153" y="190"/>
                  </a:cubicBezTo>
                  <a:cubicBezTo>
                    <a:pt x="153" y="173"/>
                    <a:pt x="170" y="173"/>
                    <a:pt x="190" y="173"/>
                  </a:cubicBezTo>
                  <a:cubicBezTo>
                    <a:pt x="207" y="157"/>
                    <a:pt x="223" y="120"/>
                    <a:pt x="240" y="103"/>
                  </a:cubicBezTo>
                  <a:cubicBezTo>
                    <a:pt x="256" y="70"/>
                    <a:pt x="240" y="54"/>
                    <a:pt x="240" y="37"/>
                  </a:cubicBezTo>
                  <a:cubicBezTo>
                    <a:pt x="223" y="17"/>
                    <a:pt x="190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7"/>
            <p:cNvSpPr/>
            <p:nvPr/>
          </p:nvSpPr>
          <p:spPr>
            <a:xfrm>
              <a:off x="4849800" y="2501350"/>
              <a:ext cx="3950" cy="4775"/>
            </a:xfrm>
            <a:custGeom>
              <a:avLst/>
              <a:gdLst/>
              <a:ahLst/>
              <a:cxnLst/>
              <a:rect l="l" t="t" r="r" b="b"/>
              <a:pathLst>
                <a:path w="158" h="191" extrusionOk="0">
                  <a:moveTo>
                    <a:pt x="157" y="1"/>
                  </a:moveTo>
                  <a:cubicBezTo>
                    <a:pt x="137" y="1"/>
                    <a:pt x="104" y="1"/>
                    <a:pt x="87" y="21"/>
                  </a:cubicBezTo>
                  <a:cubicBezTo>
                    <a:pt x="54" y="38"/>
                    <a:pt x="34" y="71"/>
                    <a:pt x="17" y="87"/>
                  </a:cubicBezTo>
                  <a:cubicBezTo>
                    <a:pt x="1" y="157"/>
                    <a:pt x="34" y="190"/>
                    <a:pt x="104" y="190"/>
                  </a:cubicBezTo>
                  <a:cubicBezTo>
                    <a:pt x="120" y="124"/>
                    <a:pt x="137" y="7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7"/>
            <p:cNvSpPr/>
            <p:nvPr/>
          </p:nvSpPr>
          <p:spPr>
            <a:xfrm>
              <a:off x="4839500" y="2513225"/>
              <a:ext cx="6000" cy="4950"/>
            </a:xfrm>
            <a:custGeom>
              <a:avLst/>
              <a:gdLst/>
              <a:ahLst/>
              <a:cxnLst/>
              <a:rect l="l" t="t" r="r" b="b"/>
              <a:pathLst>
                <a:path w="240" h="198" extrusionOk="0">
                  <a:moveTo>
                    <a:pt x="167" y="1"/>
                  </a:moveTo>
                  <a:cubicBezTo>
                    <a:pt x="159" y="1"/>
                    <a:pt x="149" y="2"/>
                    <a:pt x="136" y="8"/>
                  </a:cubicBezTo>
                  <a:cubicBezTo>
                    <a:pt x="103" y="8"/>
                    <a:pt x="70" y="24"/>
                    <a:pt x="54" y="41"/>
                  </a:cubicBezTo>
                  <a:cubicBezTo>
                    <a:pt x="0" y="95"/>
                    <a:pt x="0" y="165"/>
                    <a:pt x="33" y="181"/>
                  </a:cubicBezTo>
                  <a:cubicBezTo>
                    <a:pt x="54" y="198"/>
                    <a:pt x="87" y="198"/>
                    <a:pt x="120" y="198"/>
                  </a:cubicBezTo>
                  <a:cubicBezTo>
                    <a:pt x="136" y="198"/>
                    <a:pt x="136" y="181"/>
                    <a:pt x="157" y="181"/>
                  </a:cubicBezTo>
                  <a:cubicBezTo>
                    <a:pt x="174" y="181"/>
                    <a:pt x="190" y="165"/>
                    <a:pt x="207" y="144"/>
                  </a:cubicBezTo>
                  <a:cubicBezTo>
                    <a:pt x="223" y="128"/>
                    <a:pt x="239" y="95"/>
                    <a:pt x="239" y="78"/>
                  </a:cubicBezTo>
                  <a:cubicBezTo>
                    <a:pt x="239" y="41"/>
                    <a:pt x="239" y="24"/>
                    <a:pt x="207" y="8"/>
                  </a:cubicBezTo>
                  <a:cubicBezTo>
                    <a:pt x="196" y="8"/>
                    <a:pt x="185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7"/>
            <p:cNvSpPr/>
            <p:nvPr/>
          </p:nvSpPr>
          <p:spPr>
            <a:xfrm>
              <a:off x="4827425" y="25241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04" y="17"/>
                    <a:pt x="71" y="38"/>
                  </a:cubicBezTo>
                  <a:cubicBezTo>
                    <a:pt x="55" y="54"/>
                    <a:pt x="22" y="71"/>
                    <a:pt x="22" y="104"/>
                  </a:cubicBezTo>
                  <a:cubicBezTo>
                    <a:pt x="1" y="157"/>
                    <a:pt x="38" y="207"/>
                    <a:pt x="88" y="207"/>
                  </a:cubicBezTo>
                  <a:cubicBezTo>
                    <a:pt x="104" y="207"/>
                    <a:pt x="141" y="190"/>
                    <a:pt x="158" y="190"/>
                  </a:cubicBezTo>
                  <a:cubicBezTo>
                    <a:pt x="191" y="174"/>
                    <a:pt x="228" y="141"/>
                    <a:pt x="244" y="104"/>
                  </a:cubicBezTo>
                  <a:cubicBezTo>
                    <a:pt x="261" y="54"/>
                    <a:pt x="228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7"/>
            <p:cNvSpPr/>
            <p:nvPr/>
          </p:nvSpPr>
          <p:spPr>
            <a:xfrm>
              <a:off x="4863525" y="2431775"/>
              <a:ext cx="1350" cy="3125"/>
            </a:xfrm>
            <a:custGeom>
              <a:avLst/>
              <a:gdLst/>
              <a:ahLst/>
              <a:cxnLst/>
              <a:rect l="l" t="t" r="r" b="b"/>
              <a:pathLst>
                <a:path w="54" h="125" extrusionOk="0">
                  <a:moveTo>
                    <a:pt x="54" y="1"/>
                  </a:moveTo>
                  <a:lnTo>
                    <a:pt x="54" y="1"/>
                  </a:lnTo>
                  <a:cubicBezTo>
                    <a:pt x="37" y="21"/>
                    <a:pt x="37" y="38"/>
                    <a:pt x="21" y="54"/>
                  </a:cubicBezTo>
                  <a:cubicBezTo>
                    <a:pt x="0" y="87"/>
                    <a:pt x="21" y="104"/>
                    <a:pt x="37" y="124"/>
                  </a:cubicBezTo>
                  <a:cubicBezTo>
                    <a:pt x="37" y="87"/>
                    <a:pt x="54" y="38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7"/>
            <p:cNvSpPr/>
            <p:nvPr/>
          </p:nvSpPr>
          <p:spPr>
            <a:xfrm>
              <a:off x="4966575" y="2269025"/>
              <a:ext cx="6950" cy="4775"/>
            </a:xfrm>
            <a:custGeom>
              <a:avLst/>
              <a:gdLst/>
              <a:ahLst/>
              <a:cxnLst/>
              <a:rect l="l" t="t" r="r" b="b"/>
              <a:pathLst>
                <a:path w="278" h="191" extrusionOk="0">
                  <a:moveTo>
                    <a:pt x="174" y="1"/>
                  </a:moveTo>
                  <a:cubicBezTo>
                    <a:pt x="141" y="1"/>
                    <a:pt x="125" y="1"/>
                    <a:pt x="87" y="38"/>
                  </a:cubicBezTo>
                  <a:cubicBezTo>
                    <a:pt x="55" y="54"/>
                    <a:pt x="38" y="71"/>
                    <a:pt x="22" y="104"/>
                  </a:cubicBezTo>
                  <a:cubicBezTo>
                    <a:pt x="1" y="157"/>
                    <a:pt x="38" y="190"/>
                    <a:pt x="104" y="190"/>
                  </a:cubicBezTo>
                  <a:lnTo>
                    <a:pt x="158" y="190"/>
                  </a:lnTo>
                  <a:cubicBezTo>
                    <a:pt x="174" y="174"/>
                    <a:pt x="191" y="174"/>
                    <a:pt x="191" y="174"/>
                  </a:cubicBezTo>
                  <a:cubicBezTo>
                    <a:pt x="228" y="141"/>
                    <a:pt x="244" y="120"/>
                    <a:pt x="261" y="104"/>
                  </a:cubicBezTo>
                  <a:cubicBezTo>
                    <a:pt x="277" y="38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7"/>
            <p:cNvSpPr/>
            <p:nvPr/>
          </p:nvSpPr>
          <p:spPr>
            <a:xfrm>
              <a:off x="4842475" y="24786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04" y="17"/>
                    <a:pt x="71" y="34"/>
                  </a:cubicBezTo>
                  <a:cubicBezTo>
                    <a:pt x="55" y="50"/>
                    <a:pt x="38" y="67"/>
                    <a:pt x="17" y="104"/>
                  </a:cubicBezTo>
                  <a:cubicBezTo>
                    <a:pt x="1" y="153"/>
                    <a:pt x="38" y="207"/>
                    <a:pt x="88" y="207"/>
                  </a:cubicBezTo>
                  <a:cubicBezTo>
                    <a:pt x="120" y="207"/>
                    <a:pt x="141" y="186"/>
                    <a:pt x="158" y="186"/>
                  </a:cubicBezTo>
                  <a:cubicBezTo>
                    <a:pt x="174" y="186"/>
                    <a:pt x="174" y="170"/>
                    <a:pt x="191" y="170"/>
                  </a:cubicBezTo>
                  <a:cubicBezTo>
                    <a:pt x="207" y="153"/>
                    <a:pt x="244" y="120"/>
                    <a:pt x="244" y="104"/>
                  </a:cubicBezTo>
                  <a:cubicBezTo>
                    <a:pt x="261" y="50"/>
                    <a:pt x="22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7"/>
            <p:cNvSpPr/>
            <p:nvPr/>
          </p:nvSpPr>
          <p:spPr>
            <a:xfrm>
              <a:off x="4776425" y="2511225"/>
              <a:ext cx="6400" cy="5225"/>
            </a:xfrm>
            <a:custGeom>
              <a:avLst/>
              <a:gdLst/>
              <a:ahLst/>
              <a:cxnLst/>
              <a:rect l="l" t="t" r="r" b="b"/>
              <a:pathLst>
                <a:path w="256" h="209" extrusionOk="0">
                  <a:moveTo>
                    <a:pt x="167" y="1"/>
                  </a:moveTo>
                  <a:cubicBezTo>
                    <a:pt x="148" y="1"/>
                    <a:pt x="126" y="6"/>
                    <a:pt x="103" y="18"/>
                  </a:cubicBezTo>
                  <a:cubicBezTo>
                    <a:pt x="33" y="55"/>
                    <a:pt x="0" y="104"/>
                    <a:pt x="17" y="158"/>
                  </a:cubicBezTo>
                  <a:cubicBezTo>
                    <a:pt x="27" y="190"/>
                    <a:pt x="52" y="208"/>
                    <a:pt x="87" y="208"/>
                  </a:cubicBezTo>
                  <a:cubicBezTo>
                    <a:pt x="106" y="208"/>
                    <a:pt x="128" y="203"/>
                    <a:pt x="153" y="191"/>
                  </a:cubicBezTo>
                  <a:cubicBezTo>
                    <a:pt x="223" y="158"/>
                    <a:pt x="256" y="104"/>
                    <a:pt x="239" y="55"/>
                  </a:cubicBezTo>
                  <a:cubicBezTo>
                    <a:pt x="229" y="20"/>
                    <a:pt x="20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7"/>
            <p:cNvSpPr/>
            <p:nvPr/>
          </p:nvSpPr>
          <p:spPr>
            <a:xfrm>
              <a:off x="4767350" y="253660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1"/>
                  </a:moveTo>
                  <a:cubicBezTo>
                    <a:pt x="136" y="1"/>
                    <a:pt x="103" y="17"/>
                    <a:pt x="87" y="34"/>
                  </a:cubicBezTo>
                  <a:cubicBezTo>
                    <a:pt x="54" y="54"/>
                    <a:pt x="33" y="87"/>
                    <a:pt x="17" y="104"/>
                  </a:cubicBezTo>
                  <a:cubicBezTo>
                    <a:pt x="0" y="157"/>
                    <a:pt x="33" y="207"/>
                    <a:pt x="103" y="207"/>
                  </a:cubicBezTo>
                  <a:cubicBezTo>
                    <a:pt x="120" y="207"/>
                    <a:pt x="136" y="207"/>
                    <a:pt x="157" y="190"/>
                  </a:cubicBezTo>
                  <a:cubicBezTo>
                    <a:pt x="174" y="190"/>
                    <a:pt x="174" y="174"/>
                    <a:pt x="190" y="174"/>
                  </a:cubicBezTo>
                  <a:cubicBezTo>
                    <a:pt x="223" y="157"/>
                    <a:pt x="239" y="137"/>
                    <a:pt x="239" y="104"/>
                  </a:cubicBezTo>
                  <a:cubicBezTo>
                    <a:pt x="277" y="54"/>
                    <a:pt x="239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7"/>
            <p:cNvSpPr/>
            <p:nvPr/>
          </p:nvSpPr>
          <p:spPr>
            <a:xfrm>
              <a:off x="4780650" y="25237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4"/>
                    <a:pt x="17" y="70"/>
                    <a:pt x="17" y="103"/>
                  </a:cubicBezTo>
                  <a:cubicBezTo>
                    <a:pt x="0" y="157"/>
                    <a:pt x="17" y="190"/>
                    <a:pt x="70" y="190"/>
                  </a:cubicBezTo>
                  <a:cubicBezTo>
                    <a:pt x="70" y="206"/>
                    <a:pt x="87" y="206"/>
                    <a:pt x="87" y="206"/>
                  </a:cubicBezTo>
                  <a:cubicBezTo>
                    <a:pt x="120" y="206"/>
                    <a:pt x="140" y="190"/>
                    <a:pt x="157" y="190"/>
                  </a:cubicBezTo>
                  <a:cubicBezTo>
                    <a:pt x="190" y="173"/>
                    <a:pt x="206" y="157"/>
                    <a:pt x="223" y="120"/>
                  </a:cubicBezTo>
                  <a:cubicBezTo>
                    <a:pt x="243" y="120"/>
                    <a:pt x="243" y="103"/>
                    <a:pt x="243" y="103"/>
                  </a:cubicBezTo>
                  <a:cubicBezTo>
                    <a:pt x="260" y="54"/>
                    <a:pt x="22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7"/>
            <p:cNvSpPr/>
            <p:nvPr/>
          </p:nvSpPr>
          <p:spPr>
            <a:xfrm>
              <a:off x="4772500" y="254867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37" y="0"/>
                    <a:pt x="104" y="17"/>
                    <a:pt x="71" y="33"/>
                  </a:cubicBezTo>
                  <a:cubicBezTo>
                    <a:pt x="54" y="49"/>
                    <a:pt x="33" y="66"/>
                    <a:pt x="17" y="103"/>
                  </a:cubicBezTo>
                  <a:cubicBezTo>
                    <a:pt x="0" y="153"/>
                    <a:pt x="33" y="190"/>
                    <a:pt x="87" y="190"/>
                  </a:cubicBezTo>
                  <a:lnTo>
                    <a:pt x="157" y="190"/>
                  </a:lnTo>
                  <a:cubicBezTo>
                    <a:pt x="174" y="169"/>
                    <a:pt x="174" y="169"/>
                    <a:pt x="190" y="169"/>
                  </a:cubicBezTo>
                  <a:cubicBezTo>
                    <a:pt x="207" y="153"/>
                    <a:pt x="240" y="120"/>
                    <a:pt x="240" y="103"/>
                  </a:cubicBezTo>
                  <a:cubicBezTo>
                    <a:pt x="260" y="66"/>
                    <a:pt x="260" y="49"/>
                    <a:pt x="240" y="33"/>
                  </a:cubicBezTo>
                  <a:cubicBezTo>
                    <a:pt x="223" y="17"/>
                    <a:pt x="19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7"/>
            <p:cNvSpPr/>
            <p:nvPr/>
          </p:nvSpPr>
          <p:spPr>
            <a:xfrm>
              <a:off x="4796525" y="252515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73" y="1"/>
                  </a:moveTo>
                  <a:cubicBezTo>
                    <a:pt x="161" y="1"/>
                    <a:pt x="149" y="5"/>
                    <a:pt x="140" y="13"/>
                  </a:cubicBezTo>
                  <a:cubicBezTo>
                    <a:pt x="103" y="13"/>
                    <a:pt x="70" y="30"/>
                    <a:pt x="54" y="46"/>
                  </a:cubicBezTo>
                  <a:cubicBezTo>
                    <a:pt x="0" y="100"/>
                    <a:pt x="0" y="166"/>
                    <a:pt x="37" y="182"/>
                  </a:cubicBezTo>
                  <a:cubicBezTo>
                    <a:pt x="54" y="203"/>
                    <a:pt x="87" y="203"/>
                    <a:pt x="124" y="203"/>
                  </a:cubicBezTo>
                  <a:cubicBezTo>
                    <a:pt x="124" y="203"/>
                    <a:pt x="140" y="182"/>
                    <a:pt x="157" y="182"/>
                  </a:cubicBezTo>
                  <a:cubicBezTo>
                    <a:pt x="173" y="182"/>
                    <a:pt x="190" y="166"/>
                    <a:pt x="206" y="149"/>
                  </a:cubicBezTo>
                  <a:cubicBezTo>
                    <a:pt x="227" y="133"/>
                    <a:pt x="243" y="100"/>
                    <a:pt x="243" y="79"/>
                  </a:cubicBezTo>
                  <a:cubicBezTo>
                    <a:pt x="243" y="46"/>
                    <a:pt x="243" y="30"/>
                    <a:pt x="206" y="13"/>
                  </a:cubicBezTo>
                  <a:cubicBezTo>
                    <a:pt x="198" y="5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7"/>
            <p:cNvSpPr/>
            <p:nvPr/>
          </p:nvSpPr>
          <p:spPr>
            <a:xfrm>
              <a:off x="4790950" y="25460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5" y="0"/>
                  </a:moveTo>
                  <a:cubicBezTo>
                    <a:pt x="117" y="0"/>
                    <a:pt x="70" y="18"/>
                    <a:pt x="38" y="50"/>
                  </a:cubicBezTo>
                  <a:cubicBezTo>
                    <a:pt x="17" y="67"/>
                    <a:pt x="0" y="104"/>
                    <a:pt x="0" y="121"/>
                  </a:cubicBezTo>
                  <a:cubicBezTo>
                    <a:pt x="0" y="153"/>
                    <a:pt x="17" y="170"/>
                    <a:pt x="38" y="191"/>
                  </a:cubicBezTo>
                  <a:lnTo>
                    <a:pt x="120" y="191"/>
                  </a:lnTo>
                  <a:cubicBezTo>
                    <a:pt x="120" y="191"/>
                    <a:pt x="141" y="191"/>
                    <a:pt x="141" y="170"/>
                  </a:cubicBezTo>
                  <a:cubicBezTo>
                    <a:pt x="174" y="170"/>
                    <a:pt x="190" y="153"/>
                    <a:pt x="207" y="137"/>
                  </a:cubicBezTo>
                  <a:cubicBezTo>
                    <a:pt x="260" y="104"/>
                    <a:pt x="260" y="34"/>
                    <a:pt x="207" y="17"/>
                  </a:cubicBezTo>
                  <a:cubicBezTo>
                    <a:pt x="195" y="6"/>
                    <a:pt x="177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7"/>
            <p:cNvSpPr/>
            <p:nvPr/>
          </p:nvSpPr>
          <p:spPr>
            <a:xfrm>
              <a:off x="4784975" y="2491725"/>
              <a:ext cx="6925" cy="5025"/>
            </a:xfrm>
            <a:custGeom>
              <a:avLst/>
              <a:gdLst/>
              <a:ahLst/>
              <a:cxnLst/>
              <a:rect l="l" t="t" r="r" b="b"/>
              <a:pathLst>
                <a:path w="277" h="201" extrusionOk="0">
                  <a:moveTo>
                    <a:pt x="170" y="1"/>
                  </a:moveTo>
                  <a:cubicBezTo>
                    <a:pt x="134" y="1"/>
                    <a:pt x="91" y="12"/>
                    <a:pt x="70" y="43"/>
                  </a:cubicBezTo>
                  <a:cubicBezTo>
                    <a:pt x="17" y="97"/>
                    <a:pt x="0" y="146"/>
                    <a:pt x="50" y="179"/>
                  </a:cubicBezTo>
                  <a:cubicBezTo>
                    <a:pt x="70" y="200"/>
                    <a:pt x="103" y="200"/>
                    <a:pt x="136" y="200"/>
                  </a:cubicBezTo>
                  <a:cubicBezTo>
                    <a:pt x="136" y="179"/>
                    <a:pt x="153" y="179"/>
                    <a:pt x="174" y="179"/>
                  </a:cubicBezTo>
                  <a:cubicBezTo>
                    <a:pt x="190" y="163"/>
                    <a:pt x="207" y="163"/>
                    <a:pt x="223" y="146"/>
                  </a:cubicBezTo>
                  <a:cubicBezTo>
                    <a:pt x="277" y="97"/>
                    <a:pt x="277" y="43"/>
                    <a:pt x="223" y="10"/>
                  </a:cubicBezTo>
                  <a:cubicBezTo>
                    <a:pt x="211" y="4"/>
                    <a:pt x="192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7"/>
            <p:cNvSpPr/>
            <p:nvPr/>
          </p:nvSpPr>
          <p:spPr>
            <a:xfrm>
              <a:off x="4744575" y="251500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48" y="1"/>
                  </a:moveTo>
                  <a:cubicBezTo>
                    <a:pt x="133" y="1"/>
                    <a:pt x="118" y="3"/>
                    <a:pt x="103" y="7"/>
                  </a:cubicBezTo>
                  <a:cubicBezTo>
                    <a:pt x="37" y="40"/>
                    <a:pt x="0" y="110"/>
                    <a:pt x="0" y="143"/>
                  </a:cubicBezTo>
                  <a:cubicBezTo>
                    <a:pt x="11" y="177"/>
                    <a:pt x="43" y="196"/>
                    <a:pt x="82" y="196"/>
                  </a:cubicBezTo>
                  <a:cubicBezTo>
                    <a:pt x="105" y="196"/>
                    <a:pt x="131" y="190"/>
                    <a:pt x="157" y="176"/>
                  </a:cubicBezTo>
                  <a:cubicBezTo>
                    <a:pt x="206" y="160"/>
                    <a:pt x="260" y="94"/>
                    <a:pt x="243" y="40"/>
                  </a:cubicBezTo>
                  <a:cubicBezTo>
                    <a:pt x="228" y="16"/>
                    <a:pt x="189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7"/>
            <p:cNvSpPr/>
            <p:nvPr/>
          </p:nvSpPr>
          <p:spPr>
            <a:xfrm>
              <a:off x="4746725" y="246745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57" y="0"/>
                    <a:pt x="120" y="0"/>
                    <a:pt x="87" y="37"/>
                  </a:cubicBezTo>
                  <a:cubicBezTo>
                    <a:pt x="54" y="54"/>
                    <a:pt x="34" y="70"/>
                    <a:pt x="34" y="103"/>
                  </a:cubicBezTo>
                  <a:cubicBezTo>
                    <a:pt x="1" y="157"/>
                    <a:pt x="34" y="190"/>
                    <a:pt x="104" y="190"/>
                  </a:cubicBezTo>
                  <a:cubicBezTo>
                    <a:pt x="120" y="190"/>
                    <a:pt x="157" y="190"/>
                    <a:pt x="174" y="173"/>
                  </a:cubicBezTo>
                  <a:lnTo>
                    <a:pt x="190" y="173"/>
                  </a:lnTo>
                  <a:cubicBezTo>
                    <a:pt x="223" y="140"/>
                    <a:pt x="240" y="120"/>
                    <a:pt x="261" y="87"/>
                  </a:cubicBezTo>
                  <a:cubicBezTo>
                    <a:pt x="277" y="37"/>
                    <a:pt x="24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7"/>
            <p:cNvSpPr/>
            <p:nvPr/>
          </p:nvSpPr>
          <p:spPr>
            <a:xfrm>
              <a:off x="4751875" y="24791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37" y="0"/>
                    <a:pt x="120" y="17"/>
                    <a:pt x="87" y="33"/>
                  </a:cubicBezTo>
                  <a:cubicBezTo>
                    <a:pt x="55" y="50"/>
                    <a:pt x="34" y="87"/>
                    <a:pt x="17" y="103"/>
                  </a:cubicBezTo>
                  <a:cubicBezTo>
                    <a:pt x="1" y="153"/>
                    <a:pt x="34" y="206"/>
                    <a:pt x="104" y="206"/>
                  </a:cubicBezTo>
                  <a:cubicBezTo>
                    <a:pt x="120" y="206"/>
                    <a:pt x="137" y="206"/>
                    <a:pt x="174" y="190"/>
                  </a:cubicBezTo>
                  <a:cubicBezTo>
                    <a:pt x="174" y="190"/>
                    <a:pt x="191" y="190"/>
                    <a:pt x="191" y="169"/>
                  </a:cubicBezTo>
                  <a:cubicBezTo>
                    <a:pt x="224" y="153"/>
                    <a:pt x="240" y="136"/>
                    <a:pt x="261" y="103"/>
                  </a:cubicBezTo>
                  <a:cubicBezTo>
                    <a:pt x="261" y="87"/>
                    <a:pt x="261" y="50"/>
                    <a:pt x="240" y="33"/>
                  </a:cubicBezTo>
                  <a:cubicBezTo>
                    <a:pt x="224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7"/>
            <p:cNvSpPr/>
            <p:nvPr/>
          </p:nvSpPr>
          <p:spPr>
            <a:xfrm>
              <a:off x="4851975" y="24672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57" y="1"/>
                  </a:moveTo>
                  <a:cubicBezTo>
                    <a:pt x="140" y="1"/>
                    <a:pt x="122" y="3"/>
                    <a:pt x="103" y="7"/>
                  </a:cubicBezTo>
                  <a:cubicBezTo>
                    <a:pt x="50" y="44"/>
                    <a:pt x="0" y="94"/>
                    <a:pt x="17" y="147"/>
                  </a:cubicBezTo>
                  <a:cubicBezTo>
                    <a:pt x="27" y="179"/>
                    <a:pt x="60" y="197"/>
                    <a:pt x="96" y="197"/>
                  </a:cubicBezTo>
                  <a:cubicBezTo>
                    <a:pt x="115" y="197"/>
                    <a:pt x="135" y="192"/>
                    <a:pt x="153" y="180"/>
                  </a:cubicBezTo>
                  <a:cubicBezTo>
                    <a:pt x="223" y="164"/>
                    <a:pt x="256" y="94"/>
                    <a:pt x="256" y="44"/>
                  </a:cubicBezTo>
                  <a:cubicBezTo>
                    <a:pt x="244" y="17"/>
                    <a:pt x="205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7"/>
            <p:cNvSpPr/>
            <p:nvPr/>
          </p:nvSpPr>
          <p:spPr>
            <a:xfrm>
              <a:off x="4801250" y="25353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17"/>
                    <a:pt x="87" y="33"/>
                  </a:cubicBezTo>
                  <a:cubicBezTo>
                    <a:pt x="54" y="50"/>
                    <a:pt x="38" y="83"/>
                    <a:pt x="17" y="103"/>
                  </a:cubicBezTo>
                  <a:cubicBezTo>
                    <a:pt x="1" y="153"/>
                    <a:pt x="38" y="206"/>
                    <a:pt x="104" y="206"/>
                  </a:cubicBezTo>
                  <a:cubicBezTo>
                    <a:pt x="120" y="206"/>
                    <a:pt x="141" y="186"/>
                    <a:pt x="157" y="186"/>
                  </a:cubicBezTo>
                  <a:cubicBezTo>
                    <a:pt x="174" y="186"/>
                    <a:pt x="190" y="169"/>
                    <a:pt x="190" y="169"/>
                  </a:cubicBezTo>
                  <a:cubicBezTo>
                    <a:pt x="223" y="153"/>
                    <a:pt x="244" y="120"/>
                    <a:pt x="261" y="103"/>
                  </a:cubicBezTo>
                  <a:cubicBezTo>
                    <a:pt x="261" y="66"/>
                    <a:pt x="261" y="50"/>
                    <a:pt x="244" y="33"/>
                  </a:cubicBezTo>
                  <a:cubicBezTo>
                    <a:pt x="223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7"/>
            <p:cNvSpPr/>
            <p:nvPr/>
          </p:nvSpPr>
          <p:spPr>
            <a:xfrm>
              <a:off x="4754450" y="2502700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0"/>
                  </a:moveTo>
                  <a:cubicBezTo>
                    <a:pt x="137" y="0"/>
                    <a:pt x="104" y="17"/>
                    <a:pt x="88" y="33"/>
                  </a:cubicBezTo>
                  <a:cubicBezTo>
                    <a:pt x="55" y="50"/>
                    <a:pt x="34" y="70"/>
                    <a:pt x="17" y="103"/>
                  </a:cubicBezTo>
                  <a:cubicBezTo>
                    <a:pt x="1" y="153"/>
                    <a:pt x="34" y="206"/>
                    <a:pt x="104" y="206"/>
                  </a:cubicBezTo>
                  <a:cubicBezTo>
                    <a:pt x="121" y="206"/>
                    <a:pt x="137" y="190"/>
                    <a:pt x="158" y="190"/>
                  </a:cubicBezTo>
                  <a:cubicBezTo>
                    <a:pt x="174" y="190"/>
                    <a:pt x="174" y="173"/>
                    <a:pt x="191" y="173"/>
                  </a:cubicBezTo>
                  <a:cubicBezTo>
                    <a:pt x="224" y="153"/>
                    <a:pt x="240" y="120"/>
                    <a:pt x="240" y="103"/>
                  </a:cubicBezTo>
                  <a:cubicBezTo>
                    <a:pt x="277" y="50"/>
                    <a:pt x="24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7"/>
            <p:cNvSpPr/>
            <p:nvPr/>
          </p:nvSpPr>
          <p:spPr>
            <a:xfrm>
              <a:off x="4759625" y="251422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1"/>
                  </a:moveTo>
                  <a:cubicBezTo>
                    <a:pt x="157" y="1"/>
                    <a:pt x="120" y="1"/>
                    <a:pt x="87" y="38"/>
                  </a:cubicBezTo>
                  <a:cubicBezTo>
                    <a:pt x="54" y="55"/>
                    <a:pt x="33" y="71"/>
                    <a:pt x="33" y="104"/>
                  </a:cubicBezTo>
                  <a:cubicBezTo>
                    <a:pt x="0" y="158"/>
                    <a:pt x="33" y="191"/>
                    <a:pt x="103" y="191"/>
                  </a:cubicBezTo>
                  <a:lnTo>
                    <a:pt x="173" y="191"/>
                  </a:lnTo>
                  <a:cubicBezTo>
                    <a:pt x="173" y="174"/>
                    <a:pt x="190" y="174"/>
                    <a:pt x="190" y="174"/>
                  </a:cubicBezTo>
                  <a:cubicBezTo>
                    <a:pt x="223" y="158"/>
                    <a:pt x="239" y="125"/>
                    <a:pt x="260" y="104"/>
                  </a:cubicBezTo>
                  <a:cubicBezTo>
                    <a:pt x="276" y="38"/>
                    <a:pt x="239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7"/>
            <p:cNvSpPr/>
            <p:nvPr/>
          </p:nvSpPr>
          <p:spPr>
            <a:xfrm>
              <a:off x="4764350" y="2525700"/>
              <a:ext cx="6425" cy="4950"/>
            </a:xfrm>
            <a:custGeom>
              <a:avLst/>
              <a:gdLst/>
              <a:ahLst/>
              <a:cxnLst/>
              <a:rect l="l" t="t" r="r" b="b"/>
              <a:pathLst>
                <a:path w="257" h="198" extrusionOk="0">
                  <a:moveTo>
                    <a:pt x="168" y="1"/>
                  </a:moveTo>
                  <a:cubicBezTo>
                    <a:pt x="159" y="1"/>
                    <a:pt x="149" y="2"/>
                    <a:pt x="137" y="8"/>
                  </a:cubicBezTo>
                  <a:cubicBezTo>
                    <a:pt x="104" y="8"/>
                    <a:pt x="71" y="24"/>
                    <a:pt x="50" y="57"/>
                  </a:cubicBezTo>
                  <a:cubicBezTo>
                    <a:pt x="1" y="94"/>
                    <a:pt x="1" y="160"/>
                    <a:pt x="34" y="181"/>
                  </a:cubicBezTo>
                  <a:cubicBezTo>
                    <a:pt x="71" y="198"/>
                    <a:pt x="87" y="198"/>
                    <a:pt x="120" y="198"/>
                  </a:cubicBezTo>
                  <a:cubicBezTo>
                    <a:pt x="137" y="198"/>
                    <a:pt x="137" y="198"/>
                    <a:pt x="153" y="181"/>
                  </a:cubicBezTo>
                  <a:cubicBezTo>
                    <a:pt x="174" y="181"/>
                    <a:pt x="190" y="160"/>
                    <a:pt x="207" y="144"/>
                  </a:cubicBezTo>
                  <a:cubicBezTo>
                    <a:pt x="256" y="94"/>
                    <a:pt x="256" y="41"/>
                    <a:pt x="223" y="8"/>
                  </a:cubicBezTo>
                  <a:cubicBezTo>
                    <a:pt x="201" y="8"/>
                    <a:pt x="187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7"/>
            <p:cNvSpPr/>
            <p:nvPr/>
          </p:nvSpPr>
          <p:spPr>
            <a:xfrm>
              <a:off x="4836925" y="246745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3" y="0"/>
                  </a:moveTo>
                  <a:cubicBezTo>
                    <a:pt x="136" y="0"/>
                    <a:pt x="120" y="0"/>
                    <a:pt x="87" y="17"/>
                  </a:cubicBezTo>
                  <a:cubicBezTo>
                    <a:pt x="54" y="37"/>
                    <a:pt x="33" y="70"/>
                    <a:pt x="17" y="87"/>
                  </a:cubicBezTo>
                  <a:cubicBezTo>
                    <a:pt x="0" y="157"/>
                    <a:pt x="33" y="190"/>
                    <a:pt x="103" y="190"/>
                  </a:cubicBezTo>
                  <a:cubicBezTo>
                    <a:pt x="120" y="190"/>
                    <a:pt x="136" y="190"/>
                    <a:pt x="157" y="173"/>
                  </a:cubicBezTo>
                  <a:cubicBezTo>
                    <a:pt x="173" y="173"/>
                    <a:pt x="190" y="173"/>
                    <a:pt x="190" y="157"/>
                  </a:cubicBezTo>
                  <a:cubicBezTo>
                    <a:pt x="223" y="140"/>
                    <a:pt x="239" y="120"/>
                    <a:pt x="260" y="87"/>
                  </a:cubicBezTo>
                  <a:cubicBezTo>
                    <a:pt x="277" y="37"/>
                    <a:pt x="239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7"/>
            <p:cNvSpPr/>
            <p:nvPr/>
          </p:nvSpPr>
          <p:spPr>
            <a:xfrm>
              <a:off x="4803825" y="250252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94" y="1"/>
                  </a:moveTo>
                  <a:cubicBezTo>
                    <a:pt x="183" y="1"/>
                    <a:pt x="171" y="3"/>
                    <a:pt x="158" y="7"/>
                  </a:cubicBezTo>
                  <a:lnTo>
                    <a:pt x="104" y="7"/>
                  </a:lnTo>
                  <a:cubicBezTo>
                    <a:pt x="38" y="40"/>
                    <a:pt x="1" y="110"/>
                    <a:pt x="17" y="143"/>
                  </a:cubicBezTo>
                  <a:cubicBezTo>
                    <a:pt x="17" y="178"/>
                    <a:pt x="47" y="197"/>
                    <a:pt x="87" y="197"/>
                  </a:cubicBezTo>
                  <a:cubicBezTo>
                    <a:pt x="109" y="197"/>
                    <a:pt x="133" y="192"/>
                    <a:pt x="158" y="180"/>
                  </a:cubicBezTo>
                  <a:cubicBezTo>
                    <a:pt x="174" y="180"/>
                    <a:pt x="191" y="160"/>
                    <a:pt x="207" y="143"/>
                  </a:cubicBezTo>
                  <a:cubicBezTo>
                    <a:pt x="244" y="127"/>
                    <a:pt x="261" y="77"/>
                    <a:pt x="244" y="40"/>
                  </a:cubicBezTo>
                  <a:cubicBezTo>
                    <a:pt x="244" y="16"/>
                    <a:pt x="224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7"/>
            <p:cNvSpPr/>
            <p:nvPr/>
          </p:nvSpPr>
          <p:spPr>
            <a:xfrm>
              <a:off x="4832600" y="2490200"/>
              <a:ext cx="6500" cy="4800"/>
            </a:xfrm>
            <a:custGeom>
              <a:avLst/>
              <a:gdLst/>
              <a:ahLst/>
              <a:cxnLst/>
              <a:rect l="l" t="t" r="r" b="b"/>
              <a:pathLst>
                <a:path w="260" h="192" extrusionOk="0">
                  <a:moveTo>
                    <a:pt x="170" y="1"/>
                  </a:moveTo>
                  <a:cubicBezTo>
                    <a:pt x="150" y="1"/>
                    <a:pt x="128" y="6"/>
                    <a:pt x="103" y="18"/>
                  </a:cubicBezTo>
                  <a:cubicBezTo>
                    <a:pt x="37" y="34"/>
                    <a:pt x="0" y="104"/>
                    <a:pt x="21" y="137"/>
                  </a:cubicBezTo>
                  <a:cubicBezTo>
                    <a:pt x="21" y="172"/>
                    <a:pt x="49" y="191"/>
                    <a:pt x="88" y="191"/>
                  </a:cubicBezTo>
                  <a:cubicBezTo>
                    <a:pt x="108" y="191"/>
                    <a:pt x="132" y="186"/>
                    <a:pt x="157" y="174"/>
                  </a:cubicBezTo>
                  <a:cubicBezTo>
                    <a:pt x="227" y="158"/>
                    <a:pt x="260" y="88"/>
                    <a:pt x="243" y="55"/>
                  </a:cubicBezTo>
                  <a:cubicBezTo>
                    <a:pt x="233" y="20"/>
                    <a:pt x="206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7"/>
            <p:cNvSpPr/>
            <p:nvPr/>
          </p:nvSpPr>
          <p:spPr>
            <a:xfrm>
              <a:off x="4842900" y="24189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57" y="0"/>
                  </a:moveTo>
                  <a:cubicBezTo>
                    <a:pt x="141" y="0"/>
                    <a:pt x="103" y="21"/>
                    <a:pt x="71" y="37"/>
                  </a:cubicBezTo>
                  <a:cubicBezTo>
                    <a:pt x="38" y="54"/>
                    <a:pt x="21" y="70"/>
                    <a:pt x="21" y="103"/>
                  </a:cubicBezTo>
                  <a:cubicBezTo>
                    <a:pt x="0" y="140"/>
                    <a:pt x="21" y="190"/>
                    <a:pt x="71" y="190"/>
                  </a:cubicBezTo>
                  <a:lnTo>
                    <a:pt x="157" y="190"/>
                  </a:lnTo>
                  <a:cubicBezTo>
                    <a:pt x="174" y="173"/>
                    <a:pt x="207" y="157"/>
                    <a:pt x="227" y="124"/>
                  </a:cubicBezTo>
                  <a:lnTo>
                    <a:pt x="244" y="103"/>
                  </a:lnTo>
                  <a:cubicBezTo>
                    <a:pt x="260" y="37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7"/>
            <p:cNvSpPr/>
            <p:nvPr/>
          </p:nvSpPr>
          <p:spPr>
            <a:xfrm>
              <a:off x="4832175" y="25022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41" y="1"/>
                    <a:pt x="104" y="17"/>
                    <a:pt x="71" y="34"/>
                  </a:cubicBezTo>
                  <a:cubicBezTo>
                    <a:pt x="38" y="50"/>
                    <a:pt x="17" y="87"/>
                    <a:pt x="17" y="104"/>
                  </a:cubicBezTo>
                  <a:cubicBezTo>
                    <a:pt x="1" y="137"/>
                    <a:pt x="1" y="170"/>
                    <a:pt x="38" y="190"/>
                  </a:cubicBezTo>
                  <a:cubicBezTo>
                    <a:pt x="38" y="190"/>
                    <a:pt x="71" y="207"/>
                    <a:pt x="87" y="207"/>
                  </a:cubicBezTo>
                  <a:cubicBezTo>
                    <a:pt x="104" y="207"/>
                    <a:pt x="141" y="190"/>
                    <a:pt x="157" y="190"/>
                  </a:cubicBezTo>
                  <a:cubicBezTo>
                    <a:pt x="190" y="170"/>
                    <a:pt x="223" y="137"/>
                    <a:pt x="244" y="104"/>
                  </a:cubicBezTo>
                  <a:lnTo>
                    <a:pt x="244" y="87"/>
                  </a:lnTo>
                  <a:cubicBezTo>
                    <a:pt x="260" y="50"/>
                    <a:pt x="22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7"/>
            <p:cNvSpPr/>
            <p:nvPr/>
          </p:nvSpPr>
          <p:spPr>
            <a:xfrm>
              <a:off x="4846825" y="249022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36" y="0"/>
                  </a:moveTo>
                  <a:cubicBezTo>
                    <a:pt x="103" y="17"/>
                    <a:pt x="70" y="33"/>
                    <a:pt x="50" y="54"/>
                  </a:cubicBezTo>
                  <a:cubicBezTo>
                    <a:pt x="0" y="103"/>
                    <a:pt x="0" y="157"/>
                    <a:pt x="50" y="190"/>
                  </a:cubicBezTo>
                  <a:cubicBezTo>
                    <a:pt x="63" y="190"/>
                    <a:pt x="83" y="197"/>
                    <a:pt x="99" y="197"/>
                  </a:cubicBezTo>
                  <a:cubicBezTo>
                    <a:pt x="107" y="197"/>
                    <a:pt x="114" y="195"/>
                    <a:pt x="120" y="190"/>
                  </a:cubicBezTo>
                  <a:lnTo>
                    <a:pt x="153" y="190"/>
                  </a:lnTo>
                  <a:cubicBezTo>
                    <a:pt x="173" y="173"/>
                    <a:pt x="190" y="157"/>
                    <a:pt x="206" y="157"/>
                  </a:cubicBezTo>
                  <a:cubicBezTo>
                    <a:pt x="256" y="103"/>
                    <a:pt x="256" y="33"/>
                    <a:pt x="223" y="17"/>
                  </a:cubicBezTo>
                  <a:cubicBezTo>
                    <a:pt x="206" y="0"/>
                    <a:pt x="17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7"/>
            <p:cNvSpPr/>
            <p:nvPr/>
          </p:nvSpPr>
          <p:spPr>
            <a:xfrm>
              <a:off x="4845475" y="24309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24" y="1"/>
                    <a:pt x="87" y="17"/>
                    <a:pt x="71" y="34"/>
                  </a:cubicBezTo>
                  <a:cubicBezTo>
                    <a:pt x="38" y="54"/>
                    <a:pt x="21" y="87"/>
                    <a:pt x="0" y="104"/>
                  </a:cubicBezTo>
                  <a:cubicBezTo>
                    <a:pt x="0" y="137"/>
                    <a:pt x="0" y="157"/>
                    <a:pt x="21" y="174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04" y="207"/>
                    <a:pt x="124" y="207"/>
                    <a:pt x="141" y="190"/>
                  </a:cubicBezTo>
                  <a:cubicBezTo>
                    <a:pt x="157" y="190"/>
                    <a:pt x="174" y="174"/>
                    <a:pt x="174" y="174"/>
                  </a:cubicBezTo>
                  <a:cubicBezTo>
                    <a:pt x="207" y="157"/>
                    <a:pt x="227" y="137"/>
                    <a:pt x="244" y="104"/>
                  </a:cubicBezTo>
                  <a:cubicBezTo>
                    <a:pt x="260" y="54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7"/>
            <p:cNvSpPr/>
            <p:nvPr/>
          </p:nvSpPr>
          <p:spPr>
            <a:xfrm>
              <a:off x="4839075" y="2455250"/>
              <a:ext cx="6950" cy="4900"/>
            </a:xfrm>
            <a:custGeom>
              <a:avLst/>
              <a:gdLst/>
              <a:ahLst/>
              <a:cxnLst/>
              <a:rect l="l" t="t" r="r" b="b"/>
              <a:pathLst>
                <a:path w="278" h="196" extrusionOk="0">
                  <a:moveTo>
                    <a:pt x="172" y="1"/>
                  </a:moveTo>
                  <a:cubicBezTo>
                    <a:pt x="161" y="1"/>
                    <a:pt x="149" y="3"/>
                    <a:pt x="137" y="10"/>
                  </a:cubicBezTo>
                  <a:cubicBezTo>
                    <a:pt x="104" y="10"/>
                    <a:pt x="87" y="26"/>
                    <a:pt x="50" y="59"/>
                  </a:cubicBezTo>
                  <a:cubicBezTo>
                    <a:pt x="1" y="92"/>
                    <a:pt x="1" y="162"/>
                    <a:pt x="50" y="179"/>
                  </a:cubicBezTo>
                  <a:cubicBezTo>
                    <a:pt x="71" y="195"/>
                    <a:pt x="104" y="195"/>
                    <a:pt x="120" y="195"/>
                  </a:cubicBezTo>
                  <a:cubicBezTo>
                    <a:pt x="137" y="195"/>
                    <a:pt x="153" y="195"/>
                    <a:pt x="153" y="179"/>
                  </a:cubicBezTo>
                  <a:cubicBezTo>
                    <a:pt x="174" y="179"/>
                    <a:pt x="207" y="162"/>
                    <a:pt x="207" y="146"/>
                  </a:cubicBezTo>
                  <a:cubicBezTo>
                    <a:pt x="256" y="92"/>
                    <a:pt x="277" y="43"/>
                    <a:pt x="224" y="10"/>
                  </a:cubicBezTo>
                  <a:cubicBezTo>
                    <a:pt x="213" y="10"/>
                    <a:pt x="194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7"/>
            <p:cNvSpPr/>
            <p:nvPr/>
          </p:nvSpPr>
          <p:spPr>
            <a:xfrm>
              <a:off x="4813725" y="253660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57" y="1"/>
                  </a:moveTo>
                  <a:cubicBezTo>
                    <a:pt x="137" y="1"/>
                    <a:pt x="120" y="1"/>
                    <a:pt x="104" y="17"/>
                  </a:cubicBezTo>
                  <a:cubicBezTo>
                    <a:pt x="34" y="34"/>
                    <a:pt x="1" y="104"/>
                    <a:pt x="17" y="157"/>
                  </a:cubicBezTo>
                  <a:cubicBezTo>
                    <a:pt x="29" y="181"/>
                    <a:pt x="61" y="197"/>
                    <a:pt x="105" y="197"/>
                  </a:cubicBezTo>
                  <a:cubicBezTo>
                    <a:pt x="121" y="197"/>
                    <a:pt x="139" y="195"/>
                    <a:pt x="157" y="190"/>
                  </a:cubicBezTo>
                  <a:cubicBezTo>
                    <a:pt x="174" y="174"/>
                    <a:pt x="190" y="157"/>
                    <a:pt x="207" y="157"/>
                  </a:cubicBezTo>
                  <a:cubicBezTo>
                    <a:pt x="240" y="120"/>
                    <a:pt x="260" y="87"/>
                    <a:pt x="240" y="54"/>
                  </a:cubicBezTo>
                  <a:cubicBezTo>
                    <a:pt x="240" y="17"/>
                    <a:pt x="20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7"/>
            <p:cNvSpPr/>
            <p:nvPr/>
          </p:nvSpPr>
          <p:spPr>
            <a:xfrm>
              <a:off x="4827025" y="24794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70" y="1"/>
                  </a:moveTo>
                  <a:cubicBezTo>
                    <a:pt x="151" y="1"/>
                    <a:pt x="128" y="6"/>
                    <a:pt x="104" y="18"/>
                  </a:cubicBezTo>
                  <a:cubicBezTo>
                    <a:pt x="38" y="35"/>
                    <a:pt x="1" y="105"/>
                    <a:pt x="17" y="154"/>
                  </a:cubicBezTo>
                  <a:cubicBezTo>
                    <a:pt x="17" y="181"/>
                    <a:pt x="55" y="198"/>
                    <a:pt x="103" y="198"/>
                  </a:cubicBezTo>
                  <a:cubicBezTo>
                    <a:pt x="120" y="198"/>
                    <a:pt x="139" y="196"/>
                    <a:pt x="157" y="191"/>
                  </a:cubicBezTo>
                  <a:cubicBezTo>
                    <a:pt x="223" y="154"/>
                    <a:pt x="260" y="105"/>
                    <a:pt x="244" y="51"/>
                  </a:cubicBezTo>
                  <a:cubicBezTo>
                    <a:pt x="230" y="19"/>
                    <a:pt x="205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7"/>
            <p:cNvSpPr/>
            <p:nvPr/>
          </p:nvSpPr>
          <p:spPr>
            <a:xfrm>
              <a:off x="4808975" y="2514375"/>
              <a:ext cx="6525" cy="5100"/>
            </a:xfrm>
            <a:custGeom>
              <a:avLst/>
              <a:gdLst/>
              <a:ahLst/>
              <a:cxnLst/>
              <a:rect l="l" t="t" r="r" b="b"/>
              <a:pathLst>
                <a:path w="261" h="204" extrusionOk="0">
                  <a:moveTo>
                    <a:pt x="163" y="0"/>
                  </a:moveTo>
                  <a:cubicBezTo>
                    <a:pt x="144" y="0"/>
                    <a:pt x="123" y="5"/>
                    <a:pt x="104" y="16"/>
                  </a:cubicBezTo>
                  <a:cubicBezTo>
                    <a:pt x="55" y="32"/>
                    <a:pt x="17" y="65"/>
                    <a:pt x="1" y="119"/>
                  </a:cubicBezTo>
                  <a:lnTo>
                    <a:pt x="1" y="152"/>
                  </a:lnTo>
                  <a:cubicBezTo>
                    <a:pt x="12" y="184"/>
                    <a:pt x="45" y="204"/>
                    <a:pt x="81" y="204"/>
                  </a:cubicBezTo>
                  <a:cubicBezTo>
                    <a:pt x="101" y="204"/>
                    <a:pt x="122" y="198"/>
                    <a:pt x="141" y="185"/>
                  </a:cubicBezTo>
                  <a:cubicBezTo>
                    <a:pt x="207" y="168"/>
                    <a:pt x="261" y="98"/>
                    <a:pt x="244" y="49"/>
                  </a:cubicBezTo>
                  <a:cubicBezTo>
                    <a:pt x="244" y="32"/>
                    <a:pt x="224" y="32"/>
                    <a:pt x="207" y="16"/>
                  </a:cubicBezTo>
                  <a:cubicBezTo>
                    <a:pt x="199" y="5"/>
                    <a:pt x="182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7"/>
            <p:cNvSpPr/>
            <p:nvPr/>
          </p:nvSpPr>
          <p:spPr>
            <a:xfrm>
              <a:off x="4810325" y="2524125"/>
              <a:ext cx="6425" cy="5200"/>
            </a:xfrm>
            <a:custGeom>
              <a:avLst/>
              <a:gdLst/>
              <a:ahLst/>
              <a:cxnLst/>
              <a:rect l="l" t="t" r="r" b="b"/>
              <a:pathLst>
                <a:path w="257" h="208" extrusionOk="0">
                  <a:moveTo>
                    <a:pt x="153" y="1"/>
                  </a:moveTo>
                  <a:cubicBezTo>
                    <a:pt x="137" y="17"/>
                    <a:pt x="120" y="17"/>
                    <a:pt x="104" y="17"/>
                  </a:cubicBezTo>
                  <a:cubicBezTo>
                    <a:pt x="34" y="54"/>
                    <a:pt x="1" y="104"/>
                    <a:pt x="17" y="157"/>
                  </a:cubicBezTo>
                  <a:cubicBezTo>
                    <a:pt x="17" y="189"/>
                    <a:pt x="46" y="208"/>
                    <a:pt x="85" y="208"/>
                  </a:cubicBezTo>
                  <a:cubicBezTo>
                    <a:pt x="106" y="208"/>
                    <a:pt x="130" y="202"/>
                    <a:pt x="153" y="190"/>
                  </a:cubicBezTo>
                  <a:cubicBezTo>
                    <a:pt x="170" y="190"/>
                    <a:pt x="190" y="174"/>
                    <a:pt x="207" y="157"/>
                  </a:cubicBezTo>
                  <a:cubicBezTo>
                    <a:pt x="240" y="141"/>
                    <a:pt x="256" y="87"/>
                    <a:pt x="240" y="54"/>
                  </a:cubicBezTo>
                  <a:cubicBezTo>
                    <a:pt x="240" y="17"/>
                    <a:pt x="207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7"/>
            <p:cNvSpPr/>
            <p:nvPr/>
          </p:nvSpPr>
          <p:spPr>
            <a:xfrm>
              <a:off x="4818875" y="25021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72" y="0"/>
                  </a:moveTo>
                  <a:cubicBezTo>
                    <a:pt x="161" y="0"/>
                    <a:pt x="149" y="2"/>
                    <a:pt x="137" y="8"/>
                  </a:cubicBezTo>
                  <a:cubicBezTo>
                    <a:pt x="120" y="8"/>
                    <a:pt x="87" y="24"/>
                    <a:pt x="54" y="41"/>
                  </a:cubicBezTo>
                  <a:cubicBezTo>
                    <a:pt x="17" y="94"/>
                    <a:pt x="1" y="160"/>
                    <a:pt x="54" y="177"/>
                  </a:cubicBezTo>
                  <a:cubicBezTo>
                    <a:pt x="71" y="197"/>
                    <a:pt x="104" y="197"/>
                    <a:pt x="137" y="197"/>
                  </a:cubicBezTo>
                  <a:cubicBezTo>
                    <a:pt x="137" y="197"/>
                    <a:pt x="157" y="177"/>
                    <a:pt x="174" y="177"/>
                  </a:cubicBezTo>
                  <a:cubicBezTo>
                    <a:pt x="190" y="177"/>
                    <a:pt x="207" y="160"/>
                    <a:pt x="223" y="144"/>
                  </a:cubicBezTo>
                  <a:cubicBezTo>
                    <a:pt x="240" y="127"/>
                    <a:pt x="261" y="94"/>
                    <a:pt x="261" y="74"/>
                  </a:cubicBezTo>
                  <a:cubicBezTo>
                    <a:pt x="261" y="41"/>
                    <a:pt x="240" y="24"/>
                    <a:pt x="223" y="8"/>
                  </a:cubicBezTo>
                  <a:cubicBezTo>
                    <a:pt x="212" y="8"/>
                    <a:pt x="194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7"/>
            <p:cNvSpPr/>
            <p:nvPr/>
          </p:nvSpPr>
          <p:spPr>
            <a:xfrm>
              <a:off x="4824025" y="25134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8" y="1"/>
                  </a:moveTo>
                  <a:cubicBezTo>
                    <a:pt x="137" y="1"/>
                    <a:pt x="104" y="17"/>
                    <a:pt x="71" y="34"/>
                  </a:cubicBezTo>
                  <a:cubicBezTo>
                    <a:pt x="55" y="55"/>
                    <a:pt x="17" y="71"/>
                    <a:pt x="17" y="104"/>
                  </a:cubicBezTo>
                  <a:cubicBezTo>
                    <a:pt x="1" y="121"/>
                    <a:pt x="1" y="158"/>
                    <a:pt x="17" y="174"/>
                  </a:cubicBezTo>
                  <a:cubicBezTo>
                    <a:pt x="34" y="191"/>
                    <a:pt x="55" y="191"/>
                    <a:pt x="88" y="191"/>
                  </a:cubicBezTo>
                  <a:lnTo>
                    <a:pt x="158" y="191"/>
                  </a:lnTo>
                  <a:cubicBezTo>
                    <a:pt x="158" y="174"/>
                    <a:pt x="174" y="174"/>
                    <a:pt x="174" y="174"/>
                  </a:cubicBezTo>
                  <a:cubicBezTo>
                    <a:pt x="207" y="158"/>
                    <a:pt x="224" y="121"/>
                    <a:pt x="240" y="104"/>
                  </a:cubicBezTo>
                  <a:cubicBezTo>
                    <a:pt x="261" y="34"/>
                    <a:pt x="224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7"/>
            <p:cNvSpPr/>
            <p:nvPr/>
          </p:nvSpPr>
          <p:spPr>
            <a:xfrm>
              <a:off x="4971325" y="22805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62" y="0"/>
                  </a:moveTo>
                  <a:cubicBezTo>
                    <a:pt x="154" y="0"/>
                    <a:pt x="146" y="2"/>
                    <a:pt x="141" y="7"/>
                  </a:cubicBezTo>
                  <a:cubicBezTo>
                    <a:pt x="104" y="7"/>
                    <a:pt x="71" y="24"/>
                    <a:pt x="54" y="57"/>
                  </a:cubicBezTo>
                  <a:cubicBezTo>
                    <a:pt x="1" y="94"/>
                    <a:pt x="1" y="160"/>
                    <a:pt x="38" y="177"/>
                  </a:cubicBezTo>
                  <a:cubicBezTo>
                    <a:pt x="54" y="197"/>
                    <a:pt x="87" y="197"/>
                    <a:pt x="120" y="197"/>
                  </a:cubicBezTo>
                  <a:cubicBezTo>
                    <a:pt x="141" y="197"/>
                    <a:pt x="141" y="197"/>
                    <a:pt x="157" y="177"/>
                  </a:cubicBezTo>
                  <a:cubicBezTo>
                    <a:pt x="174" y="177"/>
                    <a:pt x="190" y="160"/>
                    <a:pt x="207" y="144"/>
                  </a:cubicBezTo>
                  <a:cubicBezTo>
                    <a:pt x="260" y="94"/>
                    <a:pt x="260" y="40"/>
                    <a:pt x="207" y="7"/>
                  </a:cubicBezTo>
                  <a:cubicBezTo>
                    <a:pt x="196" y="7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7"/>
            <p:cNvSpPr/>
            <p:nvPr/>
          </p:nvSpPr>
          <p:spPr>
            <a:xfrm>
              <a:off x="4589950" y="2354500"/>
              <a:ext cx="6525" cy="4900"/>
            </a:xfrm>
            <a:custGeom>
              <a:avLst/>
              <a:gdLst/>
              <a:ahLst/>
              <a:cxnLst/>
              <a:rect l="l" t="t" r="r" b="b"/>
              <a:pathLst>
                <a:path w="261" h="196" extrusionOk="0">
                  <a:moveTo>
                    <a:pt x="178" y="0"/>
                  </a:moveTo>
                  <a:cubicBezTo>
                    <a:pt x="155" y="0"/>
                    <a:pt x="130" y="6"/>
                    <a:pt x="104" y="20"/>
                  </a:cubicBezTo>
                  <a:cubicBezTo>
                    <a:pt x="54" y="37"/>
                    <a:pt x="1" y="103"/>
                    <a:pt x="17" y="156"/>
                  </a:cubicBezTo>
                  <a:cubicBezTo>
                    <a:pt x="32" y="180"/>
                    <a:pt x="72" y="196"/>
                    <a:pt x="113" y="196"/>
                  </a:cubicBezTo>
                  <a:cubicBezTo>
                    <a:pt x="128" y="196"/>
                    <a:pt x="143" y="194"/>
                    <a:pt x="157" y="189"/>
                  </a:cubicBezTo>
                  <a:cubicBezTo>
                    <a:pt x="223" y="156"/>
                    <a:pt x="261" y="86"/>
                    <a:pt x="261" y="53"/>
                  </a:cubicBezTo>
                  <a:cubicBezTo>
                    <a:pt x="250" y="19"/>
                    <a:pt x="218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7"/>
            <p:cNvSpPr/>
            <p:nvPr/>
          </p:nvSpPr>
          <p:spPr>
            <a:xfrm>
              <a:off x="4592525" y="2364775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41" y="1"/>
                  </a:moveTo>
                  <a:cubicBezTo>
                    <a:pt x="104" y="21"/>
                    <a:pt x="87" y="38"/>
                    <a:pt x="54" y="54"/>
                  </a:cubicBezTo>
                  <a:cubicBezTo>
                    <a:pt x="1" y="104"/>
                    <a:pt x="1" y="157"/>
                    <a:pt x="54" y="190"/>
                  </a:cubicBezTo>
                  <a:cubicBezTo>
                    <a:pt x="63" y="199"/>
                    <a:pt x="75" y="203"/>
                    <a:pt x="90" y="203"/>
                  </a:cubicBezTo>
                  <a:cubicBezTo>
                    <a:pt x="105" y="203"/>
                    <a:pt x="123" y="199"/>
                    <a:pt x="141" y="190"/>
                  </a:cubicBezTo>
                  <a:lnTo>
                    <a:pt x="158" y="190"/>
                  </a:lnTo>
                  <a:cubicBezTo>
                    <a:pt x="191" y="174"/>
                    <a:pt x="207" y="174"/>
                    <a:pt x="224" y="157"/>
                  </a:cubicBezTo>
                  <a:cubicBezTo>
                    <a:pt x="244" y="124"/>
                    <a:pt x="261" y="104"/>
                    <a:pt x="261" y="71"/>
                  </a:cubicBezTo>
                  <a:cubicBezTo>
                    <a:pt x="261" y="54"/>
                    <a:pt x="244" y="38"/>
                    <a:pt x="224" y="21"/>
                  </a:cubicBezTo>
                  <a:cubicBezTo>
                    <a:pt x="207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7"/>
            <p:cNvSpPr/>
            <p:nvPr/>
          </p:nvSpPr>
          <p:spPr>
            <a:xfrm>
              <a:off x="4587800" y="2340275"/>
              <a:ext cx="6450" cy="4850"/>
            </a:xfrm>
            <a:custGeom>
              <a:avLst/>
              <a:gdLst/>
              <a:ahLst/>
              <a:cxnLst/>
              <a:rect l="l" t="t" r="r" b="b"/>
              <a:pathLst>
                <a:path w="258" h="194" extrusionOk="0">
                  <a:moveTo>
                    <a:pt x="194" y="0"/>
                  </a:moveTo>
                  <a:cubicBezTo>
                    <a:pt x="187" y="0"/>
                    <a:pt x="181" y="1"/>
                    <a:pt x="173" y="4"/>
                  </a:cubicBezTo>
                  <a:cubicBezTo>
                    <a:pt x="140" y="4"/>
                    <a:pt x="103" y="4"/>
                    <a:pt x="70" y="20"/>
                  </a:cubicBezTo>
                  <a:cubicBezTo>
                    <a:pt x="54" y="37"/>
                    <a:pt x="37" y="74"/>
                    <a:pt x="21" y="90"/>
                  </a:cubicBezTo>
                  <a:cubicBezTo>
                    <a:pt x="0" y="140"/>
                    <a:pt x="37" y="193"/>
                    <a:pt x="87" y="193"/>
                  </a:cubicBezTo>
                  <a:cubicBezTo>
                    <a:pt x="124" y="193"/>
                    <a:pt x="140" y="193"/>
                    <a:pt x="157" y="177"/>
                  </a:cubicBezTo>
                  <a:cubicBezTo>
                    <a:pt x="173" y="177"/>
                    <a:pt x="173" y="177"/>
                    <a:pt x="190" y="156"/>
                  </a:cubicBezTo>
                  <a:cubicBezTo>
                    <a:pt x="206" y="140"/>
                    <a:pt x="243" y="123"/>
                    <a:pt x="243" y="90"/>
                  </a:cubicBezTo>
                  <a:cubicBezTo>
                    <a:pt x="258" y="44"/>
                    <a:pt x="235" y="0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7"/>
            <p:cNvSpPr/>
            <p:nvPr/>
          </p:nvSpPr>
          <p:spPr>
            <a:xfrm>
              <a:off x="4577475" y="2365300"/>
              <a:ext cx="6525" cy="5150"/>
            </a:xfrm>
            <a:custGeom>
              <a:avLst/>
              <a:gdLst/>
              <a:ahLst/>
              <a:cxnLst/>
              <a:rect l="l" t="t" r="r" b="b"/>
              <a:pathLst>
                <a:path w="261" h="206" extrusionOk="0">
                  <a:moveTo>
                    <a:pt x="158" y="0"/>
                  </a:moveTo>
                  <a:cubicBezTo>
                    <a:pt x="141" y="0"/>
                    <a:pt x="125" y="17"/>
                    <a:pt x="104" y="17"/>
                  </a:cubicBezTo>
                  <a:cubicBezTo>
                    <a:pt x="38" y="50"/>
                    <a:pt x="1" y="103"/>
                    <a:pt x="1" y="153"/>
                  </a:cubicBezTo>
                  <a:cubicBezTo>
                    <a:pt x="14" y="187"/>
                    <a:pt x="45" y="206"/>
                    <a:pt x="84" y="206"/>
                  </a:cubicBezTo>
                  <a:cubicBezTo>
                    <a:pt x="107" y="206"/>
                    <a:pt x="132" y="200"/>
                    <a:pt x="158" y="186"/>
                  </a:cubicBezTo>
                  <a:cubicBezTo>
                    <a:pt x="174" y="169"/>
                    <a:pt x="191" y="169"/>
                    <a:pt x="207" y="153"/>
                  </a:cubicBezTo>
                  <a:cubicBezTo>
                    <a:pt x="244" y="120"/>
                    <a:pt x="261" y="83"/>
                    <a:pt x="244" y="50"/>
                  </a:cubicBezTo>
                  <a:cubicBezTo>
                    <a:pt x="228" y="17"/>
                    <a:pt x="191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7"/>
            <p:cNvSpPr/>
            <p:nvPr/>
          </p:nvSpPr>
          <p:spPr>
            <a:xfrm>
              <a:off x="4578000" y="235267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38" y="0"/>
                  </a:moveTo>
                  <a:cubicBezTo>
                    <a:pt x="121" y="0"/>
                    <a:pt x="102" y="2"/>
                    <a:pt x="83" y="7"/>
                  </a:cubicBezTo>
                  <a:cubicBezTo>
                    <a:pt x="50" y="23"/>
                    <a:pt x="34" y="56"/>
                    <a:pt x="17" y="72"/>
                  </a:cubicBezTo>
                  <a:cubicBezTo>
                    <a:pt x="1" y="110"/>
                    <a:pt x="1" y="126"/>
                    <a:pt x="1" y="143"/>
                  </a:cubicBezTo>
                  <a:cubicBezTo>
                    <a:pt x="1" y="159"/>
                    <a:pt x="17" y="176"/>
                    <a:pt x="34" y="196"/>
                  </a:cubicBezTo>
                  <a:cubicBezTo>
                    <a:pt x="67" y="196"/>
                    <a:pt x="104" y="196"/>
                    <a:pt x="137" y="176"/>
                  </a:cubicBezTo>
                  <a:cubicBezTo>
                    <a:pt x="207" y="159"/>
                    <a:pt x="240" y="93"/>
                    <a:pt x="240" y="39"/>
                  </a:cubicBezTo>
                  <a:cubicBezTo>
                    <a:pt x="228" y="15"/>
                    <a:pt x="187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7"/>
            <p:cNvSpPr/>
            <p:nvPr/>
          </p:nvSpPr>
          <p:spPr>
            <a:xfrm>
              <a:off x="4596875" y="2328300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73" y="0"/>
                  </a:moveTo>
                  <a:cubicBezTo>
                    <a:pt x="103" y="0"/>
                    <a:pt x="33" y="54"/>
                    <a:pt x="17" y="103"/>
                  </a:cubicBezTo>
                  <a:cubicBezTo>
                    <a:pt x="0" y="157"/>
                    <a:pt x="33" y="206"/>
                    <a:pt x="87" y="206"/>
                  </a:cubicBezTo>
                  <a:cubicBezTo>
                    <a:pt x="120" y="206"/>
                    <a:pt x="136" y="190"/>
                    <a:pt x="153" y="190"/>
                  </a:cubicBezTo>
                  <a:cubicBezTo>
                    <a:pt x="173" y="190"/>
                    <a:pt x="173" y="173"/>
                    <a:pt x="190" y="173"/>
                  </a:cubicBezTo>
                  <a:cubicBezTo>
                    <a:pt x="206" y="157"/>
                    <a:pt x="239" y="120"/>
                    <a:pt x="239" y="103"/>
                  </a:cubicBezTo>
                  <a:cubicBezTo>
                    <a:pt x="256" y="70"/>
                    <a:pt x="256" y="54"/>
                    <a:pt x="239" y="37"/>
                  </a:cubicBezTo>
                  <a:cubicBezTo>
                    <a:pt x="223" y="17"/>
                    <a:pt x="190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7"/>
            <p:cNvSpPr/>
            <p:nvPr/>
          </p:nvSpPr>
          <p:spPr>
            <a:xfrm>
              <a:off x="4582225" y="2328300"/>
              <a:ext cx="6100" cy="5175"/>
            </a:xfrm>
            <a:custGeom>
              <a:avLst/>
              <a:gdLst/>
              <a:ahLst/>
              <a:cxnLst/>
              <a:rect l="l" t="t" r="r" b="b"/>
              <a:pathLst>
                <a:path w="244" h="207" extrusionOk="0">
                  <a:moveTo>
                    <a:pt x="120" y="0"/>
                  </a:moveTo>
                  <a:cubicBezTo>
                    <a:pt x="87" y="17"/>
                    <a:pt x="71" y="37"/>
                    <a:pt x="38" y="54"/>
                  </a:cubicBezTo>
                  <a:cubicBezTo>
                    <a:pt x="17" y="87"/>
                    <a:pt x="1" y="103"/>
                    <a:pt x="1" y="140"/>
                  </a:cubicBezTo>
                  <a:cubicBezTo>
                    <a:pt x="1" y="157"/>
                    <a:pt x="1" y="173"/>
                    <a:pt x="38" y="190"/>
                  </a:cubicBezTo>
                  <a:cubicBezTo>
                    <a:pt x="54" y="206"/>
                    <a:pt x="87" y="206"/>
                    <a:pt x="104" y="206"/>
                  </a:cubicBezTo>
                  <a:cubicBezTo>
                    <a:pt x="120" y="190"/>
                    <a:pt x="141" y="190"/>
                    <a:pt x="141" y="190"/>
                  </a:cubicBezTo>
                  <a:cubicBezTo>
                    <a:pt x="157" y="173"/>
                    <a:pt x="190" y="173"/>
                    <a:pt x="190" y="157"/>
                  </a:cubicBezTo>
                  <a:cubicBezTo>
                    <a:pt x="244" y="103"/>
                    <a:pt x="244" y="54"/>
                    <a:pt x="207" y="17"/>
                  </a:cubicBezTo>
                  <a:cubicBezTo>
                    <a:pt x="190" y="0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7"/>
            <p:cNvSpPr/>
            <p:nvPr/>
          </p:nvSpPr>
          <p:spPr>
            <a:xfrm>
              <a:off x="4620475" y="2353050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72" y="1"/>
                  </a:moveTo>
                  <a:cubicBezTo>
                    <a:pt x="161" y="1"/>
                    <a:pt x="149" y="3"/>
                    <a:pt x="136" y="8"/>
                  </a:cubicBezTo>
                  <a:cubicBezTo>
                    <a:pt x="103" y="8"/>
                    <a:pt x="70" y="24"/>
                    <a:pt x="54" y="57"/>
                  </a:cubicBezTo>
                  <a:cubicBezTo>
                    <a:pt x="0" y="95"/>
                    <a:pt x="0" y="161"/>
                    <a:pt x="33" y="181"/>
                  </a:cubicBezTo>
                  <a:cubicBezTo>
                    <a:pt x="70" y="198"/>
                    <a:pt x="87" y="198"/>
                    <a:pt x="120" y="198"/>
                  </a:cubicBezTo>
                  <a:cubicBezTo>
                    <a:pt x="136" y="198"/>
                    <a:pt x="136" y="198"/>
                    <a:pt x="157" y="181"/>
                  </a:cubicBezTo>
                  <a:cubicBezTo>
                    <a:pt x="173" y="181"/>
                    <a:pt x="190" y="161"/>
                    <a:pt x="206" y="144"/>
                  </a:cubicBezTo>
                  <a:cubicBezTo>
                    <a:pt x="260" y="95"/>
                    <a:pt x="260" y="41"/>
                    <a:pt x="223" y="8"/>
                  </a:cubicBezTo>
                  <a:cubicBezTo>
                    <a:pt x="212" y="8"/>
                    <a:pt x="194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7"/>
            <p:cNvSpPr/>
            <p:nvPr/>
          </p:nvSpPr>
          <p:spPr>
            <a:xfrm>
              <a:off x="4682300" y="2457850"/>
              <a:ext cx="6525" cy="4875"/>
            </a:xfrm>
            <a:custGeom>
              <a:avLst/>
              <a:gdLst/>
              <a:ahLst/>
              <a:cxnLst/>
              <a:rect l="l" t="t" r="r" b="b"/>
              <a:pathLst>
                <a:path w="261" h="195" extrusionOk="0">
                  <a:moveTo>
                    <a:pt x="179" y="1"/>
                  </a:moveTo>
                  <a:cubicBezTo>
                    <a:pt x="137" y="1"/>
                    <a:pt x="90" y="18"/>
                    <a:pt x="55" y="42"/>
                  </a:cubicBezTo>
                  <a:cubicBezTo>
                    <a:pt x="1" y="91"/>
                    <a:pt x="1" y="162"/>
                    <a:pt x="34" y="178"/>
                  </a:cubicBezTo>
                  <a:cubicBezTo>
                    <a:pt x="55" y="195"/>
                    <a:pt x="88" y="195"/>
                    <a:pt x="121" y="195"/>
                  </a:cubicBezTo>
                  <a:cubicBezTo>
                    <a:pt x="137" y="195"/>
                    <a:pt x="137" y="178"/>
                    <a:pt x="158" y="178"/>
                  </a:cubicBezTo>
                  <a:cubicBezTo>
                    <a:pt x="174" y="178"/>
                    <a:pt x="191" y="162"/>
                    <a:pt x="207" y="145"/>
                  </a:cubicBezTo>
                  <a:cubicBezTo>
                    <a:pt x="261" y="91"/>
                    <a:pt x="261" y="42"/>
                    <a:pt x="224" y="9"/>
                  </a:cubicBezTo>
                  <a:cubicBezTo>
                    <a:pt x="210" y="3"/>
                    <a:pt x="195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7"/>
            <p:cNvSpPr/>
            <p:nvPr/>
          </p:nvSpPr>
          <p:spPr>
            <a:xfrm>
              <a:off x="4626025" y="2318400"/>
              <a:ext cx="6950" cy="4775"/>
            </a:xfrm>
            <a:custGeom>
              <a:avLst/>
              <a:gdLst/>
              <a:ahLst/>
              <a:cxnLst/>
              <a:rect l="l" t="t" r="r" b="b"/>
              <a:pathLst>
                <a:path w="278" h="191" extrusionOk="0">
                  <a:moveTo>
                    <a:pt x="174" y="0"/>
                  </a:moveTo>
                  <a:cubicBezTo>
                    <a:pt x="141" y="0"/>
                    <a:pt x="104" y="21"/>
                    <a:pt x="87" y="38"/>
                  </a:cubicBezTo>
                  <a:cubicBezTo>
                    <a:pt x="54" y="54"/>
                    <a:pt x="38" y="71"/>
                    <a:pt x="17" y="104"/>
                  </a:cubicBezTo>
                  <a:cubicBezTo>
                    <a:pt x="1" y="157"/>
                    <a:pt x="38" y="190"/>
                    <a:pt x="104" y="190"/>
                  </a:cubicBezTo>
                  <a:lnTo>
                    <a:pt x="158" y="190"/>
                  </a:lnTo>
                  <a:cubicBezTo>
                    <a:pt x="174" y="174"/>
                    <a:pt x="190" y="174"/>
                    <a:pt x="190" y="174"/>
                  </a:cubicBezTo>
                  <a:cubicBezTo>
                    <a:pt x="223" y="157"/>
                    <a:pt x="244" y="124"/>
                    <a:pt x="261" y="104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7"/>
            <p:cNvSpPr/>
            <p:nvPr/>
          </p:nvSpPr>
          <p:spPr>
            <a:xfrm>
              <a:off x="4600675" y="23425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1" y="1"/>
                  </a:moveTo>
                  <a:cubicBezTo>
                    <a:pt x="151" y="1"/>
                    <a:pt x="129" y="6"/>
                    <a:pt x="104" y="18"/>
                  </a:cubicBezTo>
                  <a:cubicBezTo>
                    <a:pt x="38" y="34"/>
                    <a:pt x="1" y="104"/>
                    <a:pt x="21" y="137"/>
                  </a:cubicBezTo>
                  <a:cubicBezTo>
                    <a:pt x="21" y="171"/>
                    <a:pt x="48" y="190"/>
                    <a:pt x="85" y="190"/>
                  </a:cubicBezTo>
                  <a:cubicBezTo>
                    <a:pt x="106" y="190"/>
                    <a:pt x="132" y="184"/>
                    <a:pt x="157" y="170"/>
                  </a:cubicBezTo>
                  <a:cubicBezTo>
                    <a:pt x="227" y="154"/>
                    <a:pt x="260" y="88"/>
                    <a:pt x="244" y="51"/>
                  </a:cubicBezTo>
                  <a:cubicBezTo>
                    <a:pt x="233" y="19"/>
                    <a:pt x="207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7"/>
            <p:cNvSpPr/>
            <p:nvPr/>
          </p:nvSpPr>
          <p:spPr>
            <a:xfrm>
              <a:off x="4625625" y="2330025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75" y="1"/>
                  </a:moveTo>
                  <a:cubicBezTo>
                    <a:pt x="153" y="1"/>
                    <a:pt x="128" y="6"/>
                    <a:pt x="103" y="18"/>
                  </a:cubicBezTo>
                  <a:cubicBezTo>
                    <a:pt x="54" y="51"/>
                    <a:pt x="0" y="104"/>
                    <a:pt x="17" y="154"/>
                  </a:cubicBezTo>
                  <a:cubicBezTo>
                    <a:pt x="27" y="188"/>
                    <a:pt x="53" y="201"/>
                    <a:pt x="89" y="201"/>
                  </a:cubicBezTo>
                  <a:cubicBezTo>
                    <a:pt x="109" y="201"/>
                    <a:pt x="132" y="197"/>
                    <a:pt x="157" y="191"/>
                  </a:cubicBezTo>
                  <a:cubicBezTo>
                    <a:pt x="223" y="154"/>
                    <a:pt x="260" y="104"/>
                    <a:pt x="260" y="51"/>
                  </a:cubicBezTo>
                  <a:cubicBezTo>
                    <a:pt x="247" y="19"/>
                    <a:pt x="215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7"/>
            <p:cNvSpPr/>
            <p:nvPr/>
          </p:nvSpPr>
          <p:spPr>
            <a:xfrm>
              <a:off x="4606350" y="23530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53" y="1"/>
                  </a:moveTo>
                  <a:cubicBezTo>
                    <a:pt x="138" y="1"/>
                    <a:pt x="121" y="3"/>
                    <a:pt x="103" y="7"/>
                  </a:cubicBezTo>
                  <a:cubicBezTo>
                    <a:pt x="33" y="40"/>
                    <a:pt x="0" y="94"/>
                    <a:pt x="17" y="143"/>
                  </a:cubicBezTo>
                  <a:cubicBezTo>
                    <a:pt x="17" y="178"/>
                    <a:pt x="45" y="197"/>
                    <a:pt x="84" y="197"/>
                  </a:cubicBezTo>
                  <a:cubicBezTo>
                    <a:pt x="105" y="197"/>
                    <a:pt x="128" y="192"/>
                    <a:pt x="153" y="180"/>
                  </a:cubicBezTo>
                  <a:cubicBezTo>
                    <a:pt x="223" y="143"/>
                    <a:pt x="256" y="94"/>
                    <a:pt x="239" y="40"/>
                  </a:cubicBezTo>
                  <a:cubicBezTo>
                    <a:pt x="227" y="16"/>
                    <a:pt x="195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7"/>
            <p:cNvSpPr/>
            <p:nvPr/>
          </p:nvSpPr>
          <p:spPr>
            <a:xfrm>
              <a:off x="4610575" y="233005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0"/>
                  </a:moveTo>
                  <a:cubicBezTo>
                    <a:pt x="141" y="0"/>
                    <a:pt x="103" y="17"/>
                    <a:pt x="87" y="33"/>
                  </a:cubicBezTo>
                  <a:cubicBezTo>
                    <a:pt x="54" y="50"/>
                    <a:pt x="38" y="87"/>
                    <a:pt x="17" y="103"/>
                  </a:cubicBezTo>
                  <a:cubicBezTo>
                    <a:pt x="0" y="153"/>
                    <a:pt x="38" y="206"/>
                    <a:pt x="103" y="206"/>
                  </a:cubicBezTo>
                  <a:cubicBezTo>
                    <a:pt x="120" y="206"/>
                    <a:pt x="141" y="190"/>
                    <a:pt x="157" y="190"/>
                  </a:cubicBezTo>
                  <a:cubicBezTo>
                    <a:pt x="174" y="190"/>
                    <a:pt x="190" y="174"/>
                    <a:pt x="190" y="174"/>
                  </a:cubicBezTo>
                  <a:cubicBezTo>
                    <a:pt x="223" y="153"/>
                    <a:pt x="244" y="120"/>
                    <a:pt x="260" y="103"/>
                  </a:cubicBezTo>
                  <a:cubicBezTo>
                    <a:pt x="277" y="50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7"/>
            <p:cNvSpPr/>
            <p:nvPr/>
          </p:nvSpPr>
          <p:spPr>
            <a:xfrm>
              <a:off x="4616150" y="2341600"/>
              <a:ext cx="6500" cy="4750"/>
            </a:xfrm>
            <a:custGeom>
              <a:avLst/>
              <a:gdLst/>
              <a:ahLst/>
              <a:cxnLst/>
              <a:rect l="l" t="t" r="r" b="b"/>
              <a:pathLst>
                <a:path w="260" h="190" extrusionOk="0">
                  <a:moveTo>
                    <a:pt x="173" y="0"/>
                  </a:moveTo>
                  <a:cubicBezTo>
                    <a:pt x="140" y="0"/>
                    <a:pt x="103" y="21"/>
                    <a:pt x="70" y="37"/>
                  </a:cubicBezTo>
                  <a:cubicBezTo>
                    <a:pt x="54" y="54"/>
                    <a:pt x="21" y="70"/>
                    <a:pt x="21" y="103"/>
                  </a:cubicBezTo>
                  <a:cubicBezTo>
                    <a:pt x="0" y="157"/>
                    <a:pt x="37" y="190"/>
                    <a:pt x="87" y="190"/>
                  </a:cubicBezTo>
                  <a:lnTo>
                    <a:pt x="157" y="190"/>
                  </a:lnTo>
                  <a:cubicBezTo>
                    <a:pt x="157" y="173"/>
                    <a:pt x="173" y="173"/>
                    <a:pt x="190" y="173"/>
                  </a:cubicBezTo>
                  <a:cubicBezTo>
                    <a:pt x="206" y="157"/>
                    <a:pt x="227" y="124"/>
                    <a:pt x="243" y="103"/>
                  </a:cubicBezTo>
                  <a:cubicBezTo>
                    <a:pt x="260" y="37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7"/>
            <p:cNvSpPr/>
            <p:nvPr/>
          </p:nvSpPr>
          <p:spPr>
            <a:xfrm>
              <a:off x="4619225" y="229397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3" y="0"/>
                  </a:moveTo>
                  <a:cubicBezTo>
                    <a:pt x="120" y="0"/>
                    <a:pt x="83" y="17"/>
                    <a:pt x="67" y="33"/>
                  </a:cubicBezTo>
                  <a:cubicBezTo>
                    <a:pt x="34" y="50"/>
                    <a:pt x="17" y="70"/>
                    <a:pt x="1" y="103"/>
                  </a:cubicBezTo>
                  <a:cubicBezTo>
                    <a:pt x="1" y="120"/>
                    <a:pt x="1" y="153"/>
                    <a:pt x="17" y="173"/>
                  </a:cubicBezTo>
                  <a:cubicBezTo>
                    <a:pt x="34" y="190"/>
                    <a:pt x="50" y="206"/>
                    <a:pt x="83" y="206"/>
                  </a:cubicBezTo>
                  <a:cubicBezTo>
                    <a:pt x="104" y="206"/>
                    <a:pt x="120" y="190"/>
                    <a:pt x="137" y="190"/>
                  </a:cubicBezTo>
                  <a:cubicBezTo>
                    <a:pt x="153" y="173"/>
                    <a:pt x="153" y="173"/>
                    <a:pt x="170" y="173"/>
                  </a:cubicBezTo>
                  <a:cubicBezTo>
                    <a:pt x="207" y="153"/>
                    <a:pt x="223" y="120"/>
                    <a:pt x="223" y="103"/>
                  </a:cubicBezTo>
                  <a:cubicBezTo>
                    <a:pt x="256" y="50"/>
                    <a:pt x="22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7"/>
            <p:cNvSpPr/>
            <p:nvPr/>
          </p:nvSpPr>
          <p:spPr>
            <a:xfrm>
              <a:off x="4498125" y="2353250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36" y="0"/>
                    <a:pt x="103" y="0"/>
                    <a:pt x="66" y="33"/>
                  </a:cubicBezTo>
                  <a:cubicBezTo>
                    <a:pt x="50" y="49"/>
                    <a:pt x="17" y="70"/>
                    <a:pt x="17" y="103"/>
                  </a:cubicBezTo>
                  <a:cubicBezTo>
                    <a:pt x="0" y="153"/>
                    <a:pt x="33" y="190"/>
                    <a:pt x="83" y="190"/>
                  </a:cubicBezTo>
                  <a:lnTo>
                    <a:pt x="153" y="190"/>
                  </a:lnTo>
                  <a:cubicBezTo>
                    <a:pt x="186" y="173"/>
                    <a:pt x="223" y="136"/>
                    <a:pt x="239" y="103"/>
                  </a:cubicBezTo>
                  <a:cubicBezTo>
                    <a:pt x="256" y="33"/>
                    <a:pt x="223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7"/>
            <p:cNvSpPr/>
            <p:nvPr/>
          </p:nvSpPr>
          <p:spPr>
            <a:xfrm>
              <a:off x="4494625" y="2342525"/>
              <a:ext cx="6500" cy="4750"/>
            </a:xfrm>
            <a:custGeom>
              <a:avLst/>
              <a:gdLst/>
              <a:ahLst/>
              <a:cxnLst/>
              <a:rect l="l" t="t" r="r" b="b"/>
              <a:pathLst>
                <a:path w="260" h="190" extrusionOk="0">
                  <a:moveTo>
                    <a:pt x="173" y="0"/>
                  </a:moveTo>
                  <a:cubicBezTo>
                    <a:pt x="140" y="0"/>
                    <a:pt x="103" y="0"/>
                    <a:pt x="70" y="17"/>
                  </a:cubicBezTo>
                  <a:cubicBezTo>
                    <a:pt x="54" y="33"/>
                    <a:pt x="17" y="66"/>
                    <a:pt x="17" y="87"/>
                  </a:cubicBezTo>
                  <a:cubicBezTo>
                    <a:pt x="0" y="120"/>
                    <a:pt x="0" y="136"/>
                    <a:pt x="17" y="169"/>
                  </a:cubicBezTo>
                  <a:cubicBezTo>
                    <a:pt x="37" y="190"/>
                    <a:pt x="70" y="190"/>
                    <a:pt x="87" y="190"/>
                  </a:cubicBezTo>
                  <a:cubicBezTo>
                    <a:pt x="103" y="190"/>
                    <a:pt x="140" y="190"/>
                    <a:pt x="157" y="169"/>
                  </a:cubicBezTo>
                  <a:cubicBezTo>
                    <a:pt x="157" y="169"/>
                    <a:pt x="173" y="169"/>
                    <a:pt x="190" y="153"/>
                  </a:cubicBezTo>
                  <a:cubicBezTo>
                    <a:pt x="206" y="136"/>
                    <a:pt x="223" y="120"/>
                    <a:pt x="243" y="87"/>
                  </a:cubicBezTo>
                  <a:cubicBezTo>
                    <a:pt x="260" y="33"/>
                    <a:pt x="22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7"/>
            <p:cNvSpPr/>
            <p:nvPr/>
          </p:nvSpPr>
          <p:spPr>
            <a:xfrm>
              <a:off x="4537175" y="2377250"/>
              <a:ext cx="2200" cy="450"/>
            </a:xfrm>
            <a:custGeom>
              <a:avLst/>
              <a:gdLst/>
              <a:ahLst/>
              <a:cxnLst/>
              <a:rect l="l" t="t" r="r" b="b"/>
              <a:pathLst>
                <a:path w="88" h="18" extrusionOk="0">
                  <a:moveTo>
                    <a:pt x="1" y="1"/>
                  </a:moveTo>
                  <a:cubicBezTo>
                    <a:pt x="34" y="1"/>
                    <a:pt x="50" y="17"/>
                    <a:pt x="87" y="17"/>
                  </a:cubicBezTo>
                  <a:cubicBezTo>
                    <a:pt x="87" y="1"/>
                    <a:pt x="50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7"/>
            <p:cNvSpPr/>
            <p:nvPr/>
          </p:nvSpPr>
          <p:spPr>
            <a:xfrm>
              <a:off x="4680150" y="24456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0"/>
                  </a:moveTo>
                  <a:cubicBezTo>
                    <a:pt x="120" y="0"/>
                    <a:pt x="87" y="17"/>
                    <a:pt x="70" y="33"/>
                  </a:cubicBezTo>
                  <a:cubicBezTo>
                    <a:pt x="37" y="50"/>
                    <a:pt x="17" y="66"/>
                    <a:pt x="0" y="103"/>
                  </a:cubicBezTo>
                  <a:cubicBezTo>
                    <a:pt x="0" y="120"/>
                    <a:pt x="0" y="153"/>
                    <a:pt x="17" y="169"/>
                  </a:cubicBezTo>
                  <a:cubicBezTo>
                    <a:pt x="37" y="190"/>
                    <a:pt x="54" y="206"/>
                    <a:pt x="87" y="206"/>
                  </a:cubicBezTo>
                  <a:cubicBezTo>
                    <a:pt x="103" y="206"/>
                    <a:pt x="120" y="190"/>
                    <a:pt x="141" y="190"/>
                  </a:cubicBezTo>
                  <a:cubicBezTo>
                    <a:pt x="157" y="190"/>
                    <a:pt x="174" y="169"/>
                    <a:pt x="174" y="169"/>
                  </a:cubicBezTo>
                  <a:cubicBezTo>
                    <a:pt x="207" y="153"/>
                    <a:pt x="223" y="120"/>
                    <a:pt x="244" y="103"/>
                  </a:cubicBezTo>
                  <a:cubicBezTo>
                    <a:pt x="260" y="50"/>
                    <a:pt x="22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7"/>
            <p:cNvSpPr/>
            <p:nvPr/>
          </p:nvSpPr>
          <p:spPr>
            <a:xfrm>
              <a:off x="4536250" y="23296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71" y="17"/>
                  </a:cubicBezTo>
                  <a:cubicBezTo>
                    <a:pt x="54" y="50"/>
                    <a:pt x="38" y="67"/>
                    <a:pt x="21" y="104"/>
                  </a:cubicBezTo>
                  <a:cubicBezTo>
                    <a:pt x="1" y="120"/>
                    <a:pt x="21" y="137"/>
                    <a:pt x="21" y="170"/>
                  </a:cubicBezTo>
                  <a:cubicBezTo>
                    <a:pt x="38" y="191"/>
                    <a:pt x="71" y="191"/>
                    <a:pt x="87" y="191"/>
                  </a:cubicBezTo>
                  <a:cubicBezTo>
                    <a:pt x="124" y="191"/>
                    <a:pt x="141" y="191"/>
                    <a:pt x="157" y="170"/>
                  </a:cubicBezTo>
                  <a:cubicBezTo>
                    <a:pt x="174" y="170"/>
                    <a:pt x="174" y="170"/>
                    <a:pt x="190" y="153"/>
                  </a:cubicBezTo>
                  <a:cubicBezTo>
                    <a:pt x="207" y="137"/>
                    <a:pt x="244" y="120"/>
                    <a:pt x="244" y="87"/>
                  </a:cubicBezTo>
                  <a:cubicBezTo>
                    <a:pt x="261" y="34"/>
                    <a:pt x="228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7"/>
            <p:cNvSpPr/>
            <p:nvPr/>
          </p:nvSpPr>
          <p:spPr>
            <a:xfrm>
              <a:off x="4500700" y="2363950"/>
              <a:ext cx="5175" cy="3025"/>
            </a:xfrm>
            <a:custGeom>
              <a:avLst/>
              <a:gdLst/>
              <a:ahLst/>
              <a:cxnLst/>
              <a:rect l="l" t="t" r="r" b="b"/>
              <a:pathLst>
                <a:path w="207" h="121" extrusionOk="0">
                  <a:moveTo>
                    <a:pt x="83" y="1"/>
                  </a:moveTo>
                  <a:cubicBezTo>
                    <a:pt x="50" y="17"/>
                    <a:pt x="17" y="34"/>
                    <a:pt x="0" y="54"/>
                  </a:cubicBezTo>
                  <a:cubicBezTo>
                    <a:pt x="50" y="71"/>
                    <a:pt x="120" y="104"/>
                    <a:pt x="169" y="120"/>
                  </a:cubicBezTo>
                  <a:cubicBezTo>
                    <a:pt x="207" y="87"/>
                    <a:pt x="207" y="34"/>
                    <a:pt x="169" y="17"/>
                  </a:cubicBezTo>
                  <a:cubicBezTo>
                    <a:pt x="136" y="1"/>
                    <a:pt x="120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7"/>
            <p:cNvSpPr/>
            <p:nvPr/>
          </p:nvSpPr>
          <p:spPr>
            <a:xfrm>
              <a:off x="4676325" y="2477600"/>
              <a:ext cx="3425" cy="4500"/>
            </a:xfrm>
            <a:custGeom>
              <a:avLst/>
              <a:gdLst/>
              <a:ahLst/>
              <a:cxnLst/>
              <a:rect l="l" t="t" r="r" b="b"/>
              <a:pathLst>
                <a:path w="137" h="180" extrusionOk="0">
                  <a:moveTo>
                    <a:pt x="42" y="0"/>
                  </a:moveTo>
                  <a:cubicBezTo>
                    <a:pt x="28" y="0"/>
                    <a:pt x="14" y="2"/>
                    <a:pt x="1" y="6"/>
                  </a:cubicBezTo>
                  <a:cubicBezTo>
                    <a:pt x="17" y="60"/>
                    <a:pt x="34" y="110"/>
                    <a:pt x="50" y="180"/>
                  </a:cubicBezTo>
                  <a:cubicBezTo>
                    <a:pt x="104" y="147"/>
                    <a:pt x="137" y="93"/>
                    <a:pt x="120" y="44"/>
                  </a:cubicBezTo>
                  <a:cubicBezTo>
                    <a:pt x="120" y="16"/>
                    <a:pt x="82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7"/>
            <p:cNvSpPr/>
            <p:nvPr/>
          </p:nvSpPr>
          <p:spPr>
            <a:xfrm>
              <a:off x="4556875" y="2342525"/>
              <a:ext cx="6100" cy="4750"/>
            </a:xfrm>
            <a:custGeom>
              <a:avLst/>
              <a:gdLst/>
              <a:ahLst/>
              <a:cxnLst/>
              <a:rect l="l" t="t" r="r" b="b"/>
              <a:pathLst>
                <a:path w="244" h="190" extrusionOk="0">
                  <a:moveTo>
                    <a:pt x="157" y="0"/>
                  </a:moveTo>
                  <a:cubicBezTo>
                    <a:pt x="124" y="0"/>
                    <a:pt x="87" y="0"/>
                    <a:pt x="70" y="17"/>
                  </a:cubicBezTo>
                  <a:cubicBezTo>
                    <a:pt x="37" y="50"/>
                    <a:pt x="21" y="66"/>
                    <a:pt x="0" y="103"/>
                  </a:cubicBezTo>
                  <a:cubicBezTo>
                    <a:pt x="0" y="120"/>
                    <a:pt x="0" y="153"/>
                    <a:pt x="21" y="169"/>
                  </a:cubicBezTo>
                  <a:cubicBezTo>
                    <a:pt x="21" y="190"/>
                    <a:pt x="54" y="190"/>
                    <a:pt x="87" y="190"/>
                  </a:cubicBezTo>
                  <a:cubicBezTo>
                    <a:pt x="103" y="190"/>
                    <a:pt x="124" y="190"/>
                    <a:pt x="141" y="169"/>
                  </a:cubicBezTo>
                  <a:cubicBezTo>
                    <a:pt x="157" y="169"/>
                    <a:pt x="157" y="169"/>
                    <a:pt x="174" y="153"/>
                  </a:cubicBezTo>
                  <a:cubicBezTo>
                    <a:pt x="190" y="136"/>
                    <a:pt x="227" y="120"/>
                    <a:pt x="227" y="87"/>
                  </a:cubicBezTo>
                  <a:cubicBezTo>
                    <a:pt x="244" y="33"/>
                    <a:pt x="20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7"/>
            <p:cNvSpPr/>
            <p:nvPr/>
          </p:nvSpPr>
          <p:spPr>
            <a:xfrm>
              <a:off x="4577475" y="2306850"/>
              <a:ext cx="6125" cy="4950"/>
            </a:xfrm>
            <a:custGeom>
              <a:avLst/>
              <a:gdLst/>
              <a:ahLst/>
              <a:cxnLst/>
              <a:rect l="l" t="t" r="r" b="b"/>
              <a:pathLst>
                <a:path w="245" h="198" extrusionOk="0">
                  <a:moveTo>
                    <a:pt x="158" y="1"/>
                  </a:moveTo>
                  <a:cubicBezTo>
                    <a:pt x="125" y="1"/>
                    <a:pt x="88" y="17"/>
                    <a:pt x="71" y="34"/>
                  </a:cubicBezTo>
                  <a:cubicBezTo>
                    <a:pt x="38" y="50"/>
                    <a:pt x="22" y="71"/>
                    <a:pt x="1" y="104"/>
                  </a:cubicBezTo>
                  <a:cubicBezTo>
                    <a:pt x="1" y="120"/>
                    <a:pt x="1" y="153"/>
                    <a:pt x="22" y="174"/>
                  </a:cubicBezTo>
                  <a:cubicBezTo>
                    <a:pt x="22" y="186"/>
                    <a:pt x="38" y="197"/>
                    <a:pt x="59" y="197"/>
                  </a:cubicBezTo>
                  <a:cubicBezTo>
                    <a:pt x="68" y="197"/>
                    <a:pt x="78" y="195"/>
                    <a:pt x="88" y="190"/>
                  </a:cubicBezTo>
                  <a:lnTo>
                    <a:pt x="141" y="190"/>
                  </a:lnTo>
                  <a:cubicBezTo>
                    <a:pt x="158" y="174"/>
                    <a:pt x="158" y="174"/>
                    <a:pt x="174" y="174"/>
                  </a:cubicBezTo>
                  <a:cubicBezTo>
                    <a:pt x="191" y="153"/>
                    <a:pt x="228" y="120"/>
                    <a:pt x="228" y="104"/>
                  </a:cubicBezTo>
                  <a:cubicBezTo>
                    <a:pt x="244" y="50"/>
                    <a:pt x="207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7"/>
            <p:cNvSpPr/>
            <p:nvPr/>
          </p:nvSpPr>
          <p:spPr>
            <a:xfrm>
              <a:off x="4580575" y="2317575"/>
              <a:ext cx="6825" cy="5175"/>
            </a:xfrm>
            <a:custGeom>
              <a:avLst/>
              <a:gdLst/>
              <a:ahLst/>
              <a:cxnLst/>
              <a:rect l="l" t="t" r="r" b="b"/>
              <a:pathLst>
                <a:path w="273" h="207" extrusionOk="0">
                  <a:moveTo>
                    <a:pt x="170" y="0"/>
                  </a:moveTo>
                  <a:cubicBezTo>
                    <a:pt x="137" y="0"/>
                    <a:pt x="104" y="17"/>
                    <a:pt x="83" y="33"/>
                  </a:cubicBezTo>
                  <a:cubicBezTo>
                    <a:pt x="50" y="54"/>
                    <a:pt x="34" y="71"/>
                    <a:pt x="17" y="104"/>
                  </a:cubicBezTo>
                  <a:cubicBezTo>
                    <a:pt x="1" y="157"/>
                    <a:pt x="34" y="207"/>
                    <a:pt x="104" y="207"/>
                  </a:cubicBezTo>
                  <a:cubicBezTo>
                    <a:pt x="120" y="207"/>
                    <a:pt x="137" y="190"/>
                    <a:pt x="153" y="190"/>
                  </a:cubicBezTo>
                  <a:cubicBezTo>
                    <a:pt x="207" y="174"/>
                    <a:pt x="240" y="137"/>
                    <a:pt x="240" y="104"/>
                  </a:cubicBezTo>
                  <a:cubicBezTo>
                    <a:pt x="273" y="54"/>
                    <a:pt x="240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7"/>
            <p:cNvSpPr/>
            <p:nvPr/>
          </p:nvSpPr>
          <p:spPr>
            <a:xfrm>
              <a:off x="4568100" y="237602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3" y="0"/>
                  </a:moveTo>
                  <a:cubicBezTo>
                    <a:pt x="137" y="0"/>
                    <a:pt x="104" y="17"/>
                    <a:pt x="67" y="33"/>
                  </a:cubicBezTo>
                  <a:cubicBezTo>
                    <a:pt x="34" y="50"/>
                    <a:pt x="17" y="87"/>
                    <a:pt x="17" y="103"/>
                  </a:cubicBezTo>
                  <a:cubicBezTo>
                    <a:pt x="1" y="136"/>
                    <a:pt x="1" y="153"/>
                    <a:pt x="17" y="169"/>
                  </a:cubicBezTo>
                  <a:cubicBezTo>
                    <a:pt x="34" y="190"/>
                    <a:pt x="50" y="206"/>
                    <a:pt x="87" y="206"/>
                  </a:cubicBezTo>
                  <a:cubicBezTo>
                    <a:pt x="104" y="206"/>
                    <a:pt x="137" y="190"/>
                    <a:pt x="153" y="190"/>
                  </a:cubicBezTo>
                  <a:lnTo>
                    <a:pt x="170" y="169"/>
                  </a:lnTo>
                  <a:cubicBezTo>
                    <a:pt x="207" y="153"/>
                    <a:pt x="223" y="120"/>
                    <a:pt x="240" y="103"/>
                  </a:cubicBezTo>
                  <a:cubicBezTo>
                    <a:pt x="256" y="50"/>
                    <a:pt x="22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7"/>
            <p:cNvSpPr/>
            <p:nvPr/>
          </p:nvSpPr>
          <p:spPr>
            <a:xfrm>
              <a:off x="4564200" y="236395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1"/>
                  </a:moveTo>
                  <a:cubicBezTo>
                    <a:pt x="140" y="1"/>
                    <a:pt x="120" y="1"/>
                    <a:pt x="87" y="17"/>
                  </a:cubicBezTo>
                  <a:cubicBezTo>
                    <a:pt x="54" y="34"/>
                    <a:pt x="37" y="71"/>
                    <a:pt x="17" y="87"/>
                  </a:cubicBezTo>
                  <a:cubicBezTo>
                    <a:pt x="0" y="157"/>
                    <a:pt x="37" y="190"/>
                    <a:pt x="103" y="190"/>
                  </a:cubicBezTo>
                  <a:cubicBezTo>
                    <a:pt x="120" y="190"/>
                    <a:pt x="140" y="190"/>
                    <a:pt x="173" y="174"/>
                  </a:cubicBezTo>
                  <a:cubicBezTo>
                    <a:pt x="173" y="174"/>
                    <a:pt x="190" y="174"/>
                    <a:pt x="190" y="157"/>
                  </a:cubicBezTo>
                  <a:cubicBezTo>
                    <a:pt x="223" y="137"/>
                    <a:pt x="243" y="120"/>
                    <a:pt x="260" y="87"/>
                  </a:cubicBezTo>
                  <a:cubicBezTo>
                    <a:pt x="276" y="34"/>
                    <a:pt x="24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7"/>
            <p:cNvSpPr/>
            <p:nvPr/>
          </p:nvSpPr>
          <p:spPr>
            <a:xfrm>
              <a:off x="4585725" y="2283650"/>
              <a:ext cx="6425" cy="4950"/>
            </a:xfrm>
            <a:custGeom>
              <a:avLst/>
              <a:gdLst/>
              <a:ahLst/>
              <a:cxnLst/>
              <a:rect l="l" t="t" r="r" b="b"/>
              <a:pathLst>
                <a:path w="257" h="198" extrusionOk="0">
                  <a:moveTo>
                    <a:pt x="173" y="0"/>
                  </a:moveTo>
                  <a:cubicBezTo>
                    <a:pt x="151" y="0"/>
                    <a:pt x="127" y="6"/>
                    <a:pt x="104" y="18"/>
                  </a:cubicBezTo>
                  <a:cubicBezTo>
                    <a:pt x="50" y="34"/>
                    <a:pt x="1" y="104"/>
                    <a:pt x="17" y="154"/>
                  </a:cubicBezTo>
                  <a:cubicBezTo>
                    <a:pt x="29" y="181"/>
                    <a:pt x="71" y="197"/>
                    <a:pt x="111" y="197"/>
                  </a:cubicBezTo>
                  <a:cubicBezTo>
                    <a:pt x="126" y="197"/>
                    <a:pt x="140" y="195"/>
                    <a:pt x="153" y="191"/>
                  </a:cubicBezTo>
                  <a:cubicBezTo>
                    <a:pt x="223" y="154"/>
                    <a:pt x="256" y="88"/>
                    <a:pt x="256" y="51"/>
                  </a:cubicBezTo>
                  <a:cubicBezTo>
                    <a:pt x="246" y="19"/>
                    <a:pt x="21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7"/>
            <p:cNvSpPr/>
            <p:nvPr/>
          </p:nvSpPr>
          <p:spPr>
            <a:xfrm>
              <a:off x="4584400" y="2387150"/>
              <a:ext cx="6000" cy="4350"/>
            </a:xfrm>
            <a:custGeom>
              <a:avLst/>
              <a:gdLst/>
              <a:ahLst/>
              <a:cxnLst/>
              <a:rect l="l" t="t" r="r" b="b"/>
              <a:pathLst>
                <a:path w="240" h="174" extrusionOk="0">
                  <a:moveTo>
                    <a:pt x="136" y="0"/>
                  </a:moveTo>
                  <a:cubicBezTo>
                    <a:pt x="120" y="0"/>
                    <a:pt x="103" y="0"/>
                    <a:pt x="87" y="17"/>
                  </a:cubicBezTo>
                  <a:cubicBezTo>
                    <a:pt x="33" y="33"/>
                    <a:pt x="0" y="71"/>
                    <a:pt x="0" y="104"/>
                  </a:cubicBezTo>
                  <a:cubicBezTo>
                    <a:pt x="33" y="120"/>
                    <a:pt x="87" y="136"/>
                    <a:pt x="136" y="157"/>
                  </a:cubicBezTo>
                  <a:cubicBezTo>
                    <a:pt x="157" y="157"/>
                    <a:pt x="157" y="157"/>
                    <a:pt x="173" y="174"/>
                  </a:cubicBezTo>
                  <a:cubicBezTo>
                    <a:pt x="173" y="157"/>
                    <a:pt x="173" y="157"/>
                    <a:pt x="190" y="157"/>
                  </a:cubicBezTo>
                  <a:cubicBezTo>
                    <a:pt x="223" y="120"/>
                    <a:pt x="239" y="87"/>
                    <a:pt x="223" y="54"/>
                  </a:cubicBezTo>
                  <a:cubicBezTo>
                    <a:pt x="206" y="17"/>
                    <a:pt x="17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7"/>
            <p:cNvSpPr/>
            <p:nvPr/>
          </p:nvSpPr>
          <p:spPr>
            <a:xfrm>
              <a:off x="4582650" y="2377350"/>
              <a:ext cx="6100" cy="4925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60" y="1"/>
                  </a:moveTo>
                  <a:cubicBezTo>
                    <a:pt x="139" y="1"/>
                    <a:pt x="113" y="5"/>
                    <a:pt x="87" y="13"/>
                  </a:cubicBezTo>
                  <a:cubicBezTo>
                    <a:pt x="54" y="34"/>
                    <a:pt x="21" y="67"/>
                    <a:pt x="0" y="100"/>
                  </a:cubicBezTo>
                  <a:lnTo>
                    <a:pt x="0" y="153"/>
                  </a:lnTo>
                  <a:cubicBezTo>
                    <a:pt x="13" y="185"/>
                    <a:pt x="44" y="196"/>
                    <a:pt x="79" y="196"/>
                  </a:cubicBezTo>
                  <a:cubicBezTo>
                    <a:pt x="99" y="196"/>
                    <a:pt x="121" y="192"/>
                    <a:pt x="140" y="186"/>
                  </a:cubicBezTo>
                  <a:cubicBezTo>
                    <a:pt x="206" y="153"/>
                    <a:pt x="243" y="100"/>
                    <a:pt x="243" y="50"/>
                  </a:cubicBezTo>
                  <a:lnTo>
                    <a:pt x="206" y="13"/>
                  </a:lnTo>
                  <a:cubicBezTo>
                    <a:pt x="198" y="5"/>
                    <a:pt x="182" y="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7"/>
            <p:cNvSpPr/>
            <p:nvPr/>
          </p:nvSpPr>
          <p:spPr>
            <a:xfrm>
              <a:off x="4873825" y="23283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3" y="0"/>
                  </a:moveTo>
                  <a:cubicBezTo>
                    <a:pt x="140" y="0"/>
                    <a:pt x="103" y="0"/>
                    <a:pt x="70" y="17"/>
                  </a:cubicBezTo>
                  <a:cubicBezTo>
                    <a:pt x="54" y="37"/>
                    <a:pt x="21" y="70"/>
                    <a:pt x="21" y="87"/>
                  </a:cubicBezTo>
                  <a:cubicBezTo>
                    <a:pt x="0" y="120"/>
                    <a:pt x="21" y="157"/>
                    <a:pt x="37" y="173"/>
                  </a:cubicBezTo>
                  <a:cubicBezTo>
                    <a:pt x="54" y="190"/>
                    <a:pt x="70" y="190"/>
                    <a:pt x="87" y="190"/>
                  </a:cubicBezTo>
                  <a:cubicBezTo>
                    <a:pt x="124" y="190"/>
                    <a:pt x="140" y="190"/>
                    <a:pt x="157" y="173"/>
                  </a:cubicBezTo>
                  <a:cubicBezTo>
                    <a:pt x="190" y="157"/>
                    <a:pt x="227" y="120"/>
                    <a:pt x="244" y="87"/>
                  </a:cubicBezTo>
                  <a:cubicBezTo>
                    <a:pt x="260" y="37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7"/>
            <p:cNvSpPr/>
            <p:nvPr/>
          </p:nvSpPr>
          <p:spPr>
            <a:xfrm>
              <a:off x="4874325" y="2315825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75" y="1"/>
                  </a:moveTo>
                  <a:cubicBezTo>
                    <a:pt x="153" y="1"/>
                    <a:pt x="128" y="7"/>
                    <a:pt x="104" y="21"/>
                  </a:cubicBezTo>
                  <a:cubicBezTo>
                    <a:pt x="50" y="37"/>
                    <a:pt x="1" y="103"/>
                    <a:pt x="17" y="157"/>
                  </a:cubicBezTo>
                  <a:cubicBezTo>
                    <a:pt x="29" y="181"/>
                    <a:pt x="59" y="197"/>
                    <a:pt x="102" y="197"/>
                  </a:cubicBezTo>
                  <a:cubicBezTo>
                    <a:pt x="117" y="197"/>
                    <a:pt x="135" y="194"/>
                    <a:pt x="153" y="190"/>
                  </a:cubicBezTo>
                  <a:cubicBezTo>
                    <a:pt x="224" y="157"/>
                    <a:pt x="257" y="103"/>
                    <a:pt x="257" y="54"/>
                  </a:cubicBezTo>
                  <a:cubicBezTo>
                    <a:pt x="246" y="20"/>
                    <a:pt x="214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7"/>
            <p:cNvSpPr/>
            <p:nvPr/>
          </p:nvSpPr>
          <p:spPr>
            <a:xfrm>
              <a:off x="4869175" y="2349825"/>
              <a:ext cx="6425" cy="5200"/>
            </a:xfrm>
            <a:custGeom>
              <a:avLst/>
              <a:gdLst/>
              <a:ahLst/>
              <a:cxnLst/>
              <a:rect l="l" t="t" r="r" b="b"/>
              <a:pathLst>
                <a:path w="257" h="208" extrusionOk="0">
                  <a:moveTo>
                    <a:pt x="170" y="1"/>
                  </a:moveTo>
                  <a:cubicBezTo>
                    <a:pt x="137" y="1"/>
                    <a:pt x="104" y="17"/>
                    <a:pt x="67" y="34"/>
                  </a:cubicBezTo>
                  <a:cubicBezTo>
                    <a:pt x="50" y="50"/>
                    <a:pt x="34" y="83"/>
                    <a:pt x="17" y="104"/>
                  </a:cubicBezTo>
                  <a:cubicBezTo>
                    <a:pt x="1" y="153"/>
                    <a:pt x="34" y="207"/>
                    <a:pt x="83" y="207"/>
                  </a:cubicBezTo>
                  <a:cubicBezTo>
                    <a:pt x="120" y="207"/>
                    <a:pt x="137" y="186"/>
                    <a:pt x="153" y="186"/>
                  </a:cubicBezTo>
                  <a:cubicBezTo>
                    <a:pt x="186" y="170"/>
                    <a:pt x="223" y="137"/>
                    <a:pt x="240" y="104"/>
                  </a:cubicBezTo>
                  <a:cubicBezTo>
                    <a:pt x="256" y="50"/>
                    <a:pt x="223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7"/>
            <p:cNvSpPr/>
            <p:nvPr/>
          </p:nvSpPr>
          <p:spPr>
            <a:xfrm>
              <a:off x="4880725" y="2281075"/>
              <a:ext cx="6925" cy="4950"/>
            </a:xfrm>
            <a:custGeom>
              <a:avLst/>
              <a:gdLst/>
              <a:ahLst/>
              <a:cxnLst/>
              <a:rect l="l" t="t" r="r" b="b"/>
              <a:pathLst>
                <a:path w="277" h="198" extrusionOk="0">
                  <a:moveTo>
                    <a:pt x="137" y="1"/>
                  </a:moveTo>
                  <a:cubicBezTo>
                    <a:pt x="120" y="1"/>
                    <a:pt x="87" y="17"/>
                    <a:pt x="54" y="50"/>
                  </a:cubicBezTo>
                  <a:cubicBezTo>
                    <a:pt x="17" y="104"/>
                    <a:pt x="1" y="154"/>
                    <a:pt x="54" y="191"/>
                  </a:cubicBezTo>
                  <a:cubicBezTo>
                    <a:pt x="65" y="191"/>
                    <a:pt x="83" y="198"/>
                    <a:pt x="104" y="198"/>
                  </a:cubicBezTo>
                  <a:cubicBezTo>
                    <a:pt x="115" y="198"/>
                    <a:pt x="126" y="196"/>
                    <a:pt x="137" y="191"/>
                  </a:cubicBezTo>
                  <a:lnTo>
                    <a:pt x="174" y="191"/>
                  </a:lnTo>
                  <a:cubicBezTo>
                    <a:pt x="190" y="174"/>
                    <a:pt x="207" y="154"/>
                    <a:pt x="223" y="137"/>
                  </a:cubicBezTo>
                  <a:cubicBezTo>
                    <a:pt x="277" y="104"/>
                    <a:pt x="277" y="34"/>
                    <a:pt x="223" y="17"/>
                  </a:cubicBezTo>
                  <a:cubicBezTo>
                    <a:pt x="207" y="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7"/>
            <p:cNvSpPr/>
            <p:nvPr/>
          </p:nvSpPr>
          <p:spPr>
            <a:xfrm>
              <a:off x="4878975" y="2293150"/>
              <a:ext cx="6525" cy="4650"/>
            </a:xfrm>
            <a:custGeom>
              <a:avLst/>
              <a:gdLst/>
              <a:ahLst/>
              <a:cxnLst/>
              <a:rect l="l" t="t" r="r" b="b"/>
              <a:pathLst>
                <a:path w="261" h="186" extrusionOk="0">
                  <a:moveTo>
                    <a:pt x="157" y="0"/>
                  </a:moveTo>
                  <a:cubicBezTo>
                    <a:pt x="141" y="0"/>
                    <a:pt x="104" y="0"/>
                    <a:pt x="71" y="33"/>
                  </a:cubicBezTo>
                  <a:cubicBezTo>
                    <a:pt x="54" y="50"/>
                    <a:pt x="21" y="66"/>
                    <a:pt x="21" y="103"/>
                  </a:cubicBezTo>
                  <a:cubicBezTo>
                    <a:pt x="0" y="153"/>
                    <a:pt x="38" y="186"/>
                    <a:pt x="87" y="186"/>
                  </a:cubicBezTo>
                  <a:lnTo>
                    <a:pt x="157" y="186"/>
                  </a:lnTo>
                  <a:cubicBezTo>
                    <a:pt x="157" y="169"/>
                    <a:pt x="174" y="169"/>
                    <a:pt x="174" y="169"/>
                  </a:cubicBezTo>
                  <a:cubicBezTo>
                    <a:pt x="207" y="136"/>
                    <a:pt x="227" y="120"/>
                    <a:pt x="244" y="103"/>
                  </a:cubicBezTo>
                  <a:cubicBezTo>
                    <a:pt x="260" y="33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7"/>
            <p:cNvSpPr/>
            <p:nvPr/>
          </p:nvSpPr>
          <p:spPr>
            <a:xfrm>
              <a:off x="4884125" y="2304275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1"/>
                  </a:moveTo>
                  <a:cubicBezTo>
                    <a:pt x="141" y="17"/>
                    <a:pt x="104" y="17"/>
                    <a:pt x="87" y="34"/>
                  </a:cubicBezTo>
                  <a:cubicBezTo>
                    <a:pt x="54" y="50"/>
                    <a:pt x="38" y="87"/>
                    <a:pt x="21" y="104"/>
                  </a:cubicBezTo>
                  <a:cubicBezTo>
                    <a:pt x="1" y="153"/>
                    <a:pt x="38" y="207"/>
                    <a:pt x="104" y="207"/>
                  </a:cubicBezTo>
                  <a:cubicBezTo>
                    <a:pt x="124" y="207"/>
                    <a:pt x="141" y="207"/>
                    <a:pt x="157" y="190"/>
                  </a:cubicBezTo>
                  <a:cubicBezTo>
                    <a:pt x="174" y="190"/>
                    <a:pt x="174" y="190"/>
                    <a:pt x="190" y="174"/>
                  </a:cubicBezTo>
                  <a:cubicBezTo>
                    <a:pt x="227" y="153"/>
                    <a:pt x="244" y="137"/>
                    <a:pt x="244" y="104"/>
                  </a:cubicBezTo>
                  <a:cubicBezTo>
                    <a:pt x="277" y="50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7"/>
            <p:cNvSpPr/>
            <p:nvPr/>
          </p:nvSpPr>
          <p:spPr>
            <a:xfrm>
              <a:off x="4868675" y="2305100"/>
              <a:ext cx="6500" cy="5200"/>
            </a:xfrm>
            <a:custGeom>
              <a:avLst/>
              <a:gdLst/>
              <a:ahLst/>
              <a:cxnLst/>
              <a:rect l="l" t="t" r="r" b="b"/>
              <a:pathLst>
                <a:path w="260" h="208" extrusionOk="0">
                  <a:moveTo>
                    <a:pt x="174" y="0"/>
                  </a:moveTo>
                  <a:cubicBezTo>
                    <a:pt x="152" y="0"/>
                    <a:pt x="128" y="6"/>
                    <a:pt x="103" y="17"/>
                  </a:cubicBezTo>
                  <a:cubicBezTo>
                    <a:pt x="37" y="54"/>
                    <a:pt x="0" y="104"/>
                    <a:pt x="21" y="157"/>
                  </a:cubicBezTo>
                  <a:cubicBezTo>
                    <a:pt x="31" y="189"/>
                    <a:pt x="56" y="207"/>
                    <a:pt x="91" y="207"/>
                  </a:cubicBezTo>
                  <a:cubicBezTo>
                    <a:pt x="110" y="207"/>
                    <a:pt x="132" y="202"/>
                    <a:pt x="157" y="190"/>
                  </a:cubicBezTo>
                  <a:cubicBezTo>
                    <a:pt x="227" y="157"/>
                    <a:pt x="260" y="104"/>
                    <a:pt x="243" y="54"/>
                  </a:cubicBezTo>
                  <a:cubicBezTo>
                    <a:pt x="243" y="19"/>
                    <a:pt x="21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7"/>
            <p:cNvSpPr/>
            <p:nvPr/>
          </p:nvSpPr>
          <p:spPr>
            <a:xfrm>
              <a:off x="4851975" y="2350250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03" y="0"/>
                  </a:moveTo>
                  <a:cubicBezTo>
                    <a:pt x="33" y="33"/>
                    <a:pt x="0" y="104"/>
                    <a:pt x="17" y="136"/>
                  </a:cubicBezTo>
                  <a:cubicBezTo>
                    <a:pt x="27" y="170"/>
                    <a:pt x="52" y="189"/>
                    <a:pt x="86" y="189"/>
                  </a:cubicBezTo>
                  <a:cubicBezTo>
                    <a:pt x="106" y="189"/>
                    <a:pt x="129" y="183"/>
                    <a:pt x="153" y="169"/>
                  </a:cubicBezTo>
                  <a:cubicBezTo>
                    <a:pt x="173" y="169"/>
                    <a:pt x="190" y="153"/>
                    <a:pt x="206" y="153"/>
                  </a:cubicBezTo>
                  <a:cubicBezTo>
                    <a:pt x="239" y="120"/>
                    <a:pt x="256" y="66"/>
                    <a:pt x="239" y="33"/>
                  </a:cubicBezTo>
                  <a:cubicBezTo>
                    <a:pt x="239" y="17"/>
                    <a:pt x="206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7"/>
            <p:cNvSpPr/>
            <p:nvPr/>
          </p:nvSpPr>
          <p:spPr>
            <a:xfrm>
              <a:off x="4888450" y="2315825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37" y="0"/>
                  </a:moveTo>
                  <a:cubicBezTo>
                    <a:pt x="104" y="21"/>
                    <a:pt x="87" y="37"/>
                    <a:pt x="54" y="54"/>
                  </a:cubicBezTo>
                  <a:cubicBezTo>
                    <a:pt x="1" y="103"/>
                    <a:pt x="1" y="157"/>
                    <a:pt x="54" y="190"/>
                  </a:cubicBezTo>
                  <a:cubicBezTo>
                    <a:pt x="71" y="207"/>
                    <a:pt x="104" y="207"/>
                    <a:pt x="137" y="207"/>
                  </a:cubicBezTo>
                  <a:cubicBezTo>
                    <a:pt x="137" y="190"/>
                    <a:pt x="157" y="190"/>
                    <a:pt x="157" y="190"/>
                  </a:cubicBezTo>
                  <a:cubicBezTo>
                    <a:pt x="190" y="174"/>
                    <a:pt x="207" y="174"/>
                    <a:pt x="223" y="157"/>
                  </a:cubicBezTo>
                  <a:cubicBezTo>
                    <a:pt x="260" y="103"/>
                    <a:pt x="277" y="54"/>
                    <a:pt x="223" y="21"/>
                  </a:cubicBezTo>
                  <a:cubicBezTo>
                    <a:pt x="207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7"/>
            <p:cNvSpPr/>
            <p:nvPr/>
          </p:nvSpPr>
          <p:spPr>
            <a:xfrm>
              <a:off x="4850625" y="2340300"/>
              <a:ext cx="6525" cy="4825"/>
            </a:xfrm>
            <a:custGeom>
              <a:avLst/>
              <a:gdLst/>
              <a:ahLst/>
              <a:cxnLst/>
              <a:rect l="l" t="t" r="r" b="b"/>
              <a:pathLst>
                <a:path w="261" h="193" extrusionOk="0">
                  <a:moveTo>
                    <a:pt x="156" y="0"/>
                  </a:moveTo>
                  <a:cubicBezTo>
                    <a:pt x="137" y="0"/>
                    <a:pt x="119" y="5"/>
                    <a:pt x="104" y="19"/>
                  </a:cubicBezTo>
                  <a:cubicBezTo>
                    <a:pt x="54" y="36"/>
                    <a:pt x="21" y="73"/>
                    <a:pt x="21" y="106"/>
                  </a:cubicBezTo>
                  <a:cubicBezTo>
                    <a:pt x="1" y="122"/>
                    <a:pt x="1" y="139"/>
                    <a:pt x="1" y="139"/>
                  </a:cubicBezTo>
                  <a:cubicBezTo>
                    <a:pt x="14" y="174"/>
                    <a:pt x="47" y="193"/>
                    <a:pt x="87" y="193"/>
                  </a:cubicBezTo>
                  <a:cubicBezTo>
                    <a:pt x="109" y="193"/>
                    <a:pt x="133" y="187"/>
                    <a:pt x="157" y="176"/>
                  </a:cubicBezTo>
                  <a:cubicBezTo>
                    <a:pt x="207" y="155"/>
                    <a:pt x="260" y="89"/>
                    <a:pt x="244" y="52"/>
                  </a:cubicBezTo>
                  <a:cubicBezTo>
                    <a:pt x="244" y="36"/>
                    <a:pt x="227" y="19"/>
                    <a:pt x="227" y="19"/>
                  </a:cubicBezTo>
                  <a:cubicBezTo>
                    <a:pt x="206" y="10"/>
                    <a:pt x="180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7"/>
            <p:cNvSpPr/>
            <p:nvPr/>
          </p:nvSpPr>
          <p:spPr>
            <a:xfrm>
              <a:off x="4855775" y="2302950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0"/>
                  </a:moveTo>
                  <a:cubicBezTo>
                    <a:pt x="141" y="0"/>
                    <a:pt x="104" y="21"/>
                    <a:pt x="87" y="37"/>
                  </a:cubicBezTo>
                  <a:cubicBezTo>
                    <a:pt x="54" y="54"/>
                    <a:pt x="38" y="70"/>
                    <a:pt x="21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4" y="206"/>
                    <a:pt x="141" y="190"/>
                    <a:pt x="157" y="190"/>
                  </a:cubicBezTo>
                  <a:cubicBezTo>
                    <a:pt x="174" y="190"/>
                    <a:pt x="190" y="173"/>
                    <a:pt x="190" y="173"/>
                  </a:cubicBezTo>
                  <a:cubicBezTo>
                    <a:pt x="228" y="157"/>
                    <a:pt x="244" y="124"/>
                    <a:pt x="261" y="103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7"/>
            <p:cNvSpPr/>
            <p:nvPr/>
          </p:nvSpPr>
          <p:spPr>
            <a:xfrm>
              <a:off x="4858350" y="231742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49" y="0"/>
                  </a:moveTo>
                  <a:cubicBezTo>
                    <a:pt x="134" y="0"/>
                    <a:pt x="118" y="2"/>
                    <a:pt x="104" y="6"/>
                  </a:cubicBezTo>
                  <a:cubicBezTo>
                    <a:pt x="38" y="39"/>
                    <a:pt x="1" y="93"/>
                    <a:pt x="1" y="143"/>
                  </a:cubicBezTo>
                  <a:cubicBezTo>
                    <a:pt x="14" y="177"/>
                    <a:pt x="47" y="197"/>
                    <a:pt x="87" y="197"/>
                  </a:cubicBezTo>
                  <a:cubicBezTo>
                    <a:pt x="109" y="197"/>
                    <a:pt x="133" y="191"/>
                    <a:pt x="158" y="180"/>
                  </a:cubicBezTo>
                  <a:cubicBezTo>
                    <a:pt x="207" y="163"/>
                    <a:pt x="261" y="93"/>
                    <a:pt x="244" y="39"/>
                  </a:cubicBezTo>
                  <a:cubicBezTo>
                    <a:pt x="232" y="15"/>
                    <a:pt x="191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7"/>
            <p:cNvSpPr/>
            <p:nvPr/>
          </p:nvSpPr>
          <p:spPr>
            <a:xfrm>
              <a:off x="4860525" y="2269950"/>
              <a:ext cx="6525" cy="4675"/>
            </a:xfrm>
            <a:custGeom>
              <a:avLst/>
              <a:gdLst/>
              <a:ahLst/>
              <a:cxnLst/>
              <a:rect l="l" t="t" r="r" b="b"/>
              <a:pathLst>
                <a:path w="261" h="187" extrusionOk="0">
                  <a:moveTo>
                    <a:pt x="141" y="1"/>
                  </a:moveTo>
                  <a:cubicBezTo>
                    <a:pt x="104" y="1"/>
                    <a:pt x="87" y="17"/>
                    <a:pt x="54" y="34"/>
                  </a:cubicBezTo>
                  <a:cubicBezTo>
                    <a:pt x="17" y="83"/>
                    <a:pt x="0" y="137"/>
                    <a:pt x="54" y="170"/>
                  </a:cubicBezTo>
                  <a:cubicBezTo>
                    <a:pt x="71" y="186"/>
                    <a:pt x="104" y="186"/>
                    <a:pt x="141" y="186"/>
                  </a:cubicBezTo>
                  <a:cubicBezTo>
                    <a:pt x="141" y="170"/>
                    <a:pt x="157" y="170"/>
                    <a:pt x="174" y="170"/>
                  </a:cubicBezTo>
                  <a:cubicBezTo>
                    <a:pt x="190" y="153"/>
                    <a:pt x="207" y="153"/>
                    <a:pt x="223" y="137"/>
                  </a:cubicBezTo>
                  <a:cubicBezTo>
                    <a:pt x="244" y="120"/>
                    <a:pt x="260" y="83"/>
                    <a:pt x="260" y="67"/>
                  </a:cubicBezTo>
                  <a:cubicBezTo>
                    <a:pt x="260" y="34"/>
                    <a:pt x="244" y="17"/>
                    <a:pt x="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7"/>
            <p:cNvSpPr/>
            <p:nvPr/>
          </p:nvSpPr>
          <p:spPr>
            <a:xfrm>
              <a:off x="4864850" y="2291400"/>
              <a:ext cx="6425" cy="4750"/>
            </a:xfrm>
            <a:custGeom>
              <a:avLst/>
              <a:gdLst/>
              <a:ahLst/>
              <a:cxnLst/>
              <a:rect l="l" t="t" r="r" b="b"/>
              <a:pathLst>
                <a:path w="257" h="190" extrusionOk="0">
                  <a:moveTo>
                    <a:pt x="174" y="0"/>
                  </a:moveTo>
                  <a:cubicBezTo>
                    <a:pt x="104" y="0"/>
                    <a:pt x="34" y="33"/>
                    <a:pt x="17" y="87"/>
                  </a:cubicBezTo>
                  <a:cubicBezTo>
                    <a:pt x="1" y="153"/>
                    <a:pt x="34" y="190"/>
                    <a:pt x="104" y="190"/>
                  </a:cubicBezTo>
                  <a:cubicBezTo>
                    <a:pt x="120" y="190"/>
                    <a:pt x="137" y="190"/>
                    <a:pt x="153" y="173"/>
                  </a:cubicBezTo>
                  <a:cubicBezTo>
                    <a:pt x="174" y="173"/>
                    <a:pt x="174" y="173"/>
                    <a:pt x="190" y="153"/>
                  </a:cubicBezTo>
                  <a:cubicBezTo>
                    <a:pt x="223" y="136"/>
                    <a:pt x="240" y="120"/>
                    <a:pt x="240" y="87"/>
                  </a:cubicBezTo>
                  <a:cubicBezTo>
                    <a:pt x="256" y="70"/>
                    <a:pt x="256" y="33"/>
                    <a:pt x="240" y="17"/>
                  </a:cubicBezTo>
                  <a:cubicBezTo>
                    <a:pt x="223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7"/>
            <p:cNvSpPr/>
            <p:nvPr/>
          </p:nvSpPr>
          <p:spPr>
            <a:xfrm>
              <a:off x="4793950" y="2305100"/>
              <a:ext cx="6100" cy="4775"/>
            </a:xfrm>
            <a:custGeom>
              <a:avLst/>
              <a:gdLst/>
              <a:ahLst/>
              <a:cxnLst/>
              <a:rect l="l" t="t" r="r" b="b"/>
              <a:pathLst>
                <a:path w="244" h="191" extrusionOk="0">
                  <a:moveTo>
                    <a:pt x="157" y="1"/>
                  </a:moveTo>
                  <a:cubicBezTo>
                    <a:pt x="140" y="1"/>
                    <a:pt x="103" y="1"/>
                    <a:pt x="70" y="17"/>
                  </a:cubicBezTo>
                  <a:cubicBezTo>
                    <a:pt x="54" y="38"/>
                    <a:pt x="21" y="71"/>
                    <a:pt x="21" y="87"/>
                  </a:cubicBezTo>
                  <a:cubicBezTo>
                    <a:pt x="0" y="157"/>
                    <a:pt x="37" y="190"/>
                    <a:pt x="87" y="190"/>
                  </a:cubicBezTo>
                  <a:cubicBezTo>
                    <a:pt x="103" y="190"/>
                    <a:pt x="140" y="190"/>
                    <a:pt x="157" y="174"/>
                  </a:cubicBezTo>
                  <a:cubicBezTo>
                    <a:pt x="157" y="174"/>
                    <a:pt x="173" y="174"/>
                    <a:pt x="173" y="157"/>
                  </a:cubicBezTo>
                  <a:cubicBezTo>
                    <a:pt x="206" y="141"/>
                    <a:pt x="227" y="120"/>
                    <a:pt x="243" y="87"/>
                  </a:cubicBezTo>
                  <a:cubicBezTo>
                    <a:pt x="243" y="71"/>
                    <a:pt x="243" y="38"/>
                    <a:pt x="227" y="17"/>
                  </a:cubicBezTo>
                  <a:cubicBezTo>
                    <a:pt x="227" y="1"/>
                    <a:pt x="190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7"/>
            <p:cNvSpPr/>
            <p:nvPr/>
          </p:nvSpPr>
          <p:spPr>
            <a:xfrm>
              <a:off x="4778075" y="2305100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40" y="1"/>
                  </a:moveTo>
                  <a:cubicBezTo>
                    <a:pt x="103" y="17"/>
                    <a:pt x="70" y="38"/>
                    <a:pt x="54" y="54"/>
                  </a:cubicBezTo>
                  <a:cubicBezTo>
                    <a:pt x="0" y="104"/>
                    <a:pt x="0" y="157"/>
                    <a:pt x="54" y="190"/>
                  </a:cubicBezTo>
                  <a:cubicBezTo>
                    <a:pt x="65" y="190"/>
                    <a:pt x="83" y="198"/>
                    <a:pt x="99" y="198"/>
                  </a:cubicBezTo>
                  <a:cubicBezTo>
                    <a:pt x="107" y="198"/>
                    <a:pt x="114" y="196"/>
                    <a:pt x="120" y="190"/>
                  </a:cubicBezTo>
                  <a:lnTo>
                    <a:pt x="157" y="190"/>
                  </a:lnTo>
                  <a:cubicBezTo>
                    <a:pt x="173" y="174"/>
                    <a:pt x="190" y="157"/>
                    <a:pt x="206" y="157"/>
                  </a:cubicBezTo>
                  <a:cubicBezTo>
                    <a:pt x="243" y="120"/>
                    <a:pt x="260" y="104"/>
                    <a:pt x="260" y="71"/>
                  </a:cubicBezTo>
                  <a:cubicBezTo>
                    <a:pt x="260" y="54"/>
                    <a:pt x="243" y="17"/>
                    <a:pt x="223" y="17"/>
                  </a:cubicBezTo>
                  <a:cubicBezTo>
                    <a:pt x="206" y="1"/>
                    <a:pt x="173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7"/>
            <p:cNvSpPr/>
            <p:nvPr/>
          </p:nvSpPr>
          <p:spPr>
            <a:xfrm>
              <a:off x="4894025" y="2293075"/>
              <a:ext cx="6525" cy="4800"/>
            </a:xfrm>
            <a:custGeom>
              <a:avLst/>
              <a:gdLst/>
              <a:ahLst/>
              <a:cxnLst/>
              <a:rect l="l" t="t" r="r" b="b"/>
              <a:pathLst>
                <a:path w="261" h="192" extrusionOk="0">
                  <a:moveTo>
                    <a:pt x="162" y="1"/>
                  </a:moveTo>
                  <a:cubicBezTo>
                    <a:pt x="143" y="1"/>
                    <a:pt x="122" y="7"/>
                    <a:pt x="103" y="20"/>
                  </a:cubicBezTo>
                  <a:cubicBezTo>
                    <a:pt x="37" y="36"/>
                    <a:pt x="0" y="106"/>
                    <a:pt x="0" y="139"/>
                  </a:cubicBezTo>
                  <a:cubicBezTo>
                    <a:pt x="11" y="171"/>
                    <a:pt x="44" y="191"/>
                    <a:pt x="85" y="191"/>
                  </a:cubicBezTo>
                  <a:cubicBezTo>
                    <a:pt x="108" y="191"/>
                    <a:pt x="132" y="185"/>
                    <a:pt x="157" y="172"/>
                  </a:cubicBezTo>
                  <a:cubicBezTo>
                    <a:pt x="207" y="156"/>
                    <a:pt x="260" y="86"/>
                    <a:pt x="244" y="53"/>
                  </a:cubicBezTo>
                  <a:cubicBezTo>
                    <a:pt x="230" y="21"/>
                    <a:pt x="198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7"/>
            <p:cNvSpPr/>
            <p:nvPr/>
          </p:nvSpPr>
          <p:spPr>
            <a:xfrm>
              <a:off x="4785375" y="2282025"/>
              <a:ext cx="6950" cy="5075"/>
            </a:xfrm>
            <a:custGeom>
              <a:avLst/>
              <a:gdLst/>
              <a:ahLst/>
              <a:cxnLst/>
              <a:rect l="l" t="t" r="r" b="b"/>
              <a:pathLst>
                <a:path w="278" h="203" extrusionOk="0">
                  <a:moveTo>
                    <a:pt x="191" y="0"/>
                  </a:moveTo>
                  <a:cubicBezTo>
                    <a:pt x="178" y="0"/>
                    <a:pt x="166" y="4"/>
                    <a:pt x="158" y="12"/>
                  </a:cubicBezTo>
                  <a:cubicBezTo>
                    <a:pt x="120" y="12"/>
                    <a:pt x="87" y="33"/>
                    <a:pt x="71" y="50"/>
                  </a:cubicBezTo>
                  <a:cubicBezTo>
                    <a:pt x="17" y="99"/>
                    <a:pt x="1" y="169"/>
                    <a:pt x="54" y="186"/>
                  </a:cubicBezTo>
                  <a:cubicBezTo>
                    <a:pt x="71" y="202"/>
                    <a:pt x="104" y="202"/>
                    <a:pt x="137" y="202"/>
                  </a:cubicBezTo>
                  <a:cubicBezTo>
                    <a:pt x="137" y="202"/>
                    <a:pt x="158" y="186"/>
                    <a:pt x="174" y="186"/>
                  </a:cubicBezTo>
                  <a:cubicBezTo>
                    <a:pt x="191" y="186"/>
                    <a:pt x="207" y="169"/>
                    <a:pt x="223" y="153"/>
                  </a:cubicBezTo>
                  <a:cubicBezTo>
                    <a:pt x="277" y="99"/>
                    <a:pt x="277" y="50"/>
                    <a:pt x="223" y="12"/>
                  </a:cubicBezTo>
                  <a:cubicBezTo>
                    <a:pt x="215" y="4"/>
                    <a:pt x="203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7"/>
            <p:cNvSpPr/>
            <p:nvPr/>
          </p:nvSpPr>
          <p:spPr>
            <a:xfrm>
              <a:off x="4782800" y="23154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37" y="1"/>
                    <a:pt x="120" y="17"/>
                    <a:pt x="87" y="38"/>
                  </a:cubicBezTo>
                  <a:cubicBezTo>
                    <a:pt x="54" y="54"/>
                    <a:pt x="34" y="71"/>
                    <a:pt x="17" y="104"/>
                  </a:cubicBezTo>
                  <a:cubicBezTo>
                    <a:pt x="1" y="158"/>
                    <a:pt x="34" y="191"/>
                    <a:pt x="104" y="191"/>
                  </a:cubicBezTo>
                  <a:lnTo>
                    <a:pt x="157" y="191"/>
                  </a:lnTo>
                  <a:cubicBezTo>
                    <a:pt x="174" y="174"/>
                    <a:pt x="190" y="174"/>
                    <a:pt x="190" y="174"/>
                  </a:cubicBezTo>
                  <a:cubicBezTo>
                    <a:pt x="223" y="158"/>
                    <a:pt x="240" y="120"/>
                    <a:pt x="261" y="104"/>
                  </a:cubicBezTo>
                  <a:cubicBezTo>
                    <a:pt x="261" y="71"/>
                    <a:pt x="261" y="54"/>
                    <a:pt x="240" y="38"/>
                  </a:cubicBezTo>
                  <a:cubicBezTo>
                    <a:pt x="223" y="17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7"/>
            <p:cNvSpPr/>
            <p:nvPr/>
          </p:nvSpPr>
          <p:spPr>
            <a:xfrm>
              <a:off x="4659950" y="2272025"/>
              <a:ext cx="6100" cy="4350"/>
            </a:xfrm>
            <a:custGeom>
              <a:avLst/>
              <a:gdLst/>
              <a:ahLst/>
              <a:cxnLst/>
              <a:rect l="l" t="t" r="r" b="b"/>
              <a:pathLst>
                <a:path w="244" h="174" extrusionOk="0">
                  <a:moveTo>
                    <a:pt x="70" y="0"/>
                  </a:moveTo>
                  <a:cubicBezTo>
                    <a:pt x="37" y="21"/>
                    <a:pt x="21" y="54"/>
                    <a:pt x="0" y="70"/>
                  </a:cubicBezTo>
                  <a:cubicBezTo>
                    <a:pt x="0" y="103"/>
                    <a:pt x="0" y="124"/>
                    <a:pt x="21" y="140"/>
                  </a:cubicBezTo>
                  <a:cubicBezTo>
                    <a:pt x="37" y="157"/>
                    <a:pt x="54" y="173"/>
                    <a:pt x="87" y="173"/>
                  </a:cubicBezTo>
                  <a:cubicBezTo>
                    <a:pt x="103" y="173"/>
                    <a:pt x="124" y="173"/>
                    <a:pt x="140" y="157"/>
                  </a:cubicBezTo>
                  <a:cubicBezTo>
                    <a:pt x="157" y="157"/>
                    <a:pt x="173" y="140"/>
                    <a:pt x="173" y="140"/>
                  </a:cubicBezTo>
                  <a:cubicBezTo>
                    <a:pt x="206" y="124"/>
                    <a:pt x="227" y="103"/>
                    <a:pt x="244" y="70"/>
                  </a:cubicBezTo>
                  <a:cubicBezTo>
                    <a:pt x="244" y="37"/>
                    <a:pt x="244" y="21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7"/>
            <p:cNvSpPr/>
            <p:nvPr/>
          </p:nvSpPr>
          <p:spPr>
            <a:xfrm>
              <a:off x="4752700" y="2271200"/>
              <a:ext cx="6525" cy="3000"/>
            </a:xfrm>
            <a:custGeom>
              <a:avLst/>
              <a:gdLst/>
              <a:ahLst/>
              <a:cxnLst/>
              <a:rect l="l" t="t" r="r" b="b"/>
              <a:pathLst>
                <a:path w="261" h="120" extrusionOk="0">
                  <a:moveTo>
                    <a:pt x="38" y="0"/>
                  </a:moveTo>
                  <a:lnTo>
                    <a:pt x="38" y="17"/>
                  </a:lnTo>
                  <a:cubicBezTo>
                    <a:pt x="1" y="70"/>
                    <a:pt x="38" y="120"/>
                    <a:pt x="104" y="120"/>
                  </a:cubicBezTo>
                  <a:cubicBezTo>
                    <a:pt x="125" y="120"/>
                    <a:pt x="141" y="103"/>
                    <a:pt x="174" y="103"/>
                  </a:cubicBezTo>
                  <a:lnTo>
                    <a:pt x="191" y="87"/>
                  </a:lnTo>
                  <a:cubicBezTo>
                    <a:pt x="228" y="70"/>
                    <a:pt x="244" y="33"/>
                    <a:pt x="261" y="17"/>
                  </a:cubicBezTo>
                  <a:lnTo>
                    <a:pt x="2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7"/>
            <p:cNvSpPr/>
            <p:nvPr/>
          </p:nvSpPr>
          <p:spPr>
            <a:xfrm>
              <a:off x="4690875" y="2271600"/>
              <a:ext cx="6500" cy="4350"/>
            </a:xfrm>
            <a:custGeom>
              <a:avLst/>
              <a:gdLst/>
              <a:ahLst/>
              <a:cxnLst/>
              <a:rect l="l" t="t" r="r" b="b"/>
              <a:pathLst>
                <a:path w="260" h="174" extrusionOk="0">
                  <a:moveTo>
                    <a:pt x="70" y="1"/>
                  </a:moveTo>
                  <a:cubicBezTo>
                    <a:pt x="54" y="38"/>
                    <a:pt x="21" y="54"/>
                    <a:pt x="21" y="87"/>
                  </a:cubicBezTo>
                  <a:cubicBezTo>
                    <a:pt x="0" y="141"/>
                    <a:pt x="37" y="174"/>
                    <a:pt x="87" y="174"/>
                  </a:cubicBezTo>
                  <a:cubicBezTo>
                    <a:pt x="124" y="174"/>
                    <a:pt x="140" y="174"/>
                    <a:pt x="157" y="157"/>
                  </a:cubicBezTo>
                  <a:lnTo>
                    <a:pt x="190" y="157"/>
                  </a:lnTo>
                  <a:cubicBezTo>
                    <a:pt x="206" y="120"/>
                    <a:pt x="243" y="104"/>
                    <a:pt x="243" y="71"/>
                  </a:cubicBezTo>
                  <a:cubicBezTo>
                    <a:pt x="260" y="54"/>
                    <a:pt x="260" y="17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7"/>
            <p:cNvSpPr/>
            <p:nvPr/>
          </p:nvSpPr>
          <p:spPr>
            <a:xfrm>
              <a:off x="4788775" y="22931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17"/>
                    <a:pt x="71" y="33"/>
                  </a:cubicBezTo>
                  <a:cubicBezTo>
                    <a:pt x="55" y="50"/>
                    <a:pt x="22" y="66"/>
                    <a:pt x="22" y="103"/>
                  </a:cubicBezTo>
                  <a:cubicBezTo>
                    <a:pt x="1" y="153"/>
                    <a:pt x="38" y="206"/>
                    <a:pt x="87" y="206"/>
                  </a:cubicBezTo>
                  <a:cubicBezTo>
                    <a:pt x="125" y="206"/>
                    <a:pt x="141" y="186"/>
                    <a:pt x="158" y="186"/>
                  </a:cubicBezTo>
                  <a:cubicBezTo>
                    <a:pt x="174" y="169"/>
                    <a:pt x="174" y="169"/>
                    <a:pt x="191" y="169"/>
                  </a:cubicBezTo>
                  <a:cubicBezTo>
                    <a:pt x="207" y="153"/>
                    <a:pt x="244" y="120"/>
                    <a:pt x="244" y="103"/>
                  </a:cubicBezTo>
                  <a:cubicBezTo>
                    <a:pt x="261" y="50"/>
                    <a:pt x="228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7"/>
            <p:cNvSpPr/>
            <p:nvPr/>
          </p:nvSpPr>
          <p:spPr>
            <a:xfrm>
              <a:off x="4876475" y="2269450"/>
              <a:ext cx="6450" cy="4825"/>
            </a:xfrm>
            <a:custGeom>
              <a:avLst/>
              <a:gdLst/>
              <a:ahLst/>
              <a:cxnLst/>
              <a:rect l="l" t="t" r="r" b="b"/>
              <a:pathLst>
                <a:path w="258" h="193" extrusionOk="0">
                  <a:moveTo>
                    <a:pt x="154" y="0"/>
                  </a:moveTo>
                  <a:cubicBezTo>
                    <a:pt x="121" y="0"/>
                    <a:pt x="100" y="21"/>
                    <a:pt x="67" y="37"/>
                  </a:cubicBezTo>
                  <a:cubicBezTo>
                    <a:pt x="51" y="54"/>
                    <a:pt x="34" y="70"/>
                    <a:pt x="18" y="103"/>
                  </a:cubicBezTo>
                  <a:cubicBezTo>
                    <a:pt x="0" y="150"/>
                    <a:pt x="26" y="193"/>
                    <a:pt x="65" y="193"/>
                  </a:cubicBezTo>
                  <a:cubicBezTo>
                    <a:pt x="71" y="193"/>
                    <a:pt x="77" y="192"/>
                    <a:pt x="84" y="190"/>
                  </a:cubicBezTo>
                  <a:lnTo>
                    <a:pt x="154" y="190"/>
                  </a:lnTo>
                  <a:cubicBezTo>
                    <a:pt x="171" y="173"/>
                    <a:pt x="171" y="173"/>
                    <a:pt x="187" y="173"/>
                  </a:cubicBezTo>
                  <a:cubicBezTo>
                    <a:pt x="204" y="157"/>
                    <a:pt x="241" y="124"/>
                    <a:pt x="241" y="103"/>
                  </a:cubicBezTo>
                  <a:cubicBezTo>
                    <a:pt x="257" y="70"/>
                    <a:pt x="257" y="54"/>
                    <a:pt x="241" y="37"/>
                  </a:cubicBezTo>
                  <a:cubicBezTo>
                    <a:pt x="224" y="21"/>
                    <a:pt x="204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7"/>
            <p:cNvSpPr/>
            <p:nvPr/>
          </p:nvSpPr>
          <p:spPr>
            <a:xfrm>
              <a:off x="4815900" y="2270375"/>
              <a:ext cx="6000" cy="4250"/>
            </a:xfrm>
            <a:custGeom>
              <a:avLst/>
              <a:gdLst/>
              <a:ahLst/>
              <a:cxnLst/>
              <a:rect l="l" t="t" r="r" b="b"/>
              <a:pathLst>
                <a:path w="240" h="170" extrusionOk="0">
                  <a:moveTo>
                    <a:pt x="70" y="0"/>
                  </a:moveTo>
                  <a:cubicBezTo>
                    <a:pt x="33" y="17"/>
                    <a:pt x="17" y="50"/>
                    <a:pt x="17" y="66"/>
                  </a:cubicBezTo>
                  <a:cubicBezTo>
                    <a:pt x="0" y="103"/>
                    <a:pt x="0" y="120"/>
                    <a:pt x="17" y="136"/>
                  </a:cubicBezTo>
                  <a:cubicBezTo>
                    <a:pt x="33" y="153"/>
                    <a:pt x="50" y="169"/>
                    <a:pt x="87" y="169"/>
                  </a:cubicBezTo>
                  <a:cubicBezTo>
                    <a:pt x="103" y="169"/>
                    <a:pt x="120" y="169"/>
                    <a:pt x="153" y="153"/>
                  </a:cubicBezTo>
                  <a:lnTo>
                    <a:pt x="173" y="136"/>
                  </a:lnTo>
                  <a:cubicBezTo>
                    <a:pt x="206" y="120"/>
                    <a:pt x="223" y="103"/>
                    <a:pt x="239" y="66"/>
                  </a:cubicBezTo>
                  <a:cubicBezTo>
                    <a:pt x="239" y="33"/>
                    <a:pt x="239" y="17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7"/>
            <p:cNvSpPr/>
            <p:nvPr/>
          </p:nvSpPr>
          <p:spPr>
            <a:xfrm>
              <a:off x="4632125" y="228325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36" y="1"/>
                  </a:moveTo>
                  <a:cubicBezTo>
                    <a:pt x="103" y="17"/>
                    <a:pt x="83" y="34"/>
                    <a:pt x="50" y="50"/>
                  </a:cubicBezTo>
                  <a:cubicBezTo>
                    <a:pt x="0" y="104"/>
                    <a:pt x="0" y="153"/>
                    <a:pt x="50" y="190"/>
                  </a:cubicBezTo>
                  <a:cubicBezTo>
                    <a:pt x="61" y="190"/>
                    <a:pt x="81" y="198"/>
                    <a:pt x="103" y="198"/>
                  </a:cubicBezTo>
                  <a:cubicBezTo>
                    <a:pt x="114" y="198"/>
                    <a:pt x="125" y="196"/>
                    <a:pt x="136" y="190"/>
                  </a:cubicBezTo>
                  <a:lnTo>
                    <a:pt x="153" y="190"/>
                  </a:lnTo>
                  <a:cubicBezTo>
                    <a:pt x="186" y="170"/>
                    <a:pt x="206" y="153"/>
                    <a:pt x="223" y="137"/>
                  </a:cubicBezTo>
                  <a:cubicBezTo>
                    <a:pt x="239" y="120"/>
                    <a:pt x="256" y="104"/>
                    <a:pt x="256" y="67"/>
                  </a:cubicBezTo>
                  <a:cubicBezTo>
                    <a:pt x="256" y="50"/>
                    <a:pt x="239" y="17"/>
                    <a:pt x="223" y="17"/>
                  </a:cubicBezTo>
                  <a:cubicBezTo>
                    <a:pt x="206" y="1"/>
                    <a:pt x="169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7"/>
            <p:cNvSpPr/>
            <p:nvPr/>
          </p:nvSpPr>
          <p:spPr>
            <a:xfrm>
              <a:off x="4894425" y="22815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8" y="0"/>
                  </a:moveTo>
                  <a:cubicBezTo>
                    <a:pt x="141" y="0"/>
                    <a:pt x="104" y="0"/>
                    <a:pt x="71" y="17"/>
                  </a:cubicBezTo>
                  <a:cubicBezTo>
                    <a:pt x="38" y="33"/>
                    <a:pt x="21" y="71"/>
                    <a:pt x="21" y="87"/>
                  </a:cubicBezTo>
                  <a:cubicBezTo>
                    <a:pt x="1" y="157"/>
                    <a:pt x="38" y="190"/>
                    <a:pt x="87" y="190"/>
                  </a:cubicBezTo>
                  <a:cubicBezTo>
                    <a:pt x="104" y="190"/>
                    <a:pt x="141" y="190"/>
                    <a:pt x="158" y="174"/>
                  </a:cubicBezTo>
                  <a:cubicBezTo>
                    <a:pt x="158" y="174"/>
                    <a:pt x="174" y="174"/>
                    <a:pt x="174" y="157"/>
                  </a:cubicBezTo>
                  <a:cubicBezTo>
                    <a:pt x="207" y="137"/>
                    <a:pt x="228" y="120"/>
                    <a:pt x="244" y="87"/>
                  </a:cubicBezTo>
                  <a:cubicBezTo>
                    <a:pt x="261" y="33"/>
                    <a:pt x="228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7"/>
            <p:cNvSpPr/>
            <p:nvPr/>
          </p:nvSpPr>
          <p:spPr>
            <a:xfrm>
              <a:off x="4802175" y="2280250"/>
              <a:ext cx="6425" cy="4675"/>
            </a:xfrm>
            <a:custGeom>
              <a:avLst/>
              <a:gdLst/>
              <a:ahLst/>
              <a:cxnLst/>
              <a:rect l="l" t="t" r="r" b="b"/>
              <a:pathLst>
                <a:path w="257" h="187" extrusionOk="0">
                  <a:moveTo>
                    <a:pt x="153" y="1"/>
                  </a:moveTo>
                  <a:cubicBezTo>
                    <a:pt x="137" y="1"/>
                    <a:pt x="104" y="1"/>
                    <a:pt x="67" y="34"/>
                  </a:cubicBezTo>
                  <a:cubicBezTo>
                    <a:pt x="34" y="50"/>
                    <a:pt x="17" y="67"/>
                    <a:pt x="17" y="104"/>
                  </a:cubicBezTo>
                  <a:cubicBezTo>
                    <a:pt x="1" y="137"/>
                    <a:pt x="17" y="187"/>
                    <a:pt x="67" y="187"/>
                  </a:cubicBezTo>
                  <a:lnTo>
                    <a:pt x="153" y="187"/>
                  </a:lnTo>
                  <a:cubicBezTo>
                    <a:pt x="170" y="170"/>
                    <a:pt x="207" y="154"/>
                    <a:pt x="224" y="121"/>
                  </a:cubicBezTo>
                  <a:lnTo>
                    <a:pt x="240" y="104"/>
                  </a:lnTo>
                  <a:cubicBezTo>
                    <a:pt x="257" y="34"/>
                    <a:pt x="22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7"/>
            <p:cNvSpPr/>
            <p:nvPr/>
          </p:nvSpPr>
          <p:spPr>
            <a:xfrm>
              <a:off x="4798275" y="2316450"/>
              <a:ext cx="6500" cy="5075"/>
            </a:xfrm>
            <a:custGeom>
              <a:avLst/>
              <a:gdLst/>
              <a:ahLst/>
              <a:cxnLst/>
              <a:rect l="l" t="t" r="r" b="b"/>
              <a:pathLst>
                <a:path w="260" h="203" extrusionOk="0">
                  <a:moveTo>
                    <a:pt x="187" y="0"/>
                  </a:moveTo>
                  <a:cubicBezTo>
                    <a:pt x="172" y="0"/>
                    <a:pt x="155" y="4"/>
                    <a:pt x="136" y="12"/>
                  </a:cubicBezTo>
                  <a:cubicBezTo>
                    <a:pt x="103" y="12"/>
                    <a:pt x="70" y="29"/>
                    <a:pt x="54" y="45"/>
                  </a:cubicBezTo>
                  <a:cubicBezTo>
                    <a:pt x="0" y="99"/>
                    <a:pt x="0" y="165"/>
                    <a:pt x="54" y="182"/>
                  </a:cubicBezTo>
                  <a:cubicBezTo>
                    <a:pt x="70" y="202"/>
                    <a:pt x="103" y="202"/>
                    <a:pt x="120" y="202"/>
                  </a:cubicBezTo>
                  <a:cubicBezTo>
                    <a:pt x="136" y="202"/>
                    <a:pt x="157" y="182"/>
                    <a:pt x="157" y="182"/>
                  </a:cubicBezTo>
                  <a:cubicBezTo>
                    <a:pt x="173" y="182"/>
                    <a:pt x="190" y="165"/>
                    <a:pt x="206" y="149"/>
                  </a:cubicBezTo>
                  <a:cubicBezTo>
                    <a:pt x="260" y="99"/>
                    <a:pt x="260" y="45"/>
                    <a:pt x="223" y="12"/>
                  </a:cubicBezTo>
                  <a:cubicBezTo>
                    <a:pt x="215" y="4"/>
                    <a:pt x="202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7"/>
            <p:cNvSpPr/>
            <p:nvPr/>
          </p:nvSpPr>
          <p:spPr>
            <a:xfrm>
              <a:off x="4860925" y="2327875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41" y="1"/>
                  </a:moveTo>
                  <a:cubicBezTo>
                    <a:pt x="104" y="1"/>
                    <a:pt x="71" y="17"/>
                    <a:pt x="55" y="54"/>
                  </a:cubicBezTo>
                  <a:cubicBezTo>
                    <a:pt x="1" y="87"/>
                    <a:pt x="1" y="157"/>
                    <a:pt x="38" y="190"/>
                  </a:cubicBezTo>
                  <a:lnTo>
                    <a:pt x="125" y="190"/>
                  </a:lnTo>
                  <a:cubicBezTo>
                    <a:pt x="141" y="190"/>
                    <a:pt x="141" y="190"/>
                    <a:pt x="158" y="174"/>
                  </a:cubicBezTo>
                  <a:cubicBezTo>
                    <a:pt x="174" y="174"/>
                    <a:pt x="191" y="157"/>
                    <a:pt x="207" y="137"/>
                  </a:cubicBezTo>
                  <a:cubicBezTo>
                    <a:pt x="228" y="120"/>
                    <a:pt x="244" y="87"/>
                    <a:pt x="244" y="71"/>
                  </a:cubicBezTo>
                  <a:cubicBezTo>
                    <a:pt x="244" y="54"/>
                    <a:pt x="244" y="17"/>
                    <a:pt x="207" y="17"/>
                  </a:cubicBezTo>
                  <a:cubicBezTo>
                    <a:pt x="191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7"/>
            <p:cNvSpPr/>
            <p:nvPr/>
          </p:nvSpPr>
          <p:spPr>
            <a:xfrm>
              <a:off x="4823200" y="246527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70" y="1"/>
                  </a:moveTo>
                  <a:cubicBezTo>
                    <a:pt x="104" y="1"/>
                    <a:pt x="34" y="54"/>
                    <a:pt x="17" y="104"/>
                  </a:cubicBezTo>
                  <a:cubicBezTo>
                    <a:pt x="1" y="157"/>
                    <a:pt x="34" y="207"/>
                    <a:pt x="104" y="207"/>
                  </a:cubicBezTo>
                  <a:cubicBezTo>
                    <a:pt x="121" y="207"/>
                    <a:pt x="137" y="207"/>
                    <a:pt x="154" y="190"/>
                  </a:cubicBezTo>
                  <a:cubicBezTo>
                    <a:pt x="170" y="190"/>
                    <a:pt x="170" y="190"/>
                    <a:pt x="191" y="174"/>
                  </a:cubicBezTo>
                  <a:cubicBezTo>
                    <a:pt x="207" y="157"/>
                    <a:pt x="240" y="141"/>
                    <a:pt x="240" y="104"/>
                  </a:cubicBezTo>
                  <a:cubicBezTo>
                    <a:pt x="257" y="87"/>
                    <a:pt x="257" y="54"/>
                    <a:pt x="240" y="38"/>
                  </a:cubicBezTo>
                  <a:cubicBezTo>
                    <a:pt x="224" y="21"/>
                    <a:pt x="207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7"/>
            <p:cNvSpPr/>
            <p:nvPr/>
          </p:nvSpPr>
          <p:spPr>
            <a:xfrm>
              <a:off x="4823625" y="2454150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74" y="0"/>
                  </a:moveTo>
                  <a:cubicBezTo>
                    <a:pt x="137" y="0"/>
                    <a:pt x="120" y="17"/>
                    <a:pt x="87" y="33"/>
                  </a:cubicBezTo>
                  <a:cubicBezTo>
                    <a:pt x="50" y="54"/>
                    <a:pt x="33" y="70"/>
                    <a:pt x="17" y="103"/>
                  </a:cubicBezTo>
                  <a:cubicBezTo>
                    <a:pt x="0" y="157"/>
                    <a:pt x="33" y="206"/>
                    <a:pt x="104" y="206"/>
                  </a:cubicBezTo>
                  <a:cubicBezTo>
                    <a:pt x="120" y="206"/>
                    <a:pt x="137" y="190"/>
                    <a:pt x="174" y="190"/>
                  </a:cubicBezTo>
                  <a:lnTo>
                    <a:pt x="190" y="173"/>
                  </a:lnTo>
                  <a:cubicBezTo>
                    <a:pt x="223" y="157"/>
                    <a:pt x="240" y="120"/>
                    <a:pt x="256" y="103"/>
                  </a:cubicBezTo>
                  <a:cubicBezTo>
                    <a:pt x="256" y="70"/>
                    <a:pt x="256" y="54"/>
                    <a:pt x="240" y="33"/>
                  </a:cubicBezTo>
                  <a:cubicBezTo>
                    <a:pt x="223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7"/>
            <p:cNvSpPr/>
            <p:nvPr/>
          </p:nvSpPr>
          <p:spPr>
            <a:xfrm>
              <a:off x="4687875" y="24670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04" y="17"/>
                    <a:pt x="71" y="34"/>
                  </a:cubicBezTo>
                  <a:cubicBezTo>
                    <a:pt x="54" y="54"/>
                    <a:pt x="17" y="71"/>
                    <a:pt x="17" y="104"/>
                  </a:cubicBezTo>
                  <a:cubicBezTo>
                    <a:pt x="1" y="157"/>
                    <a:pt x="38" y="207"/>
                    <a:pt x="87" y="207"/>
                  </a:cubicBezTo>
                  <a:cubicBezTo>
                    <a:pt x="104" y="207"/>
                    <a:pt x="141" y="190"/>
                    <a:pt x="157" y="190"/>
                  </a:cubicBezTo>
                  <a:cubicBezTo>
                    <a:pt x="157" y="174"/>
                    <a:pt x="174" y="174"/>
                    <a:pt x="190" y="174"/>
                  </a:cubicBezTo>
                  <a:cubicBezTo>
                    <a:pt x="207" y="157"/>
                    <a:pt x="223" y="120"/>
                    <a:pt x="244" y="104"/>
                  </a:cubicBezTo>
                  <a:cubicBezTo>
                    <a:pt x="260" y="54"/>
                    <a:pt x="22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7"/>
            <p:cNvSpPr/>
            <p:nvPr/>
          </p:nvSpPr>
          <p:spPr>
            <a:xfrm>
              <a:off x="4829600" y="24317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04" y="21"/>
                    <a:pt x="71" y="38"/>
                  </a:cubicBezTo>
                  <a:cubicBezTo>
                    <a:pt x="54" y="54"/>
                    <a:pt x="38" y="71"/>
                    <a:pt x="17" y="104"/>
                  </a:cubicBezTo>
                  <a:cubicBezTo>
                    <a:pt x="1" y="157"/>
                    <a:pt x="38" y="207"/>
                    <a:pt x="87" y="207"/>
                  </a:cubicBezTo>
                  <a:cubicBezTo>
                    <a:pt x="120" y="207"/>
                    <a:pt x="141" y="190"/>
                    <a:pt x="157" y="190"/>
                  </a:cubicBezTo>
                  <a:cubicBezTo>
                    <a:pt x="174" y="190"/>
                    <a:pt x="174" y="174"/>
                    <a:pt x="190" y="174"/>
                  </a:cubicBezTo>
                  <a:cubicBezTo>
                    <a:pt x="207" y="157"/>
                    <a:pt x="244" y="124"/>
                    <a:pt x="244" y="104"/>
                  </a:cubicBezTo>
                  <a:cubicBezTo>
                    <a:pt x="260" y="54"/>
                    <a:pt x="22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7"/>
            <p:cNvSpPr/>
            <p:nvPr/>
          </p:nvSpPr>
          <p:spPr>
            <a:xfrm>
              <a:off x="4816300" y="2491500"/>
              <a:ext cx="6925" cy="5050"/>
            </a:xfrm>
            <a:custGeom>
              <a:avLst/>
              <a:gdLst/>
              <a:ahLst/>
              <a:cxnLst/>
              <a:rect l="l" t="t" r="r" b="b"/>
              <a:pathLst>
                <a:path w="277" h="202" extrusionOk="0">
                  <a:moveTo>
                    <a:pt x="179" y="0"/>
                  </a:moveTo>
                  <a:cubicBezTo>
                    <a:pt x="160" y="0"/>
                    <a:pt x="139" y="6"/>
                    <a:pt x="120" y="19"/>
                  </a:cubicBezTo>
                  <a:cubicBezTo>
                    <a:pt x="54" y="52"/>
                    <a:pt x="1" y="106"/>
                    <a:pt x="17" y="155"/>
                  </a:cubicBezTo>
                  <a:cubicBezTo>
                    <a:pt x="27" y="189"/>
                    <a:pt x="58" y="201"/>
                    <a:pt x="93" y="201"/>
                  </a:cubicBezTo>
                  <a:cubicBezTo>
                    <a:pt x="114" y="201"/>
                    <a:pt x="137" y="196"/>
                    <a:pt x="157" y="188"/>
                  </a:cubicBezTo>
                  <a:cubicBezTo>
                    <a:pt x="223" y="155"/>
                    <a:pt x="277" y="106"/>
                    <a:pt x="260" y="52"/>
                  </a:cubicBezTo>
                  <a:cubicBezTo>
                    <a:pt x="247" y="20"/>
                    <a:pt x="215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7"/>
            <p:cNvSpPr/>
            <p:nvPr/>
          </p:nvSpPr>
          <p:spPr>
            <a:xfrm>
              <a:off x="4838675" y="2406475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68" y="0"/>
                  </a:moveTo>
                  <a:cubicBezTo>
                    <a:pt x="148" y="0"/>
                    <a:pt x="127" y="6"/>
                    <a:pt x="103" y="19"/>
                  </a:cubicBezTo>
                  <a:cubicBezTo>
                    <a:pt x="33" y="52"/>
                    <a:pt x="0" y="106"/>
                    <a:pt x="0" y="155"/>
                  </a:cubicBezTo>
                  <a:cubicBezTo>
                    <a:pt x="12" y="179"/>
                    <a:pt x="52" y="196"/>
                    <a:pt x="98" y="196"/>
                  </a:cubicBezTo>
                  <a:cubicBezTo>
                    <a:pt x="116" y="196"/>
                    <a:pt x="135" y="194"/>
                    <a:pt x="153" y="188"/>
                  </a:cubicBezTo>
                  <a:cubicBezTo>
                    <a:pt x="207" y="155"/>
                    <a:pt x="256" y="106"/>
                    <a:pt x="240" y="52"/>
                  </a:cubicBezTo>
                  <a:cubicBezTo>
                    <a:pt x="229" y="20"/>
                    <a:pt x="203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7"/>
            <p:cNvSpPr/>
            <p:nvPr/>
          </p:nvSpPr>
          <p:spPr>
            <a:xfrm>
              <a:off x="4834750" y="244385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57" y="0"/>
                  </a:moveTo>
                  <a:cubicBezTo>
                    <a:pt x="141" y="0"/>
                    <a:pt x="104" y="0"/>
                    <a:pt x="71" y="17"/>
                  </a:cubicBezTo>
                  <a:cubicBezTo>
                    <a:pt x="54" y="54"/>
                    <a:pt x="17" y="70"/>
                    <a:pt x="17" y="103"/>
                  </a:cubicBezTo>
                  <a:cubicBezTo>
                    <a:pt x="1" y="157"/>
                    <a:pt x="38" y="190"/>
                    <a:pt x="87" y="190"/>
                  </a:cubicBezTo>
                  <a:cubicBezTo>
                    <a:pt x="104" y="190"/>
                    <a:pt x="141" y="190"/>
                    <a:pt x="157" y="173"/>
                  </a:cubicBezTo>
                  <a:cubicBezTo>
                    <a:pt x="157" y="173"/>
                    <a:pt x="174" y="173"/>
                    <a:pt x="190" y="157"/>
                  </a:cubicBezTo>
                  <a:cubicBezTo>
                    <a:pt x="207" y="136"/>
                    <a:pt x="223" y="120"/>
                    <a:pt x="244" y="87"/>
                  </a:cubicBezTo>
                  <a:cubicBezTo>
                    <a:pt x="260" y="70"/>
                    <a:pt x="244" y="33"/>
                    <a:pt x="244" y="17"/>
                  </a:cubicBezTo>
                  <a:cubicBezTo>
                    <a:pt x="223" y="0"/>
                    <a:pt x="19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7"/>
            <p:cNvSpPr/>
            <p:nvPr/>
          </p:nvSpPr>
          <p:spPr>
            <a:xfrm>
              <a:off x="4794450" y="25134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70" y="1"/>
                  </a:moveTo>
                  <a:cubicBezTo>
                    <a:pt x="137" y="1"/>
                    <a:pt x="104" y="1"/>
                    <a:pt x="67" y="17"/>
                  </a:cubicBezTo>
                  <a:cubicBezTo>
                    <a:pt x="50" y="34"/>
                    <a:pt x="17" y="71"/>
                    <a:pt x="17" y="88"/>
                  </a:cubicBezTo>
                  <a:cubicBezTo>
                    <a:pt x="1" y="121"/>
                    <a:pt x="1" y="137"/>
                    <a:pt x="17" y="158"/>
                  </a:cubicBezTo>
                  <a:cubicBezTo>
                    <a:pt x="34" y="174"/>
                    <a:pt x="67" y="191"/>
                    <a:pt x="83" y="191"/>
                  </a:cubicBezTo>
                  <a:cubicBezTo>
                    <a:pt x="104" y="191"/>
                    <a:pt x="137" y="191"/>
                    <a:pt x="153" y="174"/>
                  </a:cubicBezTo>
                  <a:cubicBezTo>
                    <a:pt x="153" y="174"/>
                    <a:pt x="170" y="174"/>
                    <a:pt x="186" y="158"/>
                  </a:cubicBezTo>
                  <a:cubicBezTo>
                    <a:pt x="207" y="137"/>
                    <a:pt x="223" y="121"/>
                    <a:pt x="240" y="88"/>
                  </a:cubicBezTo>
                  <a:cubicBezTo>
                    <a:pt x="256" y="34"/>
                    <a:pt x="223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7"/>
            <p:cNvSpPr/>
            <p:nvPr/>
          </p:nvSpPr>
          <p:spPr>
            <a:xfrm>
              <a:off x="4789725" y="2454975"/>
              <a:ext cx="6400" cy="4925"/>
            </a:xfrm>
            <a:custGeom>
              <a:avLst/>
              <a:gdLst/>
              <a:ahLst/>
              <a:cxnLst/>
              <a:rect l="l" t="t" r="r" b="b"/>
              <a:pathLst>
                <a:path w="256" h="197" extrusionOk="0">
                  <a:moveTo>
                    <a:pt x="169" y="0"/>
                  </a:moveTo>
                  <a:cubicBezTo>
                    <a:pt x="153" y="0"/>
                    <a:pt x="120" y="0"/>
                    <a:pt x="103" y="21"/>
                  </a:cubicBezTo>
                  <a:cubicBezTo>
                    <a:pt x="49" y="37"/>
                    <a:pt x="0" y="103"/>
                    <a:pt x="17" y="157"/>
                  </a:cubicBezTo>
                  <a:cubicBezTo>
                    <a:pt x="29" y="181"/>
                    <a:pt x="69" y="196"/>
                    <a:pt x="110" y="196"/>
                  </a:cubicBezTo>
                  <a:cubicBezTo>
                    <a:pt x="125" y="196"/>
                    <a:pt x="139" y="194"/>
                    <a:pt x="153" y="190"/>
                  </a:cubicBezTo>
                  <a:cubicBezTo>
                    <a:pt x="169" y="173"/>
                    <a:pt x="190" y="157"/>
                    <a:pt x="206" y="157"/>
                  </a:cubicBezTo>
                  <a:cubicBezTo>
                    <a:pt x="239" y="124"/>
                    <a:pt x="256" y="87"/>
                    <a:pt x="256" y="54"/>
                  </a:cubicBezTo>
                  <a:cubicBezTo>
                    <a:pt x="239" y="21"/>
                    <a:pt x="206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7"/>
            <p:cNvSpPr/>
            <p:nvPr/>
          </p:nvSpPr>
          <p:spPr>
            <a:xfrm>
              <a:off x="4788375" y="24452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1" y="1"/>
                  </a:moveTo>
                  <a:cubicBezTo>
                    <a:pt x="152" y="1"/>
                    <a:pt x="130" y="5"/>
                    <a:pt x="103" y="13"/>
                  </a:cubicBezTo>
                  <a:cubicBezTo>
                    <a:pt x="54" y="30"/>
                    <a:pt x="17" y="63"/>
                    <a:pt x="17" y="100"/>
                  </a:cubicBezTo>
                  <a:cubicBezTo>
                    <a:pt x="0" y="116"/>
                    <a:pt x="0" y="133"/>
                    <a:pt x="17" y="149"/>
                  </a:cubicBezTo>
                  <a:cubicBezTo>
                    <a:pt x="17" y="173"/>
                    <a:pt x="54" y="190"/>
                    <a:pt x="100" y="190"/>
                  </a:cubicBezTo>
                  <a:cubicBezTo>
                    <a:pt x="118" y="190"/>
                    <a:pt x="138" y="188"/>
                    <a:pt x="157" y="182"/>
                  </a:cubicBezTo>
                  <a:cubicBezTo>
                    <a:pt x="223" y="149"/>
                    <a:pt x="260" y="79"/>
                    <a:pt x="244" y="46"/>
                  </a:cubicBezTo>
                  <a:cubicBezTo>
                    <a:pt x="244" y="30"/>
                    <a:pt x="223" y="13"/>
                    <a:pt x="223" y="13"/>
                  </a:cubicBezTo>
                  <a:cubicBezTo>
                    <a:pt x="207" y="5"/>
                    <a:pt x="190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7"/>
            <p:cNvSpPr/>
            <p:nvPr/>
          </p:nvSpPr>
          <p:spPr>
            <a:xfrm>
              <a:off x="4814150" y="2477325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73" y="1"/>
                  </a:moveTo>
                  <a:cubicBezTo>
                    <a:pt x="140" y="1"/>
                    <a:pt x="103" y="1"/>
                    <a:pt x="87" y="34"/>
                  </a:cubicBezTo>
                  <a:cubicBezTo>
                    <a:pt x="54" y="55"/>
                    <a:pt x="37" y="71"/>
                    <a:pt x="17" y="104"/>
                  </a:cubicBezTo>
                  <a:cubicBezTo>
                    <a:pt x="0" y="158"/>
                    <a:pt x="37" y="191"/>
                    <a:pt x="103" y="191"/>
                  </a:cubicBezTo>
                  <a:lnTo>
                    <a:pt x="157" y="191"/>
                  </a:lnTo>
                  <a:cubicBezTo>
                    <a:pt x="173" y="174"/>
                    <a:pt x="173" y="174"/>
                    <a:pt x="190" y="174"/>
                  </a:cubicBezTo>
                  <a:cubicBezTo>
                    <a:pt x="223" y="137"/>
                    <a:pt x="243" y="121"/>
                    <a:pt x="243" y="104"/>
                  </a:cubicBezTo>
                  <a:cubicBezTo>
                    <a:pt x="260" y="34"/>
                    <a:pt x="22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7"/>
            <p:cNvSpPr/>
            <p:nvPr/>
          </p:nvSpPr>
          <p:spPr>
            <a:xfrm>
              <a:off x="4842900" y="23613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57" y="1"/>
                    <a:pt x="124" y="1"/>
                    <a:pt x="87" y="17"/>
                  </a:cubicBezTo>
                  <a:cubicBezTo>
                    <a:pt x="54" y="34"/>
                    <a:pt x="38" y="71"/>
                    <a:pt x="38" y="87"/>
                  </a:cubicBezTo>
                  <a:cubicBezTo>
                    <a:pt x="0" y="137"/>
                    <a:pt x="38" y="190"/>
                    <a:pt x="103" y="190"/>
                  </a:cubicBezTo>
                  <a:cubicBezTo>
                    <a:pt x="124" y="190"/>
                    <a:pt x="157" y="190"/>
                    <a:pt x="174" y="174"/>
                  </a:cubicBezTo>
                  <a:cubicBezTo>
                    <a:pt x="174" y="174"/>
                    <a:pt x="190" y="174"/>
                    <a:pt x="190" y="157"/>
                  </a:cubicBezTo>
                  <a:cubicBezTo>
                    <a:pt x="227" y="137"/>
                    <a:pt x="244" y="120"/>
                    <a:pt x="260" y="87"/>
                  </a:cubicBezTo>
                  <a:cubicBezTo>
                    <a:pt x="260" y="71"/>
                    <a:pt x="260" y="34"/>
                    <a:pt x="244" y="17"/>
                  </a:cubicBezTo>
                  <a:cubicBezTo>
                    <a:pt x="244" y="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7"/>
            <p:cNvSpPr/>
            <p:nvPr/>
          </p:nvSpPr>
          <p:spPr>
            <a:xfrm>
              <a:off x="4808575" y="2465575"/>
              <a:ext cx="6525" cy="4875"/>
            </a:xfrm>
            <a:custGeom>
              <a:avLst/>
              <a:gdLst/>
              <a:ahLst/>
              <a:cxnLst/>
              <a:rect l="l" t="t" r="r" b="b"/>
              <a:pathLst>
                <a:path w="261" h="195" extrusionOk="0">
                  <a:moveTo>
                    <a:pt x="155" y="0"/>
                  </a:moveTo>
                  <a:cubicBezTo>
                    <a:pt x="144" y="0"/>
                    <a:pt x="132" y="2"/>
                    <a:pt x="120" y="9"/>
                  </a:cubicBezTo>
                  <a:cubicBezTo>
                    <a:pt x="87" y="9"/>
                    <a:pt x="71" y="26"/>
                    <a:pt x="33" y="59"/>
                  </a:cubicBezTo>
                  <a:cubicBezTo>
                    <a:pt x="17" y="75"/>
                    <a:pt x="1" y="92"/>
                    <a:pt x="1" y="129"/>
                  </a:cubicBezTo>
                  <a:cubicBezTo>
                    <a:pt x="1" y="145"/>
                    <a:pt x="17" y="178"/>
                    <a:pt x="33" y="178"/>
                  </a:cubicBezTo>
                  <a:cubicBezTo>
                    <a:pt x="54" y="195"/>
                    <a:pt x="87" y="195"/>
                    <a:pt x="120" y="195"/>
                  </a:cubicBezTo>
                  <a:cubicBezTo>
                    <a:pt x="120" y="195"/>
                    <a:pt x="137" y="195"/>
                    <a:pt x="137" y="178"/>
                  </a:cubicBezTo>
                  <a:cubicBezTo>
                    <a:pt x="174" y="178"/>
                    <a:pt x="190" y="162"/>
                    <a:pt x="207" y="145"/>
                  </a:cubicBezTo>
                  <a:cubicBezTo>
                    <a:pt x="240" y="92"/>
                    <a:pt x="260" y="42"/>
                    <a:pt x="207" y="9"/>
                  </a:cubicBezTo>
                  <a:cubicBezTo>
                    <a:pt x="196" y="9"/>
                    <a:pt x="177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7"/>
            <p:cNvSpPr/>
            <p:nvPr/>
          </p:nvSpPr>
          <p:spPr>
            <a:xfrm>
              <a:off x="4804250" y="24898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63" y="0"/>
                  </a:moveTo>
                  <a:cubicBezTo>
                    <a:pt x="143" y="0"/>
                    <a:pt x="122" y="6"/>
                    <a:pt x="103" y="17"/>
                  </a:cubicBezTo>
                  <a:cubicBezTo>
                    <a:pt x="54" y="34"/>
                    <a:pt x="37" y="50"/>
                    <a:pt x="21" y="87"/>
                  </a:cubicBezTo>
                  <a:cubicBezTo>
                    <a:pt x="0" y="104"/>
                    <a:pt x="0" y="120"/>
                    <a:pt x="0" y="137"/>
                  </a:cubicBezTo>
                  <a:cubicBezTo>
                    <a:pt x="21" y="174"/>
                    <a:pt x="21" y="174"/>
                    <a:pt x="54" y="190"/>
                  </a:cubicBezTo>
                  <a:cubicBezTo>
                    <a:pt x="59" y="196"/>
                    <a:pt x="67" y="198"/>
                    <a:pt x="75" y="198"/>
                  </a:cubicBezTo>
                  <a:cubicBezTo>
                    <a:pt x="93" y="198"/>
                    <a:pt x="116" y="190"/>
                    <a:pt x="141" y="190"/>
                  </a:cubicBezTo>
                  <a:cubicBezTo>
                    <a:pt x="206" y="153"/>
                    <a:pt x="260" y="87"/>
                    <a:pt x="244" y="50"/>
                  </a:cubicBezTo>
                  <a:cubicBezTo>
                    <a:pt x="233" y="18"/>
                    <a:pt x="200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7"/>
            <p:cNvSpPr/>
            <p:nvPr/>
          </p:nvSpPr>
          <p:spPr>
            <a:xfrm>
              <a:off x="4798675" y="2478675"/>
              <a:ext cx="6525" cy="4675"/>
            </a:xfrm>
            <a:custGeom>
              <a:avLst/>
              <a:gdLst/>
              <a:ahLst/>
              <a:cxnLst/>
              <a:rect l="l" t="t" r="r" b="b"/>
              <a:pathLst>
                <a:path w="261" h="187" extrusionOk="0">
                  <a:moveTo>
                    <a:pt x="174" y="1"/>
                  </a:moveTo>
                  <a:cubicBezTo>
                    <a:pt x="141" y="1"/>
                    <a:pt x="120" y="1"/>
                    <a:pt x="87" y="17"/>
                  </a:cubicBezTo>
                  <a:cubicBezTo>
                    <a:pt x="54" y="34"/>
                    <a:pt x="38" y="67"/>
                    <a:pt x="17" y="104"/>
                  </a:cubicBezTo>
                  <a:cubicBezTo>
                    <a:pt x="1" y="153"/>
                    <a:pt x="38" y="186"/>
                    <a:pt x="87" y="186"/>
                  </a:cubicBezTo>
                  <a:lnTo>
                    <a:pt x="141" y="186"/>
                  </a:lnTo>
                  <a:cubicBezTo>
                    <a:pt x="141" y="186"/>
                    <a:pt x="157" y="186"/>
                    <a:pt x="157" y="170"/>
                  </a:cubicBezTo>
                  <a:lnTo>
                    <a:pt x="190" y="170"/>
                  </a:lnTo>
                  <a:cubicBezTo>
                    <a:pt x="207" y="137"/>
                    <a:pt x="244" y="120"/>
                    <a:pt x="244" y="83"/>
                  </a:cubicBezTo>
                  <a:cubicBezTo>
                    <a:pt x="260" y="67"/>
                    <a:pt x="260" y="50"/>
                    <a:pt x="244" y="17"/>
                  </a:cubicBezTo>
                  <a:cubicBezTo>
                    <a:pt x="223" y="1"/>
                    <a:pt x="19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7"/>
            <p:cNvSpPr/>
            <p:nvPr/>
          </p:nvSpPr>
          <p:spPr>
            <a:xfrm>
              <a:off x="4855375" y="2362200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73" y="1"/>
                  </a:moveTo>
                  <a:cubicBezTo>
                    <a:pt x="157" y="1"/>
                    <a:pt x="140" y="1"/>
                    <a:pt x="103" y="21"/>
                  </a:cubicBezTo>
                  <a:cubicBezTo>
                    <a:pt x="54" y="54"/>
                    <a:pt x="0" y="104"/>
                    <a:pt x="17" y="157"/>
                  </a:cubicBezTo>
                  <a:cubicBezTo>
                    <a:pt x="30" y="189"/>
                    <a:pt x="61" y="200"/>
                    <a:pt x="96" y="200"/>
                  </a:cubicBezTo>
                  <a:cubicBezTo>
                    <a:pt x="116" y="200"/>
                    <a:pt x="137" y="196"/>
                    <a:pt x="157" y="190"/>
                  </a:cubicBezTo>
                  <a:cubicBezTo>
                    <a:pt x="173" y="174"/>
                    <a:pt x="190" y="174"/>
                    <a:pt x="206" y="157"/>
                  </a:cubicBezTo>
                  <a:cubicBezTo>
                    <a:pt x="244" y="124"/>
                    <a:pt x="260" y="87"/>
                    <a:pt x="260" y="54"/>
                  </a:cubicBezTo>
                  <a:cubicBezTo>
                    <a:pt x="244" y="21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7"/>
            <p:cNvSpPr/>
            <p:nvPr/>
          </p:nvSpPr>
          <p:spPr>
            <a:xfrm>
              <a:off x="4870825" y="236065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71" y="1"/>
                  </a:moveTo>
                  <a:cubicBezTo>
                    <a:pt x="156" y="1"/>
                    <a:pt x="139" y="5"/>
                    <a:pt x="120" y="13"/>
                  </a:cubicBezTo>
                  <a:cubicBezTo>
                    <a:pt x="87" y="13"/>
                    <a:pt x="54" y="30"/>
                    <a:pt x="38" y="46"/>
                  </a:cubicBezTo>
                  <a:cubicBezTo>
                    <a:pt x="17" y="83"/>
                    <a:pt x="1" y="100"/>
                    <a:pt x="1" y="133"/>
                  </a:cubicBezTo>
                  <a:cubicBezTo>
                    <a:pt x="1" y="149"/>
                    <a:pt x="1" y="166"/>
                    <a:pt x="38" y="186"/>
                  </a:cubicBezTo>
                  <a:cubicBezTo>
                    <a:pt x="54" y="203"/>
                    <a:pt x="71" y="203"/>
                    <a:pt x="104" y="203"/>
                  </a:cubicBezTo>
                  <a:cubicBezTo>
                    <a:pt x="120" y="203"/>
                    <a:pt x="141" y="186"/>
                    <a:pt x="141" y="186"/>
                  </a:cubicBezTo>
                  <a:cubicBezTo>
                    <a:pt x="157" y="186"/>
                    <a:pt x="174" y="166"/>
                    <a:pt x="190" y="149"/>
                  </a:cubicBezTo>
                  <a:cubicBezTo>
                    <a:pt x="244" y="100"/>
                    <a:pt x="244" y="46"/>
                    <a:pt x="207" y="13"/>
                  </a:cubicBezTo>
                  <a:cubicBezTo>
                    <a:pt x="199" y="5"/>
                    <a:pt x="186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7"/>
            <p:cNvSpPr/>
            <p:nvPr/>
          </p:nvSpPr>
          <p:spPr>
            <a:xfrm>
              <a:off x="4876400" y="23725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3" y="1"/>
                    <a:pt x="70" y="22"/>
                  </a:cubicBezTo>
                  <a:cubicBezTo>
                    <a:pt x="54" y="38"/>
                    <a:pt x="21" y="71"/>
                    <a:pt x="21" y="88"/>
                  </a:cubicBezTo>
                  <a:cubicBezTo>
                    <a:pt x="0" y="158"/>
                    <a:pt x="37" y="191"/>
                    <a:pt x="87" y="191"/>
                  </a:cubicBezTo>
                  <a:cubicBezTo>
                    <a:pt x="103" y="191"/>
                    <a:pt x="141" y="191"/>
                    <a:pt x="157" y="174"/>
                  </a:cubicBezTo>
                  <a:cubicBezTo>
                    <a:pt x="157" y="174"/>
                    <a:pt x="174" y="174"/>
                    <a:pt x="190" y="158"/>
                  </a:cubicBezTo>
                  <a:cubicBezTo>
                    <a:pt x="207" y="141"/>
                    <a:pt x="227" y="125"/>
                    <a:pt x="244" y="88"/>
                  </a:cubicBezTo>
                  <a:cubicBezTo>
                    <a:pt x="260" y="38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7"/>
            <p:cNvSpPr/>
            <p:nvPr/>
          </p:nvSpPr>
          <p:spPr>
            <a:xfrm>
              <a:off x="4885475" y="2360550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73" y="1"/>
                  </a:moveTo>
                  <a:cubicBezTo>
                    <a:pt x="103" y="1"/>
                    <a:pt x="33" y="50"/>
                    <a:pt x="17" y="104"/>
                  </a:cubicBezTo>
                  <a:cubicBezTo>
                    <a:pt x="0" y="153"/>
                    <a:pt x="33" y="207"/>
                    <a:pt x="87" y="207"/>
                  </a:cubicBezTo>
                  <a:cubicBezTo>
                    <a:pt x="103" y="207"/>
                    <a:pt x="136" y="190"/>
                    <a:pt x="153" y="190"/>
                  </a:cubicBezTo>
                  <a:cubicBezTo>
                    <a:pt x="153" y="190"/>
                    <a:pt x="173" y="170"/>
                    <a:pt x="190" y="170"/>
                  </a:cubicBezTo>
                  <a:cubicBezTo>
                    <a:pt x="206" y="153"/>
                    <a:pt x="223" y="120"/>
                    <a:pt x="239" y="104"/>
                  </a:cubicBezTo>
                  <a:cubicBezTo>
                    <a:pt x="256" y="67"/>
                    <a:pt x="239" y="50"/>
                    <a:pt x="239" y="34"/>
                  </a:cubicBezTo>
                  <a:cubicBezTo>
                    <a:pt x="223" y="17"/>
                    <a:pt x="190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7"/>
            <p:cNvSpPr/>
            <p:nvPr/>
          </p:nvSpPr>
          <p:spPr>
            <a:xfrm>
              <a:off x="4878550" y="2386725"/>
              <a:ext cx="4375" cy="4775"/>
            </a:xfrm>
            <a:custGeom>
              <a:avLst/>
              <a:gdLst/>
              <a:ahLst/>
              <a:cxnLst/>
              <a:rect l="l" t="t" r="r" b="b"/>
              <a:pathLst>
                <a:path w="175" h="191" extrusionOk="0">
                  <a:moveTo>
                    <a:pt x="174" y="1"/>
                  </a:moveTo>
                  <a:cubicBezTo>
                    <a:pt x="158" y="1"/>
                    <a:pt x="121" y="1"/>
                    <a:pt x="104" y="17"/>
                  </a:cubicBezTo>
                  <a:cubicBezTo>
                    <a:pt x="55" y="34"/>
                    <a:pt x="1" y="104"/>
                    <a:pt x="17" y="153"/>
                  </a:cubicBezTo>
                  <a:cubicBezTo>
                    <a:pt x="17" y="153"/>
                    <a:pt x="38" y="174"/>
                    <a:pt x="38" y="191"/>
                  </a:cubicBezTo>
                  <a:cubicBezTo>
                    <a:pt x="88" y="121"/>
                    <a:pt x="121" y="50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7"/>
            <p:cNvSpPr/>
            <p:nvPr/>
          </p:nvSpPr>
          <p:spPr>
            <a:xfrm>
              <a:off x="4896600" y="233902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20" y="0"/>
                    <a:pt x="87" y="21"/>
                  </a:cubicBezTo>
                  <a:cubicBezTo>
                    <a:pt x="54" y="37"/>
                    <a:pt x="38" y="70"/>
                    <a:pt x="38" y="87"/>
                  </a:cubicBezTo>
                  <a:cubicBezTo>
                    <a:pt x="0" y="140"/>
                    <a:pt x="38" y="190"/>
                    <a:pt x="104" y="190"/>
                  </a:cubicBezTo>
                  <a:cubicBezTo>
                    <a:pt x="120" y="190"/>
                    <a:pt x="141" y="190"/>
                    <a:pt x="174" y="173"/>
                  </a:cubicBezTo>
                  <a:cubicBezTo>
                    <a:pt x="174" y="173"/>
                    <a:pt x="190" y="173"/>
                    <a:pt x="190" y="157"/>
                  </a:cubicBezTo>
                  <a:cubicBezTo>
                    <a:pt x="223" y="140"/>
                    <a:pt x="244" y="124"/>
                    <a:pt x="260" y="87"/>
                  </a:cubicBezTo>
                  <a:cubicBezTo>
                    <a:pt x="260" y="70"/>
                    <a:pt x="260" y="37"/>
                    <a:pt x="244" y="21"/>
                  </a:cubicBezTo>
                  <a:cubicBezTo>
                    <a:pt x="223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7"/>
            <p:cNvSpPr/>
            <p:nvPr/>
          </p:nvSpPr>
          <p:spPr>
            <a:xfrm>
              <a:off x="4891850" y="23270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7" y="1"/>
                  </a:moveTo>
                  <a:cubicBezTo>
                    <a:pt x="141" y="1"/>
                    <a:pt x="104" y="17"/>
                    <a:pt x="71" y="34"/>
                  </a:cubicBezTo>
                  <a:cubicBezTo>
                    <a:pt x="38" y="50"/>
                    <a:pt x="21" y="67"/>
                    <a:pt x="21" y="104"/>
                  </a:cubicBezTo>
                  <a:cubicBezTo>
                    <a:pt x="1" y="153"/>
                    <a:pt x="38" y="190"/>
                    <a:pt x="87" y="190"/>
                  </a:cubicBezTo>
                  <a:lnTo>
                    <a:pt x="157" y="190"/>
                  </a:lnTo>
                  <a:cubicBezTo>
                    <a:pt x="157" y="170"/>
                    <a:pt x="174" y="170"/>
                    <a:pt x="174" y="170"/>
                  </a:cubicBezTo>
                  <a:cubicBezTo>
                    <a:pt x="207" y="153"/>
                    <a:pt x="228" y="120"/>
                    <a:pt x="244" y="104"/>
                  </a:cubicBezTo>
                  <a:cubicBezTo>
                    <a:pt x="261" y="34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7"/>
            <p:cNvSpPr/>
            <p:nvPr/>
          </p:nvSpPr>
          <p:spPr>
            <a:xfrm>
              <a:off x="4885875" y="234932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37" y="0"/>
                    <a:pt x="104" y="21"/>
                    <a:pt x="87" y="37"/>
                  </a:cubicBezTo>
                  <a:cubicBezTo>
                    <a:pt x="54" y="54"/>
                    <a:pt x="34" y="70"/>
                    <a:pt x="17" y="103"/>
                  </a:cubicBezTo>
                  <a:cubicBezTo>
                    <a:pt x="1" y="157"/>
                    <a:pt x="34" y="190"/>
                    <a:pt x="104" y="190"/>
                  </a:cubicBezTo>
                  <a:lnTo>
                    <a:pt x="157" y="190"/>
                  </a:lnTo>
                  <a:cubicBezTo>
                    <a:pt x="174" y="173"/>
                    <a:pt x="174" y="173"/>
                    <a:pt x="190" y="173"/>
                  </a:cubicBezTo>
                  <a:cubicBezTo>
                    <a:pt x="223" y="157"/>
                    <a:pt x="240" y="124"/>
                    <a:pt x="240" y="103"/>
                  </a:cubicBezTo>
                  <a:cubicBezTo>
                    <a:pt x="260" y="70"/>
                    <a:pt x="260" y="54"/>
                    <a:pt x="240" y="37"/>
                  </a:cubicBezTo>
                  <a:cubicBezTo>
                    <a:pt x="223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7"/>
            <p:cNvSpPr/>
            <p:nvPr/>
          </p:nvSpPr>
          <p:spPr>
            <a:xfrm>
              <a:off x="4900525" y="2301675"/>
              <a:ext cx="6825" cy="4950"/>
            </a:xfrm>
            <a:custGeom>
              <a:avLst/>
              <a:gdLst/>
              <a:ahLst/>
              <a:cxnLst/>
              <a:rect l="l" t="t" r="r" b="b"/>
              <a:pathLst>
                <a:path w="273" h="198" extrusionOk="0">
                  <a:moveTo>
                    <a:pt x="177" y="1"/>
                  </a:moveTo>
                  <a:cubicBezTo>
                    <a:pt x="157" y="1"/>
                    <a:pt x="137" y="6"/>
                    <a:pt x="120" y="18"/>
                  </a:cubicBezTo>
                  <a:cubicBezTo>
                    <a:pt x="50" y="35"/>
                    <a:pt x="0" y="105"/>
                    <a:pt x="17" y="154"/>
                  </a:cubicBezTo>
                  <a:cubicBezTo>
                    <a:pt x="29" y="181"/>
                    <a:pt x="70" y="198"/>
                    <a:pt x="111" y="198"/>
                  </a:cubicBezTo>
                  <a:cubicBezTo>
                    <a:pt x="125" y="198"/>
                    <a:pt x="140" y="196"/>
                    <a:pt x="153" y="191"/>
                  </a:cubicBezTo>
                  <a:cubicBezTo>
                    <a:pt x="223" y="154"/>
                    <a:pt x="272" y="88"/>
                    <a:pt x="256" y="51"/>
                  </a:cubicBezTo>
                  <a:cubicBezTo>
                    <a:pt x="245" y="19"/>
                    <a:pt x="212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7"/>
            <p:cNvSpPr/>
            <p:nvPr/>
          </p:nvSpPr>
          <p:spPr>
            <a:xfrm>
              <a:off x="4856700" y="240817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3" y="1"/>
                  </a:moveTo>
                  <a:cubicBezTo>
                    <a:pt x="137" y="1"/>
                    <a:pt x="104" y="17"/>
                    <a:pt x="67" y="38"/>
                  </a:cubicBezTo>
                  <a:cubicBezTo>
                    <a:pt x="34" y="54"/>
                    <a:pt x="17" y="87"/>
                    <a:pt x="17" y="104"/>
                  </a:cubicBezTo>
                  <a:cubicBezTo>
                    <a:pt x="1" y="141"/>
                    <a:pt x="1" y="157"/>
                    <a:pt x="17" y="174"/>
                  </a:cubicBezTo>
                  <a:cubicBezTo>
                    <a:pt x="34" y="190"/>
                    <a:pt x="50" y="207"/>
                    <a:pt x="87" y="207"/>
                  </a:cubicBezTo>
                  <a:cubicBezTo>
                    <a:pt x="104" y="207"/>
                    <a:pt x="120" y="207"/>
                    <a:pt x="153" y="190"/>
                  </a:cubicBezTo>
                  <a:cubicBezTo>
                    <a:pt x="153" y="190"/>
                    <a:pt x="170" y="190"/>
                    <a:pt x="170" y="174"/>
                  </a:cubicBezTo>
                  <a:cubicBezTo>
                    <a:pt x="207" y="157"/>
                    <a:pt x="224" y="141"/>
                    <a:pt x="240" y="104"/>
                  </a:cubicBezTo>
                  <a:cubicBezTo>
                    <a:pt x="257" y="54"/>
                    <a:pt x="22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7"/>
            <p:cNvSpPr/>
            <p:nvPr/>
          </p:nvSpPr>
          <p:spPr>
            <a:xfrm>
              <a:off x="4852800" y="2396225"/>
              <a:ext cx="6925" cy="4650"/>
            </a:xfrm>
            <a:custGeom>
              <a:avLst/>
              <a:gdLst/>
              <a:ahLst/>
              <a:cxnLst/>
              <a:rect l="l" t="t" r="r" b="b"/>
              <a:pathLst>
                <a:path w="277" h="186" extrusionOk="0">
                  <a:moveTo>
                    <a:pt x="173" y="0"/>
                  </a:moveTo>
                  <a:cubicBezTo>
                    <a:pt x="140" y="0"/>
                    <a:pt x="103" y="0"/>
                    <a:pt x="87" y="17"/>
                  </a:cubicBezTo>
                  <a:cubicBezTo>
                    <a:pt x="54" y="50"/>
                    <a:pt x="37" y="66"/>
                    <a:pt x="17" y="103"/>
                  </a:cubicBezTo>
                  <a:cubicBezTo>
                    <a:pt x="0" y="153"/>
                    <a:pt x="37" y="186"/>
                    <a:pt x="103" y="186"/>
                  </a:cubicBezTo>
                  <a:cubicBezTo>
                    <a:pt x="120" y="186"/>
                    <a:pt x="140" y="186"/>
                    <a:pt x="157" y="169"/>
                  </a:cubicBezTo>
                  <a:lnTo>
                    <a:pt x="190" y="169"/>
                  </a:lnTo>
                  <a:cubicBezTo>
                    <a:pt x="223" y="136"/>
                    <a:pt x="243" y="120"/>
                    <a:pt x="260" y="83"/>
                  </a:cubicBezTo>
                  <a:cubicBezTo>
                    <a:pt x="276" y="33"/>
                    <a:pt x="24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7"/>
            <p:cNvSpPr/>
            <p:nvPr/>
          </p:nvSpPr>
          <p:spPr>
            <a:xfrm>
              <a:off x="4847225" y="2386725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72" y="0"/>
                  </a:moveTo>
                  <a:cubicBezTo>
                    <a:pt x="134" y="0"/>
                    <a:pt x="86" y="18"/>
                    <a:pt x="54" y="50"/>
                  </a:cubicBezTo>
                  <a:cubicBezTo>
                    <a:pt x="1" y="104"/>
                    <a:pt x="1" y="153"/>
                    <a:pt x="54" y="191"/>
                  </a:cubicBezTo>
                  <a:cubicBezTo>
                    <a:pt x="62" y="199"/>
                    <a:pt x="75" y="203"/>
                    <a:pt x="89" y="203"/>
                  </a:cubicBezTo>
                  <a:cubicBezTo>
                    <a:pt x="104" y="203"/>
                    <a:pt x="120" y="199"/>
                    <a:pt x="137" y="191"/>
                  </a:cubicBezTo>
                  <a:lnTo>
                    <a:pt x="157" y="191"/>
                  </a:lnTo>
                  <a:cubicBezTo>
                    <a:pt x="190" y="174"/>
                    <a:pt x="207" y="174"/>
                    <a:pt x="223" y="153"/>
                  </a:cubicBezTo>
                  <a:cubicBezTo>
                    <a:pt x="260" y="104"/>
                    <a:pt x="277" y="34"/>
                    <a:pt x="223" y="17"/>
                  </a:cubicBezTo>
                  <a:cubicBezTo>
                    <a:pt x="212" y="6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7"/>
            <p:cNvSpPr/>
            <p:nvPr/>
          </p:nvSpPr>
          <p:spPr>
            <a:xfrm>
              <a:off x="4865675" y="23390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21"/>
                    <a:pt x="71" y="37"/>
                  </a:cubicBezTo>
                  <a:cubicBezTo>
                    <a:pt x="54" y="54"/>
                    <a:pt x="38" y="70"/>
                    <a:pt x="17" y="103"/>
                  </a:cubicBezTo>
                  <a:cubicBezTo>
                    <a:pt x="1" y="124"/>
                    <a:pt x="17" y="157"/>
                    <a:pt x="17" y="173"/>
                  </a:cubicBezTo>
                  <a:cubicBezTo>
                    <a:pt x="38" y="190"/>
                    <a:pt x="71" y="206"/>
                    <a:pt x="87" y="206"/>
                  </a:cubicBezTo>
                  <a:cubicBezTo>
                    <a:pt x="120" y="206"/>
                    <a:pt x="141" y="190"/>
                    <a:pt x="157" y="190"/>
                  </a:cubicBezTo>
                  <a:cubicBezTo>
                    <a:pt x="174" y="190"/>
                    <a:pt x="174" y="173"/>
                    <a:pt x="190" y="173"/>
                  </a:cubicBezTo>
                  <a:cubicBezTo>
                    <a:pt x="207" y="157"/>
                    <a:pt x="244" y="124"/>
                    <a:pt x="244" y="103"/>
                  </a:cubicBezTo>
                  <a:cubicBezTo>
                    <a:pt x="260" y="54"/>
                    <a:pt x="223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7"/>
            <p:cNvSpPr/>
            <p:nvPr/>
          </p:nvSpPr>
          <p:spPr>
            <a:xfrm>
              <a:off x="4783225" y="24795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20" y="1"/>
                    <a:pt x="87" y="17"/>
                    <a:pt x="70" y="34"/>
                  </a:cubicBezTo>
                  <a:cubicBezTo>
                    <a:pt x="37" y="50"/>
                    <a:pt x="17" y="71"/>
                    <a:pt x="0" y="104"/>
                  </a:cubicBezTo>
                  <a:cubicBezTo>
                    <a:pt x="0" y="120"/>
                    <a:pt x="0" y="153"/>
                    <a:pt x="17" y="174"/>
                  </a:cubicBezTo>
                  <a:cubicBezTo>
                    <a:pt x="17" y="190"/>
                    <a:pt x="54" y="207"/>
                    <a:pt x="87" y="207"/>
                  </a:cubicBezTo>
                  <a:cubicBezTo>
                    <a:pt x="103" y="207"/>
                    <a:pt x="120" y="190"/>
                    <a:pt x="140" y="190"/>
                  </a:cubicBezTo>
                  <a:cubicBezTo>
                    <a:pt x="157" y="174"/>
                    <a:pt x="157" y="174"/>
                    <a:pt x="173" y="174"/>
                  </a:cubicBezTo>
                  <a:cubicBezTo>
                    <a:pt x="206" y="153"/>
                    <a:pt x="223" y="120"/>
                    <a:pt x="223" y="104"/>
                  </a:cubicBezTo>
                  <a:cubicBezTo>
                    <a:pt x="260" y="50"/>
                    <a:pt x="22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7"/>
            <p:cNvSpPr/>
            <p:nvPr/>
          </p:nvSpPr>
          <p:spPr>
            <a:xfrm>
              <a:off x="4845075" y="2374675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73" y="1"/>
                  </a:moveTo>
                  <a:cubicBezTo>
                    <a:pt x="140" y="1"/>
                    <a:pt x="103" y="1"/>
                    <a:pt x="70" y="38"/>
                  </a:cubicBezTo>
                  <a:cubicBezTo>
                    <a:pt x="54" y="54"/>
                    <a:pt x="37" y="71"/>
                    <a:pt x="16" y="104"/>
                  </a:cubicBezTo>
                  <a:cubicBezTo>
                    <a:pt x="0" y="120"/>
                    <a:pt x="16" y="157"/>
                    <a:pt x="16" y="174"/>
                  </a:cubicBezTo>
                  <a:cubicBezTo>
                    <a:pt x="37" y="190"/>
                    <a:pt x="70" y="190"/>
                    <a:pt x="87" y="190"/>
                  </a:cubicBezTo>
                  <a:lnTo>
                    <a:pt x="157" y="190"/>
                  </a:lnTo>
                  <a:cubicBezTo>
                    <a:pt x="173" y="174"/>
                    <a:pt x="173" y="174"/>
                    <a:pt x="190" y="174"/>
                  </a:cubicBezTo>
                  <a:cubicBezTo>
                    <a:pt x="206" y="157"/>
                    <a:pt x="243" y="120"/>
                    <a:pt x="243" y="104"/>
                  </a:cubicBezTo>
                  <a:cubicBezTo>
                    <a:pt x="260" y="38"/>
                    <a:pt x="22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7"/>
            <p:cNvSpPr/>
            <p:nvPr/>
          </p:nvSpPr>
          <p:spPr>
            <a:xfrm>
              <a:off x="4818875" y="2443850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37" y="0"/>
                  </a:moveTo>
                  <a:cubicBezTo>
                    <a:pt x="104" y="17"/>
                    <a:pt x="87" y="33"/>
                    <a:pt x="54" y="54"/>
                  </a:cubicBezTo>
                  <a:cubicBezTo>
                    <a:pt x="1" y="103"/>
                    <a:pt x="1" y="157"/>
                    <a:pt x="54" y="190"/>
                  </a:cubicBezTo>
                  <a:cubicBezTo>
                    <a:pt x="63" y="198"/>
                    <a:pt x="75" y="202"/>
                    <a:pt x="87" y="202"/>
                  </a:cubicBezTo>
                  <a:cubicBezTo>
                    <a:pt x="100" y="202"/>
                    <a:pt x="112" y="198"/>
                    <a:pt x="120" y="190"/>
                  </a:cubicBezTo>
                  <a:lnTo>
                    <a:pt x="157" y="190"/>
                  </a:lnTo>
                  <a:cubicBezTo>
                    <a:pt x="174" y="173"/>
                    <a:pt x="207" y="157"/>
                    <a:pt x="207" y="157"/>
                  </a:cubicBezTo>
                  <a:cubicBezTo>
                    <a:pt x="240" y="120"/>
                    <a:pt x="261" y="103"/>
                    <a:pt x="261" y="70"/>
                  </a:cubicBezTo>
                  <a:cubicBezTo>
                    <a:pt x="261" y="54"/>
                    <a:pt x="240" y="33"/>
                    <a:pt x="223" y="17"/>
                  </a:cubicBezTo>
                  <a:cubicBezTo>
                    <a:pt x="207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7"/>
            <p:cNvSpPr/>
            <p:nvPr/>
          </p:nvSpPr>
          <p:spPr>
            <a:xfrm>
              <a:off x="4724375" y="24902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4"/>
                    <a:pt x="37" y="70"/>
                    <a:pt x="21" y="103"/>
                  </a:cubicBezTo>
                  <a:cubicBezTo>
                    <a:pt x="0" y="157"/>
                    <a:pt x="37" y="206"/>
                    <a:pt x="87" y="206"/>
                  </a:cubicBezTo>
                  <a:cubicBezTo>
                    <a:pt x="124" y="206"/>
                    <a:pt x="140" y="190"/>
                    <a:pt x="157" y="190"/>
                  </a:cubicBezTo>
                  <a:cubicBezTo>
                    <a:pt x="190" y="173"/>
                    <a:pt x="227" y="136"/>
                    <a:pt x="243" y="103"/>
                  </a:cubicBezTo>
                  <a:cubicBezTo>
                    <a:pt x="260" y="54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7"/>
            <p:cNvSpPr/>
            <p:nvPr/>
          </p:nvSpPr>
          <p:spPr>
            <a:xfrm>
              <a:off x="4720975" y="2479500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73" y="1"/>
                  </a:moveTo>
                  <a:cubicBezTo>
                    <a:pt x="136" y="1"/>
                    <a:pt x="103" y="17"/>
                    <a:pt x="70" y="34"/>
                  </a:cubicBezTo>
                  <a:cubicBezTo>
                    <a:pt x="54" y="50"/>
                    <a:pt x="17" y="71"/>
                    <a:pt x="17" y="104"/>
                  </a:cubicBezTo>
                  <a:cubicBezTo>
                    <a:pt x="0" y="120"/>
                    <a:pt x="17" y="153"/>
                    <a:pt x="17" y="174"/>
                  </a:cubicBezTo>
                  <a:cubicBezTo>
                    <a:pt x="33" y="190"/>
                    <a:pt x="70" y="190"/>
                    <a:pt x="87" y="190"/>
                  </a:cubicBezTo>
                  <a:lnTo>
                    <a:pt x="157" y="190"/>
                  </a:lnTo>
                  <a:cubicBezTo>
                    <a:pt x="173" y="174"/>
                    <a:pt x="173" y="174"/>
                    <a:pt x="190" y="174"/>
                  </a:cubicBezTo>
                  <a:cubicBezTo>
                    <a:pt x="206" y="153"/>
                    <a:pt x="239" y="120"/>
                    <a:pt x="239" y="104"/>
                  </a:cubicBezTo>
                  <a:cubicBezTo>
                    <a:pt x="260" y="50"/>
                    <a:pt x="22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7"/>
            <p:cNvSpPr/>
            <p:nvPr/>
          </p:nvSpPr>
          <p:spPr>
            <a:xfrm>
              <a:off x="4716225" y="246815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1" y="0"/>
                  </a:moveTo>
                  <a:cubicBezTo>
                    <a:pt x="153" y="0"/>
                    <a:pt x="146" y="2"/>
                    <a:pt x="141" y="9"/>
                  </a:cubicBezTo>
                  <a:cubicBezTo>
                    <a:pt x="103" y="9"/>
                    <a:pt x="70" y="26"/>
                    <a:pt x="54" y="59"/>
                  </a:cubicBezTo>
                  <a:cubicBezTo>
                    <a:pt x="0" y="92"/>
                    <a:pt x="0" y="162"/>
                    <a:pt x="37" y="178"/>
                  </a:cubicBezTo>
                  <a:cubicBezTo>
                    <a:pt x="54" y="195"/>
                    <a:pt x="87" y="195"/>
                    <a:pt x="120" y="195"/>
                  </a:cubicBezTo>
                  <a:cubicBezTo>
                    <a:pt x="141" y="195"/>
                    <a:pt x="141" y="195"/>
                    <a:pt x="157" y="178"/>
                  </a:cubicBezTo>
                  <a:cubicBezTo>
                    <a:pt x="174" y="178"/>
                    <a:pt x="190" y="162"/>
                    <a:pt x="207" y="145"/>
                  </a:cubicBezTo>
                  <a:cubicBezTo>
                    <a:pt x="223" y="129"/>
                    <a:pt x="244" y="92"/>
                    <a:pt x="244" y="75"/>
                  </a:cubicBezTo>
                  <a:cubicBezTo>
                    <a:pt x="244" y="42"/>
                    <a:pt x="244" y="26"/>
                    <a:pt x="207" y="9"/>
                  </a:cubicBezTo>
                  <a:cubicBezTo>
                    <a:pt x="196" y="9"/>
                    <a:pt x="177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7"/>
            <p:cNvSpPr/>
            <p:nvPr/>
          </p:nvSpPr>
          <p:spPr>
            <a:xfrm>
              <a:off x="4713650" y="2457750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67" y="0"/>
                  </a:moveTo>
                  <a:cubicBezTo>
                    <a:pt x="146" y="0"/>
                    <a:pt x="124" y="5"/>
                    <a:pt x="103" y="13"/>
                  </a:cubicBezTo>
                  <a:cubicBezTo>
                    <a:pt x="37" y="46"/>
                    <a:pt x="0" y="95"/>
                    <a:pt x="0" y="149"/>
                  </a:cubicBezTo>
                  <a:cubicBezTo>
                    <a:pt x="11" y="181"/>
                    <a:pt x="44" y="201"/>
                    <a:pt x="85" y="201"/>
                  </a:cubicBezTo>
                  <a:cubicBezTo>
                    <a:pt x="108" y="201"/>
                    <a:pt x="132" y="195"/>
                    <a:pt x="157" y="182"/>
                  </a:cubicBezTo>
                  <a:cubicBezTo>
                    <a:pt x="206" y="149"/>
                    <a:pt x="260" y="95"/>
                    <a:pt x="244" y="46"/>
                  </a:cubicBezTo>
                  <a:cubicBezTo>
                    <a:pt x="231" y="13"/>
                    <a:pt x="20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7"/>
            <p:cNvSpPr/>
            <p:nvPr/>
          </p:nvSpPr>
          <p:spPr>
            <a:xfrm>
              <a:off x="4733850" y="243352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4" y="1"/>
                  </a:moveTo>
                  <a:cubicBezTo>
                    <a:pt x="157" y="1"/>
                    <a:pt x="120" y="1"/>
                    <a:pt x="87" y="17"/>
                  </a:cubicBezTo>
                  <a:cubicBezTo>
                    <a:pt x="54" y="34"/>
                    <a:pt x="33" y="71"/>
                    <a:pt x="33" y="87"/>
                  </a:cubicBezTo>
                  <a:cubicBezTo>
                    <a:pt x="0" y="157"/>
                    <a:pt x="33" y="190"/>
                    <a:pt x="103" y="190"/>
                  </a:cubicBezTo>
                  <a:cubicBezTo>
                    <a:pt x="120" y="190"/>
                    <a:pt x="157" y="190"/>
                    <a:pt x="174" y="174"/>
                  </a:cubicBezTo>
                  <a:cubicBezTo>
                    <a:pt x="174" y="174"/>
                    <a:pt x="190" y="174"/>
                    <a:pt x="190" y="157"/>
                  </a:cubicBezTo>
                  <a:cubicBezTo>
                    <a:pt x="223" y="137"/>
                    <a:pt x="240" y="120"/>
                    <a:pt x="260" y="87"/>
                  </a:cubicBezTo>
                  <a:cubicBezTo>
                    <a:pt x="277" y="34"/>
                    <a:pt x="24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7"/>
            <p:cNvSpPr/>
            <p:nvPr/>
          </p:nvSpPr>
          <p:spPr>
            <a:xfrm>
              <a:off x="4781050" y="24662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71" y="17"/>
                  </a:cubicBezTo>
                  <a:cubicBezTo>
                    <a:pt x="54" y="50"/>
                    <a:pt x="21" y="67"/>
                    <a:pt x="21" y="104"/>
                  </a:cubicBezTo>
                  <a:cubicBezTo>
                    <a:pt x="1" y="153"/>
                    <a:pt x="38" y="190"/>
                    <a:pt x="87" y="190"/>
                  </a:cubicBezTo>
                  <a:cubicBezTo>
                    <a:pt x="124" y="190"/>
                    <a:pt x="141" y="190"/>
                    <a:pt x="157" y="170"/>
                  </a:cubicBezTo>
                  <a:cubicBezTo>
                    <a:pt x="174" y="170"/>
                    <a:pt x="174" y="170"/>
                    <a:pt x="190" y="153"/>
                  </a:cubicBezTo>
                  <a:cubicBezTo>
                    <a:pt x="207" y="137"/>
                    <a:pt x="244" y="120"/>
                    <a:pt x="244" y="87"/>
                  </a:cubicBezTo>
                  <a:cubicBezTo>
                    <a:pt x="260" y="67"/>
                    <a:pt x="244" y="34"/>
                    <a:pt x="244" y="17"/>
                  </a:cubicBezTo>
                  <a:cubicBezTo>
                    <a:pt x="227" y="1"/>
                    <a:pt x="19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7"/>
            <p:cNvSpPr/>
            <p:nvPr/>
          </p:nvSpPr>
          <p:spPr>
            <a:xfrm>
              <a:off x="4729100" y="24683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17"/>
                    <a:pt x="71" y="33"/>
                  </a:cubicBezTo>
                  <a:cubicBezTo>
                    <a:pt x="54" y="50"/>
                    <a:pt x="17" y="83"/>
                    <a:pt x="17" y="103"/>
                  </a:cubicBezTo>
                  <a:cubicBezTo>
                    <a:pt x="1" y="136"/>
                    <a:pt x="17" y="169"/>
                    <a:pt x="38" y="186"/>
                  </a:cubicBezTo>
                  <a:cubicBezTo>
                    <a:pt x="54" y="206"/>
                    <a:pt x="71" y="206"/>
                    <a:pt x="87" y="206"/>
                  </a:cubicBezTo>
                  <a:cubicBezTo>
                    <a:pt x="104" y="206"/>
                    <a:pt x="141" y="206"/>
                    <a:pt x="157" y="186"/>
                  </a:cubicBezTo>
                  <a:cubicBezTo>
                    <a:pt x="190" y="169"/>
                    <a:pt x="223" y="136"/>
                    <a:pt x="244" y="103"/>
                  </a:cubicBezTo>
                  <a:cubicBezTo>
                    <a:pt x="260" y="50"/>
                    <a:pt x="223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7"/>
            <p:cNvSpPr/>
            <p:nvPr/>
          </p:nvSpPr>
          <p:spPr>
            <a:xfrm>
              <a:off x="4711075" y="244342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1"/>
                  </a:moveTo>
                  <a:cubicBezTo>
                    <a:pt x="140" y="1"/>
                    <a:pt x="103" y="17"/>
                    <a:pt x="87" y="34"/>
                  </a:cubicBezTo>
                  <a:cubicBezTo>
                    <a:pt x="54" y="50"/>
                    <a:pt x="37" y="71"/>
                    <a:pt x="17" y="104"/>
                  </a:cubicBezTo>
                  <a:cubicBezTo>
                    <a:pt x="0" y="153"/>
                    <a:pt x="37" y="190"/>
                    <a:pt x="103" y="190"/>
                  </a:cubicBezTo>
                  <a:lnTo>
                    <a:pt x="157" y="190"/>
                  </a:lnTo>
                  <a:cubicBezTo>
                    <a:pt x="173" y="174"/>
                    <a:pt x="190" y="174"/>
                    <a:pt x="190" y="174"/>
                  </a:cubicBezTo>
                  <a:cubicBezTo>
                    <a:pt x="223" y="153"/>
                    <a:pt x="243" y="120"/>
                    <a:pt x="260" y="104"/>
                  </a:cubicBezTo>
                  <a:cubicBezTo>
                    <a:pt x="276" y="34"/>
                    <a:pt x="24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7"/>
            <p:cNvSpPr/>
            <p:nvPr/>
          </p:nvSpPr>
          <p:spPr>
            <a:xfrm>
              <a:off x="4736425" y="247932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68" y="0"/>
                  </a:moveTo>
                  <a:cubicBezTo>
                    <a:pt x="159" y="0"/>
                    <a:pt x="149" y="2"/>
                    <a:pt x="137" y="8"/>
                  </a:cubicBezTo>
                  <a:cubicBezTo>
                    <a:pt x="104" y="8"/>
                    <a:pt x="71" y="24"/>
                    <a:pt x="54" y="57"/>
                  </a:cubicBezTo>
                  <a:cubicBezTo>
                    <a:pt x="0" y="94"/>
                    <a:pt x="0" y="160"/>
                    <a:pt x="33" y="181"/>
                  </a:cubicBezTo>
                  <a:cubicBezTo>
                    <a:pt x="71" y="197"/>
                    <a:pt x="87" y="197"/>
                    <a:pt x="120" y="197"/>
                  </a:cubicBezTo>
                  <a:cubicBezTo>
                    <a:pt x="137" y="197"/>
                    <a:pt x="137" y="197"/>
                    <a:pt x="157" y="181"/>
                  </a:cubicBezTo>
                  <a:cubicBezTo>
                    <a:pt x="174" y="181"/>
                    <a:pt x="190" y="160"/>
                    <a:pt x="207" y="144"/>
                  </a:cubicBezTo>
                  <a:cubicBezTo>
                    <a:pt x="240" y="127"/>
                    <a:pt x="240" y="94"/>
                    <a:pt x="240" y="78"/>
                  </a:cubicBezTo>
                  <a:cubicBezTo>
                    <a:pt x="260" y="41"/>
                    <a:pt x="240" y="24"/>
                    <a:pt x="223" y="8"/>
                  </a:cubicBezTo>
                  <a:cubicBezTo>
                    <a:pt x="201" y="8"/>
                    <a:pt x="18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7"/>
            <p:cNvSpPr/>
            <p:nvPr/>
          </p:nvSpPr>
          <p:spPr>
            <a:xfrm>
              <a:off x="4693450" y="24913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9" y="1"/>
                  </a:moveTo>
                  <a:cubicBezTo>
                    <a:pt x="161" y="1"/>
                    <a:pt x="151" y="3"/>
                    <a:pt x="140" y="10"/>
                  </a:cubicBezTo>
                  <a:cubicBezTo>
                    <a:pt x="103" y="10"/>
                    <a:pt x="70" y="26"/>
                    <a:pt x="54" y="43"/>
                  </a:cubicBezTo>
                  <a:cubicBezTo>
                    <a:pt x="0" y="92"/>
                    <a:pt x="0" y="162"/>
                    <a:pt x="37" y="179"/>
                  </a:cubicBezTo>
                  <a:cubicBezTo>
                    <a:pt x="70" y="195"/>
                    <a:pt x="87" y="195"/>
                    <a:pt x="124" y="195"/>
                  </a:cubicBezTo>
                  <a:cubicBezTo>
                    <a:pt x="140" y="195"/>
                    <a:pt x="140" y="179"/>
                    <a:pt x="157" y="179"/>
                  </a:cubicBezTo>
                  <a:cubicBezTo>
                    <a:pt x="173" y="179"/>
                    <a:pt x="190" y="162"/>
                    <a:pt x="206" y="146"/>
                  </a:cubicBezTo>
                  <a:cubicBezTo>
                    <a:pt x="227" y="129"/>
                    <a:pt x="243" y="92"/>
                    <a:pt x="243" y="76"/>
                  </a:cubicBezTo>
                  <a:cubicBezTo>
                    <a:pt x="243" y="43"/>
                    <a:pt x="243" y="26"/>
                    <a:pt x="227" y="10"/>
                  </a:cubicBezTo>
                  <a:cubicBezTo>
                    <a:pt x="202" y="10"/>
                    <a:pt x="187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7"/>
            <p:cNvSpPr/>
            <p:nvPr/>
          </p:nvSpPr>
          <p:spPr>
            <a:xfrm>
              <a:off x="4691375" y="24795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70" y="1"/>
                  </a:moveTo>
                  <a:cubicBezTo>
                    <a:pt x="137" y="1"/>
                    <a:pt x="104" y="1"/>
                    <a:pt x="67" y="17"/>
                  </a:cubicBezTo>
                  <a:cubicBezTo>
                    <a:pt x="50" y="50"/>
                    <a:pt x="34" y="71"/>
                    <a:pt x="17" y="104"/>
                  </a:cubicBezTo>
                  <a:cubicBezTo>
                    <a:pt x="1" y="120"/>
                    <a:pt x="17" y="137"/>
                    <a:pt x="17" y="174"/>
                  </a:cubicBezTo>
                  <a:cubicBezTo>
                    <a:pt x="34" y="190"/>
                    <a:pt x="67" y="190"/>
                    <a:pt x="83" y="190"/>
                  </a:cubicBezTo>
                  <a:cubicBezTo>
                    <a:pt x="120" y="190"/>
                    <a:pt x="137" y="190"/>
                    <a:pt x="153" y="174"/>
                  </a:cubicBezTo>
                  <a:cubicBezTo>
                    <a:pt x="170" y="174"/>
                    <a:pt x="170" y="174"/>
                    <a:pt x="186" y="153"/>
                  </a:cubicBezTo>
                  <a:cubicBezTo>
                    <a:pt x="207" y="137"/>
                    <a:pt x="240" y="120"/>
                    <a:pt x="240" y="87"/>
                  </a:cubicBezTo>
                  <a:cubicBezTo>
                    <a:pt x="256" y="34"/>
                    <a:pt x="223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7"/>
            <p:cNvSpPr/>
            <p:nvPr/>
          </p:nvSpPr>
          <p:spPr>
            <a:xfrm>
              <a:off x="4695600" y="244467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20" y="0"/>
                    <a:pt x="87" y="21"/>
                  </a:cubicBezTo>
                  <a:cubicBezTo>
                    <a:pt x="54" y="37"/>
                    <a:pt x="38" y="70"/>
                    <a:pt x="17" y="103"/>
                  </a:cubicBezTo>
                  <a:cubicBezTo>
                    <a:pt x="1" y="157"/>
                    <a:pt x="38" y="190"/>
                    <a:pt x="104" y="190"/>
                  </a:cubicBezTo>
                  <a:lnTo>
                    <a:pt x="157" y="190"/>
                  </a:lnTo>
                  <a:cubicBezTo>
                    <a:pt x="174" y="173"/>
                    <a:pt x="174" y="173"/>
                    <a:pt x="190" y="173"/>
                  </a:cubicBezTo>
                  <a:cubicBezTo>
                    <a:pt x="223" y="157"/>
                    <a:pt x="244" y="124"/>
                    <a:pt x="244" y="103"/>
                  </a:cubicBezTo>
                  <a:cubicBezTo>
                    <a:pt x="261" y="70"/>
                    <a:pt x="261" y="54"/>
                    <a:pt x="244" y="37"/>
                  </a:cubicBezTo>
                  <a:cubicBezTo>
                    <a:pt x="223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7"/>
            <p:cNvSpPr/>
            <p:nvPr/>
          </p:nvSpPr>
          <p:spPr>
            <a:xfrm>
              <a:off x="4701175" y="2455875"/>
              <a:ext cx="6525" cy="5100"/>
            </a:xfrm>
            <a:custGeom>
              <a:avLst/>
              <a:gdLst/>
              <a:ahLst/>
              <a:cxnLst/>
              <a:rect l="l" t="t" r="r" b="b"/>
              <a:pathLst>
                <a:path w="261" h="204" extrusionOk="0">
                  <a:moveTo>
                    <a:pt x="164" y="1"/>
                  </a:moveTo>
                  <a:cubicBezTo>
                    <a:pt x="144" y="1"/>
                    <a:pt x="122" y="6"/>
                    <a:pt x="104" y="18"/>
                  </a:cubicBezTo>
                  <a:cubicBezTo>
                    <a:pt x="71" y="34"/>
                    <a:pt x="38" y="51"/>
                    <a:pt x="21" y="88"/>
                  </a:cubicBezTo>
                  <a:cubicBezTo>
                    <a:pt x="0" y="104"/>
                    <a:pt x="0" y="121"/>
                    <a:pt x="0" y="154"/>
                  </a:cubicBezTo>
                  <a:cubicBezTo>
                    <a:pt x="21" y="170"/>
                    <a:pt x="38" y="191"/>
                    <a:pt x="54" y="191"/>
                  </a:cubicBezTo>
                  <a:cubicBezTo>
                    <a:pt x="62" y="199"/>
                    <a:pt x="75" y="203"/>
                    <a:pt x="92" y="203"/>
                  </a:cubicBezTo>
                  <a:cubicBezTo>
                    <a:pt x="109" y="203"/>
                    <a:pt x="130" y="199"/>
                    <a:pt x="157" y="191"/>
                  </a:cubicBezTo>
                  <a:cubicBezTo>
                    <a:pt x="207" y="154"/>
                    <a:pt x="260" y="88"/>
                    <a:pt x="244" y="51"/>
                  </a:cubicBezTo>
                  <a:cubicBezTo>
                    <a:pt x="233" y="19"/>
                    <a:pt x="200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7"/>
            <p:cNvSpPr/>
            <p:nvPr/>
          </p:nvSpPr>
          <p:spPr>
            <a:xfrm>
              <a:off x="4705500" y="24317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20" y="1"/>
                  </a:moveTo>
                  <a:cubicBezTo>
                    <a:pt x="104" y="1"/>
                    <a:pt x="71" y="21"/>
                    <a:pt x="34" y="54"/>
                  </a:cubicBezTo>
                  <a:cubicBezTo>
                    <a:pt x="17" y="71"/>
                    <a:pt x="1" y="104"/>
                    <a:pt x="1" y="124"/>
                  </a:cubicBezTo>
                  <a:cubicBezTo>
                    <a:pt x="1" y="141"/>
                    <a:pt x="17" y="174"/>
                    <a:pt x="34" y="174"/>
                  </a:cubicBezTo>
                  <a:cubicBezTo>
                    <a:pt x="54" y="190"/>
                    <a:pt x="87" y="190"/>
                    <a:pt x="120" y="190"/>
                  </a:cubicBezTo>
                  <a:cubicBezTo>
                    <a:pt x="120" y="190"/>
                    <a:pt x="137" y="190"/>
                    <a:pt x="157" y="174"/>
                  </a:cubicBezTo>
                  <a:cubicBezTo>
                    <a:pt x="174" y="174"/>
                    <a:pt x="190" y="157"/>
                    <a:pt x="207" y="141"/>
                  </a:cubicBezTo>
                  <a:cubicBezTo>
                    <a:pt x="260" y="87"/>
                    <a:pt x="260" y="38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7"/>
            <p:cNvSpPr/>
            <p:nvPr/>
          </p:nvSpPr>
          <p:spPr>
            <a:xfrm>
              <a:off x="4729525" y="245630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75" y="0"/>
                  </a:moveTo>
                  <a:cubicBezTo>
                    <a:pt x="153" y="0"/>
                    <a:pt x="128" y="6"/>
                    <a:pt x="103" y="17"/>
                  </a:cubicBezTo>
                  <a:cubicBezTo>
                    <a:pt x="37" y="34"/>
                    <a:pt x="0" y="104"/>
                    <a:pt x="21" y="137"/>
                  </a:cubicBezTo>
                  <a:cubicBezTo>
                    <a:pt x="33" y="177"/>
                    <a:pt x="64" y="197"/>
                    <a:pt x="109" y="197"/>
                  </a:cubicBezTo>
                  <a:cubicBezTo>
                    <a:pt x="124" y="197"/>
                    <a:pt x="140" y="195"/>
                    <a:pt x="157" y="191"/>
                  </a:cubicBezTo>
                  <a:cubicBezTo>
                    <a:pt x="227" y="153"/>
                    <a:pt x="260" y="87"/>
                    <a:pt x="243" y="50"/>
                  </a:cubicBezTo>
                  <a:cubicBezTo>
                    <a:pt x="243" y="18"/>
                    <a:pt x="214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7"/>
            <p:cNvSpPr/>
            <p:nvPr/>
          </p:nvSpPr>
          <p:spPr>
            <a:xfrm>
              <a:off x="4764775" y="2422375"/>
              <a:ext cx="6525" cy="4800"/>
            </a:xfrm>
            <a:custGeom>
              <a:avLst/>
              <a:gdLst/>
              <a:ahLst/>
              <a:cxnLst/>
              <a:rect l="l" t="t" r="r" b="b"/>
              <a:pathLst>
                <a:path w="261" h="192" extrusionOk="0">
                  <a:moveTo>
                    <a:pt x="164" y="1"/>
                  </a:moveTo>
                  <a:cubicBezTo>
                    <a:pt x="126" y="1"/>
                    <a:pt x="86" y="19"/>
                    <a:pt x="54" y="51"/>
                  </a:cubicBezTo>
                  <a:cubicBezTo>
                    <a:pt x="0" y="88"/>
                    <a:pt x="0" y="154"/>
                    <a:pt x="54" y="191"/>
                  </a:cubicBezTo>
                  <a:lnTo>
                    <a:pt x="120" y="191"/>
                  </a:lnTo>
                  <a:cubicBezTo>
                    <a:pt x="136" y="191"/>
                    <a:pt x="157" y="191"/>
                    <a:pt x="157" y="171"/>
                  </a:cubicBezTo>
                  <a:cubicBezTo>
                    <a:pt x="173" y="171"/>
                    <a:pt x="190" y="154"/>
                    <a:pt x="206" y="138"/>
                  </a:cubicBezTo>
                  <a:cubicBezTo>
                    <a:pt x="260" y="105"/>
                    <a:pt x="260" y="34"/>
                    <a:pt x="223" y="18"/>
                  </a:cubicBezTo>
                  <a:cubicBezTo>
                    <a:pt x="205" y="6"/>
                    <a:pt x="185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7"/>
            <p:cNvSpPr/>
            <p:nvPr/>
          </p:nvSpPr>
          <p:spPr>
            <a:xfrm>
              <a:off x="4769500" y="2502675"/>
              <a:ext cx="6425" cy="5025"/>
            </a:xfrm>
            <a:custGeom>
              <a:avLst/>
              <a:gdLst/>
              <a:ahLst/>
              <a:cxnLst/>
              <a:rect l="l" t="t" r="r" b="b"/>
              <a:pathLst>
                <a:path w="257" h="201" extrusionOk="0">
                  <a:moveTo>
                    <a:pt x="174" y="1"/>
                  </a:moveTo>
                  <a:cubicBezTo>
                    <a:pt x="153" y="1"/>
                    <a:pt x="129" y="6"/>
                    <a:pt x="104" y="18"/>
                  </a:cubicBezTo>
                  <a:cubicBezTo>
                    <a:pt x="34" y="51"/>
                    <a:pt x="1" y="104"/>
                    <a:pt x="17" y="154"/>
                  </a:cubicBezTo>
                  <a:cubicBezTo>
                    <a:pt x="28" y="188"/>
                    <a:pt x="54" y="201"/>
                    <a:pt x="89" y="201"/>
                  </a:cubicBezTo>
                  <a:cubicBezTo>
                    <a:pt x="108" y="201"/>
                    <a:pt x="130" y="197"/>
                    <a:pt x="153" y="191"/>
                  </a:cubicBezTo>
                  <a:cubicBezTo>
                    <a:pt x="224" y="154"/>
                    <a:pt x="257" y="104"/>
                    <a:pt x="240" y="51"/>
                  </a:cubicBezTo>
                  <a:cubicBezTo>
                    <a:pt x="240" y="19"/>
                    <a:pt x="21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7"/>
            <p:cNvSpPr/>
            <p:nvPr/>
          </p:nvSpPr>
          <p:spPr>
            <a:xfrm>
              <a:off x="4763025" y="2466625"/>
              <a:ext cx="6100" cy="4925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57" y="0"/>
                  </a:moveTo>
                  <a:cubicBezTo>
                    <a:pt x="124" y="0"/>
                    <a:pt x="87" y="17"/>
                    <a:pt x="70" y="33"/>
                  </a:cubicBezTo>
                  <a:cubicBezTo>
                    <a:pt x="37" y="50"/>
                    <a:pt x="21" y="70"/>
                    <a:pt x="0" y="103"/>
                  </a:cubicBezTo>
                  <a:cubicBezTo>
                    <a:pt x="0" y="120"/>
                    <a:pt x="0" y="153"/>
                    <a:pt x="21" y="173"/>
                  </a:cubicBezTo>
                  <a:cubicBezTo>
                    <a:pt x="21" y="185"/>
                    <a:pt x="37" y="197"/>
                    <a:pt x="59" y="197"/>
                  </a:cubicBezTo>
                  <a:cubicBezTo>
                    <a:pt x="67" y="197"/>
                    <a:pt x="77" y="195"/>
                    <a:pt x="87" y="190"/>
                  </a:cubicBezTo>
                  <a:lnTo>
                    <a:pt x="140" y="190"/>
                  </a:lnTo>
                  <a:cubicBezTo>
                    <a:pt x="157" y="173"/>
                    <a:pt x="157" y="173"/>
                    <a:pt x="173" y="173"/>
                  </a:cubicBezTo>
                  <a:cubicBezTo>
                    <a:pt x="190" y="153"/>
                    <a:pt x="227" y="120"/>
                    <a:pt x="227" y="103"/>
                  </a:cubicBezTo>
                  <a:cubicBezTo>
                    <a:pt x="243" y="50"/>
                    <a:pt x="206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7"/>
            <p:cNvSpPr/>
            <p:nvPr/>
          </p:nvSpPr>
          <p:spPr>
            <a:xfrm>
              <a:off x="4760025" y="245455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4" y="1"/>
                  </a:moveTo>
                  <a:cubicBezTo>
                    <a:pt x="141" y="1"/>
                    <a:pt x="104" y="1"/>
                    <a:pt x="87" y="17"/>
                  </a:cubicBezTo>
                  <a:cubicBezTo>
                    <a:pt x="54" y="38"/>
                    <a:pt x="38" y="71"/>
                    <a:pt x="17" y="87"/>
                  </a:cubicBezTo>
                  <a:cubicBezTo>
                    <a:pt x="1" y="141"/>
                    <a:pt x="38" y="174"/>
                    <a:pt x="71" y="190"/>
                  </a:cubicBezTo>
                  <a:lnTo>
                    <a:pt x="104" y="190"/>
                  </a:lnTo>
                  <a:cubicBezTo>
                    <a:pt x="120" y="190"/>
                    <a:pt x="141" y="190"/>
                    <a:pt x="157" y="174"/>
                  </a:cubicBezTo>
                  <a:cubicBezTo>
                    <a:pt x="190" y="157"/>
                    <a:pt x="223" y="141"/>
                    <a:pt x="244" y="120"/>
                  </a:cubicBezTo>
                  <a:cubicBezTo>
                    <a:pt x="244" y="104"/>
                    <a:pt x="244" y="104"/>
                    <a:pt x="260" y="87"/>
                  </a:cubicBezTo>
                  <a:cubicBezTo>
                    <a:pt x="277" y="38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7"/>
            <p:cNvSpPr/>
            <p:nvPr/>
          </p:nvSpPr>
          <p:spPr>
            <a:xfrm>
              <a:off x="4769925" y="249105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36" y="0"/>
                    <a:pt x="103" y="21"/>
                    <a:pt x="87" y="37"/>
                  </a:cubicBezTo>
                  <a:cubicBezTo>
                    <a:pt x="54" y="54"/>
                    <a:pt x="33" y="70"/>
                    <a:pt x="17" y="103"/>
                  </a:cubicBezTo>
                  <a:cubicBezTo>
                    <a:pt x="0" y="157"/>
                    <a:pt x="33" y="190"/>
                    <a:pt x="103" y="190"/>
                  </a:cubicBezTo>
                  <a:lnTo>
                    <a:pt x="157" y="190"/>
                  </a:lnTo>
                  <a:cubicBezTo>
                    <a:pt x="174" y="173"/>
                    <a:pt x="174" y="173"/>
                    <a:pt x="190" y="173"/>
                  </a:cubicBezTo>
                  <a:cubicBezTo>
                    <a:pt x="223" y="157"/>
                    <a:pt x="240" y="124"/>
                    <a:pt x="240" y="103"/>
                  </a:cubicBezTo>
                  <a:cubicBezTo>
                    <a:pt x="277" y="37"/>
                    <a:pt x="24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7"/>
            <p:cNvSpPr/>
            <p:nvPr/>
          </p:nvSpPr>
          <p:spPr>
            <a:xfrm>
              <a:off x="4775900" y="24559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41" y="0"/>
                  </a:moveTo>
                  <a:cubicBezTo>
                    <a:pt x="104" y="17"/>
                    <a:pt x="71" y="17"/>
                    <a:pt x="54" y="50"/>
                  </a:cubicBezTo>
                  <a:cubicBezTo>
                    <a:pt x="1" y="103"/>
                    <a:pt x="1" y="153"/>
                    <a:pt x="54" y="190"/>
                  </a:cubicBezTo>
                  <a:cubicBezTo>
                    <a:pt x="65" y="190"/>
                    <a:pt x="76" y="197"/>
                    <a:pt x="93" y="197"/>
                  </a:cubicBezTo>
                  <a:cubicBezTo>
                    <a:pt x="102" y="197"/>
                    <a:pt x="112" y="196"/>
                    <a:pt x="124" y="190"/>
                  </a:cubicBezTo>
                  <a:lnTo>
                    <a:pt x="157" y="190"/>
                  </a:lnTo>
                  <a:cubicBezTo>
                    <a:pt x="174" y="169"/>
                    <a:pt x="190" y="153"/>
                    <a:pt x="207" y="136"/>
                  </a:cubicBezTo>
                  <a:cubicBezTo>
                    <a:pt x="244" y="120"/>
                    <a:pt x="260" y="103"/>
                    <a:pt x="260" y="66"/>
                  </a:cubicBezTo>
                  <a:cubicBezTo>
                    <a:pt x="260" y="50"/>
                    <a:pt x="244" y="17"/>
                    <a:pt x="227" y="17"/>
                  </a:cubicBezTo>
                  <a:cubicBezTo>
                    <a:pt x="207" y="0"/>
                    <a:pt x="174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7"/>
            <p:cNvSpPr/>
            <p:nvPr/>
          </p:nvSpPr>
          <p:spPr>
            <a:xfrm>
              <a:off x="4770325" y="2476500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65" y="0"/>
                  </a:moveTo>
                  <a:cubicBezTo>
                    <a:pt x="127" y="0"/>
                    <a:pt x="86" y="19"/>
                    <a:pt x="55" y="50"/>
                  </a:cubicBezTo>
                  <a:cubicBezTo>
                    <a:pt x="17" y="88"/>
                    <a:pt x="17" y="104"/>
                    <a:pt x="17" y="137"/>
                  </a:cubicBezTo>
                  <a:cubicBezTo>
                    <a:pt x="1" y="154"/>
                    <a:pt x="17" y="170"/>
                    <a:pt x="38" y="191"/>
                  </a:cubicBezTo>
                  <a:cubicBezTo>
                    <a:pt x="71" y="207"/>
                    <a:pt x="87" y="207"/>
                    <a:pt x="120" y="207"/>
                  </a:cubicBezTo>
                  <a:cubicBezTo>
                    <a:pt x="141" y="191"/>
                    <a:pt x="141" y="191"/>
                    <a:pt x="158" y="191"/>
                  </a:cubicBezTo>
                  <a:cubicBezTo>
                    <a:pt x="174" y="170"/>
                    <a:pt x="191" y="170"/>
                    <a:pt x="207" y="154"/>
                  </a:cubicBezTo>
                  <a:cubicBezTo>
                    <a:pt x="261" y="104"/>
                    <a:pt x="261" y="50"/>
                    <a:pt x="224" y="17"/>
                  </a:cubicBezTo>
                  <a:cubicBezTo>
                    <a:pt x="206" y="6"/>
                    <a:pt x="186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7"/>
            <p:cNvSpPr/>
            <p:nvPr/>
          </p:nvSpPr>
          <p:spPr>
            <a:xfrm>
              <a:off x="4750125" y="240720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4" y="0"/>
                  </a:moveTo>
                  <a:cubicBezTo>
                    <a:pt x="133" y="0"/>
                    <a:pt x="75" y="19"/>
                    <a:pt x="38" y="56"/>
                  </a:cubicBezTo>
                  <a:cubicBezTo>
                    <a:pt x="21" y="77"/>
                    <a:pt x="1" y="110"/>
                    <a:pt x="1" y="126"/>
                  </a:cubicBezTo>
                  <a:cubicBezTo>
                    <a:pt x="1" y="143"/>
                    <a:pt x="21" y="180"/>
                    <a:pt x="38" y="180"/>
                  </a:cubicBezTo>
                  <a:cubicBezTo>
                    <a:pt x="54" y="196"/>
                    <a:pt x="87" y="196"/>
                    <a:pt x="125" y="196"/>
                  </a:cubicBezTo>
                  <a:cubicBezTo>
                    <a:pt x="125" y="196"/>
                    <a:pt x="141" y="196"/>
                    <a:pt x="141" y="180"/>
                  </a:cubicBezTo>
                  <a:cubicBezTo>
                    <a:pt x="174" y="180"/>
                    <a:pt x="190" y="159"/>
                    <a:pt x="207" y="143"/>
                  </a:cubicBezTo>
                  <a:cubicBezTo>
                    <a:pt x="244" y="110"/>
                    <a:pt x="261" y="40"/>
                    <a:pt x="207" y="7"/>
                  </a:cubicBezTo>
                  <a:cubicBezTo>
                    <a:pt x="199" y="2"/>
                    <a:pt x="18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7"/>
            <p:cNvSpPr/>
            <p:nvPr/>
          </p:nvSpPr>
          <p:spPr>
            <a:xfrm>
              <a:off x="4749300" y="2421475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0"/>
                  </a:moveTo>
                  <a:cubicBezTo>
                    <a:pt x="158" y="0"/>
                    <a:pt x="120" y="21"/>
                    <a:pt x="87" y="37"/>
                  </a:cubicBezTo>
                  <a:cubicBezTo>
                    <a:pt x="54" y="54"/>
                    <a:pt x="34" y="87"/>
                    <a:pt x="34" y="103"/>
                  </a:cubicBezTo>
                  <a:cubicBezTo>
                    <a:pt x="1" y="157"/>
                    <a:pt x="34" y="207"/>
                    <a:pt x="104" y="207"/>
                  </a:cubicBezTo>
                  <a:cubicBezTo>
                    <a:pt x="120" y="207"/>
                    <a:pt x="158" y="207"/>
                    <a:pt x="174" y="190"/>
                  </a:cubicBezTo>
                  <a:cubicBezTo>
                    <a:pt x="174" y="190"/>
                    <a:pt x="190" y="190"/>
                    <a:pt x="190" y="174"/>
                  </a:cubicBezTo>
                  <a:cubicBezTo>
                    <a:pt x="223" y="157"/>
                    <a:pt x="240" y="141"/>
                    <a:pt x="261" y="103"/>
                  </a:cubicBezTo>
                  <a:cubicBezTo>
                    <a:pt x="277" y="54"/>
                    <a:pt x="24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7"/>
            <p:cNvSpPr/>
            <p:nvPr/>
          </p:nvSpPr>
          <p:spPr>
            <a:xfrm>
              <a:off x="4748900" y="2433375"/>
              <a:ext cx="6925" cy="4925"/>
            </a:xfrm>
            <a:custGeom>
              <a:avLst/>
              <a:gdLst/>
              <a:ahLst/>
              <a:cxnLst/>
              <a:rect l="l" t="t" r="r" b="b"/>
              <a:pathLst>
                <a:path w="277" h="197" extrusionOk="0">
                  <a:moveTo>
                    <a:pt x="164" y="0"/>
                  </a:moveTo>
                  <a:cubicBezTo>
                    <a:pt x="150" y="0"/>
                    <a:pt x="134" y="2"/>
                    <a:pt x="120" y="7"/>
                  </a:cubicBezTo>
                  <a:cubicBezTo>
                    <a:pt x="50" y="40"/>
                    <a:pt x="0" y="110"/>
                    <a:pt x="17" y="143"/>
                  </a:cubicBezTo>
                  <a:cubicBezTo>
                    <a:pt x="28" y="178"/>
                    <a:pt x="61" y="197"/>
                    <a:pt x="102" y="197"/>
                  </a:cubicBezTo>
                  <a:cubicBezTo>
                    <a:pt x="125" y="197"/>
                    <a:pt x="149" y="191"/>
                    <a:pt x="174" y="180"/>
                  </a:cubicBezTo>
                  <a:cubicBezTo>
                    <a:pt x="223" y="163"/>
                    <a:pt x="277" y="93"/>
                    <a:pt x="256" y="40"/>
                  </a:cubicBezTo>
                  <a:cubicBezTo>
                    <a:pt x="244" y="16"/>
                    <a:pt x="205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7"/>
            <p:cNvSpPr/>
            <p:nvPr/>
          </p:nvSpPr>
          <p:spPr>
            <a:xfrm>
              <a:off x="4743750" y="2456300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36" y="1"/>
                  </a:moveTo>
                  <a:cubicBezTo>
                    <a:pt x="103" y="17"/>
                    <a:pt x="87" y="34"/>
                    <a:pt x="50" y="50"/>
                  </a:cubicBezTo>
                  <a:cubicBezTo>
                    <a:pt x="0" y="104"/>
                    <a:pt x="0" y="153"/>
                    <a:pt x="50" y="191"/>
                  </a:cubicBezTo>
                  <a:cubicBezTo>
                    <a:pt x="60" y="199"/>
                    <a:pt x="73" y="203"/>
                    <a:pt x="88" y="203"/>
                  </a:cubicBezTo>
                  <a:cubicBezTo>
                    <a:pt x="103" y="203"/>
                    <a:pt x="120" y="199"/>
                    <a:pt x="136" y="191"/>
                  </a:cubicBezTo>
                  <a:lnTo>
                    <a:pt x="153" y="191"/>
                  </a:lnTo>
                  <a:cubicBezTo>
                    <a:pt x="190" y="174"/>
                    <a:pt x="206" y="174"/>
                    <a:pt x="223" y="153"/>
                  </a:cubicBezTo>
                  <a:cubicBezTo>
                    <a:pt x="256" y="104"/>
                    <a:pt x="276" y="34"/>
                    <a:pt x="223" y="17"/>
                  </a:cubicBezTo>
                  <a:cubicBezTo>
                    <a:pt x="206" y="1"/>
                    <a:pt x="17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7"/>
            <p:cNvSpPr/>
            <p:nvPr/>
          </p:nvSpPr>
          <p:spPr>
            <a:xfrm>
              <a:off x="4741175" y="2489800"/>
              <a:ext cx="6400" cy="4775"/>
            </a:xfrm>
            <a:custGeom>
              <a:avLst/>
              <a:gdLst/>
              <a:ahLst/>
              <a:cxnLst/>
              <a:rect l="l" t="t" r="r" b="b"/>
              <a:pathLst>
                <a:path w="256" h="191" extrusionOk="0">
                  <a:moveTo>
                    <a:pt x="173" y="1"/>
                  </a:moveTo>
                  <a:cubicBezTo>
                    <a:pt x="136" y="1"/>
                    <a:pt x="103" y="1"/>
                    <a:pt x="87" y="17"/>
                  </a:cubicBezTo>
                  <a:cubicBezTo>
                    <a:pt x="50" y="50"/>
                    <a:pt x="33" y="71"/>
                    <a:pt x="17" y="104"/>
                  </a:cubicBezTo>
                  <a:cubicBezTo>
                    <a:pt x="0" y="153"/>
                    <a:pt x="33" y="190"/>
                    <a:pt x="103" y="190"/>
                  </a:cubicBezTo>
                  <a:cubicBezTo>
                    <a:pt x="120" y="190"/>
                    <a:pt x="136" y="190"/>
                    <a:pt x="153" y="174"/>
                  </a:cubicBezTo>
                  <a:cubicBezTo>
                    <a:pt x="173" y="174"/>
                    <a:pt x="173" y="174"/>
                    <a:pt x="190" y="153"/>
                  </a:cubicBezTo>
                  <a:cubicBezTo>
                    <a:pt x="223" y="137"/>
                    <a:pt x="239" y="120"/>
                    <a:pt x="239" y="87"/>
                  </a:cubicBezTo>
                  <a:cubicBezTo>
                    <a:pt x="256" y="71"/>
                    <a:pt x="256" y="34"/>
                    <a:pt x="239" y="17"/>
                  </a:cubicBezTo>
                  <a:cubicBezTo>
                    <a:pt x="223" y="1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7"/>
            <p:cNvSpPr/>
            <p:nvPr/>
          </p:nvSpPr>
          <p:spPr>
            <a:xfrm>
              <a:off x="4755275" y="2386425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91" y="1"/>
                  </a:moveTo>
                  <a:cubicBezTo>
                    <a:pt x="178" y="1"/>
                    <a:pt x="166" y="5"/>
                    <a:pt x="158" y="13"/>
                  </a:cubicBezTo>
                  <a:cubicBezTo>
                    <a:pt x="125" y="13"/>
                    <a:pt x="88" y="29"/>
                    <a:pt x="71" y="46"/>
                  </a:cubicBezTo>
                  <a:cubicBezTo>
                    <a:pt x="22" y="100"/>
                    <a:pt x="1" y="165"/>
                    <a:pt x="55" y="186"/>
                  </a:cubicBezTo>
                  <a:cubicBezTo>
                    <a:pt x="71" y="203"/>
                    <a:pt x="104" y="203"/>
                    <a:pt x="141" y="203"/>
                  </a:cubicBezTo>
                  <a:cubicBezTo>
                    <a:pt x="141" y="186"/>
                    <a:pt x="158" y="186"/>
                    <a:pt x="174" y="186"/>
                  </a:cubicBezTo>
                  <a:cubicBezTo>
                    <a:pt x="191" y="186"/>
                    <a:pt x="207" y="165"/>
                    <a:pt x="228" y="149"/>
                  </a:cubicBezTo>
                  <a:cubicBezTo>
                    <a:pt x="244" y="133"/>
                    <a:pt x="261" y="100"/>
                    <a:pt x="261" y="83"/>
                  </a:cubicBezTo>
                  <a:cubicBezTo>
                    <a:pt x="261" y="46"/>
                    <a:pt x="261" y="29"/>
                    <a:pt x="228" y="13"/>
                  </a:cubicBezTo>
                  <a:cubicBezTo>
                    <a:pt x="217" y="5"/>
                    <a:pt x="204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7"/>
            <p:cNvSpPr/>
            <p:nvPr/>
          </p:nvSpPr>
          <p:spPr>
            <a:xfrm>
              <a:off x="4755800" y="2442100"/>
              <a:ext cx="6825" cy="4775"/>
            </a:xfrm>
            <a:custGeom>
              <a:avLst/>
              <a:gdLst/>
              <a:ahLst/>
              <a:cxnLst/>
              <a:rect l="l" t="t" r="r" b="b"/>
              <a:pathLst>
                <a:path w="273" h="191" extrusionOk="0">
                  <a:moveTo>
                    <a:pt x="179" y="1"/>
                  </a:moveTo>
                  <a:cubicBezTo>
                    <a:pt x="159" y="1"/>
                    <a:pt x="138" y="7"/>
                    <a:pt x="120" y="21"/>
                  </a:cubicBezTo>
                  <a:cubicBezTo>
                    <a:pt x="50" y="37"/>
                    <a:pt x="1" y="103"/>
                    <a:pt x="17" y="140"/>
                  </a:cubicBezTo>
                  <a:cubicBezTo>
                    <a:pt x="28" y="172"/>
                    <a:pt x="61" y="190"/>
                    <a:pt x="96" y="190"/>
                  </a:cubicBezTo>
                  <a:cubicBezTo>
                    <a:pt x="115" y="190"/>
                    <a:pt x="136" y="185"/>
                    <a:pt x="153" y="173"/>
                  </a:cubicBezTo>
                  <a:cubicBezTo>
                    <a:pt x="223" y="157"/>
                    <a:pt x="273" y="87"/>
                    <a:pt x="256" y="54"/>
                  </a:cubicBezTo>
                  <a:cubicBezTo>
                    <a:pt x="246" y="20"/>
                    <a:pt x="214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3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8" name="Google Shape;3198;p9"/>
          <p:cNvSpPr txBox="1">
            <a:spLocks noGrp="1"/>
          </p:cNvSpPr>
          <p:nvPr>
            <p:ph type="title"/>
          </p:nvPr>
        </p:nvSpPr>
        <p:spPr>
          <a:xfrm>
            <a:off x="5349150" y="1851000"/>
            <a:ext cx="3081600" cy="1441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199" name="Google Shape;3199;p9"/>
          <p:cNvSpPr txBox="1">
            <a:spLocks noGrp="1"/>
          </p:cNvSpPr>
          <p:nvPr>
            <p:ph type="subTitle" idx="1"/>
          </p:nvPr>
        </p:nvSpPr>
        <p:spPr>
          <a:xfrm>
            <a:off x="5349150" y="3354400"/>
            <a:ext cx="3081600" cy="73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56458"/>
              </a:buClr>
              <a:buSzPts val="18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200" name="Google Shape;3200;p9"/>
          <p:cNvSpPr/>
          <p:nvPr/>
        </p:nvSpPr>
        <p:spPr>
          <a:xfrm>
            <a:off x="7599950" y="-320025"/>
            <a:ext cx="2131933" cy="1801422"/>
          </a:xfrm>
          <a:custGeom>
            <a:avLst/>
            <a:gdLst/>
            <a:ahLst/>
            <a:cxnLst/>
            <a:rect l="l" t="t" r="r" b="b"/>
            <a:pathLst>
              <a:path w="8521" h="7200" extrusionOk="0">
                <a:moveTo>
                  <a:pt x="6541" y="1"/>
                </a:moveTo>
                <a:cubicBezTo>
                  <a:pt x="6496" y="1"/>
                  <a:pt x="6453" y="4"/>
                  <a:pt x="6412" y="9"/>
                </a:cubicBezTo>
                <a:cubicBezTo>
                  <a:pt x="5770" y="94"/>
                  <a:pt x="4963" y="567"/>
                  <a:pt x="4013" y="567"/>
                </a:cubicBezTo>
                <a:cubicBezTo>
                  <a:pt x="3705" y="567"/>
                  <a:pt x="3382" y="517"/>
                  <a:pt x="3045" y="388"/>
                </a:cubicBezTo>
                <a:cubicBezTo>
                  <a:pt x="2461" y="149"/>
                  <a:pt x="1962" y="65"/>
                  <a:pt x="1611" y="65"/>
                </a:cubicBezTo>
                <a:cubicBezTo>
                  <a:pt x="1588" y="64"/>
                  <a:pt x="1566" y="63"/>
                  <a:pt x="1543" y="63"/>
                </a:cubicBezTo>
                <a:cubicBezTo>
                  <a:pt x="922" y="63"/>
                  <a:pt x="346" y="439"/>
                  <a:pt x="177" y="1063"/>
                </a:cubicBezTo>
                <a:cubicBezTo>
                  <a:pt x="1" y="1527"/>
                  <a:pt x="148" y="2026"/>
                  <a:pt x="324" y="2406"/>
                </a:cubicBezTo>
                <a:cubicBezTo>
                  <a:pt x="676" y="3109"/>
                  <a:pt x="465" y="4719"/>
                  <a:pt x="465" y="4754"/>
                </a:cubicBezTo>
                <a:cubicBezTo>
                  <a:pt x="385" y="5469"/>
                  <a:pt x="873" y="7199"/>
                  <a:pt x="2814" y="7199"/>
                </a:cubicBezTo>
                <a:cubicBezTo>
                  <a:pt x="2935" y="7199"/>
                  <a:pt x="3061" y="7193"/>
                  <a:pt x="3192" y="7179"/>
                </a:cubicBezTo>
                <a:cubicBezTo>
                  <a:pt x="5477" y="6919"/>
                  <a:pt x="7558" y="4754"/>
                  <a:pt x="8057" y="2673"/>
                </a:cubicBezTo>
                <a:cubicBezTo>
                  <a:pt x="8521" y="736"/>
                  <a:pt x="7295" y="1"/>
                  <a:pt x="65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01" name="Google Shape;3201;p9"/>
          <p:cNvGrpSpPr/>
          <p:nvPr/>
        </p:nvGrpSpPr>
        <p:grpSpPr>
          <a:xfrm flipH="1">
            <a:off x="-788516" y="4150406"/>
            <a:ext cx="1685528" cy="1419220"/>
            <a:chOff x="3986575" y="2932600"/>
            <a:chExt cx="399850" cy="336675"/>
          </a:xfrm>
        </p:grpSpPr>
        <p:sp>
          <p:nvSpPr>
            <p:cNvPr id="3202" name="Google Shape;3202;p9"/>
            <p:cNvSpPr/>
            <p:nvPr/>
          </p:nvSpPr>
          <p:spPr>
            <a:xfrm>
              <a:off x="4179425" y="29956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1" y="1"/>
                  </a:moveTo>
                  <a:cubicBezTo>
                    <a:pt x="57" y="1"/>
                    <a:pt x="15" y="47"/>
                    <a:pt x="0" y="91"/>
                  </a:cubicBezTo>
                  <a:lnTo>
                    <a:pt x="0" y="144"/>
                  </a:lnTo>
                  <a:cubicBezTo>
                    <a:pt x="17" y="144"/>
                    <a:pt x="17" y="161"/>
                    <a:pt x="17" y="161"/>
                  </a:cubicBezTo>
                  <a:cubicBezTo>
                    <a:pt x="33" y="194"/>
                    <a:pt x="70" y="194"/>
                    <a:pt x="87" y="210"/>
                  </a:cubicBezTo>
                  <a:cubicBezTo>
                    <a:pt x="120" y="210"/>
                    <a:pt x="136" y="210"/>
                    <a:pt x="173" y="194"/>
                  </a:cubicBezTo>
                  <a:cubicBezTo>
                    <a:pt x="190" y="177"/>
                    <a:pt x="206" y="144"/>
                    <a:pt x="206" y="124"/>
                  </a:cubicBezTo>
                  <a:cubicBezTo>
                    <a:pt x="206" y="91"/>
                    <a:pt x="206" y="58"/>
                    <a:pt x="190" y="41"/>
                  </a:cubicBezTo>
                  <a:cubicBezTo>
                    <a:pt x="173" y="20"/>
                    <a:pt x="153" y="4"/>
                    <a:pt x="120" y="4"/>
                  </a:cubicBezTo>
                  <a:cubicBezTo>
                    <a:pt x="114" y="2"/>
                    <a:pt x="107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9"/>
            <p:cNvSpPr/>
            <p:nvPr/>
          </p:nvSpPr>
          <p:spPr>
            <a:xfrm>
              <a:off x="4172525" y="2959125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0" y="0"/>
                  </a:moveTo>
                  <a:cubicBezTo>
                    <a:pt x="57" y="0"/>
                    <a:pt x="17" y="44"/>
                    <a:pt x="17" y="90"/>
                  </a:cubicBezTo>
                  <a:cubicBezTo>
                    <a:pt x="0" y="107"/>
                    <a:pt x="0" y="123"/>
                    <a:pt x="17" y="140"/>
                  </a:cubicBezTo>
                  <a:cubicBezTo>
                    <a:pt x="17" y="140"/>
                    <a:pt x="17" y="160"/>
                    <a:pt x="37" y="160"/>
                  </a:cubicBezTo>
                  <a:cubicBezTo>
                    <a:pt x="54" y="193"/>
                    <a:pt x="70" y="193"/>
                    <a:pt x="103" y="210"/>
                  </a:cubicBezTo>
                  <a:cubicBezTo>
                    <a:pt x="120" y="210"/>
                    <a:pt x="157" y="210"/>
                    <a:pt x="173" y="193"/>
                  </a:cubicBezTo>
                  <a:cubicBezTo>
                    <a:pt x="190" y="177"/>
                    <a:pt x="206" y="140"/>
                    <a:pt x="223" y="123"/>
                  </a:cubicBezTo>
                  <a:cubicBezTo>
                    <a:pt x="223" y="90"/>
                    <a:pt x="206" y="74"/>
                    <a:pt x="190" y="36"/>
                  </a:cubicBezTo>
                  <a:cubicBezTo>
                    <a:pt x="190" y="20"/>
                    <a:pt x="157" y="3"/>
                    <a:pt x="120" y="3"/>
                  </a:cubicBezTo>
                  <a:cubicBezTo>
                    <a:pt x="113" y="1"/>
                    <a:pt x="106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9"/>
            <p:cNvSpPr/>
            <p:nvPr/>
          </p:nvSpPr>
          <p:spPr>
            <a:xfrm>
              <a:off x="4176025" y="300975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5" y="0"/>
                  </a:moveTo>
                  <a:cubicBezTo>
                    <a:pt x="64" y="0"/>
                    <a:pt x="35" y="13"/>
                    <a:pt x="17" y="40"/>
                  </a:cubicBezTo>
                  <a:cubicBezTo>
                    <a:pt x="0" y="56"/>
                    <a:pt x="0" y="73"/>
                    <a:pt x="0" y="110"/>
                  </a:cubicBezTo>
                  <a:lnTo>
                    <a:pt x="0" y="143"/>
                  </a:lnTo>
                  <a:cubicBezTo>
                    <a:pt x="17" y="160"/>
                    <a:pt x="17" y="160"/>
                    <a:pt x="33" y="176"/>
                  </a:cubicBezTo>
                  <a:cubicBezTo>
                    <a:pt x="56" y="193"/>
                    <a:pt x="82" y="202"/>
                    <a:pt x="108" y="202"/>
                  </a:cubicBezTo>
                  <a:cubicBezTo>
                    <a:pt x="139" y="202"/>
                    <a:pt x="168" y="189"/>
                    <a:pt x="186" y="160"/>
                  </a:cubicBezTo>
                  <a:cubicBezTo>
                    <a:pt x="206" y="143"/>
                    <a:pt x="206" y="110"/>
                    <a:pt x="206" y="94"/>
                  </a:cubicBezTo>
                  <a:cubicBezTo>
                    <a:pt x="206" y="56"/>
                    <a:pt x="186" y="40"/>
                    <a:pt x="169" y="23"/>
                  </a:cubicBezTo>
                  <a:cubicBezTo>
                    <a:pt x="147" y="9"/>
                    <a:pt x="121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9"/>
            <p:cNvSpPr/>
            <p:nvPr/>
          </p:nvSpPr>
          <p:spPr>
            <a:xfrm>
              <a:off x="4181175" y="29805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5" y="0"/>
                  </a:moveTo>
                  <a:cubicBezTo>
                    <a:pt x="51" y="0"/>
                    <a:pt x="14" y="35"/>
                    <a:pt x="0" y="91"/>
                  </a:cubicBezTo>
                  <a:cubicBezTo>
                    <a:pt x="0" y="107"/>
                    <a:pt x="0" y="128"/>
                    <a:pt x="17" y="144"/>
                  </a:cubicBezTo>
                  <a:cubicBezTo>
                    <a:pt x="33" y="177"/>
                    <a:pt x="50" y="194"/>
                    <a:pt x="103" y="210"/>
                  </a:cubicBezTo>
                  <a:cubicBezTo>
                    <a:pt x="153" y="210"/>
                    <a:pt x="207" y="177"/>
                    <a:pt x="223" y="128"/>
                  </a:cubicBezTo>
                  <a:cubicBezTo>
                    <a:pt x="223" y="91"/>
                    <a:pt x="207" y="58"/>
                    <a:pt x="186" y="41"/>
                  </a:cubicBezTo>
                  <a:cubicBezTo>
                    <a:pt x="169" y="25"/>
                    <a:pt x="153" y="4"/>
                    <a:pt x="120" y="4"/>
                  </a:cubicBezTo>
                  <a:cubicBezTo>
                    <a:pt x="111" y="1"/>
                    <a:pt x="103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9"/>
            <p:cNvSpPr/>
            <p:nvPr/>
          </p:nvSpPr>
          <p:spPr>
            <a:xfrm>
              <a:off x="4169125" y="297022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12" y="1"/>
                  </a:moveTo>
                  <a:cubicBezTo>
                    <a:pt x="103" y="1"/>
                    <a:pt x="95" y="2"/>
                    <a:pt x="87" y="5"/>
                  </a:cubicBezTo>
                  <a:cubicBezTo>
                    <a:pt x="33" y="42"/>
                    <a:pt x="0" y="91"/>
                    <a:pt x="33" y="145"/>
                  </a:cubicBezTo>
                  <a:cubicBezTo>
                    <a:pt x="33" y="161"/>
                    <a:pt x="49" y="178"/>
                    <a:pt x="49" y="194"/>
                  </a:cubicBezTo>
                  <a:cubicBezTo>
                    <a:pt x="87" y="211"/>
                    <a:pt x="120" y="211"/>
                    <a:pt x="173" y="211"/>
                  </a:cubicBezTo>
                  <a:cubicBezTo>
                    <a:pt x="206" y="194"/>
                    <a:pt x="223" y="161"/>
                    <a:pt x="223" y="128"/>
                  </a:cubicBezTo>
                  <a:lnTo>
                    <a:pt x="223" y="75"/>
                  </a:lnTo>
                  <a:cubicBezTo>
                    <a:pt x="209" y="34"/>
                    <a:pt x="158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9"/>
            <p:cNvSpPr/>
            <p:nvPr/>
          </p:nvSpPr>
          <p:spPr>
            <a:xfrm>
              <a:off x="4166950" y="29970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71" y="1"/>
                    <a:pt x="17" y="34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3" y="190"/>
                    <a:pt x="71" y="207"/>
                    <a:pt x="87" y="207"/>
                  </a:cubicBezTo>
                  <a:cubicBezTo>
                    <a:pt x="120" y="207"/>
                    <a:pt x="136" y="207"/>
                    <a:pt x="174" y="190"/>
                  </a:cubicBezTo>
                  <a:cubicBezTo>
                    <a:pt x="190" y="170"/>
                    <a:pt x="207" y="153"/>
                    <a:pt x="207" y="120"/>
                  </a:cubicBezTo>
                  <a:cubicBezTo>
                    <a:pt x="223" y="67"/>
                    <a:pt x="174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9"/>
            <p:cNvSpPr/>
            <p:nvPr/>
          </p:nvSpPr>
          <p:spPr>
            <a:xfrm>
              <a:off x="4162625" y="2951300"/>
              <a:ext cx="5700" cy="5100"/>
            </a:xfrm>
            <a:custGeom>
              <a:avLst/>
              <a:gdLst/>
              <a:ahLst/>
              <a:cxnLst/>
              <a:rect l="l" t="t" r="r" b="b"/>
              <a:pathLst>
                <a:path w="228" h="204" extrusionOk="0">
                  <a:moveTo>
                    <a:pt x="118" y="0"/>
                  </a:moveTo>
                  <a:cubicBezTo>
                    <a:pt x="108" y="0"/>
                    <a:pt x="98" y="2"/>
                    <a:pt x="87" y="7"/>
                  </a:cubicBezTo>
                  <a:cubicBezTo>
                    <a:pt x="70" y="7"/>
                    <a:pt x="37" y="24"/>
                    <a:pt x="21" y="40"/>
                  </a:cubicBezTo>
                  <a:cubicBezTo>
                    <a:pt x="0" y="61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4"/>
                    <a:pt x="21" y="180"/>
                    <a:pt x="37" y="180"/>
                  </a:cubicBezTo>
                  <a:cubicBezTo>
                    <a:pt x="60" y="195"/>
                    <a:pt x="86" y="203"/>
                    <a:pt x="111" y="203"/>
                  </a:cubicBezTo>
                  <a:cubicBezTo>
                    <a:pt x="142" y="203"/>
                    <a:pt x="172" y="191"/>
                    <a:pt x="190" y="164"/>
                  </a:cubicBezTo>
                  <a:cubicBezTo>
                    <a:pt x="227" y="127"/>
                    <a:pt x="227" y="61"/>
                    <a:pt x="173" y="24"/>
                  </a:cubicBezTo>
                  <a:cubicBezTo>
                    <a:pt x="162" y="12"/>
                    <a:pt x="142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9"/>
            <p:cNvSpPr/>
            <p:nvPr/>
          </p:nvSpPr>
          <p:spPr>
            <a:xfrm>
              <a:off x="4194475" y="2962000"/>
              <a:ext cx="6000" cy="5100"/>
            </a:xfrm>
            <a:custGeom>
              <a:avLst/>
              <a:gdLst/>
              <a:ahLst/>
              <a:cxnLst/>
              <a:rect l="l" t="t" r="r" b="b"/>
              <a:pathLst>
                <a:path w="240" h="204" extrusionOk="0">
                  <a:moveTo>
                    <a:pt x="120" y="1"/>
                  </a:moveTo>
                  <a:cubicBezTo>
                    <a:pt x="109" y="1"/>
                    <a:pt x="98" y="8"/>
                    <a:pt x="87" y="8"/>
                  </a:cubicBezTo>
                  <a:cubicBezTo>
                    <a:pt x="33" y="25"/>
                    <a:pt x="0" y="95"/>
                    <a:pt x="17" y="148"/>
                  </a:cubicBezTo>
                  <a:cubicBezTo>
                    <a:pt x="41" y="185"/>
                    <a:pt x="78" y="204"/>
                    <a:pt x="115" y="204"/>
                  </a:cubicBezTo>
                  <a:cubicBezTo>
                    <a:pt x="128" y="204"/>
                    <a:pt x="140" y="202"/>
                    <a:pt x="153" y="198"/>
                  </a:cubicBezTo>
                  <a:cubicBezTo>
                    <a:pt x="169" y="198"/>
                    <a:pt x="190" y="181"/>
                    <a:pt x="206" y="165"/>
                  </a:cubicBezTo>
                  <a:cubicBezTo>
                    <a:pt x="223" y="148"/>
                    <a:pt x="239" y="111"/>
                    <a:pt x="223" y="62"/>
                  </a:cubicBezTo>
                  <a:cubicBezTo>
                    <a:pt x="206" y="25"/>
                    <a:pt x="169" y="8"/>
                    <a:pt x="136" y="8"/>
                  </a:cubicBezTo>
                  <a:cubicBezTo>
                    <a:pt x="131" y="3"/>
                    <a:pt x="125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9"/>
            <p:cNvSpPr/>
            <p:nvPr/>
          </p:nvSpPr>
          <p:spPr>
            <a:xfrm>
              <a:off x="4169125" y="298372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03" y="1"/>
                  </a:moveTo>
                  <a:cubicBezTo>
                    <a:pt x="70" y="1"/>
                    <a:pt x="33" y="17"/>
                    <a:pt x="17" y="34"/>
                  </a:cubicBezTo>
                  <a:cubicBezTo>
                    <a:pt x="0" y="50"/>
                    <a:pt x="0" y="83"/>
                    <a:pt x="0" y="104"/>
                  </a:cubicBezTo>
                  <a:cubicBezTo>
                    <a:pt x="0" y="120"/>
                    <a:pt x="0" y="120"/>
                    <a:pt x="17" y="137"/>
                  </a:cubicBezTo>
                  <a:cubicBezTo>
                    <a:pt x="17" y="153"/>
                    <a:pt x="33" y="170"/>
                    <a:pt x="33" y="170"/>
                  </a:cubicBezTo>
                  <a:cubicBezTo>
                    <a:pt x="57" y="194"/>
                    <a:pt x="84" y="204"/>
                    <a:pt x="110" y="204"/>
                  </a:cubicBezTo>
                  <a:cubicBezTo>
                    <a:pt x="141" y="204"/>
                    <a:pt x="169" y="190"/>
                    <a:pt x="190" y="170"/>
                  </a:cubicBezTo>
                  <a:cubicBezTo>
                    <a:pt x="206" y="137"/>
                    <a:pt x="206" y="120"/>
                    <a:pt x="206" y="83"/>
                  </a:cubicBezTo>
                  <a:cubicBezTo>
                    <a:pt x="206" y="50"/>
                    <a:pt x="190" y="34"/>
                    <a:pt x="173" y="17"/>
                  </a:cubicBezTo>
                  <a:cubicBezTo>
                    <a:pt x="153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9"/>
            <p:cNvSpPr/>
            <p:nvPr/>
          </p:nvSpPr>
          <p:spPr>
            <a:xfrm>
              <a:off x="4157475" y="29631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87" y="0"/>
                    <a:pt x="70" y="0"/>
                    <a:pt x="54" y="17"/>
                  </a:cubicBezTo>
                  <a:cubicBezTo>
                    <a:pt x="21" y="33"/>
                    <a:pt x="0" y="66"/>
                    <a:pt x="0" y="83"/>
                  </a:cubicBezTo>
                  <a:lnTo>
                    <a:pt x="0" y="136"/>
                  </a:lnTo>
                  <a:cubicBezTo>
                    <a:pt x="21" y="153"/>
                    <a:pt x="21" y="153"/>
                    <a:pt x="21" y="169"/>
                  </a:cubicBezTo>
                  <a:cubicBezTo>
                    <a:pt x="37" y="186"/>
                    <a:pt x="70" y="206"/>
                    <a:pt x="87" y="206"/>
                  </a:cubicBezTo>
                  <a:cubicBezTo>
                    <a:pt x="96" y="208"/>
                    <a:pt x="104" y="209"/>
                    <a:pt x="112" y="209"/>
                  </a:cubicBezTo>
                  <a:cubicBezTo>
                    <a:pt x="168" y="209"/>
                    <a:pt x="206" y="163"/>
                    <a:pt x="206" y="120"/>
                  </a:cubicBezTo>
                  <a:cubicBezTo>
                    <a:pt x="206" y="83"/>
                    <a:pt x="206" y="66"/>
                    <a:pt x="190" y="50"/>
                  </a:cubicBezTo>
                  <a:cubicBezTo>
                    <a:pt x="173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9"/>
            <p:cNvSpPr/>
            <p:nvPr/>
          </p:nvSpPr>
          <p:spPr>
            <a:xfrm>
              <a:off x="4196125" y="3038550"/>
              <a:ext cx="5675" cy="5300"/>
            </a:xfrm>
            <a:custGeom>
              <a:avLst/>
              <a:gdLst/>
              <a:ahLst/>
              <a:cxnLst/>
              <a:rect l="l" t="t" r="r" b="b"/>
              <a:pathLst>
                <a:path w="227" h="212" extrusionOk="0">
                  <a:moveTo>
                    <a:pt x="115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37" y="22"/>
                    <a:pt x="0" y="92"/>
                    <a:pt x="21" y="141"/>
                  </a:cubicBezTo>
                  <a:cubicBezTo>
                    <a:pt x="37" y="158"/>
                    <a:pt x="37" y="178"/>
                    <a:pt x="54" y="178"/>
                  </a:cubicBezTo>
                  <a:cubicBezTo>
                    <a:pt x="87" y="211"/>
                    <a:pt x="124" y="211"/>
                    <a:pt x="157" y="211"/>
                  </a:cubicBezTo>
                  <a:cubicBezTo>
                    <a:pt x="190" y="195"/>
                    <a:pt x="227" y="158"/>
                    <a:pt x="227" y="125"/>
                  </a:cubicBezTo>
                  <a:lnTo>
                    <a:pt x="227" y="75"/>
                  </a:lnTo>
                  <a:cubicBezTo>
                    <a:pt x="196" y="31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9"/>
            <p:cNvSpPr/>
            <p:nvPr/>
          </p:nvSpPr>
          <p:spPr>
            <a:xfrm>
              <a:off x="4187150" y="3091575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32" y="1"/>
                  </a:moveTo>
                  <a:cubicBezTo>
                    <a:pt x="117" y="1"/>
                    <a:pt x="101" y="5"/>
                    <a:pt x="87" y="16"/>
                  </a:cubicBezTo>
                  <a:cubicBezTo>
                    <a:pt x="34" y="32"/>
                    <a:pt x="1" y="82"/>
                    <a:pt x="17" y="135"/>
                  </a:cubicBezTo>
                  <a:cubicBezTo>
                    <a:pt x="44" y="175"/>
                    <a:pt x="84" y="207"/>
                    <a:pt x="124" y="207"/>
                  </a:cubicBezTo>
                  <a:cubicBezTo>
                    <a:pt x="134" y="207"/>
                    <a:pt x="144" y="205"/>
                    <a:pt x="153" y="201"/>
                  </a:cubicBezTo>
                  <a:cubicBezTo>
                    <a:pt x="207" y="185"/>
                    <a:pt x="240" y="119"/>
                    <a:pt x="223" y="65"/>
                  </a:cubicBezTo>
                  <a:cubicBezTo>
                    <a:pt x="211" y="30"/>
                    <a:pt x="172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9"/>
            <p:cNvSpPr/>
            <p:nvPr/>
          </p:nvSpPr>
          <p:spPr>
            <a:xfrm>
              <a:off x="4183225" y="2965025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28" y="1"/>
                  </a:moveTo>
                  <a:cubicBezTo>
                    <a:pt x="115" y="1"/>
                    <a:pt x="101" y="3"/>
                    <a:pt x="87" y="7"/>
                  </a:cubicBezTo>
                  <a:cubicBezTo>
                    <a:pt x="38" y="27"/>
                    <a:pt x="1" y="93"/>
                    <a:pt x="21" y="147"/>
                  </a:cubicBezTo>
                  <a:cubicBezTo>
                    <a:pt x="38" y="163"/>
                    <a:pt x="38" y="163"/>
                    <a:pt x="54" y="180"/>
                  </a:cubicBezTo>
                  <a:cubicBezTo>
                    <a:pt x="74" y="199"/>
                    <a:pt x="95" y="207"/>
                    <a:pt x="115" y="207"/>
                  </a:cubicBezTo>
                  <a:cubicBezTo>
                    <a:pt x="130" y="207"/>
                    <a:pt x="144" y="203"/>
                    <a:pt x="158" y="196"/>
                  </a:cubicBezTo>
                  <a:cubicBezTo>
                    <a:pt x="207" y="180"/>
                    <a:pt x="228" y="147"/>
                    <a:pt x="228" y="110"/>
                  </a:cubicBezTo>
                  <a:lnTo>
                    <a:pt x="228" y="60"/>
                  </a:lnTo>
                  <a:cubicBezTo>
                    <a:pt x="212" y="20"/>
                    <a:pt x="171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9"/>
            <p:cNvSpPr/>
            <p:nvPr/>
          </p:nvSpPr>
          <p:spPr>
            <a:xfrm>
              <a:off x="4189725" y="30780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1" y="0"/>
                  </a:moveTo>
                  <a:cubicBezTo>
                    <a:pt x="58" y="0"/>
                    <a:pt x="15" y="47"/>
                    <a:pt x="1" y="90"/>
                  </a:cubicBezTo>
                  <a:cubicBezTo>
                    <a:pt x="1" y="106"/>
                    <a:pt x="1" y="123"/>
                    <a:pt x="17" y="143"/>
                  </a:cubicBezTo>
                  <a:lnTo>
                    <a:pt x="17" y="160"/>
                  </a:lnTo>
                  <a:cubicBezTo>
                    <a:pt x="34" y="193"/>
                    <a:pt x="71" y="209"/>
                    <a:pt x="87" y="209"/>
                  </a:cubicBezTo>
                  <a:cubicBezTo>
                    <a:pt x="153" y="209"/>
                    <a:pt x="207" y="176"/>
                    <a:pt x="207" y="123"/>
                  </a:cubicBezTo>
                  <a:cubicBezTo>
                    <a:pt x="223" y="90"/>
                    <a:pt x="207" y="73"/>
                    <a:pt x="190" y="40"/>
                  </a:cubicBezTo>
                  <a:cubicBezTo>
                    <a:pt x="174" y="20"/>
                    <a:pt x="153" y="3"/>
                    <a:pt x="120" y="3"/>
                  </a:cubicBez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9"/>
            <p:cNvSpPr/>
            <p:nvPr/>
          </p:nvSpPr>
          <p:spPr>
            <a:xfrm>
              <a:off x="4184575" y="30313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50" y="1"/>
                    <a:pt x="33" y="17"/>
                  </a:cubicBezTo>
                  <a:cubicBezTo>
                    <a:pt x="17" y="34"/>
                    <a:pt x="0" y="71"/>
                    <a:pt x="0" y="87"/>
                  </a:cubicBezTo>
                  <a:lnTo>
                    <a:pt x="0" y="137"/>
                  </a:lnTo>
                  <a:cubicBezTo>
                    <a:pt x="0" y="157"/>
                    <a:pt x="17" y="157"/>
                    <a:pt x="17" y="174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137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4"/>
                  </a:cubicBezTo>
                  <a:cubicBezTo>
                    <a:pt x="174" y="17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9"/>
            <p:cNvSpPr/>
            <p:nvPr/>
          </p:nvSpPr>
          <p:spPr>
            <a:xfrm>
              <a:off x="4196125" y="3051800"/>
              <a:ext cx="5175" cy="5100"/>
            </a:xfrm>
            <a:custGeom>
              <a:avLst/>
              <a:gdLst/>
              <a:ahLst/>
              <a:cxnLst/>
              <a:rect l="l" t="t" r="r" b="b"/>
              <a:pathLst>
                <a:path w="207" h="204" extrusionOk="0">
                  <a:moveTo>
                    <a:pt x="115" y="0"/>
                  </a:moveTo>
                  <a:cubicBezTo>
                    <a:pt x="107" y="0"/>
                    <a:pt x="98" y="2"/>
                    <a:pt x="87" y="7"/>
                  </a:cubicBezTo>
                  <a:cubicBezTo>
                    <a:pt x="70" y="7"/>
                    <a:pt x="37" y="24"/>
                    <a:pt x="21" y="40"/>
                  </a:cubicBezTo>
                  <a:cubicBezTo>
                    <a:pt x="0" y="61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4"/>
                    <a:pt x="21" y="180"/>
                    <a:pt x="37" y="180"/>
                  </a:cubicBezTo>
                  <a:cubicBezTo>
                    <a:pt x="60" y="195"/>
                    <a:pt x="86" y="203"/>
                    <a:pt x="111" y="203"/>
                  </a:cubicBezTo>
                  <a:cubicBezTo>
                    <a:pt x="142" y="203"/>
                    <a:pt x="172" y="191"/>
                    <a:pt x="190" y="164"/>
                  </a:cubicBezTo>
                  <a:cubicBezTo>
                    <a:pt x="206" y="143"/>
                    <a:pt x="206" y="127"/>
                    <a:pt x="206" y="94"/>
                  </a:cubicBezTo>
                  <a:cubicBezTo>
                    <a:pt x="206" y="61"/>
                    <a:pt x="190" y="40"/>
                    <a:pt x="173" y="24"/>
                  </a:cubicBezTo>
                  <a:cubicBezTo>
                    <a:pt x="150" y="12"/>
                    <a:pt x="135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9"/>
            <p:cNvSpPr/>
            <p:nvPr/>
          </p:nvSpPr>
          <p:spPr>
            <a:xfrm>
              <a:off x="4194050" y="30651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5" y="1"/>
                  </a:moveTo>
                  <a:cubicBezTo>
                    <a:pt x="39" y="1"/>
                    <a:pt x="1" y="47"/>
                    <a:pt x="1" y="91"/>
                  </a:cubicBezTo>
                  <a:lnTo>
                    <a:pt x="1" y="144"/>
                  </a:lnTo>
                  <a:cubicBezTo>
                    <a:pt x="1" y="161"/>
                    <a:pt x="17" y="161"/>
                    <a:pt x="17" y="161"/>
                  </a:cubicBezTo>
                  <a:cubicBezTo>
                    <a:pt x="34" y="194"/>
                    <a:pt x="50" y="210"/>
                    <a:pt x="83" y="210"/>
                  </a:cubicBezTo>
                  <a:cubicBezTo>
                    <a:pt x="120" y="210"/>
                    <a:pt x="137" y="210"/>
                    <a:pt x="153" y="194"/>
                  </a:cubicBezTo>
                  <a:cubicBezTo>
                    <a:pt x="186" y="177"/>
                    <a:pt x="207" y="144"/>
                    <a:pt x="207" y="124"/>
                  </a:cubicBezTo>
                  <a:cubicBezTo>
                    <a:pt x="207" y="74"/>
                    <a:pt x="170" y="4"/>
                    <a:pt x="120" y="4"/>
                  </a:cubicBezTo>
                  <a:cubicBezTo>
                    <a:pt x="111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9"/>
            <p:cNvSpPr/>
            <p:nvPr/>
          </p:nvSpPr>
          <p:spPr>
            <a:xfrm>
              <a:off x="4126125" y="30944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8" y="0"/>
                  </a:moveTo>
                  <a:cubicBezTo>
                    <a:pt x="56" y="0"/>
                    <a:pt x="15" y="45"/>
                    <a:pt x="1" y="87"/>
                  </a:cubicBezTo>
                  <a:cubicBezTo>
                    <a:pt x="1" y="108"/>
                    <a:pt x="1" y="124"/>
                    <a:pt x="17" y="141"/>
                  </a:cubicBezTo>
                  <a:lnTo>
                    <a:pt x="17" y="157"/>
                  </a:lnTo>
                  <a:cubicBezTo>
                    <a:pt x="38" y="190"/>
                    <a:pt x="71" y="190"/>
                    <a:pt x="87" y="211"/>
                  </a:cubicBezTo>
                  <a:cubicBezTo>
                    <a:pt x="120" y="211"/>
                    <a:pt x="157" y="211"/>
                    <a:pt x="174" y="190"/>
                  </a:cubicBezTo>
                  <a:cubicBezTo>
                    <a:pt x="190" y="174"/>
                    <a:pt x="207" y="141"/>
                    <a:pt x="207" y="124"/>
                  </a:cubicBezTo>
                  <a:cubicBezTo>
                    <a:pt x="223" y="87"/>
                    <a:pt x="207" y="71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3" y="2"/>
                    <a:pt x="105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9"/>
            <p:cNvSpPr/>
            <p:nvPr/>
          </p:nvSpPr>
          <p:spPr>
            <a:xfrm>
              <a:off x="4133450" y="295520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6" y="0"/>
                  </a:moveTo>
                  <a:cubicBezTo>
                    <a:pt x="113" y="0"/>
                    <a:pt x="100" y="3"/>
                    <a:pt x="87" y="8"/>
                  </a:cubicBezTo>
                  <a:cubicBezTo>
                    <a:pt x="17" y="24"/>
                    <a:pt x="1" y="90"/>
                    <a:pt x="17" y="144"/>
                  </a:cubicBezTo>
                  <a:cubicBezTo>
                    <a:pt x="29" y="181"/>
                    <a:pt x="71" y="201"/>
                    <a:pt x="113" y="201"/>
                  </a:cubicBezTo>
                  <a:cubicBezTo>
                    <a:pt x="128" y="201"/>
                    <a:pt x="143" y="199"/>
                    <a:pt x="157" y="193"/>
                  </a:cubicBezTo>
                  <a:cubicBezTo>
                    <a:pt x="207" y="177"/>
                    <a:pt x="240" y="111"/>
                    <a:pt x="207" y="57"/>
                  </a:cubicBezTo>
                  <a:cubicBezTo>
                    <a:pt x="194" y="21"/>
                    <a:pt x="162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9"/>
            <p:cNvSpPr/>
            <p:nvPr/>
          </p:nvSpPr>
          <p:spPr>
            <a:xfrm>
              <a:off x="4118400" y="29794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71" y="1"/>
                    <a:pt x="38" y="17"/>
                  </a:cubicBezTo>
                  <a:cubicBezTo>
                    <a:pt x="17" y="34"/>
                    <a:pt x="1" y="50"/>
                    <a:pt x="1" y="87"/>
                  </a:cubicBezTo>
                  <a:lnTo>
                    <a:pt x="1" y="137"/>
                  </a:lnTo>
                  <a:cubicBezTo>
                    <a:pt x="1" y="153"/>
                    <a:pt x="17" y="153"/>
                    <a:pt x="17" y="153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41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4"/>
                  </a:cubicBezTo>
                  <a:cubicBezTo>
                    <a:pt x="174" y="17"/>
                    <a:pt x="14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9"/>
            <p:cNvSpPr/>
            <p:nvPr/>
          </p:nvSpPr>
          <p:spPr>
            <a:xfrm>
              <a:off x="4122325" y="29484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20" y="1"/>
                  </a:moveTo>
                  <a:cubicBezTo>
                    <a:pt x="66" y="1"/>
                    <a:pt x="17" y="34"/>
                    <a:pt x="0" y="87"/>
                  </a:cubicBezTo>
                  <a:cubicBezTo>
                    <a:pt x="0" y="104"/>
                    <a:pt x="0" y="120"/>
                    <a:pt x="17" y="137"/>
                  </a:cubicBezTo>
                  <a:cubicBezTo>
                    <a:pt x="17" y="153"/>
                    <a:pt x="17" y="153"/>
                    <a:pt x="33" y="174"/>
                  </a:cubicBezTo>
                  <a:cubicBezTo>
                    <a:pt x="50" y="190"/>
                    <a:pt x="66" y="207"/>
                    <a:pt x="103" y="207"/>
                  </a:cubicBezTo>
                  <a:cubicBezTo>
                    <a:pt x="110" y="209"/>
                    <a:pt x="117" y="210"/>
                    <a:pt x="123" y="210"/>
                  </a:cubicBezTo>
                  <a:cubicBezTo>
                    <a:pt x="166" y="210"/>
                    <a:pt x="209" y="167"/>
                    <a:pt x="223" y="120"/>
                  </a:cubicBezTo>
                  <a:cubicBezTo>
                    <a:pt x="223" y="87"/>
                    <a:pt x="206" y="71"/>
                    <a:pt x="190" y="50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9"/>
            <p:cNvSpPr/>
            <p:nvPr/>
          </p:nvSpPr>
          <p:spPr>
            <a:xfrm>
              <a:off x="4123550" y="2934625"/>
              <a:ext cx="6100" cy="5175"/>
            </a:xfrm>
            <a:custGeom>
              <a:avLst/>
              <a:gdLst/>
              <a:ahLst/>
              <a:cxnLst/>
              <a:rect l="l" t="t" r="r" b="b"/>
              <a:pathLst>
                <a:path w="244" h="207" extrusionOk="0">
                  <a:moveTo>
                    <a:pt x="118" y="1"/>
                  </a:moveTo>
                  <a:cubicBezTo>
                    <a:pt x="108" y="1"/>
                    <a:pt x="98" y="2"/>
                    <a:pt x="87" y="6"/>
                  </a:cubicBezTo>
                  <a:cubicBezTo>
                    <a:pt x="38" y="23"/>
                    <a:pt x="1" y="89"/>
                    <a:pt x="17" y="142"/>
                  </a:cubicBezTo>
                  <a:cubicBezTo>
                    <a:pt x="44" y="178"/>
                    <a:pt x="77" y="207"/>
                    <a:pt x="113" y="207"/>
                  </a:cubicBezTo>
                  <a:cubicBezTo>
                    <a:pt x="127" y="207"/>
                    <a:pt x="142" y="202"/>
                    <a:pt x="157" y="192"/>
                  </a:cubicBezTo>
                  <a:cubicBezTo>
                    <a:pt x="207" y="175"/>
                    <a:pt x="244" y="126"/>
                    <a:pt x="223" y="72"/>
                  </a:cubicBezTo>
                  <a:cubicBezTo>
                    <a:pt x="197" y="32"/>
                    <a:pt x="159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9"/>
            <p:cNvSpPr/>
            <p:nvPr/>
          </p:nvSpPr>
          <p:spPr>
            <a:xfrm>
              <a:off x="4128300" y="298610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9"/>
                  </a:cubicBezTo>
                  <a:cubicBezTo>
                    <a:pt x="33" y="25"/>
                    <a:pt x="0" y="75"/>
                    <a:pt x="33" y="145"/>
                  </a:cubicBezTo>
                  <a:cubicBezTo>
                    <a:pt x="33" y="145"/>
                    <a:pt x="54" y="161"/>
                    <a:pt x="54" y="178"/>
                  </a:cubicBezTo>
                  <a:cubicBezTo>
                    <a:pt x="77" y="189"/>
                    <a:pt x="100" y="203"/>
                    <a:pt x="130" y="203"/>
                  </a:cubicBezTo>
                  <a:cubicBezTo>
                    <a:pt x="143" y="203"/>
                    <a:pt x="157" y="201"/>
                    <a:pt x="174" y="194"/>
                  </a:cubicBezTo>
                  <a:cubicBezTo>
                    <a:pt x="207" y="178"/>
                    <a:pt x="223" y="145"/>
                    <a:pt x="223" y="112"/>
                  </a:cubicBezTo>
                  <a:cubicBezTo>
                    <a:pt x="239" y="91"/>
                    <a:pt x="223" y="75"/>
                    <a:pt x="223" y="58"/>
                  </a:cubicBezTo>
                  <a:cubicBezTo>
                    <a:pt x="211" y="22"/>
                    <a:pt x="169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9"/>
            <p:cNvSpPr/>
            <p:nvPr/>
          </p:nvSpPr>
          <p:spPr>
            <a:xfrm>
              <a:off x="4132625" y="2974150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2" y="0"/>
                  </a:moveTo>
                  <a:cubicBezTo>
                    <a:pt x="46" y="0"/>
                    <a:pt x="1" y="33"/>
                    <a:pt x="1" y="91"/>
                  </a:cubicBezTo>
                  <a:lnTo>
                    <a:pt x="1" y="140"/>
                  </a:lnTo>
                  <a:lnTo>
                    <a:pt x="17" y="157"/>
                  </a:lnTo>
                  <a:cubicBezTo>
                    <a:pt x="34" y="178"/>
                    <a:pt x="50" y="194"/>
                    <a:pt x="87" y="194"/>
                  </a:cubicBezTo>
                  <a:cubicBezTo>
                    <a:pt x="96" y="197"/>
                    <a:pt x="104" y="198"/>
                    <a:pt x="113" y="198"/>
                  </a:cubicBezTo>
                  <a:cubicBezTo>
                    <a:pt x="154" y="198"/>
                    <a:pt x="193" y="166"/>
                    <a:pt x="207" y="108"/>
                  </a:cubicBezTo>
                  <a:cubicBezTo>
                    <a:pt x="207" y="91"/>
                    <a:pt x="207" y="54"/>
                    <a:pt x="190" y="37"/>
                  </a:cubicBezTo>
                  <a:cubicBezTo>
                    <a:pt x="170" y="21"/>
                    <a:pt x="153" y="4"/>
                    <a:pt x="120" y="4"/>
                  </a:cubicBezTo>
                  <a:cubicBezTo>
                    <a:pt x="111" y="2"/>
                    <a:pt x="101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9"/>
            <p:cNvSpPr/>
            <p:nvPr/>
          </p:nvSpPr>
          <p:spPr>
            <a:xfrm>
              <a:off x="4114600" y="2992700"/>
              <a:ext cx="5575" cy="4925"/>
            </a:xfrm>
            <a:custGeom>
              <a:avLst/>
              <a:gdLst/>
              <a:ahLst/>
              <a:cxnLst/>
              <a:rect l="l" t="t" r="r" b="b"/>
              <a:pathLst>
                <a:path w="223" h="197" extrusionOk="0">
                  <a:moveTo>
                    <a:pt x="66" y="0"/>
                  </a:moveTo>
                  <a:cubicBezTo>
                    <a:pt x="17" y="17"/>
                    <a:pt x="0" y="87"/>
                    <a:pt x="17" y="136"/>
                  </a:cubicBezTo>
                  <a:cubicBezTo>
                    <a:pt x="29" y="177"/>
                    <a:pt x="72" y="196"/>
                    <a:pt x="113" y="196"/>
                  </a:cubicBezTo>
                  <a:cubicBezTo>
                    <a:pt x="127" y="196"/>
                    <a:pt x="140" y="194"/>
                    <a:pt x="153" y="190"/>
                  </a:cubicBezTo>
                  <a:cubicBezTo>
                    <a:pt x="169" y="190"/>
                    <a:pt x="190" y="174"/>
                    <a:pt x="190" y="174"/>
                  </a:cubicBezTo>
                  <a:cubicBezTo>
                    <a:pt x="223" y="136"/>
                    <a:pt x="223" y="104"/>
                    <a:pt x="206" y="54"/>
                  </a:cubicBezTo>
                  <a:cubicBezTo>
                    <a:pt x="206" y="17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9"/>
            <p:cNvSpPr/>
            <p:nvPr/>
          </p:nvSpPr>
          <p:spPr>
            <a:xfrm>
              <a:off x="4104700" y="2983200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12" y="1"/>
                  </a:moveTo>
                  <a:cubicBezTo>
                    <a:pt x="83" y="1"/>
                    <a:pt x="56" y="16"/>
                    <a:pt x="33" y="38"/>
                  </a:cubicBezTo>
                  <a:cubicBezTo>
                    <a:pt x="0" y="71"/>
                    <a:pt x="0" y="88"/>
                    <a:pt x="0" y="125"/>
                  </a:cubicBezTo>
                  <a:cubicBezTo>
                    <a:pt x="0" y="125"/>
                    <a:pt x="0" y="141"/>
                    <a:pt x="17" y="141"/>
                  </a:cubicBezTo>
                  <a:cubicBezTo>
                    <a:pt x="17" y="158"/>
                    <a:pt x="33" y="174"/>
                    <a:pt x="33" y="191"/>
                  </a:cubicBezTo>
                  <a:cubicBezTo>
                    <a:pt x="70" y="207"/>
                    <a:pt x="87" y="207"/>
                    <a:pt x="120" y="207"/>
                  </a:cubicBezTo>
                  <a:cubicBezTo>
                    <a:pt x="153" y="207"/>
                    <a:pt x="173" y="191"/>
                    <a:pt x="190" y="174"/>
                  </a:cubicBezTo>
                  <a:cubicBezTo>
                    <a:pt x="206" y="158"/>
                    <a:pt x="223" y="125"/>
                    <a:pt x="206" y="88"/>
                  </a:cubicBezTo>
                  <a:cubicBezTo>
                    <a:pt x="206" y="71"/>
                    <a:pt x="190" y="38"/>
                    <a:pt x="173" y="22"/>
                  </a:cubicBezTo>
                  <a:cubicBezTo>
                    <a:pt x="152" y="7"/>
                    <a:pt x="132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9"/>
            <p:cNvSpPr/>
            <p:nvPr/>
          </p:nvSpPr>
          <p:spPr>
            <a:xfrm>
              <a:off x="4111075" y="2941475"/>
              <a:ext cx="6125" cy="5375"/>
            </a:xfrm>
            <a:custGeom>
              <a:avLst/>
              <a:gdLst/>
              <a:ahLst/>
              <a:cxnLst/>
              <a:rect l="l" t="t" r="r" b="b"/>
              <a:pathLst>
                <a:path w="245" h="215" extrusionOk="0">
                  <a:moveTo>
                    <a:pt x="106" y="0"/>
                  </a:moveTo>
                  <a:cubicBezTo>
                    <a:pt x="95" y="0"/>
                    <a:pt x="83" y="2"/>
                    <a:pt x="71" y="4"/>
                  </a:cubicBezTo>
                  <a:cubicBezTo>
                    <a:pt x="21" y="42"/>
                    <a:pt x="1" y="91"/>
                    <a:pt x="21" y="145"/>
                  </a:cubicBezTo>
                  <a:cubicBezTo>
                    <a:pt x="35" y="185"/>
                    <a:pt x="82" y="215"/>
                    <a:pt x="128" y="215"/>
                  </a:cubicBezTo>
                  <a:cubicBezTo>
                    <a:pt x="138" y="215"/>
                    <a:pt x="148" y="214"/>
                    <a:pt x="158" y="211"/>
                  </a:cubicBezTo>
                  <a:cubicBezTo>
                    <a:pt x="207" y="178"/>
                    <a:pt x="244" y="124"/>
                    <a:pt x="207" y="75"/>
                  </a:cubicBezTo>
                  <a:cubicBezTo>
                    <a:pt x="193" y="30"/>
                    <a:pt x="157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9"/>
            <p:cNvSpPr/>
            <p:nvPr/>
          </p:nvSpPr>
          <p:spPr>
            <a:xfrm>
              <a:off x="4156225" y="29771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0" y="1"/>
                  </a:moveTo>
                  <a:cubicBezTo>
                    <a:pt x="57" y="1"/>
                    <a:pt x="15" y="44"/>
                    <a:pt x="1" y="91"/>
                  </a:cubicBezTo>
                  <a:lnTo>
                    <a:pt x="1" y="124"/>
                  </a:lnTo>
                  <a:lnTo>
                    <a:pt x="1" y="140"/>
                  </a:lnTo>
                  <a:lnTo>
                    <a:pt x="17" y="161"/>
                  </a:lnTo>
                  <a:cubicBezTo>
                    <a:pt x="34" y="194"/>
                    <a:pt x="71" y="210"/>
                    <a:pt x="87" y="210"/>
                  </a:cubicBezTo>
                  <a:cubicBezTo>
                    <a:pt x="120" y="210"/>
                    <a:pt x="137" y="210"/>
                    <a:pt x="174" y="194"/>
                  </a:cubicBezTo>
                  <a:cubicBezTo>
                    <a:pt x="190" y="177"/>
                    <a:pt x="207" y="140"/>
                    <a:pt x="207" y="124"/>
                  </a:cubicBezTo>
                  <a:cubicBezTo>
                    <a:pt x="207" y="91"/>
                    <a:pt x="207" y="74"/>
                    <a:pt x="190" y="58"/>
                  </a:cubicBezTo>
                  <a:cubicBezTo>
                    <a:pt x="174" y="20"/>
                    <a:pt x="153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9"/>
            <p:cNvSpPr/>
            <p:nvPr/>
          </p:nvSpPr>
          <p:spPr>
            <a:xfrm>
              <a:off x="4146750" y="29535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4" y="1"/>
                  </a:moveTo>
                  <a:cubicBezTo>
                    <a:pt x="41" y="1"/>
                    <a:pt x="0" y="44"/>
                    <a:pt x="0" y="90"/>
                  </a:cubicBezTo>
                  <a:lnTo>
                    <a:pt x="0" y="140"/>
                  </a:lnTo>
                  <a:lnTo>
                    <a:pt x="17" y="156"/>
                  </a:lnTo>
                  <a:cubicBezTo>
                    <a:pt x="37" y="194"/>
                    <a:pt x="54" y="194"/>
                    <a:pt x="87" y="210"/>
                  </a:cubicBezTo>
                  <a:cubicBezTo>
                    <a:pt x="141" y="210"/>
                    <a:pt x="190" y="177"/>
                    <a:pt x="206" y="123"/>
                  </a:cubicBezTo>
                  <a:cubicBezTo>
                    <a:pt x="206" y="90"/>
                    <a:pt x="206" y="74"/>
                    <a:pt x="190" y="37"/>
                  </a:cubicBezTo>
                  <a:cubicBezTo>
                    <a:pt x="174" y="20"/>
                    <a:pt x="141" y="4"/>
                    <a:pt x="120" y="4"/>
                  </a:cubicBezTo>
                  <a:cubicBezTo>
                    <a:pt x="111" y="2"/>
                    <a:pt x="103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9"/>
            <p:cNvSpPr/>
            <p:nvPr/>
          </p:nvSpPr>
          <p:spPr>
            <a:xfrm>
              <a:off x="4150675" y="30028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14" y="1"/>
                  </a:moveTo>
                  <a:cubicBezTo>
                    <a:pt x="100" y="1"/>
                    <a:pt x="83" y="3"/>
                    <a:pt x="66" y="7"/>
                  </a:cubicBezTo>
                  <a:cubicBezTo>
                    <a:pt x="17" y="23"/>
                    <a:pt x="0" y="93"/>
                    <a:pt x="17" y="143"/>
                  </a:cubicBezTo>
                  <a:cubicBezTo>
                    <a:pt x="29" y="183"/>
                    <a:pt x="72" y="203"/>
                    <a:pt x="113" y="203"/>
                  </a:cubicBezTo>
                  <a:cubicBezTo>
                    <a:pt x="127" y="203"/>
                    <a:pt x="140" y="200"/>
                    <a:pt x="153" y="196"/>
                  </a:cubicBezTo>
                  <a:cubicBezTo>
                    <a:pt x="206" y="180"/>
                    <a:pt x="239" y="126"/>
                    <a:pt x="206" y="60"/>
                  </a:cubicBezTo>
                  <a:cubicBezTo>
                    <a:pt x="194" y="20"/>
                    <a:pt x="160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9"/>
            <p:cNvSpPr/>
            <p:nvPr/>
          </p:nvSpPr>
          <p:spPr>
            <a:xfrm>
              <a:off x="4148900" y="29414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3" y="0"/>
                  </a:moveTo>
                  <a:cubicBezTo>
                    <a:pt x="85" y="0"/>
                    <a:pt x="55" y="14"/>
                    <a:pt x="34" y="44"/>
                  </a:cubicBezTo>
                  <a:cubicBezTo>
                    <a:pt x="17" y="60"/>
                    <a:pt x="1" y="93"/>
                    <a:pt x="1" y="110"/>
                  </a:cubicBezTo>
                  <a:cubicBezTo>
                    <a:pt x="1" y="126"/>
                    <a:pt x="1" y="126"/>
                    <a:pt x="17" y="147"/>
                  </a:cubicBezTo>
                  <a:cubicBezTo>
                    <a:pt x="17" y="163"/>
                    <a:pt x="34" y="180"/>
                    <a:pt x="55" y="180"/>
                  </a:cubicBezTo>
                  <a:cubicBezTo>
                    <a:pt x="69" y="194"/>
                    <a:pt x="92" y="203"/>
                    <a:pt x="115" y="203"/>
                  </a:cubicBezTo>
                  <a:cubicBezTo>
                    <a:pt x="143" y="203"/>
                    <a:pt x="172" y="190"/>
                    <a:pt x="191" y="163"/>
                  </a:cubicBezTo>
                  <a:cubicBezTo>
                    <a:pt x="207" y="147"/>
                    <a:pt x="224" y="110"/>
                    <a:pt x="207" y="93"/>
                  </a:cubicBezTo>
                  <a:cubicBezTo>
                    <a:pt x="207" y="60"/>
                    <a:pt x="191" y="44"/>
                    <a:pt x="174" y="23"/>
                  </a:cubicBezTo>
                  <a:cubicBezTo>
                    <a:pt x="158" y="8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9"/>
            <p:cNvSpPr/>
            <p:nvPr/>
          </p:nvSpPr>
          <p:spPr>
            <a:xfrm>
              <a:off x="4155400" y="29909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50" y="0"/>
                    <a:pt x="1" y="37"/>
                    <a:pt x="1" y="87"/>
                  </a:cubicBezTo>
                  <a:lnTo>
                    <a:pt x="1" y="141"/>
                  </a:lnTo>
                  <a:cubicBezTo>
                    <a:pt x="1" y="157"/>
                    <a:pt x="17" y="157"/>
                    <a:pt x="17" y="174"/>
                  </a:cubicBezTo>
                  <a:cubicBezTo>
                    <a:pt x="34" y="190"/>
                    <a:pt x="50" y="206"/>
                    <a:pt x="83" y="206"/>
                  </a:cubicBezTo>
                  <a:cubicBezTo>
                    <a:pt x="137" y="206"/>
                    <a:pt x="186" y="174"/>
                    <a:pt x="207" y="124"/>
                  </a:cubicBezTo>
                  <a:cubicBezTo>
                    <a:pt x="207" y="87"/>
                    <a:pt x="207" y="70"/>
                    <a:pt x="186" y="37"/>
                  </a:cubicBezTo>
                  <a:cubicBezTo>
                    <a:pt x="170" y="21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9"/>
            <p:cNvSpPr/>
            <p:nvPr/>
          </p:nvSpPr>
          <p:spPr>
            <a:xfrm>
              <a:off x="4143750" y="29673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1" y="1"/>
                  </a:moveTo>
                  <a:cubicBezTo>
                    <a:pt x="75" y="1"/>
                    <a:pt x="41" y="16"/>
                    <a:pt x="17" y="39"/>
                  </a:cubicBezTo>
                  <a:cubicBezTo>
                    <a:pt x="1" y="56"/>
                    <a:pt x="1" y="89"/>
                    <a:pt x="1" y="122"/>
                  </a:cubicBezTo>
                  <a:lnTo>
                    <a:pt x="1" y="142"/>
                  </a:lnTo>
                  <a:cubicBezTo>
                    <a:pt x="17" y="159"/>
                    <a:pt x="17" y="175"/>
                    <a:pt x="34" y="192"/>
                  </a:cubicBezTo>
                  <a:cubicBezTo>
                    <a:pt x="54" y="204"/>
                    <a:pt x="77" y="210"/>
                    <a:pt x="99" y="210"/>
                  </a:cubicBezTo>
                  <a:cubicBezTo>
                    <a:pt x="136" y="210"/>
                    <a:pt x="170" y="196"/>
                    <a:pt x="190" y="175"/>
                  </a:cubicBezTo>
                  <a:cubicBezTo>
                    <a:pt x="223" y="122"/>
                    <a:pt x="207" y="56"/>
                    <a:pt x="174" y="19"/>
                  </a:cubicBezTo>
                  <a:cubicBezTo>
                    <a:pt x="154" y="6"/>
                    <a:pt x="132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9"/>
            <p:cNvSpPr/>
            <p:nvPr/>
          </p:nvSpPr>
          <p:spPr>
            <a:xfrm>
              <a:off x="4138600" y="29955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1"/>
                  </a:moveTo>
                  <a:cubicBezTo>
                    <a:pt x="113" y="1"/>
                    <a:pt x="99" y="3"/>
                    <a:pt x="87" y="7"/>
                  </a:cubicBezTo>
                  <a:cubicBezTo>
                    <a:pt x="34" y="23"/>
                    <a:pt x="1" y="94"/>
                    <a:pt x="17" y="147"/>
                  </a:cubicBezTo>
                  <a:cubicBezTo>
                    <a:pt x="45" y="184"/>
                    <a:pt x="80" y="203"/>
                    <a:pt x="118" y="203"/>
                  </a:cubicBezTo>
                  <a:cubicBezTo>
                    <a:pt x="131" y="203"/>
                    <a:pt x="144" y="201"/>
                    <a:pt x="157" y="197"/>
                  </a:cubicBezTo>
                  <a:cubicBezTo>
                    <a:pt x="207" y="180"/>
                    <a:pt x="240" y="110"/>
                    <a:pt x="223" y="61"/>
                  </a:cubicBezTo>
                  <a:cubicBezTo>
                    <a:pt x="211" y="20"/>
                    <a:pt x="168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9"/>
            <p:cNvSpPr/>
            <p:nvPr/>
          </p:nvSpPr>
          <p:spPr>
            <a:xfrm>
              <a:off x="4142925" y="2984150"/>
              <a:ext cx="5600" cy="4900"/>
            </a:xfrm>
            <a:custGeom>
              <a:avLst/>
              <a:gdLst/>
              <a:ahLst/>
              <a:cxnLst/>
              <a:rect l="l" t="t" r="r" b="b"/>
              <a:pathLst>
                <a:path w="224" h="196" extrusionOk="0">
                  <a:moveTo>
                    <a:pt x="67" y="0"/>
                  </a:moveTo>
                  <a:cubicBezTo>
                    <a:pt x="50" y="17"/>
                    <a:pt x="34" y="33"/>
                    <a:pt x="17" y="50"/>
                  </a:cubicBezTo>
                  <a:cubicBezTo>
                    <a:pt x="1" y="66"/>
                    <a:pt x="1" y="103"/>
                    <a:pt x="17" y="136"/>
                  </a:cubicBezTo>
                  <a:cubicBezTo>
                    <a:pt x="30" y="177"/>
                    <a:pt x="63" y="196"/>
                    <a:pt x="107" y="196"/>
                  </a:cubicBezTo>
                  <a:cubicBezTo>
                    <a:pt x="122" y="196"/>
                    <a:pt x="137" y="194"/>
                    <a:pt x="153" y="190"/>
                  </a:cubicBezTo>
                  <a:cubicBezTo>
                    <a:pt x="207" y="169"/>
                    <a:pt x="223" y="120"/>
                    <a:pt x="207" y="50"/>
                  </a:cubicBezTo>
                  <a:cubicBezTo>
                    <a:pt x="190" y="33"/>
                    <a:pt x="170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9"/>
            <p:cNvSpPr/>
            <p:nvPr/>
          </p:nvSpPr>
          <p:spPr>
            <a:xfrm>
              <a:off x="4136025" y="29415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71" y="0"/>
                    <a:pt x="1" y="38"/>
                    <a:pt x="1" y="87"/>
                  </a:cubicBezTo>
                  <a:lnTo>
                    <a:pt x="1" y="141"/>
                  </a:lnTo>
                  <a:cubicBezTo>
                    <a:pt x="1" y="157"/>
                    <a:pt x="17" y="157"/>
                    <a:pt x="17" y="174"/>
                  </a:cubicBezTo>
                  <a:cubicBezTo>
                    <a:pt x="34" y="190"/>
                    <a:pt x="54" y="207"/>
                    <a:pt x="87" y="207"/>
                  </a:cubicBezTo>
                  <a:cubicBezTo>
                    <a:pt x="94" y="209"/>
                    <a:pt x="101" y="210"/>
                    <a:pt x="108" y="210"/>
                  </a:cubicBezTo>
                  <a:cubicBezTo>
                    <a:pt x="154" y="210"/>
                    <a:pt x="207" y="166"/>
                    <a:pt x="207" y="120"/>
                  </a:cubicBezTo>
                  <a:cubicBezTo>
                    <a:pt x="207" y="87"/>
                    <a:pt x="207" y="71"/>
                    <a:pt x="190" y="54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9"/>
            <p:cNvSpPr/>
            <p:nvPr/>
          </p:nvSpPr>
          <p:spPr>
            <a:xfrm>
              <a:off x="4176425" y="30849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3" y="0"/>
                  </a:moveTo>
                  <a:cubicBezTo>
                    <a:pt x="38" y="0"/>
                    <a:pt x="1" y="44"/>
                    <a:pt x="1" y="90"/>
                  </a:cubicBezTo>
                  <a:lnTo>
                    <a:pt x="1" y="140"/>
                  </a:lnTo>
                  <a:lnTo>
                    <a:pt x="17" y="156"/>
                  </a:lnTo>
                  <a:cubicBezTo>
                    <a:pt x="34" y="193"/>
                    <a:pt x="50" y="193"/>
                    <a:pt x="87" y="210"/>
                  </a:cubicBezTo>
                  <a:cubicBezTo>
                    <a:pt x="137" y="210"/>
                    <a:pt x="190" y="177"/>
                    <a:pt x="207" y="123"/>
                  </a:cubicBezTo>
                  <a:cubicBezTo>
                    <a:pt x="207" y="90"/>
                    <a:pt x="207" y="74"/>
                    <a:pt x="190" y="37"/>
                  </a:cubicBezTo>
                  <a:cubicBezTo>
                    <a:pt x="170" y="20"/>
                    <a:pt x="137" y="4"/>
                    <a:pt x="120" y="4"/>
                  </a:cubicBezTo>
                  <a:cubicBezTo>
                    <a:pt x="111" y="1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9"/>
            <p:cNvSpPr/>
            <p:nvPr/>
          </p:nvSpPr>
          <p:spPr>
            <a:xfrm>
              <a:off x="4140775" y="30743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70" y="1"/>
                    <a:pt x="33" y="17"/>
                  </a:cubicBezTo>
                  <a:cubicBezTo>
                    <a:pt x="17" y="34"/>
                    <a:pt x="0" y="50"/>
                    <a:pt x="0" y="87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53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136" y="207"/>
                    <a:pt x="190" y="170"/>
                    <a:pt x="206" y="120"/>
                  </a:cubicBezTo>
                  <a:cubicBezTo>
                    <a:pt x="206" y="87"/>
                    <a:pt x="206" y="67"/>
                    <a:pt x="190" y="34"/>
                  </a:cubicBezTo>
                  <a:cubicBezTo>
                    <a:pt x="17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9"/>
            <p:cNvSpPr/>
            <p:nvPr/>
          </p:nvSpPr>
          <p:spPr>
            <a:xfrm>
              <a:off x="4145100" y="30476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0" y="1"/>
                  </a:moveTo>
                  <a:cubicBezTo>
                    <a:pt x="103" y="1"/>
                    <a:pt x="66" y="1"/>
                    <a:pt x="50" y="22"/>
                  </a:cubicBezTo>
                  <a:cubicBezTo>
                    <a:pt x="33" y="38"/>
                    <a:pt x="17" y="55"/>
                    <a:pt x="17" y="88"/>
                  </a:cubicBezTo>
                  <a:cubicBezTo>
                    <a:pt x="0" y="104"/>
                    <a:pt x="0" y="125"/>
                    <a:pt x="17" y="141"/>
                  </a:cubicBezTo>
                  <a:cubicBezTo>
                    <a:pt x="17" y="141"/>
                    <a:pt x="17" y="158"/>
                    <a:pt x="33" y="158"/>
                  </a:cubicBezTo>
                  <a:cubicBezTo>
                    <a:pt x="50" y="191"/>
                    <a:pt x="66" y="191"/>
                    <a:pt x="103" y="207"/>
                  </a:cubicBezTo>
                  <a:cubicBezTo>
                    <a:pt x="153" y="207"/>
                    <a:pt x="207" y="174"/>
                    <a:pt x="223" y="125"/>
                  </a:cubicBezTo>
                  <a:cubicBezTo>
                    <a:pt x="223" y="88"/>
                    <a:pt x="207" y="71"/>
                    <a:pt x="207" y="38"/>
                  </a:cubicBezTo>
                  <a:cubicBezTo>
                    <a:pt x="186" y="22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9"/>
            <p:cNvSpPr/>
            <p:nvPr/>
          </p:nvSpPr>
          <p:spPr>
            <a:xfrm>
              <a:off x="4141175" y="3060800"/>
              <a:ext cx="6000" cy="5100"/>
            </a:xfrm>
            <a:custGeom>
              <a:avLst/>
              <a:gdLst/>
              <a:ahLst/>
              <a:cxnLst/>
              <a:rect l="l" t="t" r="r" b="b"/>
              <a:pathLst>
                <a:path w="240" h="204" extrusionOk="0">
                  <a:moveTo>
                    <a:pt x="120" y="1"/>
                  </a:moveTo>
                  <a:cubicBezTo>
                    <a:pt x="109" y="1"/>
                    <a:pt x="98" y="10"/>
                    <a:pt x="87" y="10"/>
                  </a:cubicBezTo>
                  <a:cubicBezTo>
                    <a:pt x="34" y="26"/>
                    <a:pt x="1" y="92"/>
                    <a:pt x="34" y="146"/>
                  </a:cubicBezTo>
                  <a:cubicBezTo>
                    <a:pt x="49" y="183"/>
                    <a:pt x="80" y="203"/>
                    <a:pt x="124" y="203"/>
                  </a:cubicBezTo>
                  <a:cubicBezTo>
                    <a:pt x="139" y="203"/>
                    <a:pt x="156" y="201"/>
                    <a:pt x="174" y="195"/>
                  </a:cubicBezTo>
                  <a:cubicBezTo>
                    <a:pt x="174" y="195"/>
                    <a:pt x="190" y="179"/>
                    <a:pt x="207" y="179"/>
                  </a:cubicBezTo>
                  <a:cubicBezTo>
                    <a:pt x="223" y="146"/>
                    <a:pt x="240" y="113"/>
                    <a:pt x="223" y="59"/>
                  </a:cubicBezTo>
                  <a:cubicBezTo>
                    <a:pt x="207" y="26"/>
                    <a:pt x="174" y="10"/>
                    <a:pt x="137" y="10"/>
                  </a:cubicBezTo>
                  <a:cubicBezTo>
                    <a:pt x="131" y="3"/>
                    <a:pt x="12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9"/>
            <p:cNvSpPr/>
            <p:nvPr/>
          </p:nvSpPr>
          <p:spPr>
            <a:xfrm>
              <a:off x="4189325" y="3019300"/>
              <a:ext cx="6000" cy="5400"/>
            </a:xfrm>
            <a:custGeom>
              <a:avLst/>
              <a:gdLst/>
              <a:ahLst/>
              <a:cxnLst/>
              <a:rect l="l" t="t" r="r" b="b"/>
              <a:pathLst>
                <a:path w="240" h="216" extrusionOk="0">
                  <a:moveTo>
                    <a:pt x="103" y="0"/>
                  </a:moveTo>
                  <a:cubicBezTo>
                    <a:pt x="66" y="21"/>
                    <a:pt x="50" y="21"/>
                    <a:pt x="33" y="54"/>
                  </a:cubicBezTo>
                  <a:cubicBezTo>
                    <a:pt x="17" y="70"/>
                    <a:pt x="0" y="87"/>
                    <a:pt x="17" y="124"/>
                  </a:cubicBezTo>
                  <a:lnTo>
                    <a:pt x="17" y="157"/>
                  </a:lnTo>
                  <a:cubicBezTo>
                    <a:pt x="17" y="173"/>
                    <a:pt x="33" y="173"/>
                    <a:pt x="50" y="190"/>
                  </a:cubicBezTo>
                  <a:cubicBezTo>
                    <a:pt x="74" y="207"/>
                    <a:pt x="97" y="216"/>
                    <a:pt x="121" y="216"/>
                  </a:cubicBezTo>
                  <a:cubicBezTo>
                    <a:pt x="149" y="216"/>
                    <a:pt x="177" y="203"/>
                    <a:pt x="206" y="173"/>
                  </a:cubicBezTo>
                  <a:cubicBezTo>
                    <a:pt x="239" y="140"/>
                    <a:pt x="223" y="70"/>
                    <a:pt x="190" y="37"/>
                  </a:cubicBezTo>
                  <a:cubicBezTo>
                    <a:pt x="153" y="21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9"/>
            <p:cNvSpPr/>
            <p:nvPr/>
          </p:nvSpPr>
          <p:spPr>
            <a:xfrm>
              <a:off x="4149325" y="30166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1" y="0"/>
                  </a:moveTo>
                  <a:cubicBezTo>
                    <a:pt x="58" y="0"/>
                    <a:pt x="15" y="46"/>
                    <a:pt x="0" y="90"/>
                  </a:cubicBezTo>
                  <a:lnTo>
                    <a:pt x="0" y="143"/>
                  </a:lnTo>
                  <a:lnTo>
                    <a:pt x="17" y="160"/>
                  </a:lnTo>
                  <a:cubicBezTo>
                    <a:pt x="38" y="193"/>
                    <a:pt x="71" y="209"/>
                    <a:pt x="87" y="209"/>
                  </a:cubicBezTo>
                  <a:cubicBezTo>
                    <a:pt x="157" y="209"/>
                    <a:pt x="207" y="176"/>
                    <a:pt x="207" y="127"/>
                  </a:cubicBezTo>
                  <a:cubicBezTo>
                    <a:pt x="207" y="90"/>
                    <a:pt x="207" y="73"/>
                    <a:pt x="190" y="40"/>
                  </a:cubicBezTo>
                  <a:cubicBezTo>
                    <a:pt x="174" y="24"/>
                    <a:pt x="157" y="3"/>
                    <a:pt x="120" y="3"/>
                  </a:cubicBezTo>
                  <a:cubicBezTo>
                    <a:pt x="114" y="1"/>
                    <a:pt x="107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9"/>
            <p:cNvSpPr/>
            <p:nvPr/>
          </p:nvSpPr>
          <p:spPr>
            <a:xfrm>
              <a:off x="4151500" y="3079725"/>
              <a:ext cx="5575" cy="5050"/>
            </a:xfrm>
            <a:custGeom>
              <a:avLst/>
              <a:gdLst/>
              <a:ahLst/>
              <a:cxnLst/>
              <a:rect l="l" t="t" r="r" b="b"/>
              <a:pathLst>
                <a:path w="223" h="202" extrusionOk="0">
                  <a:moveTo>
                    <a:pt x="91" y="1"/>
                  </a:moveTo>
                  <a:cubicBezTo>
                    <a:pt x="68" y="1"/>
                    <a:pt x="48" y="12"/>
                    <a:pt x="33" y="24"/>
                  </a:cubicBezTo>
                  <a:cubicBezTo>
                    <a:pt x="16" y="40"/>
                    <a:pt x="0" y="57"/>
                    <a:pt x="0" y="94"/>
                  </a:cubicBezTo>
                  <a:cubicBezTo>
                    <a:pt x="0" y="110"/>
                    <a:pt x="0" y="127"/>
                    <a:pt x="16" y="143"/>
                  </a:cubicBezTo>
                  <a:cubicBezTo>
                    <a:pt x="16" y="181"/>
                    <a:pt x="54" y="197"/>
                    <a:pt x="87" y="197"/>
                  </a:cubicBezTo>
                  <a:lnTo>
                    <a:pt x="103" y="197"/>
                  </a:lnTo>
                  <a:cubicBezTo>
                    <a:pt x="112" y="200"/>
                    <a:pt x="121" y="201"/>
                    <a:pt x="130" y="201"/>
                  </a:cubicBezTo>
                  <a:cubicBezTo>
                    <a:pt x="172" y="201"/>
                    <a:pt x="206" y="169"/>
                    <a:pt x="206" y="110"/>
                  </a:cubicBezTo>
                  <a:cubicBezTo>
                    <a:pt x="223" y="94"/>
                    <a:pt x="206" y="57"/>
                    <a:pt x="190" y="40"/>
                  </a:cubicBezTo>
                  <a:cubicBezTo>
                    <a:pt x="173" y="24"/>
                    <a:pt x="157" y="7"/>
                    <a:pt x="120" y="7"/>
                  </a:cubicBezTo>
                  <a:cubicBezTo>
                    <a:pt x="110" y="3"/>
                    <a:pt x="100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9"/>
            <p:cNvSpPr/>
            <p:nvPr/>
          </p:nvSpPr>
          <p:spPr>
            <a:xfrm>
              <a:off x="4148500" y="31094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20" y="1"/>
                  </a:moveTo>
                  <a:cubicBezTo>
                    <a:pt x="104" y="1"/>
                    <a:pt x="71" y="1"/>
                    <a:pt x="50" y="21"/>
                  </a:cubicBezTo>
                  <a:cubicBezTo>
                    <a:pt x="17" y="38"/>
                    <a:pt x="17" y="71"/>
                    <a:pt x="0" y="87"/>
                  </a:cubicBezTo>
                  <a:cubicBezTo>
                    <a:pt x="0" y="104"/>
                    <a:pt x="0" y="124"/>
                    <a:pt x="17" y="141"/>
                  </a:cubicBezTo>
                  <a:lnTo>
                    <a:pt x="17" y="174"/>
                  </a:lnTo>
                  <a:cubicBezTo>
                    <a:pt x="33" y="190"/>
                    <a:pt x="71" y="207"/>
                    <a:pt x="87" y="207"/>
                  </a:cubicBezTo>
                  <a:cubicBezTo>
                    <a:pt x="97" y="210"/>
                    <a:pt x="107" y="211"/>
                    <a:pt x="116" y="211"/>
                  </a:cubicBezTo>
                  <a:cubicBezTo>
                    <a:pt x="168" y="211"/>
                    <a:pt x="207" y="166"/>
                    <a:pt x="207" y="124"/>
                  </a:cubicBezTo>
                  <a:cubicBezTo>
                    <a:pt x="223" y="104"/>
                    <a:pt x="207" y="71"/>
                    <a:pt x="190" y="54"/>
                  </a:cubicBezTo>
                  <a:cubicBezTo>
                    <a:pt x="174" y="21"/>
                    <a:pt x="153" y="2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9"/>
            <p:cNvSpPr/>
            <p:nvPr/>
          </p:nvSpPr>
          <p:spPr>
            <a:xfrm>
              <a:off x="4154075" y="3067900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96" y="1"/>
                  </a:moveTo>
                  <a:cubicBezTo>
                    <a:pt x="66" y="1"/>
                    <a:pt x="37" y="15"/>
                    <a:pt x="17" y="35"/>
                  </a:cubicBezTo>
                  <a:cubicBezTo>
                    <a:pt x="0" y="68"/>
                    <a:pt x="0" y="85"/>
                    <a:pt x="0" y="118"/>
                  </a:cubicBezTo>
                  <a:lnTo>
                    <a:pt x="0" y="138"/>
                  </a:lnTo>
                  <a:cubicBezTo>
                    <a:pt x="0" y="155"/>
                    <a:pt x="17" y="171"/>
                    <a:pt x="33" y="188"/>
                  </a:cubicBezTo>
                  <a:cubicBezTo>
                    <a:pt x="54" y="204"/>
                    <a:pt x="87" y="204"/>
                    <a:pt x="103" y="204"/>
                  </a:cubicBezTo>
                  <a:cubicBezTo>
                    <a:pt x="136" y="204"/>
                    <a:pt x="157" y="188"/>
                    <a:pt x="190" y="171"/>
                  </a:cubicBezTo>
                  <a:cubicBezTo>
                    <a:pt x="206" y="155"/>
                    <a:pt x="206" y="118"/>
                    <a:pt x="206" y="101"/>
                  </a:cubicBezTo>
                  <a:cubicBezTo>
                    <a:pt x="206" y="68"/>
                    <a:pt x="190" y="52"/>
                    <a:pt x="173" y="35"/>
                  </a:cubicBezTo>
                  <a:cubicBezTo>
                    <a:pt x="149" y="11"/>
                    <a:pt x="122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9"/>
            <p:cNvSpPr/>
            <p:nvPr/>
          </p:nvSpPr>
          <p:spPr>
            <a:xfrm>
              <a:off x="4150250" y="30957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8" y="0"/>
                  </a:moveTo>
                  <a:cubicBezTo>
                    <a:pt x="50" y="0"/>
                    <a:pt x="1" y="43"/>
                    <a:pt x="1" y="90"/>
                  </a:cubicBezTo>
                  <a:lnTo>
                    <a:pt x="1" y="139"/>
                  </a:lnTo>
                  <a:lnTo>
                    <a:pt x="17" y="160"/>
                  </a:lnTo>
                  <a:cubicBezTo>
                    <a:pt x="34" y="193"/>
                    <a:pt x="50" y="193"/>
                    <a:pt x="83" y="209"/>
                  </a:cubicBezTo>
                  <a:cubicBezTo>
                    <a:pt x="137" y="209"/>
                    <a:pt x="186" y="176"/>
                    <a:pt x="207" y="123"/>
                  </a:cubicBezTo>
                  <a:cubicBezTo>
                    <a:pt x="207" y="90"/>
                    <a:pt x="207" y="73"/>
                    <a:pt x="186" y="36"/>
                  </a:cubicBezTo>
                  <a:cubicBezTo>
                    <a:pt x="170" y="20"/>
                    <a:pt x="137" y="3"/>
                    <a:pt x="120" y="3"/>
                  </a:cubicBezTo>
                  <a:cubicBezTo>
                    <a:pt x="113" y="1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9"/>
            <p:cNvSpPr/>
            <p:nvPr/>
          </p:nvSpPr>
          <p:spPr>
            <a:xfrm>
              <a:off x="4130050" y="30638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7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3" y="23"/>
                    <a:pt x="0" y="93"/>
                    <a:pt x="33" y="143"/>
                  </a:cubicBezTo>
                  <a:cubicBezTo>
                    <a:pt x="33" y="159"/>
                    <a:pt x="50" y="159"/>
                    <a:pt x="50" y="176"/>
                  </a:cubicBezTo>
                  <a:cubicBezTo>
                    <a:pt x="72" y="198"/>
                    <a:pt x="93" y="207"/>
                    <a:pt x="117" y="207"/>
                  </a:cubicBezTo>
                  <a:cubicBezTo>
                    <a:pt x="133" y="207"/>
                    <a:pt x="150" y="203"/>
                    <a:pt x="169" y="196"/>
                  </a:cubicBezTo>
                  <a:cubicBezTo>
                    <a:pt x="207" y="176"/>
                    <a:pt x="223" y="143"/>
                    <a:pt x="223" y="110"/>
                  </a:cubicBezTo>
                  <a:lnTo>
                    <a:pt x="223" y="56"/>
                  </a:ln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9"/>
            <p:cNvSpPr/>
            <p:nvPr/>
          </p:nvSpPr>
          <p:spPr>
            <a:xfrm>
              <a:off x="4155400" y="30542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6" y="1"/>
                  </a:moveTo>
                  <a:cubicBezTo>
                    <a:pt x="112" y="1"/>
                    <a:pt x="98" y="5"/>
                    <a:pt x="83" y="14"/>
                  </a:cubicBezTo>
                  <a:cubicBezTo>
                    <a:pt x="34" y="31"/>
                    <a:pt x="1" y="84"/>
                    <a:pt x="17" y="134"/>
                  </a:cubicBezTo>
                  <a:cubicBezTo>
                    <a:pt x="34" y="150"/>
                    <a:pt x="34" y="171"/>
                    <a:pt x="50" y="187"/>
                  </a:cubicBezTo>
                  <a:cubicBezTo>
                    <a:pt x="73" y="199"/>
                    <a:pt x="99" y="211"/>
                    <a:pt x="123" y="211"/>
                  </a:cubicBezTo>
                  <a:cubicBezTo>
                    <a:pt x="134" y="211"/>
                    <a:pt x="144" y="209"/>
                    <a:pt x="153" y="204"/>
                  </a:cubicBezTo>
                  <a:cubicBezTo>
                    <a:pt x="186" y="187"/>
                    <a:pt x="223" y="150"/>
                    <a:pt x="223" y="117"/>
                  </a:cubicBezTo>
                  <a:lnTo>
                    <a:pt x="223" y="68"/>
                  </a:lnTo>
                  <a:cubicBezTo>
                    <a:pt x="196" y="29"/>
                    <a:pt x="163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9"/>
            <p:cNvSpPr/>
            <p:nvPr/>
          </p:nvSpPr>
          <p:spPr>
            <a:xfrm>
              <a:off x="4138200" y="30883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15" y="0"/>
                  </a:moveTo>
                  <a:cubicBezTo>
                    <a:pt x="84" y="0"/>
                    <a:pt x="54" y="14"/>
                    <a:pt x="33" y="44"/>
                  </a:cubicBezTo>
                  <a:cubicBezTo>
                    <a:pt x="17" y="60"/>
                    <a:pt x="0" y="77"/>
                    <a:pt x="17" y="110"/>
                  </a:cubicBezTo>
                  <a:lnTo>
                    <a:pt x="17" y="147"/>
                  </a:lnTo>
                  <a:cubicBezTo>
                    <a:pt x="17" y="163"/>
                    <a:pt x="33" y="163"/>
                    <a:pt x="50" y="180"/>
                  </a:cubicBezTo>
                  <a:cubicBezTo>
                    <a:pt x="64" y="191"/>
                    <a:pt x="85" y="203"/>
                    <a:pt x="102" y="203"/>
                  </a:cubicBezTo>
                  <a:cubicBezTo>
                    <a:pt x="109" y="203"/>
                    <a:pt x="115" y="201"/>
                    <a:pt x="120" y="196"/>
                  </a:cubicBezTo>
                  <a:cubicBezTo>
                    <a:pt x="153" y="196"/>
                    <a:pt x="173" y="180"/>
                    <a:pt x="190" y="163"/>
                  </a:cubicBezTo>
                  <a:cubicBezTo>
                    <a:pt x="206" y="147"/>
                    <a:pt x="223" y="110"/>
                    <a:pt x="223" y="93"/>
                  </a:cubicBezTo>
                  <a:cubicBezTo>
                    <a:pt x="223" y="60"/>
                    <a:pt x="206" y="44"/>
                    <a:pt x="190" y="23"/>
                  </a:cubicBezTo>
                  <a:cubicBezTo>
                    <a:pt x="166" y="9"/>
                    <a:pt x="140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9"/>
            <p:cNvSpPr/>
            <p:nvPr/>
          </p:nvSpPr>
          <p:spPr>
            <a:xfrm>
              <a:off x="4131700" y="305152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11" y="0"/>
                  </a:moveTo>
                  <a:cubicBezTo>
                    <a:pt x="76" y="0"/>
                    <a:pt x="41" y="14"/>
                    <a:pt x="21" y="35"/>
                  </a:cubicBezTo>
                  <a:cubicBezTo>
                    <a:pt x="0" y="51"/>
                    <a:pt x="0" y="88"/>
                    <a:pt x="0" y="121"/>
                  </a:cubicBezTo>
                  <a:lnTo>
                    <a:pt x="0" y="138"/>
                  </a:lnTo>
                  <a:cubicBezTo>
                    <a:pt x="21" y="154"/>
                    <a:pt x="21" y="175"/>
                    <a:pt x="38" y="191"/>
                  </a:cubicBezTo>
                  <a:cubicBezTo>
                    <a:pt x="54" y="208"/>
                    <a:pt x="87" y="208"/>
                    <a:pt x="124" y="208"/>
                  </a:cubicBezTo>
                  <a:cubicBezTo>
                    <a:pt x="141" y="208"/>
                    <a:pt x="174" y="191"/>
                    <a:pt x="190" y="175"/>
                  </a:cubicBezTo>
                  <a:cubicBezTo>
                    <a:pt x="207" y="154"/>
                    <a:pt x="207" y="121"/>
                    <a:pt x="207" y="88"/>
                  </a:cubicBezTo>
                  <a:cubicBezTo>
                    <a:pt x="207" y="72"/>
                    <a:pt x="190" y="35"/>
                    <a:pt x="174" y="18"/>
                  </a:cubicBezTo>
                  <a:cubicBezTo>
                    <a:pt x="155" y="6"/>
                    <a:pt x="133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9"/>
            <p:cNvSpPr/>
            <p:nvPr/>
          </p:nvSpPr>
          <p:spPr>
            <a:xfrm>
              <a:off x="4127875" y="30793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04" y="1"/>
                  </a:moveTo>
                  <a:cubicBezTo>
                    <a:pt x="54" y="1"/>
                    <a:pt x="17" y="33"/>
                    <a:pt x="17" y="91"/>
                  </a:cubicBezTo>
                  <a:cubicBezTo>
                    <a:pt x="1" y="108"/>
                    <a:pt x="17" y="124"/>
                    <a:pt x="17" y="141"/>
                  </a:cubicBezTo>
                  <a:cubicBezTo>
                    <a:pt x="34" y="174"/>
                    <a:pt x="50" y="195"/>
                    <a:pt x="104" y="211"/>
                  </a:cubicBezTo>
                  <a:cubicBezTo>
                    <a:pt x="153" y="211"/>
                    <a:pt x="207" y="174"/>
                    <a:pt x="224" y="124"/>
                  </a:cubicBezTo>
                  <a:cubicBezTo>
                    <a:pt x="224" y="91"/>
                    <a:pt x="224" y="54"/>
                    <a:pt x="207" y="38"/>
                  </a:cubicBezTo>
                  <a:cubicBezTo>
                    <a:pt x="191" y="21"/>
                    <a:pt x="153" y="5"/>
                    <a:pt x="137" y="5"/>
                  </a:cubicBezTo>
                  <a:cubicBezTo>
                    <a:pt x="126" y="2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9"/>
            <p:cNvSpPr/>
            <p:nvPr/>
          </p:nvSpPr>
          <p:spPr>
            <a:xfrm>
              <a:off x="4136025" y="30226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8" y="1"/>
                  </a:moveTo>
                  <a:cubicBezTo>
                    <a:pt x="67" y="1"/>
                    <a:pt x="37" y="13"/>
                    <a:pt x="17" y="40"/>
                  </a:cubicBezTo>
                  <a:cubicBezTo>
                    <a:pt x="1" y="57"/>
                    <a:pt x="1" y="94"/>
                    <a:pt x="1" y="110"/>
                  </a:cubicBezTo>
                  <a:lnTo>
                    <a:pt x="1" y="143"/>
                  </a:lnTo>
                  <a:cubicBezTo>
                    <a:pt x="17" y="160"/>
                    <a:pt x="17" y="176"/>
                    <a:pt x="34" y="176"/>
                  </a:cubicBezTo>
                  <a:cubicBezTo>
                    <a:pt x="58" y="201"/>
                    <a:pt x="86" y="211"/>
                    <a:pt x="112" y="211"/>
                  </a:cubicBezTo>
                  <a:cubicBezTo>
                    <a:pt x="143" y="211"/>
                    <a:pt x="172" y="197"/>
                    <a:pt x="190" y="176"/>
                  </a:cubicBezTo>
                  <a:cubicBezTo>
                    <a:pt x="207" y="143"/>
                    <a:pt x="207" y="127"/>
                    <a:pt x="207" y="94"/>
                  </a:cubicBezTo>
                  <a:cubicBezTo>
                    <a:pt x="207" y="73"/>
                    <a:pt x="190" y="40"/>
                    <a:pt x="174" y="24"/>
                  </a:cubicBezTo>
                  <a:cubicBezTo>
                    <a:pt x="150" y="9"/>
                    <a:pt x="123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9"/>
            <p:cNvSpPr/>
            <p:nvPr/>
          </p:nvSpPr>
          <p:spPr>
            <a:xfrm>
              <a:off x="4136025" y="31022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71" y="0"/>
                    <a:pt x="17" y="33"/>
                    <a:pt x="1" y="83"/>
                  </a:cubicBezTo>
                  <a:cubicBezTo>
                    <a:pt x="1" y="103"/>
                    <a:pt x="1" y="120"/>
                    <a:pt x="17" y="136"/>
                  </a:cubicBezTo>
                  <a:cubicBezTo>
                    <a:pt x="17" y="153"/>
                    <a:pt x="17" y="153"/>
                    <a:pt x="34" y="169"/>
                  </a:cubicBezTo>
                  <a:cubicBezTo>
                    <a:pt x="54" y="186"/>
                    <a:pt x="71" y="206"/>
                    <a:pt x="104" y="206"/>
                  </a:cubicBezTo>
                  <a:cubicBezTo>
                    <a:pt x="120" y="206"/>
                    <a:pt x="157" y="206"/>
                    <a:pt x="174" y="186"/>
                  </a:cubicBezTo>
                  <a:cubicBezTo>
                    <a:pt x="190" y="169"/>
                    <a:pt x="207" y="153"/>
                    <a:pt x="223" y="120"/>
                  </a:cubicBezTo>
                  <a:cubicBezTo>
                    <a:pt x="223" y="103"/>
                    <a:pt x="207" y="66"/>
                    <a:pt x="190" y="50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9"/>
            <p:cNvSpPr/>
            <p:nvPr/>
          </p:nvSpPr>
          <p:spPr>
            <a:xfrm>
              <a:off x="4137775" y="30098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4" y="21"/>
                    <a:pt x="1" y="92"/>
                    <a:pt x="34" y="141"/>
                  </a:cubicBezTo>
                  <a:cubicBezTo>
                    <a:pt x="46" y="180"/>
                    <a:pt x="77" y="208"/>
                    <a:pt x="112" y="208"/>
                  </a:cubicBezTo>
                  <a:cubicBezTo>
                    <a:pt x="126" y="208"/>
                    <a:pt x="140" y="204"/>
                    <a:pt x="153" y="195"/>
                  </a:cubicBezTo>
                  <a:cubicBezTo>
                    <a:pt x="223" y="174"/>
                    <a:pt x="240" y="125"/>
                    <a:pt x="223" y="71"/>
                  </a:cubicBezTo>
                  <a:cubicBezTo>
                    <a:pt x="210" y="30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9"/>
            <p:cNvSpPr/>
            <p:nvPr/>
          </p:nvSpPr>
          <p:spPr>
            <a:xfrm>
              <a:off x="4135625" y="30369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70" y="0"/>
                    <a:pt x="33" y="17"/>
                    <a:pt x="17" y="70"/>
                  </a:cubicBezTo>
                  <a:cubicBezTo>
                    <a:pt x="0" y="70"/>
                    <a:pt x="0" y="87"/>
                    <a:pt x="0" y="87"/>
                  </a:cubicBezTo>
                  <a:lnTo>
                    <a:pt x="0" y="140"/>
                  </a:lnTo>
                  <a:cubicBezTo>
                    <a:pt x="17" y="173"/>
                    <a:pt x="33" y="190"/>
                    <a:pt x="70" y="206"/>
                  </a:cubicBezTo>
                  <a:lnTo>
                    <a:pt x="87" y="206"/>
                  </a:lnTo>
                  <a:cubicBezTo>
                    <a:pt x="95" y="209"/>
                    <a:pt x="104" y="210"/>
                    <a:pt x="112" y="210"/>
                  </a:cubicBezTo>
                  <a:cubicBezTo>
                    <a:pt x="166" y="210"/>
                    <a:pt x="206" y="166"/>
                    <a:pt x="206" y="120"/>
                  </a:cubicBezTo>
                  <a:cubicBezTo>
                    <a:pt x="206" y="103"/>
                    <a:pt x="206" y="70"/>
                    <a:pt x="190" y="54"/>
                  </a:cubicBezTo>
                  <a:cubicBezTo>
                    <a:pt x="173" y="1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9"/>
            <p:cNvSpPr/>
            <p:nvPr/>
          </p:nvSpPr>
          <p:spPr>
            <a:xfrm>
              <a:off x="4149725" y="3031025"/>
              <a:ext cx="6125" cy="5250"/>
            </a:xfrm>
            <a:custGeom>
              <a:avLst/>
              <a:gdLst/>
              <a:ahLst/>
              <a:cxnLst/>
              <a:rect l="l" t="t" r="r" b="b"/>
              <a:pathLst>
                <a:path w="245" h="210" extrusionOk="0">
                  <a:moveTo>
                    <a:pt x="124" y="0"/>
                  </a:moveTo>
                  <a:cubicBezTo>
                    <a:pt x="108" y="0"/>
                    <a:pt x="90" y="4"/>
                    <a:pt x="71" y="14"/>
                  </a:cubicBezTo>
                  <a:cubicBezTo>
                    <a:pt x="22" y="30"/>
                    <a:pt x="1" y="84"/>
                    <a:pt x="22" y="133"/>
                  </a:cubicBezTo>
                  <a:cubicBezTo>
                    <a:pt x="34" y="187"/>
                    <a:pt x="76" y="209"/>
                    <a:pt x="119" y="209"/>
                  </a:cubicBezTo>
                  <a:cubicBezTo>
                    <a:pt x="132" y="209"/>
                    <a:pt x="145" y="207"/>
                    <a:pt x="158" y="203"/>
                  </a:cubicBezTo>
                  <a:cubicBezTo>
                    <a:pt x="207" y="187"/>
                    <a:pt x="244" y="117"/>
                    <a:pt x="207" y="67"/>
                  </a:cubicBezTo>
                  <a:cubicBezTo>
                    <a:pt x="195" y="28"/>
                    <a:pt x="166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9"/>
            <p:cNvSpPr/>
            <p:nvPr/>
          </p:nvSpPr>
          <p:spPr>
            <a:xfrm>
              <a:off x="4182000" y="30592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0" y="1"/>
                  </a:moveTo>
                  <a:cubicBezTo>
                    <a:pt x="57" y="1"/>
                    <a:pt x="15" y="44"/>
                    <a:pt x="0" y="90"/>
                  </a:cubicBezTo>
                  <a:cubicBezTo>
                    <a:pt x="0" y="107"/>
                    <a:pt x="0" y="123"/>
                    <a:pt x="17" y="140"/>
                  </a:cubicBezTo>
                  <a:cubicBezTo>
                    <a:pt x="17" y="140"/>
                    <a:pt x="17" y="156"/>
                    <a:pt x="33" y="156"/>
                  </a:cubicBezTo>
                  <a:cubicBezTo>
                    <a:pt x="50" y="193"/>
                    <a:pt x="70" y="210"/>
                    <a:pt x="103" y="210"/>
                  </a:cubicBezTo>
                  <a:cubicBezTo>
                    <a:pt x="153" y="210"/>
                    <a:pt x="207" y="177"/>
                    <a:pt x="223" y="123"/>
                  </a:cubicBezTo>
                  <a:cubicBezTo>
                    <a:pt x="223" y="90"/>
                    <a:pt x="207" y="74"/>
                    <a:pt x="190" y="37"/>
                  </a:cubicBezTo>
                  <a:cubicBezTo>
                    <a:pt x="190" y="20"/>
                    <a:pt x="153" y="4"/>
                    <a:pt x="120" y="4"/>
                  </a:cubicBezTo>
                  <a:cubicBezTo>
                    <a:pt x="113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9"/>
            <p:cNvSpPr/>
            <p:nvPr/>
          </p:nvSpPr>
          <p:spPr>
            <a:xfrm>
              <a:off x="4176425" y="30993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33" y="1"/>
                  </a:moveTo>
                  <a:cubicBezTo>
                    <a:pt x="117" y="1"/>
                    <a:pt x="101" y="5"/>
                    <a:pt x="87" y="16"/>
                  </a:cubicBezTo>
                  <a:cubicBezTo>
                    <a:pt x="34" y="32"/>
                    <a:pt x="1" y="82"/>
                    <a:pt x="34" y="136"/>
                  </a:cubicBezTo>
                  <a:cubicBezTo>
                    <a:pt x="47" y="175"/>
                    <a:pt x="84" y="207"/>
                    <a:pt x="133" y="207"/>
                  </a:cubicBezTo>
                  <a:cubicBezTo>
                    <a:pt x="145" y="207"/>
                    <a:pt x="157" y="206"/>
                    <a:pt x="170" y="202"/>
                  </a:cubicBezTo>
                  <a:cubicBezTo>
                    <a:pt x="223" y="185"/>
                    <a:pt x="240" y="119"/>
                    <a:pt x="223" y="65"/>
                  </a:cubicBezTo>
                  <a:cubicBezTo>
                    <a:pt x="212" y="30"/>
                    <a:pt x="172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9"/>
            <p:cNvSpPr/>
            <p:nvPr/>
          </p:nvSpPr>
          <p:spPr>
            <a:xfrm>
              <a:off x="4177250" y="307115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9" y="0"/>
                  </a:moveTo>
                  <a:cubicBezTo>
                    <a:pt x="114" y="0"/>
                    <a:pt x="100" y="3"/>
                    <a:pt x="87" y="8"/>
                  </a:cubicBezTo>
                  <a:cubicBezTo>
                    <a:pt x="34" y="25"/>
                    <a:pt x="1" y="91"/>
                    <a:pt x="34" y="144"/>
                  </a:cubicBezTo>
                  <a:cubicBezTo>
                    <a:pt x="49" y="181"/>
                    <a:pt x="80" y="202"/>
                    <a:pt x="124" y="202"/>
                  </a:cubicBezTo>
                  <a:cubicBezTo>
                    <a:pt x="139" y="202"/>
                    <a:pt x="156" y="199"/>
                    <a:pt x="174" y="194"/>
                  </a:cubicBezTo>
                  <a:cubicBezTo>
                    <a:pt x="223" y="177"/>
                    <a:pt x="240" y="111"/>
                    <a:pt x="223" y="58"/>
                  </a:cubicBezTo>
                  <a:cubicBezTo>
                    <a:pt x="211" y="21"/>
                    <a:pt x="170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9"/>
            <p:cNvSpPr/>
            <p:nvPr/>
          </p:nvSpPr>
          <p:spPr>
            <a:xfrm>
              <a:off x="4103350" y="2995575"/>
              <a:ext cx="5700" cy="5150"/>
            </a:xfrm>
            <a:custGeom>
              <a:avLst/>
              <a:gdLst/>
              <a:ahLst/>
              <a:cxnLst/>
              <a:rect l="l" t="t" r="r" b="b"/>
              <a:pathLst>
                <a:path w="228" h="206" extrusionOk="0">
                  <a:moveTo>
                    <a:pt x="106" y="1"/>
                  </a:moveTo>
                  <a:cubicBezTo>
                    <a:pt x="95" y="1"/>
                    <a:pt x="83" y="2"/>
                    <a:pt x="71" y="5"/>
                  </a:cubicBezTo>
                  <a:cubicBezTo>
                    <a:pt x="21" y="21"/>
                    <a:pt x="1" y="92"/>
                    <a:pt x="21" y="145"/>
                  </a:cubicBezTo>
                  <a:cubicBezTo>
                    <a:pt x="21" y="162"/>
                    <a:pt x="38" y="178"/>
                    <a:pt x="54" y="178"/>
                  </a:cubicBezTo>
                  <a:cubicBezTo>
                    <a:pt x="64" y="197"/>
                    <a:pt x="86" y="205"/>
                    <a:pt x="110" y="205"/>
                  </a:cubicBezTo>
                  <a:cubicBezTo>
                    <a:pt x="126" y="205"/>
                    <a:pt x="144" y="201"/>
                    <a:pt x="157" y="195"/>
                  </a:cubicBezTo>
                  <a:cubicBezTo>
                    <a:pt x="190" y="195"/>
                    <a:pt x="227" y="145"/>
                    <a:pt x="227" y="108"/>
                  </a:cubicBezTo>
                  <a:cubicBezTo>
                    <a:pt x="227" y="92"/>
                    <a:pt x="227" y="75"/>
                    <a:pt x="207" y="75"/>
                  </a:cubicBezTo>
                  <a:cubicBezTo>
                    <a:pt x="193" y="31"/>
                    <a:pt x="157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9"/>
            <p:cNvSpPr/>
            <p:nvPr/>
          </p:nvSpPr>
          <p:spPr>
            <a:xfrm>
              <a:off x="4173450" y="30217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4" y="0"/>
                  </a:moveTo>
                  <a:cubicBezTo>
                    <a:pt x="51" y="0"/>
                    <a:pt x="14" y="35"/>
                    <a:pt x="0" y="91"/>
                  </a:cubicBezTo>
                  <a:cubicBezTo>
                    <a:pt x="0" y="107"/>
                    <a:pt x="0" y="128"/>
                    <a:pt x="17" y="144"/>
                  </a:cubicBezTo>
                  <a:cubicBezTo>
                    <a:pt x="17" y="144"/>
                    <a:pt x="17" y="161"/>
                    <a:pt x="33" y="161"/>
                  </a:cubicBezTo>
                  <a:cubicBezTo>
                    <a:pt x="33" y="194"/>
                    <a:pt x="66" y="194"/>
                    <a:pt x="103" y="210"/>
                  </a:cubicBezTo>
                  <a:cubicBezTo>
                    <a:pt x="153" y="210"/>
                    <a:pt x="206" y="177"/>
                    <a:pt x="206" y="128"/>
                  </a:cubicBezTo>
                  <a:cubicBezTo>
                    <a:pt x="223" y="91"/>
                    <a:pt x="206" y="58"/>
                    <a:pt x="186" y="41"/>
                  </a:cubicBezTo>
                  <a:cubicBezTo>
                    <a:pt x="169" y="25"/>
                    <a:pt x="153" y="4"/>
                    <a:pt x="120" y="4"/>
                  </a:cubicBezTo>
                  <a:cubicBezTo>
                    <a:pt x="111" y="2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9"/>
            <p:cNvSpPr/>
            <p:nvPr/>
          </p:nvSpPr>
          <p:spPr>
            <a:xfrm>
              <a:off x="4183225" y="3045450"/>
              <a:ext cx="5200" cy="5300"/>
            </a:xfrm>
            <a:custGeom>
              <a:avLst/>
              <a:gdLst/>
              <a:ahLst/>
              <a:cxnLst/>
              <a:rect l="l" t="t" r="r" b="b"/>
              <a:pathLst>
                <a:path w="208" h="212" extrusionOk="0">
                  <a:moveTo>
                    <a:pt x="94" y="1"/>
                  </a:moveTo>
                  <a:cubicBezTo>
                    <a:pt x="40" y="1"/>
                    <a:pt x="1" y="46"/>
                    <a:pt x="1" y="88"/>
                  </a:cubicBezTo>
                  <a:lnTo>
                    <a:pt x="1" y="125"/>
                  </a:lnTo>
                  <a:lnTo>
                    <a:pt x="1" y="142"/>
                  </a:lnTo>
                  <a:cubicBezTo>
                    <a:pt x="1" y="142"/>
                    <a:pt x="1" y="158"/>
                    <a:pt x="21" y="158"/>
                  </a:cubicBezTo>
                  <a:cubicBezTo>
                    <a:pt x="38" y="191"/>
                    <a:pt x="54" y="212"/>
                    <a:pt x="87" y="212"/>
                  </a:cubicBezTo>
                  <a:cubicBezTo>
                    <a:pt x="104" y="212"/>
                    <a:pt x="141" y="212"/>
                    <a:pt x="158" y="191"/>
                  </a:cubicBezTo>
                  <a:cubicBezTo>
                    <a:pt x="191" y="175"/>
                    <a:pt x="191" y="142"/>
                    <a:pt x="207" y="125"/>
                  </a:cubicBezTo>
                  <a:cubicBezTo>
                    <a:pt x="207" y="88"/>
                    <a:pt x="207" y="71"/>
                    <a:pt x="191" y="55"/>
                  </a:cubicBezTo>
                  <a:cubicBezTo>
                    <a:pt x="174" y="22"/>
                    <a:pt x="158" y="5"/>
                    <a:pt x="125" y="5"/>
                  </a:cubicBezTo>
                  <a:cubicBezTo>
                    <a:pt x="114" y="2"/>
                    <a:pt x="104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9"/>
            <p:cNvSpPr/>
            <p:nvPr/>
          </p:nvSpPr>
          <p:spPr>
            <a:xfrm>
              <a:off x="4193550" y="2975475"/>
              <a:ext cx="5675" cy="5200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140" y="1"/>
                  </a:moveTo>
                  <a:cubicBezTo>
                    <a:pt x="103" y="1"/>
                    <a:pt x="70" y="1"/>
                    <a:pt x="54" y="22"/>
                  </a:cubicBezTo>
                  <a:cubicBezTo>
                    <a:pt x="37" y="38"/>
                    <a:pt x="21" y="55"/>
                    <a:pt x="21" y="87"/>
                  </a:cubicBezTo>
                  <a:cubicBezTo>
                    <a:pt x="0" y="104"/>
                    <a:pt x="21" y="125"/>
                    <a:pt x="21" y="141"/>
                  </a:cubicBezTo>
                  <a:cubicBezTo>
                    <a:pt x="21" y="158"/>
                    <a:pt x="21" y="158"/>
                    <a:pt x="37" y="158"/>
                  </a:cubicBezTo>
                  <a:cubicBezTo>
                    <a:pt x="54" y="191"/>
                    <a:pt x="70" y="207"/>
                    <a:pt x="103" y="207"/>
                  </a:cubicBezTo>
                  <a:cubicBezTo>
                    <a:pt x="157" y="207"/>
                    <a:pt x="206" y="174"/>
                    <a:pt x="227" y="125"/>
                  </a:cubicBezTo>
                  <a:cubicBezTo>
                    <a:pt x="227" y="87"/>
                    <a:pt x="227" y="71"/>
                    <a:pt x="206" y="38"/>
                  </a:cubicBezTo>
                  <a:cubicBezTo>
                    <a:pt x="190" y="22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9"/>
            <p:cNvSpPr/>
            <p:nvPr/>
          </p:nvSpPr>
          <p:spPr>
            <a:xfrm>
              <a:off x="4189325" y="3003425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20"/>
                    <a:pt x="17" y="140"/>
                  </a:cubicBezTo>
                  <a:lnTo>
                    <a:pt x="17" y="173"/>
                  </a:lnTo>
                  <a:cubicBezTo>
                    <a:pt x="33" y="190"/>
                    <a:pt x="66" y="206"/>
                    <a:pt x="87" y="206"/>
                  </a:cubicBezTo>
                  <a:cubicBezTo>
                    <a:pt x="120" y="206"/>
                    <a:pt x="153" y="206"/>
                    <a:pt x="169" y="190"/>
                  </a:cubicBezTo>
                  <a:cubicBezTo>
                    <a:pt x="190" y="173"/>
                    <a:pt x="206" y="157"/>
                    <a:pt x="206" y="120"/>
                  </a:cubicBezTo>
                  <a:cubicBezTo>
                    <a:pt x="223" y="103"/>
                    <a:pt x="206" y="70"/>
                    <a:pt x="190" y="54"/>
                  </a:cubicBezTo>
                  <a:cubicBezTo>
                    <a:pt x="169" y="1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9"/>
            <p:cNvSpPr/>
            <p:nvPr/>
          </p:nvSpPr>
          <p:spPr>
            <a:xfrm>
              <a:off x="4191475" y="2989550"/>
              <a:ext cx="5600" cy="4925"/>
            </a:xfrm>
            <a:custGeom>
              <a:avLst/>
              <a:gdLst/>
              <a:ahLst/>
              <a:cxnLst/>
              <a:rect l="l" t="t" r="r" b="b"/>
              <a:pathLst>
                <a:path w="224" h="197" extrusionOk="0">
                  <a:moveTo>
                    <a:pt x="110" y="0"/>
                  </a:moveTo>
                  <a:cubicBezTo>
                    <a:pt x="81" y="0"/>
                    <a:pt x="52" y="13"/>
                    <a:pt x="34" y="40"/>
                  </a:cubicBezTo>
                  <a:cubicBezTo>
                    <a:pt x="17" y="56"/>
                    <a:pt x="1" y="77"/>
                    <a:pt x="1" y="110"/>
                  </a:cubicBezTo>
                  <a:cubicBezTo>
                    <a:pt x="17" y="126"/>
                    <a:pt x="17" y="126"/>
                    <a:pt x="17" y="143"/>
                  </a:cubicBezTo>
                  <a:cubicBezTo>
                    <a:pt x="17" y="143"/>
                    <a:pt x="34" y="159"/>
                    <a:pt x="50" y="180"/>
                  </a:cubicBezTo>
                  <a:cubicBezTo>
                    <a:pt x="67" y="197"/>
                    <a:pt x="104" y="197"/>
                    <a:pt x="120" y="197"/>
                  </a:cubicBezTo>
                  <a:cubicBezTo>
                    <a:pt x="153" y="197"/>
                    <a:pt x="170" y="180"/>
                    <a:pt x="186" y="159"/>
                  </a:cubicBezTo>
                  <a:cubicBezTo>
                    <a:pt x="207" y="143"/>
                    <a:pt x="223" y="110"/>
                    <a:pt x="223" y="93"/>
                  </a:cubicBezTo>
                  <a:cubicBezTo>
                    <a:pt x="207" y="56"/>
                    <a:pt x="207" y="40"/>
                    <a:pt x="170" y="23"/>
                  </a:cubicBezTo>
                  <a:cubicBezTo>
                    <a:pt x="155" y="9"/>
                    <a:pt x="133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9"/>
            <p:cNvSpPr/>
            <p:nvPr/>
          </p:nvSpPr>
          <p:spPr>
            <a:xfrm>
              <a:off x="4160550" y="302347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08" y="0"/>
                  </a:moveTo>
                  <a:cubicBezTo>
                    <a:pt x="94" y="0"/>
                    <a:pt x="80" y="2"/>
                    <a:pt x="67" y="6"/>
                  </a:cubicBezTo>
                  <a:cubicBezTo>
                    <a:pt x="17" y="23"/>
                    <a:pt x="1" y="76"/>
                    <a:pt x="17" y="142"/>
                  </a:cubicBezTo>
                  <a:cubicBezTo>
                    <a:pt x="30" y="183"/>
                    <a:pt x="61" y="202"/>
                    <a:pt x="106" y="202"/>
                  </a:cubicBezTo>
                  <a:cubicBezTo>
                    <a:pt x="120" y="202"/>
                    <a:pt x="136" y="200"/>
                    <a:pt x="153" y="196"/>
                  </a:cubicBezTo>
                  <a:cubicBezTo>
                    <a:pt x="207" y="179"/>
                    <a:pt x="223" y="109"/>
                    <a:pt x="207" y="60"/>
                  </a:cubicBezTo>
                  <a:cubicBezTo>
                    <a:pt x="191" y="20"/>
                    <a:pt x="150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9"/>
            <p:cNvSpPr/>
            <p:nvPr/>
          </p:nvSpPr>
          <p:spPr>
            <a:xfrm>
              <a:off x="4162625" y="3090875"/>
              <a:ext cx="5700" cy="5075"/>
            </a:xfrm>
            <a:custGeom>
              <a:avLst/>
              <a:gdLst/>
              <a:ahLst/>
              <a:cxnLst/>
              <a:rect l="l" t="t" r="r" b="b"/>
              <a:pathLst>
                <a:path w="228" h="203" extrusionOk="0">
                  <a:moveTo>
                    <a:pt x="115" y="1"/>
                  </a:moveTo>
                  <a:cubicBezTo>
                    <a:pt x="86" y="1"/>
                    <a:pt x="56" y="14"/>
                    <a:pt x="37" y="44"/>
                  </a:cubicBezTo>
                  <a:cubicBezTo>
                    <a:pt x="21" y="60"/>
                    <a:pt x="0" y="93"/>
                    <a:pt x="0" y="110"/>
                  </a:cubicBezTo>
                  <a:cubicBezTo>
                    <a:pt x="21" y="126"/>
                    <a:pt x="21" y="126"/>
                    <a:pt x="21" y="147"/>
                  </a:cubicBezTo>
                  <a:cubicBezTo>
                    <a:pt x="21" y="163"/>
                    <a:pt x="37" y="180"/>
                    <a:pt x="54" y="180"/>
                  </a:cubicBezTo>
                  <a:cubicBezTo>
                    <a:pt x="69" y="195"/>
                    <a:pt x="91" y="203"/>
                    <a:pt x="114" y="203"/>
                  </a:cubicBezTo>
                  <a:cubicBezTo>
                    <a:pt x="142" y="203"/>
                    <a:pt x="172" y="191"/>
                    <a:pt x="190" y="163"/>
                  </a:cubicBezTo>
                  <a:cubicBezTo>
                    <a:pt x="206" y="147"/>
                    <a:pt x="227" y="126"/>
                    <a:pt x="227" y="93"/>
                  </a:cubicBezTo>
                  <a:cubicBezTo>
                    <a:pt x="206" y="60"/>
                    <a:pt x="206" y="44"/>
                    <a:pt x="173" y="23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9"/>
            <p:cNvSpPr/>
            <p:nvPr/>
          </p:nvSpPr>
          <p:spPr>
            <a:xfrm>
              <a:off x="4162625" y="31052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1"/>
                  </a:moveTo>
                  <a:cubicBezTo>
                    <a:pt x="70" y="1"/>
                    <a:pt x="21" y="17"/>
                    <a:pt x="0" y="67"/>
                  </a:cubicBezTo>
                  <a:lnTo>
                    <a:pt x="0" y="87"/>
                  </a:lnTo>
                  <a:lnTo>
                    <a:pt x="0" y="137"/>
                  </a:lnTo>
                  <a:cubicBezTo>
                    <a:pt x="21" y="170"/>
                    <a:pt x="37" y="190"/>
                    <a:pt x="54" y="207"/>
                  </a:cubicBezTo>
                  <a:lnTo>
                    <a:pt x="87" y="207"/>
                  </a:lnTo>
                  <a:cubicBezTo>
                    <a:pt x="94" y="209"/>
                    <a:pt x="100" y="210"/>
                    <a:pt x="107" y="210"/>
                  </a:cubicBezTo>
                  <a:cubicBezTo>
                    <a:pt x="152" y="210"/>
                    <a:pt x="192" y="163"/>
                    <a:pt x="206" y="120"/>
                  </a:cubicBezTo>
                  <a:cubicBezTo>
                    <a:pt x="206" y="87"/>
                    <a:pt x="206" y="67"/>
                    <a:pt x="190" y="50"/>
                  </a:cubicBezTo>
                  <a:cubicBezTo>
                    <a:pt x="173" y="17"/>
                    <a:pt x="140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9"/>
            <p:cNvSpPr/>
            <p:nvPr/>
          </p:nvSpPr>
          <p:spPr>
            <a:xfrm>
              <a:off x="4162625" y="3009900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40" y="1"/>
                  </a:moveTo>
                  <a:cubicBezTo>
                    <a:pt x="70" y="1"/>
                    <a:pt x="21" y="34"/>
                    <a:pt x="21" y="88"/>
                  </a:cubicBezTo>
                  <a:cubicBezTo>
                    <a:pt x="0" y="104"/>
                    <a:pt x="21" y="121"/>
                    <a:pt x="21" y="137"/>
                  </a:cubicBezTo>
                  <a:cubicBezTo>
                    <a:pt x="21" y="154"/>
                    <a:pt x="21" y="154"/>
                    <a:pt x="37" y="170"/>
                  </a:cubicBezTo>
                  <a:cubicBezTo>
                    <a:pt x="54" y="191"/>
                    <a:pt x="70" y="207"/>
                    <a:pt x="103" y="207"/>
                  </a:cubicBezTo>
                  <a:cubicBezTo>
                    <a:pt x="157" y="207"/>
                    <a:pt x="206" y="170"/>
                    <a:pt x="227" y="121"/>
                  </a:cubicBezTo>
                  <a:cubicBezTo>
                    <a:pt x="227" y="88"/>
                    <a:pt x="227" y="67"/>
                    <a:pt x="206" y="34"/>
                  </a:cubicBezTo>
                  <a:cubicBezTo>
                    <a:pt x="190" y="17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9"/>
            <p:cNvSpPr/>
            <p:nvPr/>
          </p:nvSpPr>
          <p:spPr>
            <a:xfrm>
              <a:off x="4159225" y="30420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0"/>
                  </a:moveTo>
                  <a:cubicBezTo>
                    <a:pt x="70" y="0"/>
                    <a:pt x="17" y="37"/>
                    <a:pt x="17" y="87"/>
                  </a:cubicBezTo>
                  <a:cubicBezTo>
                    <a:pt x="0" y="103"/>
                    <a:pt x="17" y="140"/>
                    <a:pt x="17" y="157"/>
                  </a:cubicBezTo>
                  <a:lnTo>
                    <a:pt x="33" y="173"/>
                  </a:lnTo>
                  <a:cubicBezTo>
                    <a:pt x="54" y="190"/>
                    <a:pt x="70" y="206"/>
                    <a:pt x="103" y="206"/>
                  </a:cubicBezTo>
                  <a:cubicBezTo>
                    <a:pt x="112" y="209"/>
                    <a:pt x="121" y="211"/>
                    <a:pt x="130" y="211"/>
                  </a:cubicBezTo>
                  <a:cubicBezTo>
                    <a:pt x="173" y="211"/>
                    <a:pt x="209" y="178"/>
                    <a:pt x="223" y="120"/>
                  </a:cubicBezTo>
                  <a:cubicBezTo>
                    <a:pt x="223" y="103"/>
                    <a:pt x="223" y="70"/>
                    <a:pt x="206" y="54"/>
                  </a:cubicBezTo>
                  <a:cubicBezTo>
                    <a:pt x="190" y="37"/>
                    <a:pt x="157" y="17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9"/>
            <p:cNvSpPr/>
            <p:nvPr/>
          </p:nvSpPr>
          <p:spPr>
            <a:xfrm>
              <a:off x="4165700" y="3063875"/>
              <a:ext cx="6025" cy="5075"/>
            </a:xfrm>
            <a:custGeom>
              <a:avLst/>
              <a:gdLst/>
              <a:ahLst/>
              <a:cxnLst/>
              <a:rect l="l" t="t" r="r" b="b"/>
              <a:pathLst>
                <a:path w="241" h="203" extrusionOk="0">
                  <a:moveTo>
                    <a:pt x="116" y="0"/>
                  </a:moveTo>
                  <a:cubicBezTo>
                    <a:pt x="101" y="0"/>
                    <a:pt x="84" y="2"/>
                    <a:pt x="67" y="6"/>
                  </a:cubicBezTo>
                  <a:cubicBezTo>
                    <a:pt x="17" y="23"/>
                    <a:pt x="1" y="93"/>
                    <a:pt x="17" y="143"/>
                  </a:cubicBezTo>
                  <a:cubicBezTo>
                    <a:pt x="30" y="183"/>
                    <a:pt x="73" y="202"/>
                    <a:pt x="114" y="202"/>
                  </a:cubicBezTo>
                  <a:cubicBezTo>
                    <a:pt x="128" y="202"/>
                    <a:pt x="141" y="200"/>
                    <a:pt x="154" y="196"/>
                  </a:cubicBezTo>
                  <a:cubicBezTo>
                    <a:pt x="207" y="176"/>
                    <a:pt x="240" y="110"/>
                    <a:pt x="207" y="56"/>
                  </a:cubicBezTo>
                  <a:cubicBezTo>
                    <a:pt x="192" y="19"/>
                    <a:pt x="160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9"/>
            <p:cNvSpPr/>
            <p:nvPr/>
          </p:nvSpPr>
          <p:spPr>
            <a:xfrm>
              <a:off x="4169950" y="3052075"/>
              <a:ext cx="5575" cy="5225"/>
            </a:xfrm>
            <a:custGeom>
              <a:avLst/>
              <a:gdLst/>
              <a:ahLst/>
              <a:cxnLst/>
              <a:rect l="l" t="t" r="r" b="b"/>
              <a:pathLst>
                <a:path w="223" h="209" extrusionOk="0">
                  <a:moveTo>
                    <a:pt x="97" y="0"/>
                  </a:moveTo>
                  <a:cubicBezTo>
                    <a:pt x="87" y="0"/>
                    <a:pt x="78" y="4"/>
                    <a:pt x="70" y="13"/>
                  </a:cubicBezTo>
                  <a:cubicBezTo>
                    <a:pt x="37" y="13"/>
                    <a:pt x="16" y="29"/>
                    <a:pt x="16" y="66"/>
                  </a:cubicBezTo>
                  <a:cubicBezTo>
                    <a:pt x="0" y="83"/>
                    <a:pt x="0" y="116"/>
                    <a:pt x="0" y="153"/>
                  </a:cubicBezTo>
                  <a:cubicBezTo>
                    <a:pt x="12" y="190"/>
                    <a:pt x="55" y="208"/>
                    <a:pt x="98" y="208"/>
                  </a:cubicBezTo>
                  <a:cubicBezTo>
                    <a:pt x="112" y="208"/>
                    <a:pt x="127" y="206"/>
                    <a:pt x="140" y="202"/>
                  </a:cubicBezTo>
                  <a:cubicBezTo>
                    <a:pt x="190" y="186"/>
                    <a:pt x="223" y="116"/>
                    <a:pt x="206" y="66"/>
                  </a:cubicBezTo>
                  <a:cubicBezTo>
                    <a:pt x="190" y="50"/>
                    <a:pt x="157" y="13"/>
                    <a:pt x="140" y="13"/>
                  </a:cubicBezTo>
                  <a:cubicBezTo>
                    <a:pt x="122" y="4"/>
                    <a:pt x="108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9"/>
            <p:cNvSpPr/>
            <p:nvPr/>
          </p:nvSpPr>
          <p:spPr>
            <a:xfrm>
              <a:off x="4164775" y="3078000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126" y="0"/>
                  </a:moveTo>
                  <a:cubicBezTo>
                    <a:pt x="114" y="0"/>
                    <a:pt x="101" y="2"/>
                    <a:pt x="87" y="6"/>
                  </a:cubicBezTo>
                  <a:cubicBezTo>
                    <a:pt x="38" y="23"/>
                    <a:pt x="1" y="93"/>
                    <a:pt x="17" y="146"/>
                  </a:cubicBezTo>
                  <a:cubicBezTo>
                    <a:pt x="33" y="184"/>
                    <a:pt x="74" y="202"/>
                    <a:pt x="116" y="202"/>
                  </a:cubicBezTo>
                  <a:cubicBezTo>
                    <a:pt x="130" y="202"/>
                    <a:pt x="144" y="200"/>
                    <a:pt x="158" y="196"/>
                  </a:cubicBezTo>
                  <a:cubicBezTo>
                    <a:pt x="207" y="179"/>
                    <a:pt x="244" y="126"/>
                    <a:pt x="223" y="60"/>
                  </a:cubicBezTo>
                  <a:cubicBezTo>
                    <a:pt x="199" y="20"/>
                    <a:pt x="164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9"/>
            <p:cNvSpPr/>
            <p:nvPr/>
          </p:nvSpPr>
          <p:spPr>
            <a:xfrm>
              <a:off x="4170350" y="3035650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24" y="0"/>
                  </a:moveTo>
                  <a:cubicBezTo>
                    <a:pt x="93" y="0"/>
                    <a:pt x="58" y="14"/>
                    <a:pt x="38" y="35"/>
                  </a:cubicBezTo>
                  <a:cubicBezTo>
                    <a:pt x="21" y="51"/>
                    <a:pt x="0" y="88"/>
                    <a:pt x="21" y="105"/>
                  </a:cubicBezTo>
                  <a:lnTo>
                    <a:pt x="21" y="138"/>
                  </a:lnTo>
                  <a:cubicBezTo>
                    <a:pt x="21" y="154"/>
                    <a:pt x="38" y="171"/>
                    <a:pt x="54" y="191"/>
                  </a:cubicBezTo>
                  <a:cubicBezTo>
                    <a:pt x="66" y="204"/>
                    <a:pt x="84" y="209"/>
                    <a:pt x="103" y="209"/>
                  </a:cubicBezTo>
                  <a:cubicBezTo>
                    <a:pt x="134" y="209"/>
                    <a:pt x="170" y="194"/>
                    <a:pt x="190" y="171"/>
                  </a:cubicBezTo>
                  <a:cubicBezTo>
                    <a:pt x="227" y="121"/>
                    <a:pt x="227" y="51"/>
                    <a:pt x="174" y="18"/>
                  </a:cubicBezTo>
                  <a:cubicBezTo>
                    <a:pt x="161" y="6"/>
                    <a:pt x="143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9"/>
            <p:cNvSpPr/>
            <p:nvPr/>
          </p:nvSpPr>
          <p:spPr>
            <a:xfrm>
              <a:off x="4184975" y="2952725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10" y="1"/>
                  </a:moveTo>
                  <a:cubicBezTo>
                    <a:pt x="75" y="1"/>
                    <a:pt x="41" y="16"/>
                    <a:pt x="17" y="37"/>
                  </a:cubicBezTo>
                  <a:cubicBezTo>
                    <a:pt x="1" y="53"/>
                    <a:pt x="1" y="86"/>
                    <a:pt x="1" y="123"/>
                  </a:cubicBezTo>
                  <a:lnTo>
                    <a:pt x="1" y="140"/>
                  </a:lnTo>
                  <a:cubicBezTo>
                    <a:pt x="1" y="156"/>
                    <a:pt x="17" y="173"/>
                    <a:pt x="34" y="189"/>
                  </a:cubicBezTo>
                  <a:cubicBezTo>
                    <a:pt x="55" y="210"/>
                    <a:pt x="88" y="210"/>
                    <a:pt x="104" y="210"/>
                  </a:cubicBezTo>
                  <a:cubicBezTo>
                    <a:pt x="137" y="210"/>
                    <a:pt x="174" y="189"/>
                    <a:pt x="191" y="173"/>
                  </a:cubicBezTo>
                  <a:cubicBezTo>
                    <a:pt x="207" y="156"/>
                    <a:pt x="207" y="123"/>
                    <a:pt x="207" y="86"/>
                  </a:cubicBezTo>
                  <a:cubicBezTo>
                    <a:pt x="207" y="70"/>
                    <a:pt x="191" y="37"/>
                    <a:pt x="174" y="20"/>
                  </a:cubicBezTo>
                  <a:cubicBezTo>
                    <a:pt x="154" y="6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9"/>
            <p:cNvSpPr/>
            <p:nvPr/>
          </p:nvSpPr>
          <p:spPr>
            <a:xfrm>
              <a:off x="4086650" y="30275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37" y="1"/>
                  </a:moveTo>
                  <a:cubicBezTo>
                    <a:pt x="71" y="1"/>
                    <a:pt x="17" y="34"/>
                    <a:pt x="17" y="83"/>
                  </a:cubicBezTo>
                  <a:cubicBezTo>
                    <a:pt x="1" y="104"/>
                    <a:pt x="17" y="121"/>
                    <a:pt x="17" y="137"/>
                  </a:cubicBezTo>
                  <a:cubicBezTo>
                    <a:pt x="17" y="154"/>
                    <a:pt x="17" y="154"/>
                    <a:pt x="34" y="170"/>
                  </a:cubicBezTo>
                  <a:cubicBezTo>
                    <a:pt x="50" y="187"/>
                    <a:pt x="71" y="207"/>
                    <a:pt x="104" y="207"/>
                  </a:cubicBezTo>
                  <a:cubicBezTo>
                    <a:pt x="120" y="207"/>
                    <a:pt x="153" y="207"/>
                    <a:pt x="174" y="187"/>
                  </a:cubicBezTo>
                  <a:cubicBezTo>
                    <a:pt x="207" y="170"/>
                    <a:pt x="207" y="154"/>
                    <a:pt x="223" y="121"/>
                  </a:cubicBezTo>
                  <a:cubicBezTo>
                    <a:pt x="223" y="67"/>
                    <a:pt x="190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9"/>
            <p:cNvSpPr/>
            <p:nvPr/>
          </p:nvSpPr>
          <p:spPr>
            <a:xfrm>
              <a:off x="4082325" y="2981975"/>
              <a:ext cx="5600" cy="4925"/>
            </a:xfrm>
            <a:custGeom>
              <a:avLst/>
              <a:gdLst/>
              <a:ahLst/>
              <a:cxnLst/>
              <a:rect l="l" t="t" r="r" b="b"/>
              <a:pathLst>
                <a:path w="224" h="197" extrusionOk="0">
                  <a:moveTo>
                    <a:pt x="104" y="1"/>
                  </a:moveTo>
                  <a:cubicBezTo>
                    <a:pt x="71" y="1"/>
                    <a:pt x="54" y="17"/>
                    <a:pt x="38" y="34"/>
                  </a:cubicBezTo>
                  <a:cubicBezTo>
                    <a:pt x="17" y="50"/>
                    <a:pt x="1" y="87"/>
                    <a:pt x="1" y="104"/>
                  </a:cubicBezTo>
                  <a:cubicBezTo>
                    <a:pt x="17" y="120"/>
                    <a:pt x="17" y="120"/>
                    <a:pt x="17" y="137"/>
                  </a:cubicBezTo>
                  <a:cubicBezTo>
                    <a:pt x="17" y="153"/>
                    <a:pt x="38" y="174"/>
                    <a:pt x="54" y="174"/>
                  </a:cubicBezTo>
                  <a:cubicBezTo>
                    <a:pt x="69" y="188"/>
                    <a:pt x="90" y="196"/>
                    <a:pt x="113" y="196"/>
                  </a:cubicBezTo>
                  <a:cubicBezTo>
                    <a:pt x="142" y="196"/>
                    <a:pt x="172" y="183"/>
                    <a:pt x="190" y="153"/>
                  </a:cubicBezTo>
                  <a:cubicBezTo>
                    <a:pt x="223" y="120"/>
                    <a:pt x="223" y="50"/>
                    <a:pt x="174" y="17"/>
                  </a:cubicBezTo>
                  <a:cubicBezTo>
                    <a:pt x="157" y="1"/>
                    <a:pt x="14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9"/>
            <p:cNvSpPr/>
            <p:nvPr/>
          </p:nvSpPr>
          <p:spPr>
            <a:xfrm>
              <a:off x="4082750" y="30404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70" y="0"/>
                    <a:pt x="21" y="33"/>
                    <a:pt x="0" y="83"/>
                  </a:cubicBezTo>
                  <a:lnTo>
                    <a:pt x="0" y="136"/>
                  </a:lnTo>
                  <a:cubicBezTo>
                    <a:pt x="21" y="153"/>
                    <a:pt x="21" y="153"/>
                    <a:pt x="21" y="169"/>
                  </a:cubicBezTo>
                  <a:cubicBezTo>
                    <a:pt x="37" y="186"/>
                    <a:pt x="70" y="206"/>
                    <a:pt x="87" y="206"/>
                  </a:cubicBezTo>
                  <a:cubicBezTo>
                    <a:pt x="95" y="209"/>
                    <a:pt x="104" y="210"/>
                    <a:pt x="112" y="210"/>
                  </a:cubicBezTo>
                  <a:cubicBezTo>
                    <a:pt x="168" y="210"/>
                    <a:pt x="206" y="163"/>
                    <a:pt x="206" y="120"/>
                  </a:cubicBezTo>
                  <a:cubicBezTo>
                    <a:pt x="206" y="83"/>
                    <a:pt x="206" y="66"/>
                    <a:pt x="190" y="50"/>
                  </a:cubicBezTo>
                  <a:cubicBezTo>
                    <a:pt x="173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9"/>
            <p:cNvSpPr/>
            <p:nvPr/>
          </p:nvSpPr>
          <p:spPr>
            <a:xfrm>
              <a:off x="4088825" y="30141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3" y="0"/>
                  </a:moveTo>
                  <a:cubicBezTo>
                    <a:pt x="66" y="0"/>
                    <a:pt x="50" y="21"/>
                    <a:pt x="33" y="37"/>
                  </a:cubicBezTo>
                  <a:cubicBezTo>
                    <a:pt x="17" y="54"/>
                    <a:pt x="0" y="87"/>
                    <a:pt x="17" y="124"/>
                  </a:cubicBezTo>
                  <a:lnTo>
                    <a:pt x="17" y="140"/>
                  </a:lnTo>
                  <a:cubicBezTo>
                    <a:pt x="17" y="157"/>
                    <a:pt x="33" y="173"/>
                    <a:pt x="50" y="190"/>
                  </a:cubicBezTo>
                  <a:cubicBezTo>
                    <a:pt x="70" y="204"/>
                    <a:pt x="90" y="209"/>
                    <a:pt x="108" y="209"/>
                  </a:cubicBezTo>
                  <a:cubicBezTo>
                    <a:pt x="139" y="209"/>
                    <a:pt x="167" y="194"/>
                    <a:pt x="190" y="173"/>
                  </a:cubicBezTo>
                  <a:cubicBezTo>
                    <a:pt x="223" y="140"/>
                    <a:pt x="223" y="124"/>
                    <a:pt x="223" y="87"/>
                  </a:cubicBezTo>
                  <a:cubicBezTo>
                    <a:pt x="223" y="70"/>
                    <a:pt x="206" y="37"/>
                    <a:pt x="190" y="21"/>
                  </a:cubicBezTo>
                  <a:cubicBezTo>
                    <a:pt x="153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9"/>
            <p:cNvSpPr/>
            <p:nvPr/>
          </p:nvSpPr>
          <p:spPr>
            <a:xfrm>
              <a:off x="4086650" y="29377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104" y="1"/>
                    <a:pt x="71" y="1"/>
                    <a:pt x="50" y="17"/>
                  </a:cubicBezTo>
                  <a:cubicBezTo>
                    <a:pt x="34" y="34"/>
                    <a:pt x="17" y="67"/>
                    <a:pt x="1" y="88"/>
                  </a:cubicBezTo>
                  <a:cubicBezTo>
                    <a:pt x="1" y="104"/>
                    <a:pt x="1" y="121"/>
                    <a:pt x="17" y="137"/>
                  </a:cubicBezTo>
                  <a:cubicBezTo>
                    <a:pt x="17" y="153"/>
                    <a:pt x="17" y="153"/>
                    <a:pt x="34" y="170"/>
                  </a:cubicBezTo>
                  <a:cubicBezTo>
                    <a:pt x="50" y="191"/>
                    <a:pt x="71" y="207"/>
                    <a:pt x="104" y="207"/>
                  </a:cubicBezTo>
                  <a:cubicBezTo>
                    <a:pt x="110" y="209"/>
                    <a:pt x="116" y="210"/>
                    <a:pt x="123" y="210"/>
                  </a:cubicBezTo>
                  <a:cubicBezTo>
                    <a:pt x="166" y="210"/>
                    <a:pt x="209" y="164"/>
                    <a:pt x="223" y="121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9"/>
            <p:cNvSpPr/>
            <p:nvPr/>
          </p:nvSpPr>
          <p:spPr>
            <a:xfrm>
              <a:off x="4077175" y="299352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41" y="0"/>
                  </a:moveTo>
                  <a:cubicBezTo>
                    <a:pt x="103" y="0"/>
                    <a:pt x="70" y="21"/>
                    <a:pt x="54" y="21"/>
                  </a:cubicBezTo>
                  <a:cubicBezTo>
                    <a:pt x="38" y="38"/>
                    <a:pt x="17" y="71"/>
                    <a:pt x="17" y="87"/>
                  </a:cubicBezTo>
                  <a:cubicBezTo>
                    <a:pt x="0" y="103"/>
                    <a:pt x="17" y="141"/>
                    <a:pt x="17" y="141"/>
                  </a:cubicBezTo>
                  <a:cubicBezTo>
                    <a:pt x="17" y="157"/>
                    <a:pt x="17" y="157"/>
                    <a:pt x="38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4" y="210"/>
                    <a:pt x="123" y="212"/>
                    <a:pt x="133" y="212"/>
                  </a:cubicBezTo>
                  <a:cubicBezTo>
                    <a:pt x="174" y="212"/>
                    <a:pt x="210" y="178"/>
                    <a:pt x="223" y="124"/>
                  </a:cubicBezTo>
                  <a:cubicBezTo>
                    <a:pt x="223" y="103"/>
                    <a:pt x="223" y="71"/>
                    <a:pt x="207" y="54"/>
                  </a:cubicBezTo>
                  <a:cubicBezTo>
                    <a:pt x="190" y="21"/>
                    <a:pt x="157" y="21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9"/>
            <p:cNvSpPr/>
            <p:nvPr/>
          </p:nvSpPr>
          <p:spPr>
            <a:xfrm>
              <a:off x="4082325" y="2966000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95" y="1"/>
                  </a:moveTo>
                  <a:cubicBezTo>
                    <a:pt x="53" y="1"/>
                    <a:pt x="14" y="33"/>
                    <a:pt x="1" y="91"/>
                  </a:cubicBezTo>
                  <a:cubicBezTo>
                    <a:pt x="1" y="108"/>
                    <a:pt x="1" y="124"/>
                    <a:pt x="17" y="141"/>
                  </a:cubicBezTo>
                  <a:lnTo>
                    <a:pt x="17" y="157"/>
                  </a:lnTo>
                  <a:cubicBezTo>
                    <a:pt x="38" y="174"/>
                    <a:pt x="71" y="194"/>
                    <a:pt x="87" y="194"/>
                  </a:cubicBezTo>
                  <a:cubicBezTo>
                    <a:pt x="97" y="199"/>
                    <a:pt x="106" y="201"/>
                    <a:pt x="116" y="201"/>
                  </a:cubicBezTo>
                  <a:cubicBezTo>
                    <a:pt x="140" y="201"/>
                    <a:pt x="162" y="188"/>
                    <a:pt x="174" y="174"/>
                  </a:cubicBezTo>
                  <a:cubicBezTo>
                    <a:pt x="190" y="157"/>
                    <a:pt x="207" y="141"/>
                    <a:pt x="207" y="108"/>
                  </a:cubicBezTo>
                  <a:cubicBezTo>
                    <a:pt x="223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9"/>
            <p:cNvSpPr/>
            <p:nvPr/>
          </p:nvSpPr>
          <p:spPr>
            <a:xfrm>
              <a:off x="4084500" y="2951725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113" y="1"/>
                  </a:moveTo>
                  <a:cubicBezTo>
                    <a:pt x="84" y="1"/>
                    <a:pt x="54" y="14"/>
                    <a:pt x="33" y="44"/>
                  </a:cubicBezTo>
                  <a:cubicBezTo>
                    <a:pt x="17" y="60"/>
                    <a:pt x="0" y="93"/>
                    <a:pt x="0" y="110"/>
                  </a:cubicBezTo>
                  <a:cubicBezTo>
                    <a:pt x="0" y="126"/>
                    <a:pt x="17" y="126"/>
                    <a:pt x="17" y="147"/>
                  </a:cubicBezTo>
                  <a:cubicBezTo>
                    <a:pt x="17" y="163"/>
                    <a:pt x="33" y="180"/>
                    <a:pt x="54" y="180"/>
                  </a:cubicBezTo>
                  <a:cubicBezTo>
                    <a:pt x="70" y="196"/>
                    <a:pt x="87" y="213"/>
                    <a:pt x="120" y="213"/>
                  </a:cubicBezTo>
                  <a:cubicBezTo>
                    <a:pt x="157" y="196"/>
                    <a:pt x="173" y="196"/>
                    <a:pt x="190" y="163"/>
                  </a:cubicBezTo>
                  <a:cubicBezTo>
                    <a:pt x="206" y="147"/>
                    <a:pt x="223" y="126"/>
                    <a:pt x="206" y="93"/>
                  </a:cubicBezTo>
                  <a:cubicBezTo>
                    <a:pt x="206" y="60"/>
                    <a:pt x="206" y="44"/>
                    <a:pt x="173" y="23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9"/>
            <p:cNvSpPr/>
            <p:nvPr/>
          </p:nvSpPr>
          <p:spPr>
            <a:xfrm>
              <a:off x="4074175" y="29428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00" y="1"/>
                  </a:moveTo>
                  <a:cubicBezTo>
                    <a:pt x="57" y="1"/>
                    <a:pt x="15" y="44"/>
                    <a:pt x="1" y="91"/>
                  </a:cubicBezTo>
                  <a:cubicBezTo>
                    <a:pt x="1" y="107"/>
                    <a:pt x="1" y="124"/>
                    <a:pt x="17" y="140"/>
                  </a:cubicBezTo>
                  <a:cubicBezTo>
                    <a:pt x="17" y="173"/>
                    <a:pt x="54" y="210"/>
                    <a:pt x="87" y="210"/>
                  </a:cubicBezTo>
                  <a:cubicBezTo>
                    <a:pt x="158" y="210"/>
                    <a:pt x="207" y="173"/>
                    <a:pt x="207" y="124"/>
                  </a:cubicBezTo>
                  <a:cubicBezTo>
                    <a:pt x="223" y="91"/>
                    <a:pt x="207" y="70"/>
                    <a:pt x="190" y="37"/>
                  </a:cubicBezTo>
                  <a:cubicBezTo>
                    <a:pt x="174" y="21"/>
                    <a:pt x="158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9"/>
            <p:cNvSpPr/>
            <p:nvPr/>
          </p:nvSpPr>
          <p:spPr>
            <a:xfrm>
              <a:off x="4080150" y="3053975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127" y="1"/>
                  </a:moveTo>
                  <a:cubicBezTo>
                    <a:pt x="114" y="1"/>
                    <a:pt x="101" y="3"/>
                    <a:pt x="88" y="7"/>
                  </a:cubicBezTo>
                  <a:cubicBezTo>
                    <a:pt x="38" y="23"/>
                    <a:pt x="1" y="93"/>
                    <a:pt x="22" y="143"/>
                  </a:cubicBezTo>
                  <a:cubicBezTo>
                    <a:pt x="34" y="183"/>
                    <a:pt x="75" y="202"/>
                    <a:pt x="117" y="202"/>
                  </a:cubicBezTo>
                  <a:cubicBezTo>
                    <a:pt x="130" y="202"/>
                    <a:pt x="144" y="200"/>
                    <a:pt x="158" y="196"/>
                  </a:cubicBezTo>
                  <a:cubicBezTo>
                    <a:pt x="207" y="180"/>
                    <a:pt x="244" y="110"/>
                    <a:pt x="228" y="56"/>
                  </a:cubicBezTo>
                  <a:cubicBezTo>
                    <a:pt x="200" y="19"/>
                    <a:pt x="165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9"/>
            <p:cNvSpPr/>
            <p:nvPr/>
          </p:nvSpPr>
          <p:spPr>
            <a:xfrm>
              <a:off x="4069450" y="30617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3"/>
                    <a:pt x="0" y="77"/>
                    <a:pt x="17" y="143"/>
                  </a:cubicBezTo>
                  <a:cubicBezTo>
                    <a:pt x="45" y="183"/>
                    <a:pt x="80" y="203"/>
                    <a:pt x="118" y="203"/>
                  </a:cubicBezTo>
                  <a:cubicBezTo>
                    <a:pt x="131" y="203"/>
                    <a:pt x="144" y="201"/>
                    <a:pt x="157" y="197"/>
                  </a:cubicBezTo>
                  <a:cubicBezTo>
                    <a:pt x="223" y="180"/>
                    <a:pt x="243" y="110"/>
                    <a:pt x="223" y="56"/>
                  </a:cubicBezTo>
                  <a:cubicBezTo>
                    <a:pt x="210" y="19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9"/>
            <p:cNvSpPr/>
            <p:nvPr/>
          </p:nvSpPr>
          <p:spPr>
            <a:xfrm>
              <a:off x="4069025" y="30472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37" y="0"/>
                  </a:moveTo>
                  <a:cubicBezTo>
                    <a:pt x="71" y="0"/>
                    <a:pt x="17" y="38"/>
                    <a:pt x="17" y="87"/>
                  </a:cubicBezTo>
                  <a:cubicBezTo>
                    <a:pt x="1" y="104"/>
                    <a:pt x="17" y="120"/>
                    <a:pt x="17" y="141"/>
                  </a:cubicBezTo>
                  <a:cubicBezTo>
                    <a:pt x="17" y="157"/>
                    <a:pt x="17" y="157"/>
                    <a:pt x="34" y="174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11" y="209"/>
                    <a:pt x="118" y="210"/>
                    <a:pt x="125" y="210"/>
                  </a:cubicBezTo>
                  <a:cubicBezTo>
                    <a:pt x="170" y="210"/>
                    <a:pt x="209" y="166"/>
                    <a:pt x="223" y="120"/>
                  </a:cubicBezTo>
                  <a:cubicBezTo>
                    <a:pt x="223" y="87"/>
                    <a:pt x="223" y="71"/>
                    <a:pt x="207" y="54"/>
                  </a:cubicBezTo>
                  <a:cubicBezTo>
                    <a:pt x="190" y="17"/>
                    <a:pt x="15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9"/>
            <p:cNvSpPr/>
            <p:nvPr/>
          </p:nvSpPr>
          <p:spPr>
            <a:xfrm>
              <a:off x="4069850" y="3126200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03" y="0"/>
                  </a:moveTo>
                  <a:cubicBezTo>
                    <a:pt x="58" y="0"/>
                    <a:pt x="19" y="44"/>
                    <a:pt x="1" y="90"/>
                  </a:cubicBezTo>
                  <a:cubicBezTo>
                    <a:pt x="1" y="107"/>
                    <a:pt x="1" y="123"/>
                    <a:pt x="21" y="140"/>
                  </a:cubicBezTo>
                  <a:lnTo>
                    <a:pt x="21" y="156"/>
                  </a:lnTo>
                  <a:cubicBezTo>
                    <a:pt x="38" y="193"/>
                    <a:pt x="71" y="210"/>
                    <a:pt x="87" y="210"/>
                  </a:cubicBezTo>
                  <a:cubicBezTo>
                    <a:pt x="157" y="210"/>
                    <a:pt x="207" y="177"/>
                    <a:pt x="207" y="123"/>
                  </a:cubicBezTo>
                  <a:cubicBezTo>
                    <a:pt x="227" y="90"/>
                    <a:pt x="207" y="74"/>
                    <a:pt x="190" y="37"/>
                  </a:cubicBezTo>
                  <a:cubicBezTo>
                    <a:pt x="174" y="20"/>
                    <a:pt x="157" y="4"/>
                    <a:pt x="124" y="4"/>
                  </a:cubicBezTo>
                  <a:cubicBezTo>
                    <a:pt x="117" y="2"/>
                    <a:pt x="11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9"/>
            <p:cNvSpPr/>
            <p:nvPr/>
          </p:nvSpPr>
          <p:spPr>
            <a:xfrm>
              <a:off x="4070375" y="30334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2" y="1"/>
                  </a:moveTo>
                  <a:cubicBezTo>
                    <a:pt x="102" y="1"/>
                    <a:pt x="92" y="2"/>
                    <a:pt x="83" y="5"/>
                  </a:cubicBezTo>
                  <a:cubicBezTo>
                    <a:pt x="33" y="22"/>
                    <a:pt x="0" y="92"/>
                    <a:pt x="17" y="141"/>
                  </a:cubicBezTo>
                  <a:cubicBezTo>
                    <a:pt x="41" y="180"/>
                    <a:pt x="75" y="208"/>
                    <a:pt x="111" y="208"/>
                  </a:cubicBezTo>
                  <a:cubicBezTo>
                    <a:pt x="125" y="208"/>
                    <a:pt x="139" y="204"/>
                    <a:pt x="153" y="195"/>
                  </a:cubicBezTo>
                  <a:cubicBezTo>
                    <a:pt x="206" y="178"/>
                    <a:pt x="239" y="125"/>
                    <a:pt x="223" y="75"/>
                  </a:cubicBezTo>
                  <a:cubicBezTo>
                    <a:pt x="209" y="31"/>
                    <a:pt x="159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9"/>
            <p:cNvSpPr/>
            <p:nvPr/>
          </p:nvSpPr>
          <p:spPr>
            <a:xfrm>
              <a:off x="4073775" y="30986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05" y="1"/>
                  </a:moveTo>
                  <a:cubicBezTo>
                    <a:pt x="76" y="1"/>
                    <a:pt x="47" y="14"/>
                    <a:pt x="17" y="44"/>
                  </a:cubicBezTo>
                  <a:cubicBezTo>
                    <a:pt x="0" y="60"/>
                    <a:pt x="0" y="77"/>
                    <a:pt x="0" y="110"/>
                  </a:cubicBezTo>
                  <a:cubicBezTo>
                    <a:pt x="0" y="126"/>
                    <a:pt x="0" y="126"/>
                    <a:pt x="17" y="147"/>
                  </a:cubicBezTo>
                  <a:cubicBezTo>
                    <a:pt x="17" y="164"/>
                    <a:pt x="33" y="164"/>
                    <a:pt x="33" y="180"/>
                  </a:cubicBezTo>
                  <a:cubicBezTo>
                    <a:pt x="60" y="192"/>
                    <a:pt x="75" y="203"/>
                    <a:pt x="94" y="203"/>
                  </a:cubicBezTo>
                  <a:cubicBezTo>
                    <a:pt x="102" y="203"/>
                    <a:pt x="110" y="201"/>
                    <a:pt x="120" y="197"/>
                  </a:cubicBezTo>
                  <a:cubicBezTo>
                    <a:pt x="153" y="197"/>
                    <a:pt x="174" y="180"/>
                    <a:pt x="190" y="164"/>
                  </a:cubicBezTo>
                  <a:cubicBezTo>
                    <a:pt x="206" y="147"/>
                    <a:pt x="223" y="110"/>
                    <a:pt x="206" y="93"/>
                  </a:cubicBezTo>
                  <a:cubicBezTo>
                    <a:pt x="206" y="60"/>
                    <a:pt x="190" y="44"/>
                    <a:pt x="174" y="23"/>
                  </a:cubicBezTo>
                  <a:cubicBezTo>
                    <a:pt x="150" y="9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9"/>
            <p:cNvSpPr/>
            <p:nvPr/>
          </p:nvSpPr>
          <p:spPr>
            <a:xfrm>
              <a:off x="4075525" y="308490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08" y="0"/>
                  </a:moveTo>
                  <a:cubicBezTo>
                    <a:pt x="94" y="0"/>
                    <a:pt x="80" y="2"/>
                    <a:pt x="66" y="7"/>
                  </a:cubicBezTo>
                  <a:cubicBezTo>
                    <a:pt x="17" y="23"/>
                    <a:pt x="0" y="77"/>
                    <a:pt x="17" y="143"/>
                  </a:cubicBezTo>
                  <a:cubicBezTo>
                    <a:pt x="17" y="143"/>
                    <a:pt x="33" y="159"/>
                    <a:pt x="33" y="180"/>
                  </a:cubicBezTo>
                  <a:cubicBezTo>
                    <a:pt x="57" y="191"/>
                    <a:pt x="82" y="203"/>
                    <a:pt x="112" y="203"/>
                  </a:cubicBezTo>
                  <a:cubicBezTo>
                    <a:pt x="125" y="203"/>
                    <a:pt x="138" y="201"/>
                    <a:pt x="153" y="196"/>
                  </a:cubicBezTo>
                  <a:cubicBezTo>
                    <a:pt x="186" y="180"/>
                    <a:pt x="207" y="143"/>
                    <a:pt x="223" y="110"/>
                  </a:cubicBezTo>
                  <a:cubicBezTo>
                    <a:pt x="223" y="93"/>
                    <a:pt x="223" y="77"/>
                    <a:pt x="207" y="56"/>
                  </a:cubicBezTo>
                  <a:cubicBezTo>
                    <a:pt x="191" y="19"/>
                    <a:pt x="150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9"/>
            <p:cNvSpPr/>
            <p:nvPr/>
          </p:nvSpPr>
          <p:spPr>
            <a:xfrm>
              <a:off x="4079325" y="3072875"/>
              <a:ext cx="5200" cy="4975"/>
            </a:xfrm>
            <a:custGeom>
              <a:avLst/>
              <a:gdLst/>
              <a:ahLst/>
              <a:cxnLst/>
              <a:rect l="l" t="t" r="r" b="b"/>
              <a:pathLst>
                <a:path w="208" h="199" extrusionOk="0">
                  <a:moveTo>
                    <a:pt x="95" y="1"/>
                  </a:moveTo>
                  <a:cubicBezTo>
                    <a:pt x="54" y="1"/>
                    <a:pt x="15" y="34"/>
                    <a:pt x="1" y="92"/>
                  </a:cubicBezTo>
                  <a:lnTo>
                    <a:pt x="1" y="145"/>
                  </a:lnTo>
                  <a:cubicBezTo>
                    <a:pt x="17" y="145"/>
                    <a:pt x="17" y="162"/>
                    <a:pt x="17" y="162"/>
                  </a:cubicBezTo>
                  <a:cubicBezTo>
                    <a:pt x="34" y="178"/>
                    <a:pt x="71" y="195"/>
                    <a:pt x="88" y="195"/>
                  </a:cubicBezTo>
                  <a:cubicBezTo>
                    <a:pt x="96" y="198"/>
                    <a:pt x="105" y="199"/>
                    <a:pt x="114" y="199"/>
                  </a:cubicBezTo>
                  <a:cubicBezTo>
                    <a:pt x="159" y="199"/>
                    <a:pt x="207" y="166"/>
                    <a:pt x="207" y="108"/>
                  </a:cubicBezTo>
                  <a:cubicBezTo>
                    <a:pt x="207" y="92"/>
                    <a:pt x="207" y="59"/>
                    <a:pt x="191" y="42"/>
                  </a:cubicBezTo>
                  <a:cubicBezTo>
                    <a:pt x="174" y="22"/>
                    <a:pt x="158" y="5"/>
                    <a:pt x="121" y="5"/>
                  </a:cubicBezTo>
                  <a:cubicBezTo>
                    <a:pt x="112" y="2"/>
                    <a:pt x="104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9"/>
            <p:cNvSpPr/>
            <p:nvPr/>
          </p:nvSpPr>
          <p:spPr>
            <a:xfrm>
              <a:off x="4071600" y="31102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91" y="1"/>
                  </a:moveTo>
                  <a:cubicBezTo>
                    <a:pt x="68" y="1"/>
                    <a:pt x="43" y="13"/>
                    <a:pt x="17" y="24"/>
                  </a:cubicBezTo>
                  <a:cubicBezTo>
                    <a:pt x="17" y="41"/>
                    <a:pt x="1" y="57"/>
                    <a:pt x="1" y="94"/>
                  </a:cubicBezTo>
                  <a:lnTo>
                    <a:pt x="1" y="144"/>
                  </a:lnTo>
                  <a:cubicBezTo>
                    <a:pt x="17" y="177"/>
                    <a:pt x="54" y="197"/>
                    <a:pt x="87" y="214"/>
                  </a:cubicBezTo>
                  <a:cubicBezTo>
                    <a:pt x="157" y="214"/>
                    <a:pt x="190" y="177"/>
                    <a:pt x="207" y="127"/>
                  </a:cubicBezTo>
                  <a:cubicBezTo>
                    <a:pt x="207" y="94"/>
                    <a:pt x="207" y="57"/>
                    <a:pt x="190" y="41"/>
                  </a:cubicBezTo>
                  <a:cubicBezTo>
                    <a:pt x="174" y="24"/>
                    <a:pt x="137" y="8"/>
                    <a:pt x="120" y="8"/>
                  </a:cubicBezTo>
                  <a:cubicBezTo>
                    <a:pt x="111" y="3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9"/>
            <p:cNvSpPr/>
            <p:nvPr/>
          </p:nvSpPr>
          <p:spPr>
            <a:xfrm>
              <a:off x="4052325" y="30046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3" y="1"/>
                  </a:moveTo>
                  <a:cubicBezTo>
                    <a:pt x="51" y="1"/>
                    <a:pt x="14" y="33"/>
                    <a:pt x="1" y="91"/>
                  </a:cubicBezTo>
                  <a:cubicBezTo>
                    <a:pt x="1" y="108"/>
                    <a:pt x="1" y="124"/>
                    <a:pt x="17" y="141"/>
                  </a:cubicBezTo>
                  <a:cubicBezTo>
                    <a:pt x="17" y="141"/>
                    <a:pt x="17" y="157"/>
                    <a:pt x="34" y="157"/>
                  </a:cubicBezTo>
                  <a:cubicBezTo>
                    <a:pt x="34" y="174"/>
                    <a:pt x="67" y="194"/>
                    <a:pt x="104" y="211"/>
                  </a:cubicBezTo>
                  <a:cubicBezTo>
                    <a:pt x="153" y="211"/>
                    <a:pt x="207" y="174"/>
                    <a:pt x="207" y="124"/>
                  </a:cubicBezTo>
                  <a:cubicBezTo>
                    <a:pt x="223" y="91"/>
                    <a:pt x="207" y="54"/>
                    <a:pt x="186" y="38"/>
                  </a:cubicBezTo>
                  <a:cubicBezTo>
                    <a:pt x="170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9"/>
            <p:cNvSpPr/>
            <p:nvPr/>
          </p:nvSpPr>
          <p:spPr>
            <a:xfrm>
              <a:off x="4038100" y="30099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17" y="34"/>
                    <a:pt x="17" y="67"/>
                    <a:pt x="1" y="88"/>
                  </a:cubicBezTo>
                  <a:cubicBezTo>
                    <a:pt x="1" y="104"/>
                    <a:pt x="1" y="121"/>
                    <a:pt x="17" y="137"/>
                  </a:cubicBezTo>
                  <a:lnTo>
                    <a:pt x="17" y="170"/>
                  </a:lnTo>
                  <a:cubicBezTo>
                    <a:pt x="34" y="191"/>
                    <a:pt x="71" y="207"/>
                    <a:pt x="87" y="207"/>
                  </a:cubicBezTo>
                  <a:cubicBezTo>
                    <a:pt x="96" y="209"/>
                    <a:pt x="105" y="210"/>
                    <a:pt x="113" y="210"/>
                  </a:cubicBezTo>
                  <a:cubicBezTo>
                    <a:pt x="169" y="210"/>
                    <a:pt x="207" y="164"/>
                    <a:pt x="207" y="121"/>
                  </a:cubicBezTo>
                  <a:cubicBezTo>
                    <a:pt x="223" y="88"/>
                    <a:pt x="207" y="67"/>
                    <a:pt x="190" y="50"/>
                  </a:cubicBezTo>
                  <a:cubicBezTo>
                    <a:pt x="174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9"/>
            <p:cNvSpPr/>
            <p:nvPr/>
          </p:nvSpPr>
          <p:spPr>
            <a:xfrm>
              <a:off x="4030800" y="2971975"/>
              <a:ext cx="6100" cy="5400"/>
            </a:xfrm>
            <a:custGeom>
              <a:avLst/>
              <a:gdLst/>
              <a:ahLst/>
              <a:cxnLst/>
              <a:rect l="l" t="t" r="r" b="b"/>
              <a:pathLst>
                <a:path w="244" h="216" extrusionOk="0">
                  <a:moveTo>
                    <a:pt x="116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37" y="38"/>
                    <a:pt x="0" y="91"/>
                    <a:pt x="17" y="141"/>
                  </a:cubicBezTo>
                  <a:cubicBezTo>
                    <a:pt x="47" y="185"/>
                    <a:pt x="86" y="215"/>
                    <a:pt x="129" y="215"/>
                  </a:cubicBezTo>
                  <a:cubicBezTo>
                    <a:pt x="138" y="215"/>
                    <a:pt x="147" y="214"/>
                    <a:pt x="157" y="211"/>
                  </a:cubicBezTo>
                  <a:cubicBezTo>
                    <a:pt x="206" y="178"/>
                    <a:pt x="243" y="124"/>
                    <a:pt x="223" y="75"/>
                  </a:cubicBezTo>
                  <a:cubicBezTo>
                    <a:pt x="209" y="31"/>
                    <a:pt x="162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9"/>
            <p:cNvSpPr/>
            <p:nvPr/>
          </p:nvSpPr>
          <p:spPr>
            <a:xfrm>
              <a:off x="4034300" y="3023200"/>
              <a:ext cx="6000" cy="5100"/>
            </a:xfrm>
            <a:custGeom>
              <a:avLst/>
              <a:gdLst/>
              <a:ahLst/>
              <a:cxnLst/>
              <a:rect l="l" t="t" r="r" b="b"/>
              <a:pathLst>
                <a:path w="240" h="204" extrusionOk="0">
                  <a:moveTo>
                    <a:pt x="83" y="1"/>
                  </a:moveTo>
                  <a:cubicBezTo>
                    <a:pt x="33" y="17"/>
                    <a:pt x="0" y="87"/>
                    <a:pt x="17" y="137"/>
                  </a:cubicBezTo>
                  <a:cubicBezTo>
                    <a:pt x="41" y="176"/>
                    <a:pt x="75" y="204"/>
                    <a:pt x="111" y="204"/>
                  </a:cubicBezTo>
                  <a:cubicBezTo>
                    <a:pt x="125" y="204"/>
                    <a:pt x="139" y="200"/>
                    <a:pt x="153" y="190"/>
                  </a:cubicBezTo>
                  <a:cubicBezTo>
                    <a:pt x="169" y="190"/>
                    <a:pt x="186" y="174"/>
                    <a:pt x="206" y="174"/>
                  </a:cubicBezTo>
                  <a:cubicBezTo>
                    <a:pt x="223" y="137"/>
                    <a:pt x="239" y="104"/>
                    <a:pt x="223" y="71"/>
                  </a:cubicBezTo>
                  <a:cubicBezTo>
                    <a:pt x="206" y="17"/>
                    <a:pt x="169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9"/>
            <p:cNvSpPr/>
            <p:nvPr/>
          </p:nvSpPr>
          <p:spPr>
            <a:xfrm>
              <a:off x="4042425" y="29790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1" y="0"/>
                  </a:moveTo>
                  <a:cubicBezTo>
                    <a:pt x="67" y="0"/>
                    <a:pt x="1" y="33"/>
                    <a:pt x="1" y="87"/>
                  </a:cubicBezTo>
                  <a:lnTo>
                    <a:pt x="1" y="136"/>
                  </a:lnTo>
                  <a:cubicBezTo>
                    <a:pt x="1" y="153"/>
                    <a:pt x="17" y="153"/>
                    <a:pt x="17" y="169"/>
                  </a:cubicBezTo>
                  <a:cubicBezTo>
                    <a:pt x="34" y="190"/>
                    <a:pt x="50" y="206"/>
                    <a:pt x="88" y="206"/>
                  </a:cubicBezTo>
                  <a:cubicBezTo>
                    <a:pt x="94" y="208"/>
                    <a:pt x="100" y="209"/>
                    <a:pt x="107" y="209"/>
                  </a:cubicBezTo>
                  <a:cubicBezTo>
                    <a:pt x="154" y="209"/>
                    <a:pt x="207" y="163"/>
                    <a:pt x="207" y="120"/>
                  </a:cubicBezTo>
                  <a:cubicBezTo>
                    <a:pt x="207" y="103"/>
                    <a:pt x="207" y="66"/>
                    <a:pt x="191" y="50"/>
                  </a:cubicBezTo>
                  <a:cubicBezTo>
                    <a:pt x="170" y="17"/>
                    <a:pt x="154" y="17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9"/>
            <p:cNvSpPr/>
            <p:nvPr/>
          </p:nvSpPr>
          <p:spPr>
            <a:xfrm>
              <a:off x="4031725" y="2957825"/>
              <a:ext cx="6000" cy="5175"/>
            </a:xfrm>
            <a:custGeom>
              <a:avLst/>
              <a:gdLst/>
              <a:ahLst/>
              <a:cxnLst/>
              <a:rect l="l" t="t" r="r" b="b"/>
              <a:pathLst>
                <a:path w="240" h="207" extrusionOk="0">
                  <a:moveTo>
                    <a:pt x="113" y="0"/>
                  </a:moveTo>
                  <a:cubicBezTo>
                    <a:pt x="103" y="0"/>
                    <a:pt x="93" y="2"/>
                    <a:pt x="83" y="6"/>
                  </a:cubicBezTo>
                  <a:cubicBezTo>
                    <a:pt x="33" y="23"/>
                    <a:pt x="0" y="88"/>
                    <a:pt x="17" y="142"/>
                  </a:cubicBezTo>
                  <a:cubicBezTo>
                    <a:pt x="29" y="178"/>
                    <a:pt x="68" y="207"/>
                    <a:pt x="107" y="207"/>
                  </a:cubicBezTo>
                  <a:cubicBezTo>
                    <a:pt x="123" y="207"/>
                    <a:pt x="139" y="202"/>
                    <a:pt x="153" y="192"/>
                  </a:cubicBezTo>
                  <a:cubicBezTo>
                    <a:pt x="206" y="175"/>
                    <a:pt x="239" y="126"/>
                    <a:pt x="223" y="72"/>
                  </a:cubicBezTo>
                  <a:cubicBezTo>
                    <a:pt x="193" y="32"/>
                    <a:pt x="155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9"/>
            <p:cNvSpPr/>
            <p:nvPr/>
          </p:nvSpPr>
          <p:spPr>
            <a:xfrm>
              <a:off x="4101300" y="30110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9" y="0"/>
                  </a:moveTo>
                  <a:cubicBezTo>
                    <a:pt x="51" y="0"/>
                    <a:pt x="0" y="47"/>
                    <a:pt x="0" y="90"/>
                  </a:cubicBezTo>
                  <a:lnTo>
                    <a:pt x="0" y="144"/>
                  </a:lnTo>
                  <a:cubicBezTo>
                    <a:pt x="17" y="177"/>
                    <a:pt x="50" y="193"/>
                    <a:pt x="83" y="210"/>
                  </a:cubicBezTo>
                  <a:cubicBezTo>
                    <a:pt x="136" y="210"/>
                    <a:pt x="206" y="177"/>
                    <a:pt x="206" y="123"/>
                  </a:cubicBezTo>
                  <a:cubicBezTo>
                    <a:pt x="206" y="90"/>
                    <a:pt x="206" y="74"/>
                    <a:pt x="186" y="41"/>
                  </a:cubicBezTo>
                  <a:cubicBezTo>
                    <a:pt x="169" y="20"/>
                    <a:pt x="153" y="3"/>
                    <a:pt x="120" y="3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9"/>
            <p:cNvSpPr/>
            <p:nvPr/>
          </p:nvSpPr>
          <p:spPr>
            <a:xfrm>
              <a:off x="4024800" y="3014000"/>
              <a:ext cx="5200" cy="4900"/>
            </a:xfrm>
            <a:custGeom>
              <a:avLst/>
              <a:gdLst/>
              <a:ahLst/>
              <a:cxnLst/>
              <a:rect l="l" t="t" r="r" b="b"/>
              <a:pathLst>
                <a:path w="208" h="196" extrusionOk="0">
                  <a:moveTo>
                    <a:pt x="96" y="1"/>
                  </a:moveTo>
                  <a:cubicBezTo>
                    <a:pt x="65" y="1"/>
                    <a:pt x="35" y="14"/>
                    <a:pt x="17" y="43"/>
                  </a:cubicBezTo>
                  <a:cubicBezTo>
                    <a:pt x="1" y="60"/>
                    <a:pt x="1" y="76"/>
                    <a:pt x="1" y="109"/>
                  </a:cubicBezTo>
                  <a:lnTo>
                    <a:pt x="1" y="130"/>
                  </a:lnTo>
                  <a:cubicBezTo>
                    <a:pt x="1" y="146"/>
                    <a:pt x="17" y="163"/>
                    <a:pt x="34" y="179"/>
                  </a:cubicBezTo>
                  <a:cubicBezTo>
                    <a:pt x="50" y="196"/>
                    <a:pt x="88" y="196"/>
                    <a:pt x="104" y="196"/>
                  </a:cubicBezTo>
                  <a:cubicBezTo>
                    <a:pt x="137" y="196"/>
                    <a:pt x="174" y="179"/>
                    <a:pt x="191" y="163"/>
                  </a:cubicBezTo>
                  <a:cubicBezTo>
                    <a:pt x="207" y="146"/>
                    <a:pt x="207" y="109"/>
                    <a:pt x="207" y="93"/>
                  </a:cubicBezTo>
                  <a:cubicBezTo>
                    <a:pt x="207" y="60"/>
                    <a:pt x="191" y="43"/>
                    <a:pt x="174" y="27"/>
                  </a:cubicBezTo>
                  <a:cubicBezTo>
                    <a:pt x="150" y="10"/>
                    <a:pt x="122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9"/>
            <p:cNvSpPr/>
            <p:nvPr/>
          </p:nvSpPr>
          <p:spPr>
            <a:xfrm>
              <a:off x="4028625" y="29995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7" y="0"/>
                  </a:moveTo>
                  <a:cubicBezTo>
                    <a:pt x="58" y="0"/>
                    <a:pt x="31" y="27"/>
                    <a:pt x="1" y="54"/>
                  </a:cubicBezTo>
                  <a:lnTo>
                    <a:pt x="1" y="91"/>
                  </a:lnTo>
                  <a:lnTo>
                    <a:pt x="1" y="141"/>
                  </a:lnTo>
                  <a:cubicBezTo>
                    <a:pt x="21" y="157"/>
                    <a:pt x="38" y="174"/>
                    <a:pt x="71" y="194"/>
                  </a:cubicBezTo>
                  <a:cubicBezTo>
                    <a:pt x="71" y="194"/>
                    <a:pt x="87" y="194"/>
                    <a:pt x="87" y="211"/>
                  </a:cubicBezTo>
                  <a:cubicBezTo>
                    <a:pt x="141" y="211"/>
                    <a:pt x="207" y="174"/>
                    <a:pt x="207" y="108"/>
                  </a:cubicBezTo>
                  <a:cubicBezTo>
                    <a:pt x="207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4" y="5"/>
                  </a:cubicBezTo>
                  <a:cubicBezTo>
                    <a:pt x="114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9"/>
            <p:cNvSpPr/>
            <p:nvPr/>
          </p:nvSpPr>
          <p:spPr>
            <a:xfrm>
              <a:off x="4028625" y="2984925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28" y="1"/>
                  </a:moveTo>
                  <a:cubicBezTo>
                    <a:pt x="93" y="1"/>
                    <a:pt x="58" y="15"/>
                    <a:pt x="38" y="35"/>
                  </a:cubicBezTo>
                  <a:cubicBezTo>
                    <a:pt x="21" y="72"/>
                    <a:pt x="1" y="89"/>
                    <a:pt x="21" y="122"/>
                  </a:cubicBezTo>
                  <a:lnTo>
                    <a:pt x="21" y="138"/>
                  </a:lnTo>
                  <a:cubicBezTo>
                    <a:pt x="21" y="159"/>
                    <a:pt x="38" y="175"/>
                    <a:pt x="54" y="192"/>
                  </a:cubicBezTo>
                  <a:cubicBezTo>
                    <a:pt x="73" y="204"/>
                    <a:pt x="93" y="210"/>
                    <a:pt x="111" y="210"/>
                  </a:cubicBezTo>
                  <a:cubicBezTo>
                    <a:pt x="142" y="210"/>
                    <a:pt x="170" y="196"/>
                    <a:pt x="190" y="175"/>
                  </a:cubicBezTo>
                  <a:cubicBezTo>
                    <a:pt x="227" y="159"/>
                    <a:pt x="227" y="122"/>
                    <a:pt x="227" y="89"/>
                  </a:cubicBezTo>
                  <a:cubicBezTo>
                    <a:pt x="227" y="72"/>
                    <a:pt x="207" y="35"/>
                    <a:pt x="190" y="19"/>
                  </a:cubicBezTo>
                  <a:cubicBezTo>
                    <a:pt x="171" y="6"/>
                    <a:pt x="149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9"/>
            <p:cNvSpPr/>
            <p:nvPr/>
          </p:nvSpPr>
          <p:spPr>
            <a:xfrm>
              <a:off x="4066450" y="29841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71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36"/>
                  </a:cubicBezTo>
                  <a:lnTo>
                    <a:pt x="17" y="153"/>
                  </a:lnTo>
                  <a:cubicBezTo>
                    <a:pt x="34" y="190"/>
                    <a:pt x="71" y="206"/>
                    <a:pt x="87" y="206"/>
                  </a:cubicBezTo>
                  <a:cubicBezTo>
                    <a:pt x="157" y="206"/>
                    <a:pt x="207" y="169"/>
                    <a:pt x="207" y="120"/>
                  </a:cubicBezTo>
                  <a:cubicBezTo>
                    <a:pt x="223" y="87"/>
                    <a:pt x="207" y="66"/>
                    <a:pt x="190" y="33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9"/>
            <p:cNvSpPr/>
            <p:nvPr/>
          </p:nvSpPr>
          <p:spPr>
            <a:xfrm>
              <a:off x="4048425" y="29532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54" y="0"/>
                    <a:pt x="0" y="33"/>
                    <a:pt x="0" y="87"/>
                  </a:cubicBezTo>
                  <a:lnTo>
                    <a:pt x="0" y="136"/>
                  </a:lnTo>
                  <a:cubicBezTo>
                    <a:pt x="0" y="153"/>
                    <a:pt x="0" y="153"/>
                    <a:pt x="17" y="169"/>
                  </a:cubicBezTo>
                  <a:cubicBezTo>
                    <a:pt x="33" y="190"/>
                    <a:pt x="54" y="207"/>
                    <a:pt x="87" y="207"/>
                  </a:cubicBezTo>
                  <a:cubicBezTo>
                    <a:pt x="93" y="209"/>
                    <a:pt x="99" y="210"/>
                    <a:pt x="106" y="210"/>
                  </a:cubicBezTo>
                  <a:cubicBezTo>
                    <a:pt x="149" y="210"/>
                    <a:pt x="192" y="163"/>
                    <a:pt x="206" y="120"/>
                  </a:cubicBezTo>
                  <a:cubicBezTo>
                    <a:pt x="206" y="103"/>
                    <a:pt x="206" y="66"/>
                    <a:pt x="190" y="50"/>
                  </a:cubicBezTo>
                  <a:cubicBezTo>
                    <a:pt x="173" y="17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9"/>
            <p:cNvSpPr/>
            <p:nvPr/>
          </p:nvSpPr>
          <p:spPr>
            <a:xfrm>
              <a:off x="4072425" y="29579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4" y="0"/>
                  </a:moveTo>
                  <a:cubicBezTo>
                    <a:pt x="71" y="0"/>
                    <a:pt x="1" y="33"/>
                    <a:pt x="1" y="82"/>
                  </a:cubicBezTo>
                  <a:lnTo>
                    <a:pt x="1" y="136"/>
                  </a:lnTo>
                  <a:cubicBezTo>
                    <a:pt x="21" y="153"/>
                    <a:pt x="21" y="153"/>
                    <a:pt x="21" y="169"/>
                  </a:cubicBezTo>
                  <a:cubicBezTo>
                    <a:pt x="38" y="186"/>
                    <a:pt x="54" y="206"/>
                    <a:pt x="87" y="206"/>
                  </a:cubicBezTo>
                  <a:cubicBezTo>
                    <a:pt x="124" y="206"/>
                    <a:pt x="141" y="206"/>
                    <a:pt x="174" y="186"/>
                  </a:cubicBezTo>
                  <a:cubicBezTo>
                    <a:pt x="190" y="169"/>
                    <a:pt x="207" y="153"/>
                    <a:pt x="207" y="120"/>
                  </a:cubicBezTo>
                  <a:cubicBezTo>
                    <a:pt x="207" y="82"/>
                    <a:pt x="207" y="66"/>
                    <a:pt x="190" y="33"/>
                  </a:cubicBezTo>
                  <a:cubicBezTo>
                    <a:pt x="174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9"/>
            <p:cNvSpPr/>
            <p:nvPr/>
          </p:nvSpPr>
          <p:spPr>
            <a:xfrm>
              <a:off x="4062125" y="2945900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87" y="1"/>
                  </a:moveTo>
                  <a:cubicBezTo>
                    <a:pt x="71" y="1"/>
                    <a:pt x="38" y="17"/>
                    <a:pt x="21" y="34"/>
                  </a:cubicBezTo>
                  <a:cubicBezTo>
                    <a:pt x="0" y="71"/>
                    <a:pt x="0" y="87"/>
                    <a:pt x="0" y="120"/>
                  </a:cubicBezTo>
                  <a:lnTo>
                    <a:pt x="0" y="137"/>
                  </a:lnTo>
                  <a:cubicBezTo>
                    <a:pt x="21" y="153"/>
                    <a:pt x="21" y="174"/>
                    <a:pt x="38" y="190"/>
                  </a:cubicBezTo>
                  <a:cubicBezTo>
                    <a:pt x="56" y="203"/>
                    <a:pt x="78" y="208"/>
                    <a:pt x="100" y="208"/>
                  </a:cubicBezTo>
                  <a:cubicBezTo>
                    <a:pt x="135" y="208"/>
                    <a:pt x="170" y="194"/>
                    <a:pt x="190" y="174"/>
                  </a:cubicBezTo>
                  <a:cubicBezTo>
                    <a:pt x="207" y="153"/>
                    <a:pt x="207" y="120"/>
                    <a:pt x="207" y="87"/>
                  </a:cubicBezTo>
                  <a:cubicBezTo>
                    <a:pt x="207" y="71"/>
                    <a:pt x="190" y="34"/>
                    <a:pt x="174" y="17"/>
                  </a:cubicBezTo>
                  <a:cubicBezTo>
                    <a:pt x="157" y="1"/>
                    <a:pt x="12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9"/>
            <p:cNvSpPr/>
            <p:nvPr/>
          </p:nvSpPr>
          <p:spPr>
            <a:xfrm>
              <a:off x="4069025" y="2971925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8" y="0"/>
                  </a:moveTo>
                  <a:cubicBezTo>
                    <a:pt x="67" y="0"/>
                    <a:pt x="38" y="13"/>
                    <a:pt x="17" y="40"/>
                  </a:cubicBezTo>
                  <a:cubicBezTo>
                    <a:pt x="1" y="60"/>
                    <a:pt x="1" y="93"/>
                    <a:pt x="1" y="110"/>
                  </a:cubicBezTo>
                  <a:lnTo>
                    <a:pt x="1" y="143"/>
                  </a:lnTo>
                  <a:cubicBezTo>
                    <a:pt x="17" y="164"/>
                    <a:pt x="17" y="180"/>
                    <a:pt x="34" y="180"/>
                  </a:cubicBezTo>
                  <a:cubicBezTo>
                    <a:pt x="58" y="195"/>
                    <a:pt x="81" y="203"/>
                    <a:pt x="104" y="203"/>
                  </a:cubicBezTo>
                  <a:cubicBezTo>
                    <a:pt x="133" y="203"/>
                    <a:pt x="161" y="191"/>
                    <a:pt x="190" y="164"/>
                  </a:cubicBezTo>
                  <a:cubicBezTo>
                    <a:pt x="207" y="143"/>
                    <a:pt x="207" y="126"/>
                    <a:pt x="207" y="93"/>
                  </a:cubicBezTo>
                  <a:cubicBezTo>
                    <a:pt x="207" y="60"/>
                    <a:pt x="190" y="40"/>
                    <a:pt x="174" y="23"/>
                  </a:cubicBezTo>
                  <a:cubicBezTo>
                    <a:pt x="150" y="9"/>
                    <a:pt x="123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9"/>
            <p:cNvSpPr/>
            <p:nvPr/>
          </p:nvSpPr>
          <p:spPr>
            <a:xfrm>
              <a:off x="4060050" y="295920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21" y="0"/>
                  </a:moveTo>
                  <a:cubicBezTo>
                    <a:pt x="67" y="0"/>
                    <a:pt x="1" y="33"/>
                    <a:pt x="1" y="87"/>
                  </a:cubicBezTo>
                  <a:lnTo>
                    <a:pt x="1" y="137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4" y="190"/>
                    <a:pt x="50" y="207"/>
                    <a:pt x="83" y="207"/>
                  </a:cubicBezTo>
                  <a:cubicBezTo>
                    <a:pt x="94" y="211"/>
                    <a:pt x="103" y="213"/>
                    <a:pt x="112" y="213"/>
                  </a:cubicBezTo>
                  <a:cubicBezTo>
                    <a:pt x="132" y="213"/>
                    <a:pt x="147" y="202"/>
                    <a:pt x="170" y="190"/>
                  </a:cubicBezTo>
                  <a:cubicBezTo>
                    <a:pt x="187" y="174"/>
                    <a:pt x="207" y="157"/>
                    <a:pt x="207" y="120"/>
                  </a:cubicBezTo>
                  <a:cubicBezTo>
                    <a:pt x="224" y="71"/>
                    <a:pt x="170" y="17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9"/>
            <p:cNvSpPr/>
            <p:nvPr/>
          </p:nvSpPr>
          <p:spPr>
            <a:xfrm>
              <a:off x="4075925" y="30077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67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20"/>
                  </a:cubicBezTo>
                  <a:lnTo>
                    <a:pt x="17" y="136"/>
                  </a:lnTo>
                  <a:cubicBezTo>
                    <a:pt x="17" y="153"/>
                    <a:pt x="17" y="153"/>
                    <a:pt x="34" y="174"/>
                  </a:cubicBezTo>
                  <a:cubicBezTo>
                    <a:pt x="50" y="190"/>
                    <a:pt x="67" y="207"/>
                    <a:pt x="104" y="207"/>
                  </a:cubicBezTo>
                  <a:cubicBezTo>
                    <a:pt x="120" y="207"/>
                    <a:pt x="153" y="207"/>
                    <a:pt x="170" y="190"/>
                  </a:cubicBezTo>
                  <a:cubicBezTo>
                    <a:pt x="191" y="174"/>
                    <a:pt x="207" y="153"/>
                    <a:pt x="224" y="120"/>
                  </a:cubicBezTo>
                  <a:cubicBezTo>
                    <a:pt x="224" y="103"/>
                    <a:pt x="207" y="70"/>
                    <a:pt x="207" y="50"/>
                  </a:cubicBezTo>
                  <a:cubicBezTo>
                    <a:pt x="191" y="33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9"/>
            <p:cNvSpPr/>
            <p:nvPr/>
          </p:nvSpPr>
          <p:spPr>
            <a:xfrm>
              <a:off x="4053150" y="29856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7" y="0"/>
                  </a:moveTo>
                  <a:cubicBezTo>
                    <a:pt x="113" y="0"/>
                    <a:pt x="100" y="2"/>
                    <a:pt x="87" y="6"/>
                  </a:cubicBezTo>
                  <a:cubicBezTo>
                    <a:pt x="34" y="27"/>
                    <a:pt x="1" y="93"/>
                    <a:pt x="34" y="146"/>
                  </a:cubicBezTo>
                  <a:cubicBezTo>
                    <a:pt x="46" y="183"/>
                    <a:pt x="79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23" y="179"/>
                    <a:pt x="240" y="130"/>
                    <a:pt x="223" y="60"/>
                  </a:cubicBez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9"/>
            <p:cNvSpPr/>
            <p:nvPr/>
          </p:nvSpPr>
          <p:spPr>
            <a:xfrm>
              <a:off x="4055725" y="29720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4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cubicBezTo>
                    <a:pt x="17" y="158"/>
                    <a:pt x="17" y="158"/>
                    <a:pt x="34" y="174"/>
                  </a:cubicBezTo>
                  <a:cubicBezTo>
                    <a:pt x="50" y="191"/>
                    <a:pt x="71" y="207"/>
                    <a:pt x="104" y="207"/>
                  </a:cubicBezTo>
                  <a:cubicBezTo>
                    <a:pt x="111" y="209"/>
                    <a:pt x="117" y="210"/>
                    <a:pt x="124" y="210"/>
                  </a:cubicBezTo>
                  <a:cubicBezTo>
                    <a:pt x="167" y="210"/>
                    <a:pt x="209" y="167"/>
                    <a:pt x="223" y="120"/>
                  </a:cubicBezTo>
                  <a:cubicBezTo>
                    <a:pt x="223" y="104"/>
                    <a:pt x="207" y="71"/>
                    <a:pt x="190" y="54"/>
                  </a:cubicBezTo>
                  <a:cubicBezTo>
                    <a:pt x="174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9"/>
            <p:cNvSpPr/>
            <p:nvPr/>
          </p:nvSpPr>
          <p:spPr>
            <a:xfrm>
              <a:off x="4043675" y="2965075"/>
              <a:ext cx="5600" cy="5425"/>
            </a:xfrm>
            <a:custGeom>
              <a:avLst/>
              <a:gdLst/>
              <a:ahLst/>
              <a:cxnLst/>
              <a:rect l="l" t="t" r="r" b="b"/>
              <a:pathLst>
                <a:path w="224" h="217" extrusionOk="0">
                  <a:moveTo>
                    <a:pt x="96" y="1"/>
                  </a:moveTo>
                  <a:cubicBezTo>
                    <a:pt x="87" y="1"/>
                    <a:pt x="79" y="2"/>
                    <a:pt x="71" y="5"/>
                  </a:cubicBezTo>
                  <a:cubicBezTo>
                    <a:pt x="17" y="42"/>
                    <a:pt x="0" y="91"/>
                    <a:pt x="17" y="145"/>
                  </a:cubicBezTo>
                  <a:cubicBezTo>
                    <a:pt x="34" y="185"/>
                    <a:pt x="80" y="217"/>
                    <a:pt x="125" y="217"/>
                  </a:cubicBezTo>
                  <a:cubicBezTo>
                    <a:pt x="136" y="217"/>
                    <a:pt x="147" y="215"/>
                    <a:pt x="157" y="211"/>
                  </a:cubicBezTo>
                  <a:cubicBezTo>
                    <a:pt x="207" y="178"/>
                    <a:pt x="223" y="128"/>
                    <a:pt x="207" y="75"/>
                  </a:cubicBezTo>
                  <a:cubicBezTo>
                    <a:pt x="193" y="33"/>
                    <a:pt x="142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9"/>
            <p:cNvSpPr/>
            <p:nvPr/>
          </p:nvSpPr>
          <p:spPr>
            <a:xfrm>
              <a:off x="4029150" y="308072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03" y="0"/>
                  </a:moveTo>
                  <a:cubicBezTo>
                    <a:pt x="66" y="0"/>
                    <a:pt x="50" y="17"/>
                    <a:pt x="33" y="37"/>
                  </a:cubicBezTo>
                  <a:cubicBezTo>
                    <a:pt x="17" y="54"/>
                    <a:pt x="0" y="87"/>
                    <a:pt x="17" y="103"/>
                  </a:cubicBezTo>
                  <a:lnTo>
                    <a:pt x="17" y="141"/>
                  </a:lnTo>
                  <a:cubicBezTo>
                    <a:pt x="17" y="157"/>
                    <a:pt x="33" y="174"/>
                    <a:pt x="50" y="174"/>
                  </a:cubicBezTo>
                  <a:cubicBezTo>
                    <a:pt x="74" y="188"/>
                    <a:pt x="97" y="197"/>
                    <a:pt x="118" y="197"/>
                  </a:cubicBezTo>
                  <a:cubicBezTo>
                    <a:pt x="144" y="197"/>
                    <a:pt x="167" y="184"/>
                    <a:pt x="186" y="157"/>
                  </a:cubicBezTo>
                  <a:cubicBezTo>
                    <a:pt x="239" y="120"/>
                    <a:pt x="223" y="54"/>
                    <a:pt x="186" y="17"/>
                  </a:cubicBezTo>
                  <a:cubicBezTo>
                    <a:pt x="153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9"/>
            <p:cNvSpPr/>
            <p:nvPr/>
          </p:nvSpPr>
          <p:spPr>
            <a:xfrm>
              <a:off x="4031200" y="3050500"/>
              <a:ext cx="5700" cy="5400"/>
            </a:xfrm>
            <a:custGeom>
              <a:avLst/>
              <a:gdLst/>
              <a:ahLst/>
              <a:cxnLst/>
              <a:rect l="l" t="t" r="r" b="b"/>
              <a:pathLst>
                <a:path w="228" h="216" extrusionOk="0">
                  <a:moveTo>
                    <a:pt x="113" y="0"/>
                  </a:moveTo>
                  <a:cubicBezTo>
                    <a:pt x="85" y="0"/>
                    <a:pt x="56" y="13"/>
                    <a:pt x="38" y="43"/>
                  </a:cubicBezTo>
                  <a:cubicBezTo>
                    <a:pt x="21" y="59"/>
                    <a:pt x="1" y="92"/>
                    <a:pt x="1" y="113"/>
                  </a:cubicBezTo>
                  <a:cubicBezTo>
                    <a:pt x="21" y="129"/>
                    <a:pt x="21" y="129"/>
                    <a:pt x="21" y="146"/>
                  </a:cubicBezTo>
                  <a:cubicBezTo>
                    <a:pt x="21" y="162"/>
                    <a:pt x="38" y="179"/>
                    <a:pt x="54" y="179"/>
                  </a:cubicBezTo>
                  <a:cubicBezTo>
                    <a:pt x="71" y="195"/>
                    <a:pt x="104" y="216"/>
                    <a:pt x="124" y="216"/>
                  </a:cubicBezTo>
                  <a:cubicBezTo>
                    <a:pt x="157" y="195"/>
                    <a:pt x="174" y="195"/>
                    <a:pt x="190" y="162"/>
                  </a:cubicBezTo>
                  <a:cubicBezTo>
                    <a:pt x="207" y="146"/>
                    <a:pt x="227" y="129"/>
                    <a:pt x="227" y="92"/>
                  </a:cubicBezTo>
                  <a:cubicBezTo>
                    <a:pt x="207" y="59"/>
                    <a:pt x="207" y="43"/>
                    <a:pt x="174" y="26"/>
                  </a:cubicBezTo>
                  <a:cubicBezTo>
                    <a:pt x="159" y="9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9"/>
            <p:cNvSpPr/>
            <p:nvPr/>
          </p:nvSpPr>
          <p:spPr>
            <a:xfrm>
              <a:off x="4035950" y="311297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87" y="1"/>
                  </a:moveTo>
                  <a:cubicBezTo>
                    <a:pt x="70" y="1"/>
                    <a:pt x="37" y="17"/>
                    <a:pt x="17" y="34"/>
                  </a:cubicBezTo>
                  <a:cubicBezTo>
                    <a:pt x="0" y="50"/>
                    <a:pt x="0" y="87"/>
                    <a:pt x="0" y="120"/>
                  </a:cubicBezTo>
                  <a:lnTo>
                    <a:pt x="0" y="137"/>
                  </a:lnTo>
                  <a:cubicBezTo>
                    <a:pt x="17" y="153"/>
                    <a:pt x="17" y="170"/>
                    <a:pt x="37" y="191"/>
                  </a:cubicBezTo>
                  <a:cubicBezTo>
                    <a:pt x="56" y="203"/>
                    <a:pt x="77" y="208"/>
                    <a:pt x="99" y="208"/>
                  </a:cubicBezTo>
                  <a:cubicBezTo>
                    <a:pt x="134" y="208"/>
                    <a:pt x="169" y="193"/>
                    <a:pt x="190" y="170"/>
                  </a:cubicBezTo>
                  <a:cubicBezTo>
                    <a:pt x="206" y="137"/>
                    <a:pt x="206" y="120"/>
                    <a:pt x="206" y="87"/>
                  </a:cubicBezTo>
                  <a:cubicBezTo>
                    <a:pt x="206" y="67"/>
                    <a:pt x="190" y="34"/>
                    <a:pt x="173" y="17"/>
                  </a:cubicBezTo>
                  <a:cubicBezTo>
                    <a:pt x="140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9"/>
            <p:cNvSpPr/>
            <p:nvPr/>
          </p:nvSpPr>
          <p:spPr>
            <a:xfrm>
              <a:off x="4029150" y="3064750"/>
              <a:ext cx="5575" cy="5025"/>
            </a:xfrm>
            <a:custGeom>
              <a:avLst/>
              <a:gdLst/>
              <a:ahLst/>
              <a:cxnLst/>
              <a:rect l="l" t="t" r="r" b="b"/>
              <a:pathLst>
                <a:path w="223" h="201" extrusionOk="0">
                  <a:moveTo>
                    <a:pt x="93" y="0"/>
                  </a:moveTo>
                  <a:cubicBezTo>
                    <a:pt x="50" y="0"/>
                    <a:pt x="14" y="33"/>
                    <a:pt x="0" y="91"/>
                  </a:cubicBezTo>
                  <a:cubicBezTo>
                    <a:pt x="0" y="108"/>
                    <a:pt x="0" y="124"/>
                    <a:pt x="17" y="141"/>
                  </a:cubicBezTo>
                  <a:lnTo>
                    <a:pt x="17" y="161"/>
                  </a:lnTo>
                  <a:cubicBezTo>
                    <a:pt x="33" y="178"/>
                    <a:pt x="66" y="194"/>
                    <a:pt x="83" y="194"/>
                  </a:cubicBezTo>
                  <a:cubicBezTo>
                    <a:pt x="93" y="199"/>
                    <a:pt x="104" y="201"/>
                    <a:pt x="114" y="201"/>
                  </a:cubicBezTo>
                  <a:cubicBezTo>
                    <a:pt x="138" y="201"/>
                    <a:pt x="158" y="189"/>
                    <a:pt x="169" y="178"/>
                  </a:cubicBezTo>
                  <a:cubicBezTo>
                    <a:pt x="186" y="161"/>
                    <a:pt x="206" y="141"/>
                    <a:pt x="206" y="108"/>
                  </a:cubicBezTo>
                  <a:cubicBezTo>
                    <a:pt x="223" y="91"/>
                    <a:pt x="206" y="58"/>
                    <a:pt x="186" y="37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1" y="2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9"/>
            <p:cNvSpPr/>
            <p:nvPr/>
          </p:nvSpPr>
          <p:spPr>
            <a:xfrm>
              <a:off x="4033375" y="30365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40" y="1"/>
                  </a:moveTo>
                  <a:cubicBezTo>
                    <a:pt x="103" y="1"/>
                    <a:pt x="70" y="1"/>
                    <a:pt x="54" y="17"/>
                  </a:cubicBezTo>
                  <a:cubicBezTo>
                    <a:pt x="37" y="34"/>
                    <a:pt x="17" y="71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17" y="157"/>
                    <a:pt x="17" y="157"/>
                    <a:pt x="37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0" y="209"/>
                    <a:pt x="117" y="210"/>
                    <a:pt x="124" y="210"/>
                  </a:cubicBezTo>
                  <a:cubicBezTo>
                    <a:pt x="169" y="210"/>
                    <a:pt x="209" y="167"/>
                    <a:pt x="223" y="120"/>
                  </a:cubicBezTo>
                  <a:cubicBezTo>
                    <a:pt x="223" y="104"/>
                    <a:pt x="223" y="71"/>
                    <a:pt x="206" y="54"/>
                  </a:cubicBezTo>
                  <a:cubicBezTo>
                    <a:pt x="190" y="17"/>
                    <a:pt x="157" y="17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9"/>
            <p:cNvSpPr/>
            <p:nvPr/>
          </p:nvSpPr>
          <p:spPr>
            <a:xfrm>
              <a:off x="4043250" y="305795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1" y="0"/>
                  </a:moveTo>
                  <a:cubicBezTo>
                    <a:pt x="55" y="0"/>
                    <a:pt x="1" y="37"/>
                    <a:pt x="1" y="87"/>
                  </a:cubicBezTo>
                  <a:lnTo>
                    <a:pt x="1" y="140"/>
                  </a:lnTo>
                  <a:cubicBezTo>
                    <a:pt x="1" y="157"/>
                    <a:pt x="17" y="157"/>
                    <a:pt x="17" y="173"/>
                  </a:cubicBezTo>
                  <a:cubicBezTo>
                    <a:pt x="34" y="190"/>
                    <a:pt x="55" y="206"/>
                    <a:pt x="88" y="206"/>
                  </a:cubicBezTo>
                  <a:cubicBezTo>
                    <a:pt x="137" y="206"/>
                    <a:pt x="191" y="173"/>
                    <a:pt x="207" y="124"/>
                  </a:cubicBezTo>
                  <a:cubicBezTo>
                    <a:pt x="207" y="87"/>
                    <a:pt x="207" y="70"/>
                    <a:pt x="191" y="54"/>
                  </a:cubicBezTo>
                  <a:cubicBezTo>
                    <a:pt x="174" y="21"/>
                    <a:pt x="137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9"/>
            <p:cNvSpPr/>
            <p:nvPr/>
          </p:nvSpPr>
          <p:spPr>
            <a:xfrm>
              <a:off x="4041500" y="3072000"/>
              <a:ext cx="5700" cy="5350"/>
            </a:xfrm>
            <a:custGeom>
              <a:avLst/>
              <a:gdLst/>
              <a:ahLst/>
              <a:cxnLst/>
              <a:rect l="l" t="t" r="r" b="b"/>
              <a:pathLst>
                <a:path w="228" h="214" extrusionOk="0">
                  <a:moveTo>
                    <a:pt x="104" y="0"/>
                  </a:moveTo>
                  <a:cubicBezTo>
                    <a:pt x="86" y="0"/>
                    <a:pt x="66" y="12"/>
                    <a:pt x="54" y="24"/>
                  </a:cubicBezTo>
                  <a:cubicBezTo>
                    <a:pt x="21" y="40"/>
                    <a:pt x="1" y="57"/>
                    <a:pt x="1" y="94"/>
                  </a:cubicBezTo>
                  <a:cubicBezTo>
                    <a:pt x="1" y="110"/>
                    <a:pt x="1" y="127"/>
                    <a:pt x="21" y="143"/>
                  </a:cubicBezTo>
                  <a:lnTo>
                    <a:pt x="21" y="160"/>
                  </a:lnTo>
                  <a:cubicBezTo>
                    <a:pt x="38" y="180"/>
                    <a:pt x="71" y="197"/>
                    <a:pt x="87" y="213"/>
                  </a:cubicBezTo>
                  <a:cubicBezTo>
                    <a:pt x="158" y="213"/>
                    <a:pt x="207" y="180"/>
                    <a:pt x="207" y="127"/>
                  </a:cubicBezTo>
                  <a:cubicBezTo>
                    <a:pt x="228" y="94"/>
                    <a:pt x="207" y="57"/>
                    <a:pt x="191" y="40"/>
                  </a:cubicBezTo>
                  <a:cubicBezTo>
                    <a:pt x="174" y="24"/>
                    <a:pt x="158" y="7"/>
                    <a:pt x="125" y="7"/>
                  </a:cubicBezTo>
                  <a:cubicBezTo>
                    <a:pt x="119" y="2"/>
                    <a:pt x="11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9"/>
            <p:cNvSpPr/>
            <p:nvPr/>
          </p:nvSpPr>
          <p:spPr>
            <a:xfrm>
              <a:off x="4039450" y="30883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0" y="1"/>
                  </a:moveTo>
                  <a:cubicBezTo>
                    <a:pt x="54" y="1"/>
                    <a:pt x="15" y="47"/>
                    <a:pt x="0" y="90"/>
                  </a:cubicBezTo>
                  <a:lnTo>
                    <a:pt x="0" y="144"/>
                  </a:lnTo>
                  <a:lnTo>
                    <a:pt x="17" y="160"/>
                  </a:lnTo>
                  <a:cubicBezTo>
                    <a:pt x="33" y="193"/>
                    <a:pt x="66" y="210"/>
                    <a:pt x="83" y="210"/>
                  </a:cubicBezTo>
                  <a:cubicBezTo>
                    <a:pt x="120" y="210"/>
                    <a:pt x="136" y="210"/>
                    <a:pt x="169" y="193"/>
                  </a:cubicBezTo>
                  <a:cubicBezTo>
                    <a:pt x="186" y="177"/>
                    <a:pt x="207" y="144"/>
                    <a:pt x="207" y="123"/>
                  </a:cubicBezTo>
                  <a:cubicBezTo>
                    <a:pt x="207" y="90"/>
                    <a:pt x="207" y="74"/>
                    <a:pt x="186" y="41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3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9"/>
            <p:cNvSpPr/>
            <p:nvPr/>
          </p:nvSpPr>
          <p:spPr>
            <a:xfrm>
              <a:off x="4035950" y="30997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31" y="0"/>
                  </a:moveTo>
                  <a:cubicBezTo>
                    <a:pt x="117" y="0"/>
                    <a:pt x="102" y="5"/>
                    <a:pt x="87" y="15"/>
                  </a:cubicBezTo>
                  <a:cubicBezTo>
                    <a:pt x="37" y="32"/>
                    <a:pt x="0" y="81"/>
                    <a:pt x="17" y="135"/>
                  </a:cubicBezTo>
                  <a:cubicBezTo>
                    <a:pt x="37" y="152"/>
                    <a:pt x="37" y="168"/>
                    <a:pt x="54" y="185"/>
                  </a:cubicBezTo>
                  <a:cubicBezTo>
                    <a:pt x="77" y="199"/>
                    <a:pt x="101" y="212"/>
                    <a:pt x="126" y="212"/>
                  </a:cubicBezTo>
                  <a:cubicBezTo>
                    <a:pt x="136" y="212"/>
                    <a:pt x="146" y="210"/>
                    <a:pt x="157" y="205"/>
                  </a:cubicBezTo>
                  <a:cubicBezTo>
                    <a:pt x="190" y="185"/>
                    <a:pt x="223" y="152"/>
                    <a:pt x="223" y="119"/>
                  </a:cubicBezTo>
                  <a:lnTo>
                    <a:pt x="223" y="65"/>
                  </a:lnTo>
                  <a:cubicBezTo>
                    <a:pt x="199" y="30"/>
                    <a:pt x="167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9"/>
            <p:cNvSpPr/>
            <p:nvPr/>
          </p:nvSpPr>
          <p:spPr>
            <a:xfrm>
              <a:off x="4089225" y="30009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9" y="0"/>
                  </a:moveTo>
                  <a:cubicBezTo>
                    <a:pt x="115" y="0"/>
                    <a:pt x="101" y="5"/>
                    <a:pt x="87" y="14"/>
                  </a:cubicBezTo>
                  <a:cubicBezTo>
                    <a:pt x="17" y="34"/>
                    <a:pt x="1" y="84"/>
                    <a:pt x="17" y="137"/>
                  </a:cubicBezTo>
                  <a:cubicBezTo>
                    <a:pt x="17" y="154"/>
                    <a:pt x="34" y="170"/>
                    <a:pt x="50" y="187"/>
                  </a:cubicBezTo>
                  <a:cubicBezTo>
                    <a:pt x="65" y="198"/>
                    <a:pt x="94" y="210"/>
                    <a:pt x="121" y="210"/>
                  </a:cubicBezTo>
                  <a:cubicBezTo>
                    <a:pt x="133" y="210"/>
                    <a:pt x="144" y="208"/>
                    <a:pt x="153" y="203"/>
                  </a:cubicBezTo>
                  <a:cubicBezTo>
                    <a:pt x="190" y="187"/>
                    <a:pt x="223" y="154"/>
                    <a:pt x="223" y="117"/>
                  </a:cubicBezTo>
                  <a:lnTo>
                    <a:pt x="223" y="67"/>
                  </a:lnTo>
                  <a:cubicBezTo>
                    <a:pt x="200" y="28"/>
                    <a:pt x="165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9"/>
            <p:cNvSpPr/>
            <p:nvPr/>
          </p:nvSpPr>
          <p:spPr>
            <a:xfrm>
              <a:off x="4096150" y="295920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36" y="0"/>
                  </a:moveTo>
                  <a:cubicBezTo>
                    <a:pt x="66" y="0"/>
                    <a:pt x="17" y="33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17" y="157"/>
                    <a:pt x="17" y="157"/>
                    <a:pt x="33" y="174"/>
                  </a:cubicBezTo>
                  <a:cubicBezTo>
                    <a:pt x="49" y="190"/>
                    <a:pt x="66" y="207"/>
                    <a:pt x="103" y="207"/>
                  </a:cubicBezTo>
                  <a:cubicBezTo>
                    <a:pt x="153" y="207"/>
                    <a:pt x="206" y="174"/>
                    <a:pt x="223" y="120"/>
                  </a:cubicBezTo>
                  <a:cubicBezTo>
                    <a:pt x="223" y="87"/>
                    <a:pt x="223" y="71"/>
                    <a:pt x="206" y="33"/>
                  </a:cubicBezTo>
                  <a:cubicBezTo>
                    <a:pt x="186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9"/>
            <p:cNvSpPr/>
            <p:nvPr/>
          </p:nvSpPr>
          <p:spPr>
            <a:xfrm>
              <a:off x="4094800" y="2973200"/>
              <a:ext cx="5175" cy="5400"/>
            </a:xfrm>
            <a:custGeom>
              <a:avLst/>
              <a:gdLst/>
              <a:ahLst/>
              <a:cxnLst/>
              <a:rect l="l" t="t" r="r" b="b"/>
              <a:pathLst>
                <a:path w="207" h="216" extrusionOk="0">
                  <a:moveTo>
                    <a:pt x="94" y="1"/>
                  </a:moveTo>
                  <a:cubicBezTo>
                    <a:pt x="75" y="1"/>
                    <a:pt x="59" y="14"/>
                    <a:pt x="33" y="26"/>
                  </a:cubicBezTo>
                  <a:cubicBezTo>
                    <a:pt x="17" y="42"/>
                    <a:pt x="0" y="59"/>
                    <a:pt x="0" y="92"/>
                  </a:cubicBezTo>
                  <a:lnTo>
                    <a:pt x="0" y="146"/>
                  </a:lnTo>
                  <a:cubicBezTo>
                    <a:pt x="17" y="146"/>
                    <a:pt x="17" y="162"/>
                    <a:pt x="17" y="162"/>
                  </a:cubicBezTo>
                  <a:cubicBezTo>
                    <a:pt x="33" y="178"/>
                    <a:pt x="71" y="195"/>
                    <a:pt x="87" y="216"/>
                  </a:cubicBezTo>
                  <a:cubicBezTo>
                    <a:pt x="136" y="216"/>
                    <a:pt x="207" y="178"/>
                    <a:pt x="207" y="113"/>
                  </a:cubicBezTo>
                  <a:cubicBezTo>
                    <a:pt x="207" y="92"/>
                    <a:pt x="207" y="59"/>
                    <a:pt x="190" y="42"/>
                  </a:cubicBezTo>
                  <a:cubicBezTo>
                    <a:pt x="174" y="26"/>
                    <a:pt x="157" y="9"/>
                    <a:pt x="120" y="9"/>
                  </a:cubicBezTo>
                  <a:cubicBezTo>
                    <a:pt x="110" y="3"/>
                    <a:pt x="102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9"/>
            <p:cNvSpPr/>
            <p:nvPr/>
          </p:nvSpPr>
          <p:spPr>
            <a:xfrm>
              <a:off x="4097775" y="2943325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1" y="1"/>
                  </a:moveTo>
                  <a:cubicBezTo>
                    <a:pt x="88" y="1"/>
                    <a:pt x="55" y="1"/>
                    <a:pt x="38" y="34"/>
                  </a:cubicBezTo>
                  <a:cubicBezTo>
                    <a:pt x="17" y="34"/>
                    <a:pt x="1" y="71"/>
                    <a:pt x="1" y="87"/>
                  </a:cubicBezTo>
                  <a:lnTo>
                    <a:pt x="1" y="137"/>
                  </a:lnTo>
                  <a:cubicBezTo>
                    <a:pt x="17" y="174"/>
                    <a:pt x="55" y="190"/>
                    <a:pt x="88" y="207"/>
                  </a:cubicBezTo>
                  <a:lnTo>
                    <a:pt x="104" y="207"/>
                  </a:lnTo>
                  <a:cubicBezTo>
                    <a:pt x="158" y="207"/>
                    <a:pt x="207" y="174"/>
                    <a:pt x="207" y="120"/>
                  </a:cubicBezTo>
                  <a:cubicBezTo>
                    <a:pt x="207" y="87"/>
                    <a:pt x="207" y="71"/>
                    <a:pt x="191" y="34"/>
                  </a:cubicBezTo>
                  <a:cubicBezTo>
                    <a:pt x="174" y="17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9"/>
            <p:cNvSpPr/>
            <p:nvPr/>
          </p:nvSpPr>
          <p:spPr>
            <a:xfrm>
              <a:off x="4075000" y="3021450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25" y="1"/>
                  </a:moveTo>
                  <a:cubicBezTo>
                    <a:pt x="71" y="1"/>
                    <a:pt x="21" y="38"/>
                    <a:pt x="1" y="87"/>
                  </a:cubicBezTo>
                  <a:cubicBezTo>
                    <a:pt x="1" y="104"/>
                    <a:pt x="1" y="120"/>
                    <a:pt x="21" y="141"/>
                  </a:cubicBezTo>
                  <a:lnTo>
                    <a:pt x="21" y="174"/>
                  </a:lnTo>
                  <a:cubicBezTo>
                    <a:pt x="38" y="190"/>
                    <a:pt x="71" y="207"/>
                    <a:pt x="87" y="207"/>
                  </a:cubicBezTo>
                  <a:cubicBezTo>
                    <a:pt x="97" y="209"/>
                    <a:pt x="106" y="210"/>
                    <a:pt x="114" y="210"/>
                  </a:cubicBezTo>
                  <a:cubicBezTo>
                    <a:pt x="170" y="210"/>
                    <a:pt x="207" y="167"/>
                    <a:pt x="207" y="120"/>
                  </a:cubicBezTo>
                  <a:cubicBezTo>
                    <a:pt x="228" y="87"/>
                    <a:pt x="207" y="71"/>
                    <a:pt x="190" y="54"/>
                  </a:cubicBezTo>
                  <a:cubicBezTo>
                    <a:pt x="174" y="17"/>
                    <a:pt x="157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9"/>
            <p:cNvSpPr/>
            <p:nvPr/>
          </p:nvSpPr>
          <p:spPr>
            <a:xfrm>
              <a:off x="4092625" y="29896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0" y="1"/>
                  </a:moveTo>
                  <a:cubicBezTo>
                    <a:pt x="57" y="1"/>
                    <a:pt x="15" y="44"/>
                    <a:pt x="1" y="90"/>
                  </a:cubicBezTo>
                  <a:lnTo>
                    <a:pt x="1" y="140"/>
                  </a:lnTo>
                  <a:lnTo>
                    <a:pt x="17" y="156"/>
                  </a:lnTo>
                  <a:cubicBezTo>
                    <a:pt x="38" y="194"/>
                    <a:pt x="54" y="210"/>
                    <a:pt x="87" y="210"/>
                  </a:cubicBezTo>
                  <a:cubicBezTo>
                    <a:pt x="120" y="210"/>
                    <a:pt x="141" y="210"/>
                    <a:pt x="174" y="194"/>
                  </a:cubicBezTo>
                  <a:cubicBezTo>
                    <a:pt x="190" y="177"/>
                    <a:pt x="207" y="140"/>
                    <a:pt x="207" y="123"/>
                  </a:cubicBezTo>
                  <a:cubicBezTo>
                    <a:pt x="207" y="90"/>
                    <a:pt x="207" y="74"/>
                    <a:pt x="190" y="37"/>
                  </a:cubicBezTo>
                  <a:cubicBezTo>
                    <a:pt x="174" y="20"/>
                    <a:pt x="158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9"/>
            <p:cNvSpPr/>
            <p:nvPr/>
          </p:nvSpPr>
          <p:spPr>
            <a:xfrm>
              <a:off x="4015750" y="3070700"/>
              <a:ext cx="5175" cy="5050"/>
            </a:xfrm>
            <a:custGeom>
              <a:avLst/>
              <a:gdLst/>
              <a:ahLst/>
              <a:cxnLst/>
              <a:rect l="l" t="t" r="r" b="b"/>
              <a:pathLst>
                <a:path w="207" h="202" extrusionOk="0">
                  <a:moveTo>
                    <a:pt x="99" y="0"/>
                  </a:moveTo>
                  <a:cubicBezTo>
                    <a:pt x="68" y="0"/>
                    <a:pt x="39" y="13"/>
                    <a:pt x="21" y="43"/>
                  </a:cubicBezTo>
                  <a:cubicBezTo>
                    <a:pt x="0" y="59"/>
                    <a:pt x="0" y="92"/>
                    <a:pt x="0" y="109"/>
                  </a:cubicBezTo>
                  <a:lnTo>
                    <a:pt x="0" y="146"/>
                  </a:lnTo>
                  <a:cubicBezTo>
                    <a:pt x="21" y="162"/>
                    <a:pt x="21" y="179"/>
                    <a:pt x="37" y="179"/>
                  </a:cubicBezTo>
                  <a:cubicBezTo>
                    <a:pt x="59" y="194"/>
                    <a:pt x="86" y="202"/>
                    <a:pt x="111" y="202"/>
                  </a:cubicBezTo>
                  <a:cubicBezTo>
                    <a:pt x="142" y="202"/>
                    <a:pt x="172" y="190"/>
                    <a:pt x="190" y="162"/>
                  </a:cubicBezTo>
                  <a:cubicBezTo>
                    <a:pt x="206" y="146"/>
                    <a:pt x="206" y="129"/>
                    <a:pt x="206" y="92"/>
                  </a:cubicBezTo>
                  <a:cubicBezTo>
                    <a:pt x="206" y="59"/>
                    <a:pt x="190" y="43"/>
                    <a:pt x="173" y="26"/>
                  </a:cubicBezTo>
                  <a:cubicBezTo>
                    <a:pt x="151" y="9"/>
                    <a:pt x="124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9"/>
            <p:cNvSpPr/>
            <p:nvPr/>
          </p:nvSpPr>
          <p:spPr>
            <a:xfrm>
              <a:off x="4019250" y="30567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66" y="1"/>
                    <a:pt x="17" y="34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3" y="190"/>
                    <a:pt x="66" y="207"/>
                    <a:pt x="87" y="207"/>
                  </a:cubicBezTo>
                  <a:cubicBezTo>
                    <a:pt x="120" y="207"/>
                    <a:pt x="136" y="207"/>
                    <a:pt x="169" y="190"/>
                  </a:cubicBezTo>
                  <a:cubicBezTo>
                    <a:pt x="190" y="174"/>
                    <a:pt x="206" y="153"/>
                    <a:pt x="206" y="120"/>
                  </a:cubicBezTo>
                  <a:cubicBezTo>
                    <a:pt x="206" y="87"/>
                    <a:pt x="206" y="71"/>
                    <a:pt x="190" y="34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9"/>
            <p:cNvSpPr/>
            <p:nvPr/>
          </p:nvSpPr>
          <p:spPr>
            <a:xfrm>
              <a:off x="4046675" y="3030375"/>
              <a:ext cx="5675" cy="5075"/>
            </a:xfrm>
            <a:custGeom>
              <a:avLst/>
              <a:gdLst/>
              <a:ahLst/>
              <a:cxnLst/>
              <a:rect l="l" t="t" r="r" b="b"/>
              <a:pathLst>
                <a:path w="227" h="203" extrusionOk="0">
                  <a:moveTo>
                    <a:pt x="113" y="0"/>
                  </a:moveTo>
                  <a:cubicBezTo>
                    <a:pt x="85" y="0"/>
                    <a:pt x="55" y="12"/>
                    <a:pt x="37" y="40"/>
                  </a:cubicBezTo>
                  <a:cubicBezTo>
                    <a:pt x="21" y="56"/>
                    <a:pt x="0" y="93"/>
                    <a:pt x="21" y="110"/>
                  </a:cubicBezTo>
                  <a:lnTo>
                    <a:pt x="21" y="143"/>
                  </a:lnTo>
                  <a:cubicBezTo>
                    <a:pt x="21" y="159"/>
                    <a:pt x="37" y="176"/>
                    <a:pt x="54" y="176"/>
                  </a:cubicBezTo>
                  <a:cubicBezTo>
                    <a:pt x="65" y="190"/>
                    <a:pt x="86" y="203"/>
                    <a:pt x="104" y="203"/>
                  </a:cubicBezTo>
                  <a:cubicBezTo>
                    <a:pt x="111" y="203"/>
                    <a:pt x="118" y="201"/>
                    <a:pt x="124" y="196"/>
                  </a:cubicBezTo>
                  <a:cubicBezTo>
                    <a:pt x="157" y="196"/>
                    <a:pt x="173" y="196"/>
                    <a:pt x="190" y="159"/>
                  </a:cubicBezTo>
                  <a:cubicBezTo>
                    <a:pt x="206" y="143"/>
                    <a:pt x="227" y="110"/>
                    <a:pt x="227" y="93"/>
                  </a:cubicBezTo>
                  <a:cubicBezTo>
                    <a:pt x="227" y="56"/>
                    <a:pt x="206" y="40"/>
                    <a:pt x="173" y="23"/>
                  </a:cubicBezTo>
                  <a:cubicBezTo>
                    <a:pt x="158" y="8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9"/>
            <p:cNvSpPr/>
            <p:nvPr/>
          </p:nvSpPr>
          <p:spPr>
            <a:xfrm>
              <a:off x="4024400" y="30923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87" y="0"/>
                    <a:pt x="50" y="17"/>
                    <a:pt x="33" y="17"/>
                  </a:cubicBezTo>
                  <a:cubicBezTo>
                    <a:pt x="17" y="33"/>
                    <a:pt x="0" y="66"/>
                    <a:pt x="0" y="87"/>
                  </a:cubicBezTo>
                  <a:lnTo>
                    <a:pt x="0" y="136"/>
                  </a:lnTo>
                  <a:cubicBezTo>
                    <a:pt x="0" y="153"/>
                    <a:pt x="0" y="153"/>
                    <a:pt x="17" y="169"/>
                  </a:cubicBezTo>
                  <a:cubicBezTo>
                    <a:pt x="33" y="190"/>
                    <a:pt x="50" y="206"/>
                    <a:pt x="87" y="206"/>
                  </a:cubicBezTo>
                  <a:cubicBezTo>
                    <a:pt x="95" y="209"/>
                    <a:pt x="104" y="211"/>
                    <a:pt x="112" y="211"/>
                  </a:cubicBezTo>
                  <a:cubicBezTo>
                    <a:pt x="154" y="211"/>
                    <a:pt x="193" y="178"/>
                    <a:pt x="207" y="120"/>
                  </a:cubicBezTo>
                  <a:cubicBezTo>
                    <a:pt x="207" y="103"/>
                    <a:pt x="207" y="66"/>
                    <a:pt x="190" y="50"/>
                  </a:cubicBezTo>
                  <a:cubicBezTo>
                    <a:pt x="170" y="17"/>
                    <a:pt x="13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9"/>
            <p:cNvSpPr/>
            <p:nvPr/>
          </p:nvSpPr>
          <p:spPr>
            <a:xfrm>
              <a:off x="4055325" y="306742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1"/>
                  </a:moveTo>
                  <a:cubicBezTo>
                    <a:pt x="87" y="1"/>
                    <a:pt x="33" y="34"/>
                    <a:pt x="17" y="71"/>
                  </a:cubicBezTo>
                  <a:lnTo>
                    <a:pt x="17" y="104"/>
                  </a:lnTo>
                  <a:cubicBezTo>
                    <a:pt x="0" y="120"/>
                    <a:pt x="17" y="137"/>
                    <a:pt x="17" y="157"/>
                  </a:cubicBezTo>
                  <a:cubicBezTo>
                    <a:pt x="33" y="174"/>
                    <a:pt x="50" y="190"/>
                    <a:pt x="66" y="207"/>
                  </a:cubicBezTo>
                  <a:lnTo>
                    <a:pt x="103" y="207"/>
                  </a:lnTo>
                  <a:cubicBezTo>
                    <a:pt x="112" y="209"/>
                    <a:pt x="120" y="211"/>
                    <a:pt x="129" y="211"/>
                  </a:cubicBezTo>
                  <a:cubicBezTo>
                    <a:pt x="170" y="211"/>
                    <a:pt x="209" y="178"/>
                    <a:pt x="223" y="120"/>
                  </a:cubicBezTo>
                  <a:cubicBezTo>
                    <a:pt x="223" y="104"/>
                    <a:pt x="223" y="71"/>
                    <a:pt x="206" y="54"/>
                  </a:cubicBezTo>
                  <a:cubicBezTo>
                    <a:pt x="190" y="34"/>
                    <a:pt x="153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9"/>
            <p:cNvSpPr/>
            <p:nvPr/>
          </p:nvSpPr>
          <p:spPr>
            <a:xfrm>
              <a:off x="4056150" y="3132675"/>
              <a:ext cx="5175" cy="5400"/>
            </a:xfrm>
            <a:custGeom>
              <a:avLst/>
              <a:gdLst/>
              <a:ahLst/>
              <a:cxnLst/>
              <a:rect l="l" t="t" r="r" b="b"/>
              <a:pathLst>
                <a:path w="207" h="216" extrusionOk="0">
                  <a:moveTo>
                    <a:pt x="120" y="0"/>
                  </a:moveTo>
                  <a:cubicBezTo>
                    <a:pt x="70" y="0"/>
                    <a:pt x="0" y="37"/>
                    <a:pt x="0" y="87"/>
                  </a:cubicBezTo>
                  <a:lnTo>
                    <a:pt x="0" y="157"/>
                  </a:lnTo>
                  <a:lnTo>
                    <a:pt x="17" y="173"/>
                  </a:lnTo>
                  <a:cubicBezTo>
                    <a:pt x="33" y="190"/>
                    <a:pt x="54" y="206"/>
                    <a:pt x="87" y="206"/>
                  </a:cubicBezTo>
                  <a:cubicBezTo>
                    <a:pt x="97" y="213"/>
                    <a:pt x="105" y="215"/>
                    <a:pt x="113" y="215"/>
                  </a:cubicBezTo>
                  <a:cubicBezTo>
                    <a:pt x="132" y="215"/>
                    <a:pt x="147" y="202"/>
                    <a:pt x="173" y="190"/>
                  </a:cubicBezTo>
                  <a:cubicBezTo>
                    <a:pt x="190" y="173"/>
                    <a:pt x="206" y="157"/>
                    <a:pt x="206" y="124"/>
                  </a:cubicBezTo>
                  <a:cubicBezTo>
                    <a:pt x="206" y="103"/>
                    <a:pt x="206" y="70"/>
                    <a:pt x="190" y="54"/>
                  </a:cubicBezTo>
                  <a:cubicBezTo>
                    <a:pt x="173" y="37"/>
                    <a:pt x="157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9"/>
            <p:cNvSpPr/>
            <p:nvPr/>
          </p:nvSpPr>
          <p:spPr>
            <a:xfrm>
              <a:off x="4055725" y="30532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3" y="0"/>
                  </a:moveTo>
                  <a:cubicBezTo>
                    <a:pt x="91" y="0"/>
                    <a:pt x="57" y="16"/>
                    <a:pt x="34" y="37"/>
                  </a:cubicBezTo>
                  <a:cubicBezTo>
                    <a:pt x="17" y="53"/>
                    <a:pt x="1" y="86"/>
                    <a:pt x="1" y="123"/>
                  </a:cubicBezTo>
                  <a:cubicBezTo>
                    <a:pt x="1" y="123"/>
                    <a:pt x="1" y="140"/>
                    <a:pt x="17" y="140"/>
                  </a:cubicBezTo>
                  <a:cubicBezTo>
                    <a:pt x="17" y="156"/>
                    <a:pt x="34" y="173"/>
                    <a:pt x="50" y="189"/>
                  </a:cubicBezTo>
                  <a:cubicBezTo>
                    <a:pt x="65" y="204"/>
                    <a:pt x="84" y="210"/>
                    <a:pt x="104" y="210"/>
                  </a:cubicBezTo>
                  <a:cubicBezTo>
                    <a:pt x="135" y="210"/>
                    <a:pt x="168" y="195"/>
                    <a:pt x="190" y="173"/>
                  </a:cubicBezTo>
                  <a:cubicBezTo>
                    <a:pt x="207" y="140"/>
                    <a:pt x="223" y="123"/>
                    <a:pt x="207" y="86"/>
                  </a:cubicBezTo>
                  <a:cubicBezTo>
                    <a:pt x="207" y="70"/>
                    <a:pt x="190" y="37"/>
                    <a:pt x="174" y="20"/>
                  </a:cubicBezTo>
                  <a:cubicBezTo>
                    <a:pt x="160" y="6"/>
                    <a:pt x="142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9"/>
            <p:cNvSpPr/>
            <p:nvPr/>
          </p:nvSpPr>
          <p:spPr>
            <a:xfrm>
              <a:off x="4057900" y="3040275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6" y="1"/>
                  </a:moveTo>
                  <a:cubicBezTo>
                    <a:pt x="106" y="1"/>
                    <a:pt x="97" y="2"/>
                    <a:pt x="87" y="6"/>
                  </a:cubicBezTo>
                  <a:cubicBezTo>
                    <a:pt x="17" y="39"/>
                    <a:pt x="0" y="89"/>
                    <a:pt x="17" y="142"/>
                  </a:cubicBezTo>
                  <a:cubicBezTo>
                    <a:pt x="31" y="184"/>
                    <a:pt x="82" y="216"/>
                    <a:pt x="127" y="216"/>
                  </a:cubicBezTo>
                  <a:cubicBezTo>
                    <a:pt x="136" y="216"/>
                    <a:pt x="145" y="215"/>
                    <a:pt x="153" y="212"/>
                  </a:cubicBezTo>
                  <a:cubicBezTo>
                    <a:pt x="207" y="175"/>
                    <a:pt x="240" y="126"/>
                    <a:pt x="207" y="72"/>
                  </a:cubicBezTo>
                  <a:cubicBezTo>
                    <a:pt x="193" y="32"/>
                    <a:pt x="156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9"/>
            <p:cNvSpPr/>
            <p:nvPr/>
          </p:nvSpPr>
          <p:spPr>
            <a:xfrm>
              <a:off x="4058300" y="3118800"/>
              <a:ext cx="5200" cy="5100"/>
            </a:xfrm>
            <a:custGeom>
              <a:avLst/>
              <a:gdLst/>
              <a:ahLst/>
              <a:cxnLst/>
              <a:rect l="l" t="t" r="r" b="b"/>
              <a:pathLst>
                <a:path w="208" h="204" extrusionOk="0">
                  <a:moveTo>
                    <a:pt x="104" y="0"/>
                  </a:moveTo>
                  <a:cubicBezTo>
                    <a:pt x="75" y="0"/>
                    <a:pt x="47" y="13"/>
                    <a:pt x="17" y="40"/>
                  </a:cubicBezTo>
                  <a:cubicBezTo>
                    <a:pt x="1" y="61"/>
                    <a:pt x="1" y="94"/>
                    <a:pt x="1" y="110"/>
                  </a:cubicBezTo>
                  <a:cubicBezTo>
                    <a:pt x="1" y="127"/>
                    <a:pt x="1" y="127"/>
                    <a:pt x="17" y="143"/>
                  </a:cubicBezTo>
                  <a:cubicBezTo>
                    <a:pt x="17" y="164"/>
                    <a:pt x="34" y="180"/>
                    <a:pt x="34" y="180"/>
                  </a:cubicBezTo>
                  <a:cubicBezTo>
                    <a:pt x="60" y="192"/>
                    <a:pt x="76" y="203"/>
                    <a:pt x="95" y="203"/>
                  </a:cubicBezTo>
                  <a:cubicBezTo>
                    <a:pt x="103" y="203"/>
                    <a:pt x="111" y="201"/>
                    <a:pt x="120" y="197"/>
                  </a:cubicBezTo>
                  <a:cubicBezTo>
                    <a:pt x="137" y="197"/>
                    <a:pt x="174" y="197"/>
                    <a:pt x="191" y="164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61"/>
                    <a:pt x="191" y="40"/>
                    <a:pt x="174" y="23"/>
                  </a:cubicBezTo>
                  <a:cubicBezTo>
                    <a:pt x="150" y="9"/>
                    <a:pt x="127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9"/>
            <p:cNvSpPr/>
            <p:nvPr/>
          </p:nvSpPr>
          <p:spPr>
            <a:xfrm>
              <a:off x="4065225" y="30781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3" y="0"/>
                    <a:pt x="66" y="0"/>
                    <a:pt x="33" y="17"/>
                  </a:cubicBezTo>
                  <a:cubicBezTo>
                    <a:pt x="17" y="37"/>
                    <a:pt x="0" y="54"/>
                    <a:pt x="0" y="87"/>
                  </a:cubicBezTo>
                  <a:lnTo>
                    <a:pt x="0" y="140"/>
                  </a:lnTo>
                  <a:lnTo>
                    <a:pt x="17" y="157"/>
                  </a:lnTo>
                  <a:cubicBezTo>
                    <a:pt x="33" y="190"/>
                    <a:pt x="66" y="206"/>
                    <a:pt x="83" y="206"/>
                  </a:cubicBezTo>
                  <a:cubicBezTo>
                    <a:pt x="136" y="206"/>
                    <a:pt x="206" y="173"/>
                    <a:pt x="206" y="120"/>
                  </a:cubicBezTo>
                  <a:cubicBezTo>
                    <a:pt x="206" y="87"/>
                    <a:pt x="206" y="70"/>
                    <a:pt x="186" y="37"/>
                  </a:cubicBezTo>
                  <a:cubicBezTo>
                    <a:pt x="169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9"/>
            <p:cNvSpPr/>
            <p:nvPr/>
          </p:nvSpPr>
          <p:spPr>
            <a:xfrm>
              <a:off x="4048425" y="301655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24" y="1"/>
                  </a:moveTo>
                  <a:cubicBezTo>
                    <a:pt x="111" y="1"/>
                    <a:pt x="99" y="3"/>
                    <a:pt x="87" y="7"/>
                  </a:cubicBezTo>
                  <a:cubicBezTo>
                    <a:pt x="33" y="28"/>
                    <a:pt x="0" y="94"/>
                    <a:pt x="17" y="147"/>
                  </a:cubicBezTo>
                  <a:cubicBezTo>
                    <a:pt x="33" y="164"/>
                    <a:pt x="33" y="164"/>
                    <a:pt x="54" y="180"/>
                  </a:cubicBezTo>
                  <a:cubicBezTo>
                    <a:pt x="65" y="192"/>
                    <a:pt x="94" y="204"/>
                    <a:pt x="122" y="204"/>
                  </a:cubicBezTo>
                  <a:cubicBezTo>
                    <a:pt x="134" y="204"/>
                    <a:pt x="146" y="202"/>
                    <a:pt x="157" y="197"/>
                  </a:cubicBezTo>
                  <a:cubicBezTo>
                    <a:pt x="190" y="180"/>
                    <a:pt x="223" y="147"/>
                    <a:pt x="223" y="110"/>
                  </a:cubicBezTo>
                  <a:lnTo>
                    <a:pt x="223" y="61"/>
                  </a:lnTo>
                  <a:cubicBezTo>
                    <a:pt x="198" y="20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9"/>
            <p:cNvSpPr/>
            <p:nvPr/>
          </p:nvSpPr>
          <p:spPr>
            <a:xfrm>
              <a:off x="4061300" y="3091450"/>
              <a:ext cx="5600" cy="4900"/>
            </a:xfrm>
            <a:custGeom>
              <a:avLst/>
              <a:gdLst/>
              <a:ahLst/>
              <a:cxnLst/>
              <a:rect l="l" t="t" r="r" b="b"/>
              <a:pathLst>
                <a:path w="224" h="196" extrusionOk="0">
                  <a:moveTo>
                    <a:pt x="87" y="0"/>
                  </a:moveTo>
                  <a:cubicBezTo>
                    <a:pt x="17" y="21"/>
                    <a:pt x="0" y="87"/>
                    <a:pt x="17" y="140"/>
                  </a:cubicBezTo>
                  <a:cubicBezTo>
                    <a:pt x="29" y="177"/>
                    <a:pt x="72" y="196"/>
                    <a:pt x="115" y="196"/>
                  </a:cubicBezTo>
                  <a:cubicBezTo>
                    <a:pt x="129" y="196"/>
                    <a:pt x="144" y="194"/>
                    <a:pt x="157" y="190"/>
                  </a:cubicBezTo>
                  <a:cubicBezTo>
                    <a:pt x="174" y="190"/>
                    <a:pt x="190" y="173"/>
                    <a:pt x="190" y="173"/>
                  </a:cubicBezTo>
                  <a:cubicBezTo>
                    <a:pt x="223" y="140"/>
                    <a:pt x="223" y="103"/>
                    <a:pt x="223" y="70"/>
                  </a:cubicBezTo>
                  <a:cubicBezTo>
                    <a:pt x="207" y="21"/>
                    <a:pt x="174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9"/>
            <p:cNvSpPr/>
            <p:nvPr/>
          </p:nvSpPr>
          <p:spPr>
            <a:xfrm>
              <a:off x="4060475" y="31048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104" y="0"/>
                    <a:pt x="66" y="0"/>
                    <a:pt x="50" y="17"/>
                  </a:cubicBezTo>
                  <a:cubicBezTo>
                    <a:pt x="17" y="33"/>
                    <a:pt x="17" y="66"/>
                    <a:pt x="0" y="83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69"/>
                  </a:lnTo>
                  <a:cubicBezTo>
                    <a:pt x="33" y="186"/>
                    <a:pt x="66" y="206"/>
                    <a:pt x="87" y="206"/>
                  </a:cubicBezTo>
                  <a:cubicBezTo>
                    <a:pt x="95" y="208"/>
                    <a:pt x="104" y="209"/>
                    <a:pt x="111" y="209"/>
                  </a:cubicBezTo>
                  <a:cubicBezTo>
                    <a:pt x="166" y="209"/>
                    <a:pt x="207" y="163"/>
                    <a:pt x="207" y="120"/>
                  </a:cubicBezTo>
                  <a:cubicBezTo>
                    <a:pt x="223" y="83"/>
                    <a:pt x="207" y="66"/>
                    <a:pt x="190" y="50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9"/>
            <p:cNvSpPr/>
            <p:nvPr/>
          </p:nvSpPr>
          <p:spPr>
            <a:xfrm>
              <a:off x="4048000" y="310987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8" y="1"/>
                  </a:moveTo>
                  <a:cubicBezTo>
                    <a:pt x="55" y="1"/>
                    <a:pt x="15" y="46"/>
                    <a:pt x="1" y="88"/>
                  </a:cubicBezTo>
                  <a:lnTo>
                    <a:pt x="1" y="141"/>
                  </a:lnTo>
                  <a:cubicBezTo>
                    <a:pt x="17" y="174"/>
                    <a:pt x="50" y="191"/>
                    <a:pt x="87" y="211"/>
                  </a:cubicBezTo>
                  <a:cubicBezTo>
                    <a:pt x="153" y="211"/>
                    <a:pt x="207" y="174"/>
                    <a:pt x="207" y="125"/>
                  </a:cubicBezTo>
                  <a:cubicBezTo>
                    <a:pt x="207" y="88"/>
                    <a:pt x="207" y="71"/>
                    <a:pt x="190" y="38"/>
                  </a:cubicBezTo>
                  <a:cubicBezTo>
                    <a:pt x="174" y="22"/>
                    <a:pt x="153" y="5"/>
                    <a:pt x="120" y="5"/>
                  </a:cubicBezTo>
                  <a:cubicBezTo>
                    <a:pt x="113" y="2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9"/>
            <p:cNvSpPr/>
            <p:nvPr/>
          </p:nvSpPr>
          <p:spPr>
            <a:xfrm>
              <a:off x="4042850" y="299337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0" y="0"/>
                  </a:moveTo>
                  <a:cubicBezTo>
                    <a:pt x="96" y="0"/>
                    <a:pt x="83" y="2"/>
                    <a:pt x="71" y="6"/>
                  </a:cubicBezTo>
                  <a:cubicBezTo>
                    <a:pt x="17" y="27"/>
                    <a:pt x="0" y="93"/>
                    <a:pt x="17" y="147"/>
                  </a:cubicBezTo>
                  <a:cubicBezTo>
                    <a:pt x="29" y="184"/>
                    <a:pt x="72" y="202"/>
                    <a:pt x="113" y="202"/>
                  </a:cubicBezTo>
                  <a:cubicBezTo>
                    <a:pt x="127" y="202"/>
                    <a:pt x="141" y="200"/>
                    <a:pt x="153" y="196"/>
                  </a:cubicBezTo>
                  <a:cubicBezTo>
                    <a:pt x="207" y="180"/>
                    <a:pt x="223" y="109"/>
                    <a:pt x="207" y="60"/>
                  </a:cubicBezTo>
                  <a:cubicBezTo>
                    <a:pt x="194" y="20"/>
                    <a:pt x="151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9"/>
            <p:cNvSpPr/>
            <p:nvPr/>
          </p:nvSpPr>
          <p:spPr>
            <a:xfrm>
              <a:off x="4044600" y="30420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3" y="0"/>
                    <a:pt x="50" y="0"/>
                    <a:pt x="34" y="37"/>
                  </a:cubicBezTo>
                  <a:cubicBezTo>
                    <a:pt x="17" y="37"/>
                    <a:pt x="1" y="70"/>
                    <a:pt x="1" y="87"/>
                  </a:cubicBezTo>
                  <a:lnTo>
                    <a:pt x="1" y="140"/>
                  </a:lnTo>
                  <a:cubicBezTo>
                    <a:pt x="17" y="173"/>
                    <a:pt x="50" y="190"/>
                    <a:pt x="83" y="206"/>
                  </a:cubicBezTo>
                  <a:lnTo>
                    <a:pt x="104" y="206"/>
                  </a:lnTo>
                  <a:cubicBezTo>
                    <a:pt x="153" y="206"/>
                    <a:pt x="207" y="173"/>
                    <a:pt x="207" y="120"/>
                  </a:cubicBezTo>
                  <a:cubicBezTo>
                    <a:pt x="207" y="87"/>
                    <a:pt x="207" y="70"/>
                    <a:pt x="186" y="37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9"/>
            <p:cNvSpPr/>
            <p:nvPr/>
          </p:nvSpPr>
          <p:spPr>
            <a:xfrm>
              <a:off x="4058725" y="30260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7" y="0"/>
                  </a:moveTo>
                  <a:cubicBezTo>
                    <a:pt x="95" y="0"/>
                    <a:pt x="82" y="3"/>
                    <a:pt x="70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29" y="181"/>
                    <a:pt x="69" y="209"/>
                    <a:pt x="110" y="209"/>
                  </a:cubicBezTo>
                  <a:cubicBezTo>
                    <a:pt x="126" y="209"/>
                    <a:pt x="142" y="205"/>
                    <a:pt x="157" y="196"/>
                  </a:cubicBezTo>
                  <a:cubicBezTo>
                    <a:pt x="207" y="180"/>
                    <a:pt x="223" y="126"/>
                    <a:pt x="207" y="76"/>
                  </a:cubicBezTo>
                  <a:cubicBezTo>
                    <a:pt x="194" y="23"/>
                    <a:pt x="150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9"/>
            <p:cNvSpPr/>
            <p:nvPr/>
          </p:nvSpPr>
          <p:spPr>
            <a:xfrm>
              <a:off x="4050175" y="3094400"/>
              <a:ext cx="5575" cy="5150"/>
            </a:xfrm>
            <a:custGeom>
              <a:avLst/>
              <a:gdLst/>
              <a:ahLst/>
              <a:cxnLst/>
              <a:rect l="l" t="t" r="r" b="b"/>
              <a:pathLst>
                <a:path w="223" h="206" extrusionOk="0">
                  <a:moveTo>
                    <a:pt x="116" y="0"/>
                  </a:moveTo>
                  <a:cubicBezTo>
                    <a:pt x="106" y="0"/>
                    <a:pt x="96" y="2"/>
                    <a:pt x="87" y="6"/>
                  </a:cubicBezTo>
                  <a:cubicBezTo>
                    <a:pt x="17" y="22"/>
                    <a:pt x="0" y="88"/>
                    <a:pt x="17" y="142"/>
                  </a:cubicBezTo>
                  <a:cubicBezTo>
                    <a:pt x="17" y="158"/>
                    <a:pt x="33" y="175"/>
                    <a:pt x="50" y="175"/>
                  </a:cubicBezTo>
                  <a:cubicBezTo>
                    <a:pt x="59" y="196"/>
                    <a:pt x="81" y="205"/>
                    <a:pt x="104" y="205"/>
                  </a:cubicBezTo>
                  <a:cubicBezTo>
                    <a:pt x="121" y="205"/>
                    <a:pt x="139" y="200"/>
                    <a:pt x="153" y="191"/>
                  </a:cubicBezTo>
                  <a:cubicBezTo>
                    <a:pt x="190" y="191"/>
                    <a:pt x="223" y="158"/>
                    <a:pt x="223" y="109"/>
                  </a:cubicBezTo>
                  <a:lnTo>
                    <a:pt x="223" y="72"/>
                  </a:lnTo>
                  <a:cubicBezTo>
                    <a:pt x="196" y="32"/>
                    <a:pt x="156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9"/>
            <p:cNvSpPr/>
            <p:nvPr/>
          </p:nvSpPr>
          <p:spPr>
            <a:xfrm>
              <a:off x="4063475" y="2997825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21" y="0"/>
                  </a:moveTo>
                  <a:cubicBezTo>
                    <a:pt x="90" y="0"/>
                    <a:pt x="56" y="14"/>
                    <a:pt x="33" y="35"/>
                  </a:cubicBezTo>
                  <a:cubicBezTo>
                    <a:pt x="17" y="72"/>
                    <a:pt x="0" y="88"/>
                    <a:pt x="0" y="121"/>
                  </a:cubicBezTo>
                  <a:lnTo>
                    <a:pt x="17" y="138"/>
                  </a:lnTo>
                  <a:cubicBezTo>
                    <a:pt x="17" y="158"/>
                    <a:pt x="33" y="175"/>
                    <a:pt x="50" y="191"/>
                  </a:cubicBezTo>
                  <a:cubicBezTo>
                    <a:pt x="64" y="204"/>
                    <a:pt x="82" y="209"/>
                    <a:pt x="101" y="209"/>
                  </a:cubicBezTo>
                  <a:cubicBezTo>
                    <a:pt x="133" y="209"/>
                    <a:pt x="167" y="195"/>
                    <a:pt x="190" y="175"/>
                  </a:cubicBezTo>
                  <a:cubicBezTo>
                    <a:pt x="223" y="121"/>
                    <a:pt x="223" y="72"/>
                    <a:pt x="173" y="18"/>
                  </a:cubicBezTo>
                  <a:cubicBezTo>
                    <a:pt x="159" y="5"/>
                    <a:pt x="141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9"/>
            <p:cNvSpPr/>
            <p:nvPr/>
          </p:nvSpPr>
          <p:spPr>
            <a:xfrm>
              <a:off x="4051400" y="3082025"/>
              <a:ext cx="5600" cy="5225"/>
            </a:xfrm>
            <a:custGeom>
              <a:avLst/>
              <a:gdLst/>
              <a:ahLst/>
              <a:cxnLst/>
              <a:rect l="l" t="t" r="r" b="b"/>
              <a:pathLst>
                <a:path w="224" h="209" extrusionOk="0">
                  <a:moveTo>
                    <a:pt x="124" y="1"/>
                  </a:moveTo>
                  <a:cubicBezTo>
                    <a:pt x="93" y="1"/>
                    <a:pt x="58" y="15"/>
                    <a:pt x="38" y="35"/>
                  </a:cubicBezTo>
                  <a:cubicBezTo>
                    <a:pt x="17" y="68"/>
                    <a:pt x="1" y="89"/>
                    <a:pt x="1" y="122"/>
                  </a:cubicBezTo>
                  <a:lnTo>
                    <a:pt x="17" y="138"/>
                  </a:lnTo>
                  <a:cubicBezTo>
                    <a:pt x="17" y="155"/>
                    <a:pt x="38" y="171"/>
                    <a:pt x="54" y="192"/>
                  </a:cubicBezTo>
                  <a:cubicBezTo>
                    <a:pt x="71" y="208"/>
                    <a:pt x="87" y="208"/>
                    <a:pt x="120" y="208"/>
                  </a:cubicBezTo>
                  <a:cubicBezTo>
                    <a:pt x="157" y="208"/>
                    <a:pt x="174" y="192"/>
                    <a:pt x="190" y="171"/>
                  </a:cubicBezTo>
                  <a:cubicBezTo>
                    <a:pt x="207" y="155"/>
                    <a:pt x="223" y="122"/>
                    <a:pt x="207" y="89"/>
                  </a:cubicBezTo>
                  <a:cubicBezTo>
                    <a:pt x="207" y="68"/>
                    <a:pt x="207" y="35"/>
                    <a:pt x="174" y="18"/>
                  </a:cubicBezTo>
                  <a:cubicBezTo>
                    <a:pt x="161" y="6"/>
                    <a:pt x="143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9"/>
            <p:cNvSpPr/>
            <p:nvPr/>
          </p:nvSpPr>
          <p:spPr>
            <a:xfrm>
              <a:off x="4062650" y="301465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83" y="1"/>
                  </a:moveTo>
                  <a:cubicBezTo>
                    <a:pt x="50" y="17"/>
                    <a:pt x="33" y="34"/>
                    <a:pt x="33" y="50"/>
                  </a:cubicBezTo>
                  <a:cubicBezTo>
                    <a:pt x="17" y="67"/>
                    <a:pt x="0" y="104"/>
                    <a:pt x="17" y="137"/>
                  </a:cubicBezTo>
                  <a:cubicBezTo>
                    <a:pt x="28" y="172"/>
                    <a:pt x="68" y="201"/>
                    <a:pt x="107" y="201"/>
                  </a:cubicBezTo>
                  <a:cubicBezTo>
                    <a:pt x="123" y="201"/>
                    <a:pt x="139" y="197"/>
                    <a:pt x="153" y="186"/>
                  </a:cubicBezTo>
                  <a:cubicBezTo>
                    <a:pt x="206" y="170"/>
                    <a:pt x="239" y="120"/>
                    <a:pt x="206" y="67"/>
                  </a:cubicBezTo>
                  <a:cubicBezTo>
                    <a:pt x="206" y="34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9"/>
            <p:cNvSpPr/>
            <p:nvPr/>
          </p:nvSpPr>
          <p:spPr>
            <a:xfrm>
              <a:off x="4352075" y="308512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14" y="1"/>
                  </a:moveTo>
                  <a:cubicBezTo>
                    <a:pt x="99" y="1"/>
                    <a:pt x="84" y="5"/>
                    <a:pt x="70" y="14"/>
                  </a:cubicBezTo>
                  <a:cubicBezTo>
                    <a:pt x="17" y="31"/>
                    <a:pt x="0" y="84"/>
                    <a:pt x="17" y="134"/>
                  </a:cubicBezTo>
                  <a:cubicBezTo>
                    <a:pt x="30" y="178"/>
                    <a:pt x="80" y="208"/>
                    <a:pt x="125" y="208"/>
                  </a:cubicBezTo>
                  <a:cubicBezTo>
                    <a:pt x="135" y="208"/>
                    <a:pt x="144" y="207"/>
                    <a:pt x="153" y="204"/>
                  </a:cubicBezTo>
                  <a:cubicBezTo>
                    <a:pt x="206" y="187"/>
                    <a:pt x="223" y="117"/>
                    <a:pt x="206" y="68"/>
                  </a:cubicBezTo>
                  <a:cubicBezTo>
                    <a:pt x="194" y="29"/>
                    <a:pt x="154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9"/>
            <p:cNvSpPr/>
            <p:nvPr/>
          </p:nvSpPr>
          <p:spPr>
            <a:xfrm>
              <a:off x="4231775" y="30489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54" y="17"/>
                    <a:pt x="38" y="34"/>
                  </a:cubicBezTo>
                  <a:cubicBezTo>
                    <a:pt x="17" y="50"/>
                    <a:pt x="1" y="71"/>
                    <a:pt x="1" y="87"/>
                  </a:cubicBezTo>
                  <a:lnTo>
                    <a:pt x="1" y="153"/>
                  </a:lnTo>
                  <a:cubicBezTo>
                    <a:pt x="17" y="174"/>
                    <a:pt x="54" y="207"/>
                    <a:pt x="87" y="207"/>
                  </a:cubicBezTo>
                  <a:lnTo>
                    <a:pt x="104" y="207"/>
                  </a:lnTo>
                  <a:cubicBezTo>
                    <a:pt x="157" y="207"/>
                    <a:pt x="190" y="174"/>
                    <a:pt x="207" y="120"/>
                  </a:cubicBezTo>
                  <a:cubicBezTo>
                    <a:pt x="207" y="104"/>
                    <a:pt x="207" y="71"/>
                    <a:pt x="190" y="50"/>
                  </a:cubicBezTo>
                  <a:cubicBezTo>
                    <a:pt x="174" y="34"/>
                    <a:pt x="141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9"/>
            <p:cNvSpPr/>
            <p:nvPr/>
          </p:nvSpPr>
          <p:spPr>
            <a:xfrm>
              <a:off x="4243025" y="3060375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4" y="1"/>
                  </a:moveTo>
                  <a:cubicBezTo>
                    <a:pt x="64" y="1"/>
                    <a:pt x="35" y="14"/>
                    <a:pt x="17" y="43"/>
                  </a:cubicBezTo>
                  <a:cubicBezTo>
                    <a:pt x="0" y="60"/>
                    <a:pt x="0" y="93"/>
                    <a:pt x="0" y="109"/>
                  </a:cubicBezTo>
                  <a:lnTo>
                    <a:pt x="0" y="146"/>
                  </a:lnTo>
                  <a:cubicBezTo>
                    <a:pt x="17" y="163"/>
                    <a:pt x="17" y="179"/>
                    <a:pt x="33" y="179"/>
                  </a:cubicBezTo>
                  <a:cubicBezTo>
                    <a:pt x="55" y="194"/>
                    <a:pt x="82" y="202"/>
                    <a:pt x="107" y="202"/>
                  </a:cubicBezTo>
                  <a:cubicBezTo>
                    <a:pt x="138" y="202"/>
                    <a:pt x="168" y="190"/>
                    <a:pt x="186" y="163"/>
                  </a:cubicBezTo>
                  <a:cubicBezTo>
                    <a:pt x="206" y="146"/>
                    <a:pt x="206" y="109"/>
                    <a:pt x="206" y="93"/>
                  </a:cubicBezTo>
                  <a:cubicBezTo>
                    <a:pt x="206" y="60"/>
                    <a:pt x="186" y="43"/>
                    <a:pt x="169" y="27"/>
                  </a:cubicBezTo>
                  <a:cubicBezTo>
                    <a:pt x="147" y="10"/>
                    <a:pt x="120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9"/>
            <p:cNvSpPr/>
            <p:nvPr/>
          </p:nvSpPr>
          <p:spPr>
            <a:xfrm>
              <a:off x="4235700" y="30235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6" y="0"/>
                  </a:moveTo>
                  <a:cubicBezTo>
                    <a:pt x="86" y="0"/>
                    <a:pt x="76" y="1"/>
                    <a:pt x="66" y="4"/>
                  </a:cubicBezTo>
                  <a:cubicBezTo>
                    <a:pt x="17" y="37"/>
                    <a:pt x="0" y="91"/>
                    <a:pt x="17" y="140"/>
                  </a:cubicBezTo>
                  <a:cubicBezTo>
                    <a:pt x="17" y="161"/>
                    <a:pt x="33" y="177"/>
                    <a:pt x="33" y="177"/>
                  </a:cubicBezTo>
                  <a:cubicBezTo>
                    <a:pt x="66" y="210"/>
                    <a:pt x="120" y="210"/>
                    <a:pt x="153" y="210"/>
                  </a:cubicBezTo>
                  <a:cubicBezTo>
                    <a:pt x="190" y="194"/>
                    <a:pt x="207" y="161"/>
                    <a:pt x="223" y="124"/>
                  </a:cubicBezTo>
                  <a:cubicBezTo>
                    <a:pt x="223" y="107"/>
                    <a:pt x="223" y="91"/>
                    <a:pt x="207" y="74"/>
                  </a:cubicBezTo>
                  <a:cubicBezTo>
                    <a:pt x="193" y="30"/>
                    <a:pt x="143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9"/>
            <p:cNvSpPr/>
            <p:nvPr/>
          </p:nvSpPr>
          <p:spPr>
            <a:xfrm>
              <a:off x="4240450" y="2992775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26" y="1"/>
                  </a:moveTo>
                  <a:cubicBezTo>
                    <a:pt x="112" y="1"/>
                    <a:pt x="97" y="5"/>
                    <a:pt x="83" y="14"/>
                  </a:cubicBezTo>
                  <a:cubicBezTo>
                    <a:pt x="33" y="30"/>
                    <a:pt x="0" y="84"/>
                    <a:pt x="17" y="133"/>
                  </a:cubicBezTo>
                  <a:cubicBezTo>
                    <a:pt x="30" y="178"/>
                    <a:pt x="80" y="208"/>
                    <a:pt x="125" y="208"/>
                  </a:cubicBezTo>
                  <a:cubicBezTo>
                    <a:pt x="135" y="208"/>
                    <a:pt x="144" y="206"/>
                    <a:pt x="153" y="204"/>
                  </a:cubicBezTo>
                  <a:cubicBezTo>
                    <a:pt x="206" y="187"/>
                    <a:pt x="239" y="117"/>
                    <a:pt x="223" y="68"/>
                  </a:cubicBezTo>
                  <a:cubicBezTo>
                    <a:pt x="196" y="29"/>
                    <a:pt x="163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9"/>
            <p:cNvSpPr/>
            <p:nvPr/>
          </p:nvSpPr>
          <p:spPr>
            <a:xfrm>
              <a:off x="4239500" y="3011550"/>
              <a:ext cx="5200" cy="5300"/>
            </a:xfrm>
            <a:custGeom>
              <a:avLst/>
              <a:gdLst/>
              <a:ahLst/>
              <a:cxnLst/>
              <a:rect l="l" t="t" r="r" b="b"/>
              <a:pathLst>
                <a:path w="208" h="212" extrusionOk="0">
                  <a:moveTo>
                    <a:pt x="121" y="1"/>
                  </a:moveTo>
                  <a:cubicBezTo>
                    <a:pt x="71" y="1"/>
                    <a:pt x="17" y="38"/>
                    <a:pt x="1" y="88"/>
                  </a:cubicBezTo>
                  <a:lnTo>
                    <a:pt x="1" y="141"/>
                  </a:lnTo>
                  <a:cubicBezTo>
                    <a:pt x="17" y="158"/>
                    <a:pt x="17" y="158"/>
                    <a:pt x="17" y="174"/>
                  </a:cubicBezTo>
                  <a:cubicBezTo>
                    <a:pt x="38" y="191"/>
                    <a:pt x="71" y="207"/>
                    <a:pt x="88" y="207"/>
                  </a:cubicBezTo>
                  <a:cubicBezTo>
                    <a:pt x="98" y="210"/>
                    <a:pt x="108" y="212"/>
                    <a:pt x="118" y="212"/>
                  </a:cubicBezTo>
                  <a:cubicBezTo>
                    <a:pt x="171" y="212"/>
                    <a:pt x="207" y="167"/>
                    <a:pt x="207" y="125"/>
                  </a:cubicBezTo>
                  <a:cubicBezTo>
                    <a:pt x="207" y="104"/>
                    <a:pt x="207" y="71"/>
                    <a:pt x="191" y="55"/>
                  </a:cubicBezTo>
                  <a:cubicBezTo>
                    <a:pt x="174" y="22"/>
                    <a:pt x="158" y="22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9"/>
            <p:cNvSpPr/>
            <p:nvPr/>
          </p:nvSpPr>
          <p:spPr>
            <a:xfrm>
              <a:off x="4229200" y="29862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0" y="0"/>
                  </a:moveTo>
                  <a:cubicBezTo>
                    <a:pt x="56" y="0"/>
                    <a:pt x="17" y="45"/>
                    <a:pt x="17" y="87"/>
                  </a:cubicBezTo>
                  <a:cubicBezTo>
                    <a:pt x="1" y="108"/>
                    <a:pt x="17" y="124"/>
                    <a:pt x="17" y="141"/>
                  </a:cubicBezTo>
                  <a:cubicBezTo>
                    <a:pt x="17" y="141"/>
                    <a:pt x="17" y="157"/>
                    <a:pt x="38" y="157"/>
                  </a:cubicBezTo>
                  <a:cubicBezTo>
                    <a:pt x="54" y="190"/>
                    <a:pt x="71" y="190"/>
                    <a:pt x="104" y="211"/>
                  </a:cubicBezTo>
                  <a:cubicBezTo>
                    <a:pt x="157" y="211"/>
                    <a:pt x="207" y="174"/>
                    <a:pt x="223" y="124"/>
                  </a:cubicBezTo>
                  <a:cubicBezTo>
                    <a:pt x="223" y="87"/>
                    <a:pt x="223" y="71"/>
                    <a:pt x="207" y="38"/>
                  </a:cubicBezTo>
                  <a:cubicBezTo>
                    <a:pt x="190" y="21"/>
                    <a:pt x="157" y="5"/>
                    <a:pt x="141" y="5"/>
                  </a:cubicBezTo>
                  <a:cubicBezTo>
                    <a:pt x="130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9"/>
            <p:cNvSpPr/>
            <p:nvPr/>
          </p:nvSpPr>
          <p:spPr>
            <a:xfrm>
              <a:off x="4230550" y="29723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0"/>
                  </a:moveTo>
                  <a:cubicBezTo>
                    <a:pt x="112" y="0"/>
                    <a:pt x="99" y="2"/>
                    <a:pt x="87" y="6"/>
                  </a:cubicBezTo>
                  <a:cubicBezTo>
                    <a:pt x="33" y="23"/>
                    <a:pt x="0" y="93"/>
                    <a:pt x="17" y="147"/>
                  </a:cubicBezTo>
                  <a:cubicBezTo>
                    <a:pt x="42" y="184"/>
                    <a:pt x="78" y="202"/>
                    <a:pt x="115" y="202"/>
                  </a:cubicBezTo>
                  <a:cubicBezTo>
                    <a:pt x="128" y="202"/>
                    <a:pt x="140" y="200"/>
                    <a:pt x="153" y="196"/>
                  </a:cubicBezTo>
                  <a:cubicBezTo>
                    <a:pt x="223" y="180"/>
                    <a:pt x="239" y="109"/>
                    <a:pt x="223" y="60"/>
                  </a:cubicBezTo>
                  <a:cubicBezTo>
                    <a:pt x="210" y="20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9"/>
            <p:cNvSpPr/>
            <p:nvPr/>
          </p:nvSpPr>
          <p:spPr>
            <a:xfrm>
              <a:off x="4229625" y="3000325"/>
              <a:ext cx="6100" cy="5400"/>
            </a:xfrm>
            <a:custGeom>
              <a:avLst/>
              <a:gdLst/>
              <a:ahLst/>
              <a:cxnLst/>
              <a:rect l="l" t="t" r="r" b="b"/>
              <a:pathLst>
                <a:path w="244" h="216" extrusionOk="0">
                  <a:moveTo>
                    <a:pt x="116" y="0"/>
                  </a:moveTo>
                  <a:cubicBezTo>
                    <a:pt x="106" y="0"/>
                    <a:pt x="96" y="2"/>
                    <a:pt x="87" y="5"/>
                  </a:cubicBezTo>
                  <a:cubicBezTo>
                    <a:pt x="37" y="38"/>
                    <a:pt x="0" y="91"/>
                    <a:pt x="37" y="141"/>
                  </a:cubicBezTo>
                  <a:cubicBezTo>
                    <a:pt x="51" y="185"/>
                    <a:pt x="87" y="215"/>
                    <a:pt x="129" y="215"/>
                  </a:cubicBezTo>
                  <a:cubicBezTo>
                    <a:pt x="138" y="215"/>
                    <a:pt x="147" y="214"/>
                    <a:pt x="157" y="211"/>
                  </a:cubicBezTo>
                  <a:cubicBezTo>
                    <a:pt x="227" y="194"/>
                    <a:pt x="243" y="124"/>
                    <a:pt x="227" y="75"/>
                  </a:cubicBezTo>
                  <a:cubicBezTo>
                    <a:pt x="210" y="31"/>
                    <a:pt x="162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9"/>
            <p:cNvSpPr/>
            <p:nvPr/>
          </p:nvSpPr>
          <p:spPr>
            <a:xfrm>
              <a:off x="4270025" y="30475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6" y="1"/>
                  </a:moveTo>
                  <a:cubicBezTo>
                    <a:pt x="41" y="1"/>
                    <a:pt x="0" y="47"/>
                    <a:pt x="0" y="91"/>
                  </a:cubicBezTo>
                  <a:lnTo>
                    <a:pt x="0" y="144"/>
                  </a:lnTo>
                  <a:lnTo>
                    <a:pt x="17" y="161"/>
                  </a:lnTo>
                  <a:cubicBezTo>
                    <a:pt x="33" y="194"/>
                    <a:pt x="54" y="194"/>
                    <a:pt x="87" y="210"/>
                  </a:cubicBezTo>
                  <a:cubicBezTo>
                    <a:pt x="136" y="210"/>
                    <a:pt x="190" y="177"/>
                    <a:pt x="206" y="128"/>
                  </a:cubicBezTo>
                  <a:cubicBezTo>
                    <a:pt x="206" y="91"/>
                    <a:pt x="206" y="58"/>
                    <a:pt x="190" y="41"/>
                  </a:cubicBezTo>
                  <a:cubicBezTo>
                    <a:pt x="174" y="25"/>
                    <a:pt x="136" y="4"/>
                    <a:pt x="120" y="4"/>
                  </a:cubicBezTo>
                  <a:cubicBezTo>
                    <a:pt x="112" y="2"/>
                    <a:pt x="103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9"/>
            <p:cNvSpPr/>
            <p:nvPr/>
          </p:nvSpPr>
          <p:spPr>
            <a:xfrm>
              <a:off x="4244675" y="304747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8"/>
                    <a:pt x="0" y="94"/>
                    <a:pt x="37" y="147"/>
                  </a:cubicBezTo>
                  <a:cubicBezTo>
                    <a:pt x="50" y="184"/>
                    <a:pt x="81" y="203"/>
                    <a:pt x="125" y="203"/>
                  </a:cubicBezTo>
                  <a:cubicBezTo>
                    <a:pt x="140" y="203"/>
                    <a:pt x="156" y="201"/>
                    <a:pt x="173" y="197"/>
                  </a:cubicBezTo>
                  <a:cubicBezTo>
                    <a:pt x="223" y="180"/>
                    <a:pt x="243" y="110"/>
                    <a:pt x="223" y="61"/>
                  </a:cubicBezTo>
                  <a:cubicBezTo>
                    <a:pt x="210" y="20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9"/>
            <p:cNvSpPr/>
            <p:nvPr/>
          </p:nvSpPr>
          <p:spPr>
            <a:xfrm>
              <a:off x="4276000" y="3021050"/>
              <a:ext cx="5700" cy="5325"/>
            </a:xfrm>
            <a:custGeom>
              <a:avLst/>
              <a:gdLst/>
              <a:ahLst/>
              <a:cxnLst/>
              <a:rect l="l" t="t" r="r" b="b"/>
              <a:pathLst>
                <a:path w="228" h="213" extrusionOk="0">
                  <a:moveTo>
                    <a:pt x="104" y="0"/>
                  </a:moveTo>
                  <a:cubicBezTo>
                    <a:pt x="71" y="17"/>
                    <a:pt x="54" y="17"/>
                    <a:pt x="38" y="54"/>
                  </a:cubicBezTo>
                  <a:cubicBezTo>
                    <a:pt x="21" y="70"/>
                    <a:pt x="0" y="103"/>
                    <a:pt x="0" y="120"/>
                  </a:cubicBezTo>
                  <a:cubicBezTo>
                    <a:pt x="0" y="136"/>
                    <a:pt x="0" y="136"/>
                    <a:pt x="21" y="157"/>
                  </a:cubicBezTo>
                  <a:cubicBezTo>
                    <a:pt x="21" y="173"/>
                    <a:pt x="38" y="173"/>
                    <a:pt x="54" y="190"/>
                  </a:cubicBezTo>
                  <a:cubicBezTo>
                    <a:pt x="69" y="205"/>
                    <a:pt x="91" y="213"/>
                    <a:pt x="114" y="213"/>
                  </a:cubicBezTo>
                  <a:cubicBezTo>
                    <a:pt x="143" y="213"/>
                    <a:pt x="172" y="201"/>
                    <a:pt x="190" y="173"/>
                  </a:cubicBezTo>
                  <a:cubicBezTo>
                    <a:pt x="207" y="157"/>
                    <a:pt x="227" y="120"/>
                    <a:pt x="207" y="103"/>
                  </a:cubicBezTo>
                  <a:cubicBezTo>
                    <a:pt x="207" y="70"/>
                    <a:pt x="190" y="54"/>
                    <a:pt x="174" y="33"/>
                  </a:cubicBezTo>
                  <a:cubicBezTo>
                    <a:pt x="157" y="17"/>
                    <a:pt x="12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9"/>
            <p:cNvSpPr/>
            <p:nvPr/>
          </p:nvSpPr>
          <p:spPr>
            <a:xfrm>
              <a:off x="4264450" y="3001775"/>
              <a:ext cx="3850" cy="4250"/>
            </a:xfrm>
            <a:custGeom>
              <a:avLst/>
              <a:gdLst/>
              <a:ahLst/>
              <a:cxnLst/>
              <a:rect l="l" t="t" r="r" b="b"/>
              <a:pathLst>
                <a:path w="154" h="170" extrusionOk="0">
                  <a:moveTo>
                    <a:pt x="17" y="0"/>
                  </a:moveTo>
                  <a:cubicBezTo>
                    <a:pt x="17" y="17"/>
                    <a:pt x="1" y="33"/>
                    <a:pt x="1" y="50"/>
                  </a:cubicBezTo>
                  <a:cubicBezTo>
                    <a:pt x="1" y="66"/>
                    <a:pt x="1" y="83"/>
                    <a:pt x="17" y="103"/>
                  </a:cubicBezTo>
                  <a:lnTo>
                    <a:pt x="17" y="120"/>
                  </a:lnTo>
                  <a:cubicBezTo>
                    <a:pt x="34" y="153"/>
                    <a:pt x="71" y="169"/>
                    <a:pt x="87" y="169"/>
                  </a:cubicBezTo>
                  <a:cubicBezTo>
                    <a:pt x="120" y="169"/>
                    <a:pt x="137" y="169"/>
                    <a:pt x="153" y="153"/>
                  </a:cubicBezTo>
                  <a:cubicBezTo>
                    <a:pt x="104" y="103"/>
                    <a:pt x="71" y="50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9"/>
            <p:cNvSpPr/>
            <p:nvPr/>
          </p:nvSpPr>
          <p:spPr>
            <a:xfrm>
              <a:off x="4273950" y="3034675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0" y="1"/>
                  </a:moveTo>
                  <a:cubicBezTo>
                    <a:pt x="54" y="1"/>
                    <a:pt x="14" y="47"/>
                    <a:pt x="0" y="90"/>
                  </a:cubicBezTo>
                  <a:cubicBezTo>
                    <a:pt x="0" y="107"/>
                    <a:pt x="0" y="127"/>
                    <a:pt x="17" y="144"/>
                  </a:cubicBezTo>
                  <a:lnTo>
                    <a:pt x="17" y="160"/>
                  </a:lnTo>
                  <a:cubicBezTo>
                    <a:pt x="33" y="193"/>
                    <a:pt x="66" y="193"/>
                    <a:pt x="82" y="210"/>
                  </a:cubicBezTo>
                  <a:cubicBezTo>
                    <a:pt x="120" y="210"/>
                    <a:pt x="153" y="210"/>
                    <a:pt x="169" y="193"/>
                  </a:cubicBezTo>
                  <a:cubicBezTo>
                    <a:pt x="186" y="177"/>
                    <a:pt x="206" y="144"/>
                    <a:pt x="206" y="127"/>
                  </a:cubicBezTo>
                  <a:cubicBezTo>
                    <a:pt x="223" y="57"/>
                    <a:pt x="186" y="4"/>
                    <a:pt x="120" y="4"/>
                  </a:cubicBezTo>
                  <a:cubicBezTo>
                    <a:pt x="113" y="2"/>
                    <a:pt x="106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9"/>
            <p:cNvSpPr/>
            <p:nvPr/>
          </p:nvSpPr>
          <p:spPr>
            <a:xfrm>
              <a:off x="4253725" y="2991450"/>
              <a:ext cx="5200" cy="4825"/>
            </a:xfrm>
            <a:custGeom>
              <a:avLst/>
              <a:gdLst/>
              <a:ahLst/>
              <a:cxnLst/>
              <a:rect l="l" t="t" r="r" b="b"/>
              <a:pathLst>
                <a:path w="208" h="193" extrusionOk="0">
                  <a:moveTo>
                    <a:pt x="88" y="1"/>
                  </a:moveTo>
                  <a:cubicBezTo>
                    <a:pt x="34" y="1"/>
                    <a:pt x="1" y="34"/>
                    <a:pt x="1" y="83"/>
                  </a:cubicBezTo>
                  <a:lnTo>
                    <a:pt x="1" y="137"/>
                  </a:lnTo>
                  <a:lnTo>
                    <a:pt x="17" y="154"/>
                  </a:lnTo>
                  <a:cubicBezTo>
                    <a:pt x="34" y="170"/>
                    <a:pt x="50" y="186"/>
                    <a:pt x="88" y="186"/>
                  </a:cubicBezTo>
                  <a:cubicBezTo>
                    <a:pt x="97" y="190"/>
                    <a:pt x="107" y="192"/>
                    <a:pt x="116" y="192"/>
                  </a:cubicBezTo>
                  <a:cubicBezTo>
                    <a:pt x="156" y="192"/>
                    <a:pt x="194" y="160"/>
                    <a:pt x="207" y="121"/>
                  </a:cubicBezTo>
                  <a:cubicBezTo>
                    <a:pt x="153" y="83"/>
                    <a:pt x="120" y="34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9"/>
            <p:cNvSpPr/>
            <p:nvPr/>
          </p:nvSpPr>
          <p:spPr>
            <a:xfrm>
              <a:off x="4225400" y="3017025"/>
              <a:ext cx="5175" cy="5375"/>
            </a:xfrm>
            <a:custGeom>
              <a:avLst/>
              <a:gdLst/>
              <a:ahLst/>
              <a:cxnLst/>
              <a:rect l="l" t="t" r="r" b="b"/>
              <a:pathLst>
                <a:path w="207" h="215" extrusionOk="0">
                  <a:moveTo>
                    <a:pt x="93" y="0"/>
                  </a:moveTo>
                  <a:cubicBezTo>
                    <a:pt x="73" y="0"/>
                    <a:pt x="56" y="14"/>
                    <a:pt x="33" y="25"/>
                  </a:cubicBezTo>
                  <a:cubicBezTo>
                    <a:pt x="17" y="42"/>
                    <a:pt x="0" y="58"/>
                    <a:pt x="0" y="91"/>
                  </a:cubicBezTo>
                  <a:lnTo>
                    <a:pt x="0" y="145"/>
                  </a:lnTo>
                  <a:cubicBezTo>
                    <a:pt x="17" y="145"/>
                    <a:pt x="17" y="161"/>
                    <a:pt x="17" y="161"/>
                  </a:cubicBezTo>
                  <a:cubicBezTo>
                    <a:pt x="33" y="178"/>
                    <a:pt x="66" y="194"/>
                    <a:pt x="87" y="215"/>
                  </a:cubicBezTo>
                  <a:cubicBezTo>
                    <a:pt x="136" y="215"/>
                    <a:pt x="206" y="178"/>
                    <a:pt x="206" y="128"/>
                  </a:cubicBezTo>
                  <a:cubicBezTo>
                    <a:pt x="206" y="91"/>
                    <a:pt x="206" y="58"/>
                    <a:pt x="190" y="42"/>
                  </a:cubicBezTo>
                  <a:cubicBezTo>
                    <a:pt x="169" y="25"/>
                    <a:pt x="153" y="9"/>
                    <a:pt x="120" y="9"/>
                  </a:cubicBezTo>
                  <a:cubicBezTo>
                    <a:pt x="110" y="3"/>
                    <a:pt x="101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9"/>
            <p:cNvSpPr/>
            <p:nvPr/>
          </p:nvSpPr>
          <p:spPr>
            <a:xfrm>
              <a:off x="4245600" y="3033175"/>
              <a:ext cx="6000" cy="5250"/>
            </a:xfrm>
            <a:custGeom>
              <a:avLst/>
              <a:gdLst/>
              <a:ahLst/>
              <a:cxnLst/>
              <a:rect l="l" t="t" r="r" b="b"/>
              <a:pathLst>
                <a:path w="240" h="210" extrusionOk="0">
                  <a:moveTo>
                    <a:pt x="130" y="1"/>
                  </a:moveTo>
                  <a:cubicBezTo>
                    <a:pt x="114" y="1"/>
                    <a:pt x="98" y="5"/>
                    <a:pt x="83" y="14"/>
                  </a:cubicBezTo>
                  <a:cubicBezTo>
                    <a:pt x="33" y="31"/>
                    <a:pt x="0" y="84"/>
                    <a:pt x="17" y="134"/>
                  </a:cubicBezTo>
                  <a:cubicBezTo>
                    <a:pt x="42" y="187"/>
                    <a:pt x="79" y="210"/>
                    <a:pt x="118" y="210"/>
                  </a:cubicBezTo>
                  <a:cubicBezTo>
                    <a:pt x="129" y="210"/>
                    <a:pt x="141" y="208"/>
                    <a:pt x="153" y="204"/>
                  </a:cubicBezTo>
                  <a:cubicBezTo>
                    <a:pt x="223" y="187"/>
                    <a:pt x="239" y="117"/>
                    <a:pt x="223" y="64"/>
                  </a:cubicBezTo>
                  <a:cubicBezTo>
                    <a:pt x="211" y="28"/>
                    <a:pt x="171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9"/>
            <p:cNvSpPr/>
            <p:nvPr/>
          </p:nvSpPr>
          <p:spPr>
            <a:xfrm>
              <a:off x="4250750" y="30050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95" y="1"/>
                  </a:moveTo>
                  <a:cubicBezTo>
                    <a:pt x="64" y="1"/>
                    <a:pt x="35" y="13"/>
                    <a:pt x="17" y="40"/>
                  </a:cubicBezTo>
                  <a:cubicBezTo>
                    <a:pt x="0" y="57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17" y="160"/>
                    <a:pt x="17" y="180"/>
                    <a:pt x="33" y="180"/>
                  </a:cubicBezTo>
                  <a:cubicBezTo>
                    <a:pt x="55" y="195"/>
                    <a:pt x="81" y="203"/>
                    <a:pt x="106" y="203"/>
                  </a:cubicBezTo>
                  <a:cubicBezTo>
                    <a:pt x="137" y="203"/>
                    <a:pt x="167" y="190"/>
                    <a:pt x="186" y="160"/>
                  </a:cubicBezTo>
                  <a:cubicBezTo>
                    <a:pt x="223" y="127"/>
                    <a:pt x="223" y="57"/>
                    <a:pt x="169" y="24"/>
                  </a:cubicBezTo>
                  <a:cubicBezTo>
                    <a:pt x="147" y="9"/>
                    <a:pt x="121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9"/>
            <p:cNvSpPr/>
            <p:nvPr/>
          </p:nvSpPr>
          <p:spPr>
            <a:xfrm>
              <a:off x="4249825" y="30215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10" y="1"/>
                  </a:moveTo>
                  <a:cubicBezTo>
                    <a:pt x="99" y="1"/>
                    <a:pt x="87" y="5"/>
                    <a:pt x="70" y="13"/>
                  </a:cubicBezTo>
                  <a:cubicBezTo>
                    <a:pt x="54" y="13"/>
                    <a:pt x="37" y="34"/>
                    <a:pt x="17" y="50"/>
                  </a:cubicBezTo>
                  <a:cubicBezTo>
                    <a:pt x="0" y="83"/>
                    <a:pt x="0" y="116"/>
                    <a:pt x="17" y="153"/>
                  </a:cubicBezTo>
                  <a:cubicBezTo>
                    <a:pt x="32" y="191"/>
                    <a:pt x="73" y="209"/>
                    <a:pt x="115" y="209"/>
                  </a:cubicBezTo>
                  <a:cubicBezTo>
                    <a:pt x="129" y="209"/>
                    <a:pt x="144" y="207"/>
                    <a:pt x="157" y="203"/>
                  </a:cubicBezTo>
                  <a:cubicBezTo>
                    <a:pt x="206" y="186"/>
                    <a:pt x="223" y="116"/>
                    <a:pt x="206" y="67"/>
                  </a:cubicBezTo>
                  <a:cubicBezTo>
                    <a:pt x="190" y="34"/>
                    <a:pt x="173" y="13"/>
                    <a:pt x="140" y="13"/>
                  </a:cubicBezTo>
                  <a:cubicBezTo>
                    <a:pt x="130" y="5"/>
                    <a:pt x="121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9"/>
            <p:cNvSpPr/>
            <p:nvPr/>
          </p:nvSpPr>
          <p:spPr>
            <a:xfrm>
              <a:off x="4233950" y="3037325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13" y="0"/>
                  </a:moveTo>
                  <a:cubicBezTo>
                    <a:pt x="83" y="0"/>
                    <a:pt x="56" y="15"/>
                    <a:pt x="33" y="38"/>
                  </a:cubicBezTo>
                  <a:cubicBezTo>
                    <a:pt x="0" y="71"/>
                    <a:pt x="0" y="87"/>
                    <a:pt x="0" y="124"/>
                  </a:cubicBezTo>
                  <a:cubicBezTo>
                    <a:pt x="0" y="124"/>
                    <a:pt x="0" y="141"/>
                    <a:pt x="17" y="141"/>
                  </a:cubicBezTo>
                  <a:cubicBezTo>
                    <a:pt x="17" y="157"/>
                    <a:pt x="33" y="174"/>
                    <a:pt x="33" y="190"/>
                  </a:cubicBezTo>
                  <a:cubicBezTo>
                    <a:pt x="70" y="207"/>
                    <a:pt x="87" y="207"/>
                    <a:pt x="120" y="207"/>
                  </a:cubicBezTo>
                  <a:cubicBezTo>
                    <a:pt x="157" y="207"/>
                    <a:pt x="173" y="190"/>
                    <a:pt x="190" y="174"/>
                  </a:cubicBezTo>
                  <a:cubicBezTo>
                    <a:pt x="206" y="157"/>
                    <a:pt x="223" y="124"/>
                    <a:pt x="206" y="87"/>
                  </a:cubicBezTo>
                  <a:cubicBezTo>
                    <a:pt x="206" y="71"/>
                    <a:pt x="190" y="38"/>
                    <a:pt x="173" y="21"/>
                  </a:cubicBezTo>
                  <a:cubicBezTo>
                    <a:pt x="152" y="7"/>
                    <a:pt x="132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9"/>
            <p:cNvSpPr/>
            <p:nvPr/>
          </p:nvSpPr>
          <p:spPr>
            <a:xfrm>
              <a:off x="4226625" y="3095675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88" y="0"/>
                  </a:moveTo>
                  <a:cubicBezTo>
                    <a:pt x="38" y="0"/>
                    <a:pt x="1" y="33"/>
                    <a:pt x="1" y="91"/>
                  </a:cubicBezTo>
                  <a:lnTo>
                    <a:pt x="1" y="140"/>
                  </a:lnTo>
                  <a:lnTo>
                    <a:pt x="17" y="161"/>
                  </a:lnTo>
                  <a:cubicBezTo>
                    <a:pt x="38" y="177"/>
                    <a:pt x="54" y="194"/>
                    <a:pt x="87" y="194"/>
                  </a:cubicBezTo>
                  <a:cubicBezTo>
                    <a:pt x="97" y="199"/>
                    <a:pt x="105" y="201"/>
                    <a:pt x="113" y="201"/>
                  </a:cubicBezTo>
                  <a:cubicBezTo>
                    <a:pt x="132" y="201"/>
                    <a:pt x="146" y="189"/>
                    <a:pt x="157" y="177"/>
                  </a:cubicBezTo>
                  <a:cubicBezTo>
                    <a:pt x="190" y="161"/>
                    <a:pt x="207" y="140"/>
                    <a:pt x="207" y="107"/>
                  </a:cubicBezTo>
                  <a:cubicBezTo>
                    <a:pt x="207" y="91"/>
                    <a:pt x="207" y="58"/>
                    <a:pt x="190" y="37"/>
                  </a:cubicBezTo>
                  <a:cubicBezTo>
                    <a:pt x="174" y="21"/>
                    <a:pt x="141" y="4"/>
                    <a:pt x="120" y="4"/>
                  </a:cubicBezTo>
                  <a:cubicBezTo>
                    <a:pt x="109" y="2"/>
                    <a:pt x="98" y="0"/>
                    <a:pt x="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9"/>
            <p:cNvSpPr/>
            <p:nvPr/>
          </p:nvSpPr>
          <p:spPr>
            <a:xfrm>
              <a:off x="4228800" y="30790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87" y="0"/>
                    <a:pt x="70" y="0"/>
                    <a:pt x="33" y="17"/>
                  </a:cubicBezTo>
                  <a:cubicBezTo>
                    <a:pt x="17" y="33"/>
                    <a:pt x="0" y="66"/>
                    <a:pt x="0" y="83"/>
                  </a:cubicBezTo>
                  <a:lnTo>
                    <a:pt x="0" y="136"/>
                  </a:lnTo>
                  <a:cubicBezTo>
                    <a:pt x="0" y="153"/>
                    <a:pt x="17" y="153"/>
                    <a:pt x="17" y="169"/>
                  </a:cubicBezTo>
                  <a:cubicBezTo>
                    <a:pt x="33" y="186"/>
                    <a:pt x="54" y="207"/>
                    <a:pt x="87" y="207"/>
                  </a:cubicBezTo>
                  <a:cubicBezTo>
                    <a:pt x="93" y="209"/>
                    <a:pt x="99" y="210"/>
                    <a:pt x="106" y="210"/>
                  </a:cubicBezTo>
                  <a:cubicBezTo>
                    <a:pt x="149" y="210"/>
                    <a:pt x="192" y="163"/>
                    <a:pt x="206" y="120"/>
                  </a:cubicBezTo>
                  <a:cubicBezTo>
                    <a:pt x="206" y="83"/>
                    <a:pt x="206" y="66"/>
                    <a:pt x="190" y="50"/>
                  </a:cubicBezTo>
                  <a:cubicBezTo>
                    <a:pt x="173" y="17"/>
                    <a:pt x="136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9"/>
            <p:cNvSpPr/>
            <p:nvPr/>
          </p:nvSpPr>
          <p:spPr>
            <a:xfrm>
              <a:off x="4230125" y="306515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93" y="1"/>
                  </a:moveTo>
                  <a:cubicBezTo>
                    <a:pt x="51" y="1"/>
                    <a:pt x="14" y="33"/>
                    <a:pt x="1" y="92"/>
                  </a:cubicBezTo>
                  <a:cubicBezTo>
                    <a:pt x="1" y="108"/>
                    <a:pt x="1" y="125"/>
                    <a:pt x="17" y="145"/>
                  </a:cubicBezTo>
                  <a:cubicBezTo>
                    <a:pt x="17" y="145"/>
                    <a:pt x="17" y="162"/>
                    <a:pt x="34" y="162"/>
                  </a:cubicBezTo>
                  <a:cubicBezTo>
                    <a:pt x="34" y="178"/>
                    <a:pt x="67" y="195"/>
                    <a:pt x="104" y="211"/>
                  </a:cubicBezTo>
                  <a:cubicBezTo>
                    <a:pt x="153" y="211"/>
                    <a:pt x="207" y="178"/>
                    <a:pt x="207" y="125"/>
                  </a:cubicBezTo>
                  <a:cubicBezTo>
                    <a:pt x="223" y="92"/>
                    <a:pt x="207" y="59"/>
                    <a:pt x="186" y="42"/>
                  </a:cubicBezTo>
                  <a:cubicBezTo>
                    <a:pt x="170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9"/>
            <p:cNvSpPr/>
            <p:nvPr/>
          </p:nvSpPr>
          <p:spPr>
            <a:xfrm>
              <a:off x="4223225" y="310675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14" y="1"/>
                  </a:moveTo>
                  <a:cubicBezTo>
                    <a:pt x="101" y="1"/>
                    <a:pt x="86" y="3"/>
                    <a:pt x="71" y="7"/>
                  </a:cubicBezTo>
                  <a:cubicBezTo>
                    <a:pt x="17" y="27"/>
                    <a:pt x="1" y="93"/>
                    <a:pt x="17" y="147"/>
                  </a:cubicBezTo>
                  <a:cubicBezTo>
                    <a:pt x="17" y="163"/>
                    <a:pt x="34" y="180"/>
                    <a:pt x="50" y="180"/>
                  </a:cubicBezTo>
                  <a:cubicBezTo>
                    <a:pt x="62" y="199"/>
                    <a:pt x="84" y="207"/>
                    <a:pt x="107" y="207"/>
                  </a:cubicBezTo>
                  <a:cubicBezTo>
                    <a:pt x="123" y="207"/>
                    <a:pt x="139" y="203"/>
                    <a:pt x="153" y="196"/>
                  </a:cubicBezTo>
                  <a:cubicBezTo>
                    <a:pt x="190" y="196"/>
                    <a:pt x="207" y="163"/>
                    <a:pt x="223" y="110"/>
                  </a:cubicBezTo>
                  <a:cubicBezTo>
                    <a:pt x="223" y="93"/>
                    <a:pt x="223" y="93"/>
                    <a:pt x="207" y="77"/>
                  </a:cubicBezTo>
                  <a:cubicBezTo>
                    <a:pt x="194" y="23"/>
                    <a:pt x="160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9"/>
            <p:cNvSpPr/>
            <p:nvPr/>
          </p:nvSpPr>
          <p:spPr>
            <a:xfrm>
              <a:off x="4237350" y="3101600"/>
              <a:ext cx="5700" cy="5075"/>
            </a:xfrm>
            <a:custGeom>
              <a:avLst/>
              <a:gdLst/>
              <a:ahLst/>
              <a:cxnLst/>
              <a:rect l="l" t="t" r="r" b="b"/>
              <a:pathLst>
                <a:path w="228" h="203" extrusionOk="0">
                  <a:moveTo>
                    <a:pt x="111" y="0"/>
                  </a:moveTo>
                  <a:cubicBezTo>
                    <a:pt x="98" y="0"/>
                    <a:pt x="84" y="2"/>
                    <a:pt x="70" y="6"/>
                  </a:cubicBezTo>
                  <a:cubicBezTo>
                    <a:pt x="21" y="27"/>
                    <a:pt x="0" y="77"/>
                    <a:pt x="21" y="147"/>
                  </a:cubicBezTo>
                  <a:cubicBezTo>
                    <a:pt x="21" y="147"/>
                    <a:pt x="37" y="163"/>
                    <a:pt x="37" y="180"/>
                  </a:cubicBezTo>
                  <a:cubicBezTo>
                    <a:pt x="61" y="191"/>
                    <a:pt x="84" y="203"/>
                    <a:pt x="115" y="203"/>
                  </a:cubicBezTo>
                  <a:cubicBezTo>
                    <a:pt x="127" y="203"/>
                    <a:pt x="141" y="201"/>
                    <a:pt x="157" y="196"/>
                  </a:cubicBezTo>
                  <a:cubicBezTo>
                    <a:pt x="190" y="180"/>
                    <a:pt x="207" y="147"/>
                    <a:pt x="227" y="110"/>
                  </a:cubicBezTo>
                  <a:cubicBezTo>
                    <a:pt x="227" y="93"/>
                    <a:pt x="227" y="77"/>
                    <a:pt x="207" y="60"/>
                  </a:cubicBezTo>
                  <a:cubicBezTo>
                    <a:pt x="194" y="20"/>
                    <a:pt x="154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9"/>
            <p:cNvSpPr/>
            <p:nvPr/>
          </p:nvSpPr>
          <p:spPr>
            <a:xfrm>
              <a:off x="4243025" y="314000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36" y="0"/>
                  </a:moveTo>
                  <a:cubicBezTo>
                    <a:pt x="66" y="0"/>
                    <a:pt x="17" y="37"/>
                    <a:pt x="17" y="87"/>
                  </a:cubicBezTo>
                  <a:cubicBezTo>
                    <a:pt x="0" y="103"/>
                    <a:pt x="17" y="120"/>
                    <a:pt x="17" y="140"/>
                  </a:cubicBezTo>
                  <a:cubicBezTo>
                    <a:pt x="17" y="157"/>
                    <a:pt x="17" y="157"/>
                    <a:pt x="33" y="173"/>
                  </a:cubicBezTo>
                  <a:cubicBezTo>
                    <a:pt x="50" y="190"/>
                    <a:pt x="66" y="206"/>
                    <a:pt x="103" y="206"/>
                  </a:cubicBezTo>
                  <a:cubicBezTo>
                    <a:pt x="120" y="206"/>
                    <a:pt x="153" y="206"/>
                    <a:pt x="169" y="190"/>
                  </a:cubicBezTo>
                  <a:cubicBezTo>
                    <a:pt x="206" y="173"/>
                    <a:pt x="206" y="140"/>
                    <a:pt x="223" y="120"/>
                  </a:cubicBezTo>
                  <a:cubicBezTo>
                    <a:pt x="223" y="87"/>
                    <a:pt x="223" y="70"/>
                    <a:pt x="206" y="37"/>
                  </a:cubicBezTo>
                  <a:cubicBezTo>
                    <a:pt x="186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9"/>
            <p:cNvSpPr/>
            <p:nvPr/>
          </p:nvSpPr>
          <p:spPr>
            <a:xfrm>
              <a:off x="4238675" y="3089150"/>
              <a:ext cx="5200" cy="5400"/>
            </a:xfrm>
            <a:custGeom>
              <a:avLst/>
              <a:gdLst/>
              <a:ahLst/>
              <a:cxnLst/>
              <a:rect l="l" t="t" r="r" b="b"/>
              <a:pathLst>
                <a:path w="208" h="216" extrusionOk="0">
                  <a:moveTo>
                    <a:pt x="96" y="0"/>
                  </a:moveTo>
                  <a:cubicBezTo>
                    <a:pt x="65" y="0"/>
                    <a:pt x="35" y="13"/>
                    <a:pt x="17" y="43"/>
                  </a:cubicBezTo>
                  <a:cubicBezTo>
                    <a:pt x="1" y="59"/>
                    <a:pt x="1" y="92"/>
                    <a:pt x="1" y="113"/>
                  </a:cubicBezTo>
                  <a:lnTo>
                    <a:pt x="1" y="146"/>
                  </a:lnTo>
                  <a:cubicBezTo>
                    <a:pt x="17" y="162"/>
                    <a:pt x="17" y="179"/>
                    <a:pt x="34" y="179"/>
                  </a:cubicBezTo>
                  <a:cubicBezTo>
                    <a:pt x="71" y="195"/>
                    <a:pt x="88" y="216"/>
                    <a:pt x="121" y="216"/>
                  </a:cubicBezTo>
                  <a:cubicBezTo>
                    <a:pt x="137" y="216"/>
                    <a:pt x="174" y="195"/>
                    <a:pt x="191" y="162"/>
                  </a:cubicBezTo>
                  <a:cubicBezTo>
                    <a:pt x="207" y="146"/>
                    <a:pt x="207" y="129"/>
                    <a:pt x="207" y="92"/>
                  </a:cubicBezTo>
                  <a:cubicBezTo>
                    <a:pt x="207" y="59"/>
                    <a:pt x="191" y="43"/>
                    <a:pt x="174" y="26"/>
                  </a:cubicBezTo>
                  <a:cubicBezTo>
                    <a:pt x="150" y="9"/>
                    <a:pt x="122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9"/>
            <p:cNvSpPr/>
            <p:nvPr/>
          </p:nvSpPr>
          <p:spPr>
            <a:xfrm>
              <a:off x="4235275" y="3116800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20" y="0"/>
                  </a:moveTo>
                  <a:cubicBezTo>
                    <a:pt x="50" y="0"/>
                    <a:pt x="1" y="38"/>
                    <a:pt x="1" y="87"/>
                  </a:cubicBezTo>
                  <a:lnTo>
                    <a:pt x="1" y="157"/>
                  </a:lnTo>
                  <a:cubicBezTo>
                    <a:pt x="17" y="174"/>
                    <a:pt x="50" y="207"/>
                    <a:pt x="83" y="207"/>
                  </a:cubicBezTo>
                  <a:cubicBezTo>
                    <a:pt x="93" y="209"/>
                    <a:pt x="102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3"/>
                    <a:pt x="207" y="70"/>
                    <a:pt x="186" y="54"/>
                  </a:cubicBezTo>
                  <a:cubicBezTo>
                    <a:pt x="170" y="38"/>
                    <a:pt x="13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9"/>
            <p:cNvSpPr/>
            <p:nvPr/>
          </p:nvSpPr>
          <p:spPr>
            <a:xfrm>
              <a:off x="4222825" y="3119775"/>
              <a:ext cx="5575" cy="5425"/>
            </a:xfrm>
            <a:custGeom>
              <a:avLst/>
              <a:gdLst/>
              <a:ahLst/>
              <a:cxnLst/>
              <a:rect l="l" t="t" r="r" b="b"/>
              <a:pathLst>
                <a:path w="223" h="217" extrusionOk="0">
                  <a:moveTo>
                    <a:pt x="103" y="1"/>
                  </a:moveTo>
                  <a:cubicBezTo>
                    <a:pt x="66" y="22"/>
                    <a:pt x="50" y="22"/>
                    <a:pt x="33" y="55"/>
                  </a:cubicBezTo>
                  <a:cubicBezTo>
                    <a:pt x="17" y="71"/>
                    <a:pt x="0" y="104"/>
                    <a:pt x="0" y="125"/>
                  </a:cubicBezTo>
                  <a:cubicBezTo>
                    <a:pt x="17" y="141"/>
                    <a:pt x="17" y="141"/>
                    <a:pt x="17" y="158"/>
                  </a:cubicBezTo>
                  <a:cubicBezTo>
                    <a:pt x="17" y="174"/>
                    <a:pt x="33" y="174"/>
                    <a:pt x="50" y="191"/>
                  </a:cubicBezTo>
                  <a:cubicBezTo>
                    <a:pt x="66" y="207"/>
                    <a:pt x="89" y="217"/>
                    <a:pt x="113" y="217"/>
                  </a:cubicBezTo>
                  <a:cubicBezTo>
                    <a:pt x="141" y="217"/>
                    <a:pt x="169" y="203"/>
                    <a:pt x="190" y="174"/>
                  </a:cubicBezTo>
                  <a:cubicBezTo>
                    <a:pt x="206" y="158"/>
                    <a:pt x="223" y="125"/>
                    <a:pt x="223" y="104"/>
                  </a:cubicBezTo>
                  <a:cubicBezTo>
                    <a:pt x="206" y="71"/>
                    <a:pt x="206" y="55"/>
                    <a:pt x="169" y="38"/>
                  </a:cubicBezTo>
                  <a:cubicBezTo>
                    <a:pt x="153" y="22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9"/>
            <p:cNvSpPr/>
            <p:nvPr/>
          </p:nvSpPr>
          <p:spPr>
            <a:xfrm>
              <a:off x="4216325" y="30717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70" y="1"/>
                    <a:pt x="0" y="34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7" y="190"/>
                    <a:pt x="54" y="207"/>
                    <a:pt x="87" y="207"/>
                  </a:cubicBezTo>
                  <a:cubicBezTo>
                    <a:pt x="120" y="207"/>
                    <a:pt x="140" y="207"/>
                    <a:pt x="173" y="190"/>
                  </a:cubicBezTo>
                  <a:cubicBezTo>
                    <a:pt x="190" y="170"/>
                    <a:pt x="206" y="153"/>
                    <a:pt x="206" y="120"/>
                  </a:cubicBezTo>
                  <a:cubicBezTo>
                    <a:pt x="206" y="87"/>
                    <a:pt x="206" y="67"/>
                    <a:pt x="190" y="50"/>
                  </a:cubicBezTo>
                  <a:cubicBezTo>
                    <a:pt x="173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9"/>
            <p:cNvSpPr/>
            <p:nvPr/>
          </p:nvSpPr>
          <p:spPr>
            <a:xfrm>
              <a:off x="4218075" y="29792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4" y="0"/>
                  </a:moveTo>
                  <a:cubicBezTo>
                    <a:pt x="112" y="0"/>
                    <a:pt x="99" y="2"/>
                    <a:pt x="87" y="7"/>
                  </a:cubicBezTo>
                  <a:cubicBezTo>
                    <a:pt x="17" y="23"/>
                    <a:pt x="0" y="93"/>
                    <a:pt x="17" y="143"/>
                  </a:cubicBezTo>
                  <a:cubicBezTo>
                    <a:pt x="29" y="183"/>
                    <a:pt x="72" y="202"/>
                    <a:pt x="114" y="202"/>
                  </a:cubicBezTo>
                  <a:cubicBezTo>
                    <a:pt x="127" y="202"/>
                    <a:pt x="141" y="200"/>
                    <a:pt x="153" y="196"/>
                  </a:cubicBezTo>
                  <a:cubicBezTo>
                    <a:pt x="207" y="180"/>
                    <a:pt x="240" y="126"/>
                    <a:pt x="207" y="56"/>
                  </a:cubicBezTo>
                  <a:cubicBezTo>
                    <a:pt x="194" y="19"/>
                    <a:pt x="16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9"/>
            <p:cNvSpPr/>
            <p:nvPr/>
          </p:nvSpPr>
          <p:spPr>
            <a:xfrm>
              <a:off x="4215900" y="29921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2" y="0"/>
                  </a:moveTo>
                  <a:cubicBezTo>
                    <a:pt x="83" y="0"/>
                    <a:pt x="54" y="13"/>
                    <a:pt x="34" y="40"/>
                  </a:cubicBezTo>
                  <a:cubicBezTo>
                    <a:pt x="17" y="56"/>
                    <a:pt x="1" y="94"/>
                    <a:pt x="1" y="110"/>
                  </a:cubicBezTo>
                  <a:cubicBezTo>
                    <a:pt x="1" y="127"/>
                    <a:pt x="17" y="127"/>
                    <a:pt x="17" y="143"/>
                  </a:cubicBezTo>
                  <a:cubicBezTo>
                    <a:pt x="17" y="159"/>
                    <a:pt x="34" y="180"/>
                    <a:pt x="54" y="180"/>
                  </a:cubicBezTo>
                  <a:cubicBezTo>
                    <a:pt x="69" y="195"/>
                    <a:pt x="91" y="203"/>
                    <a:pt x="113" y="203"/>
                  </a:cubicBezTo>
                  <a:cubicBezTo>
                    <a:pt x="142" y="203"/>
                    <a:pt x="172" y="190"/>
                    <a:pt x="190" y="159"/>
                  </a:cubicBezTo>
                  <a:cubicBezTo>
                    <a:pt x="207" y="143"/>
                    <a:pt x="223" y="127"/>
                    <a:pt x="207" y="94"/>
                  </a:cubicBezTo>
                  <a:cubicBezTo>
                    <a:pt x="207" y="56"/>
                    <a:pt x="207" y="40"/>
                    <a:pt x="174" y="23"/>
                  </a:cubicBezTo>
                  <a:cubicBezTo>
                    <a:pt x="157" y="9"/>
                    <a:pt x="135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9"/>
            <p:cNvSpPr/>
            <p:nvPr/>
          </p:nvSpPr>
          <p:spPr>
            <a:xfrm>
              <a:off x="4218900" y="29650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0" y="1"/>
                  </a:moveTo>
                  <a:cubicBezTo>
                    <a:pt x="96" y="1"/>
                    <a:pt x="83" y="3"/>
                    <a:pt x="70" y="7"/>
                  </a:cubicBezTo>
                  <a:cubicBezTo>
                    <a:pt x="17" y="27"/>
                    <a:pt x="0" y="77"/>
                    <a:pt x="17" y="147"/>
                  </a:cubicBezTo>
                  <a:cubicBezTo>
                    <a:pt x="32" y="184"/>
                    <a:pt x="73" y="202"/>
                    <a:pt x="115" y="202"/>
                  </a:cubicBezTo>
                  <a:cubicBezTo>
                    <a:pt x="129" y="202"/>
                    <a:pt x="144" y="200"/>
                    <a:pt x="157" y="196"/>
                  </a:cubicBezTo>
                  <a:cubicBezTo>
                    <a:pt x="207" y="180"/>
                    <a:pt x="223" y="110"/>
                    <a:pt x="207" y="60"/>
                  </a:cubicBezTo>
                  <a:cubicBezTo>
                    <a:pt x="194" y="20"/>
                    <a:pt x="151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9"/>
            <p:cNvSpPr/>
            <p:nvPr/>
          </p:nvSpPr>
          <p:spPr>
            <a:xfrm>
              <a:off x="4220650" y="30438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4" y="0"/>
                    <a:pt x="71" y="0"/>
                    <a:pt x="50" y="17"/>
                  </a:cubicBezTo>
                  <a:cubicBezTo>
                    <a:pt x="17" y="33"/>
                    <a:pt x="17" y="50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53"/>
                  </a:lnTo>
                  <a:cubicBezTo>
                    <a:pt x="33" y="190"/>
                    <a:pt x="71" y="190"/>
                    <a:pt x="87" y="207"/>
                  </a:cubicBezTo>
                  <a:cubicBezTo>
                    <a:pt x="153" y="207"/>
                    <a:pt x="207" y="174"/>
                    <a:pt x="207" y="120"/>
                  </a:cubicBezTo>
                  <a:cubicBezTo>
                    <a:pt x="223" y="87"/>
                    <a:pt x="207" y="70"/>
                    <a:pt x="190" y="33"/>
                  </a:cubicBezTo>
                  <a:cubicBezTo>
                    <a:pt x="174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9"/>
            <p:cNvSpPr/>
            <p:nvPr/>
          </p:nvSpPr>
          <p:spPr>
            <a:xfrm>
              <a:off x="4221475" y="303012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20" y="0"/>
                  </a:moveTo>
                  <a:cubicBezTo>
                    <a:pt x="120" y="0"/>
                    <a:pt x="104" y="0"/>
                    <a:pt x="87" y="17"/>
                  </a:cubicBezTo>
                  <a:cubicBezTo>
                    <a:pt x="17" y="33"/>
                    <a:pt x="0" y="83"/>
                    <a:pt x="17" y="153"/>
                  </a:cubicBezTo>
                  <a:cubicBezTo>
                    <a:pt x="32" y="193"/>
                    <a:pt x="74" y="212"/>
                    <a:pt x="116" y="212"/>
                  </a:cubicBezTo>
                  <a:cubicBezTo>
                    <a:pt x="130" y="212"/>
                    <a:pt x="144" y="210"/>
                    <a:pt x="157" y="206"/>
                  </a:cubicBezTo>
                  <a:cubicBezTo>
                    <a:pt x="174" y="206"/>
                    <a:pt x="190" y="186"/>
                    <a:pt x="190" y="169"/>
                  </a:cubicBezTo>
                  <a:cubicBezTo>
                    <a:pt x="223" y="153"/>
                    <a:pt x="223" y="103"/>
                    <a:pt x="223" y="66"/>
                  </a:cubicBezTo>
                  <a:cubicBezTo>
                    <a:pt x="207" y="33"/>
                    <a:pt x="174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9"/>
            <p:cNvSpPr/>
            <p:nvPr/>
          </p:nvSpPr>
          <p:spPr>
            <a:xfrm>
              <a:off x="4215500" y="3006400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36" y="1"/>
                  </a:moveTo>
                  <a:cubicBezTo>
                    <a:pt x="87" y="1"/>
                    <a:pt x="33" y="21"/>
                    <a:pt x="17" y="71"/>
                  </a:cubicBezTo>
                  <a:lnTo>
                    <a:pt x="17" y="87"/>
                  </a:lnTo>
                  <a:cubicBezTo>
                    <a:pt x="0" y="104"/>
                    <a:pt x="17" y="124"/>
                    <a:pt x="17" y="141"/>
                  </a:cubicBezTo>
                  <a:cubicBezTo>
                    <a:pt x="33" y="174"/>
                    <a:pt x="50" y="190"/>
                    <a:pt x="70" y="207"/>
                  </a:cubicBezTo>
                  <a:lnTo>
                    <a:pt x="103" y="207"/>
                  </a:lnTo>
                  <a:cubicBezTo>
                    <a:pt x="111" y="210"/>
                    <a:pt x="118" y="211"/>
                    <a:pt x="126" y="211"/>
                  </a:cubicBezTo>
                  <a:cubicBezTo>
                    <a:pt x="168" y="211"/>
                    <a:pt x="209" y="166"/>
                    <a:pt x="223" y="124"/>
                  </a:cubicBezTo>
                  <a:cubicBezTo>
                    <a:pt x="223" y="87"/>
                    <a:pt x="223" y="71"/>
                    <a:pt x="206" y="54"/>
                  </a:cubicBezTo>
                  <a:cubicBezTo>
                    <a:pt x="190" y="2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9"/>
            <p:cNvSpPr/>
            <p:nvPr/>
          </p:nvSpPr>
          <p:spPr>
            <a:xfrm>
              <a:off x="4216325" y="3087625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03" y="1"/>
                  </a:moveTo>
                  <a:cubicBezTo>
                    <a:pt x="70" y="1"/>
                    <a:pt x="54" y="17"/>
                    <a:pt x="37" y="50"/>
                  </a:cubicBezTo>
                  <a:cubicBezTo>
                    <a:pt x="17" y="71"/>
                    <a:pt x="0" y="87"/>
                    <a:pt x="0" y="120"/>
                  </a:cubicBezTo>
                  <a:cubicBezTo>
                    <a:pt x="0" y="120"/>
                    <a:pt x="0" y="137"/>
                    <a:pt x="17" y="137"/>
                  </a:cubicBezTo>
                  <a:cubicBezTo>
                    <a:pt x="17" y="153"/>
                    <a:pt x="37" y="174"/>
                    <a:pt x="54" y="190"/>
                  </a:cubicBezTo>
                  <a:cubicBezTo>
                    <a:pt x="69" y="205"/>
                    <a:pt x="91" y="213"/>
                    <a:pt x="114" y="213"/>
                  </a:cubicBezTo>
                  <a:cubicBezTo>
                    <a:pt x="142" y="213"/>
                    <a:pt x="172" y="201"/>
                    <a:pt x="190" y="174"/>
                  </a:cubicBezTo>
                  <a:cubicBezTo>
                    <a:pt x="223" y="120"/>
                    <a:pt x="223" y="71"/>
                    <a:pt x="173" y="34"/>
                  </a:cubicBezTo>
                  <a:cubicBezTo>
                    <a:pt x="157" y="17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9"/>
            <p:cNvSpPr/>
            <p:nvPr/>
          </p:nvSpPr>
          <p:spPr>
            <a:xfrm>
              <a:off x="4218475" y="3057600"/>
              <a:ext cx="5200" cy="5100"/>
            </a:xfrm>
            <a:custGeom>
              <a:avLst/>
              <a:gdLst/>
              <a:ahLst/>
              <a:cxnLst/>
              <a:rect l="l" t="t" r="r" b="b"/>
              <a:pathLst>
                <a:path w="208" h="204" extrusionOk="0">
                  <a:moveTo>
                    <a:pt x="103" y="1"/>
                  </a:moveTo>
                  <a:cubicBezTo>
                    <a:pt x="75" y="1"/>
                    <a:pt x="47" y="15"/>
                    <a:pt x="17" y="35"/>
                  </a:cubicBezTo>
                  <a:cubicBezTo>
                    <a:pt x="1" y="68"/>
                    <a:pt x="1" y="84"/>
                    <a:pt x="1" y="117"/>
                  </a:cubicBezTo>
                  <a:cubicBezTo>
                    <a:pt x="1" y="117"/>
                    <a:pt x="1" y="138"/>
                    <a:pt x="17" y="138"/>
                  </a:cubicBezTo>
                  <a:cubicBezTo>
                    <a:pt x="17" y="154"/>
                    <a:pt x="34" y="171"/>
                    <a:pt x="34" y="187"/>
                  </a:cubicBezTo>
                  <a:cubicBezTo>
                    <a:pt x="71" y="204"/>
                    <a:pt x="87" y="204"/>
                    <a:pt x="120" y="204"/>
                  </a:cubicBezTo>
                  <a:cubicBezTo>
                    <a:pt x="158" y="204"/>
                    <a:pt x="174" y="187"/>
                    <a:pt x="191" y="171"/>
                  </a:cubicBezTo>
                  <a:cubicBezTo>
                    <a:pt x="207" y="154"/>
                    <a:pt x="207" y="117"/>
                    <a:pt x="207" y="101"/>
                  </a:cubicBezTo>
                  <a:cubicBezTo>
                    <a:pt x="207" y="68"/>
                    <a:pt x="191" y="51"/>
                    <a:pt x="174" y="35"/>
                  </a:cubicBezTo>
                  <a:cubicBezTo>
                    <a:pt x="150" y="10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9"/>
            <p:cNvSpPr/>
            <p:nvPr/>
          </p:nvSpPr>
          <p:spPr>
            <a:xfrm>
              <a:off x="4296625" y="3057125"/>
              <a:ext cx="5675" cy="5200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87" y="0"/>
                  </a:moveTo>
                  <a:cubicBezTo>
                    <a:pt x="70" y="0"/>
                    <a:pt x="37" y="17"/>
                    <a:pt x="21" y="33"/>
                  </a:cubicBezTo>
                  <a:cubicBezTo>
                    <a:pt x="0" y="70"/>
                    <a:pt x="0" y="87"/>
                    <a:pt x="0" y="120"/>
                  </a:cubicBezTo>
                  <a:lnTo>
                    <a:pt x="0" y="136"/>
                  </a:lnTo>
                  <a:cubicBezTo>
                    <a:pt x="21" y="157"/>
                    <a:pt x="21" y="173"/>
                    <a:pt x="37" y="190"/>
                  </a:cubicBezTo>
                  <a:cubicBezTo>
                    <a:pt x="56" y="203"/>
                    <a:pt x="78" y="208"/>
                    <a:pt x="100" y="208"/>
                  </a:cubicBezTo>
                  <a:cubicBezTo>
                    <a:pt x="135" y="208"/>
                    <a:pt x="169" y="194"/>
                    <a:pt x="190" y="173"/>
                  </a:cubicBezTo>
                  <a:cubicBezTo>
                    <a:pt x="227" y="120"/>
                    <a:pt x="206" y="70"/>
                    <a:pt x="173" y="17"/>
                  </a:cubicBezTo>
                  <a:cubicBezTo>
                    <a:pt x="140" y="0"/>
                    <a:pt x="12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9"/>
            <p:cNvSpPr/>
            <p:nvPr/>
          </p:nvSpPr>
          <p:spPr>
            <a:xfrm>
              <a:off x="4363200" y="30919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4"/>
                    <a:pt x="0" y="83"/>
                  </a:cubicBezTo>
                  <a:cubicBezTo>
                    <a:pt x="0" y="104"/>
                    <a:pt x="0" y="137"/>
                    <a:pt x="17" y="153"/>
                  </a:cubicBezTo>
                  <a:lnTo>
                    <a:pt x="38" y="170"/>
                  </a:lnTo>
                  <a:cubicBezTo>
                    <a:pt x="54" y="186"/>
                    <a:pt x="71" y="207"/>
                    <a:pt x="104" y="207"/>
                  </a:cubicBezTo>
                  <a:cubicBezTo>
                    <a:pt x="112" y="210"/>
                    <a:pt x="121" y="211"/>
                    <a:pt x="129" y="211"/>
                  </a:cubicBezTo>
                  <a:cubicBezTo>
                    <a:pt x="172" y="211"/>
                    <a:pt x="209" y="176"/>
                    <a:pt x="223" y="120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9"/>
            <p:cNvSpPr/>
            <p:nvPr/>
          </p:nvSpPr>
          <p:spPr>
            <a:xfrm>
              <a:off x="4383400" y="3045575"/>
              <a:ext cx="3025" cy="5175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120" y="0"/>
                  </a:moveTo>
                  <a:cubicBezTo>
                    <a:pt x="104" y="0"/>
                    <a:pt x="87" y="17"/>
                    <a:pt x="71" y="17"/>
                  </a:cubicBezTo>
                  <a:cubicBezTo>
                    <a:pt x="17" y="33"/>
                    <a:pt x="1" y="104"/>
                    <a:pt x="17" y="153"/>
                  </a:cubicBezTo>
                  <a:cubicBezTo>
                    <a:pt x="17" y="170"/>
                    <a:pt x="34" y="170"/>
                    <a:pt x="54" y="186"/>
                  </a:cubicBezTo>
                  <a:cubicBezTo>
                    <a:pt x="71" y="207"/>
                    <a:pt x="87" y="207"/>
                    <a:pt x="120" y="207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9"/>
            <p:cNvSpPr/>
            <p:nvPr/>
          </p:nvSpPr>
          <p:spPr>
            <a:xfrm>
              <a:off x="4122725" y="310850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6" y="0"/>
                  </a:moveTo>
                  <a:cubicBezTo>
                    <a:pt x="65" y="0"/>
                    <a:pt x="35" y="12"/>
                    <a:pt x="17" y="40"/>
                  </a:cubicBezTo>
                  <a:cubicBezTo>
                    <a:pt x="1" y="60"/>
                    <a:pt x="1" y="77"/>
                    <a:pt x="1" y="110"/>
                  </a:cubicBezTo>
                  <a:lnTo>
                    <a:pt x="1" y="143"/>
                  </a:lnTo>
                  <a:lnTo>
                    <a:pt x="34" y="180"/>
                  </a:lnTo>
                  <a:cubicBezTo>
                    <a:pt x="58" y="195"/>
                    <a:pt x="84" y="203"/>
                    <a:pt x="110" y="203"/>
                  </a:cubicBezTo>
                  <a:cubicBezTo>
                    <a:pt x="141" y="203"/>
                    <a:pt x="170" y="191"/>
                    <a:pt x="190" y="163"/>
                  </a:cubicBezTo>
                  <a:cubicBezTo>
                    <a:pt x="207" y="143"/>
                    <a:pt x="207" y="110"/>
                    <a:pt x="207" y="93"/>
                  </a:cubicBezTo>
                  <a:cubicBezTo>
                    <a:pt x="207" y="60"/>
                    <a:pt x="190" y="40"/>
                    <a:pt x="174" y="23"/>
                  </a:cubicBezTo>
                  <a:cubicBezTo>
                    <a:pt x="150" y="8"/>
                    <a:pt x="122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9"/>
            <p:cNvSpPr/>
            <p:nvPr/>
          </p:nvSpPr>
          <p:spPr>
            <a:xfrm>
              <a:off x="4383000" y="2999200"/>
              <a:ext cx="850" cy="2075"/>
            </a:xfrm>
            <a:custGeom>
              <a:avLst/>
              <a:gdLst/>
              <a:ahLst/>
              <a:cxnLst/>
              <a:rect l="l" t="t" r="r" b="b"/>
              <a:pathLst>
                <a:path w="34" h="83" extrusionOk="0">
                  <a:moveTo>
                    <a:pt x="33" y="0"/>
                  </a:moveTo>
                  <a:lnTo>
                    <a:pt x="33" y="0"/>
                  </a:lnTo>
                  <a:cubicBezTo>
                    <a:pt x="33" y="17"/>
                    <a:pt x="17" y="50"/>
                    <a:pt x="0" y="83"/>
                  </a:cubicBezTo>
                  <a:lnTo>
                    <a:pt x="17" y="66"/>
                  </a:lnTo>
                  <a:cubicBezTo>
                    <a:pt x="33" y="50"/>
                    <a:pt x="33" y="17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9"/>
            <p:cNvSpPr/>
            <p:nvPr/>
          </p:nvSpPr>
          <p:spPr>
            <a:xfrm>
              <a:off x="4369275" y="30662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67" y="0"/>
                    <a:pt x="17" y="33"/>
                    <a:pt x="1" y="83"/>
                  </a:cubicBezTo>
                  <a:lnTo>
                    <a:pt x="1" y="153"/>
                  </a:lnTo>
                  <a:cubicBezTo>
                    <a:pt x="17" y="153"/>
                    <a:pt x="17" y="169"/>
                    <a:pt x="17" y="169"/>
                  </a:cubicBezTo>
                  <a:cubicBezTo>
                    <a:pt x="34" y="186"/>
                    <a:pt x="67" y="206"/>
                    <a:pt x="83" y="206"/>
                  </a:cubicBezTo>
                  <a:cubicBezTo>
                    <a:pt x="94" y="209"/>
                    <a:pt x="105" y="210"/>
                    <a:pt x="115" y="210"/>
                  </a:cubicBezTo>
                  <a:cubicBezTo>
                    <a:pt x="169" y="210"/>
                    <a:pt x="207" y="175"/>
                    <a:pt x="207" y="120"/>
                  </a:cubicBezTo>
                  <a:cubicBezTo>
                    <a:pt x="207" y="103"/>
                    <a:pt x="207" y="66"/>
                    <a:pt x="186" y="50"/>
                  </a:cubicBezTo>
                  <a:cubicBezTo>
                    <a:pt x="170" y="33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9"/>
            <p:cNvSpPr/>
            <p:nvPr/>
          </p:nvSpPr>
          <p:spPr>
            <a:xfrm>
              <a:off x="4376500" y="30106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3" y="1"/>
                  </a:moveTo>
                  <a:cubicBezTo>
                    <a:pt x="58" y="1"/>
                    <a:pt x="18" y="44"/>
                    <a:pt x="0" y="91"/>
                  </a:cubicBezTo>
                  <a:lnTo>
                    <a:pt x="0" y="140"/>
                  </a:lnTo>
                  <a:cubicBezTo>
                    <a:pt x="21" y="140"/>
                    <a:pt x="21" y="161"/>
                    <a:pt x="21" y="161"/>
                  </a:cubicBezTo>
                  <a:cubicBezTo>
                    <a:pt x="37" y="194"/>
                    <a:pt x="54" y="210"/>
                    <a:pt x="87" y="210"/>
                  </a:cubicBezTo>
                  <a:cubicBezTo>
                    <a:pt x="124" y="210"/>
                    <a:pt x="140" y="210"/>
                    <a:pt x="173" y="194"/>
                  </a:cubicBezTo>
                  <a:cubicBezTo>
                    <a:pt x="190" y="177"/>
                    <a:pt x="206" y="140"/>
                    <a:pt x="206" y="124"/>
                  </a:cubicBezTo>
                  <a:cubicBezTo>
                    <a:pt x="206" y="91"/>
                    <a:pt x="206" y="74"/>
                    <a:pt x="190" y="37"/>
                  </a:cubicBezTo>
                  <a:cubicBezTo>
                    <a:pt x="173" y="20"/>
                    <a:pt x="157" y="4"/>
                    <a:pt x="124" y="4"/>
                  </a:cubicBezTo>
                  <a:cubicBezTo>
                    <a:pt x="117" y="2"/>
                    <a:pt x="11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9"/>
            <p:cNvSpPr/>
            <p:nvPr/>
          </p:nvSpPr>
          <p:spPr>
            <a:xfrm>
              <a:off x="4376500" y="3026600"/>
              <a:ext cx="5700" cy="5225"/>
            </a:xfrm>
            <a:custGeom>
              <a:avLst/>
              <a:gdLst/>
              <a:ahLst/>
              <a:cxnLst/>
              <a:rect l="l" t="t" r="r" b="b"/>
              <a:pathLst>
                <a:path w="228" h="209" extrusionOk="0">
                  <a:moveTo>
                    <a:pt x="103" y="1"/>
                  </a:moveTo>
                  <a:cubicBezTo>
                    <a:pt x="70" y="1"/>
                    <a:pt x="54" y="17"/>
                    <a:pt x="37" y="38"/>
                  </a:cubicBezTo>
                  <a:cubicBezTo>
                    <a:pt x="21" y="54"/>
                    <a:pt x="0" y="87"/>
                    <a:pt x="0" y="120"/>
                  </a:cubicBezTo>
                  <a:lnTo>
                    <a:pt x="21" y="141"/>
                  </a:lnTo>
                  <a:cubicBezTo>
                    <a:pt x="21" y="158"/>
                    <a:pt x="37" y="174"/>
                    <a:pt x="54" y="191"/>
                  </a:cubicBezTo>
                  <a:cubicBezTo>
                    <a:pt x="66" y="203"/>
                    <a:pt x="85" y="209"/>
                    <a:pt x="104" y="209"/>
                  </a:cubicBezTo>
                  <a:cubicBezTo>
                    <a:pt x="135" y="209"/>
                    <a:pt x="170" y="194"/>
                    <a:pt x="190" y="174"/>
                  </a:cubicBezTo>
                  <a:cubicBezTo>
                    <a:pt x="227" y="120"/>
                    <a:pt x="227" y="54"/>
                    <a:pt x="173" y="17"/>
                  </a:cubicBez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9"/>
            <p:cNvSpPr/>
            <p:nvPr/>
          </p:nvSpPr>
          <p:spPr>
            <a:xfrm>
              <a:off x="4370100" y="3052375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20" y="1"/>
                  </a:moveTo>
                  <a:cubicBezTo>
                    <a:pt x="71" y="1"/>
                    <a:pt x="17" y="38"/>
                    <a:pt x="1" y="87"/>
                  </a:cubicBezTo>
                  <a:lnTo>
                    <a:pt x="1" y="141"/>
                  </a:lnTo>
                  <a:cubicBezTo>
                    <a:pt x="1" y="141"/>
                    <a:pt x="17" y="141"/>
                    <a:pt x="17" y="157"/>
                  </a:cubicBezTo>
                  <a:lnTo>
                    <a:pt x="17" y="174"/>
                  </a:lnTo>
                  <a:cubicBezTo>
                    <a:pt x="34" y="190"/>
                    <a:pt x="71" y="207"/>
                    <a:pt x="87" y="207"/>
                  </a:cubicBezTo>
                  <a:cubicBezTo>
                    <a:pt x="97" y="212"/>
                    <a:pt x="107" y="214"/>
                    <a:pt x="116" y="214"/>
                  </a:cubicBezTo>
                  <a:cubicBezTo>
                    <a:pt x="139" y="214"/>
                    <a:pt x="159" y="202"/>
                    <a:pt x="174" y="190"/>
                  </a:cubicBezTo>
                  <a:cubicBezTo>
                    <a:pt x="190" y="174"/>
                    <a:pt x="207" y="157"/>
                    <a:pt x="207" y="120"/>
                  </a:cubicBezTo>
                  <a:cubicBezTo>
                    <a:pt x="223" y="104"/>
                    <a:pt x="207" y="71"/>
                    <a:pt x="207" y="54"/>
                  </a:cubicBezTo>
                  <a:cubicBezTo>
                    <a:pt x="190" y="38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9"/>
            <p:cNvSpPr/>
            <p:nvPr/>
          </p:nvSpPr>
          <p:spPr>
            <a:xfrm>
              <a:off x="4371350" y="3038500"/>
              <a:ext cx="5675" cy="5350"/>
            </a:xfrm>
            <a:custGeom>
              <a:avLst/>
              <a:gdLst/>
              <a:ahLst/>
              <a:cxnLst/>
              <a:rect l="l" t="t" r="r" b="b"/>
              <a:pathLst>
                <a:path w="227" h="214" extrusionOk="0">
                  <a:moveTo>
                    <a:pt x="103" y="0"/>
                  </a:moveTo>
                  <a:cubicBezTo>
                    <a:pt x="85" y="0"/>
                    <a:pt x="65" y="12"/>
                    <a:pt x="54" y="24"/>
                  </a:cubicBezTo>
                  <a:cubicBezTo>
                    <a:pt x="37" y="40"/>
                    <a:pt x="21" y="57"/>
                    <a:pt x="0" y="94"/>
                  </a:cubicBezTo>
                  <a:cubicBezTo>
                    <a:pt x="0" y="110"/>
                    <a:pt x="0" y="127"/>
                    <a:pt x="21" y="143"/>
                  </a:cubicBezTo>
                  <a:cubicBezTo>
                    <a:pt x="21" y="143"/>
                    <a:pt x="21" y="160"/>
                    <a:pt x="37" y="160"/>
                  </a:cubicBezTo>
                  <a:cubicBezTo>
                    <a:pt x="37" y="180"/>
                    <a:pt x="70" y="197"/>
                    <a:pt x="103" y="213"/>
                  </a:cubicBezTo>
                  <a:cubicBezTo>
                    <a:pt x="157" y="213"/>
                    <a:pt x="206" y="180"/>
                    <a:pt x="206" y="127"/>
                  </a:cubicBezTo>
                  <a:cubicBezTo>
                    <a:pt x="227" y="94"/>
                    <a:pt x="206" y="57"/>
                    <a:pt x="190" y="40"/>
                  </a:cubicBezTo>
                  <a:cubicBezTo>
                    <a:pt x="173" y="24"/>
                    <a:pt x="157" y="7"/>
                    <a:pt x="124" y="7"/>
                  </a:cubicBezTo>
                  <a:cubicBezTo>
                    <a:pt x="118" y="2"/>
                    <a:pt x="111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9"/>
            <p:cNvSpPr/>
            <p:nvPr/>
          </p:nvSpPr>
          <p:spPr>
            <a:xfrm>
              <a:off x="4227550" y="31580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50" y="1"/>
                    <a:pt x="1" y="38"/>
                    <a:pt x="1" y="87"/>
                  </a:cubicBezTo>
                  <a:lnTo>
                    <a:pt x="1" y="157"/>
                  </a:lnTo>
                  <a:cubicBezTo>
                    <a:pt x="1" y="157"/>
                    <a:pt x="1" y="174"/>
                    <a:pt x="17" y="174"/>
                  </a:cubicBezTo>
                  <a:cubicBezTo>
                    <a:pt x="34" y="190"/>
                    <a:pt x="50" y="207"/>
                    <a:pt x="83" y="207"/>
                  </a:cubicBezTo>
                  <a:cubicBezTo>
                    <a:pt x="92" y="210"/>
                    <a:pt x="101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4"/>
                    <a:pt x="207" y="71"/>
                    <a:pt x="186" y="54"/>
                  </a:cubicBezTo>
                  <a:cubicBezTo>
                    <a:pt x="170" y="38"/>
                    <a:pt x="13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9"/>
            <p:cNvSpPr/>
            <p:nvPr/>
          </p:nvSpPr>
          <p:spPr>
            <a:xfrm>
              <a:off x="4385975" y="3192875"/>
              <a:ext cx="450" cy="1675"/>
            </a:xfrm>
            <a:custGeom>
              <a:avLst/>
              <a:gdLst/>
              <a:ahLst/>
              <a:cxnLst/>
              <a:rect l="l" t="t" r="r" b="b"/>
              <a:pathLst>
                <a:path w="18" h="67" extrusionOk="0">
                  <a:moveTo>
                    <a:pt x="17" y="0"/>
                  </a:moveTo>
                  <a:cubicBezTo>
                    <a:pt x="17" y="0"/>
                    <a:pt x="17" y="17"/>
                    <a:pt x="1" y="17"/>
                  </a:cubicBezTo>
                  <a:cubicBezTo>
                    <a:pt x="1" y="33"/>
                    <a:pt x="1" y="50"/>
                    <a:pt x="17" y="66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9"/>
            <p:cNvSpPr/>
            <p:nvPr/>
          </p:nvSpPr>
          <p:spPr>
            <a:xfrm>
              <a:off x="4115000" y="3227600"/>
              <a:ext cx="6000" cy="5325"/>
            </a:xfrm>
            <a:custGeom>
              <a:avLst/>
              <a:gdLst/>
              <a:ahLst/>
              <a:cxnLst/>
              <a:rect l="l" t="t" r="r" b="b"/>
              <a:pathLst>
                <a:path w="240" h="213" extrusionOk="0">
                  <a:moveTo>
                    <a:pt x="137" y="1"/>
                  </a:moveTo>
                  <a:cubicBezTo>
                    <a:pt x="120" y="1"/>
                    <a:pt x="104" y="1"/>
                    <a:pt x="87" y="17"/>
                  </a:cubicBezTo>
                  <a:cubicBezTo>
                    <a:pt x="33" y="38"/>
                    <a:pt x="1" y="87"/>
                    <a:pt x="17" y="157"/>
                  </a:cubicBezTo>
                  <a:cubicBezTo>
                    <a:pt x="42" y="194"/>
                    <a:pt x="78" y="213"/>
                    <a:pt x="116" y="213"/>
                  </a:cubicBezTo>
                  <a:cubicBezTo>
                    <a:pt x="128" y="213"/>
                    <a:pt x="141" y="211"/>
                    <a:pt x="153" y="207"/>
                  </a:cubicBezTo>
                  <a:cubicBezTo>
                    <a:pt x="174" y="207"/>
                    <a:pt x="190" y="190"/>
                    <a:pt x="207" y="174"/>
                  </a:cubicBezTo>
                  <a:cubicBezTo>
                    <a:pt x="223" y="157"/>
                    <a:pt x="240" y="104"/>
                    <a:pt x="223" y="71"/>
                  </a:cubicBezTo>
                  <a:cubicBezTo>
                    <a:pt x="207" y="38"/>
                    <a:pt x="174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9"/>
            <p:cNvSpPr/>
            <p:nvPr/>
          </p:nvSpPr>
          <p:spPr>
            <a:xfrm>
              <a:off x="4174675" y="3256875"/>
              <a:ext cx="4775" cy="2075"/>
            </a:xfrm>
            <a:custGeom>
              <a:avLst/>
              <a:gdLst/>
              <a:ahLst/>
              <a:cxnLst/>
              <a:rect l="l" t="t" r="r" b="b"/>
              <a:pathLst>
                <a:path w="191" h="83" extrusionOk="0">
                  <a:moveTo>
                    <a:pt x="104" y="0"/>
                  </a:moveTo>
                  <a:cubicBezTo>
                    <a:pt x="71" y="0"/>
                    <a:pt x="34" y="17"/>
                    <a:pt x="1" y="33"/>
                  </a:cubicBezTo>
                  <a:cubicBezTo>
                    <a:pt x="71" y="50"/>
                    <a:pt x="120" y="66"/>
                    <a:pt x="190" y="83"/>
                  </a:cubicBezTo>
                  <a:cubicBezTo>
                    <a:pt x="190" y="66"/>
                    <a:pt x="174" y="66"/>
                    <a:pt x="174" y="50"/>
                  </a:cubicBezTo>
                  <a:cubicBezTo>
                    <a:pt x="157" y="33"/>
                    <a:pt x="120" y="17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9"/>
            <p:cNvSpPr/>
            <p:nvPr/>
          </p:nvSpPr>
          <p:spPr>
            <a:xfrm>
              <a:off x="4006350" y="2982800"/>
              <a:ext cx="3450" cy="4775"/>
            </a:xfrm>
            <a:custGeom>
              <a:avLst/>
              <a:gdLst/>
              <a:ahLst/>
              <a:cxnLst/>
              <a:rect l="l" t="t" r="r" b="b"/>
              <a:pathLst>
                <a:path w="138" h="191" extrusionOk="0">
                  <a:moveTo>
                    <a:pt x="104" y="1"/>
                  </a:moveTo>
                  <a:cubicBezTo>
                    <a:pt x="67" y="71"/>
                    <a:pt x="34" y="120"/>
                    <a:pt x="1" y="174"/>
                  </a:cubicBezTo>
                  <a:cubicBezTo>
                    <a:pt x="17" y="190"/>
                    <a:pt x="34" y="190"/>
                    <a:pt x="50" y="190"/>
                  </a:cubicBezTo>
                  <a:cubicBezTo>
                    <a:pt x="67" y="190"/>
                    <a:pt x="104" y="174"/>
                    <a:pt x="121" y="157"/>
                  </a:cubicBezTo>
                  <a:cubicBezTo>
                    <a:pt x="137" y="120"/>
                    <a:pt x="137" y="104"/>
                    <a:pt x="137" y="71"/>
                  </a:cubicBezTo>
                  <a:cubicBezTo>
                    <a:pt x="137" y="54"/>
                    <a:pt x="121" y="17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9"/>
            <p:cNvSpPr/>
            <p:nvPr/>
          </p:nvSpPr>
          <p:spPr>
            <a:xfrm>
              <a:off x="4361550" y="3029600"/>
              <a:ext cx="4250" cy="4425"/>
            </a:xfrm>
            <a:custGeom>
              <a:avLst/>
              <a:gdLst/>
              <a:ahLst/>
              <a:cxnLst/>
              <a:rect l="l" t="t" r="r" b="b"/>
              <a:pathLst>
                <a:path w="170" h="177" extrusionOk="0">
                  <a:moveTo>
                    <a:pt x="137" y="0"/>
                  </a:moveTo>
                  <a:cubicBezTo>
                    <a:pt x="83" y="54"/>
                    <a:pt x="50" y="104"/>
                    <a:pt x="0" y="157"/>
                  </a:cubicBezTo>
                  <a:cubicBezTo>
                    <a:pt x="17" y="174"/>
                    <a:pt x="33" y="174"/>
                    <a:pt x="50" y="174"/>
                  </a:cubicBezTo>
                  <a:cubicBezTo>
                    <a:pt x="59" y="176"/>
                    <a:pt x="68" y="177"/>
                    <a:pt x="77" y="177"/>
                  </a:cubicBezTo>
                  <a:cubicBezTo>
                    <a:pt x="132" y="177"/>
                    <a:pt x="170" y="133"/>
                    <a:pt x="170" y="87"/>
                  </a:cubicBezTo>
                  <a:cubicBezTo>
                    <a:pt x="170" y="71"/>
                    <a:pt x="170" y="38"/>
                    <a:pt x="153" y="21"/>
                  </a:cubicBezTo>
                  <a:cubicBezTo>
                    <a:pt x="153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9"/>
            <p:cNvSpPr/>
            <p:nvPr/>
          </p:nvSpPr>
          <p:spPr>
            <a:xfrm>
              <a:off x="4230125" y="3221525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3" y="0"/>
                  </a:moveTo>
                  <a:cubicBezTo>
                    <a:pt x="51" y="0"/>
                    <a:pt x="14" y="33"/>
                    <a:pt x="1" y="91"/>
                  </a:cubicBezTo>
                  <a:lnTo>
                    <a:pt x="1" y="140"/>
                  </a:lnTo>
                  <a:cubicBezTo>
                    <a:pt x="17" y="140"/>
                    <a:pt x="17" y="157"/>
                    <a:pt x="17" y="157"/>
                  </a:cubicBezTo>
                  <a:cubicBezTo>
                    <a:pt x="34" y="178"/>
                    <a:pt x="67" y="194"/>
                    <a:pt x="83" y="194"/>
                  </a:cubicBezTo>
                  <a:cubicBezTo>
                    <a:pt x="95" y="197"/>
                    <a:pt x="107" y="198"/>
                    <a:pt x="117" y="198"/>
                  </a:cubicBezTo>
                  <a:cubicBezTo>
                    <a:pt x="170" y="198"/>
                    <a:pt x="207" y="166"/>
                    <a:pt x="207" y="107"/>
                  </a:cubicBezTo>
                  <a:cubicBezTo>
                    <a:pt x="207" y="91"/>
                    <a:pt x="207" y="54"/>
                    <a:pt x="186" y="37"/>
                  </a:cubicBezTo>
                  <a:cubicBezTo>
                    <a:pt x="170" y="21"/>
                    <a:pt x="153" y="4"/>
                    <a:pt x="120" y="4"/>
                  </a:cubicBezTo>
                  <a:cubicBezTo>
                    <a:pt x="111" y="2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9"/>
            <p:cNvSpPr/>
            <p:nvPr/>
          </p:nvSpPr>
          <p:spPr>
            <a:xfrm>
              <a:off x="4021825" y="2963950"/>
              <a:ext cx="3425" cy="3425"/>
            </a:xfrm>
            <a:custGeom>
              <a:avLst/>
              <a:gdLst/>
              <a:ahLst/>
              <a:cxnLst/>
              <a:rect l="l" t="t" r="r" b="b"/>
              <a:pathLst>
                <a:path w="137" h="137" extrusionOk="0">
                  <a:moveTo>
                    <a:pt x="136" y="0"/>
                  </a:moveTo>
                  <a:cubicBezTo>
                    <a:pt x="87" y="50"/>
                    <a:pt x="50" y="87"/>
                    <a:pt x="0" y="120"/>
                  </a:cubicBezTo>
                  <a:cubicBezTo>
                    <a:pt x="17" y="136"/>
                    <a:pt x="33" y="136"/>
                    <a:pt x="50" y="136"/>
                  </a:cubicBezTo>
                  <a:cubicBezTo>
                    <a:pt x="66" y="120"/>
                    <a:pt x="103" y="120"/>
                    <a:pt x="120" y="87"/>
                  </a:cubicBezTo>
                  <a:cubicBezTo>
                    <a:pt x="136" y="70"/>
                    <a:pt x="136" y="50"/>
                    <a:pt x="136" y="17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9"/>
            <p:cNvSpPr/>
            <p:nvPr/>
          </p:nvSpPr>
          <p:spPr>
            <a:xfrm>
              <a:off x="4383000" y="3058875"/>
              <a:ext cx="3425" cy="5175"/>
            </a:xfrm>
            <a:custGeom>
              <a:avLst/>
              <a:gdLst/>
              <a:ahLst/>
              <a:cxnLst/>
              <a:rect l="l" t="t" r="r" b="b"/>
              <a:pathLst>
                <a:path w="137" h="207" extrusionOk="0">
                  <a:moveTo>
                    <a:pt x="103" y="0"/>
                  </a:moveTo>
                  <a:cubicBezTo>
                    <a:pt x="70" y="0"/>
                    <a:pt x="50" y="17"/>
                    <a:pt x="33" y="33"/>
                  </a:cubicBezTo>
                  <a:cubicBezTo>
                    <a:pt x="17" y="66"/>
                    <a:pt x="0" y="87"/>
                    <a:pt x="0" y="120"/>
                  </a:cubicBezTo>
                  <a:cubicBezTo>
                    <a:pt x="17" y="120"/>
                    <a:pt x="17" y="136"/>
                    <a:pt x="17" y="136"/>
                  </a:cubicBezTo>
                  <a:cubicBezTo>
                    <a:pt x="17" y="153"/>
                    <a:pt x="33" y="169"/>
                    <a:pt x="50" y="190"/>
                  </a:cubicBezTo>
                  <a:cubicBezTo>
                    <a:pt x="70" y="206"/>
                    <a:pt x="103" y="206"/>
                    <a:pt x="136" y="206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9"/>
            <p:cNvSpPr/>
            <p:nvPr/>
          </p:nvSpPr>
          <p:spPr>
            <a:xfrm>
              <a:off x="4308675" y="30485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4" y="0"/>
                    <a:pt x="71" y="0"/>
                    <a:pt x="54" y="17"/>
                  </a:cubicBezTo>
                  <a:cubicBezTo>
                    <a:pt x="17" y="33"/>
                    <a:pt x="17" y="50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69"/>
                  </a:lnTo>
                  <a:cubicBezTo>
                    <a:pt x="33" y="190"/>
                    <a:pt x="71" y="206"/>
                    <a:pt x="87" y="206"/>
                  </a:cubicBezTo>
                  <a:cubicBezTo>
                    <a:pt x="157" y="206"/>
                    <a:pt x="207" y="169"/>
                    <a:pt x="207" y="120"/>
                  </a:cubicBezTo>
                  <a:cubicBezTo>
                    <a:pt x="223" y="87"/>
                    <a:pt x="207" y="66"/>
                    <a:pt x="190" y="33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9"/>
            <p:cNvSpPr/>
            <p:nvPr/>
          </p:nvSpPr>
          <p:spPr>
            <a:xfrm>
              <a:off x="4296200" y="30412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71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36"/>
                  </a:cubicBezTo>
                  <a:cubicBezTo>
                    <a:pt x="17" y="153"/>
                    <a:pt x="17" y="153"/>
                    <a:pt x="38" y="173"/>
                  </a:cubicBezTo>
                  <a:cubicBezTo>
                    <a:pt x="54" y="190"/>
                    <a:pt x="71" y="206"/>
                    <a:pt x="104" y="206"/>
                  </a:cubicBezTo>
                  <a:cubicBezTo>
                    <a:pt x="120" y="206"/>
                    <a:pt x="157" y="206"/>
                    <a:pt x="174" y="190"/>
                  </a:cubicBezTo>
                  <a:cubicBezTo>
                    <a:pt x="190" y="173"/>
                    <a:pt x="207" y="136"/>
                    <a:pt x="223" y="120"/>
                  </a:cubicBezTo>
                  <a:cubicBezTo>
                    <a:pt x="223" y="87"/>
                    <a:pt x="207" y="70"/>
                    <a:pt x="190" y="33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9"/>
            <p:cNvSpPr/>
            <p:nvPr/>
          </p:nvSpPr>
          <p:spPr>
            <a:xfrm>
              <a:off x="4257550" y="304067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6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17" y="23"/>
                    <a:pt x="0" y="73"/>
                    <a:pt x="17" y="143"/>
                  </a:cubicBezTo>
                  <a:cubicBezTo>
                    <a:pt x="33" y="183"/>
                    <a:pt x="74" y="203"/>
                    <a:pt x="116" y="203"/>
                  </a:cubicBezTo>
                  <a:cubicBezTo>
                    <a:pt x="130" y="203"/>
                    <a:pt x="144" y="201"/>
                    <a:pt x="157" y="196"/>
                  </a:cubicBezTo>
                  <a:cubicBezTo>
                    <a:pt x="207" y="176"/>
                    <a:pt x="244" y="110"/>
                    <a:pt x="223" y="56"/>
                  </a:cubicBezTo>
                  <a:cubicBezTo>
                    <a:pt x="198" y="19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9"/>
            <p:cNvSpPr/>
            <p:nvPr/>
          </p:nvSpPr>
          <p:spPr>
            <a:xfrm>
              <a:off x="4242500" y="3074750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4" y="0"/>
                  </a:moveTo>
                  <a:cubicBezTo>
                    <a:pt x="71" y="0"/>
                    <a:pt x="38" y="17"/>
                    <a:pt x="21" y="70"/>
                  </a:cubicBezTo>
                  <a:lnTo>
                    <a:pt x="1" y="87"/>
                  </a:lnTo>
                  <a:cubicBezTo>
                    <a:pt x="1" y="103"/>
                    <a:pt x="1" y="120"/>
                    <a:pt x="21" y="136"/>
                  </a:cubicBezTo>
                  <a:cubicBezTo>
                    <a:pt x="21" y="173"/>
                    <a:pt x="38" y="190"/>
                    <a:pt x="71" y="190"/>
                  </a:cubicBezTo>
                  <a:cubicBezTo>
                    <a:pt x="71" y="206"/>
                    <a:pt x="87" y="206"/>
                    <a:pt x="87" y="206"/>
                  </a:cubicBezTo>
                  <a:cubicBezTo>
                    <a:pt x="157" y="206"/>
                    <a:pt x="207" y="173"/>
                    <a:pt x="207" y="120"/>
                  </a:cubicBezTo>
                  <a:cubicBezTo>
                    <a:pt x="227" y="87"/>
                    <a:pt x="207" y="70"/>
                    <a:pt x="190" y="33"/>
                  </a:cubicBezTo>
                  <a:cubicBezTo>
                    <a:pt x="174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9"/>
            <p:cNvSpPr/>
            <p:nvPr/>
          </p:nvSpPr>
          <p:spPr>
            <a:xfrm>
              <a:off x="4282900" y="30472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11" y="0"/>
                  </a:moveTo>
                  <a:cubicBezTo>
                    <a:pt x="75" y="0"/>
                    <a:pt x="40" y="15"/>
                    <a:pt x="17" y="39"/>
                  </a:cubicBezTo>
                  <a:cubicBezTo>
                    <a:pt x="1" y="72"/>
                    <a:pt x="1" y="88"/>
                    <a:pt x="1" y="121"/>
                  </a:cubicBezTo>
                  <a:lnTo>
                    <a:pt x="1" y="142"/>
                  </a:lnTo>
                  <a:cubicBezTo>
                    <a:pt x="17" y="158"/>
                    <a:pt x="17" y="175"/>
                    <a:pt x="34" y="191"/>
                  </a:cubicBezTo>
                  <a:cubicBezTo>
                    <a:pt x="54" y="204"/>
                    <a:pt x="77" y="209"/>
                    <a:pt x="99" y="209"/>
                  </a:cubicBezTo>
                  <a:cubicBezTo>
                    <a:pt x="135" y="209"/>
                    <a:pt x="170" y="195"/>
                    <a:pt x="190" y="175"/>
                  </a:cubicBezTo>
                  <a:cubicBezTo>
                    <a:pt x="207" y="158"/>
                    <a:pt x="207" y="121"/>
                    <a:pt x="207" y="88"/>
                  </a:cubicBezTo>
                  <a:cubicBezTo>
                    <a:pt x="207" y="72"/>
                    <a:pt x="190" y="39"/>
                    <a:pt x="174" y="18"/>
                  </a:cubicBezTo>
                  <a:cubicBezTo>
                    <a:pt x="154" y="6"/>
                    <a:pt x="132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9"/>
            <p:cNvSpPr/>
            <p:nvPr/>
          </p:nvSpPr>
          <p:spPr>
            <a:xfrm>
              <a:off x="4291450" y="3069175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5" y="1"/>
                  </a:moveTo>
                  <a:cubicBezTo>
                    <a:pt x="87" y="1"/>
                    <a:pt x="71" y="1"/>
                    <a:pt x="38" y="17"/>
                  </a:cubicBezTo>
                  <a:cubicBezTo>
                    <a:pt x="22" y="34"/>
                    <a:pt x="1" y="50"/>
                    <a:pt x="1" y="87"/>
                  </a:cubicBezTo>
                  <a:lnTo>
                    <a:pt x="1" y="137"/>
                  </a:lnTo>
                  <a:lnTo>
                    <a:pt x="22" y="153"/>
                  </a:lnTo>
                  <a:cubicBezTo>
                    <a:pt x="38" y="190"/>
                    <a:pt x="55" y="190"/>
                    <a:pt x="87" y="207"/>
                  </a:cubicBezTo>
                  <a:cubicBezTo>
                    <a:pt x="141" y="207"/>
                    <a:pt x="191" y="170"/>
                    <a:pt x="207" y="120"/>
                  </a:cubicBezTo>
                  <a:cubicBezTo>
                    <a:pt x="207" y="87"/>
                    <a:pt x="207" y="50"/>
                    <a:pt x="191" y="34"/>
                  </a:cubicBezTo>
                  <a:cubicBezTo>
                    <a:pt x="174" y="17"/>
                    <a:pt x="141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9"/>
            <p:cNvSpPr/>
            <p:nvPr/>
          </p:nvSpPr>
          <p:spPr>
            <a:xfrm>
              <a:off x="4256300" y="305442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94" y="1"/>
                  </a:moveTo>
                  <a:cubicBezTo>
                    <a:pt x="51" y="1"/>
                    <a:pt x="15" y="34"/>
                    <a:pt x="1" y="92"/>
                  </a:cubicBezTo>
                  <a:cubicBezTo>
                    <a:pt x="1" y="108"/>
                    <a:pt x="1" y="125"/>
                    <a:pt x="17" y="141"/>
                  </a:cubicBezTo>
                  <a:lnTo>
                    <a:pt x="17" y="162"/>
                  </a:lnTo>
                  <a:cubicBezTo>
                    <a:pt x="34" y="178"/>
                    <a:pt x="67" y="195"/>
                    <a:pt x="88" y="211"/>
                  </a:cubicBezTo>
                  <a:cubicBezTo>
                    <a:pt x="154" y="211"/>
                    <a:pt x="207" y="178"/>
                    <a:pt x="207" y="125"/>
                  </a:cubicBezTo>
                  <a:cubicBezTo>
                    <a:pt x="224" y="92"/>
                    <a:pt x="207" y="59"/>
                    <a:pt x="191" y="38"/>
                  </a:cubicBezTo>
                  <a:cubicBezTo>
                    <a:pt x="170" y="22"/>
                    <a:pt x="154" y="5"/>
                    <a:pt x="121" y="5"/>
                  </a:cubicBezTo>
                  <a:cubicBezTo>
                    <a:pt x="111" y="2"/>
                    <a:pt x="102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9"/>
            <p:cNvSpPr/>
            <p:nvPr/>
          </p:nvSpPr>
          <p:spPr>
            <a:xfrm>
              <a:off x="4263125" y="301495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7" y="1"/>
                  </a:moveTo>
                  <a:cubicBezTo>
                    <a:pt x="54" y="1"/>
                    <a:pt x="17" y="34"/>
                    <a:pt x="0" y="92"/>
                  </a:cubicBezTo>
                  <a:lnTo>
                    <a:pt x="0" y="125"/>
                  </a:lnTo>
                  <a:cubicBezTo>
                    <a:pt x="0" y="125"/>
                    <a:pt x="0" y="141"/>
                    <a:pt x="21" y="141"/>
                  </a:cubicBezTo>
                  <a:lnTo>
                    <a:pt x="21" y="158"/>
                  </a:lnTo>
                  <a:cubicBezTo>
                    <a:pt x="37" y="195"/>
                    <a:pt x="70" y="195"/>
                    <a:pt x="87" y="211"/>
                  </a:cubicBezTo>
                  <a:cubicBezTo>
                    <a:pt x="124" y="211"/>
                    <a:pt x="157" y="195"/>
                    <a:pt x="173" y="195"/>
                  </a:cubicBezTo>
                  <a:cubicBezTo>
                    <a:pt x="190" y="174"/>
                    <a:pt x="206" y="141"/>
                    <a:pt x="206" y="125"/>
                  </a:cubicBezTo>
                  <a:cubicBezTo>
                    <a:pt x="206" y="92"/>
                    <a:pt x="206" y="71"/>
                    <a:pt x="190" y="55"/>
                  </a:cubicBezTo>
                  <a:cubicBezTo>
                    <a:pt x="190" y="22"/>
                    <a:pt x="157" y="5"/>
                    <a:pt x="124" y="5"/>
                  </a:cubicBezTo>
                  <a:cubicBezTo>
                    <a:pt x="115" y="2"/>
                    <a:pt x="106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9"/>
            <p:cNvSpPr/>
            <p:nvPr/>
          </p:nvSpPr>
          <p:spPr>
            <a:xfrm>
              <a:off x="4262300" y="30286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4" y="0"/>
                  </a:moveTo>
                  <a:cubicBezTo>
                    <a:pt x="53" y="0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17" y="141"/>
                    <a:pt x="17" y="161"/>
                    <a:pt x="17" y="161"/>
                  </a:cubicBezTo>
                  <a:cubicBezTo>
                    <a:pt x="33" y="194"/>
                    <a:pt x="54" y="194"/>
                    <a:pt x="87" y="211"/>
                  </a:cubicBezTo>
                  <a:cubicBezTo>
                    <a:pt x="136" y="211"/>
                    <a:pt x="206" y="178"/>
                    <a:pt x="206" y="124"/>
                  </a:cubicBezTo>
                  <a:cubicBezTo>
                    <a:pt x="206" y="91"/>
                    <a:pt x="206" y="58"/>
                    <a:pt x="190" y="37"/>
                  </a:cubicBezTo>
                  <a:cubicBezTo>
                    <a:pt x="173" y="21"/>
                    <a:pt x="157" y="4"/>
                    <a:pt x="120" y="4"/>
                  </a:cubicBezTo>
                  <a:cubicBezTo>
                    <a:pt x="111" y="2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9"/>
            <p:cNvSpPr/>
            <p:nvPr/>
          </p:nvSpPr>
          <p:spPr>
            <a:xfrm>
              <a:off x="4208175" y="3048875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5" y="0"/>
                  </a:moveTo>
                  <a:cubicBezTo>
                    <a:pt x="54" y="0"/>
                    <a:pt x="14" y="33"/>
                    <a:pt x="1" y="91"/>
                  </a:cubicBezTo>
                  <a:lnTo>
                    <a:pt x="1" y="141"/>
                  </a:lnTo>
                  <a:cubicBezTo>
                    <a:pt x="17" y="178"/>
                    <a:pt x="54" y="194"/>
                    <a:pt x="87" y="194"/>
                  </a:cubicBezTo>
                  <a:cubicBezTo>
                    <a:pt x="99" y="197"/>
                    <a:pt x="110" y="198"/>
                    <a:pt x="121" y="198"/>
                  </a:cubicBezTo>
                  <a:cubicBezTo>
                    <a:pt x="173" y="198"/>
                    <a:pt x="207" y="166"/>
                    <a:pt x="207" y="108"/>
                  </a:cubicBezTo>
                  <a:cubicBezTo>
                    <a:pt x="207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2" y="2"/>
                    <a:pt x="103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9"/>
            <p:cNvSpPr/>
            <p:nvPr/>
          </p:nvSpPr>
          <p:spPr>
            <a:xfrm>
              <a:off x="4210350" y="303335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24" y="1"/>
                  </a:moveTo>
                  <a:cubicBezTo>
                    <a:pt x="112" y="1"/>
                    <a:pt x="99" y="3"/>
                    <a:pt x="87" y="7"/>
                  </a:cubicBezTo>
                  <a:cubicBezTo>
                    <a:pt x="17" y="24"/>
                    <a:pt x="0" y="94"/>
                    <a:pt x="17" y="143"/>
                  </a:cubicBezTo>
                  <a:cubicBezTo>
                    <a:pt x="17" y="160"/>
                    <a:pt x="33" y="160"/>
                    <a:pt x="50" y="180"/>
                  </a:cubicBezTo>
                  <a:cubicBezTo>
                    <a:pt x="64" y="192"/>
                    <a:pt x="93" y="204"/>
                    <a:pt x="121" y="204"/>
                  </a:cubicBezTo>
                  <a:cubicBezTo>
                    <a:pt x="132" y="204"/>
                    <a:pt x="143" y="202"/>
                    <a:pt x="153" y="197"/>
                  </a:cubicBezTo>
                  <a:cubicBezTo>
                    <a:pt x="190" y="180"/>
                    <a:pt x="223" y="143"/>
                    <a:pt x="223" y="110"/>
                  </a:cubicBezTo>
                  <a:lnTo>
                    <a:pt x="223" y="57"/>
                  </a:lnTo>
                  <a:cubicBezTo>
                    <a:pt x="198" y="19"/>
                    <a:pt x="162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9"/>
            <p:cNvSpPr/>
            <p:nvPr/>
          </p:nvSpPr>
          <p:spPr>
            <a:xfrm>
              <a:off x="4206425" y="30639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0" y="0"/>
                  </a:moveTo>
                  <a:cubicBezTo>
                    <a:pt x="37" y="0"/>
                    <a:pt x="1" y="33"/>
                    <a:pt x="1" y="91"/>
                  </a:cubicBezTo>
                  <a:lnTo>
                    <a:pt x="1" y="141"/>
                  </a:lnTo>
                  <a:lnTo>
                    <a:pt x="21" y="157"/>
                  </a:lnTo>
                  <a:cubicBezTo>
                    <a:pt x="38" y="174"/>
                    <a:pt x="54" y="194"/>
                    <a:pt x="87" y="211"/>
                  </a:cubicBezTo>
                  <a:cubicBezTo>
                    <a:pt x="124" y="211"/>
                    <a:pt x="141" y="194"/>
                    <a:pt x="157" y="174"/>
                  </a:cubicBezTo>
                  <a:cubicBezTo>
                    <a:pt x="190" y="174"/>
                    <a:pt x="207" y="141"/>
                    <a:pt x="207" y="124"/>
                  </a:cubicBezTo>
                  <a:cubicBezTo>
                    <a:pt x="207" y="91"/>
                    <a:pt x="207" y="54"/>
                    <a:pt x="190" y="37"/>
                  </a:cubicBezTo>
                  <a:cubicBezTo>
                    <a:pt x="174" y="21"/>
                    <a:pt x="141" y="4"/>
                    <a:pt x="124" y="4"/>
                  </a:cubicBezTo>
                  <a:cubicBezTo>
                    <a:pt x="112" y="2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9"/>
            <p:cNvSpPr/>
            <p:nvPr/>
          </p:nvSpPr>
          <p:spPr>
            <a:xfrm>
              <a:off x="4202600" y="30777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12" y="1"/>
                  </a:moveTo>
                  <a:cubicBezTo>
                    <a:pt x="83" y="1"/>
                    <a:pt x="54" y="14"/>
                    <a:pt x="34" y="32"/>
                  </a:cubicBezTo>
                  <a:cubicBezTo>
                    <a:pt x="17" y="69"/>
                    <a:pt x="1" y="85"/>
                    <a:pt x="17" y="118"/>
                  </a:cubicBezTo>
                  <a:lnTo>
                    <a:pt x="17" y="135"/>
                  </a:lnTo>
                  <a:cubicBezTo>
                    <a:pt x="17" y="155"/>
                    <a:pt x="34" y="172"/>
                    <a:pt x="50" y="188"/>
                  </a:cubicBezTo>
                  <a:cubicBezTo>
                    <a:pt x="67" y="203"/>
                    <a:pt x="90" y="211"/>
                    <a:pt x="113" y="211"/>
                  </a:cubicBezTo>
                  <a:cubicBezTo>
                    <a:pt x="141" y="211"/>
                    <a:pt x="170" y="199"/>
                    <a:pt x="191" y="172"/>
                  </a:cubicBezTo>
                  <a:cubicBezTo>
                    <a:pt x="207" y="155"/>
                    <a:pt x="224" y="118"/>
                    <a:pt x="224" y="102"/>
                  </a:cubicBezTo>
                  <a:cubicBezTo>
                    <a:pt x="224" y="69"/>
                    <a:pt x="207" y="52"/>
                    <a:pt x="174" y="32"/>
                  </a:cubicBezTo>
                  <a:cubicBezTo>
                    <a:pt x="157" y="9"/>
                    <a:pt x="135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9"/>
            <p:cNvSpPr/>
            <p:nvPr/>
          </p:nvSpPr>
          <p:spPr>
            <a:xfrm>
              <a:off x="4209000" y="31274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4" y="0"/>
                  </a:moveTo>
                  <a:cubicBezTo>
                    <a:pt x="59" y="0"/>
                    <a:pt x="19" y="47"/>
                    <a:pt x="1" y="90"/>
                  </a:cubicBezTo>
                  <a:lnTo>
                    <a:pt x="1" y="143"/>
                  </a:lnTo>
                  <a:cubicBezTo>
                    <a:pt x="21" y="143"/>
                    <a:pt x="21" y="160"/>
                    <a:pt x="21" y="160"/>
                  </a:cubicBezTo>
                  <a:cubicBezTo>
                    <a:pt x="38" y="193"/>
                    <a:pt x="71" y="193"/>
                    <a:pt x="87" y="209"/>
                  </a:cubicBezTo>
                  <a:cubicBezTo>
                    <a:pt x="157" y="209"/>
                    <a:pt x="207" y="176"/>
                    <a:pt x="207" y="127"/>
                  </a:cubicBezTo>
                  <a:cubicBezTo>
                    <a:pt x="207" y="90"/>
                    <a:pt x="207" y="57"/>
                    <a:pt x="190" y="40"/>
                  </a:cubicBezTo>
                  <a:cubicBezTo>
                    <a:pt x="174" y="24"/>
                    <a:pt x="157" y="3"/>
                    <a:pt x="124" y="3"/>
                  </a:cubicBezTo>
                  <a:cubicBezTo>
                    <a:pt x="118" y="1"/>
                    <a:pt x="11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9"/>
            <p:cNvSpPr/>
            <p:nvPr/>
          </p:nvSpPr>
          <p:spPr>
            <a:xfrm>
              <a:off x="4267450" y="3060900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07" y="0"/>
                  </a:moveTo>
                  <a:cubicBezTo>
                    <a:pt x="95" y="0"/>
                    <a:pt x="83" y="2"/>
                    <a:pt x="70" y="6"/>
                  </a:cubicBezTo>
                  <a:cubicBezTo>
                    <a:pt x="17" y="39"/>
                    <a:pt x="0" y="88"/>
                    <a:pt x="17" y="142"/>
                  </a:cubicBezTo>
                  <a:cubicBezTo>
                    <a:pt x="31" y="183"/>
                    <a:pt x="82" y="216"/>
                    <a:pt x="130" y="216"/>
                  </a:cubicBezTo>
                  <a:cubicBezTo>
                    <a:pt x="139" y="216"/>
                    <a:pt x="148" y="215"/>
                    <a:pt x="157" y="212"/>
                  </a:cubicBezTo>
                  <a:cubicBezTo>
                    <a:pt x="206" y="175"/>
                    <a:pt x="239" y="125"/>
                    <a:pt x="206" y="72"/>
                  </a:cubicBezTo>
                  <a:cubicBezTo>
                    <a:pt x="193" y="32"/>
                    <a:pt x="156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9"/>
            <p:cNvSpPr/>
            <p:nvPr/>
          </p:nvSpPr>
          <p:spPr>
            <a:xfrm>
              <a:off x="4286300" y="3033400"/>
              <a:ext cx="5700" cy="5050"/>
            </a:xfrm>
            <a:custGeom>
              <a:avLst/>
              <a:gdLst/>
              <a:ahLst/>
              <a:cxnLst/>
              <a:rect l="l" t="t" r="r" b="b"/>
              <a:pathLst>
                <a:path w="228" h="202" extrusionOk="0">
                  <a:moveTo>
                    <a:pt x="98" y="1"/>
                  </a:moveTo>
                  <a:cubicBezTo>
                    <a:pt x="55" y="1"/>
                    <a:pt x="18" y="34"/>
                    <a:pt x="1" y="92"/>
                  </a:cubicBezTo>
                  <a:cubicBezTo>
                    <a:pt x="1" y="108"/>
                    <a:pt x="1" y="125"/>
                    <a:pt x="21" y="141"/>
                  </a:cubicBezTo>
                  <a:lnTo>
                    <a:pt x="21" y="158"/>
                  </a:lnTo>
                  <a:cubicBezTo>
                    <a:pt x="38" y="178"/>
                    <a:pt x="71" y="195"/>
                    <a:pt x="87" y="195"/>
                  </a:cubicBezTo>
                  <a:cubicBezTo>
                    <a:pt x="98" y="200"/>
                    <a:pt x="109" y="202"/>
                    <a:pt x="119" y="202"/>
                  </a:cubicBezTo>
                  <a:cubicBezTo>
                    <a:pt x="142" y="202"/>
                    <a:pt x="162" y="190"/>
                    <a:pt x="174" y="178"/>
                  </a:cubicBezTo>
                  <a:cubicBezTo>
                    <a:pt x="190" y="158"/>
                    <a:pt x="207" y="141"/>
                    <a:pt x="207" y="108"/>
                  </a:cubicBezTo>
                  <a:cubicBezTo>
                    <a:pt x="228" y="92"/>
                    <a:pt x="207" y="55"/>
                    <a:pt x="190" y="38"/>
                  </a:cubicBezTo>
                  <a:cubicBezTo>
                    <a:pt x="174" y="22"/>
                    <a:pt x="157" y="5"/>
                    <a:pt x="124" y="5"/>
                  </a:cubicBezTo>
                  <a:cubicBezTo>
                    <a:pt x="115" y="2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9"/>
            <p:cNvSpPr/>
            <p:nvPr/>
          </p:nvSpPr>
          <p:spPr>
            <a:xfrm>
              <a:off x="4211175" y="309970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103" y="0"/>
                    <a:pt x="70" y="0"/>
                    <a:pt x="54" y="16"/>
                  </a:cubicBezTo>
                  <a:cubicBezTo>
                    <a:pt x="17" y="33"/>
                    <a:pt x="17" y="49"/>
                    <a:pt x="0" y="82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53"/>
                  </a:lnTo>
                  <a:cubicBezTo>
                    <a:pt x="37" y="186"/>
                    <a:pt x="70" y="206"/>
                    <a:pt x="87" y="206"/>
                  </a:cubicBezTo>
                  <a:cubicBezTo>
                    <a:pt x="157" y="206"/>
                    <a:pt x="206" y="169"/>
                    <a:pt x="206" y="120"/>
                  </a:cubicBezTo>
                  <a:cubicBezTo>
                    <a:pt x="223" y="82"/>
                    <a:pt x="206" y="66"/>
                    <a:pt x="190" y="33"/>
                  </a:cubicBezTo>
                  <a:cubicBezTo>
                    <a:pt x="173" y="16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9"/>
            <p:cNvSpPr/>
            <p:nvPr/>
          </p:nvSpPr>
          <p:spPr>
            <a:xfrm>
              <a:off x="4209925" y="31137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3" y="1"/>
                  </a:moveTo>
                  <a:cubicBezTo>
                    <a:pt x="51" y="1"/>
                    <a:pt x="14" y="33"/>
                    <a:pt x="1" y="91"/>
                  </a:cubicBezTo>
                  <a:lnTo>
                    <a:pt x="1" y="124"/>
                  </a:lnTo>
                  <a:lnTo>
                    <a:pt x="17" y="141"/>
                  </a:lnTo>
                  <a:lnTo>
                    <a:pt x="17" y="162"/>
                  </a:lnTo>
                  <a:cubicBezTo>
                    <a:pt x="34" y="194"/>
                    <a:pt x="67" y="194"/>
                    <a:pt x="87" y="211"/>
                  </a:cubicBezTo>
                  <a:cubicBezTo>
                    <a:pt x="120" y="211"/>
                    <a:pt x="153" y="194"/>
                    <a:pt x="170" y="194"/>
                  </a:cubicBezTo>
                  <a:cubicBezTo>
                    <a:pt x="190" y="178"/>
                    <a:pt x="207" y="141"/>
                    <a:pt x="207" y="124"/>
                  </a:cubicBezTo>
                  <a:cubicBezTo>
                    <a:pt x="223" y="91"/>
                    <a:pt x="207" y="75"/>
                    <a:pt x="207" y="58"/>
                  </a:cubicBezTo>
                  <a:cubicBezTo>
                    <a:pt x="190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9"/>
            <p:cNvSpPr/>
            <p:nvPr/>
          </p:nvSpPr>
          <p:spPr>
            <a:xfrm>
              <a:off x="4364550" y="3078050"/>
              <a:ext cx="6000" cy="5375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13" y="0"/>
                  </a:moveTo>
                  <a:cubicBezTo>
                    <a:pt x="104" y="0"/>
                    <a:pt x="95" y="1"/>
                    <a:pt x="87" y="4"/>
                  </a:cubicBezTo>
                  <a:cubicBezTo>
                    <a:pt x="33" y="41"/>
                    <a:pt x="0" y="91"/>
                    <a:pt x="17" y="144"/>
                  </a:cubicBezTo>
                  <a:cubicBezTo>
                    <a:pt x="30" y="185"/>
                    <a:pt x="80" y="215"/>
                    <a:pt x="125" y="215"/>
                  </a:cubicBezTo>
                  <a:cubicBezTo>
                    <a:pt x="134" y="215"/>
                    <a:pt x="144" y="213"/>
                    <a:pt x="153" y="210"/>
                  </a:cubicBezTo>
                  <a:cubicBezTo>
                    <a:pt x="206" y="194"/>
                    <a:pt x="239" y="124"/>
                    <a:pt x="223" y="74"/>
                  </a:cubicBezTo>
                  <a:cubicBezTo>
                    <a:pt x="195" y="30"/>
                    <a:pt x="154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9"/>
            <p:cNvSpPr/>
            <p:nvPr/>
          </p:nvSpPr>
          <p:spPr>
            <a:xfrm>
              <a:off x="4204775" y="2980950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0" y="0"/>
                  </a:moveTo>
                  <a:cubicBezTo>
                    <a:pt x="67" y="0"/>
                    <a:pt x="45" y="14"/>
                    <a:pt x="34" y="25"/>
                  </a:cubicBezTo>
                  <a:cubicBezTo>
                    <a:pt x="17" y="42"/>
                    <a:pt x="1" y="58"/>
                    <a:pt x="1" y="91"/>
                  </a:cubicBezTo>
                  <a:lnTo>
                    <a:pt x="1" y="145"/>
                  </a:lnTo>
                  <a:cubicBezTo>
                    <a:pt x="17" y="178"/>
                    <a:pt x="50" y="194"/>
                    <a:pt x="87" y="194"/>
                  </a:cubicBezTo>
                  <a:lnTo>
                    <a:pt x="104" y="194"/>
                  </a:lnTo>
                  <a:cubicBezTo>
                    <a:pt x="111" y="197"/>
                    <a:pt x="119" y="199"/>
                    <a:pt x="126" y="199"/>
                  </a:cubicBezTo>
                  <a:cubicBezTo>
                    <a:pt x="168" y="199"/>
                    <a:pt x="207" y="154"/>
                    <a:pt x="207" y="112"/>
                  </a:cubicBezTo>
                  <a:cubicBezTo>
                    <a:pt x="207" y="91"/>
                    <a:pt x="207" y="58"/>
                    <a:pt x="190" y="42"/>
                  </a:cubicBezTo>
                  <a:cubicBezTo>
                    <a:pt x="170" y="25"/>
                    <a:pt x="153" y="9"/>
                    <a:pt x="120" y="9"/>
                  </a:cubicBezTo>
                  <a:cubicBezTo>
                    <a:pt x="110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9"/>
            <p:cNvSpPr/>
            <p:nvPr/>
          </p:nvSpPr>
          <p:spPr>
            <a:xfrm>
              <a:off x="4203425" y="299695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95" y="0"/>
                  </a:moveTo>
                  <a:cubicBezTo>
                    <a:pt x="41" y="0"/>
                    <a:pt x="1" y="44"/>
                    <a:pt x="1" y="90"/>
                  </a:cubicBezTo>
                  <a:lnTo>
                    <a:pt x="1" y="140"/>
                  </a:lnTo>
                  <a:lnTo>
                    <a:pt x="17" y="156"/>
                  </a:lnTo>
                  <a:cubicBezTo>
                    <a:pt x="38" y="193"/>
                    <a:pt x="55" y="193"/>
                    <a:pt x="88" y="210"/>
                  </a:cubicBezTo>
                  <a:cubicBezTo>
                    <a:pt x="141" y="210"/>
                    <a:pt x="191" y="173"/>
                    <a:pt x="207" y="123"/>
                  </a:cubicBezTo>
                  <a:cubicBezTo>
                    <a:pt x="207" y="90"/>
                    <a:pt x="207" y="53"/>
                    <a:pt x="191" y="37"/>
                  </a:cubicBezTo>
                  <a:cubicBezTo>
                    <a:pt x="174" y="20"/>
                    <a:pt x="141" y="4"/>
                    <a:pt x="121" y="4"/>
                  </a:cubicBezTo>
                  <a:cubicBezTo>
                    <a:pt x="112" y="1"/>
                    <a:pt x="103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9"/>
            <p:cNvSpPr/>
            <p:nvPr/>
          </p:nvSpPr>
          <p:spPr>
            <a:xfrm>
              <a:off x="4206950" y="2969150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09" y="0"/>
                  </a:moveTo>
                  <a:cubicBezTo>
                    <a:pt x="80" y="0"/>
                    <a:pt x="51" y="13"/>
                    <a:pt x="33" y="31"/>
                  </a:cubicBezTo>
                  <a:cubicBezTo>
                    <a:pt x="17" y="68"/>
                    <a:pt x="0" y="85"/>
                    <a:pt x="17" y="118"/>
                  </a:cubicBezTo>
                  <a:lnTo>
                    <a:pt x="17" y="134"/>
                  </a:lnTo>
                  <a:cubicBezTo>
                    <a:pt x="17" y="151"/>
                    <a:pt x="33" y="171"/>
                    <a:pt x="50" y="188"/>
                  </a:cubicBezTo>
                  <a:cubicBezTo>
                    <a:pt x="66" y="204"/>
                    <a:pt x="103" y="204"/>
                    <a:pt x="120" y="204"/>
                  </a:cubicBezTo>
                  <a:cubicBezTo>
                    <a:pt x="153" y="204"/>
                    <a:pt x="169" y="188"/>
                    <a:pt x="186" y="171"/>
                  </a:cubicBezTo>
                  <a:cubicBezTo>
                    <a:pt x="206" y="151"/>
                    <a:pt x="223" y="118"/>
                    <a:pt x="223" y="101"/>
                  </a:cubicBezTo>
                  <a:cubicBezTo>
                    <a:pt x="223" y="68"/>
                    <a:pt x="206" y="48"/>
                    <a:pt x="169" y="31"/>
                  </a:cubicBezTo>
                  <a:cubicBezTo>
                    <a:pt x="154" y="9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9"/>
            <p:cNvSpPr/>
            <p:nvPr/>
          </p:nvSpPr>
          <p:spPr>
            <a:xfrm>
              <a:off x="4211575" y="3020875"/>
              <a:ext cx="5700" cy="5350"/>
            </a:xfrm>
            <a:custGeom>
              <a:avLst/>
              <a:gdLst/>
              <a:ahLst/>
              <a:cxnLst/>
              <a:rect l="l" t="t" r="r" b="b"/>
              <a:pathLst>
                <a:path w="228" h="214" extrusionOk="0">
                  <a:moveTo>
                    <a:pt x="114" y="1"/>
                  </a:moveTo>
                  <a:cubicBezTo>
                    <a:pt x="85" y="1"/>
                    <a:pt x="56" y="13"/>
                    <a:pt x="38" y="40"/>
                  </a:cubicBezTo>
                  <a:cubicBezTo>
                    <a:pt x="21" y="61"/>
                    <a:pt x="1" y="94"/>
                    <a:pt x="1" y="110"/>
                  </a:cubicBezTo>
                  <a:cubicBezTo>
                    <a:pt x="1" y="127"/>
                    <a:pt x="21" y="143"/>
                    <a:pt x="21" y="143"/>
                  </a:cubicBezTo>
                  <a:cubicBezTo>
                    <a:pt x="21" y="164"/>
                    <a:pt x="38" y="180"/>
                    <a:pt x="54" y="197"/>
                  </a:cubicBezTo>
                  <a:cubicBezTo>
                    <a:pt x="71" y="213"/>
                    <a:pt x="87" y="213"/>
                    <a:pt x="124" y="213"/>
                  </a:cubicBezTo>
                  <a:cubicBezTo>
                    <a:pt x="157" y="213"/>
                    <a:pt x="174" y="197"/>
                    <a:pt x="190" y="180"/>
                  </a:cubicBezTo>
                  <a:cubicBezTo>
                    <a:pt x="207" y="143"/>
                    <a:pt x="227" y="127"/>
                    <a:pt x="227" y="94"/>
                  </a:cubicBezTo>
                  <a:cubicBezTo>
                    <a:pt x="207" y="77"/>
                    <a:pt x="207" y="40"/>
                    <a:pt x="174" y="24"/>
                  </a:cubicBezTo>
                  <a:cubicBezTo>
                    <a:pt x="159" y="9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9"/>
            <p:cNvSpPr/>
            <p:nvPr/>
          </p:nvSpPr>
          <p:spPr>
            <a:xfrm>
              <a:off x="4243025" y="2979825"/>
              <a:ext cx="4650" cy="4750"/>
            </a:xfrm>
            <a:custGeom>
              <a:avLst/>
              <a:gdLst/>
              <a:ahLst/>
              <a:cxnLst/>
              <a:rect l="l" t="t" r="r" b="b"/>
              <a:pathLst>
                <a:path w="186" h="190" extrusionOk="0">
                  <a:moveTo>
                    <a:pt x="33" y="0"/>
                  </a:moveTo>
                  <a:cubicBezTo>
                    <a:pt x="17" y="17"/>
                    <a:pt x="0" y="33"/>
                    <a:pt x="0" y="70"/>
                  </a:cubicBezTo>
                  <a:lnTo>
                    <a:pt x="0" y="120"/>
                  </a:lnTo>
                  <a:lnTo>
                    <a:pt x="17" y="136"/>
                  </a:lnTo>
                  <a:cubicBezTo>
                    <a:pt x="33" y="173"/>
                    <a:pt x="66" y="190"/>
                    <a:pt x="83" y="190"/>
                  </a:cubicBezTo>
                  <a:cubicBezTo>
                    <a:pt x="136" y="190"/>
                    <a:pt x="169" y="173"/>
                    <a:pt x="186" y="136"/>
                  </a:cubicBezTo>
                  <a:cubicBezTo>
                    <a:pt x="136" y="87"/>
                    <a:pt x="83" y="54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9"/>
            <p:cNvSpPr/>
            <p:nvPr/>
          </p:nvSpPr>
          <p:spPr>
            <a:xfrm>
              <a:off x="4099125" y="30261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0" y="0"/>
                  </a:moveTo>
                  <a:cubicBezTo>
                    <a:pt x="54" y="0"/>
                    <a:pt x="17" y="44"/>
                    <a:pt x="17" y="90"/>
                  </a:cubicBezTo>
                  <a:cubicBezTo>
                    <a:pt x="1" y="106"/>
                    <a:pt x="17" y="123"/>
                    <a:pt x="17" y="139"/>
                  </a:cubicBezTo>
                  <a:cubicBezTo>
                    <a:pt x="17" y="160"/>
                    <a:pt x="17" y="160"/>
                    <a:pt x="34" y="160"/>
                  </a:cubicBezTo>
                  <a:cubicBezTo>
                    <a:pt x="50" y="193"/>
                    <a:pt x="67" y="210"/>
                    <a:pt x="104" y="210"/>
                  </a:cubicBezTo>
                  <a:cubicBezTo>
                    <a:pt x="120" y="210"/>
                    <a:pt x="153" y="210"/>
                    <a:pt x="170" y="193"/>
                  </a:cubicBezTo>
                  <a:cubicBezTo>
                    <a:pt x="207" y="177"/>
                    <a:pt x="207" y="139"/>
                    <a:pt x="223" y="123"/>
                  </a:cubicBezTo>
                  <a:cubicBezTo>
                    <a:pt x="223" y="90"/>
                    <a:pt x="223" y="73"/>
                    <a:pt x="207" y="36"/>
                  </a:cubicBezTo>
                  <a:cubicBezTo>
                    <a:pt x="190" y="20"/>
                    <a:pt x="153" y="3"/>
                    <a:pt x="137" y="3"/>
                  </a:cubicBezTo>
                  <a:cubicBezTo>
                    <a:pt x="127" y="1"/>
                    <a:pt x="118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9"/>
            <p:cNvSpPr/>
            <p:nvPr/>
          </p:nvSpPr>
          <p:spPr>
            <a:xfrm>
              <a:off x="4201775" y="30107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1" y="1"/>
                  </a:moveTo>
                  <a:cubicBezTo>
                    <a:pt x="104" y="1"/>
                    <a:pt x="67" y="1"/>
                    <a:pt x="50" y="17"/>
                  </a:cubicBezTo>
                  <a:cubicBezTo>
                    <a:pt x="17" y="34"/>
                    <a:pt x="1" y="71"/>
                    <a:pt x="1" y="88"/>
                  </a:cubicBezTo>
                  <a:cubicBezTo>
                    <a:pt x="1" y="104"/>
                    <a:pt x="1" y="121"/>
                    <a:pt x="17" y="137"/>
                  </a:cubicBezTo>
                  <a:lnTo>
                    <a:pt x="17" y="174"/>
                  </a:lnTo>
                  <a:cubicBezTo>
                    <a:pt x="34" y="191"/>
                    <a:pt x="67" y="207"/>
                    <a:pt x="83" y="207"/>
                  </a:cubicBezTo>
                  <a:cubicBezTo>
                    <a:pt x="93" y="209"/>
                    <a:pt x="102" y="210"/>
                    <a:pt x="111" y="210"/>
                  </a:cubicBezTo>
                  <a:cubicBezTo>
                    <a:pt x="167" y="210"/>
                    <a:pt x="207" y="167"/>
                    <a:pt x="207" y="121"/>
                  </a:cubicBezTo>
                  <a:cubicBezTo>
                    <a:pt x="224" y="104"/>
                    <a:pt x="207" y="71"/>
                    <a:pt x="187" y="55"/>
                  </a:cubicBezTo>
                  <a:cubicBezTo>
                    <a:pt x="170" y="17"/>
                    <a:pt x="154" y="17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9"/>
            <p:cNvSpPr/>
            <p:nvPr/>
          </p:nvSpPr>
          <p:spPr>
            <a:xfrm>
              <a:off x="4102125" y="30898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70" y="0"/>
                    <a:pt x="0" y="33"/>
                    <a:pt x="0" y="87"/>
                  </a:cubicBezTo>
                  <a:lnTo>
                    <a:pt x="0" y="136"/>
                  </a:lnTo>
                  <a:cubicBezTo>
                    <a:pt x="17" y="153"/>
                    <a:pt x="17" y="153"/>
                    <a:pt x="17" y="169"/>
                  </a:cubicBezTo>
                  <a:cubicBezTo>
                    <a:pt x="33" y="190"/>
                    <a:pt x="50" y="206"/>
                    <a:pt x="87" y="206"/>
                  </a:cubicBezTo>
                  <a:cubicBezTo>
                    <a:pt x="136" y="206"/>
                    <a:pt x="206" y="169"/>
                    <a:pt x="206" y="120"/>
                  </a:cubicBezTo>
                  <a:cubicBezTo>
                    <a:pt x="206" y="87"/>
                    <a:pt x="206" y="66"/>
                    <a:pt x="190" y="33"/>
                  </a:cubicBezTo>
                  <a:cubicBezTo>
                    <a:pt x="173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9"/>
            <p:cNvSpPr/>
            <p:nvPr/>
          </p:nvSpPr>
          <p:spPr>
            <a:xfrm>
              <a:off x="4199625" y="3027400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90" y="0"/>
                  </a:moveTo>
                  <a:cubicBezTo>
                    <a:pt x="49" y="0"/>
                    <a:pt x="14" y="35"/>
                    <a:pt x="0" y="88"/>
                  </a:cubicBezTo>
                  <a:lnTo>
                    <a:pt x="0" y="142"/>
                  </a:lnTo>
                  <a:cubicBezTo>
                    <a:pt x="17" y="142"/>
                    <a:pt x="17" y="159"/>
                    <a:pt x="17" y="159"/>
                  </a:cubicBezTo>
                  <a:cubicBezTo>
                    <a:pt x="33" y="175"/>
                    <a:pt x="66" y="192"/>
                    <a:pt x="87" y="212"/>
                  </a:cubicBezTo>
                  <a:cubicBezTo>
                    <a:pt x="120" y="212"/>
                    <a:pt x="136" y="192"/>
                    <a:pt x="169" y="175"/>
                  </a:cubicBezTo>
                  <a:cubicBezTo>
                    <a:pt x="190" y="175"/>
                    <a:pt x="207" y="142"/>
                    <a:pt x="207" y="126"/>
                  </a:cubicBezTo>
                  <a:cubicBezTo>
                    <a:pt x="207" y="88"/>
                    <a:pt x="207" y="55"/>
                    <a:pt x="190" y="39"/>
                  </a:cubicBezTo>
                  <a:cubicBezTo>
                    <a:pt x="169" y="22"/>
                    <a:pt x="153" y="6"/>
                    <a:pt x="120" y="6"/>
                  </a:cubicBezTo>
                  <a:cubicBezTo>
                    <a:pt x="110" y="2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9"/>
            <p:cNvSpPr/>
            <p:nvPr/>
          </p:nvSpPr>
          <p:spPr>
            <a:xfrm>
              <a:off x="4095625" y="3040175"/>
              <a:ext cx="5700" cy="5150"/>
            </a:xfrm>
            <a:custGeom>
              <a:avLst/>
              <a:gdLst/>
              <a:ahLst/>
              <a:cxnLst/>
              <a:rect l="l" t="t" r="r" b="b"/>
              <a:pathLst>
                <a:path w="228" h="206" extrusionOk="0">
                  <a:moveTo>
                    <a:pt x="113" y="1"/>
                  </a:moveTo>
                  <a:cubicBezTo>
                    <a:pt x="85" y="1"/>
                    <a:pt x="56" y="14"/>
                    <a:pt x="38" y="43"/>
                  </a:cubicBezTo>
                  <a:cubicBezTo>
                    <a:pt x="21" y="60"/>
                    <a:pt x="0" y="93"/>
                    <a:pt x="0" y="113"/>
                  </a:cubicBezTo>
                  <a:cubicBezTo>
                    <a:pt x="0" y="130"/>
                    <a:pt x="21" y="130"/>
                    <a:pt x="21" y="146"/>
                  </a:cubicBezTo>
                  <a:cubicBezTo>
                    <a:pt x="21" y="163"/>
                    <a:pt x="38" y="179"/>
                    <a:pt x="54" y="179"/>
                  </a:cubicBezTo>
                  <a:cubicBezTo>
                    <a:pt x="69" y="196"/>
                    <a:pt x="92" y="205"/>
                    <a:pt x="115" y="205"/>
                  </a:cubicBezTo>
                  <a:cubicBezTo>
                    <a:pt x="143" y="205"/>
                    <a:pt x="172" y="192"/>
                    <a:pt x="190" y="163"/>
                  </a:cubicBezTo>
                  <a:cubicBezTo>
                    <a:pt x="207" y="146"/>
                    <a:pt x="227" y="113"/>
                    <a:pt x="227" y="93"/>
                  </a:cubicBezTo>
                  <a:cubicBezTo>
                    <a:pt x="207" y="60"/>
                    <a:pt x="207" y="43"/>
                    <a:pt x="174" y="27"/>
                  </a:cubicBezTo>
                  <a:cubicBezTo>
                    <a:pt x="159" y="10"/>
                    <a:pt x="136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9"/>
            <p:cNvSpPr/>
            <p:nvPr/>
          </p:nvSpPr>
          <p:spPr>
            <a:xfrm>
              <a:off x="4346500" y="30493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9" y="1"/>
                  </a:moveTo>
                  <a:cubicBezTo>
                    <a:pt x="54" y="1"/>
                    <a:pt x="15" y="44"/>
                    <a:pt x="1" y="91"/>
                  </a:cubicBezTo>
                  <a:cubicBezTo>
                    <a:pt x="1" y="107"/>
                    <a:pt x="1" y="124"/>
                    <a:pt x="17" y="140"/>
                  </a:cubicBezTo>
                  <a:lnTo>
                    <a:pt x="17" y="161"/>
                  </a:lnTo>
                  <a:cubicBezTo>
                    <a:pt x="34" y="194"/>
                    <a:pt x="67" y="210"/>
                    <a:pt x="87" y="210"/>
                  </a:cubicBezTo>
                  <a:cubicBezTo>
                    <a:pt x="153" y="210"/>
                    <a:pt x="207" y="177"/>
                    <a:pt x="207" y="124"/>
                  </a:cubicBezTo>
                  <a:cubicBezTo>
                    <a:pt x="223" y="91"/>
                    <a:pt x="207" y="74"/>
                    <a:pt x="190" y="37"/>
                  </a:cubicBezTo>
                  <a:cubicBezTo>
                    <a:pt x="170" y="21"/>
                    <a:pt x="153" y="4"/>
                    <a:pt x="120" y="4"/>
                  </a:cubicBezTo>
                  <a:cubicBezTo>
                    <a:pt x="113" y="2"/>
                    <a:pt x="106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9"/>
            <p:cNvSpPr/>
            <p:nvPr/>
          </p:nvSpPr>
          <p:spPr>
            <a:xfrm>
              <a:off x="4349900" y="309797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103" y="1"/>
                  </a:moveTo>
                  <a:cubicBezTo>
                    <a:pt x="75" y="1"/>
                    <a:pt x="46" y="14"/>
                    <a:pt x="17" y="32"/>
                  </a:cubicBezTo>
                  <a:cubicBezTo>
                    <a:pt x="1" y="69"/>
                    <a:pt x="1" y="85"/>
                    <a:pt x="1" y="118"/>
                  </a:cubicBezTo>
                  <a:cubicBezTo>
                    <a:pt x="1" y="118"/>
                    <a:pt x="1" y="135"/>
                    <a:pt x="17" y="135"/>
                  </a:cubicBezTo>
                  <a:cubicBezTo>
                    <a:pt x="17" y="151"/>
                    <a:pt x="34" y="172"/>
                    <a:pt x="34" y="189"/>
                  </a:cubicBezTo>
                  <a:cubicBezTo>
                    <a:pt x="58" y="203"/>
                    <a:pt x="85" y="212"/>
                    <a:pt x="111" y="212"/>
                  </a:cubicBezTo>
                  <a:cubicBezTo>
                    <a:pt x="143" y="212"/>
                    <a:pt x="172" y="199"/>
                    <a:pt x="190" y="172"/>
                  </a:cubicBezTo>
                  <a:cubicBezTo>
                    <a:pt x="207" y="151"/>
                    <a:pt x="207" y="118"/>
                    <a:pt x="207" y="102"/>
                  </a:cubicBezTo>
                  <a:cubicBezTo>
                    <a:pt x="207" y="69"/>
                    <a:pt x="190" y="48"/>
                    <a:pt x="174" y="32"/>
                  </a:cubicBezTo>
                  <a:cubicBezTo>
                    <a:pt x="150" y="10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9"/>
            <p:cNvSpPr/>
            <p:nvPr/>
          </p:nvSpPr>
          <p:spPr>
            <a:xfrm>
              <a:off x="4349500" y="3112425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98" y="0"/>
                  </a:moveTo>
                  <a:cubicBezTo>
                    <a:pt x="67" y="0"/>
                    <a:pt x="30" y="29"/>
                    <a:pt x="17" y="56"/>
                  </a:cubicBezTo>
                  <a:cubicBezTo>
                    <a:pt x="17" y="72"/>
                    <a:pt x="17" y="72"/>
                    <a:pt x="0" y="89"/>
                  </a:cubicBezTo>
                  <a:cubicBezTo>
                    <a:pt x="0" y="109"/>
                    <a:pt x="0" y="126"/>
                    <a:pt x="17" y="142"/>
                  </a:cubicBezTo>
                  <a:cubicBezTo>
                    <a:pt x="17" y="159"/>
                    <a:pt x="50" y="192"/>
                    <a:pt x="70" y="192"/>
                  </a:cubicBezTo>
                  <a:cubicBezTo>
                    <a:pt x="70" y="192"/>
                    <a:pt x="87" y="213"/>
                    <a:pt x="103" y="213"/>
                  </a:cubicBezTo>
                  <a:cubicBezTo>
                    <a:pt x="153" y="213"/>
                    <a:pt x="206" y="175"/>
                    <a:pt x="223" y="126"/>
                  </a:cubicBezTo>
                  <a:cubicBezTo>
                    <a:pt x="223" y="89"/>
                    <a:pt x="206" y="56"/>
                    <a:pt x="190" y="39"/>
                  </a:cubicBezTo>
                  <a:cubicBezTo>
                    <a:pt x="173" y="23"/>
                    <a:pt x="153" y="6"/>
                    <a:pt x="120" y="6"/>
                  </a:cubicBezTo>
                  <a:cubicBezTo>
                    <a:pt x="113" y="2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9"/>
            <p:cNvSpPr/>
            <p:nvPr/>
          </p:nvSpPr>
          <p:spPr>
            <a:xfrm>
              <a:off x="4342575" y="306130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17" y="0"/>
                  </a:moveTo>
                  <a:cubicBezTo>
                    <a:pt x="103" y="0"/>
                    <a:pt x="88" y="3"/>
                    <a:pt x="71" y="6"/>
                  </a:cubicBezTo>
                  <a:cubicBezTo>
                    <a:pt x="17" y="23"/>
                    <a:pt x="1" y="93"/>
                    <a:pt x="17" y="142"/>
                  </a:cubicBezTo>
                  <a:cubicBezTo>
                    <a:pt x="17" y="159"/>
                    <a:pt x="38" y="175"/>
                    <a:pt x="54" y="175"/>
                  </a:cubicBezTo>
                  <a:cubicBezTo>
                    <a:pt x="64" y="198"/>
                    <a:pt x="86" y="207"/>
                    <a:pt x="110" y="207"/>
                  </a:cubicBezTo>
                  <a:cubicBezTo>
                    <a:pt x="126" y="207"/>
                    <a:pt x="143" y="203"/>
                    <a:pt x="158" y="196"/>
                  </a:cubicBezTo>
                  <a:cubicBezTo>
                    <a:pt x="191" y="196"/>
                    <a:pt x="224" y="159"/>
                    <a:pt x="224" y="109"/>
                  </a:cubicBezTo>
                  <a:cubicBezTo>
                    <a:pt x="224" y="93"/>
                    <a:pt x="224" y="72"/>
                    <a:pt x="207" y="72"/>
                  </a:cubicBezTo>
                  <a:cubicBezTo>
                    <a:pt x="194" y="22"/>
                    <a:pt x="163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9"/>
            <p:cNvSpPr/>
            <p:nvPr/>
          </p:nvSpPr>
          <p:spPr>
            <a:xfrm>
              <a:off x="4356800" y="3059275"/>
              <a:ext cx="6000" cy="5300"/>
            </a:xfrm>
            <a:custGeom>
              <a:avLst/>
              <a:gdLst/>
              <a:ahLst/>
              <a:cxnLst/>
              <a:rect l="l" t="t" r="r" b="b"/>
              <a:pathLst>
                <a:path w="240" h="212" extrusionOk="0">
                  <a:moveTo>
                    <a:pt x="67" y="1"/>
                  </a:moveTo>
                  <a:cubicBezTo>
                    <a:pt x="50" y="17"/>
                    <a:pt x="34" y="34"/>
                    <a:pt x="17" y="50"/>
                  </a:cubicBezTo>
                  <a:cubicBezTo>
                    <a:pt x="1" y="87"/>
                    <a:pt x="1" y="104"/>
                    <a:pt x="17" y="137"/>
                  </a:cubicBezTo>
                  <a:cubicBezTo>
                    <a:pt x="31" y="181"/>
                    <a:pt x="81" y="211"/>
                    <a:pt x="126" y="211"/>
                  </a:cubicBezTo>
                  <a:cubicBezTo>
                    <a:pt x="135" y="211"/>
                    <a:pt x="145" y="210"/>
                    <a:pt x="153" y="207"/>
                  </a:cubicBezTo>
                  <a:cubicBezTo>
                    <a:pt x="207" y="174"/>
                    <a:pt x="240" y="120"/>
                    <a:pt x="207" y="71"/>
                  </a:cubicBezTo>
                  <a:cubicBezTo>
                    <a:pt x="207" y="34"/>
                    <a:pt x="170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9"/>
            <p:cNvSpPr/>
            <p:nvPr/>
          </p:nvSpPr>
          <p:spPr>
            <a:xfrm>
              <a:off x="4357625" y="3042750"/>
              <a:ext cx="5600" cy="5150"/>
            </a:xfrm>
            <a:custGeom>
              <a:avLst/>
              <a:gdLst/>
              <a:ahLst/>
              <a:cxnLst/>
              <a:rect l="l" t="t" r="r" b="b"/>
              <a:pathLst>
                <a:path w="224" h="206" extrusionOk="0">
                  <a:moveTo>
                    <a:pt x="103" y="1"/>
                  </a:moveTo>
                  <a:cubicBezTo>
                    <a:pt x="75" y="1"/>
                    <a:pt x="47" y="14"/>
                    <a:pt x="17" y="43"/>
                  </a:cubicBezTo>
                  <a:cubicBezTo>
                    <a:pt x="1" y="60"/>
                    <a:pt x="1" y="76"/>
                    <a:pt x="1" y="113"/>
                  </a:cubicBezTo>
                  <a:cubicBezTo>
                    <a:pt x="1" y="130"/>
                    <a:pt x="1" y="130"/>
                    <a:pt x="17" y="146"/>
                  </a:cubicBezTo>
                  <a:cubicBezTo>
                    <a:pt x="17" y="163"/>
                    <a:pt x="34" y="163"/>
                    <a:pt x="34" y="179"/>
                  </a:cubicBezTo>
                  <a:cubicBezTo>
                    <a:pt x="58" y="196"/>
                    <a:pt x="86" y="206"/>
                    <a:pt x="112" y="206"/>
                  </a:cubicBezTo>
                  <a:cubicBezTo>
                    <a:pt x="143" y="206"/>
                    <a:pt x="172" y="192"/>
                    <a:pt x="190" y="163"/>
                  </a:cubicBezTo>
                  <a:cubicBezTo>
                    <a:pt x="223" y="130"/>
                    <a:pt x="223" y="60"/>
                    <a:pt x="174" y="27"/>
                  </a:cubicBezTo>
                  <a:cubicBezTo>
                    <a:pt x="150" y="10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9"/>
            <p:cNvSpPr/>
            <p:nvPr/>
          </p:nvSpPr>
          <p:spPr>
            <a:xfrm>
              <a:off x="4352475" y="3070725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3" y="1"/>
                  </a:moveTo>
                  <a:cubicBezTo>
                    <a:pt x="104" y="1"/>
                    <a:pt x="95" y="2"/>
                    <a:pt x="87" y="5"/>
                  </a:cubicBezTo>
                  <a:cubicBezTo>
                    <a:pt x="34" y="42"/>
                    <a:pt x="1" y="91"/>
                    <a:pt x="34" y="145"/>
                  </a:cubicBezTo>
                  <a:cubicBezTo>
                    <a:pt x="50" y="185"/>
                    <a:pt x="86" y="217"/>
                    <a:pt x="136" y="217"/>
                  </a:cubicBezTo>
                  <a:cubicBezTo>
                    <a:pt x="148" y="217"/>
                    <a:pt x="160" y="215"/>
                    <a:pt x="174" y="211"/>
                  </a:cubicBezTo>
                  <a:cubicBezTo>
                    <a:pt x="223" y="178"/>
                    <a:pt x="240" y="128"/>
                    <a:pt x="223" y="75"/>
                  </a:cubicBezTo>
                  <a:cubicBezTo>
                    <a:pt x="210" y="33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9"/>
            <p:cNvSpPr/>
            <p:nvPr/>
          </p:nvSpPr>
          <p:spPr>
            <a:xfrm>
              <a:off x="4023050" y="30261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7" y="0"/>
                  </a:moveTo>
                  <a:cubicBezTo>
                    <a:pt x="107" y="0"/>
                    <a:pt x="97" y="1"/>
                    <a:pt x="87" y="4"/>
                  </a:cubicBezTo>
                  <a:cubicBezTo>
                    <a:pt x="38" y="37"/>
                    <a:pt x="1" y="91"/>
                    <a:pt x="17" y="140"/>
                  </a:cubicBezTo>
                  <a:cubicBezTo>
                    <a:pt x="38" y="161"/>
                    <a:pt x="38" y="178"/>
                    <a:pt x="54" y="178"/>
                  </a:cubicBezTo>
                  <a:cubicBezTo>
                    <a:pt x="87" y="211"/>
                    <a:pt x="120" y="211"/>
                    <a:pt x="158" y="211"/>
                  </a:cubicBezTo>
                  <a:cubicBezTo>
                    <a:pt x="207" y="194"/>
                    <a:pt x="224" y="161"/>
                    <a:pt x="224" y="107"/>
                  </a:cubicBezTo>
                  <a:lnTo>
                    <a:pt x="224" y="74"/>
                  </a:lnTo>
                  <a:cubicBezTo>
                    <a:pt x="210" y="30"/>
                    <a:pt x="163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9"/>
            <p:cNvSpPr/>
            <p:nvPr/>
          </p:nvSpPr>
          <p:spPr>
            <a:xfrm>
              <a:off x="4124475" y="301140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08" y="0"/>
                  </a:moveTo>
                  <a:cubicBezTo>
                    <a:pt x="83" y="0"/>
                    <a:pt x="57" y="13"/>
                    <a:pt x="34" y="28"/>
                  </a:cubicBezTo>
                  <a:cubicBezTo>
                    <a:pt x="17" y="44"/>
                    <a:pt x="17" y="61"/>
                    <a:pt x="17" y="94"/>
                  </a:cubicBezTo>
                  <a:cubicBezTo>
                    <a:pt x="1" y="110"/>
                    <a:pt x="17" y="131"/>
                    <a:pt x="17" y="147"/>
                  </a:cubicBezTo>
                  <a:cubicBezTo>
                    <a:pt x="34" y="180"/>
                    <a:pt x="67" y="197"/>
                    <a:pt x="104" y="213"/>
                  </a:cubicBezTo>
                  <a:cubicBezTo>
                    <a:pt x="153" y="213"/>
                    <a:pt x="207" y="180"/>
                    <a:pt x="223" y="131"/>
                  </a:cubicBezTo>
                  <a:cubicBezTo>
                    <a:pt x="223" y="94"/>
                    <a:pt x="223" y="61"/>
                    <a:pt x="207" y="44"/>
                  </a:cubicBezTo>
                  <a:cubicBezTo>
                    <a:pt x="186" y="28"/>
                    <a:pt x="153" y="7"/>
                    <a:pt x="137" y="7"/>
                  </a:cubicBezTo>
                  <a:cubicBezTo>
                    <a:pt x="127" y="2"/>
                    <a:pt x="118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9"/>
            <p:cNvSpPr/>
            <p:nvPr/>
          </p:nvSpPr>
          <p:spPr>
            <a:xfrm>
              <a:off x="4119325" y="30578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1" y="0"/>
                  </a:moveTo>
                  <a:cubicBezTo>
                    <a:pt x="55" y="0"/>
                    <a:pt x="17" y="47"/>
                    <a:pt x="17" y="90"/>
                  </a:cubicBezTo>
                  <a:cubicBezTo>
                    <a:pt x="1" y="106"/>
                    <a:pt x="17" y="127"/>
                    <a:pt x="17" y="143"/>
                  </a:cubicBezTo>
                  <a:cubicBezTo>
                    <a:pt x="17" y="143"/>
                    <a:pt x="17" y="160"/>
                    <a:pt x="34" y="160"/>
                  </a:cubicBezTo>
                  <a:cubicBezTo>
                    <a:pt x="50" y="193"/>
                    <a:pt x="67" y="193"/>
                    <a:pt x="104" y="209"/>
                  </a:cubicBezTo>
                  <a:cubicBezTo>
                    <a:pt x="120" y="209"/>
                    <a:pt x="153" y="209"/>
                    <a:pt x="170" y="193"/>
                  </a:cubicBezTo>
                  <a:cubicBezTo>
                    <a:pt x="207" y="176"/>
                    <a:pt x="207" y="143"/>
                    <a:pt x="223" y="127"/>
                  </a:cubicBezTo>
                  <a:cubicBezTo>
                    <a:pt x="223" y="90"/>
                    <a:pt x="223" y="73"/>
                    <a:pt x="207" y="40"/>
                  </a:cubicBezTo>
                  <a:cubicBezTo>
                    <a:pt x="186" y="24"/>
                    <a:pt x="153" y="3"/>
                    <a:pt x="137" y="3"/>
                  </a:cubicBezTo>
                  <a:cubicBezTo>
                    <a:pt x="128" y="1"/>
                    <a:pt x="119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9"/>
            <p:cNvSpPr/>
            <p:nvPr/>
          </p:nvSpPr>
          <p:spPr>
            <a:xfrm>
              <a:off x="4127050" y="2999850"/>
              <a:ext cx="5200" cy="5100"/>
            </a:xfrm>
            <a:custGeom>
              <a:avLst/>
              <a:gdLst/>
              <a:ahLst/>
              <a:cxnLst/>
              <a:rect l="l" t="t" r="r" b="b"/>
              <a:pathLst>
                <a:path w="208" h="204" extrusionOk="0">
                  <a:moveTo>
                    <a:pt x="96" y="1"/>
                  </a:moveTo>
                  <a:cubicBezTo>
                    <a:pt x="65" y="1"/>
                    <a:pt x="36" y="13"/>
                    <a:pt x="17" y="40"/>
                  </a:cubicBezTo>
                  <a:cubicBezTo>
                    <a:pt x="1" y="57"/>
                    <a:pt x="1" y="77"/>
                    <a:pt x="1" y="110"/>
                  </a:cubicBezTo>
                  <a:lnTo>
                    <a:pt x="1" y="143"/>
                  </a:lnTo>
                  <a:cubicBezTo>
                    <a:pt x="17" y="160"/>
                    <a:pt x="17" y="160"/>
                    <a:pt x="34" y="180"/>
                  </a:cubicBezTo>
                  <a:cubicBezTo>
                    <a:pt x="57" y="192"/>
                    <a:pt x="72" y="204"/>
                    <a:pt x="92" y="204"/>
                  </a:cubicBezTo>
                  <a:cubicBezTo>
                    <a:pt x="100" y="204"/>
                    <a:pt x="110" y="202"/>
                    <a:pt x="120" y="197"/>
                  </a:cubicBezTo>
                  <a:cubicBezTo>
                    <a:pt x="137" y="197"/>
                    <a:pt x="170" y="180"/>
                    <a:pt x="186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86" y="40"/>
                    <a:pt x="170" y="24"/>
                  </a:cubicBezTo>
                  <a:cubicBezTo>
                    <a:pt x="148" y="9"/>
                    <a:pt x="121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9"/>
            <p:cNvSpPr/>
            <p:nvPr/>
          </p:nvSpPr>
          <p:spPr>
            <a:xfrm>
              <a:off x="4340925" y="3075000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10" y="0"/>
                  </a:moveTo>
                  <a:cubicBezTo>
                    <a:pt x="81" y="0"/>
                    <a:pt x="52" y="13"/>
                    <a:pt x="34" y="40"/>
                  </a:cubicBezTo>
                  <a:cubicBezTo>
                    <a:pt x="17" y="60"/>
                    <a:pt x="1" y="93"/>
                    <a:pt x="1" y="110"/>
                  </a:cubicBezTo>
                  <a:cubicBezTo>
                    <a:pt x="1" y="126"/>
                    <a:pt x="17" y="126"/>
                    <a:pt x="17" y="143"/>
                  </a:cubicBezTo>
                  <a:cubicBezTo>
                    <a:pt x="17" y="163"/>
                    <a:pt x="34" y="180"/>
                    <a:pt x="50" y="180"/>
                  </a:cubicBezTo>
                  <a:cubicBezTo>
                    <a:pt x="67" y="196"/>
                    <a:pt x="83" y="213"/>
                    <a:pt x="120" y="213"/>
                  </a:cubicBezTo>
                  <a:cubicBezTo>
                    <a:pt x="153" y="213"/>
                    <a:pt x="170" y="196"/>
                    <a:pt x="186" y="180"/>
                  </a:cubicBezTo>
                  <a:cubicBezTo>
                    <a:pt x="207" y="143"/>
                    <a:pt x="224" y="126"/>
                    <a:pt x="224" y="93"/>
                  </a:cubicBezTo>
                  <a:cubicBezTo>
                    <a:pt x="207" y="77"/>
                    <a:pt x="207" y="40"/>
                    <a:pt x="170" y="23"/>
                  </a:cubicBezTo>
                  <a:cubicBezTo>
                    <a:pt x="155" y="8"/>
                    <a:pt x="133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9"/>
            <p:cNvSpPr/>
            <p:nvPr/>
          </p:nvSpPr>
          <p:spPr>
            <a:xfrm>
              <a:off x="4102950" y="30759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70" y="1"/>
                    <a:pt x="17" y="38"/>
                    <a:pt x="0" y="87"/>
                  </a:cubicBezTo>
                  <a:lnTo>
                    <a:pt x="0" y="124"/>
                  </a:lnTo>
                  <a:lnTo>
                    <a:pt x="0" y="141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7" y="190"/>
                    <a:pt x="70" y="207"/>
                    <a:pt x="87" y="207"/>
                  </a:cubicBezTo>
                  <a:cubicBezTo>
                    <a:pt x="120" y="207"/>
                    <a:pt x="140" y="207"/>
                    <a:pt x="173" y="190"/>
                  </a:cubicBezTo>
                  <a:cubicBezTo>
                    <a:pt x="190" y="174"/>
                    <a:pt x="206" y="141"/>
                    <a:pt x="206" y="124"/>
                  </a:cubicBezTo>
                  <a:cubicBezTo>
                    <a:pt x="206" y="87"/>
                    <a:pt x="206" y="71"/>
                    <a:pt x="190" y="54"/>
                  </a:cubicBezTo>
                  <a:cubicBezTo>
                    <a:pt x="190" y="21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9"/>
            <p:cNvSpPr/>
            <p:nvPr/>
          </p:nvSpPr>
          <p:spPr>
            <a:xfrm>
              <a:off x="4123150" y="30274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97" y="0"/>
                  </a:moveTo>
                  <a:cubicBezTo>
                    <a:pt x="55" y="0"/>
                    <a:pt x="14" y="45"/>
                    <a:pt x="0" y="87"/>
                  </a:cubicBezTo>
                  <a:cubicBezTo>
                    <a:pt x="0" y="108"/>
                    <a:pt x="0" y="125"/>
                    <a:pt x="17" y="141"/>
                  </a:cubicBezTo>
                  <a:lnTo>
                    <a:pt x="17" y="158"/>
                  </a:lnTo>
                  <a:cubicBezTo>
                    <a:pt x="33" y="191"/>
                    <a:pt x="70" y="211"/>
                    <a:pt x="87" y="211"/>
                  </a:cubicBezTo>
                  <a:cubicBezTo>
                    <a:pt x="157" y="211"/>
                    <a:pt x="206" y="174"/>
                    <a:pt x="206" y="125"/>
                  </a:cubicBezTo>
                  <a:cubicBezTo>
                    <a:pt x="223" y="87"/>
                    <a:pt x="206" y="71"/>
                    <a:pt x="190" y="38"/>
                  </a:cubicBezTo>
                  <a:cubicBezTo>
                    <a:pt x="173" y="21"/>
                    <a:pt x="157" y="5"/>
                    <a:pt x="120" y="5"/>
                  </a:cubicBezTo>
                  <a:cubicBezTo>
                    <a:pt x="112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9"/>
            <p:cNvSpPr/>
            <p:nvPr/>
          </p:nvSpPr>
          <p:spPr>
            <a:xfrm>
              <a:off x="4121900" y="30412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83" y="0"/>
                    <a:pt x="50" y="17"/>
                    <a:pt x="34" y="33"/>
                  </a:cubicBezTo>
                  <a:cubicBezTo>
                    <a:pt x="17" y="50"/>
                    <a:pt x="1" y="70"/>
                    <a:pt x="1" y="103"/>
                  </a:cubicBezTo>
                  <a:lnTo>
                    <a:pt x="1" y="153"/>
                  </a:lnTo>
                  <a:cubicBezTo>
                    <a:pt x="1" y="153"/>
                    <a:pt x="1" y="173"/>
                    <a:pt x="17" y="173"/>
                  </a:cubicBezTo>
                  <a:cubicBezTo>
                    <a:pt x="34" y="190"/>
                    <a:pt x="50" y="206"/>
                    <a:pt x="83" y="206"/>
                  </a:cubicBezTo>
                  <a:cubicBezTo>
                    <a:pt x="92" y="209"/>
                    <a:pt x="101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3"/>
                    <a:pt x="207" y="70"/>
                    <a:pt x="186" y="50"/>
                  </a:cubicBezTo>
                  <a:cubicBezTo>
                    <a:pt x="170" y="33"/>
                    <a:pt x="13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9"/>
            <p:cNvSpPr/>
            <p:nvPr/>
          </p:nvSpPr>
          <p:spPr>
            <a:xfrm>
              <a:off x="4115825" y="3082475"/>
              <a:ext cx="5600" cy="5125"/>
            </a:xfrm>
            <a:custGeom>
              <a:avLst/>
              <a:gdLst/>
              <a:ahLst/>
              <a:cxnLst/>
              <a:rect l="l" t="t" r="r" b="b"/>
              <a:pathLst>
                <a:path w="224" h="205" extrusionOk="0">
                  <a:moveTo>
                    <a:pt x="104" y="0"/>
                  </a:moveTo>
                  <a:cubicBezTo>
                    <a:pt x="71" y="0"/>
                    <a:pt x="54" y="17"/>
                    <a:pt x="38" y="33"/>
                  </a:cubicBezTo>
                  <a:cubicBezTo>
                    <a:pt x="17" y="50"/>
                    <a:pt x="0" y="87"/>
                    <a:pt x="0" y="104"/>
                  </a:cubicBezTo>
                  <a:cubicBezTo>
                    <a:pt x="0" y="120"/>
                    <a:pt x="0" y="120"/>
                    <a:pt x="17" y="137"/>
                  </a:cubicBezTo>
                  <a:cubicBezTo>
                    <a:pt x="17" y="153"/>
                    <a:pt x="38" y="174"/>
                    <a:pt x="54" y="174"/>
                  </a:cubicBezTo>
                  <a:cubicBezTo>
                    <a:pt x="69" y="196"/>
                    <a:pt x="91" y="205"/>
                    <a:pt x="115" y="205"/>
                  </a:cubicBezTo>
                  <a:cubicBezTo>
                    <a:pt x="143" y="205"/>
                    <a:pt x="172" y="192"/>
                    <a:pt x="190" y="174"/>
                  </a:cubicBezTo>
                  <a:cubicBezTo>
                    <a:pt x="207" y="137"/>
                    <a:pt x="223" y="120"/>
                    <a:pt x="207" y="87"/>
                  </a:cubicBezTo>
                  <a:cubicBezTo>
                    <a:pt x="207" y="71"/>
                    <a:pt x="190" y="33"/>
                    <a:pt x="174" y="17"/>
                  </a:cubicBezTo>
                  <a:cubicBezTo>
                    <a:pt x="15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9"/>
            <p:cNvSpPr/>
            <p:nvPr/>
          </p:nvSpPr>
          <p:spPr>
            <a:xfrm>
              <a:off x="4122725" y="2962925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9" y="0"/>
                  </a:moveTo>
                  <a:cubicBezTo>
                    <a:pt x="114" y="0"/>
                    <a:pt x="100" y="3"/>
                    <a:pt x="87" y="8"/>
                  </a:cubicBezTo>
                  <a:cubicBezTo>
                    <a:pt x="34" y="25"/>
                    <a:pt x="1" y="74"/>
                    <a:pt x="17" y="144"/>
                  </a:cubicBezTo>
                  <a:cubicBezTo>
                    <a:pt x="42" y="181"/>
                    <a:pt x="77" y="202"/>
                    <a:pt x="114" y="202"/>
                  </a:cubicBezTo>
                  <a:cubicBezTo>
                    <a:pt x="127" y="202"/>
                    <a:pt x="140" y="199"/>
                    <a:pt x="153" y="194"/>
                  </a:cubicBezTo>
                  <a:cubicBezTo>
                    <a:pt x="207" y="177"/>
                    <a:pt x="240" y="111"/>
                    <a:pt x="223" y="58"/>
                  </a:cubicBezTo>
                  <a:cubicBezTo>
                    <a:pt x="211" y="21"/>
                    <a:pt x="170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9"/>
            <p:cNvSpPr/>
            <p:nvPr/>
          </p:nvSpPr>
          <p:spPr>
            <a:xfrm>
              <a:off x="4116225" y="3069075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00" y="0"/>
                  </a:moveTo>
                  <a:cubicBezTo>
                    <a:pt x="90" y="0"/>
                    <a:pt x="81" y="2"/>
                    <a:pt x="71" y="5"/>
                  </a:cubicBezTo>
                  <a:cubicBezTo>
                    <a:pt x="22" y="38"/>
                    <a:pt x="1" y="91"/>
                    <a:pt x="22" y="141"/>
                  </a:cubicBezTo>
                  <a:cubicBezTo>
                    <a:pt x="22" y="157"/>
                    <a:pt x="38" y="174"/>
                    <a:pt x="38" y="194"/>
                  </a:cubicBezTo>
                  <a:cubicBezTo>
                    <a:pt x="71" y="211"/>
                    <a:pt x="104" y="211"/>
                    <a:pt x="158" y="211"/>
                  </a:cubicBezTo>
                  <a:cubicBezTo>
                    <a:pt x="191" y="194"/>
                    <a:pt x="207" y="157"/>
                    <a:pt x="228" y="124"/>
                  </a:cubicBezTo>
                  <a:cubicBezTo>
                    <a:pt x="228" y="108"/>
                    <a:pt x="228" y="91"/>
                    <a:pt x="207" y="71"/>
                  </a:cubicBezTo>
                  <a:cubicBezTo>
                    <a:pt x="194" y="30"/>
                    <a:pt x="146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9"/>
            <p:cNvSpPr/>
            <p:nvPr/>
          </p:nvSpPr>
          <p:spPr>
            <a:xfrm>
              <a:off x="4108500" y="2968675"/>
              <a:ext cx="5700" cy="5300"/>
            </a:xfrm>
            <a:custGeom>
              <a:avLst/>
              <a:gdLst/>
              <a:ahLst/>
              <a:cxnLst/>
              <a:rect l="l" t="t" r="r" b="b"/>
              <a:pathLst>
                <a:path w="228" h="212" extrusionOk="0">
                  <a:moveTo>
                    <a:pt x="124" y="1"/>
                  </a:moveTo>
                  <a:cubicBezTo>
                    <a:pt x="87" y="1"/>
                    <a:pt x="38" y="34"/>
                    <a:pt x="21" y="67"/>
                  </a:cubicBezTo>
                  <a:cubicBezTo>
                    <a:pt x="21" y="87"/>
                    <a:pt x="21" y="87"/>
                    <a:pt x="1" y="104"/>
                  </a:cubicBezTo>
                  <a:cubicBezTo>
                    <a:pt x="1" y="120"/>
                    <a:pt x="1" y="137"/>
                    <a:pt x="21" y="153"/>
                  </a:cubicBezTo>
                  <a:cubicBezTo>
                    <a:pt x="21" y="170"/>
                    <a:pt x="54" y="190"/>
                    <a:pt x="71" y="207"/>
                  </a:cubicBezTo>
                  <a:lnTo>
                    <a:pt x="104" y="207"/>
                  </a:lnTo>
                  <a:cubicBezTo>
                    <a:pt x="113" y="210"/>
                    <a:pt x="122" y="211"/>
                    <a:pt x="131" y="211"/>
                  </a:cubicBezTo>
                  <a:cubicBezTo>
                    <a:pt x="173" y="211"/>
                    <a:pt x="210" y="179"/>
                    <a:pt x="228" y="120"/>
                  </a:cubicBezTo>
                  <a:cubicBezTo>
                    <a:pt x="228" y="104"/>
                    <a:pt x="207" y="67"/>
                    <a:pt x="190" y="50"/>
                  </a:cubicBezTo>
                  <a:cubicBezTo>
                    <a:pt x="190" y="34"/>
                    <a:pt x="157" y="17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9"/>
            <p:cNvSpPr/>
            <p:nvPr/>
          </p:nvSpPr>
          <p:spPr>
            <a:xfrm>
              <a:off x="4111600" y="3020050"/>
              <a:ext cx="5175" cy="5100"/>
            </a:xfrm>
            <a:custGeom>
              <a:avLst/>
              <a:gdLst/>
              <a:ahLst/>
              <a:cxnLst/>
              <a:rect l="l" t="t" r="r" b="b"/>
              <a:pathLst>
                <a:path w="207" h="204" extrusionOk="0">
                  <a:moveTo>
                    <a:pt x="96" y="1"/>
                  </a:moveTo>
                  <a:cubicBezTo>
                    <a:pt x="64" y="1"/>
                    <a:pt x="35" y="13"/>
                    <a:pt x="17" y="40"/>
                  </a:cubicBezTo>
                  <a:cubicBezTo>
                    <a:pt x="0" y="57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17" y="160"/>
                    <a:pt x="17" y="176"/>
                    <a:pt x="33" y="176"/>
                  </a:cubicBezTo>
                  <a:cubicBezTo>
                    <a:pt x="57" y="191"/>
                    <a:pt x="72" y="204"/>
                    <a:pt x="92" y="204"/>
                  </a:cubicBezTo>
                  <a:cubicBezTo>
                    <a:pt x="100" y="204"/>
                    <a:pt x="109" y="202"/>
                    <a:pt x="120" y="197"/>
                  </a:cubicBezTo>
                  <a:cubicBezTo>
                    <a:pt x="137" y="197"/>
                    <a:pt x="169" y="197"/>
                    <a:pt x="186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86" y="40"/>
                    <a:pt x="169" y="24"/>
                  </a:cubicBezTo>
                  <a:cubicBezTo>
                    <a:pt x="147" y="9"/>
                    <a:pt x="121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9"/>
            <p:cNvSpPr/>
            <p:nvPr/>
          </p:nvSpPr>
          <p:spPr>
            <a:xfrm>
              <a:off x="4113650" y="30060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5" y="0"/>
                  </a:moveTo>
                  <a:cubicBezTo>
                    <a:pt x="87" y="0"/>
                    <a:pt x="71" y="0"/>
                    <a:pt x="55" y="17"/>
                  </a:cubicBezTo>
                  <a:cubicBezTo>
                    <a:pt x="22" y="37"/>
                    <a:pt x="1" y="70"/>
                    <a:pt x="1" y="87"/>
                  </a:cubicBezTo>
                  <a:lnTo>
                    <a:pt x="1" y="140"/>
                  </a:lnTo>
                  <a:cubicBezTo>
                    <a:pt x="22" y="157"/>
                    <a:pt x="22" y="157"/>
                    <a:pt x="22" y="173"/>
                  </a:cubicBezTo>
                  <a:cubicBezTo>
                    <a:pt x="38" y="190"/>
                    <a:pt x="71" y="206"/>
                    <a:pt x="87" y="206"/>
                  </a:cubicBezTo>
                  <a:cubicBezTo>
                    <a:pt x="97" y="209"/>
                    <a:pt x="106" y="210"/>
                    <a:pt x="114" y="210"/>
                  </a:cubicBezTo>
                  <a:cubicBezTo>
                    <a:pt x="170" y="210"/>
                    <a:pt x="207" y="166"/>
                    <a:pt x="207" y="120"/>
                  </a:cubicBezTo>
                  <a:cubicBezTo>
                    <a:pt x="207" y="87"/>
                    <a:pt x="207" y="70"/>
                    <a:pt x="191" y="54"/>
                  </a:cubicBezTo>
                  <a:cubicBezTo>
                    <a:pt x="174" y="17"/>
                    <a:pt x="158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9"/>
            <p:cNvSpPr/>
            <p:nvPr/>
          </p:nvSpPr>
          <p:spPr>
            <a:xfrm>
              <a:off x="4104275" y="30618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104" y="1"/>
                    <a:pt x="67" y="1"/>
                    <a:pt x="50" y="17"/>
                  </a:cubicBezTo>
                  <a:cubicBezTo>
                    <a:pt x="17" y="34"/>
                    <a:pt x="1" y="71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lnTo>
                    <a:pt x="17" y="174"/>
                  </a:lnTo>
                  <a:cubicBezTo>
                    <a:pt x="34" y="191"/>
                    <a:pt x="67" y="207"/>
                    <a:pt x="87" y="207"/>
                  </a:cubicBezTo>
                  <a:cubicBezTo>
                    <a:pt x="96" y="209"/>
                    <a:pt x="105" y="210"/>
                    <a:pt x="113" y="210"/>
                  </a:cubicBezTo>
                  <a:cubicBezTo>
                    <a:pt x="167" y="210"/>
                    <a:pt x="207" y="167"/>
                    <a:pt x="207" y="120"/>
                  </a:cubicBezTo>
                  <a:cubicBezTo>
                    <a:pt x="223" y="104"/>
                    <a:pt x="207" y="71"/>
                    <a:pt x="190" y="50"/>
                  </a:cubicBezTo>
                  <a:cubicBezTo>
                    <a:pt x="170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9"/>
            <p:cNvSpPr/>
            <p:nvPr/>
          </p:nvSpPr>
          <p:spPr>
            <a:xfrm>
              <a:off x="4113650" y="3095775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5" y="0"/>
                  </a:moveTo>
                  <a:cubicBezTo>
                    <a:pt x="71" y="0"/>
                    <a:pt x="22" y="33"/>
                    <a:pt x="1" y="87"/>
                  </a:cubicBezTo>
                  <a:cubicBezTo>
                    <a:pt x="1" y="103"/>
                    <a:pt x="1" y="120"/>
                    <a:pt x="22" y="136"/>
                  </a:cubicBezTo>
                  <a:lnTo>
                    <a:pt x="22" y="173"/>
                  </a:lnTo>
                  <a:cubicBezTo>
                    <a:pt x="38" y="190"/>
                    <a:pt x="71" y="206"/>
                    <a:pt x="87" y="206"/>
                  </a:cubicBezTo>
                  <a:cubicBezTo>
                    <a:pt x="125" y="206"/>
                    <a:pt x="158" y="206"/>
                    <a:pt x="174" y="190"/>
                  </a:cubicBezTo>
                  <a:cubicBezTo>
                    <a:pt x="191" y="173"/>
                    <a:pt x="207" y="157"/>
                    <a:pt x="207" y="120"/>
                  </a:cubicBezTo>
                  <a:cubicBezTo>
                    <a:pt x="228" y="70"/>
                    <a:pt x="191" y="17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9"/>
            <p:cNvSpPr/>
            <p:nvPr/>
          </p:nvSpPr>
          <p:spPr>
            <a:xfrm>
              <a:off x="4109425" y="305005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21" y="0"/>
                  </a:moveTo>
                  <a:cubicBezTo>
                    <a:pt x="115" y="0"/>
                    <a:pt x="109" y="2"/>
                    <a:pt x="104" y="7"/>
                  </a:cubicBezTo>
                  <a:cubicBezTo>
                    <a:pt x="67" y="7"/>
                    <a:pt x="34" y="28"/>
                    <a:pt x="17" y="44"/>
                  </a:cubicBezTo>
                  <a:cubicBezTo>
                    <a:pt x="1" y="61"/>
                    <a:pt x="1" y="94"/>
                    <a:pt x="1" y="110"/>
                  </a:cubicBezTo>
                  <a:cubicBezTo>
                    <a:pt x="1" y="131"/>
                    <a:pt x="1" y="131"/>
                    <a:pt x="17" y="147"/>
                  </a:cubicBezTo>
                  <a:cubicBezTo>
                    <a:pt x="17" y="164"/>
                    <a:pt x="34" y="180"/>
                    <a:pt x="34" y="180"/>
                  </a:cubicBezTo>
                  <a:cubicBezTo>
                    <a:pt x="58" y="195"/>
                    <a:pt x="85" y="203"/>
                    <a:pt x="110" y="203"/>
                  </a:cubicBezTo>
                  <a:cubicBezTo>
                    <a:pt x="141" y="203"/>
                    <a:pt x="170" y="191"/>
                    <a:pt x="191" y="164"/>
                  </a:cubicBezTo>
                  <a:cubicBezTo>
                    <a:pt x="224" y="131"/>
                    <a:pt x="224" y="61"/>
                    <a:pt x="170" y="28"/>
                  </a:cubicBezTo>
                  <a:cubicBezTo>
                    <a:pt x="158" y="13"/>
                    <a:pt x="138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9"/>
            <p:cNvSpPr/>
            <p:nvPr/>
          </p:nvSpPr>
          <p:spPr>
            <a:xfrm>
              <a:off x="4109025" y="29544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13" y="1"/>
                  </a:moveTo>
                  <a:cubicBezTo>
                    <a:pt x="80" y="1"/>
                    <a:pt x="48" y="16"/>
                    <a:pt x="17" y="39"/>
                  </a:cubicBezTo>
                  <a:cubicBezTo>
                    <a:pt x="0" y="55"/>
                    <a:pt x="0" y="88"/>
                    <a:pt x="0" y="121"/>
                  </a:cubicBezTo>
                  <a:cubicBezTo>
                    <a:pt x="0" y="121"/>
                    <a:pt x="0" y="142"/>
                    <a:pt x="17" y="142"/>
                  </a:cubicBezTo>
                  <a:cubicBezTo>
                    <a:pt x="17" y="159"/>
                    <a:pt x="33" y="175"/>
                    <a:pt x="33" y="191"/>
                  </a:cubicBezTo>
                  <a:cubicBezTo>
                    <a:pt x="52" y="204"/>
                    <a:pt x="74" y="209"/>
                    <a:pt x="96" y="209"/>
                  </a:cubicBezTo>
                  <a:cubicBezTo>
                    <a:pt x="131" y="209"/>
                    <a:pt x="166" y="195"/>
                    <a:pt x="186" y="175"/>
                  </a:cubicBezTo>
                  <a:cubicBezTo>
                    <a:pt x="207" y="142"/>
                    <a:pt x="207" y="121"/>
                    <a:pt x="207" y="88"/>
                  </a:cubicBezTo>
                  <a:cubicBezTo>
                    <a:pt x="207" y="72"/>
                    <a:pt x="186" y="39"/>
                    <a:pt x="169" y="18"/>
                  </a:cubicBezTo>
                  <a:cubicBezTo>
                    <a:pt x="151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9"/>
            <p:cNvSpPr/>
            <p:nvPr/>
          </p:nvSpPr>
          <p:spPr>
            <a:xfrm>
              <a:off x="4109425" y="3033925"/>
              <a:ext cx="5200" cy="5350"/>
            </a:xfrm>
            <a:custGeom>
              <a:avLst/>
              <a:gdLst/>
              <a:ahLst/>
              <a:cxnLst/>
              <a:rect l="l" t="t" r="r" b="b"/>
              <a:pathLst>
                <a:path w="208" h="214" extrusionOk="0">
                  <a:moveTo>
                    <a:pt x="120" y="1"/>
                  </a:moveTo>
                  <a:cubicBezTo>
                    <a:pt x="50" y="1"/>
                    <a:pt x="1" y="34"/>
                    <a:pt x="1" y="87"/>
                  </a:cubicBezTo>
                  <a:lnTo>
                    <a:pt x="1" y="157"/>
                  </a:lnTo>
                  <a:lnTo>
                    <a:pt x="17" y="174"/>
                  </a:lnTo>
                  <a:cubicBezTo>
                    <a:pt x="34" y="190"/>
                    <a:pt x="50" y="207"/>
                    <a:pt x="87" y="207"/>
                  </a:cubicBezTo>
                  <a:cubicBezTo>
                    <a:pt x="97" y="212"/>
                    <a:pt x="105" y="214"/>
                    <a:pt x="113" y="214"/>
                  </a:cubicBezTo>
                  <a:cubicBezTo>
                    <a:pt x="130" y="214"/>
                    <a:pt x="142" y="202"/>
                    <a:pt x="153" y="190"/>
                  </a:cubicBezTo>
                  <a:cubicBezTo>
                    <a:pt x="191" y="174"/>
                    <a:pt x="207" y="157"/>
                    <a:pt x="207" y="120"/>
                  </a:cubicBezTo>
                  <a:cubicBezTo>
                    <a:pt x="207" y="104"/>
                    <a:pt x="207" y="71"/>
                    <a:pt x="191" y="54"/>
                  </a:cubicBezTo>
                  <a:cubicBezTo>
                    <a:pt x="170" y="34"/>
                    <a:pt x="13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9"/>
            <p:cNvSpPr/>
            <p:nvPr/>
          </p:nvSpPr>
          <p:spPr>
            <a:xfrm>
              <a:off x="4317225" y="3070975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32" y="0"/>
                  </a:moveTo>
                  <a:cubicBezTo>
                    <a:pt x="117" y="0"/>
                    <a:pt x="102" y="5"/>
                    <a:pt x="87" y="15"/>
                  </a:cubicBezTo>
                  <a:cubicBezTo>
                    <a:pt x="38" y="32"/>
                    <a:pt x="1" y="81"/>
                    <a:pt x="21" y="135"/>
                  </a:cubicBezTo>
                  <a:cubicBezTo>
                    <a:pt x="38" y="151"/>
                    <a:pt x="38" y="168"/>
                    <a:pt x="54" y="184"/>
                  </a:cubicBezTo>
                  <a:cubicBezTo>
                    <a:pt x="77" y="196"/>
                    <a:pt x="102" y="209"/>
                    <a:pt x="127" y="209"/>
                  </a:cubicBezTo>
                  <a:cubicBezTo>
                    <a:pt x="137" y="209"/>
                    <a:pt x="147" y="207"/>
                    <a:pt x="157" y="201"/>
                  </a:cubicBezTo>
                  <a:cubicBezTo>
                    <a:pt x="190" y="184"/>
                    <a:pt x="227" y="151"/>
                    <a:pt x="227" y="118"/>
                  </a:cubicBezTo>
                  <a:lnTo>
                    <a:pt x="227" y="65"/>
                  </a:lnTo>
                  <a:cubicBezTo>
                    <a:pt x="201" y="29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9"/>
            <p:cNvSpPr/>
            <p:nvPr/>
          </p:nvSpPr>
          <p:spPr>
            <a:xfrm>
              <a:off x="4277350" y="3073275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13" y="0"/>
                  </a:moveTo>
                  <a:cubicBezTo>
                    <a:pt x="82" y="0"/>
                    <a:pt x="53" y="14"/>
                    <a:pt x="33" y="43"/>
                  </a:cubicBezTo>
                  <a:cubicBezTo>
                    <a:pt x="17" y="59"/>
                    <a:pt x="0" y="92"/>
                    <a:pt x="17" y="109"/>
                  </a:cubicBezTo>
                  <a:lnTo>
                    <a:pt x="17" y="146"/>
                  </a:lnTo>
                  <a:cubicBezTo>
                    <a:pt x="17" y="162"/>
                    <a:pt x="33" y="179"/>
                    <a:pt x="50" y="179"/>
                  </a:cubicBezTo>
                  <a:cubicBezTo>
                    <a:pt x="74" y="194"/>
                    <a:pt x="97" y="202"/>
                    <a:pt x="120" y="202"/>
                  </a:cubicBezTo>
                  <a:cubicBezTo>
                    <a:pt x="148" y="202"/>
                    <a:pt x="177" y="190"/>
                    <a:pt x="206" y="162"/>
                  </a:cubicBezTo>
                  <a:cubicBezTo>
                    <a:pt x="239" y="129"/>
                    <a:pt x="223" y="59"/>
                    <a:pt x="190" y="26"/>
                  </a:cubicBezTo>
                  <a:cubicBezTo>
                    <a:pt x="165" y="9"/>
                    <a:pt x="13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9"/>
            <p:cNvSpPr/>
            <p:nvPr/>
          </p:nvSpPr>
          <p:spPr>
            <a:xfrm>
              <a:off x="4276925" y="308990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03" y="0"/>
                  </a:moveTo>
                  <a:cubicBezTo>
                    <a:pt x="90" y="0"/>
                    <a:pt x="77" y="4"/>
                    <a:pt x="67" y="13"/>
                  </a:cubicBezTo>
                  <a:cubicBezTo>
                    <a:pt x="50" y="13"/>
                    <a:pt x="34" y="29"/>
                    <a:pt x="17" y="46"/>
                  </a:cubicBezTo>
                  <a:cubicBezTo>
                    <a:pt x="1" y="83"/>
                    <a:pt x="1" y="116"/>
                    <a:pt x="1" y="132"/>
                  </a:cubicBezTo>
                  <a:cubicBezTo>
                    <a:pt x="28" y="176"/>
                    <a:pt x="69" y="207"/>
                    <a:pt x="110" y="207"/>
                  </a:cubicBezTo>
                  <a:cubicBezTo>
                    <a:pt x="119" y="207"/>
                    <a:pt x="128" y="205"/>
                    <a:pt x="137" y="202"/>
                  </a:cubicBezTo>
                  <a:cubicBezTo>
                    <a:pt x="190" y="186"/>
                    <a:pt x="223" y="116"/>
                    <a:pt x="207" y="62"/>
                  </a:cubicBezTo>
                  <a:cubicBezTo>
                    <a:pt x="190" y="29"/>
                    <a:pt x="170" y="13"/>
                    <a:pt x="137" y="13"/>
                  </a:cubicBezTo>
                  <a:cubicBezTo>
                    <a:pt x="128" y="4"/>
                    <a:pt x="116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9"/>
            <p:cNvSpPr/>
            <p:nvPr/>
          </p:nvSpPr>
          <p:spPr>
            <a:xfrm>
              <a:off x="4272600" y="3101425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28" y="0"/>
                  </a:moveTo>
                  <a:cubicBezTo>
                    <a:pt x="115" y="0"/>
                    <a:pt x="101" y="4"/>
                    <a:pt x="87" y="13"/>
                  </a:cubicBezTo>
                  <a:cubicBezTo>
                    <a:pt x="17" y="34"/>
                    <a:pt x="0" y="84"/>
                    <a:pt x="17" y="137"/>
                  </a:cubicBezTo>
                  <a:cubicBezTo>
                    <a:pt x="30" y="178"/>
                    <a:pt x="80" y="207"/>
                    <a:pt x="127" y="207"/>
                  </a:cubicBezTo>
                  <a:cubicBezTo>
                    <a:pt x="138" y="207"/>
                    <a:pt x="148" y="206"/>
                    <a:pt x="157" y="203"/>
                  </a:cubicBezTo>
                  <a:cubicBezTo>
                    <a:pt x="207" y="187"/>
                    <a:pt x="240" y="117"/>
                    <a:pt x="223" y="67"/>
                  </a:cubicBezTo>
                  <a:cubicBezTo>
                    <a:pt x="199" y="28"/>
                    <a:pt x="165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9"/>
            <p:cNvSpPr/>
            <p:nvPr/>
          </p:nvSpPr>
          <p:spPr>
            <a:xfrm>
              <a:off x="4280325" y="30592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37" y="1"/>
                  </a:moveTo>
                  <a:cubicBezTo>
                    <a:pt x="71" y="1"/>
                    <a:pt x="17" y="34"/>
                    <a:pt x="17" y="87"/>
                  </a:cubicBezTo>
                  <a:cubicBezTo>
                    <a:pt x="1" y="120"/>
                    <a:pt x="17" y="137"/>
                    <a:pt x="17" y="153"/>
                  </a:cubicBezTo>
                  <a:lnTo>
                    <a:pt x="34" y="174"/>
                  </a:lnTo>
                  <a:cubicBezTo>
                    <a:pt x="54" y="190"/>
                    <a:pt x="71" y="207"/>
                    <a:pt x="104" y="207"/>
                  </a:cubicBezTo>
                  <a:cubicBezTo>
                    <a:pt x="113" y="210"/>
                    <a:pt x="122" y="211"/>
                    <a:pt x="131" y="211"/>
                  </a:cubicBezTo>
                  <a:cubicBezTo>
                    <a:pt x="173" y="211"/>
                    <a:pt x="210" y="179"/>
                    <a:pt x="223" y="120"/>
                  </a:cubicBezTo>
                  <a:cubicBezTo>
                    <a:pt x="223" y="104"/>
                    <a:pt x="223" y="71"/>
                    <a:pt x="207" y="50"/>
                  </a:cubicBezTo>
                  <a:cubicBezTo>
                    <a:pt x="190" y="34"/>
                    <a:pt x="15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9"/>
            <p:cNvSpPr/>
            <p:nvPr/>
          </p:nvSpPr>
          <p:spPr>
            <a:xfrm>
              <a:off x="4288875" y="3096975"/>
              <a:ext cx="5700" cy="4950"/>
            </a:xfrm>
            <a:custGeom>
              <a:avLst/>
              <a:gdLst/>
              <a:ahLst/>
              <a:cxnLst/>
              <a:rect l="l" t="t" r="r" b="b"/>
              <a:pathLst>
                <a:path w="228" h="198" extrusionOk="0">
                  <a:moveTo>
                    <a:pt x="104" y="0"/>
                  </a:moveTo>
                  <a:cubicBezTo>
                    <a:pt x="54" y="0"/>
                    <a:pt x="21" y="35"/>
                    <a:pt x="21" y="88"/>
                  </a:cubicBezTo>
                  <a:cubicBezTo>
                    <a:pt x="1" y="109"/>
                    <a:pt x="21" y="125"/>
                    <a:pt x="21" y="142"/>
                  </a:cubicBezTo>
                  <a:cubicBezTo>
                    <a:pt x="21" y="142"/>
                    <a:pt x="21" y="158"/>
                    <a:pt x="38" y="158"/>
                  </a:cubicBezTo>
                  <a:cubicBezTo>
                    <a:pt x="54" y="175"/>
                    <a:pt x="71" y="191"/>
                    <a:pt x="104" y="191"/>
                  </a:cubicBezTo>
                  <a:cubicBezTo>
                    <a:pt x="114" y="195"/>
                    <a:pt x="124" y="197"/>
                    <a:pt x="133" y="197"/>
                  </a:cubicBezTo>
                  <a:cubicBezTo>
                    <a:pt x="175" y="197"/>
                    <a:pt x="211" y="163"/>
                    <a:pt x="228" y="109"/>
                  </a:cubicBezTo>
                  <a:cubicBezTo>
                    <a:pt x="228" y="88"/>
                    <a:pt x="228" y="55"/>
                    <a:pt x="207" y="39"/>
                  </a:cubicBezTo>
                  <a:cubicBezTo>
                    <a:pt x="190" y="22"/>
                    <a:pt x="158" y="6"/>
                    <a:pt x="141" y="6"/>
                  </a:cubicBezTo>
                  <a:cubicBezTo>
                    <a:pt x="128" y="2"/>
                    <a:pt x="115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9"/>
            <p:cNvSpPr/>
            <p:nvPr/>
          </p:nvSpPr>
          <p:spPr>
            <a:xfrm>
              <a:off x="4290225" y="308320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86" y="0"/>
                  </a:moveTo>
                  <a:cubicBezTo>
                    <a:pt x="34" y="0"/>
                    <a:pt x="0" y="33"/>
                    <a:pt x="0" y="91"/>
                  </a:cubicBezTo>
                  <a:lnTo>
                    <a:pt x="0" y="124"/>
                  </a:lnTo>
                  <a:lnTo>
                    <a:pt x="0" y="145"/>
                  </a:lnTo>
                  <a:lnTo>
                    <a:pt x="17" y="161"/>
                  </a:lnTo>
                  <a:cubicBezTo>
                    <a:pt x="33" y="178"/>
                    <a:pt x="50" y="194"/>
                    <a:pt x="87" y="194"/>
                  </a:cubicBezTo>
                  <a:cubicBezTo>
                    <a:pt x="97" y="199"/>
                    <a:pt x="105" y="201"/>
                    <a:pt x="112" y="201"/>
                  </a:cubicBezTo>
                  <a:cubicBezTo>
                    <a:pt x="130" y="201"/>
                    <a:pt x="141" y="189"/>
                    <a:pt x="153" y="178"/>
                  </a:cubicBezTo>
                  <a:cubicBezTo>
                    <a:pt x="190" y="161"/>
                    <a:pt x="207" y="145"/>
                    <a:pt x="207" y="108"/>
                  </a:cubicBezTo>
                  <a:cubicBezTo>
                    <a:pt x="207" y="91"/>
                    <a:pt x="207" y="75"/>
                    <a:pt x="190" y="42"/>
                  </a:cubicBezTo>
                  <a:cubicBezTo>
                    <a:pt x="174" y="21"/>
                    <a:pt x="153" y="4"/>
                    <a:pt x="120" y="4"/>
                  </a:cubicBezTo>
                  <a:cubicBezTo>
                    <a:pt x="108" y="2"/>
                    <a:pt x="97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9"/>
            <p:cNvSpPr/>
            <p:nvPr/>
          </p:nvSpPr>
          <p:spPr>
            <a:xfrm>
              <a:off x="4271775" y="31158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7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3" y="23"/>
                    <a:pt x="0" y="77"/>
                    <a:pt x="17" y="142"/>
                  </a:cubicBezTo>
                  <a:cubicBezTo>
                    <a:pt x="42" y="183"/>
                    <a:pt x="78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07" y="180"/>
                    <a:pt x="240" y="109"/>
                    <a:pt x="223" y="56"/>
                  </a:cubicBez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9"/>
            <p:cNvSpPr/>
            <p:nvPr/>
          </p:nvSpPr>
          <p:spPr>
            <a:xfrm>
              <a:off x="4284650" y="3108750"/>
              <a:ext cx="5600" cy="5225"/>
            </a:xfrm>
            <a:custGeom>
              <a:avLst/>
              <a:gdLst/>
              <a:ahLst/>
              <a:cxnLst/>
              <a:rect l="l" t="t" r="r" b="b"/>
              <a:pathLst>
                <a:path w="224" h="209" extrusionOk="0">
                  <a:moveTo>
                    <a:pt x="113" y="0"/>
                  </a:moveTo>
                  <a:cubicBezTo>
                    <a:pt x="98" y="0"/>
                    <a:pt x="82" y="4"/>
                    <a:pt x="67" y="13"/>
                  </a:cubicBezTo>
                  <a:cubicBezTo>
                    <a:pt x="17" y="30"/>
                    <a:pt x="1" y="83"/>
                    <a:pt x="17" y="133"/>
                  </a:cubicBezTo>
                  <a:cubicBezTo>
                    <a:pt x="30" y="187"/>
                    <a:pt x="74" y="209"/>
                    <a:pt x="116" y="209"/>
                  </a:cubicBezTo>
                  <a:cubicBezTo>
                    <a:pt x="129" y="209"/>
                    <a:pt x="142" y="207"/>
                    <a:pt x="153" y="203"/>
                  </a:cubicBezTo>
                  <a:cubicBezTo>
                    <a:pt x="207" y="186"/>
                    <a:pt x="223" y="116"/>
                    <a:pt x="207" y="67"/>
                  </a:cubicBezTo>
                  <a:cubicBezTo>
                    <a:pt x="195" y="28"/>
                    <a:pt x="155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9"/>
            <p:cNvSpPr/>
            <p:nvPr/>
          </p:nvSpPr>
          <p:spPr>
            <a:xfrm>
              <a:off x="4283325" y="3122725"/>
              <a:ext cx="5175" cy="4950"/>
            </a:xfrm>
            <a:custGeom>
              <a:avLst/>
              <a:gdLst/>
              <a:ahLst/>
              <a:cxnLst/>
              <a:rect l="l" t="t" r="r" b="b"/>
              <a:pathLst>
                <a:path w="207" h="198" extrusionOk="0">
                  <a:moveTo>
                    <a:pt x="90" y="1"/>
                  </a:moveTo>
                  <a:cubicBezTo>
                    <a:pt x="46" y="1"/>
                    <a:pt x="0" y="36"/>
                    <a:pt x="0" y="89"/>
                  </a:cubicBezTo>
                  <a:lnTo>
                    <a:pt x="0" y="143"/>
                  </a:lnTo>
                  <a:lnTo>
                    <a:pt x="17" y="159"/>
                  </a:lnTo>
                  <a:cubicBezTo>
                    <a:pt x="37" y="176"/>
                    <a:pt x="54" y="192"/>
                    <a:pt x="87" y="192"/>
                  </a:cubicBezTo>
                  <a:cubicBezTo>
                    <a:pt x="97" y="196"/>
                    <a:pt x="107" y="198"/>
                    <a:pt x="118" y="198"/>
                  </a:cubicBezTo>
                  <a:cubicBezTo>
                    <a:pt x="163" y="198"/>
                    <a:pt x="206" y="163"/>
                    <a:pt x="206" y="110"/>
                  </a:cubicBezTo>
                  <a:cubicBezTo>
                    <a:pt x="206" y="89"/>
                    <a:pt x="206" y="56"/>
                    <a:pt x="190" y="40"/>
                  </a:cubicBezTo>
                  <a:cubicBezTo>
                    <a:pt x="173" y="23"/>
                    <a:pt x="157" y="7"/>
                    <a:pt x="120" y="7"/>
                  </a:cubicBezTo>
                  <a:cubicBezTo>
                    <a:pt x="110" y="3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9"/>
            <p:cNvSpPr/>
            <p:nvPr/>
          </p:nvSpPr>
          <p:spPr>
            <a:xfrm>
              <a:off x="4338775" y="30868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50" y="17"/>
                    <a:pt x="33" y="34"/>
                  </a:cubicBezTo>
                  <a:cubicBezTo>
                    <a:pt x="17" y="50"/>
                    <a:pt x="0" y="67"/>
                    <a:pt x="0" y="83"/>
                  </a:cubicBezTo>
                  <a:lnTo>
                    <a:pt x="0" y="137"/>
                  </a:lnTo>
                  <a:cubicBezTo>
                    <a:pt x="17" y="170"/>
                    <a:pt x="50" y="207"/>
                    <a:pt x="87" y="207"/>
                  </a:cubicBezTo>
                  <a:lnTo>
                    <a:pt x="103" y="207"/>
                  </a:lnTo>
                  <a:cubicBezTo>
                    <a:pt x="153" y="207"/>
                    <a:pt x="206" y="170"/>
                    <a:pt x="206" y="120"/>
                  </a:cubicBezTo>
                  <a:cubicBezTo>
                    <a:pt x="206" y="83"/>
                    <a:pt x="206" y="67"/>
                    <a:pt x="190" y="50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9"/>
            <p:cNvSpPr/>
            <p:nvPr/>
          </p:nvSpPr>
          <p:spPr>
            <a:xfrm>
              <a:off x="4252400" y="308530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1" y="0"/>
                  </a:moveTo>
                  <a:cubicBezTo>
                    <a:pt x="69" y="0"/>
                    <a:pt x="49" y="12"/>
                    <a:pt x="37" y="24"/>
                  </a:cubicBezTo>
                  <a:cubicBezTo>
                    <a:pt x="17" y="40"/>
                    <a:pt x="0" y="61"/>
                    <a:pt x="0" y="94"/>
                  </a:cubicBezTo>
                  <a:lnTo>
                    <a:pt x="0" y="143"/>
                  </a:lnTo>
                  <a:cubicBezTo>
                    <a:pt x="0" y="143"/>
                    <a:pt x="0" y="164"/>
                    <a:pt x="17" y="164"/>
                  </a:cubicBezTo>
                  <a:cubicBezTo>
                    <a:pt x="37" y="180"/>
                    <a:pt x="54" y="197"/>
                    <a:pt x="87" y="197"/>
                  </a:cubicBezTo>
                  <a:cubicBezTo>
                    <a:pt x="96" y="200"/>
                    <a:pt x="105" y="201"/>
                    <a:pt x="114" y="201"/>
                  </a:cubicBezTo>
                  <a:cubicBezTo>
                    <a:pt x="156" y="201"/>
                    <a:pt x="193" y="168"/>
                    <a:pt x="206" y="110"/>
                  </a:cubicBezTo>
                  <a:cubicBezTo>
                    <a:pt x="206" y="94"/>
                    <a:pt x="206" y="61"/>
                    <a:pt x="190" y="40"/>
                  </a:cubicBezTo>
                  <a:cubicBezTo>
                    <a:pt x="173" y="24"/>
                    <a:pt x="141" y="7"/>
                    <a:pt x="120" y="7"/>
                  </a:cubicBezTo>
                  <a:cubicBezTo>
                    <a:pt x="110" y="2"/>
                    <a:pt x="10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9"/>
            <p:cNvSpPr/>
            <p:nvPr/>
          </p:nvSpPr>
          <p:spPr>
            <a:xfrm>
              <a:off x="4258475" y="31172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0" y="1"/>
                  </a:moveTo>
                  <a:cubicBezTo>
                    <a:pt x="83" y="1"/>
                    <a:pt x="50" y="22"/>
                    <a:pt x="34" y="38"/>
                  </a:cubicBezTo>
                  <a:cubicBezTo>
                    <a:pt x="17" y="54"/>
                    <a:pt x="17" y="71"/>
                    <a:pt x="1" y="87"/>
                  </a:cubicBezTo>
                  <a:cubicBezTo>
                    <a:pt x="1" y="104"/>
                    <a:pt x="1" y="125"/>
                    <a:pt x="17" y="141"/>
                  </a:cubicBezTo>
                  <a:cubicBezTo>
                    <a:pt x="34" y="174"/>
                    <a:pt x="50" y="207"/>
                    <a:pt x="104" y="207"/>
                  </a:cubicBezTo>
                  <a:cubicBezTo>
                    <a:pt x="153" y="207"/>
                    <a:pt x="207" y="174"/>
                    <a:pt x="223" y="125"/>
                  </a:cubicBezTo>
                  <a:cubicBezTo>
                    <a:pt x="223" y="104"/>
                    <a:pt x="207" y="71"/>
                    <a:pt x="186" y="54"/>
                  </a:cubicBezTo>
                  <a:cubicBezTo>
                    <a:pt x="170" y="22"/>
                    <a:pt x="153" y="22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9"/>
            <p:cNvSpPr/>
            <p:nvPr/>
          </p:nvSpPr>
          <p:spPr>
            <a:xfrm>
              <a:off x="4294025" y="3129175"/>
              <a:ext cx="6125" cy="5375"/>
            </a:xfrm>
            <a:custGeom>
              <a:avLst/>
              <a:gdLst/>
              <a:ahLst/>
              <a:cxnLst/>
              <a:rect l="l" t="t" r="r" b="b"/>
              <a:pathLst>
                <a:path w="245" h="215" extrusionOk="0">
                  <a:moveTo>
                    <a:pt x="117" y="0"/>
                  </a:moveTo>
                  <a:cubicBezTo>
                    <a:pt x="107" y="0"/>
                    <a:pt x="97" y="1"/>
                    <a:pt x="88" y="4"/>
                  </a:cubicBezTo>
                  <a:cubicBezTo>
                    <a:pt x="38" y="37"/>
                    <a:pt x="1" y="91"/>
                    <a:pt x="38" y="140"/>
                  </a:cubicBezTo>
                  <a:cubicBezTo>
                    <a:pt x="52" y="185"/>
                    <a:pt x="88" y="215"/>
                    <a:pt x="130" y="215"/>
                  </a:cubicBezTo>
                  <a:cubicBezTo>
                    <a:pt x="139" y="215"/>
                    <a:pt x="148" y="213"/>
                    <a:pt x="158" y="210"/>
                  </a:cubicBezTo>
                  <a:cubicBezTo>
                    <a:pt x="228" y="177"/>
                    <a:pt x="244" y="124"/>
                    <a:pt x="228" y="74"/>
                  </a:cubicBezTo>
                  <a:cubicBezTo>
                    <a:pt x="211" y="30"/>
                    <a:pt x="163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9"/>
            <p:cNvSpPr/>
            <p:nvPr/>
          </p:nvSpPr>
          <p:spPr>
            <a:xfrm>
              <a:off x="4248575" y="3098350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20" y="0"/>
                  </a:moveTo>
                  <a:cubicBezTo>
                    <a:pt x="104" y="0"/>
                    <a:pt x="87" y="0"/>
                    <a:pt x="67" y="17"/>
                  </a:cubicBezTo>
                  <a:cubicBezTo>
                    <a:pt x="17" y="33"/>
                    <a:pt x="1" y="87"/>
                    <a:pt x="17" y="136"/>
                  </a:cubicBezTo>
                  <a:cubicBezTo>
                    <a:pt x="30" y="190"/>
                    <a:pt x="74" y="212"/>
                    <a:pt x="116" y="212"/>
                  </a:cubicBezTo>
                  <a:cubicBezTo>
                    <a:pt x="129" y="212"/>
                    <a:pt x="142" y="210"/>
                    <a:pt x="153" y="207"/>
                  </a:cubicBezTo>
                  <a:cubicBezTo>
                    <a:pt x="170" y="190"/>
                    <a:pt x="170" y="190"/>
                    <a:pt x="190" y="174"/>
                  </a:cubicBezTo>
                  <a:cubicBezTo>
                    <a:pt x="223" y="157"/>
                    <a:pt x="223" y="103"/>
                    <a:pt x="207" y="70"/>
                  </a:cubicBezTo>
                  <a:cubicBezTo>
                    <a:pt x="190" y="33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9"/>
            <p:cNvSpPr/>
            <p:nvPr/>
          </p:nvSpPr>
          <p:spPr>
            <a:xfrm>
              <a:off x="4269600" y="3128700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4" y="0"/>
                  </a:moveTo>
                  <a:cubicBezTo>
                    <a:pt x="83" y="0"/>
                    <a:pt x="54" y="13"/>
                    <a:pt x="34" y="40"/>
                  </a:cubicBezTo>
                  <a:cubicBezTo>
                    <a:pt x="17" y="56"/>
                    <a:pt x="1" y="77"/>
                    <a:pt x="17" y="110"/>
                  </a:cubicBezTo>
                  <a:lnTo>
                    <a:pt x="17" y="143"/>
                  </a:lnTo>
                  <a:cubicBezTo>
                    <a:pt x="17" y="159"/>
                    <a:pt x="34" y="159"/>
                    <a:pt x="50" y="180"/>
                  </a:cubicBezTo>
                  <a:cubicBezTo>
                    <a:pt x="67" y="194"/>
                    <a:pt x="89" y="203"/>
                    <a:pt x="111" y="203"/>
                  </a:cubicBezTo>
                  <a:cubicBezTo>
                    <a:pt x="140" y="203"/>
                    <a:pt x="170" y="189"/>
                    <a:pt x="191" y="159"/>
                  </a:cubicBezTo>
                  <a:cubicBezTo>
                    <a:pt x="207" y="143"/>
                    <a:pt x="223" y="110"/>
                    <a:pt x="223" y="93"/>
                  </a:cubicBezTo>
                  <a:cubicBezTo>
                    <a:pt x="223" y="56"/>
                    <a:pt x="207" y="40"/>
                    <a:pt x="191" y="23"/>
                  </a:cubicBezTo>
                  <a:cubicBezTo>
                    <a:pt x="166" y="8"/>
                    <a:pt x="140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9"/>
            <p:cNvSpPr/>
            <p:nvPr/>
          </p:nvSpPr>
          <p:spPr>
            <a:xfrm>
              <a:off x="4266625" y="30799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50" y="0"/>
                    <a:pt x="0" y="33"/>
                    <a:pt x="0" y="87"/>
                  </a:cubicBezTo>
                  <a:lnTo>
                    <a:pt x="0" y="136"/>
                  </a:lnTo>
                  <a:cubicBezTo>
                    <a:pt x="0" y="153"/>
                    <a:pt x="17" y="153"/>
                    <a:pt x="17" y="174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93" y="209"/>
                    <a:pt x="100" y="210"/>
                    <a:pt x="107" y="210"/>
                  </a:cubicBezTo>
                  <a:cubicBezTo>
                    <a:pt x="150" y="210"/>
                    <a:pt x="192" y="166"/>
                    <a:pt x="206" y="120"/>
                  </a:cubicBezTo>
                  <a:cubicBezTo>
                    <a:pt x="206" y="87"/>
                    <a:pt x="206" y="70"/>
                    <a:pt x="190" y="50"/>
                  </a:cubicBezTo>
                  <a:cubicBezTo>
                    <a:pt x="169" y="17"/>
                    <a:pt x="136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9"/>
            <p:cNvSpPr/>
            <p:nvPr/>
          </p:nvSpPr>
          <p:spPr>
            <a:xfrm>
              <a:off x="4262300" y="3091800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117" y="1"/>
                  </a:moveTo>
                  <a:cubicBezTo>
                    <a:pt x="107" y="1"/>
                    <a:pt x="96" y="3"/>
                    <a:pt x="87" y="7"/>
                  </a:cubicBezTo>
                  <a:cubicBezTo>
                    <a:pt x="33" y="23"/>
                    <a:pt x="0" y="89"/>
                    <a:pt x="17" y="143"/>
                  </a:cubicBezTo>
                  <a:cubicBezTo>
                    <a:pt x="33" y="159"/>
                    <a:pt x="33" y="176"/>
                    <a:pt x="54" y="176"/>
                  </a:cubicBezTo>
                  <a:cubicBezTo>
                    <a:pt x="87" y="213"/>
                    <a:pt x="120" y="213"/>
                    <a:pt x="157" y="213"/>
                  </a:cubicBezTo>
                  <a:cubicBezTo>
                    <a:pt x="206" y="192"/>
                    <a:pt x="223" y="159"/>
                    <a:pt x="223" y="110"/>
                  </a:cubicBezTo>
                  <a:lnTo>
                    <a:pt x="223" y="73"/>
                  </a:lnTo>
                  <a:cubicBezTo>
                    <a:pt x="209" y="33"/>
                    <a:pt x="161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9"/>
            <p:cNvSpPr/>
            <p:nvPr/>
          </p:nvSpPr>
          <p:spPr>
            <a:xfrm>
              <a:off x="4261050" y="310562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107" y="1"/>
                  </a:moveTo>
                  <a:cubicBezTo>
                    <a:pt x="72" y="1"/>
                    <a:pt x="38" y="15"/>
                    <a:pt x="17" y="35"/>
                  </a:cubicBezTo>
                  <a:cubicBezTo>
                    <a:pt x="1" y="52"/>
                    <a:pt x="1" y="89"/>
                    <a:pt x="1" y="122"/>
                  </a:cubicBezTo>
                  <a:lnTo>
                    <a:pt x="1" y="138"/>
                  </a:lnTo>
                  <a:cubicBezTo>
                    <a:pt x="17" y="155"/>
                    <a:pt x="17" y="175"/>
                    <a:pt x="34" y="192"/>
                  </a:cubicBezTo>
                  <a:cubicBezTo>
                    <a:pt x="50" y="208"/>
                    <a:pt x="83" y="208"/>
                    <a:pt x="120" y="208"/>
                  </a:cubicBezTo>
                  <a:cubicBezTo>
                    <a:pt x="137" y="208"/>
                    <a:pt x="170" y="192"/>
                    <a:pt x="186" y="175"/>
                  </a:cubicBezTo>
                  <a:cubicBezTo>
                    <a:pt x="207" y="138"/>
                    <a:pt x="207" y="122"/>
                    <a:pt x="207" y="89"/>
                  </a:cubicBezTo>
                  <a:cubicBezTo>
                    <a:pt x="207" y="72"/>
                    <a:pt x="186" y="35"/>
                    <a:pt x="170" y="19"/>
                  </a:cubicBezTo>
                  <a:cubicBezTo>
                    <a:pt x="151" y="6"/>
                    <a:pt x="129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9"/>
            <p:cNvSpPr/>
            <p:nvPr/>
          </p:nvSpPr>
          <p:spPr>
            <a:xfrm>
              <a:off x="4256725" y="3068625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6" y="0"/>
                  </a:moveTo>
                  <a:cubicBezTo>
                    <a:pt x="106" y="0"/>
                    <a:pt x="97" y="2"/>
                    <a:pt x="87" y="6"/>
                  </a:cubicBezTo>
                  <a:cubicBezTo>
                    <a:pt x="17" y="39"/>
                    <a:pt x="0" y="89"/>
                    <a:pt x="17" y="142"/>
                  </a:cubicBezTo>
                  <a:cubicBezTo>
                    <a:pt x="31" y="184"/>
                    <a:pt x="82" y="216"/>
                    <a:pt x="127" y="216"/>
                  </a:cubicBezTo>
                  <a:cubicBezTo>
                    <a:pt x="136" y="216"/>
                    <a:pt x="145" y="215"/>
                    <a:pt x="153" y="212"/>
                  </a:cubicBezTo>
                  <a:cubicBezTo>
                    <a:pt x="207" y="175"/>
                    <a:pt x="240" y="126"/>
                    <a:pt x="223" y="72"/>
                  </a:cubicBezTo>
                  <a:cubicBezTo>
                    <a:pt x="197" y="32"/>
                    <a:pt x="156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9"/>
            <p:cNvSpPr/>
            <p:nvPr/>
          </p:nvSpPr>
          <p:spPr>
            <a:xfrm>
              <a:off x="4328475" y="3067850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87" y="0"/>
                  </a:moveTo>
                  <a:cubicBezTo>
                    <a:pt x="33" y="37"/>
                    <a:pt x="0" y="87"/>
                    <a:pt x="17" y="140"/>
                  </a:cubicBezTo>
                  <a:cubicBezTo>
                    <a:pt x="44" y="181"/>
                    <a:pt x="85" y="210"/>
                    <a:pt x="126" y="210"/>
                  </a:cubicBezTo>
                  <a:cubicBezTo>
                    <a:pt x="135" y="210"/>
                    <a:pt x="144" y="209"/>
                    <a:pt x="153" y="206"/>
                  </a:cubicBezTo>
                  <a:cubicBezTo>
                    <a:pt x="169" y="190"/>
                    <a:pt x="190" y="190"/>
                    <a:pt x="206" y="173"/>
                  </a:cubicBezTo>
                  <a:cubicBezTo>
                    <a:pt x="223" y="140"/>
                    <a:pt x="239" y="103"/>
                    <a:pt x="223" y="70"/>
                  </a:cubicBezTo>
                  <a:cubicBezTo>
                    <a:pt x="206" y="37"/>
                    <a:pt x="169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9"/>
            <p:cNvSpPr/>
            <p:nvPr/>
          </p:nvSpPr>
          <p:spPr>
            <a:xfrm>
              <a:off x="4325475" y="30953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0" y="0"/>
                  </a:moveTo>
                  <a:cubicBezTo>
                    <a:pt x="88" y="0"/>
                    <a:pt x="54" y="14"/>
                    <a:pt x="33" y="35"/>
                  </a:cubicBezTo>
                  <a:cubicBezTo>
                    <a:pt x="17" y="51"/>
                    <a:pt x="0" y="88"/>
                    <a:pt x="0" y="121"/>
                  </a:cubicBezTo>
                  <a:cubicBezTo>
                    <a:pt x="0" y="121"/>
                    <a:pt x="0" y="138"/>
                    <a:pt x="17" y="138"/>
                  </a:cubicBezTo>
                  <a:cubicBezTo>
                    <a:pt x="17" y="154"/>
                    <a:pt x="33" y="175"/>
                    <a:pt x="50" y="191"/>
                  </a:cubicBezTo>
                  <a:cubicBezTo>
                    <a:pt x="66" y="208"/>
                    <a:pt x="83" y="208"/>
                    <a:pt x="120" y="208"/>
                  </a:cubicBezTo>
                  <a:cubicBezTo>
                    <a:pt x="153" y="208"/>
                    <a:pt x="170" y="191"/>
                    <a:pt x="186" y="175"/>
                  </a:cubicBezTo>
                  <a:cubicBezTo>
                    <a:pt x="207" y="138"/>
                    <a:pt x="223" y="121"/>
                    <a:pt x="207" y="88"/>
                  </a:cubicBezTo>
                  <a:cubicBezTo>
                    <a:pt x="207" y="72"/>
                    <a:pt x="186" y="35"/>
                    <a:pt x="170" y="18"/>
                  </a:cubicBezTo>
                  <a:cubicBezTo>
                    <a:pt x="157" y="6"/>
                    <a:pt x="139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9"/>
            <p:cNvSpPr/>
            <p:nvPr/>
          </p:nvSpPr>
          <p:spPr>
            <a:xfrm>
              <a:off x="4327525" y="3081425"/>
              <a:ext cx="5700" cy="5025"/>
            </a:xfrm>
            <a:custGeom>
              <a:avLst/>
              <a:gdLst/>
              <a:ahLst/>
              <a:cxnLst/>
              <a:rect l="l" t="t" r="r" b="b"/>
              <a:pathLst>
                <a:path w="228" h="201" extrusionOk="0">
                  <a:moveTo>
                    <a:pt x="104" y="1"/>
                  </a:moveTo>
                  <a:cubicBezTo>
                    <a:pt x="86" y="1"/>
                    <a:pt x="66" y="14"/>
                    <a:pt x="55" y="26"/>
                  </a:cubicBezTo>
                  <a:cubicBezTo>
                    <a:pt x="38" y="42"/>
                    <a:pt x="22" y="59"/>
                    <a:pt x="1" y="92"/>
                  </a:cubicBezTo>
                  <a:cubicBezTo>
                    <a:pt x="1" y="113"/>
                    <a:pt x="1" y="129"/>
                    <a:pt x="22" y="146"/>
                  </a:cubicBezTo>
                  <a:cubicBezTo>
                    <a:pt x="22" y="146"/>
                    <a:pt x="22" y="162"/>
                    <a:pt x="38" y="162"/>
                  </a:cubicBezTo>
                  <a:cubicBezTo>
                    <a:pt x="55" y="179"/>
                    <a:pt x="71" y="195"/>
                    <a:pt x="104" y="195"/>
                  </a:cubicBezTo>
                  <a:cubicBezTo>
                    <a:pt x="114" y="199"/>
                    <a:pt x="124" y="201"/>
                    <a:pt x="134" y="201"/>
                  </a:cubicBezTo>
                  <a:cubicBezTo>
                    <a:pt x="175" y="201"/>
                    <a:pt x="211" y="166"/>
                    <a:pt x="228" y="113"/>
                  </a:cubicBezTo>
                  <a:cubicBezTo>
                    <a:pt x="228" y="92"/>
                    <a:pt x="207" y="59"/>
                    <a:pt x="191" y="42"/>
                  </a:cubicBezTo>
                  <a:cubicBezTo>
                    <a:pt x="174" y="26"/>
                    <a:pt x="158" y="9"/>
                    <a:pt x="125" y="9"/>
                  </a:cubicBezTo>
                  <a:cubicBezTo>
                    <a:pt x="118" y="3"/>
                    <a:pt x="11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9"/>
            <p:cNvSpPr/>
            <p:nvPr/>
          </p:nvSpPr>
          <p:spPr>
            <a:xfrm>
              <a:off x="4323300" y="31094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00" y="1"/>
                  </a:moveTo>
                  <a:cubicBezTo>
                    <a:pt x="55" y="1"/>
                    <a:pt x="15" y="47"/>
                    <a:pt x="1" y="90"/>
                  </a:cubicBezTo>
                  <a:lnTo>
                    <a:pt x="1" y="144"/>
                  </a:lnTo>
                  <a:cubicBezTo>
                    <a:pt x="17" y="144"/>
                    <a:pt x="17" y="160"/>
                    <a:pt x="17" y="160"/>
                  </a:cubicBezTo>
                  <a:cubicBezTo>
                    <a:pt x="34" y="193"/>
                    <a:pt x="67" y="210"/>
                    <a:pt x="87" y="210"/>
                  </a:cubicBezTo>
                  <a:cubicBezTo>
                    <a:pt x="120" y="210"/>
                    <a:pt x="137" y="210"/>
                    <a:pt x="170" y="193"/>
                  </a:cubicBezTo>
                  <a:cubicBezTo>
                    <a:pt x="191" y="177"/>
                    <a:pt x="207" y="144"/>
                    <a:pt x="207" y="127"/>
                  </a:cubicBezTo>
                  <a:cubicBezTo>
                    <a:pt x="207" y="90"/>
                    <a:pt x="207" y="74"/>
                    <a:pt x="191" y="41"/>
                  </a:cubicBezTo>
                  <a:cubicBezTo>
                    <a:pt x="170" y="24"/>
                    <a:pt x="153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9"/>
            <p:cNvSpPr/>
            <p:nvPr/>
          </p:nvSpPr>
          <p:spPr>
            <a:xfrm>
              <a:off x="4335775" y="31168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3" y="0"/>
                    <a:pt x="67" y="0"/>
                    <a:pt x="34" y="17"/>
                  </a:cubicBezTo>
                  <a:cubicBezTo>
                    <a:pt x="17" y="38"/>
                    <a:pt x="1" y="54"/>
                    <a:pt x="1" y="87"/>
                  </a:cubicBezTo>
                  <a:lnTo>
                    <a:pt x="1" y="141"/>
                  </a:lnTo>
                  <a:lnTo>
                    <a:pt x="17" y="157"/>
                  </a:lnTo>
                  <a:cubicBezTo>
                    <a:pt x="34" y="190"/>
                    <a:pt x="50" y="207"/>
                    <a:pt x="83" y="207"/>
                  </a:cubicBezTo>
                  <a:cubicBezTo>
                    <a:pt x="137" y="207"/>
                    <a:pt x="207" y="174"/>
                    <a:pt x="207" y="120"/>
                  </a:cubicBezTo>
                  <a:cubicBezTo>
                    <a:pt x="207" y="87"/>
                    <a:pt x="207" y="70"/>
                    <a:pt x="186" y="38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9"/>
            <p:cNvSpPr/>
            <p:nvPr/>
          </p:nvSpPr>
          <p:spPr>
            <a:xfrm>
              <a:off x="4296625" y="3115875"/>
              <a:ext cx="5675" cy="5275"/>
            </a:xfrm>
            <a:custGeom>
              <a:avLst/>
              <a:gdLst/>
              <a:ahLst/>
              <a:cxnLst/>
              <a:rect l="l" t="t" r="r" b="b"/>
              <a:pathLst>
                <a:path w="227" h="211" extrusionOk="0">
                  <a:moveTo>
                    <a:pt x="97" y="0"/>
                  </a:moveTo>
                  <a:cubicBezTo>
                    <a:pt x="54" y="0"/>
                    <a:pt x="17" y="33"/>
                    <a:pt x="0" y="91"/>
                  </a:cubicBezTo>
                  <a:cubicBezTo>
                    <a:pt x="0" y="107"/>
                    <a:pt x="0" y="124"/>
                    <a:pt x="21" y="140"/>
                  </a:cubicBezTo>
                  <a:cubicBezTo>
                    <a:pt x="21" y="140"/>
                    <a:pt x="21" y="157"/>
                    <a:pt x="37" y="157"/>
                  </a:cubicBezTo>
                  <a:cubicBezTo>
                    <a:pt x="37" y="178"/>
                    <a:pt x="70" y="194"/>
                    <a:pt x="103" y="211"/>
                  </a:cubicBezTo>
                  <a:cubicBezTo>
                    <a:pt x="157" y="211"/>
                    <a:pt x="206" y="178"/>
                    <a:pt x="206" y="107"/>
                  </a:cubicBezTo>
                  <a:cubicBezTo>
                    <a:pt x="227" y="91"/>
                    <a:pt x="206" y="54"/>
                    <a:pt x="190" y="37"/>
                  </a:cubicBezTo>
                  <a:cubicBezTo>
                    <a:pt x="173" y="21"/>
                    <a:pt x="157" y="4"/>
                    <a:pt x="124" y="4"/>
                  </a:cubicBezTo>
                  <a:cubicBezTo>
                    <a:pt x="115" y="2"/>
                    <a:pt x="10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9"/>
            <p:cNvSpPr/>
            <p:nvPr/>
          </p:nvSpPr>
          <p:spPr>
            <a:xfrm>
              <a:off x="4337025" y="31026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1"/>
                  </a:moveTo>
                  <a:cubicBezTo>
                    <a:pt x="70" y="1"/>
                    <a:pt x="17" y="34"/>
                    <a:pt x="17" y="87"/>
                  </a:cubicBezTo>
                  <a:cubicBezTo>
                    <a:pt x="0" y="104"/>
                    <a:pt x="17" y="137"/>
                    <a:pt x="17" y="137"/>
                  </a:cubicBezTo>
                  <a:cubicBezTo>
                    <a:pt x="17" y="153"/>
                    <a:pt x="17" y="153"/>
                    <a:pt x="33" y="170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2" y="210"/>
                    <a:pt x="121" y="211"/>
                    <a:pt x="130" y="211"/>
                  </a:cubicBezTo>
                  <a:cubicBezTo>
                    <a:pt x="173" y="211"/>
                    <a:pt x="209" y="178"/>
                    <a:pt x="223" y="120"/>
                  </a:cubicBezTo>
                  <a:cubicBezTo>
                    <a:pt x="223" y="104"/>
                    <a:pt x="223" y="67"/>
                    <a:pt x="206" y="50"/>
                  </a:cubicBezTo>
                  <a:cubicBezTo>
                    <a:pt x="190" y="17"/>
                    <a:pt x="157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9"/>
            <p:cNvSpPr/>
            <p:nvPr/>
          </p:nvSpPr>
          <p:spPr>
            <a:xfrm>
              <a:off x="4318575" y="3058700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11" y="1"/>
                  </a:moveTo>
                  <a:cubicBezTo>
                    <a:pt x="83" y="1"/>
                    <a:pt x="54" y="13"/>
                    <a:pt x="33" y="40"/>
                  </a:cubicBezTo>
                  <a:cubicBezTo>
                    <a:pt x="17" y="57"/>
                    <a:pt x="0" y="94"/>
                    <a:pt x="17" y="110"/>
                  </a:cubicBezTo>
                  <a:lnTo>
                    <a:pt x="17" y="143"/>
                  </a:lnTo>
                  <a:cubicBezTo>
                    <a:pt x="17" y="160"/>
                    <a:pt x="33" y="176"/>
                    <a:pt x="50" y="176"/>
                  </a:cubicBezTo>
                  <a:cubicBezTo>
                    <a:pt x="70" y="197"/>
                    <a:pt x="103" y="213"/>
                    <a:pt x="120" y="213"/>
                  </a:cubicBezTo>
                  <a:cubicBezTo>
                    <a:pt x="153" y="197"/>
                    <a:pt x="173" y="197"/>
                    <a:pt x="190" y="160"/>
                  </a:cubicBezTo>
                  <a:cubicBezTo>
                    <a:pt x="206" y="143"/>
                    <a:pt x="223" y="127"/>
                    <a:pt x="223" y="94"/>
                  </a:cubicBezTo>
                  <a:cubicBezTo>
                    <a:pt x="223" y="57"/>
                    <a:pt x="206" y="40"/>
                    <a:pt x="173" y="24"/>
                  </a:cubicBezTo>
                  <a:cubicBezTo>
                    <a:pt x="157" y="9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9"/>
            <p:cNvSpPr/>
            <p:nvPr/>
          </p:nvSpPr>
          <p:spPr>
            <a:xfrm>
              <a:off x="4332275" y="30545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0"/>
                  </a:moveTo>
                  <a:cubicBezTo>
                    <a:pt x="104" y="0"/>
                    <a:pt x="71" y="17"/>
                    <a:pt x="54" y="17"/>
                  </a:cubicBezTo>
                  <a:cubicBezTo>
                    <a:pt x="17" y="33"/>
                    <a:pt x="1" y="70"/>
                    <a:pt x="1" y="87"/>
                  </a:cubicBezTo>
                  <a:cubicBezTo>
                    <a:pt x="1" y="103"/>
                    <a:pt x="1" y="136"/>
                    <a:pt x="17" y="157"/>
                  </a:cubicBezTo>
                  <a:lnTo>
                    <a:pt x="17" y="173"/>
                  </a:lnTo>
                  <a:cubicBezTo>
                    <a:pt x="38" y="190"/>
                    <a:pt x="71" y="206"/>
                    <a:pt x="87" y="206"/>
                  </a:cubicBezTo>
                  <a:cubicBezTo>
                    <a:pt x="99" y="209"/>
                    <a:pt x="110" y="211"/>
                    <a:pt x="121" y="211"/>
                  </a:cubicBezTo>
                  <a:cubicBezTo>
                    <a:pt x="173" y="211"/>
                    <a:pt x="207" y="178"/>
                    <a:pt x="207" y="120"/>
                  </a:cubicBezTo>
                  <a:cubicBezTo>
                    <a:pt x="223" y="103"/>
                    <a:pt x="207" y="70"/>
                    <a:pt x="190" y="54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9"/>
            <p:cNvSpPr/>
            <p:nvPr/>
          </p:nvSpPr>
          <p:spPr>
            <a:xfrm>
              <a:off x="4303100" y="30763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9" y="0"/>
                  </a:moveTo>
                  <a:cubicBezTo>
                    <a:pt x="115" y="0"/>
                    <a:pt x="100" y="3"/>
                    <a:pt x="87" y="8"/>
                  </a:cubicBezTo>
                  <a:cubicBezTo>
                    <a:pt x="34" y="25"/>
                    <a:pt x="1" y="91"/>
                    <a:pt x="17" y="144"/>
                  </a:cubicBezTo>
                  <a:cubicBezTo>
                    <a:pt x="34" y="161"/>
                    <a:pt x="34" y="161"/>
                    <a:pt x="50" y="177"/>
                  </a:cubicBezTo>
                  <a:cubicBezTo>
                    <a:pt x="72" y="199"/>
                    <a:pt x="91" y="208"/>
                    <a:pt x="111" y="208"/>
                  </a:cubicBezTo>
                  <a:cubicBezTo>
                    <a:pt x="125" y="208"/>
                    <a:pt x="139" y="203"/>
                    <a:pt x="153" y="194"/>
                  </a:cubicBezTo>
                  <a:cubicBezTo>
                    <a:pt x="207" y="177"/>
                    <a:pt x="223" y="144"/>
                    <a:pt x="223" y="111"/>
                  </a:cubicBezTo>
                  <a:lnTo>
                    <a:pt x="223" y="58"/>
                  </a:lnTo>
                  <a:cubicBezTo>
                    <a:pt x="211" y="21"/>
                    <a:pt x="170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9"/>
            <p:cNvSpPr/>
            <p:nvPr/>
          </p:nvSpPr>
          <p:spPr>
            <a:xfrm>
              <a:off x="4303100" y="3089375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87" y="1"/>
                  </a:moveTo>
                  <a:cubicBezTo>
                    <a:pt x="71" y="17"/>
                    <a:pt x="34" y="17"/>
                    <a:pt x="17" y="50"/>
                  </a:cubicBezTo>
                  <a:cubicBezTo>
                    <a:pt x="1" y="67"/>
                    <a:pt x="1" y="83"/>
                    <a:pt x="1" y="120"/>
                  </a:cubicBezTo>
                  <a:lnTo>
                    <a:pt x="1" y="153"/>
                  </a:lnTo>
                  <a:cubicBezTo>
                    <a:pt x="17" y="153"/>
                    <a:pt x="17" y="170"/>
                    <a:pt x="34" y="186"/>
                  </a:cubicBezTo>
                  <a:cubicBezTo>
                    <a:pt x="58" y="203"/>
                    <a:pt x="85" y="212"/>
                    <a:pt x="111" y="212"/>
                  </a:cubicBezTo>
                  <a:cubicBezTo>
                    <a:pt x="141" y="212"/>
                    <a:pt x="170" y="199"/>
                    <a:pt x="190" y="170"/>
                  </a:cubicBezTo>
                  <a:cubicBezTo>
                    <a:pt x="207" y="153"/>
                    <a:pt x="207" y="120"/>
                    <a:pt x="207" y="104"/>
                  </a:cubicBezTo>
                  <a:cubicBezTo>
                    <a:pt x="207" y="67"/>
                    <a:pt x="190" y="50"/>
                    <a:pt x="174" y="34"/>
                  </a:cubicBezTo>
                  <a:cubicBezTo>
                    <a:pt x="153" y="17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9"/>
            <p:cNvSpPr/>
            <p:nvPr/>
          </p:nvSpPr>
          <p:spPr>
            <a:xfrm>
              <a:off x="4306500" y="306485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20" y="0"/>
                  </a:moveTo>
                  <a:cubicBezTo>
                    <a:pt x="71" y="0"/>
                    <a:pt x="17" y="33"/>
                    <a:pt x="1" y="87"/>
                  </a:cubicBezTo>
                  <a:cubicBezTo>
                    <a:pt x="1" y="104"/>
                    <a:pt x="1" y="137"/>
                    <a:pt x="17" y="157"/>
                  </a:cubicBezTo>
                  <a:lnTo>
                    <a:pt x="17" y="174"/>
                  </a:lnTo>
                  <a:cubicBezTo>
                    <a:pt x="38" y="190"/>
                    <a:pt x="71" y="207"/>
                    <a:pt x="87" y="207"/>
                  </a:cubicBezTo>
                  <a:cubicBezTo>
                    <a:pt x="97" y="211"/>
                    <a:pt x="107" y="213"/>
                    <a:pt x="117" y="213"/>
                  </a:cubicBezTo>
                  <a:cubicBezTo>
                    <a:pt x="140" y="213"/>
                    <a:pt x="162" y="202"/>
                    <a:pt x="174" y="190"/>
                  </a:cubicBezTo>
                  <a:cubicBezTo>
                    <a:pt x="191" y="174"/>
                    <a:pt x="207" y="157"/>
                    <a:pt x="207" y="120"/>
                  </a:cubicBezTo>
                  <a:cubicBezTo>
                    <a:pt x="223" y="104"/>
                    <a:pt x="207" y="71"/>
                    <a:pt x="191" y="54"/>
                  </a:cubicBezTo>
                  <a:cubicBezTo>
                    <a:pt x="174" y="33"/>
                    <a:pt x="158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9"/>
            <p:cNvSpPr/>
            <p:nvPr/>
          </p:nvSpPr>
          <p:spPr>
            <a:xfrm>
              <a:off x="4247650" y="3111900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97" y="0"/>
                  </a:moveTo>
                  <a:cubicBezTo>
                    <a:pt x="76" y="0"/>
                    <a:pt x="61" y="13"/>
                    <a:pt x="38" y="27"/>
                  </a:cubicBezTo>
                  <a:cubicBezTo>
                    <a:pt x="21" y="44"/>
                    <a:pt x="1" y="60"/>
                    <a:pt x="1" y="93"/>
                  </a:cubicBezTo>
                  <a:lnTo>
                    <a:pt x="1" y="147"/>
                  </a:lnTo>
                  <a:lnTo>
                    <a:pt x="21" y="163"/>
                  </a:lnTo>
                  <a:cubicBezTo>
                    <a:pt x="38" y="196"/>
                    <a:pt x="54" y="196"/>
                    <a:pt x="87" y="213"/>
                  </a:cubicBezTo>
                  <a:cubicBezTo>
                    <a:pt x="141" y="213"/>
                    <a:pt x="207" y="180"/>
                    <a:pt x="207" y="130"/>
                  </a:cubicBezTo>
                  <a:cubicBezTo>
                    <a:pt x="207" y="93"/>
                    <a:pt x="207" y="60"/>
                    <a:pt x="190" y="44"/>
                  </a:cubicBezTo>
                  <a:cubicBezTo>
                    <a:pt x="174" y="27"/>
                    <a:pt x="157" y="7"/>
                    <a:pt x="124" y="7"/>
                  </a:cubicBezTo>
                  <a:cubicBezTo>
                    <a:pt x="114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9"/>
            <p:cNvSpPr/>
            <p:nvPr/>
          </p:nvSpPr>
          <p:spPr>
            <a:xfrm>
              <a:off x="4300950" y="31029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93" y="1"/>
                  </a:moveTo>
                  <a:cubicBezTo>
                    <a:pt x="48" y="1"/>
                    <a:pt x="0" y="33"/>
                    <a:pt x="0" y="92"/>
                  </a:cubicBezTo>
                  <a:lnTo>
                    <a:pt x="0" y="141"/>
                  </a:lnTo>
                  <a:lnTo>
                    <a:pt x="17" y="158"/>
                  </a:lnTo>
                  <a:cubicBezTo>
                    <a:pt x="33" y="178"/>
                    <a:pt x="54" y="195"/>
                    <a:pt x="87" y="211"/>
                  </a:cubicBezTo>
                  <a:cubicBezTo>
                    <a:pt x="120" y="211"/>
                    <a:pt x="136" y="195"/>
                    <a:pt x="173" y="178"/>
                  </a:cubicBezTo>
                  <a:cubicBezTo>
                    <a:pt x="190" y="178"/>
                    <a:pt x="206" y="141"/>
                    <a:pt x="206" y="125"/>
                  </a:cubicBezTo>
                  <a:cubicBezTo>
                    <a:pt x="223" y="55"/>
                    <a:pt x="17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9"/>
            <p:cNvSpPr/>
            <p:nvPr/>
          </p:nvSpPr>
          <p:spPr>
            <a:xfrm>
              <a:off x="4310025" y="31155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7" y="0"/>
                  </a:moveTo>
                  <a:cubicBezTo>
                    <a:pt x="71" y="0"/>
                    <a:pt x="37" y="15"/>
                    <a:pt x="17" y="35"/>
                  </a:cubicBezTo>
                  <a:cubicBezTo>
                    <a:pt x="0" y="51"/>
                    <a:pt x="0" y="89"/>
                    <a:pt x="0" y="121"/>
                  </a:cubicBezTo>
                  <a:lnTo>
                    <a:pt x="0" y="138"/>
                  </a:lnTo>
                  <a:cubicBezTo>
                    <a:pt x="0" y="154"/>
                    <a:pt x="17" y="171"/>
                    <a:pt x="33" y="192"/>
                  </a:cubicBezTo>
                  <a:cubicBezTo>
                    <a:pt x="52" y="204"/>
                    <a:pt x="71" y="209"/>
                    <a:pt x="90" y="209"/>
                  </a:cubicBezTo>
                  <a:cubicBezTo>
                    <a:pt x="122" y="209"/>
                    <a:pt x="155" y="194"/>
                    <a:pt x="186" y="171"/>
                  </a:cubicBezTo>
                  <a:cubicBezTo>
                    <a:pt x="206" y="138"/>
                    <a:pt x="206" y="121"/>
                    <a:pt x="206" y="89"/>
                  </a:cubicBezTo>
                  <a:cubicBezTo>
                    <a:pt x="206" y="68"/>
                    <a:pt x="186" y="35"/>
                    <a:pt x="169" y="18"/>
                  </a:cubicBezTo>
                  <a:cubicBezTo>
                    <a:pt x="150" y="6"/>
                    <a:pt x="128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9"/>
            <p:cNvSpPr/>
            <p:nvPr/>
          </p:nvSpPr>
          <p:spPr>
            <a:xfrm>
              <a:off x="4315175" y="30863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24"/>
                    <a:pt x="17" y="140"/>
                  </a:cubicBezTo>
                  <a:cubicBezTo>
                    <a:pt x="17" y="173"/>
                    <a:pt x="50" y="206"/>
                    <a:pt x="83" y="206"/>
                  </a:cubicBezTo>
                  <a:cubicBezTo>
                    <a:pt x="93" y="209"/>
                    <a:pt x="103" y="211"/>
                    <a:pt x="113" y="211"/>
                  </a:cubicBezTo>
                  <a:cubicBezTo>
                    <a:pt x="168" y="211"/>
                    <a:pt x="206" y="166"/>
                    <a:pt x="206" y="124"/>
                  </a:cubicBezTo>
                  <a:cubicBezTo>
                    <a:pt x="223" y="103"/>
                    <a:pt x="206" y="70"/>
                    <a:pt x="186" y="54"/>
                  </a:cubicBezTo>
                  <a:cubicBezTo>
                    <a:pt x="169" y="21"/>
                    <a:pt x="153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9"/>
            <p:cNvSpPr/>
            <p:nvPr/>
          </p:nvSpPr>
          <p:spPr>
            <a:xfrm>
              <a:off x="4313425" y="31013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20" y="1"/>
                  </a:moveTo>
                  <a:cubicBezTo>
                    <a:pt x="70" y="1"/>
                    <a:pt x="0" y="38"/>
                    <a:pt x="0" y="88"/>
                  </a:cubicBezTo>
                  <a:lnTo>
                    <a:pt x="0" y="141"/>
                  </a:lnTo>
                  <a:cubicBezTo>
                    <a:pt x="0" y="158"/>
                    <a:pt x="17" y="158"/>
                    <a:pt x="17" y="174"/>
                  </a:cubicBezTo>
                  <a:cubicBezTo>
                    <a:pt x="33" y="191"/>
                    <a:pt x="50" y="207"/>
                    <a:pt x="87" y="207"/>
                  </a:cubicBezTo>
                  <a:cubicBezTo>
                    <a:pt x="96" y="212"/>
                    <a:pt x="105" y="214"/>
                    <a:pt x="112" y="214"/>
                  </a:cubicBezTo>
                  <a:cubicBezTo>
                    <a:pt x="131" y="214"/>
                    <a:pt x="147" y="202"/>
                    <a:pt x="173" y="191"/>
                  </a:cubicBezTo>
                  <a:cubicBezTo>
                    <a:pt x="190" y="174"/>
                    <a:pt x="206" y="158"/>
                    <a:pt x="206" y="121"/>
                  </a:cubicBezTo>
                  <a:cubicBezTo>
                    <a:pt x="206" y="104"/>
                    <a:pt x="206" y="71"/>
                    <a:pt x="190" y="55"/>
                  </a:cubicBezTo>
                  <a:cubicBezTo>
                    <a:pt x="173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9"/>
            <p:cNvSpPr/>
            <p:nvPr/>
          </p:nvSpPr>
          <p:spPr>
            <a:xfrm>
              <a:off x="4291050" y="3237800"/>
              <a:ext cx="5600" cy="5450"/>
            </a:xfrm>
            <a:custGeom>
              <a:avLst/>
              <a:gdLst/>
              <a:ahLst/>
              <a:cxnLst/>
              <a:rect l="l" t="t" r="r" b="b"/>
              <a:pathLst>
                <a:path w="224" h="218" extrusionOk="0">
                  <a:moveTo>
                    <a:pt x="115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17" y="42"/>
                    <a:pt x="0" y="91"/>
                    <a:pt x="17" y="145"/>
                  </a:cubicBezTo>
                  <a:cubicBezTo>
                    <a:pt x="17" y="161"/>
                    <a:pt x="38" y="178"/>
                    <a:pt x="54" y="178"/>
                  </a:cubicBezTo>
                  <a:cubicBezTo>
                    <a:pt x="66" y="202"/>
                    <a:pt x="96" y="217"/>
                    <a:pt x="125" y="217"/>
                  </a:cubicBezTo>
                  <a:cubicBezTo>
                    <a:pt x="136" y="217"/>
                    <a:pt x="147" y="215"/>
                    <a:pt x="157" y="211"/>
                  </a:cubicBezTo>
                  <a:cubicBezTo>
                    <a:pt x="190" y="194"/>
                    <a:pt x="223" y="161"/>
                    <a:pt x="223" y="124"/>
                  </a:cubicBezTo>
                  <a:cubicBezTo>
                    <a:pt x="223" y="108"/>
                    <a:pt x="223" y="91"/>
                    <a:pt x="207" y="75"/>
                  </a:cubicBezTo>
                  <a:cubicBezTo>
                    <a:pt x="193" y="31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9"/>
            <p:cNvSpPr/>
            <p:nvPr/>
          </p:nvSpPr>
          <p:spPr>
            <a:xfrm>
              <a:off x="4144175" y="3202525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12" y="0"/>
                  </a:moveTo>
                  <a:cubicBezTo>
                    <a:pt x="84" y="0"/>
                    <a:pt x="55" y="14"/>
                    <a:pt x="37" y="43"/>
                  </a:cubicBezTo>
                  <a:cubicBezTo>
                    <a:pt x="17" y="59"/>
                    <a:pt x="0" y="92"/>
                    <a:pt x="0" y="113"/>
                  </a:cubicBezTo>
                  <a:cubicBezTo>
                    <a:pt x="0" y="129"/>
                    <a:pt x="0" y="129"/>
                    <a:pt x="17" y="146"/>
                  </a:cubicBezTo>
                  <a:cubicBezTo>
                    <a:pt x="17" y="162"/>
                    <a:pt x="37" y="179"/>
                    <a:pt x="54" y="179"/>
                  </a:cubicBezTo>
                  <a:cubicBezTo>
                    <a:pt x="69" y="196"/>
                    <a:pt x="91" y="205"/>
                    <a:pt x="115" y="205"/>
                  </a:cubicBezTo>
                  <a:cubicBezTo>
                    <a:pt x="143" y="205"/>
                    <a:pt x="172" y="192"/>
                    <a:pt x="190" y="162"/>
                  </a:cubicBezTo>
                  <a:cubicBezTo>
                    <a:pt x="223" y="129"/>
                    <a:pt x="223" y="59"/>
                    <a:pt x="173" y="26"/>
                  </a:cubicBezTo>
                  <a:cubicBezTo>
                    <a:pt x="158" y="10"/>
                    <a:pt x="136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9"/>
            <p:cNvSpPr/>
            <p:nvPr/>
          </p:nvSpPr>
          <p:spPr>
            <a:xfrm>
              <a:off x="4133850" y="3190375"/>
              <a:ext cx="6125" cy="5250"/>
            </a:xfrm>
            <a:custGeom>
              <a:avLst/>
              <a:gdLst/>
              <a:ahLst/>
              <a:cxnLst/>
              <a:rect l="l" t="t" r="r" b="b"/>
              <a:pathLst>
                <a:path w="245" h="210" extrusionOk="0">
                  <a:moveTo>
                    <a:pt x="134" y="0"/>
                  </a:moveTo>
                  <a:cubicBezTo>
                    <a:pt x="118" y="0"/>
                    <a:pt x="103" y="4"/>
                    <a:pt x="88" y="14"/>
                  </a:cubicBezTo>
                  <a:cubicBezTo>
                    <a:pt x="38" y="30"/>
                    <a:pt x="1" y="84"/>
                    <a:pt x="38" y="133"/>
                  </a:cubicBezTo>
                  <a:cubicBezTo>
                    <a:pt x="51" y="187"/>
                    <a:pt x="83" y="209"/>
                    <a:pt x="121" y="209"/>
                  </a:cubicBezTo>
                  <a:cubicBezTo>
                    <a:pt x="133" y="209"/>
                    <a:pt x="145" y="207"/>
                    <a:pt x="158" y="203"/>
                  </a:cubicBezTo>
                  <a:cubicBezTo>
                    <a:pt x="224" y="187"/>
                    <a:pt x="244" y="117"/>
                    <a:pt x="224" y="63"/>
                  </a:cubicBezTo>
                  <a:cubicBezTo>
                    <a:pt x="212" y="27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9"/>
            <p:cNvSpPr/>
            <p:nvPr/>
          </p:nvSpPr>
          <p:spPr>
            <a:xfrm>
              <a:off x="4157975" y="31984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104" y="1"/>
                    <a:pt x="67" y="1"/>
                    <a:pt x="50" y="17"/>
                  </a:cubicBezTo>
                  <a:cubicBezTo>
                    <a:pt x="34" y="34"/>
                    <a:pt x="17" y="50"/>
                    <a:pt x="17" y="87"/>
                  </a:cubicBezTo>
                  <a:cubicBezTo>
                    <a:pt x="1" y="104"/>
                    <a:pt x="1" y="120"/>
                    <a:pt x="17" y="137"/>
                  </a:cubicBezTo>
                  <a:cubicBezTo>
                    <a:pt x="17" y="153"/>
                    <a:pt x="17" y="153"/>
                    <a:pt x="34" y="153"/>
                  </a:cubicBezTo>
                  <a:cubicBezTo>
                    <a:pt x="50" y="190"/>
                    <a:pt x="67" y="207"/>
                    <a:pt x="104" y="207"/>
                  </a:cubicBezTo>
                  <a:cubicBezTo>
                    <a:pt x="153" y="207"/>
                    <a:pt x="207" y="174"/>
                    <a:pt x="223" y="120"/>
                  </a:cubicBezTo>
                  <a:cubicBezTo>
                    <a:pt x="223" y="87"/>
                    <a:pt x="207" y="71"/>
                    <a:pt x="186" y="34"/>
                  </a:cubicBezTo>
                  <a:cubicBezTo>
                    <a:pt x="186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9"/>
            <p:cNvSpPr/>
            <p:nvPr/>
          </p:nvSpPr>
          <p:spPr>
            <a:xfrm>
              <a:off x="4105100" y="32186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6" y="0"/>
                  </a:moveTo>
                  <a:cubicBezTo>
                    <a:pt x="91" y="0"/>
                    <a:pt x="57" y="14"/>
                    <a:pt x="34" y="35"/>
                  </a:cubicBezTo>
                  <a:cubicBezTo>
                    <a:pt x="17" y="51"/>
                    <a:pt x="1" y="88"/>
                    <a:pt x="17" y="121"/>
                  </a:cubicBezTo>
                  <a:lnTo>
                    <a:pt x="17" y="138"/>
                  </a:lnTo>
                  <a:cubicBezTo>
                    <a:pt x="17" y="154"/>
                    <a:pt x="34" y="171"/>
                    <a:pt x="54" y="191"/>
                  </a:cubicBezTo>
                  <a:cubicBezTo>
                    <a:pt x="71" y="208"/>
                    <a:pt x="104" y="208"/>
                    <a:pt x="120" y="208"/>
                  </a:cubicBezTo>
                  <a:cubicBezTo>
                    <a:pt x="157" y="208"/>
                    <a:pt x="174" y="191"/>
                    <a:pt x="190" y="171"/>
                  </a:cubicBezTo>
                  <a:cubicBezTo>
                    <a:pt x="223" y="138"/>
                    <a:pt x="223" y="121"/>
                    <a:pt x="223" y="88"/>
                  </a:cubicBezTo>
                  <a:cubicBezTo>
                    <a:pt x="223" y="68"/>
                    <a:pt x="207" y="35"/>
                    <a:pt x="190" y="18"/>
                  </a:cubicBezTo>
                  <a:cubicBezTo>
                    <a:pt x="170" y="6"/>
                    <a:pt x="148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9"/>
            <p:cNvSpPr/>
            <p:nvPr/>
          </p:nvSpPr>
          <p:spPr>
            <a:xfrm>
              <a:off x="4139425" y="3230725"/>
              <a:ext cx="5700" cy="5225"/>
            </a:xfrm>
            <a:custGeom>
              <a:avLst/>
              <a:gdLst/>
              <a:ahLst/>
              <a:cxnLst/>
              <a:rect l="l" t="t" r="r" b="b"/>
              <a:pathLst>
                <a:path w="228" h="209" extrusionOk="0">
                  <a:moveTo>
                    <a:pt x="118" y="1"/>
                  </a:moveTo>
                  <a:cubicBezTo>
                    <a:pt x="102" y="1"/>
                    <a:pt x="86" y="5"/>
                    <a:pt x="71" y="16"/>
                  </a:cubicBezTo>
                  <a:cubicBezTo>
                    <a:pt x="21" y="32"/>
                    <a:pt x="1" y="82"/>
                    <a:pt x="21" y="135"/>
                  </a:cubicBezTo>
                  <a:cubicBezTo>
                    <a:pt x="34" y="185"/>
                    <a:pt x="74" y="209"/>
                    <a:pt x="116" y="209"/>
                  </a:cubicBezTo>
                  <a:cubicBezTo>
                    <a:pt x="130" y="209"/>
                    <a:pt x="144" y="206"/>
                    <a:pt x="157" y="201"/>
                  </a:cubicBezTo>
                  <a:cubicBezTo>
                    <a:pt x="207" y="185"/>
                    <a:pt x="227" y="119"/>
                    <a:pt x="207" y="65"/>
                  </a:cubicBezTo>
                  <a:cubicBezTo>
                    <a:pt x="195" y="30"/>
                    <a:pt x="158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9"/>
            <p:cNvSpPr/>
            <p:nvPr/>
          </p:nvSpPr>
          <p:spPr>
            <a:xfrm>
              <a:off x="4156650" y="321245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6" y="1"/>
                  </a:moveTo>
                  <a:cubicBezTo>
                    <a:pt x="54" y="1"/>
                    <a:pt x="14" y="36"/>
                    <a:pt x="0" y="91"/>
                  </a:cubicBezTo>
                  <a:cubicBezTo>
                    <a:pt x="0" y="91"/>
                    <a:pt x="0" y="108"/>
                    <a:pt x="17" y="128"/>
                  </a:cubicBezTo>
                  <a:lnTo>
                    <a:pt x="17" y="145"/>
                  </a:lnTo>
                  <a:cubicBezTo>
                    <a:pt x="17" y="145"/>
                    <a:pt x="17" y="161"/>
                    <a:pt x="33" y="161"/>
                  </a:cubicBezTo>
                  <a:cubicBezTo>
                    <a:pt x="54" y="194"/>
                    <a:pt x="70" y="194"/>
                    <a:pt x="103" y="211"/>
                  </a:cubicBezTo>
                  <a:cubicBezTo>
                    <a:pt x="120" y="211"/>
                    <a:pt x="157" y="194"/>
                    <a:pt x="173" y="194"/>
                  </a:cubicBezTo>
                  <a:cubicBezTo>
                    <a:pt x="190" y="178"/>
                    <a:pt x="206" y="145"/>
                    <a:pt x="223" y="128"/>
                  </a:cubicBezTo>
                  <a:cubicBezTo>
                    <a:pt x="223" y="91"/>
                    <a:pt x="206" y="75"/>
                    <a:pt x="206" y="58"/>
                  </a:cubicBezTo>
                  <a:cubicBezTo>
                    <a:pt x="190" y="25"/>
                    <a:pt x="157" y="5"/>
                    <a:pt x="120" y="5"/>
                  </a:cubicBezTo>
                  <a:cubicBezTo>
                    <a:pt x="112" y="2"/>
                    <a:pt x="104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9"/>
            <p:cNvSpPr/>
            <p:nvPr/>
          </p:nvSpPr>
          <p:spPr>
            <a:xfrm>
              <a:off x="4155825" y="32262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9" y="1"/>
                  </a:moveTo>
                  <a:cubicBezTo>
                    <a:pt x="54" y="1"/>
                    <a:pt x="14" y="44"/>
                    <a:pt x="0" y="91"/>
                  </a:cubicBezTo>
                  <a:cubicBezTo>
                    <a:pt x="0" y="107"/>
                    <a:pt x="0" y="124"/>
                    <a:pt x="17" y="140"/>
                  </a:cubicBezTo>
                  <a:lnTo>
                    <a:pt x="17" y="157"/>
                  </a:lnTo>
                  <a:cubicBezTo>
                    <a:pt x="33" y="194"/>
                    <a:pt x="66" y="194"/>
                    <a:pt x="87" y="210"/>
                  </a:cubicBezTo>
                  <a:cubicBezTo>
                    <a:pt x="153" y="210"/>
                    <a:pt x="206" y="173"/>
                    <a:pt x="206" y="124"/>
                  </a:cubicBezTo>
                  <a:cubicBezTo>
                    <a:pt x="223" y="91"/>
                    <a:pt x="206" y="54"/>
                    <a:pt x="190" y="37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3" y="2"/>
                    <a:pt x="106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9"/>
            <p:cNvSpPr/>
            <p:nvPr/>
          </p:nvSpPr>
          <p:spPr>
            <a:xfrm>
              <a:off x="4020900" y="3041575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03" y="1"/>
                  </a:moveTo>
                  <a:cubicBezTo>
                    <a:pt x="58" y="1"/>
                    <a:pt x="18" y="44"/>
                    <a:pt x="0" y="90"/>
                  </a:cubicBezTo>
                  <a:cubicBezTo>
                    <a:pt x="0" y="107"/>
                    <a:pt x="0" y="123"/>
                    <a:pt x="21" y="140"/>
                  </a:cubicBezTo>
                  <a:cubicBezTo>
                    <a:pt x="37" y="177"/>
                    <a:pt x="54" y="210"/>
                    <a:pt x="103" y="210"/>
                  </a:cubicBezTo>
                  <a:cubicBezTo>
                    <a:pt x="157" y="210"/>
                    <a:pt x="206" y="177"/>
                    <a:pt x="227" y="123"/>
                  </a:cubicBezTo>
                  <a:cubicBezTo>
                    <a:pt x="227" y="90"/>
                    <a:pt x="206" y="74"/>
                    <a:pt x="190" y="37"/>
                  </a:cubicBezTo>
                  <a:cubicBezTo>
                    <a:pt x="173" y="20"/>
                    <a:pt x="157" y="4"/>
                    <a:pt x="124" y="4"/>
                  </a:cubicBezTo>
                  <a:cubicBezTo>
                    <a:pt x="117" y="2"/>
                    <a:pt x="11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9"/>
            <p:cNvSpPr/>
            <p:nvPr/>
          </p:nvSpPr>
          <p:spPr>
            <a:xfrm>
              <a:off x="4147150" y="3188850"/>
              <a:ext cx="5700" cy="4975"/>
            </a:xfrm>
            <a:custGeom>
              <a:avLst/>
              <a:gdLst/>
              <a:ahLst/>
              <a:cxnLst/>
              <a:rect l="l" t="t" r="r" b="b"/>
              <a:pathLst>
                <a:path w="228" h="199" extrusionOk="0">
                  <a:moveTo>
                    <a:pt x="98" y="0"/>
                  </a:moveTo>
                  <a:cubicBezTo>
                    <a:pt x="55" y="0"/>
                    <a:pt x="18" y="33"/>
                    <a:pt x="1" y="91"/>
                  </a:cubicBezTo>
                  <a:cubicBezTo>
                    <a:pt x="1" y="108"/>
                    <a:pt x="1" y="124"/>
                    <a:pt x="21" y="145"/>
                  </a:cubicBezTo>
                  <a:lnTo>
                    <a:pt x="21" y="161"/>
                  </a:lnTo>
                  <a:cubicBezTo>
                    <a:pt x="38" y="178"/>
                    <a:pt x="71" y="194"/>
                    <a:pt x="87" y="194"/>
                  </a:cubicBezTo>
                  <a:cubicBezTo>
                    <a:pt x="99" y="197"/>
                    <a:pt x="111" y="198"/>
                    <a:pt x="121" y="198"/>
                  </a:cubicBezTo>
                  <a:cubicBezTo>
                    <a:pt x="173" y="198"/>
                    <a:pt x="207" y="166"/>
                    <a:pt x="207" y="108"/>
                  </a:cubicBezTo>
                  <a:cubicBezTo>
                    <a:pt x="228" y="91"/>
                    <a:pt x="207" y="58"/>
                    <a:pt x="190" y="42"/>
                  </a:cubicBezTo>
                  <a:cubicBezTo>
                    <a:pt x="174" y="21"/>
                    <a:pt x="158" y="4"/>
                    <a:pt x="125" y="4"/>
                  </a:cubicBezTo>
                  <a:cubicBezTo>
                    <a:pt x="115" y="2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9"/>
            <p:cNvSpPr/>
            <p:nvPr/>
          </p:nvSpPr>
          <p:spPr>
            <a:xfrm>
              <a:off x="4143350" y="321915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14" y="0"/>
                  </a:moveTo>
                  <a:cubicBezTo>
                    <a:pt x="103" y="0"/>
                    <a:pt x="95" y="5"/>
                    <a:pt x="87" y="13"/>
                  </a:cubicBezTo>
                  <a:cubicBezTo>
                    <a:pt x="50" y="13"/>
                    <a:pt x="33" y="29"/>
                    <a:pt x="17" y="46"/>
                  </a:cubicBezTo>
                  <a:cubicBezTo>
                    <a:pt x="17" y="83"/>
                    <a:pt x="0" y="116"/>
                    <a:pt x="17" y="149"/>
                  </a:cubicBezTo>
                  <a:cubicBezTo>
                    <a:pt x="29" y="189"/>
                    <a:pt x="72" y="209"/>
                    <a:pt x="114" y="209"/>
                  </a:cubicBezTo>
                  <a:cubicBezTo>
                    <a:pt x="127" y="209"/>
                    <a:pt x="141" y="207"/>
                    <a:pt x="153" y="202"/>
                  </a:cubicBezTo>
                  <a:cubicBezTo>
                    <a:pt x="206" y="186"/>
                    <a:pt x="239" y="116"/>
                    <a:pt x="206" y="66"/>
                  </a:cubicBezTo>
                  <a:cubicBezTo>
                    <a:pt x="206" y="29"/>
                    <a:pt x="173" y="13"/>
                    <a:pt x="153" y="13"/>
                  </a:cubicBezTo>
                  <a:cubicBezTo>
                    <a:pt x="136" y="5"/>
                    <a:pt x="124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9"/>
            <p:cNvSpPr/>
            <p:nvPr/>
          </p:nvSpPr>
          <p:spPr>
            <a:xfrm>
              <a:off x="4111600" y="317680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4" y="0"/>
                  </a:moveTo>
                  <a:cubicBezTo>
                    <a:pt x="111" y="0"/>
                    <a:pt x="97" y="3"/>
                    <a:pt x="83" y="8"/>
                  </a:cubicBezTo>
                  <a:cubicBezTo>
                    <a:pt x="33" y="25"/>
                    <a:pt x="0" y="91"/>
                    <a:pt x="17" y="144"/>
                  </a:cubicBezTo>
                  <a:cubicBezTo>
                    <a:pt x="41" y="181"/>
                    <a:pt x="77" y="202"/>
                    <a:pt x="114" y="202"/>
                  </a:cubicBezTo>
                  <a:cubicBezTo>
                    <a:pt x="127" y="202"/>
                    <a:pt x="140" y="199"/>
                    <a:pt x="153" y="194"/>
                  </a:cubicBezTo>
                  <a:cubicBezTo>
                    <a:pt x="207" y="177"/>
                    <a:pt x="240" y="128"/>
                    <a:pt x="223" y="58"/>
                  </a:cubicBezTo>
                  <a:cubicBezTo>
                    <a:pt x="196" y="21"/>
                    <a:pt x="16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9"/>
            <p:cNvSpPr/>
            <p:nvPr/>
          </p:nvSpPr>
          <p:spPr>
            <a:xfrm>
              <a:off x="4109425" y="3189625"/>
              <a:ext cx="5600" cy="5150"/>
            </a:xfrm>
            <a:custGeom>
              <a:avLst/>
              <a:gdLst/>
              <a:ahLst/>
              <a:cxnLst/>
              <a:rect l="l" t="t" r="r" b="b"/>
              <a:pathLst>
                <a:path w="224" h="206" extrusionOk="0">
                  <a:moveTo>
                    <a:pt x="112" y="1"/>
                  </a:moveTo>
                  <a:cubicBezTo>
                    <a:pt x="81" y="1"/>
                    <a:pt x="52" y="14"/>
                    <a:pt x="34" y="44"/>
                  </a:cubicBezTo>
                  <a:cubicBezTo>
                    <a:pt x="17" y="60"/>
                    <a:pt x="1" y="93"/>
                    <a:pt x="17" y="114"/>
                  </a:cubicBezTo>
                  <a:lnTo>
                    <a:pt x="17" y="147"/>
                  </a:lnTo>
                  <a:cubicBezTo>
                    <a:pt x="17" y="163"/>
                    <a:pt x="34" y="180"/>
                    <a:pt x="50" y="180"/>
                  </a:cubicBezTo>
                  <a:cubicBezTo>
                    <a:pt x="67" y="196"/>
                    <a:pt x="90" y="206"/>
                    <a:pt x="113" y="206"/>
                  </a:cubicBezTo>
                  <a:cubicBezTo>
                    <a:pt x="141" y="206"/>
                    <a:pt x="170" y="192"/>
                    <a:pt x="191" y="163"/>
                  </a:cubicBezTo>
                  <a:cubicBezTo>
                    <a:pt x="207" y="147"/>
                    <a:pt x="224" y="130"/>
                    <a:pt x="224" y="93"/>
                  </a:cubicBezTo>
                  <a:cubicBezTo>
                    <a:pt x="224" y="60"/>
                    <a:pt x="207" y="44"/>
                    <a:pt x="191" y="27"/>
                  </a:cubicBezTo>
                  <a:cubicBezTo>
                    <a:pt x="166" y="10"/>
                    <a:pt x="138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9"/>
            <p:cNvSpPr/>
            <p:nvPr/>
          </p:nvSpPr>
          <p:spPr>
            <a:xfrm>
              <a:off x="4109425" y="32040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0" y="0"/>
                  </a:moveTo>
                  <a:cubicBezTo>
                    <a:pt x="67" y="0"/>
                    <a:pt x="17" y="17"/>
                    <a:pt x="1" y="70"/>
                  </a:cubicBezTo>
                  <a:lnTo>
                    <a:pt x="1" y="87"/>
                  </a:lnTo>
                  <a:lnTo>
                    <a:pt x="1" y="136"/>
                  </a:lnTo>
                  <a:cubicBezTo>
                    <a:pt x="17" y="174"/>
                    <a:pt x="34" y="190"/>
                    <a:pt x="50" y="207"/>
                  </a:cubicBezTo>
                  <a:lnTo>
                    <a:pt x="87" y="207"/>
                  </a:lnTo>
                  <a:cubicBezTo>
                    <a:pt x="94" y="209"/>
                    <a:pt x="101" y="210"/>
                    <a:pt x="107" y="210"/>
                  </a:cubicBezTo>
                  <a:cubicBezTo>
                    <a:pt x="151" y="210"/>
                    <a:pt x="193" y="166"/>
                    <a:pt x="207" y="120"/>
                  </a:cubicBezTo>
                  <a:cubicBezTo>
                    <a:pt x="207" y="87"/>
                    <a:pt x="207" y="70"/>
                    <a:pt x="191" y="54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9"/>
            <p:cNvSpPr/>
            <p:nvPr/>
          </p:nvSpPr>
          <p:spPr>
            <a:xfrm>
              <a:off x="4118825" y="3214550"/>
              <a:ext cx="5675" cy="5350"/>
            </a:xfrm>
            <a:custGeom>
              <a:avLst/>
              <a:gdLst/>
              <a:ahLst/>
              <a:cxnLst/>
              <a:rect l="l" t="t" r="r" b="b"/>
              <a:pathLst>
                <a:path w="227" h="214" extrusionOk="0">
                  <a:moveTo>
                    <a:pt x="103" y="0"/>
                  </a:moveTo>
                  <a:cubicBezTo>
                    <a:pt x="85" y="0"/>
                    <a:pt x="65" y="12"/>
                    <a:pt x="54" y="24"/>
                  </a:cubicBezTo>
                  <a:cubicBezTo>
                    <a:pt x="21" y="44"/>
                    <a:pt x="21" y="61"/>
                    <a:pt x="0" y="94"/>
                  </a:cubicBezTo>
                  <a:cubicBezTo>
                    <a:pt x="0" y="110"/>
                    <a:pt x="0" y="127"/>
                    <a:pt x="21" y="147"/>
                  </a:cubicBezTo>
                  <a:lnTo>
                    <a:pt x="21" y="164"/>
                  </a:lnTo>
                  <a:cubicBezTo>
                    <a:pt x="37" y="180"/>
                    <a:pt x="70" y="197"/>
                    <a:pt x="87" y="213"/>
                  </a:cubicBezTo>
                  <a:cubicBezTo>
                    <a:pt x="157" y="213"/>
                    <a:pt x="206" y="180"/>
                    <a:pt x="206" y="127"/>
                  </a:cubicBezTo>
                  <a:cubicBezTo>
                    <a:pt x="227" y="94"/>
                    <a:pt x="206" y="61"/>
                    <a:pt x="190" y="44"/>
                  </a:cubicBezTo>
                  <a:cubicBezTo>
                    <a:pt x="173" y="24"/>
                    <a:pt x="157" y="7"/>
                    <a:pt x="124" y="7"/>
                  </a:cubicBezTo>
                  <a:cubicBezTo>
                    <a:pt x="118" y="2"/>
                    <a:pt x="111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9"/>
            <p:cNvSpPr/>
            <p:nvPr/>
          </p:nvSpPr>
          <p:spPr>
            <a:xfrm>
              <a:off x="4129125" y="3221100"/>
              <a:ext cx="5700" cy="5450"/>
            </a:xfrm>
            <a:custGeom>
              <a:avLst/>
              <a:gdLst/>
              <a:ahLst/>
              <a:cxnLst/>
              <a:rect l="l" t="t" r="r" b="b"/>
              <a:pathLst>
                <a:path w="228" h="218" extrusionOk="0">
                  <a:moveTo>
                    <a:pt x="115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21" y="38"/>
                    <a:pt x="0" y="91"/>
                    <a:pt x="21" y="141"/>
                  </a:cubicBezTo>
                  <a:cubicBezTo>
                    <a:pt x="21" y="157"/>
                    <a:pt x="37" y="174"/>
                    <a:pt x="54" y="174"/>
                  </a:cubicBezTo>
                  <a:cubicBezTo>
                    <a:pt x="66" y="201"/>
                    <a:pt x="98" y="217"/>
                    <a:pt x="128" y="217"/>
                  </a:cubicBezTo>
                  <a:cubicBezTo>
                    <a:pt x="138" y="217"/>
                    <a:pt x="148" y="215"/>
                    <a:pt x="157" y="211"/>
                  </a:cubicBezTo>
                  <a:cubicBezTo>
                    <a:pt x="190" y="195"/>
                    <a:pt x="227" y="157"/>
                    <a:pt x="227" y="124"/>
                  </a:cubicBezTo>
                  <a:cubicBezTo>
                    <a:pt x="227" y="108"/>
                    <a:pt x="227" y="91"/>
                    <a:pt x="206" y="71"/>
                  </a:cubicBezTo>
                  <a:cubicBezTo>
                    <a:pt x="193" y="30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9"/>
            <p:cNvSpPr/>
            <p:nvPr/>
          </p:nvSpPr>
          <p:spPr>
            <a:xfrm>
              <a:off x="4133050" y="32091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20" y="1"/>
                  </a:moveTo>
                  <a:cubicBezTo>
                    <a:pt x="70" y="1"/>
                    <a:pt x="17" y="34"/>
                    <a:pt x="0" y="87"/>
                  </a:cubicBezTo>
                  <a:cubicBezTo>
                    <a:pt x="0" y="104"/>
                    <a:pt x="0" y="120"/>
                    <a:pt x="17" y="137"/>
                  </a:cubicBezTo>
                  <a:lnTo>
                    <a:pt x="17" y="174"/>
                  </a:lnTo>
                  <a:cubicBezTo>
                    <a:pt x="33" y="190"/>
                    <a:pt x="70" y="207"/>
                    <a:pt x="87" y="207"/>
                  </a:cubicBezTo>
                  <a:cubicBezTo>
                    <a:pt x="95" y="209"/>
                    <a:pt x="104" y="210"/>
                    <a:pt x="112" y="210"/>
                  </a:cubicBezTo>
                  <a:cubicBezTo>
                    <a:pt x="166" y="210"/>
                    <a:pt x="206" y="167"/>
                    <a:pt x="206" y="120"/>
                  </a:cubicBezTo>
                  <a:cubicBezTo>
                    <a:pt x="223" y="104"/>
                    <a:pt x="206" y="71"/>
                    <a:pt x="190" y="54"/>
                  </a:cubicBezTo>
                  <a:cubicBezTo>
                    <a:pt x="173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9"/>
            <p:cNvSpPr/>
            <p:nvPr/>
          </p:nvSpPr>
          <p:spPr>
            <a:xfrm>
              <a:off x="4127475" y="3234875"/>
              <a:ext cx="5600" cy="5225"/>
            </a:xfrm>
            <a:custGeom>
              <a:avLst/>
              <a:gdLst/>
              <a:ahLst/>
              <a:cxnLst/>
              <a:rect l="l" t="t" r="r" b="b"/>
              <a:pathLst>
                <a:path w="224" h="209" extrusionOk="0">
                  <a:moveTo>
                    <a:pt x="120" y="1"/>
                  </a:moveTo>
                  <a:cubicBezTo>
                    <a:pt x="88" y="1"/>
                    <a:pt x="54" y="15"/>
                    <a:pt x="33" y="35"/>
                  </a:cubicBezTo>
                  <a:cubicBezTo>
                    <a:pt x="17" y="72"/>
                    <a:pt x="0" y="89"/>
                    <a:pt x="0" y="122"/>
                  </a:cubicBezTo>
                  <a:cubicBezTo>
                    <a:pt x="17" y="122"/>
                    <a:pt x="17" y="138"/>
                    <a:pt x="17" y="138"/>
                  </a:cubicBezTo>
                  <a:cubicBezTo>
                    <a:pt x="17" y="159"/>
                    <a:pt x="33" y="175"/>
                    <a:pt x="50" y="192"/>
                  </a:cubicBezTo>
                  <a:cubicBezTo>
                    <a:pt x="66" y="208"/>
                    <a:pt x="103" y="208"/>
                    <a:pt x="120" y="208"/>
                  </a:cubicBezTo>
                  <a:cubicBezTo>
                    <a:pt x="153" y="208"/>
                    <a:pt x="169" y="192"/>
                    <a:pt x="190" y="175"/>
                  </a:cubicBezTo>
                  <a:cubicBezTo>
                    <a:pt x="207" y="159"/>
                    <a:pt x="223" y="122"/>
                    <a:pt x="223" y="89"/>
                  </a:cubicBezTo>
                  <a:cubicBezTo>
                    <a:pt x="207" y="72"/>
                    <a:pt x="207" y="35"/>
                    <a:pt x="169" y="19"/>
                  </a:cubicBezTo>
                  <a:cubicBezTo>
                    <a:pt x="157" y="6"/>
                    <a:pt x="139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9"/>
            <p:cNvSpPr/>
            <p:nvPr/>
          </p:nvSpPr>
          <p:spPr>
            <a:xfrm>
              <a:off x="4123550" y="31981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15" y="0"/>
                  </a:moveTo>
                  <a:cubicBezTo>
                    <a:pt x="100" y="0"/>
                    <a:pt x="85" y="5"/>
                    <a:pt x="71" y="14"/>
                  </a:cubicBezTo>
                  <a:cubicBezTo>
                    <a:pt x="17" y="30"/>
                    <a:pt x="1" y="84"/>
                    <a:pt x="17" y="133"/>
                  </a:cubicBezTo>
                  <a:cubicBezTo>
                    <a:pt x="34" y="177"/>
                    <a:pt x="82" y="208"/>
                    <a:pt x="128" y="208"/>
                  </a:cubicBezTo>
                  <a:cubicBezTo>
                    <a:pt x="138" y="208"/>
                    <a:pt x="148" y="206"/>
                    <a:pt x="157" y="203"/>
                  </a:cubicBezTo>
                  <a:cubicBezTo>
                    <a:pt x="207" y="187"/>
                    <a:pt x="223" y="117"/>
                    <a:pt x="207" y="63"/>
                  </a:cubicBezTo>
                  <a:cubicBezTo>
                    <a:pt x="195" y="28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9"/>
            <p:cNvSpPr/>
            <p:nvPr/>
          </p:nvSpPr>
          <p:spPr>
            <a:xfrm>
              <a:off x="4136450" y="31768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97" y="1"/>
                  </a:moveTo>
                  <a:cubicBezTo>
                    <a:pt x="55" y="1"/>
                    <a:pt x="14" y="46"/>
                    <a:pt x="0" y="88"/>
                  </a:cubicBezTo>
                  <a:cubicBezTo>
                    <a:pt x="0" y="108"/>
                    <a:pt x="0" y="125"/>
                    <a:pt x="17" y="141"/>
                  </a:cubicBezTo>
                  <a:lnTo>
                    <a:pt x="17" y="158"/>
                  </a:lnTo>
                  <a:cubicBezTo>
                    <a:pt x="37" y="191"/>
                    <a:pt x="70" y="211"/>
                    <a:pt x="87" y="211"/>
                  </a:cubicBezTo>
                  <a:cubicBezTo>
                    <a:pt x="157" y="211"/>
                    <a:pt x="206" y="174"/>
                    <a:pt x="206" y="125"/>
                  </a:cubicBezTo>
                  <a:cubicBezTo>
                    <a:pt x="223" y="88"/>
                    <a:pt x="206" y="71"/>
                    <a:pt x="190" y="38"/>
                  </a:cubicBezTo>
                  <a:cubicBezTo>
                    <a:pt x="173" y="22"/>
                    <a:pt x="157" y="5"/>
                    <a:pt x="120" y="5"/>
                  </a:cubicBezTo>
                  <a:cubicBezTo>
                    <a:pt x="112" y="2"/>
                    <a:pt x="105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9"/>
            <p:cNvSpPr/>
            <p:nvPr/>
          </p:nvSpPr>
          <p:spPr>
            <a:xfrm>
              <a:off x="4190150" y="3254700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03" y="1"/>
                  </a:moveTo>
                  <a:cubicBezTo>
                    <a:pt x="70" y="1"/>
                    <a:pt x="33" y="17"/>
                    <a:pt x="17" y="34"/>
                  </a:cubicBezTo>
                  <a:cubicBezTo>
                    <a:pt x="0" y="67"/>
                    <a:pt x="0" y="87"/>
                    <a:pt x="0" y="120"/>
                  </a:cubicBezTo>
                  <a:lnTo>
                    <a:pt x="0" y="137"/>
                  </a:lnTo>
                  <a:cubicBezTo>
                    <a:pt x="17" y="153"/>
                    <a:pt x="17" y="170"/>
                    <a:pt x="33" y="190"/>
                  </a:cubicBezTo>
                  <a:cubicBezTo>
                    <a:pt x="57" y="205"/>
                    <a:pt x="83" y="213"/>
                    <a:pt x="109" y="213"/>
                  </a:cubicBezTo>
                  <a:cubicBezTo>
                    <a:pt x="141" y="213"/>
                    <a:pt x="171" y="200"/>
                    <a:pt x="190" y="170"/>
                  </a:cubicBezTo>
                  <a:cubicBezTo>
                    <a:pt x="223" y="120"/>
                    <a:pt x="223" y="67"/>
                    <a:pt x="173" y="17"/>
                  </a:cubicBezTo>
                  <a:cubicBezTo>
                    <a:pt x="157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9"/>
            <p:cNvSpPr/>
            <p:nvPr/>
          </p:nvSpPr>
          <p:spPr>
            <a:xfrm>
              <a:off x="4192300" y="322457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108" y="0"/>
                  </a:moveTo>
                  <a:cubicBezTo>
                    <a:pt x="72" y="0"/>
                    <a:pt x="38" y="15"/>
                    <a:pt x="17" y="35"/>
                  </a:cubicBezTo>
                  <a:cubicBezTo>
                    <a:pt x="1" y="72"/>
                    <a:pt x="1" y="89"/>
                    <a:pt x="1" y="122"/>
                  </a:cubicBezTo>
                  <a:lnTo>
                    <a:pt x="1" y="138"/>
                  </a:lnTo>
                  <a:cubicBezTo>
                    <a:pt x="17" y="159"/>
                    <a:pt x="17" y="175"/>
                    <a:pt x="34" y="192"/>
                  </a:cubicBezTo>
                  <a:cubicBezTo>
                    <a:pt x="50" y="208"/>
                    <a:pt x="87" y="208"/>
                    <a:pt x="120" y="208"/>
                  </a:cubicBezTo>
                  <a:cubicBezTo>
                    <a:pt x="137" y="208"/>
                    <a:pt x="174" y="192"/>
                    <a:pt x="190" y="175"/>
                  </a:cubicBezTo>
                  <a:cubicBezTo>
                    <a:pt x="207" y="159"/>
                    <a:pt x="207" y="122"/>
                    <a:pt x="207" y="89"/>
                  </a:cubicBezTo>
                  <a:cubicBezTo>
                    <a:pt x="207" y="72"/>
                    <a:pt x="190" y="35"/>
                    <a:pt x="174" y="18"/>
                  </a:cubicBezTo>
                  <a:cubicBezTo>
                    <a:pt x="153" y="6"/>
                    <a:pt x="130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9"/>
            <p:cNvSpPr/>
            <p:nvPr/>
          </p:nvSpPr>
          <p:spPr>
            <a:xfrm>
              <a:off x="4184150" y="3200450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6" y="0"/>
                  </a:moveTo>
                  <a:cubicBezTo>
                    <a:pt x="101" y="0"/>
                    <a:pt x="84" y="2"/>
                    <a:pt x="67" y="6"/>
                  </a:cubicBezTo>
                  <a:cubicBezTo>
                    <a:pt x="17" y="23"/>
                    <a:pt x="1" y="72"/>
                    <a:pt x="17" y="142"/>
                  </a:cubicBezTo>
                  <a:cubicBezTo>
                    <a:pt x="17" y="142"/>
                    <a:pt x="34" y="159"/>
                    <a:pt x="34" y="175"/>
                  </a:cubicBezTo>
                  <a:cubicBezTo>
                    <a:pt x="58" y="190"/>
                    <a:pt x="92" y="203"/>
                    <a:pt x="121" y="203"/>
                  </a:cubicBezTo>
                  <a:cubicBezTo>
                    <a:pt x="133" y="203"/>
                    <a:pt x="144" y="201"/>
                    <a:pt x="154" y="196"/>
                  </a:cubicBezTo>
                  <a:cubicBezTo>
                    <a:pt x="191" y="175"/>
                    <a:pt x="207" y="142"/>
                    <a:pt x="224" y="109"/>
                  </a:cubicBezTo>
                  <a:cubicBezTo>
                    <a:pt x="224" y="93"/>
                    <a:pt x="224" y="72"/>
                    <a:pt x="207" y="56"/>
                  </a:cubicBezTo>
                  <a:cubicBezTo>
                    <a:pt x="195" y="19"/>
                    <a:pt x="162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9"/>
            <p:cNvSpPr/>
            <p:nvPr/>
          </p:nvSpPr>
          <p:spPr>
            <a:xfrm>
              <a:off x="4185400" y="3187950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03" y="1"/>
                  </a:moveTo>
                  <a:cubicBezTo>
                    <a:pt x="75" y="1"/>
                    <a:pt x="46" y="13"/>
                    <a:pt x="17" y="40"/>
                  </a:cubicBezTo>
                  <a:cubicBezTo>
                    <a:pt x="0" y="57"/>
                    <a:pt x="0" y="94"/>
                    <a:pt x="0" y="111"/>
                  </a:cubicBezTo>
                  <a:cubicBezTo>
                    <a:pt x="0" y="127"/>
                    <a:pt x="0" y="127"/>
                    <a:pt x="17" y="144"/>
                  </a:cubicBezTo>
                  <a:cubicBezTo>
                    <a:pt x="17" y="160"/>
                    <a:pt x="38" y="181"/>
                    <a:pt x="38" y="181"/>
                  </a:cubicBezTo>
                  <a:cubicBezTo>
                    <a:pt x="71" y="197"/>
                    <a:pt x="87" y="214"/>
                    <a:pt x="120" y="214"/>
                  </a:cubicBezTo>
                  <a:cubicBezTo>
                    <a:pt x="157" y="214"/>
                    <a:pt x="174" y="197"/>
                    <a:pt x="190" y="160"/>
                  </a:cubicBezTo>
                  <a:cubicBezTo>
                    <a:pt x="207" y="144"/>
                    <a:pt x="207" y="127"/>
                    <a:pt x="207" y="94"/>
                  </a:cubicBezTo>
                  <a:cubicBezTo>
                    <a:pt x="207" y="57"/>
                    <a:pt x="190" y="40"/>
                    <a:pt x="174" y="24"/>
                  </a:cubicBezTo>
                  <a:cubicBezTo>
                    <a:pt x="150" y="9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9"/>
            <p:cNvSpPr/>
            <p:nvPr/>
          </p:nvSpPr>
          <p:spPr>
            <a:xfrm>
              <a:off x="4190150" y="323882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20" y="1"/>
                  </a:moveTo>
                  <a:cubicBezTo>
                    <a:pt x="54" y="1"/>
                    <a:pt x="0" y="34"/>
                    <a:pt x="0" y="83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70"/>
                  </a:cubicBezTo>
                  <a:cubicBezTo>
                    <a:pt x="33" y="186"/>
                    <a:pt x="54" y="207"/>
                    <a:pt x="87" y="207"/>
                  </a:cubicBezTo>
                  <a:cubicBezTo>
                    <a:pt x="103" y="207"/>
                    <a:pt x="136" y="207"/>
                    <a:pt x="157" y="186"/>
                  </a:cubicBezTo>
                  <a:cubicBezTo>
                    <a:pt x="190" y="170"/>
                    <a:pt x="206" y="137"/>
                    <a:pt x="206" y="120"/>
                  </a:cubicBezTo>
                  <a:cubicBezTo>
                    <a:pt x="206" y="83"/>
                    <a:pt x="206" y="67"/>
                    <a:pt x="190" y="34"/>
                  </a:cubicBezTo>
                  <a:cubicBezTo>
                    <a:pt x="17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9"/>
            <p:cNvSpPr/>
            <p:nvPr/>
          </p:nvSpPr>
          <p:spPr>
            <a:xfrm>
              <a:off x="4163125" y="318637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04" y="0"/>
                  </a:moveTo>
                  <a:cubicBezTo>
                    <a:pt x="67" y="0"/>
                    <a:pt x="50" y="17"/>
                    <a:pt x="34" y="54"/>
                  </a:cubicBezTo>
                  <a:cubicBezTo>
                    <a:pt x="17" y="70"/>
                    <a:pt x="1" y="87"/>
                    <a:pt x="1" y="120"/>
                  </a:cubicBezTo>
                  <a:lnTo>
                    <a:pt x="17" y="141"/>
                  </a:lnTo>
                  <a:cubicBezTo>
                    <a:pt x="17" y="157"/>
                    <a:pt x="34" y="174"/>
                    <a:pt x="50" y="190"/>
                  </a:cubicBezTo>
                  <a:cubicBezTo>
                    <a:pt x="65" y="205"/>
                    <a:pt x="88" y="213"/>
                    <a:pt x="111" y="213"/>
                  </a:cubicBezTo>
                  <a:cubicBezTo>
                    <a:pt x="139" y="213"/>
                    <a:pt x="168" y="201"/>
                    <a:pt x="186" y="174"/>
                  </a:cubicBezTo>
                  <a:cubicBezTo>
                    <a:pt x="224" y="120"/>
                    <a:pt x="224" y="70"/>
                    <a:pt x="170" y="37"/>
                  </a:cubicBezTo>
                  <a:cubicBezTo>
                    <a:pt x="153" y="17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9"/>
            <p:cNvSpPr/>
            <p:nvPr/>
          </p:nvSpPr>
          <p:spPr>
            <a:xfrm>
              <a:off x="4202200" y="32460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1"/>
                  </a:moveTo>
                  <a:cubicBezTo>
                    <a:pt x="104" y="1"/>
                    <a:pt x="66" y="1"/>
                    <a:pt x="50" y="21"/>
                  </a:cubicBezTo>
                  <a:cubicBezTo>
                    <a:pt x="33" y="38"/>
                    <a:pt x="17" y="71"/>
                    <a:pt x="17" y="87"/>
                  </a:cubicBezTo>
                  <a:cubicBezTo>
                    <a:pt x="0" y="104"/>
                    <a:pt x="17" y="124"/>
                    <a:pt x="17" y="141"/>
                  </a:cubicBezTo>
                  <a:cubicBezTo>
                    <a:pt x="17" y="157"/>
                    <a:pt x="17" y="157"/>
                    <a:pt x="33" y="174"/>
                  </a:cubicBezTo>
                  <a:cubicBezTo>
                    <a:pt x="50" y="190"/>
                    <a:pt x="66" y="207"/>
                    <a:pt x="104" y="207"/>
                  </a:cubicBezTo>
                  <a:cubicBezTo>
                    <a:pt x="153" y="207"/>
                    <a:pt x="207" y="174"/>
                    <a:pt x="223" y="124"/>
                  </a:cubicBezTo>
                  <a:cubicBezTo>
                    <a:pt x="223" y="87"/>
                    <a:pt x="223" y="71"/>
                    <a:pt x="207" y="38"/>
                  </a:cubicBezTo>
                  <a:cubicBezTo>
                    <a:pt x="190" y="2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9"/>
            <p:cNvSpPr/>
            <p:nvPr/>
          </p:nvSpPr>
          <p:spPr>
            <a:xfrm>
              <a:off x="4195300" y="3197100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20" y="0"/>
                  </a:moveTo>
                  <a:cubicBezTo>
                    <a:pt x="103" y="0"/>
                    <a:pt x="87" y="0"/>
                    <a:pt x="70" y="21"/>
                  </a:cubicBezTo>
                  <a:cubicBezTo>
                    <a:pt x="17" y="37"/>
                    <a:pt x="0" y="87"/>
                    <a:pt x="17" y="140"/>
                  </a:cubicBezTo>
                  <a:cubicBezTo>
                    <a:pt x="29" y="190"/>
                    <a:pt x="72" y="214"/>
                    <a:pt x="115" y="214"/>
                  </a:cubicBezTo>
                  <a:cubicBezTo>
                    <a:pt x="129" y="214"/>
                    <a:pt x="144" y="211"/>
                    <a:pt x="157" y="206"/>
                  </a:cubicBezTo>
                  <a:cubicBezTo>
                    <a:pt x="173" y="206"/>
                    <a:pt x="190" y="190"/>
                    <a:pt x="190" y="173"/>
                  </a:cubicBezTo>
                  <a:cubicBezTo>
                    <a:pt x="223" y="157"/>
                    <a:pt x="223" y="103"/>
                    <a:pt x="206" y="70"/>
                  </a:cubicBezTo>
                  <a:cubicBezTo>
                    <a:pt x="190" y="37"/>
                    <a:pt x="157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9"/>
            <p:cNvSpPr/>
            <p:nvPr/>
          </p:nvSpPr>
          <p:spPr>
            <a:xfrm>
              <a:off x="4194475" y="32107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93" y="1"/>
                  </a:moveTo>
                  <a:cubicBezTo>
                    <a:pt x="74" y="1"/>
                    <a:pt x="57" y="12"/>
                    <a:pt x="33" y="24"/>
                  </a:cubicBezTo>
                  <a:cubicBezTo>
                    <a:pt x="17" y="41"/>
                    <a:pt x="0" y="57"/>
                    <a:pt x="0" y="94"/>
                  </a:cubicBezTo>
                  <a:lnTo>
                    <a:pt x="0" y="144"/>
                  </a:lnTo>
                  <a:cubicBezTo>
                    <a:pt x="17" y="144"/>
                    <a:pt x="17" y="160"/>
                    <a:pt x="17" y="160"/>
                  </a:cubicBezTo>
                  <a:cubicBezTo>
                    <a:pt x="33" y="197"/>
                    <a:pt x="66" y="197"/>
                    <a:pt x="87" y="214"/>
                  </a:cubicBezTo>
                  <a:cubicBezTo>
                    <a:pt x="153" y="214"/>
                    <a:pt x="206" y="177"/>
                    <a:pt x="206" y="127"/>
                  </a:cubicBezTo>
                  <a:cubicBezTo>
                    <a:pt x="206" y="94"/>
                    <a:pt x="206" y="57"/>
                    <a:pt x="190" y="41"/>
                  </a:cubicBezTo>
                  <a:cubicBezTo>
                    <a:pt x="169" y="24"/>
                    <a:pt x="153" y="8"/>
                    <a:pt x="120" y="8"/>
                  </a:cubicBezTo>
                  <a:cubicBezTo>
                    <a:pt x="110" y="3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9"/>
            <p:cNvSpPr/>
            <p:nvPr/>
          </p:nvSpPr>
          <p:spPr>
            <a:xfrm>
              <a:off x="4199200" y="3184050"/>
              <a:ext cx="5200" cy="5025"/>
            </a:xfrm>
            <a:custGeom>
              <a:avLst/>
              <a:gdLst/>
              <a:ahLst/>
              <a:cxnLst/>
              <a:rect l="l" t="t" r="r" b="b"/>
              <a:pathLst>
                <a:path w="208" h="201" extrusionOk="0">
                  <a:moveTo>
                    <a:pt x="93" y="0"/>
                  </a:moveTo>
                  <a:cubicBezTo>
                    <a:pt x="73" y="0"/>
                    <a:pt x="57" y="13"/>
                    <a:pt x="34" y="27"/>
                  </a:cubicBezTo>
                  <a:cubicBezTo>
                    <a:pt x="17" y="44"/>
                    <a:pt x="1" y="60"/>
                    <a:pt x="1" y="93"/>
                  </a:cubicBezTo>
                  <a:lnTo>
                    <a:pt x="1" y="147"/>
                  </a:lnTo>
                  <a:lnTo>
                    <a:pt x="17" y="163"/>
                  </a:lnTo>
                  <a:cubicBezTo>
                    <a:pt x="34" y="180"/>
                    <a:pt x="50" y="196"/>
                    <a:pt x="83" y="196"/>
                  </a:cubicBezTo>
                  <a:cubicBezTo>
                    <a:pt x="92" y="199"/>
                    <a:pt x="102" y="201"/>
                    <a:pt x="110" y="201"/>
                  </a:cubicBezTo>
                  <a:cubicBezTo>
                    <a:pt x="153" y="201"/>
                    <a:pt x="190" y="168"/>
                    <a:pt x="207" y="110"/>
                  </a:cubicBezTo>
                  <a:cubicBezTo>
                    <a:pt x="207" y="93"/>
                    <a:pt x="207" y="60"/>
                    <a:pt x="186" y="44"/>
                  </a:cubicBezTo>
                  <a:cubicBezTo>
                    <a:pt x="170" y="27"/>
                    <a:pt x="137" y="7"/>
                    <a:pt x="120" y="7"/>
                  </a:cubicBezTo>
                  <a:cubicBezTo>
                    <a:pt x="110" y="2"/>
                    <a:pt x="101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9"/>
            <p:cNvSpPr/>
            <p:nvPr/>
          </p:nvSpPr>
          <p:spPr>
            <a:xfrm>
              <a:off x="4169525" y="3218875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30" y="0"/>
                  </a:moveTo>
                  <a:cubicBezTo>
                    <a:pt x="122" y="0"/>
                    <a:pt x="113" y="2"/>
                    <a:pt x="104" y="7"/>
                  </a:cubicBezTo>
                  <a:cubicBezTo>
                    <a:pt x="71" y="7"/>
                    <a:pt x="54" y="7"/>
                    <a:pt x="33" y="40"/>
                  </a:cubicBezTo>
                  <a:cubicBezTo>
                    <a:pt x="17" y="57"/>
                    <a:pt x="1" y="94"/>
                    <a:pt x="17" y="110"/>
                  </a:cubicBezTo>
                  <a:lnTo>
                    <a:pt x="17" y="143"/>
                  </a:lnTo>
                  <a:cubicBezTo>
                    <a:pt x="17" y="160"/>
                    <a:pt x="33" y="180"/>
                    <a:pt x="54" y="180"/>
                  </a:cubicBezTo>
                  <a:cubicBezTo>
                    <a:pt x="69" y="195"/>
                    <a:pt x="90" y="203"/>
                    <a:pt x="113" y="203"/>
                  </a:cubicBezTo>
                  <a:cubicBezTo>
                    <a:pt x="142" y="203"/>
                    <a:pt x="172" y="190"/>
                    <a:pt x="190" y="160"/>
                  </a:cubicBezTo>
                  <a:cubicBezTo>
                    <a:pt x="207" y="143"/>
                    <a:pt x="223" y="110"/>
                    <a:pt x="223" y="94"/>
                  </a:cubicBezTo>
                  <a:cubicBezTo>
                    <a:pt x="223" y="57"/>
                    <a:pt x="207" y="40"/>
                    <a:pt x="174" y="24"/>
                  </a:cubicBezTo>
                  <a:cubicBezTo>
                    <a:pt x="162" y="12"/>
                    <a:pt x="148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9"/>
            <p:cNvSpPr/>
            <p:nvPr/>
          </p:nvSpPr>
          <p:spPr>
            <a:xfrm>
              <a:off x="4169950" y="3205650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15" y="0"/>
                  </a:moveTo>
                  <a:cubicBezTo>
                    <a:pt x="105" y="0"/>
                    <a:pt x="96" y="2"/>
                    <a:pt x="87" y="4"/>
                  </a:cubicBezTo>
                  <a:cubicBezTo>
                    <a:pt x="16" y="21"/>
                    <a:pt x="0" y="91"/>
                    <a:pt x="16" y="141"/>
                  </a:cubicBezTo>
                  <a:cubicBezTo>
                    <a:pt x="16" y="157"/>
                    <a:pt x="37" y="174"/>
                    <a:pt x="54" y="174"/>
                  </a:cubicBezTo>
                  <a:cubicBezTo>
                    <a:pt x="64" y="196"/>
                    <a:pt x="85" y="205"/>
                    <a:pt x="109" y="205"/>
                  </a:cubicBezTo>
                  <a:cubicBezTo>
                    <a:pt x="125" y="205"/>
                    <a:pt x="142" y="201"/>
                    <a:pt x="157" y="194"/>
                  </a:cubicBezTo>
                  <a:cubicBezTo>
                    <a:pt x="190" y="194"/>
                    <a:pt x="223" y="157"/>
                    <a:pt x="223" y="108"/>
                  </a:cubicBezTo>
                  <a:cubicBezTo>
                    <a:pt x="223" y="91"/>
                    <a:pt x="223" y="91"/>
                    <a:pt x="206" y="70"/>
                  </a:cubicBezTo>
                  <a:cubicBezTo>
                    <a:pt x="193" y="30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9"/>
            <p:cNvSpPr/>
            <p:nvPr/>
          </p:nvSpPr>
          <p:spPr>
            <a:xfrm>
              <a:off x="4167350" y="32322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4" y="1"/>
                  </a:moveTo>
                  <a:cubicBezTo>
                    <a:pt x="58" y="1"/>
                    <a:pt x="17" y="44"/>
                    <a:pt x="17" y="91"/>
                  </a:cubicBezTo>
                  <a:cubicBezTo>
                    <a:pt x="1" y="107"/>
                    <a:pt x="17" y="124"/>
                    <a:pt x="17" y="140"/>
                  </a:cubicBezTo>
                  <a:cubicBezTo>
                    <a:pt x="17" y="140"/>
                    <a:pt x="17" y="161"/>
                    <a:pt x="38" y="161"/>
                  </a:cubicBezTo>
                  <a:cubicBezTo>
                    <a:pt x="55" y="194"/>
                    <a:pt x="71" y="194"/>
                    <a:pt x="104" y="210"/>
                  </a:cubicBezTo>
                  <a:cubicBezTo>
                    <a:pt x="120" y="210"/>
                    <a:pt x="158" y="210"/>
                    <a:pt x="174" y="194"/>
                  </a:cubicBezTo>
                  <a:cubicBezTo>
                    <a:pt x="207" y="177"/>
                    <a:pt x="207" y="140"/>
                    <a:pt x="224" y="124"/>
                  </a:cubicBezTo>
                  <a:cubicBezTo>
                    <a:pt x="224" y="58"/>
                    <a:pt x="191" y="4"/>
                    <a:pt x="141" y="4"/>
                  </a:cubicBezTo>
                  <a:cubicBezTo>
                    <a:pt x="132" y="2"/>
                    <a:pt x="123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9"/>
            <p:cNvSpPr/>
            <p:nvPr/>
          </p:nvSpPr>
          <p:spPr>
            <a:xfrm>
              <a:off x="4163550" y="32451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9" y="0"/>
                  </a:moveTo>
                  <a:cubicBezTo>
                    <a:pt x="54" y="0"/>
                    <a:pt x="15" y="44"/>
                    <a:pt x="0" y="90"/>
                  </a:cubicBezTo>
                  <a:lnTo>
                    <a:pt x="0" y="140"/>
                  </a:lnTo>
                  <a:cubicBezTo>
                    <a:pt x="17" y="140"/>
                    <a:pt x="17" y="160"/>
                    <a:pt x="17" y="160"/>
                  </a:cubicBezTo>
                  <a:cubicBezTo>
                    <a:pt x="33" y="193"/>
                    <a:pt x="66" y="193"/>
                    <a:pt x="87" y="210"/>
                  </a:cubicBezTo>
                  <a:cubicBezTo>
                    <a:pt x="136" y="210"/>
                    <a:pt x="207" y="177"/>
                    <a:pt x="207" y="123"/>
                  </a:cubicBezTo>
                  <a:cubicBezTo>
                    <a:pt x="207" y="90"/>
                    <a:pt x="207" y="57"/>
                    <a:pt x="190" y="37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9"/>
            <p:cNvSpPr/>
            <p:nvPr/>
          </p:nvSpPr>
          <p:spPr>
            <a:xfrm>
              <a:off x="4176425" y="32447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89" y="1"/>
                    <a:pt x="54" y="15"/>
                    <a:pt x="34" y="35"/>
                  </a:cubicBezTo>
                  <a:cubicBezTo>
                    <a:pt x="17" y="72"/>
                    <a:pt x="1" y="89"/>
                    <a:pt x="1" y="122"/>
                  </a:cubicBezTo>
                  <a:lnTo>
                    <a:pt x="17" y="138"/>
                  </a:lnTo>
                  <a:cubicBezTo>
                    <a:pt x="17" y="155"/>
                    <a:pt x="34" y="175"/>
                    <a:pt x="50" y="192"/>
                  </a:cubicBezTo>
                  <a:cubicBezTo>
                    <a:pt x="64" y="204"/>
                    <a:pt x="83" y="210"/>
                    <a:pt x="102" y="210"/>
                  </a:cubicBezTo>
                  <a:cubicBezTo>
                    <a:pt x="134" y="210"/>
                    <a:pt x="167" y="196"/>
                    <a:pt x="190" y="175"/>
                  </a:cubicBezTo>
                  <a:cubicBezTo>
                    <a:pt x="207" y="155"/>
                    <a:pt x="223" y="122"/>
                    <a:pt x="223" y="89"/>
                  </a:cubicBezTo>
                  <a:cubicBezTo>
                    <a:pt x="207" y="72"/>
                    <a:pt x="207" y="35"/>
                    <a:pt x="170" y="19"/>
                  </a:cubicBezTo>
                  <a:cubicBezTo>
                    <a:pt x="157" y="6"/>
                    <a:pt x="139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9"/>
            <p:cNvSpPr/>
            <p:nvPr/>
          </p:nvSpPr>
          <p:spPr>
            <a:xfrm>
              <a:off x="4179825" y="3230950"/>
              <a:ext cx="5600" cy="5025"/>
            </a:xfrm>
            <a:custGeom>
              <a:avLst/>
              <a:gdLst/>
              <a:ahLst/>
              <a:cxnLst/>
              <a:rect l="l" t="t" r="r" b="b"/>
              <a:pathLst>
                <a:path w="224" h="201" extrusionOk="0">
                  <a:moveTo>
                    <a:pt x="101" y="1"/>
                  </a:moveTo>
                  <a:cubicBezTo>
                    <a:pt x="53" y="1"/>
                    <a:pt x="17" y="36"/>
                    <a:pt x="17" y="89"/>
                  </a:cubicBezTo>
                  <a:cubicBezTo>
                    <a:pt x="1" y="110"/>
                    <a:pt x="17" y="126"/>
                    <a:pt x="17" y="143"/>
                  </a:cubicBezTo>
                  <a:cubicBezTo>
                    <a:pt x="17" y="143"/>
                    <a:pt x="17" y="159"/>
                    <a:pt x="34" y="159"/>
                  </a:cubicBezTo>
                  <a:cubicBezTo>
                    <a:pt x="54" y="176"/>
                    <a:pt x="71" y="192"/>
                    <a:pt x="104" y="192"/>
                  </a:cubicBezTo>
                  <a:cubicBezTo>
                    <a:pt x="109" y="198"/>
                    <a:pt x="116" y="201"/>
                    <a:pt x="123" y="201"/>
                  </a:cubicBezTo>
                  <a:cubicBezTo>
                    <a:pt x="141" y="201"/>
                    <a:pt x="162" y="187"/>
                    <a:pt x="174" y="176"/>
                  </a:cubicBezTo>
                  <a:cubicBezTo>
                    <a:pt x="207" y="159"/>
                    <a:pt x="207" y="143"/>
                    <a:pt x="223" y="110"/>
                  </a:cubicBezTo>
                  <a:cubicBezTo>
                    <a:pt x="223" y="89"/>
                    <a:pt x="223" y="56"/>
                    <a:pt x="207" y="40"/>
                  </a:cubicBezTo>
                  <a:cubicBezTo>
                    <a:pt x="190" y="23"/>
                    <a:pt x="157" y="7"/>
                    <a:pt x="137" y="7"/>
                  </a:cubicBezTo>
                  <a:cubicBezTo>
                    <a:pt x="125" y="3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9"/>
            <p:cNvSpPr/>
            <p:nvPr/>
          </p:nvSpPr>
          <p:spPr>
            <a:xfrm>
              <a:off x="4182000" y="32156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70" y="0"/>
                    <a:pt x="0" y="33"/>
                    <a:pt x="0" y="83"/>
                  </a:cubicBezTo>
                  <a:lnTo>
                    <a:pt x="0" y="153"/>
                  </a:lnTo>
                  <a:cubicBezTo>
                    <a:pt x="17" y="169"/>
                    <a:pt x="50" y="206"/>
                    <a:pt x="87" y="206"/>
                  </a:cubicBezTo>
                  <a:cubicBezTo>
                    <a:pt x="95" y="209"/>
                    <a:pt x="103" y="210"/>
                    <a:pt x="111" y="210"/>
                  </a:cubicBezTo>
                  <a:cubicBezTo>
                    <a:pt x="153" y="210"/>
                    <a:pt x="193" y="175"/>
                    <a:pt x="207" y="120"/>
                  </a:cubicBezTo>
                  <a:cubicBezTo>
                    <a:pt x="207" y="103"/>
                    <a:pt x="207" y="66"/>
                    <a:pt x="190" y="50"/>
                  </a:cubicBezTo>
                  <a:cubicBezTo>
                    <a:pt x="174" y="33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9"/>
            <p:cNvSpPr/>
            <p:nvPr/>
          </p:nvSpPr>
          <p:spPr>
            <a:xfrm>
              <a:off x="4173450" y="3194425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3" y="0"/>
                  </a:moveTo>
                  <a:cubicBezTo>
                    <a:pt x="47" y="0"/>
                    <a:pt x="0" y="35"/>
                    <a:pt x="0" y="91"/>
                  </a:cubicBezTo>
                  <a:lnTo>
                    <a:pt x="0" y="144"/>
                  </a:lnTo>
                  <a:lnTo>
                    <a:pt x="17" y="161"/>
                  </a:lnTo>
                  <a:cubicBezTo>
                    <a:pt x="33" y="177"/>
                    <a:pt x="50" y="194"/>
                    <a:pt x="83" y="194"/>
                  </a:cubicBezTo>
                  <a:cubicBezTo>
                    <a:pt x="94" y="199"/>
                    <a:pt x="103" y="201"/>
                    <a:pt x="111" y="201"/>
                  </a:cubicBezTo>
                  <a:cubicBezTo>
                    <a:pt x="131" y="201"/>
                    <a:pt x="146" y="189"/>
                    <a:pt x="169" y="177"/>
                  </a:cubicBezTo>
                  <a:cubicBezTo>
                    <a:pt x="186" y="161"/>
                    <a:pt x="206" y="144"/>
                    <a:pt x="206" y="107"/>
                  </a:cubicBezTo>
                  <a:cubicBezTo>
                    <a:pt x="206" y="91"/>
                    <a:pt x="206" y="58"/>
                    <a:pt x="186" y="41"/>
                  </a:cubicBezTo>
                  <a:cubicBezTo>
                    <a:pt x="169" y="25"/>
                    <a:pt x="153" y="4"/>
                    <a:pt x="120" y="4"/>
                  </a:cubicBezTo>
                  <a:cubicBezTo>
                    <a:pt x="111" y="1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9"/>
            <p:cNvSpPr/>
            <p:nvPr/>
          </p:nvSpPr>
          <p:spPr>
            <a:xfrm>
              <a:off x="4087475" y="31730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71" y="1"/>
                    <a:pt x="38" y="17"/>
                  </a:cubicBezTo>
                  <a:cubicBezTo>
                    <a:pt x="17" y="33"/>
                    <a:pt x="1" y="54"/>
                    <a:pt x="1" y="87"/>
                  </a:cubicBezTo>
                  <a:lnTo>
                    <a:pt x="1" y="137"/>
                  </a:lnTo>
                  <a:cubicBezTo>
                    <a:pt x="1" y="157"/>
                    <a:pt x="17" y="157"/>
                    <a:pt x="17" y="174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41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3"/>
                  </a:cubicBezTo>
                  <a:cubicBezTo>
                    <a:pt x="174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9"/>
            <p:cNvSpPr/>
            <p:nvPr/>
          </p:nvSpPr>
          <p:spPr>
            <a:xfrm>
              <a:off x="4359375" y="3122875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0" y="1"/>
                  </a:moveTo>
                  <a:cubicBezTo>
                    <a:pt x="87" y="1"/>
                    <a:pt x="67" y="1"/>
                    <a:pt x="34" y="17"/>
                  </a:cubicBezTo>
                  <a:cubicBezTo>
                    <a:pt x="17" y="34"/>
                    <a:pt x="1" y="67"/>
                    <a:pt x="1" y="83"/>
                  </a:cubicBezTo>
                  <a:lnTo>
                    <a:pt x="1" y="137"/>
                  </a:lnTo>
                  <a:cubicBezTo>
                    <a:pt x="1" y="153"/>
                    <a:pt x="17" y="153"/>
                    <a:pt x="17" y="170"/>
                  </a:cubicBezTo>
                  <a:cubicBezTo>
                    <a:pt x="34" y="186"/>
                    <a:pt x="50" y="207"/>
                    <a:pt x="87" y="207"/>
                  </a:cubicBezTo>
                  <a:cubicBezTo>
                    <a:pt x="94" y="209"/>
                    <a:pt x="100" y="210"/>
                    <a:pt x="106" y="210"/>
                  </a:cubicBezTo>
                  <a:cubicBezTo>
                    <a:pt x="150" y="210"/>
                    <a:pt x="193" y="163"/>
                    <a:pt x="207" y="120"/>
                  </a:cubicBezTo>
                  <a:cubicBezTo>
                    <a:pt x="207" y="104"/>
                    <a:pt x="207" y="67"/>
                    <a:pt x="191" y="50"/>
                  </a:cubicBezTo>
                  <a:cubicBezTo>
                    <a:pt x="170" y="17"/>
                    <a:pt x="13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9"/>
            <p:cNvSpPr/>
            <p:nvPr/>
          </p:nvSpPr>
          <p:spPr>
            <a:xfrm>
              <a:off x="4365375" y="315502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36" y="1"/>
                  </a:moveTo>
                  <a:cubicBezTo>
                    <a:pt x="103" y="1"/>
                    <a:pt x="70" y="1"/>
                    <a:pt x="33" y="34"/>
                  </a:cubicBezTo>
                  <a:cubicBezTo>
                    <a:pt x="17" y="55"/>
                    <a:pt x="17" y="71"/>
                    <a:pt x="17" y="88"/>
                  </a:cubicBezTo>
                  <a:cubicBezTo>
                    <a:pt x="0" y="104"/>
                    <a:pt x="17" y="121"/>
                    <a:pt x="17" y="137"/>
                  </a:cubicBezTo>
                  <a:cubicBezTo>
                    <a:pt x="33" y="174"/>
                    <a:pt x="54" y="207"/>
                    <a:pt x="103" y="207"/>
                  </a:cubicBezTo>
                  <a:cubicBezTo>
                    <a:pt x="157" y="207"/>
                    <a:pt x="206" y="174"/>
                    <a:pt x="223" y="121"/>
                  </a:cubicBezTo>
                  <a:cubicBezTo>
                    <a:pt x="223" y="88"/>
                    <a:pt x="223" y="71"/>
                    <a:pt x="206" y="34"/>
                  </a:cubicBezTo>
                  <a:cubicBezTo>
                    <a:pt x="190" y="17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9"/>
            <p:cNvSpPr/>
            <p:nvPr/>
          </p:nvSpPr>
          <p:spPr>
            <a:xfrm>
              <a:off x="4369275" y="31295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5" y="1"/>
                  </a:moveTo>
                  <a:cubicBezTo>
                    <a:pt x="111" y="1"/>
                    <a:pt x="96" y="3"/>
                    <a:pt x="83" y="7"/>
                  </a:cubicBezTo>
                  <a:cubicBezTo>
                    <a:pt x="34" y="23"/>
                    <a:pt x="1" y="93"/>
                    <a:pt x="34" y="147"/>
                  </a:cubicBezTo>
                  <a:cubicBezTo>
                    <a:pt x="34" y="163"/>
                    <a:pt x="50" y="163"/>
                    <a:pt x="50" y="180"/>
                  </a:cubicBezTo>
                  <a:cubicBezTo>
                    <a:pt x="69" y="199"/>
                    <a:pt x="90" y="207"/>
                    <a:pt x="114" y="207"/>
                  </a:cubicBezTo>
                  <a:cubicBezTo>
                    <a:pt x="131" y="207"/>
                    <a:pt x="149" y="203"/>
                    <a:pt x="170" y="196"/>
                  </a:cubicBezTo>
                  <a:cubicBezTo>
                    <a:pt x="207" y="180"/>
                    <a:pt x="223" y="147"/>
                    <a:pt x="223" y="110"/>
                  </a:cubicBezTo>
                  <a:lnTo>
                    <a:pt x="223" y="60"/>
                  </a:lnTo>
                  <a:cubicBezTo>
                    <a:pt x="211" y="20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9"/>
            <p:cNvSpPr/>
            <p:nvPr/>
          </p:nvSpPr>
          <p:spPr>
            <a:xfrm>
              <a:off x="4363600" y="3106350"/>
              <a:ext cx="6125" cy="5050"/>
            </a:xfrm>
            <a:custGeom>
              <a:avLst/>
              <a:gdLst/>
              <a:ahLst/>
              <a:cxnLst/>
              <a:rect l="l" t="t" r="r" b="b"/>
              <a:pathLst>
                <a:path w="245" h="202" extrusionOk="0">
                  <a:moveTo>
                    <a:pt x="124" y="0"/>
                  </a:moveTo>
                  <a:cubicBezTo>
                    <a:pt x="112" y="0"/>
                    <a:pt x="100" y="2"/>
                    <a:pt x="88" y="6"/>
                  </a:cubicBezTo>
                  <a:cubicBezTo>
                    <a:pt x="38" y="23"/>
                    <a:pt x="1" y="93"/>
                    <a:pt x="22" y="146"/>
                  </a:cubicBezTo>
                  <a:cubicBezTo>
                    <a:pt x="46" y="183"/>
                    <a:pt x="80" y="202"/>
                    <a:pt x="118" y="202"/>
                  </a:cubicBezTo>
                  <a:cubicBezTo>
                    <a:pt x="131" y="202"/>
                    <a:pt x="144" y="200"/>
                    <a:pt x="158" y="196"/>
                  </a:cubicBezTo>
                  <a:cubicBezTo>
                    <a:pt x="207" y="179"/>
                    <a:pt x="244" y="126"/>
                    <a:pt x="228" y="76"/>
                  </a:cubicBezTo>
                  <a:cubicBezTo>
                    <a:pt x="199" y="22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9"/>
            <p:cNvSpPr/>
            <p:nvPr/>
          </p:nvSpPr>
          <p:spPr>
            <a:xfrm>
              <a:off x="4367950" y="3143250"/>
              <a:ext cx="5175" cy="5425"/>
            </a:xfrm>
            <a:custGeom>
              <a:avLst/>
              <a:gdLst/>
              <a:ahLst/>
              <a:cxnLst/>
              <a:rect l="l" t="t" r="r" b="b"/>
              <a:pathLst>
                <a:path w="207" h="217" extrusionOk="0">
                  <a:moveTo>
                    <a:pt x="96" y="1"/>
                  </a:moveTo>
                  <a:cubicBezTo>
                    <a:pt x="66" y="1"/>
                    <a:pt x="37" y="14"/>
                    <a:pt x="17" y="43"/>
                  </a:cubicBezTo>
                  <a:cubicBezTo>
                    <a:pt x="0" y="60"/>
                    <a:pt x="0" y="93"/>
                    <a:pt x="0" y="113"/>
                  </a:cubicBezTo>
                  <a:lnTo>
                    <a:pt x="0" y="146"/>
                  </a:lnTo>
                  <a:cubicBezTo>
                    <a:pt x="17" y="163"/>
                    <a:pt x="17" y="179"/>
                    <a:pt x="33" y="179"/>
                  </a:cubicBezTo>
                  <a:cubicBezTo>
                    <a:pt x="70" y="196"/>
                    <a:pt x="87" y="216"/>
                    <a:pt x="120" y="216"/>
                  </a:cubicBezTo>
                  <a:cubicBezTo>
                    <a:pt x="136" y="196"/>
                    <a:pt x="173" y="196"/>
                    <a:pt x="190" y="163"/>
                  </a:cubicBezTo>
                  <a:cubicBezTo>
                    <a:pt x="206" y="146"/>
                    <a:pt x="206" y="130"/>
                    <a:pt x="206" y="93"/>
                  </a:cubicBezTo>
                  <a:cubicBezTo>
                    <a:pt x="206" y="60"/>
                    <a:pt x="190" y="43"/>
                    <a:pt x="173" y="27"/>
                  </a:cubicBezTo>
                  <a:cubicBezTo>
                    <a:pt x="149" y="10"/>
                    <a:pt x="122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9"/>
            <p:cNvSpPr/>
            <p:nvPr/>
          </p:nvSpPr>
          <p:spPr>
            <a:xfrm>
              <a:off x="4380825" y="3072475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95" y="1"/>
                  </a:moveTo>
                  <a:cubicBezTo>
                    <a:pt x="53" y="1"/>
                    <a:pt x="14" y="33"/>
                    <a:pt x="0" y="91"/>
                  </a:cubicBezTo>
                  <a:cubicBezTo>
                    <a:pt x="0" y="108"/>
                    <a:pt x="0" y="124"/>
                    <a:pt x="17" y="141"/>
                  </a:cubicBezTo>
                  <a:cubicBezTo>
                    <a:pt x="17" y="141"/>
                    <a:pt x="17" y="161"/>
                    <a:pt x="33" y="161"/>
                  </a:cubicBezTo>
                  <a:cubicBezTo>
                    <a:pt x="54" y="178"/>
                    <a:pt x="71" y="194"/>
                    <a:pt x="104" y="194"/>
                  </a:cubicBezTo>
                  <a:cubicBezTo>
                    <a:pt x="108" y="199"/>
                    <a:pt x="115" y="201"/>
                    <a:pt x="122" y="201"/>
                  </a:cubicBezTo>
                  <a:cubicBezTo>
                    <a:pt x="140" y="201"/>
                    <a:pt x="162" y="190"/>
                    <a:pt x="174" y="178"/>
                  </a:cubicBezTo>
                  <a:cubicBezTo>
                    <a:pt x="190" y="161"/>
                    <a:pt x="207" y="141"/>
                    <a:pt x="223" y="108"/>
                  </a:cubicBezTo>
                  <a:cubicBezTo>
                    <a:pt x="223" y="58"/>
                    <a:pt x="190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9"/>
            <p:cNvSpPr/>
            <p:nvPr/>
          </p:nvSpPr>
          <p:spPr>
            <a:xfrm>
              <a:off x="4373500" y="311760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7" y="1"/>
                  </a:moveTo>
                  <a:cubicBezTo>
                    <a:pt x="51" y="1"/>
                    <a:pt x="1" y="46"/>
                    <a:pt x="1" y="88"/>
                  </a:cubicBezTo>
                  <a:lnTo>
                    <a:pt x="1" y="142"/>
                  </a:lnTo>
                  <a:lnTo>
                    <a:pt x="17" y="158"/>
                  </a:lnTo>
                  <a:cubicBezTo>
                    <a:pt x="38" y="191"/>
                    <a:pt x="54" y="191"/>
                    <a:pt x="87" y="212"/>
                  </a:cubicBezTo>
                  <a:cubicBezTo>
                    <a:pt x="141" y="212"/>
                    <a:pt x="190" y="175"/>
                    <a:pt x="207" y="125"/>
                  </a:cubicBezTo>
                  <a:cubicBezTo>
                    <a:pt x="207" y="88"/>
                    <a:pt x="207" y="71"/>
                    <a:pt x="190" y="38"/>
                  </a:cubicBezTo>
                  <a:cubicBezTo>
                    <a:pt x="174" y="22"/>
                    <a:pt x="141" y="6"/>
                    <a:pt x="120" y="6"/>
                  </a:cubicBezTo>
                  <a:cubicBezTo>
                    <a:pt x="113" y="2"/>
                    <a:pt x="105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9"/>
            <p:cNvSpPr/>
            <p:nvPr/>
          </p:nvSpPr>
          <p:spPr>
            <a:xfrm>
              <a:off x="4377000" y="3085050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20" y="1"/>
                  </a:moveTo>
                  <a:cubicBezTo>
                    <a:pt x="67" y="1"/>
                    <a:pt x="1" y="34"/>
                    <a:pt x="1" y="104"/>
                  </a:cubicBezTo>
                  <a:lnTo>
                    <a:pt x="1" y="153"/>
                  </a:lnTo>
                  <a:lnTo>
                    <a:pt x="17" y="174"/>
                  </a:lnTo>
                  <a:cubicBezTo>
                    <a:pt x="34" y="190"/>
                    <a:pt x="50" y="207"/>
                    <a:pt x="83" y="207"/>
                  </a:cubicBezTo>
                  <a:cubicBezTo>
                    <a:pt x="93" y="210"/>
                    <a:pt x="102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4"/>
                    <a:pt x="207" y="71"/>
                    <a:pt x="186" y="50"/>
                  </a:cubicBezTo>
                  <a:cubicBezTo>
                    <a:pt x="170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9"/>
            <p:cNvSpPr/>
            <p:nvPr/>
          </p:nvSpPr>
          <p:spPr>
            <a:xfrm>
              <a:off x="4374425" y="30986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1" y="1"/>
                  </a:moveTo>
                  <a:cubicBezTo>
                    <a:pt x="102" y="1"/>
                    <a:pt x="93" y="2"/>
                    <a:pt x="83" y="5"/>
                  </a:cubicBezTo>
                  <a:cubicBezTo>
                    <a:pt x="17" y="21"/>
                    <a:pt x="1" y="91"/>
                    <a:pt x="17" y="145"/>
                  </a:cubicBezTo>
                  <a:cubicBezTo>
                    <a:pt x="29" y="181"/>
                    <a:pt x="69" y="208"/>
                    <a:pt x="109" y="208"/>
                  </a:cubicBezTo>
                  <a:cubicBezTo>
                    <a:pt x="124" y="208"/>
                    <a:pt x="140" y="204"/>
                    <a:pt x="153" y="195"/>
                  </a:cubicBezTo>
                  <a:cubicBezTo>
                    <a:pt x="207" y="178"/>
                    <a:pt x="240" y="124"/>
                    <a:pt x="207" y="75"/>
                  </a:cubicBezTo>
                  <a:cubicBezTo>
                    <a:pt x="190" y="31"/>
                    <a:pt x="153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9"/>
            <p:cNvSpPr/>
            <p:nvPr/>
          </p:nvSpPr>
          <p:spPr>
            <a:xfrm>
              <a:off x="4352475" y="3163450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97" y="1"/>
                  </a:moveTo>
                  <a:cubicBezTo>
                    <a:pt x="66" y="1"/>
                    <a:pt x="37" y="14"/>
                    <a:pt x="17" y="43"/>
                  </a:cubicBezTo>
                  <a:cubicBezTo>
                    <a:pt x="1" y="60"/>
                    <a:pt x="1" y="93"/>
                    <a:pt x="1" y="109"/>
                  </a:cubicBezTo>
                  <a:lnTo>
                    <a:pt x="1" y="146"/>
                  </a:lnTo>
                  <a:cubicBezTo>
                    <a:pt x="17" y="163"/>
                    <a:pt x="17" y="179"/>
                    <a:pt x="34" y="179"/>
                  </a:cubicBezTo>
                  <a:cubicBezTo>
                    <a:pt x="54" y="196"/>
                    <a:pt x="87" y="212"/>
                    <a:pt x="120" y="212"/>
                  </a:cubicBezTo>
                  <a:cubicBezTo>
                    <a:pt x="137" y="212"/>
                    <a:pt x="174" y="196"/>
                    <a:pt x="190" y="179"/>
                  </a:cubicBezTo>
                  <a:cubicBezTo>
                    <a:pt x="207" y="146"/>
                    <a:pt x="207" y="130"/>
                    <a:pt x="207" y="93"/>
                  </a:cubicBezTo>
                  <a:cubicBezTo>
                    <a:pt x="207" y="76"/>
                    <a:pt x="190" y="43"/>
                    <a:pt x="174" y="27"/>
                  </a:cubicBezTo>
                  <a:cubicBezTo>
                    <a:pt x="149" y="10"/>
                    <a:pt x="123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9"/>
            <p:cNvSpPr/>
            <p:nvPr/>
          </p:nvSpPr>
          <p:spPr>
            <a:xfrm>
              <a:off x="4100775" y="316667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01" y="1"/>
                  </a:moveTo>
                  <a:cubicBezTo>
                    <a:pt x="69" y="1"/>
                    <a:pt x="40" y="15"/>
                    <a:pt x="21" y="34"/>
                  </a:cubicBezTo>
                  <a:cubicBezTo>
                    <a:pt x="1" y="67"/>
                    <a:pt x="1" y="83"/>
                    <a:pt x="1" y="120"/>
                  </a:cubicBezTo>
                  <a:lnTo>
                    <a:pt x="1" y="137"/>
                  </a:lnTo>
                  <a:cubicBezTo>
                    <a:pt x="21" y="153"/>
                    <a:pt x="21" y="170"/>
                    <a:pt x="38" y="186"/>
                  </a:cubicBezTo>
                  <a:cubicBezTo>
                    <a:pt x="54" y="207"/>
                    <a:pt x="87" y="207"/>
                    <a:pt x="124" y="207"/>
                  </a:cubicBezTo>
                  <a:cubicBezTo>
                    <a:pt x="141" y="207"/>
                    <a:pt x="174" y="186"/>
                    <a:pt x="190" y="170"/>
                  </a:cubicBezTo>
                  <a:cubicBezTo>
                    <a:pt x="207" y="153"/>
                    <a:pt x="207" y="120"/>
                    <a:pt x="207" y="104"/>
                  </a:cubicBezTo>
                  <a:cubicBezTo>
                    <a:pt x="207" y="67"/>
                    <a:pt x="190" y="50"/>
                    <a:pt x="174" y="34"/>
                  </a:cubicBezTo>
                  <a:cubicBezTo>
                    <a:pt x="152" y="10"/>
                    <a:pt x="126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9"/>
            <p:cNvSpPr/>
            <p:nvPr/>
          </p:nvSpPr>
          <p:spPr>
            <a:xfrm>
              <a:off x="4355475" y="31361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70" y="1"/>
                  </a:moveTo>
                  <a:cubicBezTo>
                    <a:pt x="17" y="33"/>
                    <a:pt x="0" y="87"/>
                    <a:pt x="17" y="137"/>
                  </a:cubicBezTo>
                  <a:cubicBezTo>
                    <a:pt x="34" y="181"/>
                    <a:pt x="82" y="211"/>
                    <a:pt x="128" y="211"/>
                  </a:cubicBezTo>
                  <a:cubicBezTo>
                    <a:pt x="138" y="211"/>
                    <a:pt x="147" y="210"/>
                    <a:pt x="157" y="207"/>
                  </a:cubicBezTo>
                  <a:cubicBezTo>
                    <a:pt x="173" y="190"/>
                    <a:pt x="190" y="190"/>
                    <a:pt x="190" y="170"/>
                  </a:cubicBezTo>
                  <a:cubicBezTo>
                    <a:pt x="223" y="137"/>
                    <a:pt x="223" y="104"/>
                    <a:pt x="206" y="66"/>
                  </a:cubicBezTo>
                  <a:cubicBezTo>
                    <a:pt x="190" y="33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9"/>
            <p:cNvSpPr/>
            <p:nvPr/>
          </p:nvSpPr>
          <p:spPr>
            <a:xfrm>
              <a:off x="4340000" y="31696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41" y="0"/>
                  </a:moveTo>
                  <a:cubicBezTo>
                    <a:pt x="71" y="0"/>
                    <a:pt x="17" y="33"/>
                    <a:pt x="17" y="87"/>
                  </a:cubicBezTo>
                  <a:cubicBezTo>
                    <a:pt x="1" y="104"/>
                    <a:pt x="17" y="120"/>
                    <a:pt x="17" y="137"/>
                  </a:cubicBezTo>
                  <a:cubicBezTo>
                    <a:pt x="17" y="153"/>
                    <a:pt x="17" y="153"/>
                    <a:pt x="38" y="169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20" y="207"/>
                    <a:pt x="157" y="207"/>
                    <a:pt x="174" y="190"/>
                  </a:cubicBezTo>
                  <a:cubicBezTo>
                    <a:pt x="207" y="169"/>
                    <a:pt x="207" y="153"/>
                    <a:pt x="223" y="120"/>
                  </a:cubicBezTo>
                  <a:cubicBezTo>
                    <a:pt x="223" y="104"/>
                    <a:pt x="223" y="66"/>
                    <a:pt x="207" y="50"/>
                  </a:cubicBezTo>
                  <a:cubicBezTo>
                    <a:pt x="190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9"/>
            <p:cNvSpPr/>
            <p:nvPr/>
          </p:nvSpPr>
          <p:spPr>
            <a:xfrm>
              <a:off x="4345575" y="3126950"/>
              <a:ext cx="5700" cy="5100"/>
            </a:xfrm>
            <a:custGeom>
              <a:avLst/>
              <a:gdLst/>
              <a:ahLst/>
              <a:cxnLst/>
              <a:rect l="l" t="t" r="r" b="b"/>
              <a:pathLst>
                <a:path w="228" h="204" extrusionOk="0">
                  <a:moveTo>
                    <a:pt x="107" y="1"/>
                  </a:moveTo>
                  <a:cubicBezTo>
                    <a:pt x="78" y="1"/>
                    <a:pt x="49" y="14"/>
                    <a:pt x="21" y="44"/>
                  </a:cubicBezTo>
                  <a:cubicBezTo>
                    <a:pt x="0" y="60"/>
                    <a:pt x="0" y="77"/>
                    <a:pt x="0" y="110"/>
                  </a:cubicBezTo>
                  <a:cubicBezTo>
                    <a:pt x="0" y="126"/>
                    <a:pt x="0" y="126"/>
                    <a:pt x="21" y="147"/>
                  </a:cubicBezTo>
                  <a:cubicBezTo>
                    <a:pt x="21" y="163"/>
                    <a:pt x="38" y="163"/>
                    <a:pt x="38" y="180"/>
                  </a:cubicBezTo>
                  <a:cubicBezTo>
                    <a:pt x="61" y="192"/>
                    <a:pt x="76" y="203"/>
                    <a:pt x="96" y="203"/>
                  </a:cubicBezTo>
                  <a:cubicBezTo>
                    <a:pt x="104" y="203"/>
                    <a:pt x="113" y="201"/>
                    <a:pt x="124" y="196"/>
                  </a:cubicBezTo>
                  <a:cubicBezTo>
                    <a:pt x="157" y="196"/>
                    <a:pt x="174" y="180"/>
                    <a:pt x="190" y="163"/>
                  </a:cubicBezTo>
                  <a:cubicBezTo>
                    <a:pt x="207" y="147"/>
                    <a:pt x="227" y="110"/>
                    <a:pt x="207" y="93"/>
                  </a:cubicBezTo>
                  <a:cubicBezTo>
                    <a:pt x="207" y="60"/>
                    <a:pt x="190" y="44"/>
                    <a:pt x="174" y="23"/>
                  </a:cubicBezTo>
                  <a:cubicBezTo>
                    <a:pt x="152" y="9"/>
                    <a:pt x="129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9"/>
            <p:cNvSpPr/>
            <p:nvPr/>
          </p:nvSpPr>
          <p:spPr>
            <a:xfrm>
              <a:off x="4344325" y="3139050"/>
              <a:ext cx="5600" cy="5450"/>
            </a:xfrm>
            <a:custGeom>
              <a:avLst/>
              <a:gdLst/>
              <a:ahLst/>
              <a:cxnLst/>
              <a:rect l="l" t="t" r="r" b="b"/>
              <a:pathLst>
                <a:path w="224" h="218" extrusionOk="0">
                  <a:moveTo>
                    <a:pt x="105" y="1"/>
                  </a:moveTo>
                  <a:cubicBezTo>
                    <a:pt x="94" y="1"/>
                    <a:pt x="83" y="2"/>
                    <a:pt x="71" y="5"/>
                  </a:cubicBezTo>
                  <a:cubicBezTo>
                    <a:pt x="17" y="38"/>
                    <a:pt x="1" y="92"/>
                    <a:pt x="17" y="141"/>
                  </a:cubicBezTo>
                  <a:cubicBezTo>
                    <a:pt x="17" y="158"/>
                    <a:pt x="34" y="178"/>
                    <a:pt x="34" y="178"/>
                  </a:cubicBezTo>
                  <a:cubicBezTo>
                    <a:pt x="61" y="202"/>
                    <a:pt x="95" y="218"/>
                    <a:pt x="124" y="218"/>
                  </a:cubicBezTo>
                  <a:cubicBezTo>
                    <a:pt x="135" y="218"/>
                    <a:pt x="145" y="216"/>
                    <a:pt x="154" y="211"/>
                  </a:cubicBezTo>
                  <a:cubicBezTo>
                    <a:pt x="191" y="195"/>
                    <a:pt x="224" y="158"/>
                    <a:pt x="224" y="125"/>
                  </a:cubicBezTo>
                  <a:cubicBezTo>
                    <a:pt x="224" y="108"/>
                    <a:pt x="224" y="92"/>
                    <a:pt x="207" y="75"/>
                  </a:cubicBezTo>
                  <a:cubicBezTo>
                    <a:pt x="194" y="31"/>
                    <a:pt x="155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9"/>
            <p:cNvSpPr/>
            <p:nvPr/>
          </p:nvSpPr>
          <p:spPr>
            <a:xfrm>
              <a:off x="4350325" y="317770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87" y="1"/>
                  </a:moveTo>
                  <a:cubicBezTo>
                    <a:pt x="37" y="1"/>
                    <a:pt x="0" y="34"/>
                    <a:pt x="0" y="92"/>
                  </a:cubicBezTo>
                  <a:lnTo>
                    <a:pt x="0" y="141"/>
                  </a:lnTo>
                  <a:lnTo>
                    <a:pt x="17" y="158"/>
                  </a:lnTo>
                  <a:cubicBezTo>
                    <a:pt x="37" y="195"/>
                    <a:pt x="54" y="195"/>
                    <a:pt x="87" y="211"/>
                  </a:cubicBezTo>
                  <a:cubicBezTo>
                    <a:pt x="120" y="211"/>
                    <a:pt x="140" y="195"/>
                    <a:pt x="157" y="195"/>
                  </a:cubicBezTo>
                  <a:cubicBezTo>
                    <a:pt x="190" y="178"/>
                    <a:pt x="206" y="141"/>
                    <a:pt x="206" y="125"/>
                  </a:cubicBezTo>
                  <a:cubicBezTo>
                    <a:pt x="206" y="92"/>
                    <a:pt x="206" y="55"/>
                    <a:pt x="190" y="38"/>
                  </a:cubicBezTo>
                  <a:cubicBezTo>
                    <a:pt x="173" y="22"/>
                    <a:pt x="140" y="5"/>
                    <a:pt x="120" y="5"/>
                  </a:cubicBezTo>
                  <a:cubicBezTo>
                    <a:pt x="108" y="2"/>
                    <a:pt x="98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9"/>
            <p:cNvSpPr/>
            <p:nvPr/>
          </p:nvSpPr>
          <p:spPr>
            <a:xfrm>
              <a:off x="4354650" y="31494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87" y="0"/>
                    <a:pt x="70" y="17"/>
                    <a:pt x="50" y="33"/>
                  </a:cubicBezTo>
                  <a:cubicBezTo>
                    <a:pt x="17" y="33"/>
                    <a:pt x="0" y="70"/>
                    <a:pt x="0" y="87"/>
                  </a:cubicBezTo>
                  <a:lnTo>
                    <a:pt x="0" y="153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3" y="190"/>
                    <a:pt x="70" y="207"/>
                    <a:pt x="87" y="207"/>
                  </a:cubicBezTo>
                  <a:cubicBezTo>
                    <a:pt x="98" y="209"/>
                    <a:pt x="109" y="211"/>
                    <a:pt x="119" y="211"/>
                  </a:cubicBezTo>
                  <a:cubicBezTo>
                    <a:pt x="169" y="211"/>
                    <a:pt x="206" y="178"/>
                    <a:pt x="206" y="120"/>
                  </a:cubicBezTo>
                  <a:cubicBezTo>
                    <a:pt x="206" y="103"/>
                    <a:pt x="206" y="70"/>
                    <a:pt x="190" y="50"/>
                  </a:cubicBezTo>
                  <a:cubicBezTo>
                    <a:pt x="173" y="33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9"/>
            <p:cNvSpPr/>
            <p:nvPr/>
          </p:nvSpPr>
          <p:spPr>
            <a:xfrm>
              <a:off x="4384750" y="3111225"/>
              <a:ext cx="1675" cy="4775"/>
            </a:xfrm>
            <a:custGeom>
              <a:avLst/>
              <a:gdLst/>
              <a:ahLst/>
              <a:cxnLst/>
              <a:rect l="l" t="t" r="r" b="b"/>
              <a:pathLst>
                <a:path w="67" h="191" extrusionOk="0">
                  <a:moveTo>
                    <a:pt x="66" y="1"/>
                  </a:moveTo>
                  <a:cubicBezTo>
                    <a:pt x="50" y="1"/>
                    <a:pt x="33" y="17"/>
                    <a:pt x="17" y="34"/>
                  </a:cubicBezTo>
                  <a:cubicBezTo>
                    <a:pt x="0" y="54"/>
                    <a:pt x="0" y="71"/>
                    <a:pt x="0" y="104"/>
                  </a:cubicBezTo>
                  <a:lnTo>
                    <a:pt x="0" y="120"/>
                  </a:lnTo>
                  <a:cubicBezTo>
                    <a:pt x="17" y="137"/>
                    <a:pt x="17" y="157"/>
                    <a:pt x="33" y="174"/>
                  </a:cubicBezTo>
                  <a:cubicBezTo>
                    <a:pt x="50" y="174"/>
                    <a:pt x="50" y="190"/>
                    <a:pt x="66" y="190"/>
                  </a:cubicBezTo>
                  <a:lnTo>
                    <a:pt x="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9"/>
            <p:cNvSpPr/>
            <p:nvPr/>
          </p:nvSpPr>
          <p:spPr>
            <a:xfrm>
              <a:off x="4342175" y="31546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1"/>
                  </a:moveTo>
                  <a:cubicBezTo>
                    <a:pt x="70" y="1"/>
                    <a:pt x="0" y="33"/>
                    <a:pt x="0" y="87"/>
                  </a:cubicBezTo>
                  <a:lnTo>
                    <a:pt x="0" y="137"/>
                  </a:lnTo>
                  <a:cubicBezTo>
                    <a:pt x="17" y="174"/>
                    <a:pt x="54" y="207"/>
                    <a:pt x="87" y="207"/>
                  </a:cubicBezTo>
                  <a:cubicBezTo>
                    <a:pt x="94" y="209"/>
                    <a:pt x="100" y="210"/>
                    <a:pt x="107" y="210"/>
                  </a:cubicBezTo>
                  <a:cubicBezTo>
                    <a:pt x="150" y="210"/>
                    <a:pt x="192" y="167"/>
                    <a:pt x="207" y="120"/>
                  </a:cubicBezTo>
                  <a:cubicBezTo>
                    <a:pt x="207" y="87"/>
                    <a:pt x="207" y="71"/>
                    <a:pt x="190" y="50"/>
                  </a:cubicBezTo>
                  <a:cubicBezTo>
                    <a:pt x="174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9"/>
            <p:cNvSpPr/>
            <p:nvPr/>
          </p:nvSpPr>
          <p:spPr>
            <a:xfrm>
              <a:off x="4091800" y="31464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1"/>
                  </a:moveTo>
                  <a:cubicBezTo>
                    <a:pt x="104" y="1"/>
                    <a:pt x="71" y="1"/>
                    <a:pt x="50" y="17"/>
                  </a:cubicBezTo>
                  <a:cubicBezTo>
                    <a:pt x="34" y="34"/>
                    <a:pt x="17" y="50"/>
                    <a:pt x="17" y="87"/>
                  </a:cubicBezTo>
                  <a:cubicBezTo>
                    <a:pt x="1" y="104"/>
                    <a:pt x="17" y="120"/>
                    <a:pt x="17" y="137"/>
                  </a:cubicBezTo>
                  <a:cubicBezTo>
                    <a:pt x="17" y="137"/>
                    <a:pt x="17" y="153"/>
                    <a:pt x="34" y="153"/>
                  </a:cubicBezTo>
                  <a:cubicBezTo>
                    <a:pt x="50" y="190"/>
                    <a:pt x="71" y="190"/>
                    <a:pt x="104" y="207"/>
                  </a:cubicBezTo>
                  <a:cubicBezTo>
                    <a:pt x="153" y="207"/>
                    <a:pt x="207" y="170"/>
                    <a:pt x="223" y="120"/>
                  </a:cubicBezTo>
                  <a:cubicBezTo>
                    <a:pt x="223" y="87"/>
                    <a:pt x="223" y="67"/>
                    <a:pt x="207" y="34"/>
                  </a:cubicBezTo>
                  <a:cubicBezTo>
                    <a:pt x="191" y="17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9"/>
            <p:cNvSpPr/>
            <p:nvPr/>
          </p:nvSpPr>
          <p:spPr>
            <a:xfrm>
              <a:off x="4082750" y="3201000"/>
              <a:ext cx="5675" cy="5175"/>
            </a:xfrm>
            <a:custGeom>
              <a:avLst/>
              <a:gdLst/>
              <a:ahLst/>
              <a:cxnLst/>
              <a:rect l="l" t="t" r="r" b="b"/>
              <a:pathLst>
                <a:path w="227" h="207" extrusionOk="0">
                  <a:moveTo>
                    <a:pt x="140" y="1"/>
                  </a:moveTo>
                  <a:cubicBezTo>
                    <a:pt x="70" y="1"/>
                    <a:pt x="21" y="34"/>
                    <a:pt x="21" y="87"/>
                  </a:cubicBezTo>
                  <a:cubicBezTo>
                    <a:pt x="0" y="104"/>
                    <a:pt x="21" y="120"/>
                    <a:pt x="21" y="137"/>
                  </a:cubicBezTo>
                  <a:cubicBezTo>
                    <a:pt x="21" y="153"/>
                    <a:pt x="21" y="153"/>
                    <a:pt x="37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24" y="207"/>
                    <a:pt x="157" y="207"/>
                    <a:pt x="173" y="190"/>
                  </a:cubicBezTo>
                  <a:cubicBezTo>
                    <a:pt x="206" y="174"/>
                    <a:pt x="206" y="153"/>
                    <a:pt x="227" y="120"/>
                  </a:cubicBezTo>
                  <a:cubicBezTo>
                    <a:pt x="227" y="104"/>
                    <a:pt x="227" y="71"/>
                    <a:pt x="206" y="50"/>
                  </a:cubicBezTo>
                  <a:cubicBezTo>
                    <a:pt x="190" y="17"/>
                    <a:pt x="157" y="17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9"/>
            <p:cNvSpPr/>
            <p:nvPr/>
          </p:nvSpPr>
          <p:spPr>
            <a:xfrm>
              <a:off x="4088400" y="315960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03" y="0"/>
                  </a:moveTo>
                  <a:cubicBezTo>
                    <a:pt x="91" y="0"/>
                    <a:pt x="78" y="8"/>
                    <a:pt x="67" y="8"/>
                  </a:cubicBezTo>
                  <a:cubicBezTo>
                    <a:pt x="17" y="24"/>
                    <a:pt x="1" y="94"/>
                    <a:pt x="17" y="144"/>
                  </a:cubicBezTo>
                  <a:cubicBezTo>
                    <a:pt x="30" y="184"/>
                    <a:pt x="73" y="203"/>
                    <a:pt x="114" y="203"/>
                  </a:cubicBezTo>
                  <a:cubicBezTo>
                    <a:pt x="128" y="203"/>
                    <a:pt x="141" y="201"/>
                    <a:pt x="153" y="197"/>
                  </a:cubicBezTo>
                  <a:cubicBezTo>
                    <a:pt x="170" y="197"/>
                    <a:pt x="170" y="181"/>
                    <a:pt x="186" y="181"/>
                  </a:cubicBezTo>
                  <a:cubicBezTo>
                    <a:pt x="207" y="144"/>
                    <a:pt x="223" y="111"/>
                    <a:pt x="207" y="57"/>
                  </a:cubicBezTo>
                  <a:cubicBezTo>
                    <a:pt x="186" y="24"/>
                    <a:pt x="153" y="8"/>
                    <a:pt x="120" y="8"/>
                  </a:cubicBezTo>
                  <a:cubicBezTo>
                    <a:pt x="115" y="2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9"/>
            <p:cNvSpPr/>
            <p:nvPr/>
          </p:nvSpPr>
          <p:spPr>
            <a:xfrm>
              <a:off x="4085325" y="3187050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99" y="1"/>
                  </a:moveTo>
                  <a:cubicBezTo>
                    <a:pt x="68" y="1"/>
                    <a:pt x="39" y="14"/>
                    <a:pt x="21" y="43"/>
                  </a:cubicBezTo>
                  <a:cubicBezTo>
                    <a:pt x="0" y="60"/>
                    <a:pt x="0" y="76"/>
                    <a:pt x="0" y="114"/>
                  </a:cubicBezTo>
                  <a:lnTo>
                    <a:pt x="0" y="147"/>
                  </a:lnTo>
                  <a:lnTo>
                    <a:pt x="37" y="180"/>
                  </a:lnTo>
                  <a:cubicBezTo>
                    <a:pt x="49" y="191"/>
                    <a:pt x="68" y="205"/>
                    <a:pt x="92" y="205"/>
                  </a:cubicBezTo>
                  <a:cubicBezTo>
                    <a:pt x="102" y="205"/>
                    <a:pt x="113" y="202"/>
                    <a:pt x="124" y="196"/>
                  </a:cubicBezTo>
                  <a:cubicBezTo>
                    <a:pt x="140" y="196"/>
                    <a:pt x="173" y="180"/>
                    <a:pt x="190" y="163"/>
                  </a:cubicBezTo>
                  <a:cubicBezTo>
                    <a:pt x="206" y="147"/>
                    <a:pt x="206" y="114"/>
                    <a:pt x="206" y="93"/>
                  </a:cubicBezTo>
                  <a:cubicBezTo>
                    <a:pt x="206" y="60"/>
                    <a:pt x="190" y="43"/>
                    <a:pt x="173" y="27"/>
                  </a:cubicBezTo>
                  <a:cubicBezTo>
                    <a:pt x="151" y="10"/>
                    <a:pt x="124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9"/>
            <p:cNvSpPr/>
            <p:nvPr/>
          </p:nvSpPr>
          <p:spPr>
            <a:xfrm>
              <a:off x="4203850" y="3232225"/>
              <a:ext cx="5700" cy="4975"/>
            </a:xfrm>
            <a:custGeom>
              <a:avLst/>
              <a:gdLst/>
              <a:ahLst/>
              <a:cxnLst/>
              <a:rect l="l" t="t" r="r" b="b"/>
              <a:pathLst>
                <a:path w="228" h="199" extrusionOk="0">
                  <a:moveTo>
                    <a:pt x="97" y="1"/>
                  </a:moveTo>
                  <a:cubicBezTo>
                    <a:pt x="55" y="1"/>
                    <a:pt x="18" y="34"/>
                    <a:pt x="0" y="92"/>
                  </a:cubicBezTo>
                  <a:cubicBezTo>
                    <a:pt x="0" y="108"/>
                    <a:pt x="0" y="125"/>
                    <a:pt x="21" y="141"/>
                  </a:cubicBezTo>
                  <a:lnTo>
                    <a:pt x="21" y="162"/>
                  </a:lnTo>
                  <a:cubicBezTo>
                    <a:pt x="38" y="178"/>
                    <a:pt x="71" y="195"/>
                    <a:pt x="87" y="195"/>
                  </a:cubicBezTo>
                  <a:cubicBezTo>
                    <a:pt x="99" y="198"/>
                    <a:pt x="110" y="199"/>
                    <a:pt x="121" y="199"/>
                  </a:cubicBezTo>
                  <a:cubicBezTo>
                    <a:pt x="173" y="199"/>
                    <a:pt x="207" y="166"/>
                    <a:pt x="207" y="108"/>
                  </a:cubicBezTo>
                  <a:cubicBezTo>
                    <a:pt x="227" y="92"/>
                    <a:pt x="207" y="59"/>
                    <a:pt x="190" y="38"/>
                  </a:cubicBezTo>
                  <a:cubicBezTo>
                    <a:pt x="174" y="22"/>
                    <a:pt x="157" y="5"/>
                    <a:pt x="124" y="5"/>
                  </a:cubicBezTo>
                  <a:cubicBezTo>
                    <a:pt x="115" y="2"/>
                    <a:pt x="106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9"/>
            <p:cNvSpPr/>
            <p:nvPr/>
          </p:nvSpPr>
          <p:spPr>
            <a:xfrm>
              <a:off x="4098200" y="3178475"/>
              <a:ext cx="5700" cy="5025"/>
            </a:xfrm>
            <a:custGeom>
              <a:avLst/>
              <a:gdLst/>
              <a:ahLst/>
              <a:cxnLst/>
              <a:rect l="l" t="t" r="r" b="b"/>
              <a:pathLst>
                <a:path w="228" h="201" extrusionOk="0">
                  <a:moveTo>
                    <a:pt x="93" y="0"/>
                  </a:moveTo>
                  <a:cubicBezTo>
                    <a:pt x="69" y="0"/>
                    <a:pt x="49" y="12"/>
                    <a:pt x="38" y="24"/>
                  </a:cubicBezTo>
                  <a:cubicBezTo>
                    <a:pt x="21" y="44"/>
                    <a:pt x="21" y="61"/>
                    <a:pt x="0" y="94"/>
                  </a:cubicBezTo>
                  <a:cubicBezTo>
                    <a:pt x="0" y="110"/>
                    <a:pt x="0" y="127"/>
                    <a:pt x="21" y="147"/>
                  </a:cubicBezTo>
                  <a:cubicBezTo>
                    <a:pt x="38" y="180"/>
                    <a:pt x="54" y="197"/>
                    <a:pt x="104" y="197"/>
                  </a:cubicBezTo>
                  <a:cubicBezTo>
                    <a:pt x="113" y="200"/>
                    <a:pt x="122" y="201"/>
                    <a:pt x="130" y="201"/>
                  </a:cubicBezTo>
                  <a:cubicBezTo>
                    <a:pt x="173" y="201"/>
                    <a:pt x="210" y="168"/>
                    <a:pt x="227" y="110"/>
                  </a:cubicBezTo>
                  <a:cubicBezTo>
                    <a:pt x="227" y="94"/>
                    <a:pt x="207" y="61"/>
                    <a:pt x="190" y="44"/>
                  </a:cubicBezTo>
                  <a:cubicBezTo>
                    <a:pt x="174" y="24"/>
                    <a:pt x="157" y="7"/>
                    <a:pt x="124" y="7"/>
                  </a:cubicBezTo>
                  <a:cubicBezTo>
                    <a:pt x="113" y="2"/>
                    <a:pt x="103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9"/>
            <p:cNvSpPr/>
            <p:nvPr/>
          </p:nvSpPr>
          <p:spPr>
            <a:xfrm>
              <a:off x="4096950" y="319445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02" y="0"/>
                  </a:moveTo>
                  <a:cubicBezTo>
                    <a:pt x="58" y="0"/>
                    <a:pt x="15" y="46"/>
                    <a:pt x="1" y="90"/>
                  </a:cubicBezTo>
                  <a:lnTo>
                    <a:pt x="1" y="143"/>
                  </a:lnTo>
                  <a:cubicBezTo>
                    <a:pt x="17" y="143"/>
                    <a:pt x="17" y="160"/>
                    <a:pt x="17" y="160"/>
                  </a:cubicBezTo>
                  <a:cubicBezTo>
                    <a:pt x="34" y="193"/>
                    <a:pt x="71" y="193"/>
                    <a:pt x="88" y="209"/>
                  </a:cubicBezTo>
                  <a:cubicBezTo>
                    <a:pt x="137" y="209"/>
                    <a:pt x="207" y="176"/>
                    <a:pt x="207" y="127"/>
                  </a:cubicBezTo>
                  <a:cubicBezTo>
                    <a:pt x="207" y="90"/>
                    <a:pt x="207" y="73"/>
                    <a:pt x="191" y="40"/>
                  </a:cubicBezTo>
                  <a:cubicBezTo>
                    <a:pt x="174" y="24"/>
                    <a:pt x="154" y="3"/>
                    <a:pt x="121" y="3"/>
                  </a:cubicBezTo>
                  <a:cubicBezTo>
                    <a:pt x="114" y="1"/>
                    <a:pt x="108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9"/>
            <p:cNvSpPr/>
            <p:nvPr/>
          </p:nvSpPr>
          <p:spPr>
            <a:xfrm>
              <a:off x="4095200" y="32083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104" y="1"/>
                    <a:pt x="71" y="17"/>
                    <a:pt x="55" y="17"/>
                  </a:cubicBezTo>
                  <a:cubicBezTo>
                    <a:pt x="38" y="34"/>
                    <a:pt x="17" y="67"/>
                    <a:pt x="1" y="87"/>
                  </a:cubicBezTo>
                  <a:cubicBezTo>
                    <a:pt x="1" y="104"/>
                    <a:pt x="1" y="137"/>
                    <a:pt x="17" y="137"/>
                  </a:cubicBezTo>
                  <a:cubicBezTo>
                    <a:pt x="17" y="153"/>
                    <a:pt x="17" y="153"/>
                    <a:pt x="38" y="170"/>
                  </a:cubicBezTo>
                  <a:cubicBezTo>
                    <a:pt x="55" y="190"/>
                    <a:pt x="71" y="207"/>
                    <a:pt x="104" y="207"/>
                  </a:cubicBezTo>
                  <a:cubicBezTo>
                    <a:pt x="111" y="209"/>
                    <a:pt x="117" y="210"/>
                    <a:pt x="124" y="210"/>
                  </a:cubicBezTo>
                  <a:cubicBezTo>
                    <a:pt x="170" y="210"/>
                    <a:pt x="209" y="163"/>
                    <a:pt x="224" y="120"/>
                  </a:cubicBezTo>
                  <a:cubicBezTo>
                    <a:pt x="224" y="104"/>
                    <a:pt x="207" y="67"/>
                    <a:pt x="191" y="50"/>
                  </a:cubicBezTo>
                  <a:cubicBezTo>
                    <a:pt x="174" y="17"/>
                    <a:pt x="158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9"/>
            <p:cNvSpPr/>
            <p:nvPr/>
          </p:nvSpPr>
          <p:spPr>
            <a:xfrm>
              <a:off x="3986575" y="3045575"/>
              <a:ext cx="1775" cy="4250"/>
            </a:xfrm>
            <a:custGeom>
              <a:avLst/>
              <a:gdLst/>
              <a:ahLst/>
              <a:cxnLst/>
              <a:rect l="l" t="t" r="r" b="b"/>
              <a:pathLst>
                <a:path w="71" h="170" extrusionOk="0">
                  <a:moveTo>
                    <a:pt x="17" y="0"/>
                  </a:moveTo>
                  <a:cubicBezTo>
                    <a:pt x="0" y="50"/>
                    <a:pt x="0" y="120"/>
                    <a:pt x="0" y="170"/>
                  </a:cubicBezTo>
                  <a:cubicBezTo>
                    <a:pt x="54" y="153"/>
                    <a:pt x="70" y="104"/>
                    <a:pt x="54" y="50"/>
                  </a:cubicBezTo>
                  <a:cubicBezTo>
                    <a:pt x="33" y="33"/>
                    <a:pt x="33" y="17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9"/>
            <p:cNvSpPr/>
            <p:nvPr/>
          </p:nvSpPr>
          <p:spPr>
            <a:xfrm>
              <a:off x="4174675" y="2942925"/>
              <a:ext cx="5600" cy="4850"/>
            </a:xfrm>
            <a:custGeom>
              <a:avLst/>
              <a:gdLst/>
              <a:ahLst/>
              <a:cxnLst/>
              <a:rect l="l" t="t" r="r" b="b"/>
              <a:pathLst>
                <a:path w="224" h="194" extrusionOk="0">
                  <a:moveTo>
                    <a:pt x="87" y="0"/>
                  </a:moveTo>
                  <a:cubicBezTo>
                    <a:pt x="71" y="0"/>
                    <a:pt x="54" y="0"/>
                    <a:pt x="54" y="17"/>
                  </a:cubicBezTo>
                  <a:cubicBezTo>
                    <a:pt x="34" y="33"/>
                    <a:pt x="17" y="50"/>
                    <a:pt x="17" y="66"/>
                  </a:cubicBezTo>
                  <a:cubicBezTo>
                    <a:pt x="1" y="103"/>
                    <a:pt x="17" y="120"/>
                    <a:pt x="17" y="136"/>
                  </a:cubicBezTo>
                  <a:cubicBezTo>
                    <a:pt x="17" y="136"/>
                    <a:pt x="17" y="153"/>
                    <a:pt x="34" y="153"/>
                  </a:cubicBezTo>
                  <a:cubicBezTo>
                    <a:pt x="54" y="169"/>
                    <a:pt x="71" y="190"/>
                    <a:pt x="104" y="190"/>
                  </a:cubicBezTo>
                  <a:cubicBezTo>
                    <a:pt x="112" y="192"/>
                    <a:pt x="121" y="194"/>
                    <a:pt x="129" y="194"/>
                  </a:cubicBezTo>
                  <a:cubicBezTo>
                    <a:pt x="172" y="194"/>
                    <a:pt x="209" y="159"/>
                    <a:pt x="223" y="103"/>
                  </a:cubicBezTo>
                  <a:cubicBezTo>
                    <a:pt x="223" y="87"/>
                    <a:pt x="223" y="50"/>
                    <a:pt x="207" y="33"/>
                  </a:cubicBezTo>
                  <a:lnTo>
                    <a:pt x="190" y="33"/>
                  </a:lnTo>
                  <a:cubicBezTo>
                    <a:pt x="157" y="17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9"/>
            <p:cNvSpPr/>
            <p:nvPr/>
          </p:nvSpPr>
          <p:spPr>
            <a:xfrm>
              <a:off x="4162625" y="2939000"/>
              <a:ext cx="3925" cy="1525"/>
            </a:xfrm>
            <a:custGeom>
              <a:avLst/>
              <a:gdLst/>
              <a:ahLst/>
              <a:cxnLst/>
              <a:rect l="l" t="t" r="r" b="b"/>
              <a:pathLst>
                <a:path w="157" h="61" extrusionOk="0">
                  <a:moveTo>
                    <a:pt x="0" y="0"/>
                  </a:moveTo>
                  <a:lnTo>
                    <a:pt x="21" y="17"/>
                  </a:lnTo>
                  <a:cubicBezTo>
                    <a:pt x="37" y="38"/>
                    <a:pt x="54" y="54"/>
                    <a:pt x="87" y="54"/>
                  </a:cubicBezTo>
                  <a:cubicBezTo>
                    <a:pt x="92" y="59"/>
                    <a:pt x="98" y="61"/>
                    <a:pt x="106" y="61"/>
                  </a:cubicBezTo>
                  <a:cubicBezTo>
                    <a:pt x="123" y="61"/>
                    <a:pt x="145" y="49"/>
                    <a:pt x="157" y="38"/>
                  </a:cubicBezTo>
                  <a:cubicBezTo>
                    <a:pt x="103" y="17"/>
                    <a:pt x="54" y="1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9"/>
            <p:cNvSpPr/>
            <p:nvPr/>
          </p:nvSpPr>
          <p:spPr>
            <a:xfrm>
              <a:off x="4198275" y="2951050"/>
              <a:ext cx="4775" cy="3025"/>
            </a:xfrm>
            <a:custGeom>
              <a:avLst/>
              <a:gdLst/>
              <a:ahLst/>
              <a:cxnLst/>
              <a:rect l="l" t="t" r="r" b="b"/>
              <a:pathLst>
                <a:path w="191" h="121" extrusionOk="0">
                  <a:moveTo>
                    <a:pt x="1" y="1"/>
                  </a:moveTo>
                  <a:cubicBezTo>
                    <a:pt x="1" y="17"/>
                    <a:pt x="1" y="34"/>
                    <a:pt x="17" y="50"/>
                  </a:cubicBezTo>
                  <a:lnTo>
                    <a:pt x="17" y="71"/>
                  </a:lnTo>
                  <a:cubicBezTo>
                    <a:pt x="38" y="104"/>
                    <a:pt x="71" y="104"/>
                    <a:pt x="87" y="120"/>
                  </a:cubicBezTo>
                  <a:cubicBezTo>
                    <a:pt x="141" y="120"/>
                    <a:pt x="174" y="104"/>
                    <a:pt x="190" y="87"/>
                  </a:cubicBezTo>
                  <a:cubicBezTo>
                    <a:pt x="141" y="50"/>
                    <a:pt x="71" y="1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9"/>
            <p:cNvSpPr/>
            <p:nvPr/>
          </p:nvSpPr>
          <p:spPr>
            <a:xfrm>
              <a:off x="4099950" y="2932600"/>
              <a:ext cx="5600" cy="4025"/>
            </a:xfrm>
            <a:custGeom>
              <a:avLst/>
              <a:gdLst/>
              <a:ahLst/>
              <a:cxnLst/>
              <a:rect l="l" t="t" r="r" b="b"/>
              <a:pathLst>
                <a:path w="224" h="161" extrusionOk="0">
                  <a:moveTo>
                    <a:pt x="207" y="1"/>
                  </a:moveTo>
                  <a:cubicBezTo>
                    <a:pt x="137" y="1"/>
                    <a:pt x="87" y="17"/>
                    <a:pt x="17" y="17"/>
                  </a:cubicBezTo>
                  <a:cubicBezTo>
                    <a:pt x="1" y="34"/>
                    <a:pt x="1" y="50"/>
                    <a:pt x="1" y="67"/>
                  </a:cubicBezTo>
                  <a:cubicBezTo>
                    <a:pt x="1" y="87"/>
                    <a:pt x="17" y="87"/>
                    <a:pt x="17" y="104"/>
                  </a:cubicBezTo>
                  <a:cubicBezTo>
                    <a:pt x="17" y="120"/>
                    <a:pt x="34" y="137"/>
                    <a:pt x="54" y="137"/>
                  </a:cubicBezTo>
                  <a:cubicBezTo>
                    <a:pt x="66" y="149"/>
                    <a:pt x="86" y="160"/>
                    <a:pt x="102" y="160"/>
                  </a:cubicBezTo>
                  <a:cubicBezTo>
                    <a:pt x="109" y="160"/>
                    <a:pt x="115" y="158"/>
                    <a:pt x="120" y="153"/>
                  </a:cubicBezTo>
                  <a:cubicBezTo>
                    <a:pt x="157" y="153"/>
                    <a:pt x="174" y="153"/>
                    <a:pt x="190" y="120"/>
                  </a:cubicBezTo>
                  <a:cubicBezTo>
                    <a:pt x="207" y="104"/>
                    <a:pt x="223" y="67"/>
                    <a:pt x="223" y="50"/>
                  </a:cubicBezTo>
                  <a:cubicBezTo>
                    <a:pt x="207" y="34"/>
                    <a:pt x="207" y="17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9"/>
            <p:cNvSpPr/>
            <p:nvPr/>
          </p:nvSpPr>
          <p:spPr>
            <a:xfrm>
              <a:off x="4049750" y="3188525"/>
              <a:ext cx="4250" cy="4375"/>
            </a:xfrm>
            <a:custGeom>
              <a:avLst/>
              <a:gdLst/>
              <a:ahLst/>
              <a:cxnLst/>
              <a:rect l="l" t="t" r="r" b="b"/>
              <a:pathLst>
                <a:path w="170" h="175" extrusionOk="0">
                  <a:moveTo>
                    <a:pt x="83" y="1"/>
                  </a:moveTo>
                  <a:cubicBezTo>
                    <a:pt x="50" y="1"/>
                    <a:pt x="17" y="1"/>
                    <a:pt x="1" y="34"/>
                  </a:cubicBezTo>
                  <a:cubicBezTo>
                    <a:pt x="50" y="71"/>
                    <a:pt x="104" y="121"/>
                    <a:pt x="153" y="174"/>
                  </a:cubicBezTo>
                  <a:cubicBezTo>
                    <a:pt x="170" y="158"/>
                    <a:pt x="170" y="137"/>
                    <a:pt x="170" y="121"/>
                  </a:cubicBezTo>
                  <a:cubicBezTo>
                    <a:pt x="170" y="88"/>
                    <a:pt x="170" y="71"/>
                    <a:pt x="153" y="34"/>
                  </a:cubicBezTo>
                  <a:cubicBezTo>
                    <a:pt x="137" y="17"/>
                    <a:pt x="120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9"/>
            <p:cNvSpPr/>
            <p:nvPr/>
          </p:nvSpPr>
          <p:spPr>
            <a:xfrm>
              <a:off x="4071600" y="3206975"/>
              <a:ext cx="3025" cy="2200"/>
            </a:xfrm>
            <a:custGeom>
              <a:avLst/>
              <a:gdLst/>
              <a:ahLst/>
              <a:cxnLst/>
              <a:rect l="l" t="t" r="r" b="b"/>
              <a:pathLst>
                <a:path w="121" h="88" extrusionOk="0">
                  <a:moveTo>
                    <a:pt x="1" y="1"/>
                  </a:moveTo>
                  <a:cubicBezTo>
                    <a:pt x="54" y="38"/>
                    <a:pt x="87" y="71"/>
                    <a:pt x="120" y="88"/>
                  </a:cubicBezTo>
                  <a:cubicBezTo>
                    <a:pt x="120" y="71"/>
                    <a:pt x="104" y="55"/>
                    <a:pt x="87" y="38"/>
                  </a:cubicBezTo>
                  <a:cubicBezTo>
                    <a:pt x="71" y="17"/>
                    <a:pt x="34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9"/>
            <p:cNvSpPr/>
            <p:nvPr/>
          </p:nvSpPr>
          <p:spPr>
            <a:xfrm>
              <a:off x="4007175" y="3139175"/>
              <a:ext cx="3025" cy="3825"/>
            </a:xfrm>
            <a:custGeom>
              <a:avLst/>
              <a:gdLst/>
              <a:ahLst/>
              <a:cxnLst/>
              <a:rect l="l" t="t" r="r" b="b"/>
              <a:pathLst>
                <a:path w="121" h="153" extrusionOk="0">
                  <a:moveTo>
                    <a:pt x="1" y="0"/>
                  </a:moveTo>
                  <a:cubicBezTo>
                    <a:pt x="34" y="50"/>
                    <a:pt x="71" y="103"/>
                    <a:pt x="104" y="153"/>
                  </a:cubicBezTo>
                  <a:cubicBezTo>
                    <a:pt x="121" y="136"/>
                    <a:pt x="121" y="103"/>
                    <a:pt x="121" y="70"/>
                  </a:cubicBezTo>
                  <a:cubicBezTo>
                    <a:pt x="104" y="17"/>
                    <a:pt x="55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9"/>
            <p:cNvSpPr/>
            <p:nvPr/>
          </p:nvSpPr>
          <p:spPr>
            <a:xfrm>
              <a:off x="4208600" y="2956200"/>
              <a:ext cx="5575" cy="4525"/>
            </a:xfrm>
            <a:custGeom>
              <a:avLst/>
              <a:gdLst/>
              <a:ahLst/>
              <a:cxnLst/>
              <a:rect l="l" t="t" r="r" b="b"/>
              <a:pathLst>
                <a:path w="223" h="181" extrusionOk="0">
                  <a:moveTo>
                    <a:pt x="37" y="1"/>
                  </a:moveTo>
                  <a:cubicBezTo>
                    <a:pt x="17" y="34"/>
                    <a:pt x="0" y="71"/>
                    <a:pt x="17" y="104"/>
                  </a:cubicBezTo>
                  <a:cubicBezTo>
                    <a:pt x="37" y="120"/>
                    <a:pt x="37" y="137"/>
                    <a:pt x="54" y="153"/>
                  </a:cubicBezTo>
                  <a:cubicBezTo>
                    <a:pt x="65" y="168"/>
                    <a:pt x="94" y="181"/>
                    <a:pt x="123" y="181"/>
                  </a:cubicBezTo>
                  <a:cubicBezTo>
                    <a:pt x="135" y="181"/>
                    <a:pt x="146" y="179"/>
                    <a:pt x="157" y="174"/>
                  </a:cubicBezTo>
                  <a:cubicBezTo>
                    <a:pt x="190" y="153"/>
                    <a:pt x="206" y="137"/>
                    <a:pt x="223" y="104"/>
                  </a:cubicBezTo>
                  <a:cubicBezTo>
                    <a:pt x="157" y="71"/>
                    <a:pt x="103" y="34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9"/>
            <p:cNvSpPr/>
            <p:nvPr/>
          </p:nvSpPr>
          <p:spPr>
            <a:xfrm>
              <a:off x="4356800" y="32259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04" y="1"/>
                  </a:moveTo>
                  <a:cubicBezTo>
                    <a:pt x="67" y="1"/>
                    <a:pt x="50" y="17"/>
                    <a:pt x="34" y="34"/>
                  </a:cubicBezTo>
                  <a:cubicBezTo>
                    <a:pt x="17" y="67"/>
                    <a:pt x="1" y="83"/>
                    <a:pt x="1" y="120"/>
                  </a:cubicBezTo>
                  <a:cubicBezTo>
                    <a:pt x="1" y="120"/>
                    <a:pt x="1" y="137"/>
                    <a:pt x="17" y="137"/>
                  </a:cubicBezTo>
                  <a:cubicBezTo>
                    <a:pt x="17" y="153"/>
                    <a:pt x="34" y="170"/>
                    <a:pt x="34" y="186"/>
                  </a:cubicBezTo>
                  <a:cubicBezTo>
                    <a:pt x="55" y="201"/>
                    <a:pt x="78" y="207"/>
                    <a:pt x="100" y="207"/>
                  </a:cubicBezTo>
                  <a:cubicBezTo>
                    <a:pt x="135" y="207"/>
                    <a:pt x="168" y="192"/>
                    <a:pt x="190" y="170"/>
                  </a:cubicBezTo>
                  <a:cubicBezTo>
                    <a:pt x="207" y="153"/>
                    <a:pt x="223" y="120"/>
                    <a:pt x="207" y="83"/>
                  </a:cubicBezTo>
                  <a:cubicBezTo>
                    <a:pt x="207" y="67"/>
                    <a:pt x="190" y="34"/>
                    <a:pt x="170" y="17"/>
                  </a:cubicBez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9"/>
            <p:cNvSpPr/>
            <p:nvPr/>
          </p:nvSpPr>
          <p:spPr>
            <a:xfrm>
              <a:off x="4343000" y="32331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4" y="0"/>
                  </a:moveTo>
                  <a:cubicBezTo>
                    <a:pt x="70" y="0"/>
                    <a:pt x="0" y="37"/>
                    <a:pt x="0" y="87"/>
                  </a:cubicBezTo>
                  <a:lnTo>
                    <a:pt x="0" y="140"/>
                  </a:lnTo>
                  <a:cubicBezTo>
                    <a:pt x="0" y="157"/>
                    <a:pt x="21" y="157"/>
                    <a:pt x="21" y="173"/>
                  </a:cubicBezTo>
                  <a:cubicBezTo>
                    <a:pt x="37" y="190"/>
                    <a:pt x="54" y="206"/>
                    <a:pt x="87" y="206"/>
                  </a:cubicBezTo>
                  <a:cubicBezTo>
                    <a:pt x="95" y="209"/>
                    <a:pt x="103" y="211"/>
                    <a:pt x="112" y="211"/>
                  </a:cubicBezTo>
                  <a:cubicBezTo>
                    <a:pt x="159" y="211"/>
                    <a:pt x="207" y="166"/>
                    <a:pt x="207" y="124"/>
                  </a:cubicBezTo>
                  <a:cubicBezTo>
                    <a:pt x="207" y="103"/>
                    <a:pt x="207" y="70"/>
                    <a:pt x="190" y="54"/>
                  </a:cubicBezTo>
                  <a:cubicBezTo>
                    <a:pt x="174" y="21"/>
                    <a:pt x="157" y="21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9"/>
            <p:cNvSpPr/>
            <p:nvPr/>
          </p:nvSpPr>
          <p:spPr>
            <a:xfrm>
              <a:off x="4343925" y="32194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66" y="1"/>
                    <a:pt x="17" y="34"/>
                    <a:pt x="0" y="87"/>
                  </a:cubicBezTo>
                  <a:lnTo>
                    <a:pt x="0" y="120"/>
                  </a:lnTo>
                  <a:lnTo>
                    <a:pt x="0" y="137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3" y="190"/>
                    <a:pt x="66" y="207"/>
                    <a:pt x="87" y="207"/>
                  </a:cubicBezTo>
                  <a:cubicBezTo>
                    <a:pt x="120" y="207"/>
                    <a:pt x="137" y="207"/>
                    <a:pt x="170" y="190"/>
                  </a:cubicBezTo>
                  <a:cubicBezTo>
                    <a:pt x="190" y="174"/>
                    <a:pt x="207" y="157"/>
                    <a:pt x="207" y="120"/>
                  </a:cubicBezTo>
                  <a:cubicBezTo>
                    <a:pt x="207" y="104"/>
                    <a:pt x="207" y="71"/>
                    <a:pt x="190" y="54"/>
                  </a:cubicBezTo>
                  <a:cubicBezTo>
                    <a:pt x="170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9"/>
            <p:cNvSpPr/>
            <p:nvPr/>
          </p:nvSpPr>
          <p:spPr>
            <a:xfrm>
              <a:off x="4360200" y="32014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0"/>
                  </a:moveTo>
                  <a:cubicBezTo>
                    <a:pt x="71" y="0"/>
                    <a:pt x="17" y="33"/>
                    <a:pt x="17" y="87"/>
                  </a:cubicBezTo>
                  <a:cubicBezTo>
                    <a:pt x="1" y="103"/>
                    <a:pt x="17" y="120"/>
                    <a:pt x="17" y="136"/>
                  </a:cubicBezTo>
                  <a:cubicBezTo>
                    <a:pt x="17" y="157"/>
                    <a:pt x="17" y="157"/>
                    <a:pt x="34" y="173"/>
                  </a:cubicBezTo>
                  <a:cubicBezTo>
                    <a:pt x="54" y="190"/>
                    <a:pt x="71" y="206"/>
                    <a:pt x="104" y="206"/>
                  </a:cubicBezTo>
                  <a:cubicBezTo>
                    <a:pt x="120" y="206"/>
                    <a:pt x="158" y="206"/>
                    <a:pt x="174" y="190"/>
                  </a:cubicBezTo>
                  <a:cubicBezTo>
                    <a:pt x="207" y="173"/>
                    <a:pt x="207" y="157"/>
                    <a:pt x="224" y="120"/>
                  </a:cubicBezTo>
                  <a:cubicBezTo>
                    <a:pt x="224" y="87"/>
                    <a:pt x="224" y="70"/>
                    <a:pt x="207" y="54"/>
                  </a:cubicBezTo>
                  <a:cubicBezTo>
                    <a:pt x="191" y="17"/>
                    <a:pt x="158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9"/>
            <p:cNvSpPr/>
            <p:nvPr/>
          </p:nvSpPr>
          <p:spPr>
            <a:xfrm>
              <a:off x="4338350" y="3245125"/>
              <a:ext cx="6000" cy="5375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11" y="0"/>
                  </a:moveTo>
                  <a:cubicBezTo>
                    <a:pt x="102" y="0"/>
                    <a:pt x="93" y="2"/>
                    <a:pt x="83" y="5"/>
                  </a:cubicBezTo>
                  <a:cubicBezTo>
                    <a:pt x="17" y="38"/>
                    <a:pt x="1" y="91"/>
                    <a:pt x="17" y="141"/>
                  </a:cubicBezTo>
                  <a:cubicBezTo>
                    <a:pt x="31" y="185"/>
                    <a:pt x="81" y="215"/>
                    <a:pt x="126" y="215"/>
                  </a:cubicBezTo>
                  <a:cubicBezTo>
                    <a:pt x="135" y="215"/>
                    <a:pt x="145" y="214"/>
                    <a:pt x="153" y="211"/>
                  </a:cubicBezTo>
                  <a:cubicBezTo>
                    <a:pt x="207" y="178"/>
                    <a:pt x="240" y="124"/>
                    <a:pt x="207" y="75"/>
                  </a:cubicBezTo>
                  <a:cubicBezTo>
                    <a:pt x="190" y="30"/>
                    <a:pt x="153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9"/>
            <p:cNvSpPr/>
            <p:nvPr/>
          </p:nvSpPr>
          <p:spPr>
            <a:xfrm>
              <a:off x="4334450" y="31958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70" y="1"/>
                    <a:pt x="0" y="34"/>
                    <a:pt x="0" y="87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74"/>
                  </a:cubicBezTo>
                  <a:cubicBezTo>
                    <a:pt x="33" y="190"/>
                    <a:pt x="54" y="207"/>
                    <a:pt x="87" y="207"/>
                  </a:cubicBezTo>
                  <a:cubicBezTo>
                    <a:pt x="93" y="209"/>
                    <a:pt x="100" y="210"/>
                    <a:pt x="107" y="210"/>
                  </a:cubicBezTo>
                  <a:cubicBezTo>
                    <a:pt x="150" y="210"/>
                    <a:pt x="192" y="167"/>
                    <a:pt x="206" y="120"/>
                  </a:cubicBezTo>
                  <a:cubicBezTo>
                    <a:pt x="206" y="87"/>
                    <a:pt x="206" y="71"/>
                    <a:pt x="190" y="50"/>
                  </a:cubicBezTo>
                  <a:cubicBezTo>
                    <a:pt x="17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9"/>
            <p:cNvSpPr/>
            <p:nvPr/>
          </p:nvSpPr>
          <p:spPr>
            <a:xfrm>
              <a:off x="4312600" y="32537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3" y="1"/>
                    <a:pt x="50" y="1"/>
                    <a:pt x="17" y="38"/>
                  </a:cubicBezTo>
                  <a:cubicBezTo>
                    <a:pt x="17" y="54"/>
                    <a:pt x="0" y="71"/>
                    <a:pt x="0" y="87"/>
                  </a:cubicBezTo>
                  <a:lnTo>
                    <a:pt x="0" y="141"/>
                  </a:lnTo>
                  <a:cubicBezTo>
                    <a:pt x="17" y="174"/>
                    <a:pt x="50" y="207"/>
                    <a:pt x="83" y="207"/>
                  </a:cubicBezTo>
                  <a:cubicBezTo>
                    <a:pt x="153" y="207"/>
                    <a:pt x="186" y="174"/>
                    <a:pt x="206" y="124"/>
                  </a:cubicBezTo>
                  <a:cubicBezTo>
                    <a:pt x="206" y="87"/>
                    <a:pt x="206" y="71"/>
                    <a:pt x="186" y="38"/>
                  </a:cubicBezTo>
                  <a:cubicBezTo>
                    <a:pt x="169" y="21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9"/>
            <p:cNvSpPr/>
            <p:nvPr/>
          </p:nvSpPr>
          <p:spPr>
            <a:xfrm>
              <a:off x="4350325" y="3193700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03" y="0"/>
                  </a:moveTo>
                  <a:cubicBezTo>
                    <a:pt x="70" y="0"/>
                    <a:pt x="37" y="17"/>
                    <a:pt x="17" y="33"/>
                  </a:cubicBezTo>
                  <a:cubicBezTo>
                    <a:pt x="0" y="54"/>
                    <a:pt x="0" y="87"/>
                    <a:pt x="0" y="120"/>
                  </a:cubicBezTo>
                  <a:lnTo>
                    <a:pt x="0" y="136"/>
                  </a:lnTo>
                  <a:cubicBezTo>
                    <a:pt x="17" y="157"/>
                    <a:pt x="37" y="173"/>
                    <a:pt x="37" y="190"/>
                  </a:cubicBezTo>
                  <a:cubicBezTo>
                    <a:pt x="56" y="202"/>
                    <a:pt x="78" y="208"/>
                    <a:pt x="100" y="208"/>
                  </a:cubicBezTo>
                  <a:cubicBezTo>
                    <a:pt x="135" y="208"/>
                    <a:pt x="169" y="194"/>
                    <a:pt x="190" y="173"/>
                  </a:cubicBezTo>
                  <a:cubicBezTo>
                    <a:pt x="223" y="120"/>
                    <a:pt x="223" y="54"/>
                    <a:pt x="173" y="17"/>
                  </a:cubicBezTo>
                  <a:cubicBezTo>
                    <a:pt x="157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9"/>
            <p:cNvSpPr/>
            <p:nvPr/>
          </p:nvSpPr>
          <p:spPr>
            <a:xfrm>
              <a:off x="4336600" y="31836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3" y="0"/>
                  </a:moveTo>
                  <a:cubicBezTo>
                    <a:pt x="84" y="0"/>
                    <a:pt x="55" y="13"/>
                    <a:pt x="34" y="43"/>
                  </a:cubicBezTo>
                  <a:cubicBezTo>
                    <a:pt x="17" y="60"/>
                    <a:pt x="1" y="93"/>
                    <a:pt x="1" y="109"/>
                  </a:cubicBezTo>
                  <a:cubicBezTo>
                    <a:pt x="1" y="126"/>
                    <a:pt x="17" y="146"/>
                    <a:pt x="17" y="146"/>
                  </a:cubicBezTo>
                  <a:cubicBezTo>
                    <a:pt x="17" y="163"/>
                    <a:pt x="34" y="179"/>
                    <a:pt x="50" y="179"/>
                  </a:cubicBezTo>
                  <a:cubicBezTo>
                    <a:pt x="67" y="202"/>
                    <a:pt x="90" y="211"/>
                    <a:pt x="113" y="211"/>
                  </a:cubicBezTo>
                  <a:cubicBezTo>
                    <a:pt x="141" y="211"/>
                    <a:pt x="170" y="198"/>
                    <a:pt x="190" y="179"/>
                  </a:cubicBezTo>
                  <a:cubicBezTo>
                    <a:pt x="207" y="146"/>
                    <a:pt x="223" y="126"/>
                    <a:pt x="223" y="93"/>
                  </a:cubicBezTo>
                  <a:cubicBezTo>
                    <a:pt x="207" y="76"/>
                    <a:pt x="207" y="43"/>
                    <a:pt x="174" y="23"/>
                  </a:cubicBezTo>
                  <a:cubicBezTo>
                    <a:pt x="158" y="8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9"/>
            <p:cNvSpPr/>
            <p:nvPr/>
          </p:nvSpPr>
          <p:spPr>
            <a:xfrm>
              <a:off x="4354650" y="323925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70" y="0"/>
                    <a:pt x="17" y="33"/>
                    <a:pt x="0" y="87"/>
                  </a:cubicBezTo>
                  <a:cubicBezTo>
                    <a:pt x="0" y="103"/>
                    <a:pt x="0" y="136"/>
                    <a:pt x="17" y="153"/>
                  </a:cubicBezTo>
                  <a:lnTo>
                    <a:pt x="17" y="169"/>
                  </a:lnTo>
                  <a:cubicBezTo>
                    <a:pt x="33" y="190"/>
                    <a:pt x="70" y="207"/>
                    <a:pt x="87" y="207"/>
                  </a:cubicBezTo>
                  <a:lnTo>
                    <a:pt x="153" y="207"/>
                  </a:lnTo>
                  <a:cubicBezTo>
                    <a:pt x="173" y="190"/>
                    <a:pt x="190" y="169"/>
                    <a:pt x="206" y="153"/>
                  </a:cubicBezTo>
                  <a:lnTo>
                    <a:pt x="206" y="120"/>
                  </a:lnTo>
                  <a:cubicBezTo>
                    <a:pt x="223" y="66"/>
                    <a:pt x="190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9"/>
            <p:cNvSpPr/>
            <p:nvPr/>
          </p:nvSpPr>
          <p:spPr>
            <a:xfrm>
              <a:off x="4345150" y="3205575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103" y="1"/>
                  </a:moveTo>
                  <a:cubicBezTo>
                    <a:pt x="86" y="1"/>
                    <a:pt x="66" y="12"/>
                    <a:pt x="55" y="24"/>
                  </a:cubicBezTo>
                  <a:cubicBezTo>
                    <a:pt x="17" y="40"/>
                    <a:pt x="1" y="57"/>
                    <a:pt x="1" y="94"/>
                  </a:cubicBezTo>
                  <a:cubicBezTo>
                    <a:pt x="1" y="111"/>
                    <a:pt x="1" y="127"/>
                    <a:pt x="17" y="144"/>
                  </a:cubicBezTo>
                  <a:lnTo>
                    <a:pt x="17" y="160"/>
                  </a:lnTo>
                  <a:cubicBezTo>
                    <a:pt x="38" y="177"/>
                    <a:pt x="71" y="197"/>
                    <a:pt x="88" y="197"/>
                  </a:cubicBezTo>
                  <a:cubicBezTo>
                    <a:pt x="99" y="200"/>
                    <a:pt x="109" y="201"/>
                    <a:pt x="119" y="201"/>
                  </a:cubicBezTo>
                  <a:cubicBezTo>
                    <a:pt x="172" y="201"/>
                    <a:pt x="207" y="166"/>
                    <a:pt x="207" y="111"/>
                  </a:cubicBezTo>
                  <a:cubicBezTo>
                    <a:pt x="224" y="94"/>
                    <a:pt x="207" y="57"/>
                    <a:pt x="191" y="40"/>
                  </a:cubicBezTo>
                  <a:cubicBezTo>
                    <a:pt x="174" y="24"/>
                    <a:pt x="158" y="7"/>
                    <a:pt x="121" y="7"/>
                  </a:cubicBezTo>
                  <a:cubicBezTo>
                    <a:pt x="116" y="3"/>
                    <a:pt x="109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9"/>
            <p:cNvSpPr/>
            <p:nvPr/>
          </p:nvSpPr>
          <p:spPr>
            <a:xfrm>
              <a:off x="4321150" y="31974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6" y="1"/>
                  </a:moveTo>
                  <a:cubicBezTo>
                    <a:pt x="106" y="1"/>
                    <a:pt x="96" y="3"/>
                    <a:pt x="87" y="7"/>
                  </a:cubicBezTo>
                  <a:cubicBezTo>
                    <a:pt x="33" y="23"/>
                    <a:pt x="0" y="89"/>
                    <a:pt x="17" y="143"/>
                  </a:cubicBezTo>
                  <a:cubicBezTo>
                    <a:pt x="29" y="178"/>
                    <a:pt x="68" y="207"/>
                    <a:pt x="107" y="207"/>
                  </a:cubicBezTo>
                  <a:cubicBezTo>
                    <a:pt x="123" y="207"/>
                    <a:pt x="139" y="203"/>
                    <a:pt x="153" y="192"/>
                  </a:cubicBezTo>
                  <a:cubicBezTo>
                    <a:pt x="206" y="176"/>
                    <a:pt x="239" y="126"/>
                    <a:pt x="223" y="73"/>
                  </a:cubicBezTo>
                  <a:cubicBezTo>
                    <a:pt x="196" y="33"/>
                    <a:pt x="156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9"/>
            <p:cNvSpPr/>
            <p:nvPr/>
          </p:nvSpPr>
          <p:spPr>
            <a:xfrm>
              <a:off x="4316400" y="32283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12" y="1"/>
                  </a:moveTo>
                  <a:cubicBezTo>
                    <a:pt x="98" y="1"/>
                    <a:pt x="84" y="3"/>
                    <a:pt x="71" y="9"/>
                  </a:cubicBezTo>
                  <a:cubicBezTo>
                    <a:pt x="17" y="25"/>
                    <a:pt x="1" y="91"/>
                    <a:pt x="17" y="145"/>
                  </a:cubicBezTo>
                  <a:cubicBezTo>
                    <a:pt x="17" y="161"/>
                    <a:pt x="34" y="161"/>
                    <a:pt x="34" y="178"/>
                  </a:cubicBezTo>
                  <a:cubicBezTo>
                    <a:pt x="55" y="199"/>
                    <a:pt x="75" y="208"/>
                    <a:pt x="98" y="208"/>
                  </a:cubicBezTo>
                  <a:cubicBezTo>
                    <a:pt x="115" y="208"/>
                    <a:pt x="134" y="203"/>
                    <a:pt x="157" y="194"/>
                  </a:cubicBezTo>
                  <a:cubicBezTo>
                    <a:pt x="190" y="178"/>
                    <a:pt x="207" y="145"/>
                    <a:pt x="223" y="112"/>
                  </a:cubicBezTo>
                  <a:cubicBezTo>
                    <a:pt x="223" y="91"/>
                    <a:pt x="223" y="75"/>
                    <a:pt x="207" y="58"/>
                  </a:cubicBezTo>
                  <a:cubicBezTo>
                    <a:pt x="195" y="21"/>
                    <a:pt x="153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9"/>
            <p:cNvSpPr/>
            <p:nvPr/>
          </p:nvSpPr>
          <p:spPr>
            <a:xfrm>
              <a:off x="4320325" y="32164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9" y="0"/>
                  </a:moveTo>
                  <a:cubicBezTo>
                    <a:pt x="54" y="0"/>
                    <a:pt x="15" y="43"/>
                    <a:pt x="0" y="90"/>
                  </a:cubicBezTo>
                  <a:lnTo>
                    <a:pt x="0" y="139"/>
                  </a:lnTo>
                  <a:cubicBezTo>
                    <a:pt x="17" y="139"/>
                    <a:pt x="17" y="156"/>
                    <a:pt x="17" y="156"/>
                  </a:cubicBezTo>
                  <a:cubicBezTo>
                    <a:pt x="33" y="193"/>
                    <a:pt x="66" y="193"/>
                    <a:pt x="83" y="209"/>
                  </a:cubicBezTo>
                  <a:cubicBezTo>
                    <a:pt x="136" y="209"/>
                    <a:pt x="206" y="176"/>
                    <a:pt x="206" y="123"/>
                  </a:cubicBezTo>
                  <a:cubicBezTo>
                    <a:pt x="206" y="90"/>
                    <a:pt x="206" y="73"/>
                    <a:pt x="186" y="36"/>
                  </a:cubicBezTo>
                  <a:cubicBezTo>
                    <a:pt x="169" y="20"/>
                    <a:pt x="153" y="3"/>
                    <a:pt x="120" y="3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9"/>
            <p:cNvSpPr/>
            <p:nvPr/>
          </p:nvSpPr>
          <p:spPr>
            <a:xfrm>
              <a:off x="4314650" y="324207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05" y="0"/>
                  </a:moveTo>
                  <a:cubicBezTo>
                    <a:pt x="77" y="0"/>
                    <a:pt x="48" y="13"/>
                    <a:pt x="21" y="40"/>
                  </a:cubicBezTo>
                  <a:cubicBezTo>
                    <a:pt x="1" y="56"/>
                    <a:pt x="1" y="94"/>
                    <a:pt x="1" y="110"/>
                  </a:cubicBezTo>
                  <a:cubicBezTo>
                    <a:pt x="1" y="127"/>
                    <a:pt x="1" y="127"/>
                    <a:pt x="21" y="143"/>
                  </a:cubicBezTo>
                  <a:cubicBezTo>
                    <a:pt x="21" y="160"/>
                    <a:pt x="38" y="180"/>
                    <a:pt x="38" y="180"/>
                  </a:cubicBezTo>
                  <a:cubicBezTo>
                    <a:pt x="71" y="197"/>
                    <a:pt x="87" y="213"/>
                    <a:pt x="124" y="213"/>
                  </a:cubicBezTo>
                  <a:cubicBezTo>
                    <a:pt x="141" y="197"/>
                    <a:pt x="174" y="197"/>
                    <a:pt x="190" y="160"/>
                  </a:cubicBezTo>
                  <a:cubicBezTo>
                    <a:pt x="207" y="143"/>
                    <a:pt x="207" y="127"/>
                    <a:pt x="207" y="94"/>
                  </a:cubicBezTo>
                  <a:cubicBezTo>
                    <a:pt x="207" y="56"/>
                    <a:pt x="190" y="40"/>
                    <a:pt x="174" y="23"/>
                  </a:cubicBezTo>
                  <a:cubicBezTo>
                    <a:pt x="151" y="9"/>
                    <a:pt x="128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9"/>
            <p:cNvSpPr/>
            <p:nvPr/>
          </p:nvSpPr>
          <p:spPr>
            <a:xfrm>
              <a:off x="4325475" y="3252025"/>
              <a:ext cx="6000" cy="5400"/>
            </a:xfrm>
            <a:custGeom>
              <a:avLst/>
              <a:gdLst/>
              <a:ahLst/>
              <a:cxnLst/>
              <a:rect l="l" t="t" r="r" b="b"/>
              <a:pathLst>
                <a:path w="240" h="216" extrusionOk="0">
                  <a:moveTo>
                    <a:pt x="113" y="0"/>
                  </a:moveTo>
                  <a:cubicBezTo>
                    <a:pt x="102" y="0"/>
                    <a:pt x="92" y="2"/>
                    <a:pt x="83" y="5"/>
                  </a:cubicBezTo>
                  <a:cubicBezTo>
                    <a:pt x="33" y="38"/>
                    <a:pt x="0" y="91"/>
                    <a:pt x="33" y="141"/>
                  </a:cubicBezTo>
                  <a:cubicBezTo>
                    <a:pt x="47" y="185"/>
                    <a:pt x="86" y="215"/>
                    <a:pt x="136" y="215"/>
                  </a:cubicBezTo>
                  <a:cubicBezTo>
                    <a:pt x="147" y="215"/>
                    <a:pt x="158" y="214"/>
                    <a:pt x="170" y="211"/>
                  </a:cubicBezTo>
                  <a:cubicBezTo>
                    <a:pt x="223" y="174"/>
                    <a:pt x="240" y="124"/>
                    <a:pt x="223" y="71"/>
                  </a:cubicBezTo>
                  <a:cubicBezTo>
                    <a:pt x="210" y="30"/>
                    <a:pt x="160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9"/>
            <p:cNvSpPr/>
            <p:nvPr/>
          </p:nvSpPr>
          <p:spPr>
            <a:xfrm>
              <a:off x="4330625" y="32263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67" y="0"/>
                  </a:moveTo>
                  <a:cubicBezTo>
                    <a:pt x="50" y="17"/>
                    <a:pt x="34" y="33"/>
                    <a:pt x="17" y="50"/>
                  </a:cubicBezTo>
                  <a:cubicBezTo>
                    <a:pt x="1" y="66"/>
                    <a:pt x="1" y="103"/>
                    <a:pt x="17" y="136"/>
                  </a:cubicBezTo>
                  <a:cubicBezTo>
                    <a:pt x="31" y="180"/>
                    <a:pt x="67" y="210"/>
                    <a:pt x="118" y="210"/>
                  </a:cubicBezTo>
                  <a:cubicBezTo>
                    <a:pt x="129" y="210"/>
                    <a:pt x="141" y="209"/>
                    <a:pt x="153" y="206"/>
                  </a:cubicBezTo>
                  <a:cubicBezTo>
                    <a:pt x="207" y="169"/>
                    <a:pt x="223" y="120"/>
                    <a:pt x="207" y="66"/>
                  </a:cubicBezTo>
                  <a:cubicBezTo>
                    <a:pt x="186" y="33"/>
                    <a:pt x="170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9"/>
            <p:cNvSpPr/>
            <p:nvPr/>
          </p:nvSpPr>
          <p:spPr>
            <a:xfrm>
              <a:off x="4326300" y="32378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3" y="21"/>
                    <a:pt x="0" y="91"/>
                    <a:pt x="17" y="145"/>
                  </a:cubicBezTo>
                  <a:cubicBezTo>
                    <a:pt x="41" y="181"/>
                    <a:pt x="75" y="208"/>
                    <a:pt x="111" y="208"/>
                  </a:cubicBezTo>
                  <a:cubicBezTo>
                    <a:pt x="125" y="208"/>
                    <a:pt x="139" y="204"/>
                    <a:pt x="153" y="194"/>
                  </a:cubicBezTo>
                  <a:cubicBezTo>
                    <a:pt x="207" y="178"/>
                    <a:pt x="240" y="124"/>
                    <a:pt x="223" y="75"/>
                  </a:cubicBezTo>
                  <a:cubicBezTo>
                    <a:pt x="209" y="31"/>
                    <a:pt x="159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9"/>
            <p:cNvSpPr/>
            <p:nvPr/>
          </p:nvSpPr>
          <p:spPr>
            <a:xfrm>
              <a:off x="4331450" y="3209850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96" y="0"/>
                  </a:moveTo>
                  <a:cubicBezTo>
                    <a:pt x="64" y="0"/>
                    <a:pt x="35" y="13"/>
                    <a:pt x="17" y="43"/>
                  </a:cubicBezTo>
                  <a:cubicBezTo>
                    <a:pt x="1" y="59"/>
                    <a:pt x="1" y="76"/>
                    <a:pt x="1" y="109"/>
                  </a:cubicBezTo>
                  <a:lnTo>
                    <a:pt x="1" y="129"/>
                  </a:lnTo>
                  <a:cubicBezTo>
                    <a:pt x="17" y="146"/>
                    <a:pt x="17" y="162"/>
                    <a:pt x="34" y="179"/>
                  </a:cubicBezTo>
                  <a:cubicBezTo>
                    <a:pt x="58" y="193"/>
                    <a:pt x="84" y="202"/>
                    <a:pt x="110" y="202"/>
                  </a:cubicBezTo>
                  <a:cubicBezTo>
                    <a:pt x="141" y="202"/>
                    <a:pt x="170" y="189"/>
                    <a:pt x="190" y="162"/>
                  </a:cubicBezTo>
                  <a:cubicBezTo>
                    <a:pt x="223" y="109"/>
                    <a:pt x="223" y="59"/>
                    <a:pt x="174" y="26"/>
                  </a:cubicBezTo>
                  <a:cubicBezTo>
                    <a:pt x="149" y="9"/>
                    <a:pt x="122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9"/>
            <p:cNvSpPr/>
            <p:nvPr/>
          </p:nvSpPr>
          <p:spPr>
            <a:xfrm>
              <a:off x="4357225" y="3212875"/>
              <a:ext cx="5575" cy="5075"/>
            </a:xfrm>
            <a:custGeom>
              <a:avLst/>
              <a:gdLst/>
              <a:ahLst/>
              <a:cxnLst/>
              <a:rect l="l" t="t" r="r" b="b"/>
              <a:pathLst>
                <a:path w="223" h="203" extrusionOk="0">
                  <a:moveTo>
                    <a:pt x="112" y="0"/>
                  </a:moveTo>
                  <a:cubicBezTo>
                    <a:pt x="98" y="0"/>
                    <a:pt x="83" y="3"/>
                    <a:pt x="70" y="8"/>
                  </a:cubicBezTo>
                  <a:cubicBezTo>
                    <a:pt x="17" y="25"/>
                    <a:pt x="0" y="74"/>
                    <a:pt x="17" y="144"/>
                  </a:cubicBezTo>
                  <a:cubicBezTo>
                    <a:pt x="17" y="144"/>
                    <a:pt x="33" y="161"/>
                    <a:pt x="33" y="177"/>
                  </a:cubicBezTo>
                  <a:cubicBezTo>
                    <a:pt x="59" y="189"/>
                    <a:pt x="83" y="202"/>
                    <a:pt x="112" y="202"/>
                  </a:cubicBezTo>
                  <a:cubicBezTo>
                    <a:pt x="125" y="202"/>
                    <a:pt x="138" y="200"/>
                    <a:pt x="153" y="194"/>
                  </a:cubicBezTo>
                  <a:cubicBezTo>
                    <a:pt x="190" y="177"/>
                    <a:pt x="206" y="144"/>
                    <a:pt x="206" y="111"/>
                  </a:cubicBezTo>
                  <a:cubicBezTo>
                    <a:pt x="223" y="91"/>
                    <a:pt x="206" y="74"/>
                    <a:pt x="206" y="58"/>
                  </a:cubicBezTo>
                  <a:cubicBezTo>
                    <a:pt x="194" y="21"/>
                    <a:pt x="153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9"/>
            <p:cNvSpPr/>
            <p:nvPr/>
          </p:nvSpPr>
          <p:spPr>
            <a:xfrm>
              <a:off x="4383825" y="3127525"/>
              <a:ext cx="2600" cy="5175"/>
            </a:xfrm>
            <a:custGeom>
              <a:avLst/>
              <a:gdLst/>
              <a:ahLst/>
              <a:cxnLst/>
              <a:rect l="l" t="t" r="r" b="b"/>
              <a:pathLst>
                <a:path w="104" h="207" extrusionOk="0">
                  <a:moveTo>
                    <a:pt x="70" y="0"/>
                  </a:moveTo>
                  <a:cubicBezTo>
                    <a:pt x="54" y="21"/>
                    <a:pt x="37" y="37"/>
                    <a:pt x="17" y="54"/>
                  </a:cubicBezTo>
                  <a:cubicBezTo>
                    <a:pt x="0" y="70"/>
                    <a:pt x="0" y="103"/>
                    <a:pt x="17" y="140"/>
                  </a:cubicBezTo>
                  <a:cubicBezTo>
                    <a:pt x="17" y="173"/>
                    <a:pt x="70" y="206"/>
                    <a:pt x="103" y="206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9"/>
            <p:cNvSpPr/>
            <p:nvPr/>
          </p:nvSpPr>
          <p:spPr>
            <a:xfrm>
              <a:off x="4200450" y="3262450"/>
              <a:ext cx="5175" cy="2175"/>
            </a:xfrm>
            <a:custGeom>
              <a:avLst/>
              <a:gdLst/>
              <a:ahLst/>
              <a:cxnLst/>
              <a:rect l="l" t="t" r="r" b="b"/>
              <a:pathLst>
                <a:path w="207" h="87" extrusionOk="0">
                  <a:moveTo>
                    <a:pt x="120" y="0"/>
                  </a:moveTo>
                  <a:cubicBezTo>
                    <a:pt x="70" y="0"/>
                    <a:pt x="33" y="17"/>
                    <a:pt x="0" y="50"/>
                  </a:cubicBezTo>
                  <a:cubicBezTo>
                    <a:pt x="70" y="66"/>
                    <a:pt x="136" y="87"/>
                    <a:pt x="207" y="87"/>
                  </a:cubicBezTo>
                  <a:cubicBezTo>
                    <a:pt x="207" y="87"/>
                    <a:pt x="190" y="66"/>
                    <a:pt x="190" y="50"/>
                  </a:cubicBezTo>
                  <a:cubicBezTo>
                    <a:pt x="174" y="33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9"/>
            <p:cNvSpPr/>
            <p:nvPr/>
          </p:nvSpPr>
          <p:spPr>
            <a:xfrm>
              <a:off x="4086250" y="3216875"/>
              <a:ext cx="1675" cy="1775"/>
            </a:xfrm>
            <a:custGeom>
              <a:avLst/>
              <a:gdLst/>
              <a:ahLst/>
              <a:cxnLst/>
              <a:rect l="l" t="t" r="r" b="b"/>
              <a:pathLst>
                <a:path w="67" h="71" extrusionOk="0">
                  <a:moveTo>
                    <a:pt x="0" y="1"/>
                  </a:moveTo>
                  <a:lnTo>
                    <a:pt x="0" y="1"/>
                  </a:lnTo>
                  <a:cubicBezTo>
                    <a:pt x="17" y="34"/>
                    <a:pt x="50" y="54"/>
                    <a:pt x="66" y="71"/>
                  </a:cubicBezTo>
                  <a:cubicBezTo>
                    <a:pt x="66" y="54"/>
                    <a:pt x="50" y="34"/>
                    <a:pt x="50" y="34"/>
                  </a:cubicBezTo>
                  <a:cubicBezTo>
                    <a:pt x="33" y="17"/>
                    <a:pt x="17" y="1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9"/>
            <p:cNvSpPr/>
            <p:nvPr/>
          </p:nvSpPr>
          <p:spPr>
            <a:xfrm>
              <a:off x="4222400" y="3265425"/>
              <a:ext cx="5175" cy="2600"/>
            </a:xfrm>
            <a:custGeom>
              <a:avLst/>
              <a:gdLst/>
              <a:ahLst/>
              <a:cxnLst/>
              <a:rect l="l" t="t" r="r" b="b"/>
              <a:pathLst>
                <a:path w="207" h="104" extrusionOk="0">
                  <a:moveTo>
                    <a:pt x="120" y="1"/>
                  </a:moveTo>
                  <a:cubicBezTo>
                    <a:pt x="104" y="1"/>
                    <a:pt x="83" y="1"/>
                    <a:pt x="67" y="17"/>
                  </a:cubicBezTo>
                  <a:cubicBezTo>
                    <a:pt x="34" y="17"/>
                    <a:pt x="17" y="50"/>
                    <a:pt x="1" y="71"/>
                  </a:cubicBezTo>
                  <a:cubicBezTo>
                    <a:pt x="67" y="87"/>
                    <a:pt x="137" y="87"/>
                    <a:pt x="207" y="104"/>
                  </a:cubicBezTo>
                  <a:lnTo>
                    <a:pt x="207" y="71"/>
                  </a:lnTo>
                  <a:cubicBezTo>
                    <a:pt x="186" y="34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9"/>
            <p:cNvSpPr/>
            <p:nvPr/>
          </p:nvSpPr>
          <p:spPr>
            <a:xfrm>
              <a:off x="4139950" y="3245075"/>
              <a:ext cx="4250" cy="2350"/>
            </a:xfrm>
            <a:custGeom>
              <a:avLst/>
              <a:gdLst/>
              <a:ahLst/>
              <a:cxnLst/>
              <a:rect l="l" t="t" r="r" b="b"/>
              <a:pathLst>
                <a:path w="170" h="94" extrusionOk="0">
                  <a:moveTo>
                    <a:pt x="63" y="0"/>
                  </a:moveTo>
                  <a:cubicBezTo>
                    <a:pt x="48" y="0"/>
                    <a:pt x="33" y="2"/>
                    <a:pt x="17" y="7"/>
                  </a:cubicBezTo>
                  <a:lnTo>
                    <a:pt x="0" y="23"/>
                  </a:lnTo>
                  <a:cubicBezTo>
                    <a:pt x="17" y="40"/>
                    <a:pt x="50" y="40"/>
                    <a:pt x="83" y="60"/>
                  </a:cubicBezTo>
                  <a:cubicBezTo>
                    <a:pt x="120" y="77"/>
                    <a:pt x="136" y="77"/>
                    <a:pt x="169" y="93"/>
                  </a:cubicBezTo>
                  <a:cubicBezTo>
                    <a:pt x="169" y="77"/>
                    <a:pt x="169" y="77"/>
                    <a:pt x="153" y="60"/>
                  </a:cubicBezTo>
                  <a:cubicBezTo>
                    <a:pt x="140" y="20"/>
                    <a:pt x="107" y="0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9"/>
            <p:cNvSpPr/>
            <p:nvPr/>
          </p:nvSpPr>
          <p:spPr>
            <a:xfrm>
              <a:off x="4299200" y="3262275"/>
              <a:ext cx="5175" cy="4925"/>
            </a:xfrm>
            <a:custGeom>
              <a:avLst/>
              <a:gdLst/>
              <a:ahLst/>
              <a:cxnLst/>
              <a:rect l="l" t="t" r="r" b="b"/>
              <a:pathLst>
                <a:path w="207" h="197" extrusionOk="0">
                  <a:moveTo>
                    <a:pt x="105" y="1"/>
                  </a:moveTo>
                  <a:cubicBezTo>
                    <a:pt x="76" y="1"/>
                    <a:pt x="48" y="13"/>
                    <a:pt x="21" y="40"/>
                  </a:cubicBezTo>
                  <a:cubicBezTo>
                    <a:pt x="0" y="57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0"/>
                    <a:pt x="21" y="176"/>
                    <a:pt x="37" y="176"/>
                  </a:cubicBezTo>
                  <a:lnTo>
                    <a:pt x="54" y="197"/>
                  </a:lnTo>
                  <a:lnTo>
                    <a:pt x="173" y="197"/>
                  </a:lnTo>
                  <a:cubicBezTo>
                    <a:pt x="173" y="176"/>
                    <a:pt x="190" y="176"/>
                    <a:pt x="190" y="176"/>
                  </a:cubicBezTo>
                  <a:cubicBezTo>
                    <a:pt x="206" y="143"/>
                    <a:pt x="206" y="127"/>
                    <a:pt x="206" y="94"/>
                  </a:cubicBezTo>
                  <a:cubicBezTo>
                    <a:pt x="206" y="73"/>
                    <a:pt x="190" y="40"/>
                    <a:pt x="173" y="24"/>
                  </a:cubicBezTo>
                  <a:cubicBezTo>
                    <a:pt x="151" y="9"/>
                    <a:pt x="128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9"/>
            <p:cNvSpPr/>
            <p:nvPr/>
          </p:nvSpPr>
          <p:spPr>
            <a:xfrm>
              <a:off x="4247250" y="3268250"/>
              <a:ext cx="3925" cy="1025"/>
            </a:xfrm>
            <a:custGeom>
              <a:avLst/>
              <a:gdLst/>
              <a:ahLst/>
              <a:cxnLst/>
              <a:rect l="l" t="t" r="r" b="b"/>
              <a:pathLst>
                <a:path w="157" h="41" extrusionOk="0">
                  <a:moveTo>
                    <a:pt x="77" y="1"/>
                  </a:moveTo>
                  <a:cubicBezTo>
                    <a:pt x="64" y="1"/>
                    <a:pt x="51" y="3"/>
                    <a:pt x="37" y="7"/>
                  </a:cubicBezTo>
                  <a:cubicBezTo>
                    <a:pt x="37" y="24"/>
                    <a:pt x="17" y="24"/>
                    <a:pt x="0" y="40"/>
                  </a:cubicBezTo>
                  <a:lnTo>
                    <a:pt x="157" y="40"/>
                  </a:lnTo>
                  <a:cubicBezTo>
                    <a:pt x="145" y="16"/>
                    <a:pt x="113" y="1"/>
                    <a:pt x="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9"/>
            <p:cNvSpPr/>
            <p:nvPr/>
          </p:nvSpPr>
          <p:spPr>
            <a:xfrm>
              <a:off x="4382175" y="3204400"/>
              <a:ext cx="4250" cy="5100"/>
            </a:xfrm>
            <a:custGeom>
              <a:avLst/>
              <a:gdLst/>
              <a:ahLst/>
              <a:cxnLst/>
              <a:rect l="l" t="t" r="r" b="b"/>
              <a:pathLst>
                <a:path w="170" h="204" extrusionOk="0">
                  <a:moveTo>
                    <a:pt x="83" y="1"/>
                  </a:moveTo>
                  <a:cubicBezTo>
                    <a:pt x="33" y="17"/>
                    <a:pt x="0" y="87"/>
                    <a:pt x="33" y="141"/>
                  </a:cubicBezTo>
                  <a:cubicBezTo>
                    <a:pt x="45" y="177"/>
                    <a:pt x="76" y="204"/>
                    <a:pt x="117" y="204"/>
                  </a:cubicBezTo>
                  <a:cubicBezTo>
                    <a:pt x="133" y="204"/>
                    <a:pt x="151" y="200"/>
                    <a:pt x="169" y="191"/>
                  </a:cubicBezTo>
                  <a:lnTo>
                    <a:pt x="1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9"/>
            <p:cNvSpPr/>
            <p:nvPr/>
          </p:nvSpPr>
          <p:spPr>
            <a:xfrm>
              <a:off x="4276925" y="3256350"/>
              <a:ext cx="5175" cy="5425"/>
            </a:xfrm>
            <a:custGeom>
              <a:avLst/>
              <a:gdLst/>
              <a:ahLst/>
              <a:cxnLst/>
              <a:rect l="l" t="t" r="r" b="b"/>
              <a:pathLst>
                <a:path w="207" h="217" extrusionOk="0">
                  <a:moveTo>
                    <a:pt x="87" y="1"/>
                  </a:moveTo>
                  <a:cubicBezTo>
                    <a:pt x="67" y="1"/>
                    <a:pt x="34" y="21"/>
                    <a:pt x="17" y="38"/>
                  </a:cubicBezTo>
                  <a:cubicBezTo>
                    <a:pt x="1" y="71"/>
                    <a:pt x="1" y="87"/>
                    <a:pt x="1" y="124"/>
                  </a:cubicBezTo>
                  <a:lnTo>
                    <a:pt x="1" y="141"/>
                  </a:lnTo>
                  <a:cubicBezTo>
                    <a:pt x="17" y="157"/>
                    <a:pt x="17" y="174"/>
                    <a:pt x="34" y="190"/>
                  </a:cubicBezTo>
                  <a:cubicBezTo>
                    <a:pt x="58" y="207"/>
                    <a:pt x="81" y="217"/>
                    <a:pt x="105" y="217"/>
                  </a:cubicBezTo>
                  <a:cubicBezTo>
                    <a:pt x="133" y="217"/>
                    <a:pt x="161" y="203"/>
                    <a:pt x="190" y="174"/>
                  </a:cubicBezTo>
                  <a:cubicBezTo>
                    <a:pt x="207" y="157"/>
                    <a:pt x="207" y="124"/>
                    <a:pt x="207" y="104"/>
                  </a:cubicBezTo>
                  <a:cubicBezTo>
                    <a:pt x="207" y="71"/>
                    <a:pt x="190" y="54"/>
                    <a:pt x="170" y="38"/>
                  </a:cubicBezTo>
                  <a:cubicBezTo>
                    <a:pt x="137" y="2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9"/>
            <p:cNvSpPr/>
            <p:nvPr/>
          </p:nvSpPr>
          <p:spPr>
            <a:xfrm>
              <a:off x="4376500" y="31807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7" y="0"/>
                  </a:moveTo>
                  <a:cubicBezTo>
                    <a:pt x="59" y="0"/>
                    <a:pt x="34" y="28"/>
                    <a:pt x="21" y="58"/>
                  </a:cubicBezTo>
                  <a:cubicBezTo>
                    <a:pt x="0" y="75"/>
                    <a:pt x="0" y="75"/>
                    <a:pt x="0" y="91"/>
                  </a:cubicBezTo>
                  <a:lnTo>
                    <a:pt x="0" y="141"/>
                  </a:lnTo>
                  <a:cubicBezTo>
                    <a:pt x="21" y="161"/>
                    <a:pt x="37" y="178"/>
                    <a:pt x="70" y="194"/>
                  </a:cubicBezTo>
                  <a:cubicBezTo>
                    <a:pt x="70" y="194"/>
                    <a:pt x="87" y="194"/>
                    <a:pt x="87" y="211"/>
                  </a:cubicBezTo>
                  <a:cubicBezTo>
                    <a:pt x="157" y="211"/>
                    <a:pt x="206" y="178"/>
                    <a:pt x="206" y="108"/>
                  </a:cubicBezTo>
                  <a:cubicBezTo>
                    <a:pt x="206" y="91"/>
                    <a:pt x="206" y="58"/>
                    <a:pt x="190" y="38"/>
                  </a:cubicBezTo>
                  <a:cubicBezTo>
                    <a:pt x="173" y="21"/>
                    <a:pt x="157" y="5"/>
                    <a:pt x="124" y="5"/>
                  </a:cubicBezTo>
                  <a:cubicBezTo>
                    <a:pt x="114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9"/>
            <p:cNvSpPr/>
            <p:nvPr/>
          </p:nvSpPr>
          <p:spPr>
            <a:xfrm>
              <a:off x="4372675" y="3195275"/>
              <a:ext cx="5175" cy="4925"/>
            </a:xfrm>
            <a:custGeom>
              <a:avLst/>
              <a:gdLst/>
              <a:ahLst/>
              <a:cxnLst/>
              <a:rect l="l" t="t" r="r" b="b"/>
              <a:pathLst>
                <a:path w="207" h="197" extrusionOk="0">
                  <a:moveTo>
                    <a:pt x="97" y="1"/>
                  </a:moveTo>
                  <a:cubicBezTo>
                    <a:pt x="65" y="1"/>
                    <a:pt x="35" y="13"/>
                    <a:pt x="17" y="40"/>
                  </a:cubicBezTo>
                  <a:cubicBezTo>
                    <a:pt x="1" y="57"/>
                    <a:pt x="1" y="73"/>
                    <a:pt x="1" y="110"/>
                  </a:cubicBezTo>
                  <a:lnTo>
                    <a:pt x="1" y="127"/>
                  </a:lnTo>
                  <a:cubicBezTo>
                    <a:pt x="17" y="143"/>
                    <a:pt x="17" y="160"/>
                    <a:pt x="34" y="176"/>
                  </a:cubicBezTo>
                  <a:cubicBezTo>
                    <a:pt x="50" y="197"/>
                    <a:pt x="87" y="197"/>
                    <a:pt x="120" y="197"/>
                  </a:cubicBezTo>
                  <a:cubicBezTo>
                    <a:pt x="137" y="197"/>
                    <a:pt x="174" y="176"/>
                    <a:pt x="190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90" y="40"/>
                    <a:pt x="174" y="24"/>
                  </a:cubicBezTo>
                  <a:cubicBezTo>
                    <a:pt x="150" y="9"/>
                    <a:pt x="122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9"/>
            <p:cNvSpPr/>
            <p:nvPr/>
          </p:nvSpPr>
          <p:spPr>
            <a:xfrm>
              <a:off x="4205200" y="321605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36" y="1"/>
                  </a:moveTo>
                  <a:cubicBezTo>
                    <a:pt x="103" y="1"/>
                    <a:pt x="70" y="17"/>
                    <a:pt x="33" y="34"/>
                  </a:cubicBezTo>
                  <a:cubicBezTo>
                    <a:pt x="17" y="50"/>
                    <a:pt x="17" y="67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33" y="170"/>
                    <a:pt x="50" y="207"/>
                    <a:pt x="103" y="207"/>
                  </a:cubicBezTo>
                  <a:cubicBezTo>
                    <a:pt x="153" y="207"/>
                    <a:pt x="206" y="170"/>
                    <a:pt x="223" y="120"/>
                  </a:cubicBezTo>
                  <a:cubicBezTo>
                    <a:pt x="223" y="104"/>
                    <a:pt x="223" y="67"/>
                    <a:pt x="206" y="50"/>
                  </a:cubicBezTo>
                  <a:cubicBezTo>
                    <a:pt x="190" y="17"/>
                    <a:pt x="153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9"/>
            <p:cNvSpPr/>
            <p:nvPr/>
          </p:nvSpPr>
          <p:spPr>
            <a:xfrm>
              <a:off x="4368775" y="3222775"/>
              <a:ext cx="5675" cy="5250"/>
            </a:xfrm>
            <a:custGeom>
              <a:avLst/>
              <a:gdLst/>
              <a:ahLst/>
              <a:cxnLst/>
              <a:rect l="l" t="t" r="r" b="b"/>
              <a:pathLst>
                <a:path w="227" h="210" extrusionOk="0">
                  <a:moveTo>
                    <a:pt x="115" y="1"/>
                  </a:moveTo>
                  <a:cubicBezTo>
                    <a:pt x="58" y="1"/>
                    <a:pt x="21" y="47"/>
                    <a:pt x="21" y="90"/>
                  </a:cubicBezTo>
                  <a:cubicBezTo>
                    <a:pt x="0" y="107"/>
                    <a:pt x="21" y="128"/>
                    <a:pt x="21" y="144"/>
                  </a:cubicBezTo>
                  <a:cubicBezTo>
                    <a:pt x="37" y="177"/>
                    <a:pt x="54" y="210"/>
                    <a:pt x="103" y="210"/>
                  </a:cubicBezTo>
                  <a:cubicBezTo>
                    <a:pt x="157" y="210"/>
                    <a:pt x="206" y="177"/>
                    <a:pt x="227" y="128"/>
                  </a:cubicBezTo>
                  <a:cubicBezTo>
                    <a:pt x="227" y="90"/>
                    <a:pt x="227" y="74"/>
                    <a:pt x="206" y="41"/>
                  </a:cubicBezTo>
                  <a:cubicBezTo>
                    <a:pt x="190" y="24"/>
                    <a:pt x="157" y="4"/>
                    <a:pt x="140" y="4"/>
                  </a:cubicBezTo>
                  <a:cubicBezTo>
                    <a:pt x="131" y="2"/>
                    <a:pt x="123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9"/>
            <p:cNvSpPr/>
            <p:nvPr/>
          </p:nvSpPr>
          <p:spPr>
            <a:xfrm>
              <a:off x="4364125" y="31709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67" y="1"/>
                    <a:pt x="17" y="38"/>
                    <a:pt x="1" y="88"/>
                  </a:cubicBezTo>
                  <a:cubicBezTo>
                    <a:pt x="1" y="104"/>
                    <a:pt x="1" y="120"/>
                    <a:pt x="17" y="141"/>
                  </a:cubicBezTo>
                  <a:lnTo>
                    <a:pt x="17" y="174"/>
                  </a:lnTo>
                  <a:cubicBezTo>
                    <a:pt x="34" y="191"/>
                    <a:pt x="67" y="207"/>
                    <a:pt x="83" y="207"/>
                  </a:cubicBezTo>
                  <a:cubicBezTo>
                    <a:pt x="92" y="209"/>
                    <a:pt x="101" y="210"/>
                    <a:pt x="110" y="210"/>
                  </a:cubicBezTo>
                  <a:cubicBezTo>
                    <a:pt x="166" y="210"/>
                    <a:pt x="207" y="167"/>
                    <a:pt x="207" y="120"/>
                  </a:cubicBezTo>
                  <a:cubicBezTo>
                    <a:pt x="223" y="104"/>
                    <a:pt x="207" y="71"/>
                    <a:pt x="186" y="55"/>
                  </a:cubicBezTo>
                  <a:cubicBezTo>
                    <a:pt x="170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9"/>
            <p:cNvSpPr/>
            <p:nvPr/>
          </p:nvSpPr>
          <p:spPr>
            <a:xfrm>
              <a:off x="4378650" y="3153175"/>
              <a:ext cx="6125" cy="5425"/>
            </a:xfrm>
            <a:custGeom>
              <a:avLst/>
              <a:gdLst/>
              <a:ahLst/>
              <a:cxnLst/>
              <a:rect l="l" t="t" r="r" b="b"/>
              <a:pathLst>
                <a:path w="245" h="217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8" y="42"/>
                    <a:pt x="1" y="91"/>
                    <a:pt x="38" y="145"/>
                  </a:cubicBezTo>
                  <a:cubicBezTo>
                    <a:pt x="51" y="185"/>
                    <a:pt x="86" y="217"/>
                    <a:pt x="127" y="217"/>
                  </a:cubicBezTo>
                  <a:cubicBezTo>
                    <a:pt x="137" y="217"/>
                    <a:pt x="147" y="215"/>
                    <a:pt x="158" y="211"/>
                  </a:cubicBezTo>
                  <a:cubicBezTo>
                    <a:pt x="224" y="178"/>
                    <a:pt x="244" y="129"/>
                    <a:pt x="224" y="75"/>
                  </a:cubicBezTo>
                  <a:cubicBezTo>
                    <a:pt x="210" y="34"/>
                    <a:pt x="161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9"/>
            <p:cNvSpPr/>
            <p:nvPr/>
          </p:nvSpPr>
          <p:spPr>
            <a:xfrm>
              <a:off x="4379575" y="3139050"/>
              <a:ext cx="6025" cy="5200"/>
            </a:xfrm>
            <a:custGeom>
              <a:avLst/>
              <a:gdLst/>
              <a:ahLst/>
              <a:cxnLst/>
              <a:rect l="l" t="t" r="r" b="b"/>
              <a:pathLst>
                <a:path w="241" h="208" extrusionOk="0">
                  <a:moveTo>
                    <a:pt x="111" y="1"/>
                  </a:moveTo>
                  <a:cubicBezTo>
                    <a:pt x="102" y="1"/>
                    <a:pt x="93" y="2"/>
                    <a:pt x="83" y="5"/>
                  </a:cubicBezTo>
                  <a:cubicBezTo>
                    <a:pt x="34" y="22"/>
                    <a:pt x="1" y="92"/>
                    <a:pt x="17" y="141"/>
                  </a:cubicBezTo>
                  <a:cubicBezTo>
                    <a:pt x="41" y="180"/>
                    <a:pt x="76" y="208"/>
                    <a:pt x="112" y="208"/>
                  </a:cubicBezTo>
                  <a:cubicBezTo>
                    <a:pt x="126" y="208"/>
                    <a:pt x="140" y="204"/>
                    <a:pt x="154" y="195"/>
                  </a:cubicBezTo>
                  <a:cubicBezTo>
                    <a:pt x="207" y="178"/>
                    <a:pt x="240" y="125"/>
                    <a:pt x="224" y="75"/>
                  </a:cubicBezTo>
                  <a:cubicBezTo>
                    <a:pt x="193" y="31"/>
                    <a:pt x="154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9"/>
            <p:cNvSpPr/>
            <p:nvPr/>
          </p:nvSpPr>
          <p:spPr>
            <a:xfrm>
              <a:off x="4377000" y="3166150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05" y="1"/>
                  </a:moveTo>
                  <a:cubicBezTo>
                    <a:pt x="71" y="1"/>
                    <a:pt x="37" y="16"/>
                    <a:pt x="17" y="38"/>
                  </a:cubicBezTo>
                  <a:cubicBezTo>
                    <a:pt x="1" y="71"/>
                    <a:pt x="1" y="88"/>
                    <a:pt x="1" y="125"/>
                  </a:cubicBezTo>
                  <a:lnTo>
                    <a:pt x="1" y="141"/>
                  </a:lnTo>
                  <a:cubicBezTo>
                    <a:pt x="17" y="158"/>
                    <a:pt x="17" y="174"/>
                    <a:pt x="34" y="191"/>
                  </a:cubicBezTo>
                  <a:cubicBezTo>
                    <a:pt x="53" y="205"/>
                    <a:pt x="74" y="211"/>
                    <a:pt x="96" y="211"/>
                  </a:cubicBezTo>
                  <a:cubicBezTo>
                    <a:pt x="131" y="211"/>
                    <a:pt x="166" y="195"/>
                    <a:pt x="186" y="174"/>
                  </a:cubicBezTo>
                  <a:cubicBezTo>
                    <a:pt x="207" y="158"/>
                    <a:pt x="207" y="125"/>
                    <a:pt x="207" y="88"/>
                  </a:cubicBezTo>
                  <a:cubicBezTo>
                    <a:pt x="207" y="71"/>
                    <a:pt x="186" y="38"/>
                    <a:pt x="170" y="22"/>
                  </a:cubicBezTo>
                  <a:cubicBezTo>
                    <a:pt x="150" y="7"/>
                    <a:pt x="128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9"/>
            <p:cNvSpPr/>
            <p:nvPr/>
          </p:nvSpPr>
          <p:spPr>
            <a:xfrm>
              <a:off x="4362375" y="31851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37" y="1"/>
                  </a:moveTo>
                  <a:cubicBezTo>
                    <a:pt x="104" y="1"/>
                    <a:pt x="71" y="1"/>
                    <a:pt x="50" y="17"/>
                  </a:cubicBezTo>
                  <a:cubicBezTo>
                    <a:pt x="33" y="34"/>
                    <a:pt x="17" y="50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17" y="137"/>
                    <a:pt x="17" y="153"/>
                    <a:pt x="33" y="153"/>
                  </a:cubicBezTo>
                  <a:cubicBezTo>
                    <a:pt x="50" y="191"/>
                    <a:pt x="71" y="191"/>
                    <a:pt x="104" y="207"/>
                  </a:cubicBezTo>
                  <a:cubicBezTo>
                    <a:pt x="153" y="207"/>
                    <a:pt x="207" y="170"/>
                    <a:pt x="223" y="120"/>
                  </a:cubicBezTo>
                  <a:cubicBezTo>
                    <a:pt x="223" y="87"/>
                    <a:pt x="223" y="50"/>
                    <a:pt x="207" y="34"/>
                  </a:cubicBezTo>
                  <a:cubicBezTo>
                    <a:pt x="190" y="17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9"/>
            <p:cNvSpPr/>
            <p:nvPr/>
          </p:nvSpPr>
          <p:spPr>
            <a:xfrm>
              <a:off x="4370925" y="32073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4" y="0"/>
                  </a:moveTo>
                  <a:cubicBezTo>
                    <a:pt x="105" y="0"/>
                    <a:pt x="96" y="2"/>
                    <a:pt x="87" y="4"/>
                  </a:cubicBezTo>
                  <a:cubicBezTo>
                    <a:pt x="38" y="42"/>
                    <a:pt x="1" y="91"/>
                    <a:pt x="38" y="145"/>
                  </a:cubicBezTo>
                  <a:cubicBezTo>
                    <a:pt x="38" y="161"/>
                    <a:pt x="38" y="178"/>
                    <a:pt x="54" y="178"/>
                  </a:cubicBezTo>
                  <a:cubicBezTo>
                    <a:pt x="87" y="211"/>
                    <a:pt x="120" y="211"/>
                    <a:pt x="157" y="211"/>
                  </a:cubicBezTo>
                  <a:cubicBezTo>
                    <a:pt x="207" y="194"/>
                    <a:pt x="223" y="161"/>
                    <a:pt x="223" y="108"/>
                  </a:cubicBezTo>
                  <a:lnTo>
                    <a:pt x="223" y="75"/>
                  </a:lnTo>
                  <a:cubicBezTo>
                    <a:pt x="210" y="33"/>
                    <a:pt x="161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9"/>
            <p:cNvSpPr/>
            <p:nvPr/>
          </p:nvSpPr>
          <p:spPr>
            <a:xfrm>
              <a:off x="4236100" y="3258825"/>
              <a:ext cx="5600" cy="5150"/>
            </a:xfrm>
            <a:custGeom>
              <a:avLst/>
              <a:gdLst/>
              <a:ahLst/>
              <a:cxnLst/>
              <a:rect l="l" t="t" r="r" b="b"/>
              <a:pathLst>
                <a:path w="224" h="206" extrusionOk="0">
                  <a:moveTo>
                    <a:pt x="112" y="1"/>
                  </a:moveTo>
                  <a:cubicBezTo>
                    <a:pt x="104" y="1"/>
                    <a:pt x="96" y="2"/>
                    <a:pt x="87" y="5"/>
                  </a:cubicBezTo>
                  <a:cubicBezTo>
                    <a:pt x="34" y="25"/>
                    <a:pt x="1" y="91"/>
                    <a:pt x="17" y="145"/>
                  </a:cubicBezTo>
                  <a:cubicBezTo>
                    <a:pt x="34" y="162"/>
                    <a:pt x="34" y="178"/>
                    <a:pt x="50" y="178"/>
                  </a:cubicBezTo>
                  <a:cubicBezTo>
                    <a:pt x="72" y="197"/>
                    <a:pt x="92" y="205"/>
                    <a:pt x="112" y="205"/>
                  </a:cubicBezTo>
                  <a:cubicBezTo>
                    <a:pt x="126" y="205"/>
                    <a:pt x="140" y="201"/>
                    <a:pt x="153" y="195"/>
                  </a:cubicBezTo>
                  <a:cubicBezTo>
                    <a:pt x="191" y="195"/>
                    <a:pt x="224" y="162"/>
                    <a:pt x="224" y="108"/>
                  </a:cubicBezTo>
                  <a:lnTo>
                    <a:pt x="224" y="75"/>
                  </a:lnTo>
                  <a:cubicBezTo>
                    <a:pt x="196" y="34"/>
                    <a:pt x="154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9"/>
            <p:cNvSpPr/>
            <p:nvPr/>
          </p:nvSpPr>
          <p:spPr>
            <a:xfrm>
              <a:off x="4240850" y="3227925"/>
              <a:ext cx="6000" cy="5400"/>
            </a:xfrm>
            <a:custGeom>
              <a:avLst/>
              <a:gdLst/>
              <a:ahLst/>
              <a:cxnLst/>
              <a:rect l="l" t="t" r="r" b="b"/>
              <a:pathLst>
                <a:path w="240" h="216" extrusionOk="0">
                  <a:moveTo>
                    <a:pt x="113" y="0"/>
                  </a:moveTo>
                  <a:cubicBezTo>
                    <a:pt x="104" y="0"/>
                    <a:pt x="95" y="1"/>
                    <a:pt x="87" y="4"/>
                  </a:cubicBezTo>
                  <a:cubicBezTo>
                    <a:pt x="34" y="41"/>
                    <a:pt x="1" y="91"/>
                    <a:pt x="34" y="144"/>
                  </a:cubicBezTo>
                  <a:cubicBezTo>
                    <a:pt x="47" y="184"/>
                    <a:pt x="84" y="216"/>
                    <a:pt x="133" y="216"/>
                  </a:cubicBezTo>
                  <a:cubicBezTo>
                    <a:pt x="145" y="216"/>
                    <a:pt x="157" y="214"/>
                    <a:pt x="170" y="210"/>
                  </a:cubicBezTo>
                  <a:cubicBezTo>
                    <a:pt x="223" y="177"/>
                    <a:pt x="240" y="128"/>
                    <a:pt x="223" y="74"/>
                  </a:cubicBezTo>
                  <a:cubicBezTo>
                    <a:pt x="209" y="33"/>
                    <a:pt x="15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9"/>
            <p:cNvSpPr/>
            <p:nvPr/>
          </p:nvSpPr>
          <p:spPr>
            <a:xfrm>
              <a:off x="4239925" y="3246975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4" y="1"/>
                  </a:moveTo>
                  <a:cubicBezTo>
                    <a:pt x="71" y="1"/>
                    <a:pt x="21" y="34"/>
                    <a:pt x="21" y="87"/>
                  </a:cubicBezTo>
                  <a:cubicBezTo>
                    <a:pt x="0" y="104"/>
                    <a:pt x="0" y="120"/>
                    <a:pt x="21" y="137"/>
                  </a:cubicBezTo>
                  <a:cubicBezTo>
                    <a:pt x="21" y="153"/>
                    <a:pt x="21" y="153"/>
                    <a:pt x="38" y="153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57" y="207"/>
                    <a:pt x="207" y="170"/>
                    <a:pt x="227" y="120"/>
                  </a:cubicBezTo>
                  <a:cubicBezTo>
                    <a:pt x="227" y="87"/>
                    <a:pt x="207" y="67"/>
                    <a:pt x="190" y="34"/>
                  </a:cubicBezTo>
                  <a:cubicBezTo>
                    <a:pt x="190" y="17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9"/>
            <p:cNvSpPr/>
            <p:nvPr/>
          </p:nvSpPr>
          <p:spPr>
            <a:xfrm>
              <a:off x="4231375" y="3207525"/>
              <a:ext cx="6000" cy="5250"/>
            </a:xfrm>
            <a:custGeom>
              <a:avLst/>
              <a:gdLst/>
              <a:ahLst/>
              <a:cxnLst/>
              <a:rect l="l" t="t" r="r" b="b"/>
              <a:pathLst>
                <a:path w="240" h="210" extrusionOk="0">
                  <a:moveTo>
                    <a:pt x="123" y="1"/>
                  </a:moveTo>
                  <a:cubicBezTo>
                    <a:pt x="107" y="1"/>
                    <a:pt x="89" y="6"/>
                    <a:pt x="70" y="16"/>
                  </a:cubicBezTo>
                  <a:cubicBezTo>
                    <a:pt x="17" y="33"/>
                    <a:pt x="0" y="82"/>
                    <a:pt x="17" y="136"/>
                  </a:cubicBezTo>
                  <a:cubicBezTo>
                    <a:pt x="29" y="185"/>
                    <a:pt x="72" y="209"/>
                    <a:pt x="115" y="209"/>
                  </a:cubicBezTo>
                  <a:cubicBezTo>
                    <a:pt x="129" y="209"/>
                    <a:pt x="144" y="207"/>
                    <a:pt x="157" y="202"/>
                  </a:cubicBezTo>
                  <a:cubicBezTo>
                    <a:pt x="206" y="185"/>
                    <a:pt x="239" y="119"/>
                    <a:pt x="206" y="66"/>
                  </a:cubicBezTo>
                  <a:cubicBezTo>
                    <a:pt x="195" y="30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9"/>
            <p:cNvSpPr/>
            <p:nvPr/>
          </p:nvSpPr>
          <p:spPr>
            <a:xfrm>
              <a:off x="4250225" y="3256875"/>
              <a:ext cx="6100" cy="5275"/>
            </a:xfrm>
            <a:custGeom>
              <a:avLst/>
              <a:gdLst/>
              <a:ahLst/>
              <a:cxnLst/>
              <a:rect l="l" t="t" r="r" b="b"/>
              <a:pathLst>
                <a:path w="244" h="211" extrusionOk="0">
                  <a:moveTo>
                    <a:pt x="87" y="0"/>
                  </a:moveTo>
                  <a:cubicBezTo>
                    <a:pt x="54" y="17"/>
                    <a:pt x="38" y="33"/>
                    <a:pt x="38" y="50"/>
                  </a:cubicBezTo>
                  <a:cubicBezTo>
                    <a:pt x="21" y="83"/>
                    <a:pt x="1" y="120"/>
                    <a:pt x="21" y="136"/>
                  </a:cubicBezTo>
                  <a:cubicBezTo>
                    <a:pt x="35" y="178"/>
                    <a:pt x="83" y="211"/>
                    <a:pt x="130" y="211"/>
                  </a:cubicBezTo>
                  <a:cubicBezTo>
                    <a:pt x="139" y="211"/>
                    <a:pt x="149" y="209"/>
                    <a:pt x="157" y="207"/>
                  </a:cubicBezTo>
                  <a:cubicBezTo>
                    <a:pt x="207" y="186"/>
                    <a:pt x="244" y="120"/>
                    <a:pt x="228" y="66"/>
                  </a:cubicBezTo>
                  <a:cubicBezTo>
                    <a:pt x="207" y="33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9"/>
            <p:cNvSpPr/>
            <p:nvPr/>
          </p:nvSpPr>
          <p:spPr>
            <a:xfrm>
              <a:off x="4230550" y="323565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99" y="0"/>
                  </a:moveTo>
                  <a:cubicBezTo>
                    <a:pt x="89" y="0"/>
                    <a:pt x="78" y="2"/>
                    <a:pt x="66" y="4"/>
                  </a:cubicBezTo>
                  <a:cubicBezTo>
                    <a:pt x="17" y="25"/>
                    <a:pt x="0" y="91"/>
                    <a:pt x="17" y="144"/>
                  </a:cubicBezTo>
                  <a:cubicBezTo>
                    <a:pt x="29" y="180"/>
                    <a:pt x="68" y="209"/>
                    <a:pt x="107" y="209"/>
                  </a:cubicBezTo>
                  <a:cubicBezTo>
                    <a:pt x="123" y="209"/>
                    <a:pt x="139" y="204"/>
                    <a:pt x="153" y="194"/>
                  </a:cubicBezTo>
                  <a:cubicBezTo>
                    <a:pt x="206" y="177"/>
                    <a:pt x="239" y="128"/>
                    <a:pt x="206" y="74"/>
                  </a:cubicBezTo>
                  <a:cubicBezTo>
                    <a:pt x="193" y="33"/>
                    <a:pt x="153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9"/>
            <p:cNvSpPr/>
            <p:nvPr/>
          </p:nvSpPr>
          <p:spPr>
            <a:xfrm>
              <a:off x="4251150" y="3240325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11" y="1"/>
                  </a:moveTo>
                  <a:cubicBezTo>
                    <a:pt x="82" y="1"/>
                    <a:pt x="52" y="14"/>
                    <a:pt x="34" y="44"/>
                  </a:cubicBezTo>
                  <a:cubicBezTo>
                    <a:pt x="17" y="60"/>
                    <a:pt x="1" y="77"/>
                    <a:pt x="1" y="110"/>
                  </a:cubicBezTo>
                  <a:cubicBezTo>
                    <a:pt x="17" y="126"/>
                    <a:pt x="17" y="126"/>
                    <a:pt x="17" y="147"/>
                  </a:cubicBezTo>
                  <a:cubicBezTo>
                    <a:pt x="17" y="164"/>
                    <a:pt x="34" y="164"/>
                    <a:pt x="50" y="180"/>
                  </a:cubicBezTo>
                  <a:cubicBezTo>
                    <a:pt x="67" y="195"/>
                    <a:pt x="90" y="203"/>
                    <a:pt x="113" y="203"/>
                  </a:cubicBezTo>
                  <a:cubicBezTo>
                    <a:pt x="141" y="203"/>
                    <a:pt x="170" y="191"/>
                    <a:pt x="191" y="164"/>
                  </a:cubicBezTo>
                  <a:cubicBezTo>
                    <a:pt x="223" y="126"/>
                    <a:pt x="223" y="60"/>
                    <a:pt x="170" y="23"/>
                  </a:cubicBezTo>
                  <a:cubicBezTo>
                    <a:pt x="155" y="9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9"/>
            <p:cNvSpPr/>
            <p:nvPr/>
          </p:nvSpPr>
          <p:spPr>
            <a:xfrm>
              <a:off x="4243425" y="32146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03" y="1"/>
                  </a:moveTo>
                  <a:cubicBezTo>
                    <a:pt x="51" y="1"/>
                    <a:pt x="17" y="34"/>
                    <a:pt x="17" y="92"/>
                  </a:cubicBezTo>
                  <a:cubicBezTo>
                    <a:pt x="1" y="108"/>
                    <a:pt x="1" y="125"/>
                    <a:pt x="17" y="145"/>
                  </a:cubicBezTo>
                  <a:cubicBezTo>
                    <a:pt x="17" y="145"/>
                    <a:pt x="17" y="162"/>
                    <a:pt x="34" y="162"/>
                  </a:cubicBezTo>
                  <a:cubicBezTo>
                    <a:pt x="50" y="178"/>
                    <a:pt x="67" y="195"/>
                    <a:pt x="104" y="211"/>
                  </a:cubicBezTo>
                  <a:cubicBezTo>
                    <a:pt x="153" y="211"/>
                    <a:pt x="207" y="178"/>
                    <a:pt x="223" y="125"/>
                  </a:cubicBezTo>
                  <a:cubicBezTo>
                    <a:pt x="223" y="92"/>
                    <a:pt x="207" y="59"/>
                    <a:pt x="207" y="42"/>
                  </a:cubicBezTo>
                  <a:cubicBezTo>
                    <a:pt x="190" y="22"/>
                    <a:pt x="153" y="5"/>
                    <a:pt x="137" y="5"/>
                  </a:cubicBezTo>
                  <a:cubicBezTo>
                    <a:pt x="125" y="2"/>
                    <a:pt x="113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9"/>
            <p:cNvSpPr/>
            <p:nvPr/>
          </p:nvSpPr>
          <p:spPr>
            <a:xfrm>
              <a:off x="4247650" y="3201725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97" y="1"/>
                  </a:moveTo>
                  <a:cubicBezTo>
                    <a:pt x="55" y="1"/>
                    <a:pt x="18" y="33"/>
                    <a:pt x="1" y="91"/>
                  </a:cubicBezTo>
                  <a:lnTo>
                    <a:pt x="1" y="145"/>
                  </a:lnTo>
                  <a:cubicBezTo>
                    <a:pt x="21" y="145"/>
                    <a:pt x="21" y="161"/>
                    <a:pt x="21" y="161"/>
                  </a:cubicBezTo>
                  <a:cubicBezTo>
                    <a:pt x="38" y="178"/>
                    <a:pt x="71" y="194"/>
                    <a:pt x="87" y="211"/>
                  </a:cubicBezTo>
                  <a:cubicBezTo>
                    <a:pt x="124" y="211"/>
                    <a:pt x="141" y="194"/>
                    <a:pt x="174" y="178"/>
                  </a:cubicBezTo>
                  <a:cubicBezTo>
                    <a:pt x="190" y="178"/>
                    <a:pt x="207" y="145"/>
                    <a:pt x="207" y="124"/>
                  </a:cubicBezTo>
                  <a:cubicBezTo>
                    <a:pt x="227" y="58"/>
                    <a:pt x="174" y="5"/>
                    <a:pt x="124" y="5"/>
                  </a:cubicBezTo>
                  <a:cubicBezTo>
                    <a:pt x="115" y="2"/>
                    <a:pt x="106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9"/>
            <p:cNvSpPr/>
            <p:nvPr/>
          </p:nvSpPr>
          <p:spPr>
            <a:xfrm>
              <a:off x="4216325" y="32418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70" y="0"/>
                    <a:pt x="37" y="17"/>
                    <a:pt x="17" y="66"/>
                  </a:cubicBezTo>
                  <a:cubicBezTo>
                    <a:pt x="0" y="66"/>
                    <a:pt x="0" y="66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37" y="190"/>
                    <a:pt x="70" y="190"/>
                  </a:cubicBezTo>
                  <a:cubicBezTo>
                    <a:pt x="70" y="207"/>
                    <a:pt x="87" y="207"/>
                    <a:pt x="87" y="207"/>
                  </a:cubicBezTo>
                  <a:cubicBezTo>
                    <a:pt x="157" y="207"/>
                    <a:pt x="206" y="170"/>
                    <a:pt x="206" y="120"/>
                  </a:cubicBezTo>
                  <a:cubicBezTo>
                    <a:pt x="206" y="87"/>
                    <a:pt x="206" y="66"/>
                    <a:pt x="190" y="33"/>
                  </a:cubicBezTo>
                  <a:cubicBezTo>
                    <a:pt x="173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9"/>
            <p:cNvSpPr/>
            <p:nvPr/>
          </p:nvSpPr>
          <p:spPr>
            <a:xfrm>
              <a:off x="4216725" y="322745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102" y="0"/>
                  </a:moveTo>
                  <a:cubicBezTo>
                    <a:pt x="70" y="0"/>
                    <a:pt x="40" y="14"/>
                    <a:pt x="21" y="44"/>
                  </a:cubicBezTo>
                  <a:cubicBezTo>
                    <a:pt x="1" y="60"/>
                    <a:pt x="1" y="77"/>
                    <a:pt x="1" y="110"/>
                  </a:cubicBezTo>
                  <a:lnTo>
                    <a:pt x="1" y="147"/>
                  </a:lnTo>
                  <a:cubicBezTo>
                    <a:pt x="21" y="163"/>
                    <a:pt x="21" y="163"/>
                    <a:pt x="38" y="180"/>
                  </a:cubicBezTo>
                  <a:cubicBezTo>
                    <a:pt x="60" y="195"/>
                    <a:pt x="83" y="203"/>
                    <a:pt x="106" y="203"/>
                  </a:cubicBezTo>
                  <a:cubicBezTo>
                    <a:pt x="135" y="203"/>
                    <a:pt x="163" y="190"/>
                    <a:pt x="190" y="163"/>
                  </a:cubicBezTo>
                  <a:cubicBezTo>
                    <a:pt x="207" y="147"/>
                    <a:pt x="207" y="110"/>
                    <a:pt x="207" y="93"/>
                  </a:cubicBezTo>
                  <a:cubicBezTo>
                    <a:pt x="207" y="60"/>
                    <a:pt x="190" y="44"/>
                    <a:pt x="174" y="23"/>
                  </a:cubicBezTo>
                  <a:cubicBezTo>
                    <a:pt x="152" y="9"/>
                    <a:pt x="126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9"/>
            <p:cNvSpPr/>
            <p:nvPr/>
          </p:nvSpPr>
          <p:spPr>
            <a:xfrm>
              <a:off x="4310425" y="320515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6" y="0"/>
                  </a:moveTo>
                  <a:cubicBezTo>
                    <a:pt x="113" y="0"/>
                    <a:pt x="99" y="3"/>
                    <a:pt x="87" y="8"/>
                  </a:cubicBezTo>
                  <a:cubicBezTo>
                    <a:pt x="34" y="24"/>
                    <a:pt x="1" y="90"/>
                    <a:pt x="17" y="144"/>
                  </a:cubicBezTo>
                  <a:cubicBezTo>
                    <a:pt x="41" y="181"/>
                    <a:pt x="77" y="201"/>
                    <a:pt x="114" y="201"/>
                  </a:cubicBezTo>
                  <a:cubicBezTo>
                    <a:pt x="127" y="201"/>
                    <a:pt x="140" y="199"/>
                    <a:pt x="153" y="194"/>
                  </a:cubicBezTo>
                  <a:cubicBezTo>
                    <a:pt x="207" y="177"/>
                    <a:pt x="240" y="128"/>
                    <a:pt x="223" y="74"/>
                  </a:cubicBezTo>
                  <a:cubicBezTo>
                    <a:pt x="211" y="24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9"/>
            <p:cNvSpPr/>
            <p:nvPr/>
          </p:nvSpPr>
          <p:spPr>
            <a:xfrm>
              <a:off x="4212500" y="325622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5" y="0"/>
                  </a:moveTo>
                  <a:cubicBezTo>
                    <a:pt x="64" y="0"/>
                    <a:pt x="35" y="14"/>
                    <a:pt x="17" y="43"/>
                  </a:cubicBezTo>
                  <a:cubicBezTo>
                    <a:pt x="1" y="59"/>
                    <a:pt x="1" y="92"/>
                    <a:pt x="1" y="109"/>
                  </a:cubicBezTo>
                  <a:lnTo>
                    <a:pt x="1" y="146"/>
                  </a:lnTo>
                  <a:cubicBezTo>
                    <a:pt x="17" y="162"/>
                    <a:pt x="17" y="179"/>
                    <a:pt x="34" y="179"/>
                  </a:cubicBezTo>
                  <a:cubicBezTo>
                    <a:pt x="50" y="195"/>
                    <a:pt x="87" y="212"/>
                    <a:pt x="120" y="212"/>
                  </a:cubicBezTo>
                  <a:cubicBezTo>
                    <a:pt x="137" y="195"/>
                    <a:pt x="170" y="195"/>
                    <a:pt x="190" y="162"/>
                  </a:cubicBezTo>
                  <a:cubicBezTo>
                    <a:pt x="207" y="146"/>
                    <a:pt x="207" y="129"/>
                    <a:pt x="207" y="92"/>
                  </a:cubicBezTo>
                  <a:cubicBezTo>
                    <a:pt x="207" y="59"/>
                    <a:pt x="190" y="43"/>
                    <a:pt x="170" y="26"/>
                  </a:cubicBezTo>
                  <a:cubicBezTo>
                    <a:pt x="147" y="10"/>
                    <a:pt x="121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9"/>
            <p:cNvSpPr/>
            <p:nvPr/>
          </p:nvSpPr>
          <p:spPr>
            <a:xfrm>
              <a:off x="4207775" y="320437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09" y="1"/>
                  </a:moveTo>
                  <a:cubicBezTo>
                    <a:pt x="72" y="1"/>
                    <a:pt x="37" y="16"/>
                    <a:pt x="17" y="39"/>
                  </a:cubicBezTo>
                  <a:cubicBezTo>
                    <a:pt x="0" y="55"/>
                    <a:pt x="0" y="88"/>
                    <a:pt x="0" y="121"/>
                  </a:cubicBezTo>
                  <a:lnTo>
                    <a:pt x="0" y="142"/>
                  </a:lnTo>
                  <a:cubicBezTo>
                    <a:pt x="17" y="159"/>
                    <a:pt x="17" y="175"/>
                    <a:pt x="33" y="192"/>
                  </a:cubicBezTo>
                  <a:cubicBezTo>
                    <a:pt x="50" y="208"/>
                    <a:pt x="87" y="208"/>
                    <a:pt x="120" y="208"/>
                  </a:cubicBezTo>
                  <a:cubicBezTo>
                    <a:pt x="136" y="208"/>
                    <a:pt x="173" y="192"/>
                    <a:pt x="190" y="175"/>
                  </a:cubicBezTo>
                  <a:cubicBezTo>
                    <a:pt x="206" y="142"/>
                    <a:pt x="206" y="121"/>
                    <a:pt x="206" y="88"/>
                  </a:cubicBezTo>
                  <a:cubicBezTo>
                    <a:pt x="206" y="72"/>
                    <a:pt x="190" y="39"/>
                    <a:pt x="173" y="18"/>
                  </a:cubicBezTo>
                  <a:cubicBezTo>
                    <a:pt x="153" y="6"/>
                    <a:pt x="131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9"/>
            <p:cNvSpPr/>
            <p:nvPr/>
          </p:nvSpPr>
          <p:spPr>
            <a:xfrm>
              <a:off x="4254150" y="32263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71" y="0"/>
                    <a:pt x="17" y="33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69"/>
                  </a:lnTo>
                  <a:cubicBezTo>
                    <a:pt x="33" y="190"/>
                    <a:pt x="71" y="206"/>
                    <a:pt x="87" y="206"/>
                  </a:cubicBezTo>
                  <a:cubicBezTo>
                    <a:pt x="95" y="208"/>
                    <a:pt x="103" y="209"/>
                    <a:pt x="111" y="209"/>
                  </a:cubicBezTo>
                  <a:cubicBezTo>
                    <a:pt x="166" y="209"/>
                    <a:pt x="207" y="163"/>
                    <a:pt x="207" y="120"/>
                  </a:cubicBezTo>
                  <a:cubicBezTo>
                    <a:pt x="223" y="103"/>
                    <a:pt x="207" y="66"/>
                    <a:pt x="190" y="50"/>
                  </a:cubicBezTo>
                  <a:cubicBezTo>
                    <a:pt x="174" y="1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9"/>
            <p:cNvSpPr/>
            <p:nvPr/>
          </p:nvSpPr>
          <p:spPr>
            <a:xfrm>
              <a:off x="4223650" y="318865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03" y="0"/>
                  </a:moveTo>
                  <a:cubicBezTo>
                    <a:pt x="91" y="0"/>
                    <a:pt x="78" y="4"/>
                    <a:pt x="70" y="12"/>
                  </a:cubicBezTo>
                  <a:cubicBezTo>
                    <a:pt x="54" y="12"/>
                    <a:pt x="33" y="29"/>
                    <a:pt x="17" y="50"/>
                  </a:cubicBezTo>
                  <a:cubicBezTo>
                    <a:pt x="0" y="83"/>
                    <a:pt x="0" y="116"/>
                    <a:pt x="17" y="132"/>
                  </a:cubicBezTo>
                  <a:cubicBezTo>
                    <a:pt x="30" y="176"/>
                    <a:pt x="69" y="206"/>
                    <a:pt x="110" y="206"/>
                  </a:cubicBezTo>
                  <a:cubicBezTo>
                    <a:pt x="119" y="206"/>
                    <a:pt x="127" y="205"/>
                    <a:pt x="136" y="202"/>
                  </a:cubicBezTo>
                  <a:cubicBezTo>
                    <a:pt x="206" y="186"/>
                    <a:pt x="223" y="116"/>
                    <a:pt x="206" y="66"/>
                  </a:cubicBezTo>
                  <a:cubicBezTo>
                    <a:pt x="190" y="29"/>
                    <a:pt x="173" y="12"/>
                    <a:pt x="136" y="12"/>
                  </a:cubicBezTo>
                  <a:cubicBezTo>
                    <a:pt x="128" y="4"/>
                    <a:pt x="115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9"/>
            <p:cNvSpPr/>
            <p:nvPr/>
          </p:nvSpPr>
          <p:spPr>
            <a:xfrm>
              <a:off x="4218475" y="3214575"/>
              <a:ext cx="6025" cy="5050"/>
            </a:xfrm>
            <a:custGeom>
              <a:avLst/>
              <a:gdLst/>
              <a:ahLst/>
              <a:cxnLst/>
              <a:rect l="l" t="t" r="r" b="b"/>
              <a:pathLst>
                <a:path w="241" h="202" extrusionOk="0">
                  <a:moveTo>
                    <a:pt x="127" y="0"/>
                  </a:moveTo>
                  <a:cubicBezTo>
                    <a:pt x="113" y="0"/>
                    <a:pt x="100" y="2"/>
                    <a:pt x="87" y="6"/>
                  </a:cubicBezTo>
                  <a:cubicBezTo>
                    <a:pt x="34" y="23"/>
                    <a:pt x="1" y="76"/>
                    <a:pt x="17" y="146"/>
                  </a:cubicBezTo>
                  <a:cubicBezTo>
                    <a:pt x="45" y="183"/>
                    <a:pt x="80" y="202"/>
                    <a:pt x="118" y="202"/>
                  </a:cubicBezTo>
                  <a:cubicBezTo>
                    <a:pt x="131" y="202"/>
                    <a:pt x="144" y="200"/>
                    <a:pt x="158" y="196"/>
                  </a:cubicBezTo>
                  <a:cubicBezTo>
                    <a:pt x="224" y="179"/>
                    <a:pt x="240" y="109"/>
                    <a:pt x="224" y="60"/>
                  </a:cubicBez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9"/>
            <p:cNvSpPr/>
            <p:nvPr/>
          </p:nvSpPr>
          <p:spPr>
            <a:xfrm>
              <a:off x="4219300" y="3200225"/>
              <a:ext cx="6125" cy="5225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2" y="0"/>
                  </a:moveTo>
                  <a:cubicBezTo>
                    <a:pt x="118" y="0"/>
                    <a:pt x="103" y="5"/>
                    <a:pt x="87" y="15"/>
                  </a:cubicBezTo>
                  <a:cubicBezTo>
                    <a:pt x="38" y="32"/>
                    <a:pt x="1" y="81"/>
                    <a:pt x="21" y="135"/>
                  </a:cubicBezTo>
                  <a:cubicBezTo>
                    <a:pt x="49" y="176"/>
                    <a:pt x="88" y="209"/>
                    <a:pt x="132" y="209"/>
                  </a:cubicBezTo>
                  <a:cubicBezTo>
                    <a:pt x="140" y="209"/>
                    <a:pt x="149" y="208"/>
                    <a:pt x="158" y="205"/>
                  </a:cubicBezTo>
                  <a:cubicBezTo>
                    <a:pt x="207" y="184"/>
                    <a:pt x="244" y="118"/>
                    <a:pt x="228" y="65"/>
                  </a:cubicBezTo>
                  <a:cubicBezTo>
                    <a:pt x="201" y="29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9"/>
            <p:cNvSpPr/>
            <p:nvPr/>
          </p:nvSpPr>
          <p:spPr>
            <a:xfrm>
              <a:off x="4225800" y="325212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20" y="1"/>
                  </a:moveTo>
                  <a:cubicBezTo>
                    <a:pt x="104" y="1"/>
                    <a:pt x="71" y="17"/>
                    <a:pt x="50" y="34"/>
                  </a:cubicBezTo>
                  <a:cubicBezTo>
                    <a:pt x="34" y="34"/>
                    <a:pt x="17" y="67"/>
                    <a:pt x="1" y="87"/>
                  </a:cubicBezTo>
                  <a:cubicBezTo>
                    <a:pt x="1" y="120"/>
                    <a:pt x="1" y="137"/>
                    <a:pt x="17" y="153"/>
                  </a:cubicBezTo>
                  <a:lnTo>
                    <a:pt x="34" y="170"/>
                  </a:lnTo>
                  <a:cubicBezTo>
                    <a:pt x="50" y="190"/>
                    <a:pt x="71" y="207"/>
                    <a:pt x="104" y="207"/>
                  </a:cubicBezTo>
                  <a:cubicBezTo>
                    <a:pt x="112" y="210"/>
                    <a:pt x="121" y="211"/>
                    <a:pt x="129" y="211"/>
                  </a:cubicBezTo>
                  <a:cubicBezTo>
                    <a:pt x="170" y="211"/>
                    <a:pt x="210" y="178"/>
                    <a:pt x="223" y="120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9"/>
            <p:cNvSpPr/>
            <p:nvPr/>
          </p:nvSpPr>
          <p:spPr>
            <a:xfrm>
              <a:off x="4288875" y="32533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5" y="0"/>
                  </a:moveTo>
                  <a:cubicBezTo>
                    <a:pt x="71" y="0"/>
                    <a:pt x="21" y="37"/>
                    <a:pt x="1" y="87"/>
                  </a:cubicBezTo>
                  <a:lnTo>
                    <a:pt x="1" y="140"/>
                  </a:lnTo>
                  <a:cubicBezTo>
                    <a:pt x="21" y="173"/>
                    <a:pt x="54" y="206"/>
                    <a:pt x="87" y="206"/>
                  </a:cubicBezTo>
                  <a:cubicBezTo>
                    <a:pt x="97" y="209"/>
                    <a:pt x="106" y="210"/>
                    <a:pt x="114" y="210"/>
                  </a:cubicBezTo>
                  <a:cubicBezTo>
                    <a:pt x="170" y="210"/>
                    <a:pt x="207" y="166"/>
                    <a:pt x="207" y="120"/>
                  </a:cubicBezTo>
                  <a:cubicBezTo>
                    <a:pt x="207" y="87"/>
                    <a:pt x="207" y="70"/>
                    <a:pt x="190" y="54"/>
                  </a:cubicBezTo>
                  <a:cubicBezTo>
                    <a:pt x="174" y="17"/>
                    <a:pt x="158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9"/>
            <p:cNvSpPr/>
            <p:nvPr/>
          </p:nvSpPr>
          <p:spPr>
            <a:xfrm>
              <a:off x="4292400" y="3225700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08" y="1"/>
                  </a:moveTo>
                  <a:cubicBezTo>
                    <a:pt x="80" y="1"/>
                    <a:pt x="51" y="14"/>
                    <a:pt x="33" y="44"/>
                  </a:cubicBezTo>
                  <a:cubicBezTo>
                    <a:pt x="17" y="60"/>
                    <a:pt x="0" y="77"/>
                    <a:pt x="0" y="114"/>
                  </a:cubicBezTo>
                  <a:cubicBezTo>
                    <a:pt x="0" y="130"/>
                    <a:pt x="0" y="130"/>
                    <a:pt x="17" y="147"/>
                  </a:cubicBezTo>
                  <a:cubicBezTo>
                    <a:pt x="17" y="163"/>
                    <a:pt x="33" y="163"/>
                    <a:pt x="49" y="180"/>
                  </a:cubicBezTo>
                  <a:cubicBezTo>
                    <a:pt x="61" y="191"/>
                    <a:pt x="75" y="205"/>
                    <a:pt x="93" y="205"/>
                  </a:cubicBezTo>
                  <a:cubicBezTo>
                    <a:pt x="101" y="205"/>
                    <a:pt x="110" y="202"/>
                    <a:pt x="120" y="196"/>
                  </a:cubicBezTo>
                  <a:cubicBezTo>
                    <a:pt x="153" y="196"/>
                    <a:pt x="169" y="180"/>
                    <a:pt x="190" y="163"/>
                  </a:cubicBezTo>
                  <a:cubicBezTo>
                    <a:pt x="206" y="147"/>
                    <a:pt x="223" y="114"/>
                    <a:pt x="206" y="93"/>
                  </a:cubicBezTo>
                  <a:cubicBezTo>
                    <a:pt x="206" y="60"/>
                    <a:pt x="190" y="44"/>
                    <a:pt x="169" y="27"/>
                  </a:cubicBezTo>
                  <a:cubicBezTo>
                    <a:pt x="154" y="10"/>
                    <a:pt x="131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9"/>
            <p:cNvSpPr/>
            <p:nvPr/>
          </p:nvSpPr>
          <p:spPr>
            <a:xfrm>
              <a:off x="4284250" y="32014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50" y="0"/>
                    <a:pt x="0" y="33"/>
                    <a:pt x="0" y="87"/>
                  </a:cubicBezTo>
                  <a:lnTo>
                    <a:pt x="0" y="157"/>
                  </a:lnTo>
                  <a:lnTo>
                    <a:pt x="17" y="173"/>
                  </a:lnTo>
                  <a:cubicBezTo>
                    <a:pt x="33" y="190"/>
                    <a:pt x="50" y="206"/>
                    <a:pt x="83" y="206"/>
                  </a:cubicBezTo>
                  <a:cubicBezTo>
                    <a:pt x="92" y="209"/>
                    <a:pt x="101" y="211"/>
                    <a:pt x="110" y="211"/>
                  </a:cubicBezTo>
                  <a:cubicBezTo>
                    <a:pt x="152" y="211"/>
                    <a:pt x="189" y="178"/>
                    <a:pt x="206" y="120"/>
                  </a:cubicBezTo>
                  <a:cubicBezTo>
                    <a:pt x="206" y="103"/>
                    <a:pt x="206" y="70"/>
                    <a:pt x="186" y="54"/>
                  </a:cubicBezTo>
                  <a:cubicBezTo>
                    <a:pt x="169" y="17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9"/>
            <p:cNvSpPr/>
            <p:nvPr/>
          </p:nvSpPr>
          <p:spPr>
            <a:xfrm>
              <a:off x="4296200" y="32112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12" y="1"/>
                  </a:moveTo>
                  <a:cubicBezTo>
                    <a:pt x="70" y="1"/>
                    <a:pt x="34" y="28"/>
                    <a:pt x="17" y="55"/>
                  </a:cubicBezTo>
                  <a:lnTo>
                    <a:pt x="17" y="92"/>
                  </a:lnTo>
                  <a:cubicBezTo>
                    <a:pt x="1" y="108"/>
                    <a:pt x="17" y="125"/>
                    <a:pt x="17" y="141"/>
                  </a:cubicBezTo>
                  <a:cubicBezTo>
                    <a:pt x="38" y="158"/>
                    <a:pt x="54" y="195"/>
                    <a:pt x="71" y="195"/>
                  </a:cubicBezTo>
                  <a:cubicBezTo>
                    <a:pt x="87" y="195"/>
                    <a:pt x="87" y="211"/>
                    <a:pt x="104" y="211"/>
                  </a:cubicBezTo>
                  <a:cubicBezTo>
                    <a:pt x="157" y="211"/>
                    <a:pt x="207" y="178"/>
                    <a:pt x="223" y="125"/>
                  </a:cubicBezTo>
                  <a:cubicBezTo>
                    <a:pt x="223" y="92"/>
                    <a:pt x="223" y="55"/>
                    <a:pt x="207" y="38"/>
                  </a:cubicBezTo>
                  <a:cubicBezTo>
                    <a:pt x="190" y="22"/>
                    <a:pt x="157" y="5"/>
                    <a:pt x="141" y="5"/>
                  </a:cubicBezTo>
                  <a:cubicBezTo>
                    <a:pt x="131" y="2"/>
                    <a:pt x="121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9"/>
            <p:cNvSpPr/>
            <p:nvPr/>
          </p:nvSpPr>
          <p:spPr>
            <a:xfrm>
              <a:off x="4301350" y="32482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0"/>
                  </a:moveTo>
                  <a:cubicBezTo>
                    <a:pt x="104" y="0"/>
                    <a:pt x="71" y="17"/>
                    <a:pt x="54" y="37"/>
                  </a:cubicBezTo>
                  <a:cubicBezTo>
                    <a:pt x="17" y="37"/>
                    <a:pt x="1" y="70"/>
                    <a:pt x="1" y="87"/>
                  </a:cubicBezTo>
                  <a:cubicBezTo>
                    <a:pt x="1" y="120"/>
                    <a:pt x="1" y="140"/>
                    <a:pt x="17" y="157"/>
                  </a:cubicBezTo>
                  <a:lnTo>
                    <a:pt x="17" y="173"/>
                  </a:lnTo>
                  <a:cubicBezTo>
                    <a:pt x="38" y="190"/>
                    <a:pt x="71" y="206"/>
                    <a:pt x="87" y="206"/>
                  </a:cubicBezTo>
                  <a:cubicBezTo>
                    <a:pt x="99" y="209"/>
                    <a:pt x="111" y="210"/>
                    <a:pt x="121" y="210"/>
                  </a:cubicBezTo>
                  <a:cubicBezTo>
                    <a:pt x="173" y="210"/>
                    <a:pt x="207" y="178"/>
                    <a:pt x="207" y="120"/>
                  </a:cubicBezTo>
                  <a:cubicBezTo>
                    <a:pt x="223" y="103"/>
                    <a:pt x="207" y="70"/>
                    <a:pt x="190" y="54"/>
                  </a:cubicBezTo>
                  <a:cubicBezTo>
                    <a:pt x="174" y="3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9"/>
            <p:cNvSpPr/>
            <p:nvPr/>
          </p:nvSpPr>
          <p:spPr>
            <a:xfrm>
              <a:off x="4306100" y="32216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87" y="0"/>
                    <a:pt x="70" y="0"/>
                    <a:pt x="33" y="17"/>
                  </a:cubicBezTo>
                  <a:cubicBezTo>
                    <a:pt x="17" y="33"/>
                    <a:pt x="0" y="70"/>
                    <a:pt x="0" y="87"/>
                  </a:cubicBezTo>
                  <a:lnTo>
                    <a:pt x="0" y="136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3" y="190"/>
                    <a:pt x="54" y="207"/>
                    <a:pt x="87" y="207"/>
                  </a:cubicBezTo>
                  <a:cubicBezTo>
                    <a:pt x="94" y="209"/>
                    <a:pt x="100" y="210"/>
                    <a:pt x="108" y="210"/>
                  </a:cubicBezTo>
                  <a:cubicBezTo>
                    <a:pt x="154" y="210"/>
                    <a:pt x="207" y="166"/>
                    <a:pt x="207" y="120"/>
                  </a:cubicBezTo>
                  <a:cubicBezTo>
                    <a:pt x="207" y="103"/>
                    <a:pt x="207" y="70"/>
                    <a:pt x="190" y="50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9"/>
            <p:cNvSpPr/>
            <p:nvPr/>
          </p:nvSpPr>
          <p:spPr>
            <a:xfrm>
              <a:off x="4302275" y="32349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83" y="0"/>
                  </a:moveTo>
                  <a:cubicBezTo>
                    <a:pt x="17" y="33"/>
                    <a:pt x="1" y="87"/>
                    <a:pt x="17" y="136"/>
                  </a:cubicBezTo>
                  <a:cubicBezTo>
                    <a:pt x="31" y="180"/>
                    <a:pt x="81" y="211"/>
                    <a:pt x="126" y="211"/>
                  </a:cubicBezTo>
                  <a:cubicBezTo>
                    <a:pt x="135" y="211"/>
                    <a:pt x="145" y="209"/>
                    <a:pt x="153" y="206"/>
                  </a:cubicBezTo>
                  <a:cubicBezTo>
                    <a:pt x="170" y="190"/>
                    <a:pt x="186" y="190"/>
                    <a:pt x="186" y="173"/>
                  </a:cubicBezTo>
                  <a:cubicBezTo>
                    <a:pt x="223" y="136"/>
                    <a:pt x="223" y="103"/>
                    <a:pt x="207" y="70"/>
                  </a:cubicBezTo>
                  <a:cubicBezTo>
                    <a:pt x="207" y="33"/>
                    <a:pt x="170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9"/>
            <p:cNvSpPr/>
            <p:nvPr/>
          </p:nvSpPr>
          <p:spPr>
            <a:xfrm>
              <a:off x="4282500" y="32156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103" y="0"/>
                    <a:pt x="70" y="0"/>
                    <a:pt x="50" y="17"/>
                  </a:cubicBezTo>
                  <a:cubicBezTo>
                    <a:pt x="17" y="33"/>
                    <a:pt x="0" y="50"/>
                    <a:pt x="0" y="83"/>
                  </a:cubicBezTo>
                  <a:lnTo>
                    <a:pt x="0" y="136"/>
                  </a:lnTo>
                  <a:lnTo>
                    <a:pt x="17" y="153"/>
                  </a:lnTo>
                  <a:cubicBezTo>
                    <a:pt x="33" y="186"/>
                    <a:pt x="70" y="206"/>
                    <a:pt x="87" y="206"/>
                  </a:cubicBezTo>
                  <a:cubicBezTo>
                    <a:pt x="153" y="206"/>
                    <a:pt x="206" y="169"/>
                    <a:pt x="206" y="120"/>
                  </a:cubicBezTo>
                  <a:cubicBezTo>
                    <a:pt x="206" y="83"/>
                    <a:pt x="206" y="66"/>
                    <a:pt x="190" y="33"/>
                  </a:cubicBezTo>
                  <a:cubicBezTo>
                    <a:pt x="173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9"/>
            <p:cNvSpPr/>
            <p:nvPr/>
          </p:nvSpPr>
          <p:spPr>
            <a:xfrm>
              <a:off x="4270025" y="322420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03" y="0"/>
                  </a:moveTo>
                  <a:cubicBezTo>
                    <a:pt x="70" y="0"/>
                    <a:pt x="54" y="17"/>
                    <a:pt x="33" y="33"/>
                  </a:cubicBezTo>
                  <a:cubicBezTo>
                    <a:pt x="17" y="50"/>
                    <a:pt x="0" y="87"/>
                    <a:pt x="17" y="120"/>
                  </a:cubicBezTo>
                  <a:lnTo>
                    <a:pt x="17" y="137"/>
                  </a:lnTo>
                  <a:cubicBezTo>
                    <a:pt x="17" y="153"/>
                    <a:pt x="33" y="174"/>
                    <a:pt x="54" y="190"/>
                  </a:cubicBezTo>
                  <a:cubicBezTo>
                    <a:pt x="67" y="203"/>
                    <a:pt x="85" y="208"/>
                    <a:pt x="104" y="208"/>
                  </a:cubicBezTo>
                  <a:cubicBezTo>
                    <a:pt x="135" y="208"/>
                    <a:pt x="170" y="194"/>
                    <a:pt x="190" y="174"/>
                  </a:cubicBezTo>
                  <a:cubicBezTo>
                    <a:pt x="239" y="120"/>
                    <a:pt x="223" y="50"/>
                    <a:pt x="190" y="17"/>
                  </a:cubicBezTo>
                  <a:cubicBezTo>
                    <a:pt x="157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9"/>
            <p:cNvSpPr/>
            <p:nvPr/>
          </p:nvSpPr>
          <p:spPr>
            <a:xfrm>
              <a:off x="4263625" y="3249975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37" y="0"/>
                  </a:moveTo>
                  <a:cubicBezTo>
                    <a:pt x="67" y="0"/>
                    <a:pt x="17" y="33"/>
                    <a:pt x="17" y="87"/>
                  </a:cubicBezTo>
                  <a:cubicBezTo>
                    <a:pt x="1" y="103"/>
                    <a:pt x="17" y="120"/>
                    <a:pt x="17" y="136"/>
                  </a:cubicBezTo>
                  <a:lnTo>
                    <a:pt x="17" y="153"/>
                  </a:lnTo>
                  <a:cubicBezTo>
                    <a:pt x="17" y="153"/>
                    <a:pt x="17" y="173"/>
                    <a:pt x="34" y="173"/>
                  </a:cubicBezTo>
                  <a:cubicBezTo>
                    <a:pt x="50" y="190"/>
                    <a:pt x="67" y="206"/>
                    <a:pt x="104" y="206"/>
                  </a:cubicBezTo>
                  <a:cubicBezTo>
                    <a:pt x="109" y="211"/>
                    <a:pt x="115" y="213"/>
                    <a:pt x="122" y="213"/>
                  </a:cubicBezTo>
                  <a:cubicBezTo>
                    <a:pt x="138" y="213"/>
                    <a:pt x="158" y="201"/>
                    <a:pt x="170" y="190"/>
                  </a:cubicBezTo>
                  <a:cubicBezTo>
                    <a:pt x="207" y="173"/>
                    <a:pt x="207" y="153"/>
                    <a:pt x="223" y="120"/>
                  </a:cubicBezTo>
                  <a:cubicBezTo>
                    <a:pt x="223" y="103"/>
                    <a:pt x="223" y="87"/>
                    <a:pt x="207" y="50"/>
                  </a:cubicBezTo>
                  <a:cubicBezTo>
                    <a:pt x="186" y="33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9"/>
            <p:cNvSpPr/>
            <p:nvPr/>
          </p:nvSpPr>
          <p:spPr>
            <a:xfrm>
              <a:off x="4262700" y="32636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8"/>
                    <a:pt x="1" y="87"/>
                  </a:cubicBezTo>
                  <a:cubicBezTo>
                    <a:pt x="1" y="120"/>
                    <a:pt x="1" y="141"/>
                    <a:pt x="17" y="157"/>
                  </a:cubicBezTo>
                  <a:cubicBezTo>
                    <a:pt x="17" y="157"/>
                    <a:pt x="17" y="174"/>
                    <a:pt x="38" y="174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13" y="209"/>
                    <a:pt x="122" y="211"/>
                    <a:pt x="131" y="211"/>
                  </a:cubicBezTo>
                  <a:cubicBezTo>
                    <a:pt x="173" y="211"/>
                    <a:pt x="210" y="178"/>
                    <a:pt x="223" y="120"/>
                  </a:cubicBezTo>
                  <a:cubicBezTo>
                    <a:pt x="223" y="104"/>
                    <a:pt x="207" y="71"/>
                    <a:pt x="190" y="54"/>
                  </a:cubicBezTo>
                  <a:cubicBezTo>
                    <a:pt x="174" y="38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9"/>
            <p:cNvSpPr/>
            <p:nvPr/>
          </p:nvSpPr>
          <p:spPr>
            <a:xfrm>
              <a:off x="4260125" y="320017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20" y="1"/>
                  </a:moveTo>
                  <a:cubicBezTo>
                    <a:pt x="71" y="1"/>
                    <a:pt x="17" y="34"/>
                    <a:pt x="1" y="83"/>
                  </a:cubicBezTo>
                  <a:lnTo>
                    <a:pt x="1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8" y="186"/>
                    <a:pt x="71" y="207"/>
                    <a:pt x="87" y="207"/>
                  </a:cubicBezTo>
                  <a:cubicBezTo>
                    <a:pt x="97" y="212"/>
                    <a:pt x="105" y="214"/>
                    <a:pt x="113" y="214"/>
                  </a:cubicBezTo>
                  <a:cubicBezTo>
                    <a:pt x="133" y="214"/>
                    <a:pt x="150" y="201"/>
                    <a:pt x="174" y="186"/>
                  </a:cubicBezTo>
                  <a:cubicBezTo>
                    <a:pt x="190" y="170"/>
                    <a:pt x="207" y="153"/>
                    <a:pt x="207" y="120"/>
                  </a:cubicBezTo>
                  <a:cubicBezTo>
                    <a:pt x="207" y="104"/>
                    <a:pt x="207" y="67"/>
                    <a:pt x="190" y="50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9"/>
            <p:cNvSpPr/>
            <p:nvPr/>
          </p:nvSpPr>
          <p:spPr>
            <a:xfrm>
              <a:off x="4280325" y="32319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71" y="1"/>
                    <a:pt x="17" y="34"/>
                    <a:pt x="1" y="87"/>
                  </a:cubicBezTo>
                  <a:lnTo>
                    <a:pt x="1" y="137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4" y="190"/>
                    <a:pt x="71" y="207"/>
                    <a:pt x="87" y="207"/>
                  </a:cubicBezTo>
                  <a:cubicBezTo>
                    <a:pt x="120" y="207"/>
                    <a:pt x="137" y="207"/>
                    <a:pt x="174" y="190"/>
                  </a:cubicBezTo>
                  <a:cubicBezTo>
                    <a:pt x="190" y="174"/>
                    <a:pt x="207" y="153"/>
                    <a:pt x="207" y="120"/>
                  </a:cubicBezTo>
                  <a:cubicBezTo>
                    <a:pt x="207" y="104"/>
                    <a:pt x="207" y="71"/>
                    <a:pt x="190" y="50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9"/>
            <p:cNvSpPr/>
            <p:nvPr/>
          </p:nvSpPr>
          <p:spPr>
            <a:xfrm>
              <a:off x="4265275" y="3236050"/>
              <a:ext cx="5175" cy="5375"/>
            </a:xfrm>
            <a:custGeom>
              <a:avLst/>
              <a:gdLst/>
              <a:ahLst/>
              <a:cxnLst/>
              <a:rect l="l" t="t" r="r" b="b"/>
              <a:pathLst>
                <a:path w="207" h="215" extrusionOk="0">
                  <a:moveTo>
                    <a:pt x="91" y="0"/>
                  </a:moveTo>
                  <a:cubicBezTo>
                    <a:pt x="69" y="0"/>
                    <a:pt x="49" y="14"/>
                    <a:pt x="38" y="25"/>
                  </a:cubicBezTo>
                  <a:cubicBezTo>
                    <a:pt x="17" y="42"/>
                    <a:pt x="1" y="58"/>
                    <a:pt x="1" y="91"/>
                  </a:cubicBezTo>
                  <a:lnTo>
                    <a:pt x="1" y="145"/>
                  </a:lnTo>
                  <a:cubicBezTo>
                    <a:pt x="1" y="145"/>
                    <a:pt x="1" y="161"/>
                    <a:pt x="17" y="161"/>
                  </a:cubicBezTo>
                  <a:cubicBezTo>
                    <a:pt x="38" y="178"/>
                    <a:pt x="54" y="194"/>
                    <a:pt x="87" y="215"/>
                  </a:cubicBezTo>
                  <a:cubicBezTo>
                    <a:pt x="141" y="215"/>
                    <a:pt x="190" y="178"/>
                    <a:pt x="207" y="128"/>
                  </a:cubicBezTo>
                  <a:cubicBezTo>
                    <a:pt x="207" y="91"/>
                    <a:pt x="207" y="58"/>
                    <a:pt x="190" y="42"/>
                  </a:cubicBezTo>
                  <a:cubicBezTo>
                    <a:pt x="174" y="25"/>
                    <a:pt x="141" y="9"/>
                    <a:pt x="120" y="9"/>
                  </a:cubicBezTo>
                  <a:cubicBezTo>
                    <a:pt x="110" y="3"/>
                    <a:pt x="10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9"/>
            <p:cNvSpPr/>
            <p:nvPr/>
          </p:nvSpPr>
          <p:spPr>
            <a:xfrm>
              <a:off x="4256725" y="32142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8" y="0"/>
                  </a:moveTo>
                  <a:cubicBezTo>
                    <a:pt x="72" y="0"/>
                    <a:pt x="37" y="14"/>
                    <a:pt x="17" y="35"/>
                  </a:cubicBezTo>
                  <a:cubicBezTo>
                    <a:pt x="0" y="55"/>
                    <a:pt x="0" y="88"/>
                    <a:pt x="0" y="121"/>
                  </a:cubicBezTo>
                  <a:lnTo>
                    <a:pt x="0" y="138"/>
                  </a:lnTo>
                  <a:cubicBezTo>
                    <a:pt x="17" y="158"/>
                    <a:pt x="17" y="175"/>
                    <a:pt x="33" y="191"/>
                  </a:cubicBezTo>
                  <a:cubicBezTo>
                    <a:pt x="54" y="204"/>
                    <a:pt x="76" y="209"/>
                    <a:pt x="98" y="209"/>
                  </a:cubicBezTo>
                  <a:cubicBezTo>
                    <a:pt x="133" y="209"/>
                    <a:pt x="167" y="195"/>
                    <a:pt x="190" y="175"/>
                  </a:cubicBezTo>
                  <a:cubicBezTo>
                    <a:pt x="207" y="138"/>
                    <a:pt x="207" y="121"/>
                    <a:pt x="207" y="88"/>
                  </a:cubicBezTo>
                  <a:cubicBezTo>
                    <a:pt x="207" y="72"/>
                    <a:pt x="190" y="35"/>
                    <a:pt x="174" y="18"/>
                  </a:cubicBezTo>
                  <a:cubicBezTo>
                    <a:pt x="153" y="6"/>
                    <a:pt x="130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9"/>
            <p:cNvSpPr/>
            <p:nvPr/>
          </p:nvSpPr>
          <p:spPr>
            <a:xfrm>
              <a:off x="4276925" y="32433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24" y="0"/>
                  </a:moveTo>
                  <a:cubicBezTo>
                    <a:pt x="112" y="0"/>
                    <a:pt x="99" y="2"/>
                    <a:pt x="87" y="6"/>
                  </a:cubicBezTo>
                  <a:cubicBezTo>
                    <a:pt x="34" y="27"/>
                    <a:pt x="1" y="93"/>
                    <a:pt x="17" y="147"/>
                  </a:cubicBezTo>
                  <a:cubicBezTo>
                    <a:pt x="34" y="163"/>
                    <a:pt x="34" y="163"/>
                    <a:pt x="50" y="180"/>
                  </a:cubicBezTo>
                  <a:cubicBezTo>
                    <a:pt x="76" y="191"/>
                    <a:pt x="100" y="203"/>
                    <a:pt x="124" y="203"/>
                  </a:cubicBezTo>
                  <a:cubicBezTo>
                    <a:pt x="134" y="203"/>
                    <a:pt x="143" y="201"/>
                    <a:pt x="153" y="196"/>
                  </a:cubicBezTo>
                  <a:cubicBezTo>
                    <a:pt x="190" y="180"/>
                    <a:pt x="223" y="147"/>
                    <a:pt x="223" y="110"/>
                  </a:cubicBezTo>
                  <a:lnTo>
                    <a:pt x="223" y="60"/>
                  </a:lnTo>
                  <a:cubicBezTo>
                    <a:pt x="198" y="20"/>
                    <a:pt x="162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9"/>
            <p:cNvSpPr/>
            <p:nvPr/>
          </p:nvSpPr>
          <p:spPr>
            <a:xfrm>
              <a:off x="4272175" y="319407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3" y="0"/>
                  </a:moveTo>
                  <a:cubicBezTo>
                    <a:pt x="92" y="0"/>
                    <a:pt x="57" y="15"/>
                    <a:pt x="34" y="39"/>
                  </a:cubicBezTo>
                  <a:cubicBezTo>
                    <a:pt x="17" y="55"/>
                    <a:pt x="1" y="88"/>
                    <a:pt x="1" y="121"/>
                  </a:cubicBezTo>
                  <a:cubicBezTo>
                    <a:pt x="17" y="121"/>
                    <a:pt x="17" y="142"/>
                    <a:pt x="17" y="142"/>
                  </a:cubicBezTo>
                  <a:cubicBezTo>
                    <a:pt x="17" y="158"/>
                    <a:pt x="34" y="175"/>
                    <a:pt x="50" y="191"/>
                  </a:cubicBezTo>
                  <a:cubicBezTo>
                    <a:pt x="71" y="208"/>
                    <a:pt x="104" y="208"/>
                    <a:pt x="120" y="208"/>
                  </a:cubicBezTo>
                  <a:cubicBezTo>
                    <a:pt x="153" y="208"/>
                    <a:pt x="174" y="191"/>
                    <a:pt x="191" y="175"/>
                  </a:cubicBezTo>
                  <a:cubicBezTo>
                    <a:pt x="207" y="142"/>
                    <a:pt x="224" y="121"/>
                    <a:pt x="224" y="88"/>
                  </a:cubicBezTo>
                  <a:cubicBezTo>
                    <a:pt x="207" y="72"/>
                    <a:pt x="207" y="39"/>
                    <a:pt x="174" y="18"/>
                  </a:cubicBezTo>
                  <a:cubicBezTo>
                    <a:pt x="160" y="6"/>
                    <a:pt x="142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9"/>
            <p:cNvSpPr/>
            <p:nvPr/>
          </p:nvSpPr>
          <p:spPr>
            <a:xfrm>
              <a:off x="4151075" y="323817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3" y="27"/>
                    <a:pt x="1" y="76"/>
                    <a:pt x="17" y="146"/>
                  </a:cubicBezTo>
                  <a:cubicBezTo>
                    <a:pt x="42" y="184"/>
                    <a:pt x="78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07" y="179"/>
                    <a:pt x="240" y="109"/>
                    <a:pt x="223" y="60"/>
                  </a:cubicBezTo>
                  <a:cubicBezTo>
                    <a:pt x="211" y="19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9"/>
            <p:cNvSpPr/>
            <p:nvPr/>
          </p:nvSpPr>
          <p:spPr>
            <a:xfrm>
              <a:off x="4082750" y="312137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9" y="1"/>
                  </a:moveTo>
                  <a:cubicBezTo>
                    <a:pt x="68" y="1"/>
                    <a:pt x="39" y="13"/>
                    <a:pt x="21" y="40"/>
                  </a:cubicBezTo>
                  <a:cubicBezTo>
                    <a:pt x="0" y="61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4"/>
                    <a:pt x="21" y="180"/>
                    <a:pt x="37" y="180"/>
                  </a:cubicBezTo>
                  <a:cubicBezTo>
                    <a:pt x="59" y="203"/>
                    <a:pt x="86" y="211"/>
                    <a:pt x="111" y="211"/>
                  </a:cubicBezTo>
                  <a:cubicBezTo>
                    <a:pt x="142" y="211"/>
                    <a:pt x="172" y="198"/>
                    <a:pt x="190" y="180"/>
                  </a:cubicBezTo>
                  <a:cubicBezTo>
                    <a:pt x="206" y="143"/>
                    <a:pt x="206" y="127"/>
                    <a:pt x="206" y="94"/>
                  </a:cubicBezTo>
                  <a:cubicBezTo>
                    <a:pt x="206" y="77"/>
                    <a:pt x="190" y="40"/>
                    <a:pt x="173" y="24"/>
                  </a:cubicBezTo>
                  <a:cubicBezTo>
                    <a:pt x="151" y="9"/>
                    <a:pt x="125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9"/>
            <p:cNvSpPr/>
            <p:nvPr/>
          </p:nvSpPr>
          <p:spPr>
            <a:xfrm>
              <a:off x="4078500" y="3150275"/>
              <a:ext cx="5200" cy="5200"/>
            </a:xfrm>
            <a:custGeom>
              <a:avLst/>
              <a:gdLst/>
              <a:ahLst/>
              <a:cxnLst/>
              <a:rect l="l" t="t" r="r" b="b"/>
              <a:pathLst>
                <a:path w="208" h="208" extrusionOk="0">
                  <a:moveTo>
                    <a:pt x="109" y="0"/>
                  </a:moveTo>
                  <a:cubicBezTo>
                    <a:pt x="73" y="0"/>
                    <a:pt x="38" y="15"/>
                    <a:pt x="17" y="38"/>
                  </a:cubicBezTo>
                  <a:cubicBezTo>
                    <a:pt x="1" y="55"/>
                    <a:pt x="1" y="88"/>
                    <a:pt x="1" y="121"/>
                  </a:cubicBezTo>
                  <a:lnTo>
                    <a:pt x="1" y="142"/>
                  </a:lnTo>
                  <a:cubicBezTo>
                    <a:pt x="17" y="158"/>
                    <a:pt x="17" y="175"/>
                    <a:pt x="34" y="191"/>
                  </a:cubicBezTo>
                  <a:cubicBezTo>
                    <a:pt x="67" y="207"/>
                    <a:pt x="88" y="207"/>
                    <a:pt x="121" y="207"/>
                  </a:cubicBezTo>
                  <a:cubicBezTo>
                    <a:pt x="137" y="207"/>
                    <a:pt x="170" y="191"/>
                    <a:pt x="191" y="175"/>
                  </a:cubicBezTo>
                  <a:cubicBezTo>
                    <a:pt x="207" y="158"/>
                    <a:pt x="207" y="121"/>
                    <a:pt x="207" y="88"/>
                  </a:cubicBezTo>
                  <a:cubicBezTo>
                    <a:pt x="207" y="71"/>
                    <a:pt x="191" y="38"/>
                    <a:pt x="170" y="18"/>
                  </a:cubicBezTo>
                  <a:cubicBezTo>
                    <a:pt x="152" y="5"/>
                    <a:pt x="130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9"/>
            <p:cNvSpPr/>
            <p:nvPr/>
          </p:nvSpPr>
          <p:spPr>
            <a:xfrm>
              <a:off x="4085325" y="309432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30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37" y="25"/>
                    <a:pt x="0" y="91"/>
                    <a:pt x="21" y="145"/>
                  </a:cubicBezTo>
                  <a:cubicBezTo>
                    <a:pt x="45" y="182"/>
                    <a:pt x="79" y="202"/>
                    <a:pt x="116" y="202"/>
                  </a:cubicBezTo>
                  <a:cubicBezTo>
                    <a:pt x="129" y="202"/>
                    <a:pt x="143" y="200"/>
                    <a:pt x="157" y="194"/>
                  </a:cubicBezTo>
                  <a:cubicBezTo>
                    <a:pt x="227" y="178"/>
                    <a:pt x="243" y="112"/>
                    <a:pt x="227" y="58"/>
                  </a:cubicBezTo>
                  <a:cubicBezTo>
                    <a:pt x="212" y="22"/>
                    <a:pt x="172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9"/>
            <p:cNvSpPr/>
            <p:nvPr/>
          </p:nvSpPr>
          <p:spPr>
            <a:xfrm>
              <a:off x="4082325" y="31357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71" y="0"/>
                    <a:pt x="38" y="17"/>
                    <a:pt x="17" y="66"/>
                  </a:cubicBezTo>
                  <a:lnTo>
                    <a:pt x="1" y="82"/>
                  </a:lnTo>
                  <a:cubicBezTo>
                    <a:pt x="1" y="103"/>
                    <a:pt x="1" y="136"/>
                    <a:pt x="17" y="136"/>
                  </a:cubicBezTo>
                  <a:cubicBezTo>
                    <a:pt x="17" y="169"/>
                    <a:pt x="38" y="186"/>
                    <a:pt x="71" y="206"/>
                  </a:cubicBezTo>
                  <a:lnTo>
                    <a:pt x="87" y="206"/>
                  </a:lnTo>
                  <a:cubicBezTo>
                    <a:pt x="96" y="208"/>
                    <a:pt x="104" y="209"/>
                    <a:pt x="113" y="209"/>
                  </a:cubicBezTo>
                  <a:cubicBezTo>
                    <a:pt x="169" y="209"/>
                    <a:pt x="207" y="163"/>
                    <a:pt x="207" y="120"/>
                  </a:cubicBezTo>
                  <a:cubicBezTo>
                    <a:pt x="223" y="103"/>
                    <a:pt x="207" y="66"/>
                    <a:pt x="190" y="49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9"/>
            <p:cNvSpPr/>
            <p:nvPr/>
          </p:nvSpPr>
          <p:spPr>
            <a:xfrm>
              <a:off x="4084500" y="31085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4" y="0"/>
                  </a:moveTo>
                  <a:cubicBezTo>
                    <a:pt x="105" y="0"/>
                    <a:pt x="95" y="2"/>
                    <a:pt x="87" y="5"/>
                  </a:cubicBezTo>
                  <a:cubicBezTo>
                    <a:pt x="33" y="21"/>
                    <a:pt x="0" y="91"/>
                    <a:pt x="33" y="141"/>
                  </a:cubicBezTo>
                  <a:cubicBezTo>
                    <a:pt x="48" y="180"/>
                    <a:pt x="78" y="208"/>
                    <a:pt x="120" y="208"/>
                  </a:cubicBezTo>
                  <a:cubicBezTo>
                    <a:pt x="136" y="208"/>
                    <a:pt x="154" y="203"/>
                    <a:pt x="173" y="194"/>
                  </a:cubicBezTo>
                  <a:cubicBezTo>
                    <a:pt x="223" y="178"/>
                    <a:pt x="239" y="124"/>
                    <a:pt x="223" y="75"/>
                  </a:cubicBezTo>
                  <a:cubicBezTo>
                    <a:pt x="209" y="31"/>
                    <a:pt x="159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9"/>
            <p:cNvSpPr/>
            <p:nvPr/>
          </p:nvSpPr>
          <p:spPr>
            <a:xfrm>
              <a:off x="4093550" y="30523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00" y="1"/>
                  </a:moveTo>
                  <a:cubicBezTo>
                    <a:pt x="51" y="1"/>
                    <a:pt x="1" y="47"/>
                    <a:pt x="1" y="90"/>
                  </a:cubicBezTo>
                  <a:lnTo>
                    <a:pt x="1" y="144"/>
                  </a:lnTo>
                  <a:lnTo>
                    <a:pt x="17" y="160"/>
                  </a:lnTo>
                  <a:cubicBezTo>
                    <a:pt x="34" y="193"/>
                    <a:pt x="50" y="210"/>
                    <a:pt x="83" y="210"/>
                  </a:cubicBezTo>
                  <a:cubicBezTo>
                    <a:pt x="137" y="210"/>
                    <a:pt x="186" y="177"/>
                    <a:pt x="207" y="123"/>
                  </a:cubicBezTo>
                  <a:cubicBezTo>
                    <a:pt x="207" y="90"/>
                    <a:pt x="207" y="74"/>
                    <a:pt x="186" y="41"/>
                  </a:cubicBezTo>
                  <a:cubicBezTo>
                    <a:pt x="170" y="20"/>
                    <a:pt x="137" y="4"/>
                    <a:pt x="121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9"/>
            <p:cNvSpPr/>
            <p:nvPr/>
          </p:nvSpPr>
          <p:spPr>
            <a:xfrm>
              <a:off x="4096150" y="31154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8" y="1"/>
                  </a:moveTo>
                  <a:cubicBezTo>
                    <a:pt x="53" y="1"/>
                    <a:pt x="14" y="44"/>
                    <a:pt x="0" y="91"/>
                  </a:cubicBezTo>
                  <a:cubicBezTo>
                    <a:pt x="0" y="107"/>
                    <a:pt x="0" y="123"/>
                    <a:pt x="17" y="140"/>
                  </a:cubicBezTo>
                  <a:lnTo>
                    <a:pt x="17" y="156"/>
                  </a:lnTo>
                  <a:cubicBezTo>
                    <a:pt x="33" y="194"/>
                    <a:pt x="66" y="210"/>
                    <a:pt x="82" y="210"/>
                  </a:cubicBezTo>
                  <a:cubicBezTo>
                    <a:pt x="153" y="210"/>
                    <a:pt x="206" y="173"/>
                    <a:pt x="206" y="123"/>
                  </a:cubicBezTo>
                  <a:cubicBezTo>
                    <a:pt x="223" y="91"/>
                    <a:pt x="206" y="70"/>
                    <a:pt x="186" y="37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2" y="2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9"/>
            <p:cNvSpPr/>
            <p:nvPr/>
          </p:nvSpPr>
          <p:spPr>
            <a:xfrm>
              <a:off x="4090475" y="3066100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12" y="1"/>
                  </a:moveTo>
                  <a:cubicBezTo>
                    <a:pt x="76" y="1"/>
                    <a:pt x="41" y="17"/>
                    <a:pt x="21" y="37"/>
                  </a:cubicBezTo>
                  <a:cubicBezTo>
                    <a:pt x="0" y="54"/>
                    <a:pt x="0" y="87"/>
                    <a:pt x="0" y="124"/>
                  </a:cubicBezTo>
                  <a:lnTo>
                    <a:pt x="0" y="140"/>
                  </a:lnTo>
                  <a:cubicBezTo>
                    <a:pt x="21" y="157"/>
                    <a:pt x="21" y="173"/>
                    <a:pt x="37" y="190"/>
                  </a:cubicBezTo>
                  <a:cubicBezTo>
                    <a:pt x="57" y="204"/>
                    <a:pt x="80" y="211"/>
                    <a:pt x="102" y="211"/>
                  </a:cubicBezTo>
                  <a:cubicBezTo>
                    <a:pt x="136" y="211"/>
                    <a:pt x="170" y="196"/>
                    <a:pt x="190" y="173"/>
                  </a:cubicBezTo>
                  <a:cubicBezTo>
                    <a:pt x="227" y="124"/>
                    <a:pt x="227" y="54"/>
                    <a:pt x="173" y="21"/>
                  </a:cubicBezTo>
                  <a:cubicBezTo>
                    <a:pt x="155" y="7"/>
                    <a:pt x="133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9"/>
            <p:cNvSpPr/>
            <p:nvPr/>
          </p:nvSpPr>
          <p:spPr>
            <a:xfrm>
              <a:off x="4089650" y="3082875"/>
              <a:ext cx="5575" cy="4925"/>
            </a:xfrm>
            <a:custGeom>
              <a:avLst/>
              <a:gdLst/>
              <a:ahLst/>
              <a:cxnLst/>
              <a:rect l="l" t="t" r="r" b="b"/>
              <a:pathLst>
                <a:path w="223" h="197" extrusionOk="0">
                  <a:moveTo>
                    <a:pt x="70" y="1"/>
                  </a:moveTo>
                  <a:cubicBezTo>
                    <a:pt x="54" y="17"/>
                    <a:pt x="33" y="34"/>
                    <a:pt x="17" y="55"/>
                  </a:cubicBezTo>
                  <a:cubicBezTo>
                    <a:pt x="0" y="71"/>
                    <a:pt x="0" y="104"/>
                    <a:pt x="17" y="137"/>
                  </a:cubicBezTo>
                  <a:cubicBezTo>
                    <a:pt x="29" y="177"/>
                    <a:pt x="63" y="197"/>
                    <a:pt x="108" y="197"/>
                  </a:cubicBezTo>
                  <a:cubicBezTo>
                    <a:pt x="123" y="197"/>
                    <a:pt x="140" y="195"/>
                    <a:pt x="157" y="191"/>
                  </a:cubicBezTo>
                  <a:cubicBezTo>
                    <a:pt x="206" y="174"/>
                    <a:pt x="223" y="121"/>
                    <a:pt x="206" y="55"/>
                  </a:cubicBezTo>
                  <a:cubicBezTo>
                    <a:pt x="190" y="34"/>
                    <a:pt x="17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9"/>
            <p:cNvSpPr/>
            <p:nvPr/>
          </p:nvSpPr>
          <p:spPr>
            <a:xfrm>
              <a:off x="4066450" y="31567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5" y="1"/>
                  </a:moveTo>
                  <a:cubicBezTo>
                    <a:pt x="41" y="1"/>
                    <a:pt x="1" y="44"/>
                    <a:pt x="1" y="91"/>
                  </a:cubicBezTo>
                  <a:lnTo>
                    <a:pt x="1" y="140"/>
                  </a:lnTo>
                  <a:lnTo>
                    <a:pt x="17" y="157"/>
                  </a:lnTo>
                  <a:cubicBezTo>
                    <a:pt x="34" y="194"/>
                    <a:pt x="54" y="194"/>
                    <a:pt x="87" y="210"/>
                  </a:cubicBezTo>
                  <a:cubicBezTo>
                    <a:pt x="120" y="210"/>
                    <a:pt x="137" y="210"/>
                    <a:pt x="157" y="194"/>
                  </a:cubicBezTo>
                  <a:cubicBezTo>
                    <a:pt x="190" y="173"/>
                    <a:pt x="207" y="140"/>
                    <a:pt x="207" y="124"/>
                  </a:cubicBezTo>
                  <a:cubicBezTo>
                    <a:pt x="207" y="91"/>
                    <a:pt x="207" y="70"/>
                    <a:pt x="190" y="37"/>
                  </a:cubicBezTo>
                  <a:cubicBezTo>
                    <a:pt x="174" y="21"/>
                    <a:pt x="137" y="4"/>
                    <a:pt x="120" y="4"/>
                  </a:cubicBezTo>
                  <a:cubicBezTo>
                    <a:pt x="111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9"/>
            <p:cNvSpPr/>
            <p:nvPr/>
          </p:nvSpPr>
          <p:spPr>
            <a:xfrm>
              <a:off x="4077175" y="31626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10" y="0"/>
                  </a:moveTo>
                  <a:cubicBezTo>
                    <a:pt x="96" y="0"/>
                    <a:pt x="83" y="2"/>
                    <a:pt x="70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17" y="163"/>
                    <a:pt x="38" y="163"/>
                    <a:pt x="38" y="179"/>
                  </a:cubicBezTo>
                  <a:cubicBezTo>
                    <a:pt x="57" y="199"/>
                    <a:pt x="76" y="207"/>
                    <a:pt x="100" y="207"/>
                  </a:cubicBezTo>
                  <a:cubicBezTo>
                    <a:pt x="116" y="207"/>
                    <a:pt x="135" y="203"/>
                    <a:pt x="157" y="196"/>
                  </a:cubicBezTo>
                  <a:cubicBezTo>
                    <a:pt x="190" y="179"/>
                    <a:pt x="207" y="142"/>
                    <a:pt x="223" y="109"/>
                  </a:cubicBezTo>
                  <a:cubicBezTo>
                    <a:pt x="223" y="93"/>
                    <a:pt x="223" y="76"/>
                    <a:pt x="207" y="60"/>
                  </a:cubicBezTo>
                  <a:cubicBezTo>
                    <a:pt x="194" y="19"/>
                    <a:pt x="151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9"/>
            <p:cNvSpPr/>
            <p:nvPr/>
          </p:nvSpPr>
          <p:spPr>
            <a:xfrm>
              <a:off x="4062650" y="3181225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03" y="0"/>
                  </a:moveTo>
                  <a:cubicBezTo>
                    <a:pt x="66" y="0"/>
                    <a:pt x="50" y="17"/>
                    <a:pt x="33" y="37"/>
                  </a:cubicBezTo>
                  <a:cubicBezTo>
                    <a:pt x="17" y="54"/>
                    <a:pt x="0" y="87"/>
                    <a:pt x="0" y="103"/>
                  </a:cubicBezTo>
                  <a:cubicBezTo>
                    <a:pt x="0" y="120"/>
                    <a:pt x="17" y="120"/>
                    <a:pt x="17" y="140"/>
                  </a:cubicBezTo>
                  <a:cubicBezTo>
                    <a:pt x="17" y="157"/>
                    <a:pt x="33" y="173"/>
                    <a:pt x="50" y="173"/>
                  </a:cubicBezTo>
                  <a:cubicBezTo>
                    <a:pt x="64" y="196"/>
                    <a:pt x="87" y="205"/>
                    <a:pt x="110" y="205"/>
                  </a:cubicBezTo>
                  <a:cubicBezTo>
                    <a:pt x="138" y="205"/>
                    <a:pt x="168" y="191"/>
                    <a:pt x="186" y="173"/>
                  </a:cubicBezTo>
                  <a:cubicBezTo>
                    <a:pt x="206" y="140"/>
                    <a:pt x="223" y="120"/>
                    <a:pt x="223" y="87"/>
                  </a:cubicBezTo>
                  <a:cubicBezTo>
                    <a:pt x="206" y="70"/>
                    <a:pt x="206" y="3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9"/>
            <p:cNvSpPr/>
            <p:nvPr/>
          </p:nvSpPr>
          <p:spPr>
            <a:xfrm>
              <a:off x="4060475" y="31945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24"/>
                    <a:pt x="17" y="140"/>
                  </a:cubicBezTo>
                  <a:cubicBezTo>
                    <a:pt x="17" y="157"/>
                    <a:pt x="17" y="157"/>
                    <a:pt x="33" y="173"/>
                  </a:cubicBezTo>
                  <a:cubicBezTo>
                    <a:pt x="33" y="190"/>
                    <a:pt x="66" y="206"/>
                    <a:pt x="104" y="206"/>
                  </a:cubicBezTo>
                  <a:cubicBezTo>
                    <a:pt x="120" y="206"/>
                    <a:pt x="153" y="206"/>
                    <a:pt x="170" y="190"/>
                  </a:cubicBezTo>
                  <a:cubicBezTo>
                    <a:pt x="190" y="173"/>
                    <a:pt x="207" y="157"/>
                    <a:pt x="207" y="124"/>
                  </a:cubicBezTo>
                  <a:cubicBezTo>
                    <a:pt x="223" y="70"/>
                    <a:pt x="190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9"/>
            <p:cNvSpPr/>
            <p:nvPr/>
          </p:nvSpPr>
          <p:spPr>
            <a:xfrm>
              <a:off x="4096550" y="3129775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29" y="0"/>
                  </a:moveTo>
                  <a:cubicBezTo>
                    <a:pt x="115" y="0"/>
                    <a:pt x="101" y="4"/>
                    <a:pt x="87" y="13"/>
                  </a:cubicBezTo>
                  <a:cubicBezTo>
                    <a:pt x="17" y="34"/>
                    <a:pt x="1" y="83"/>
                    <a:pt x="17" y="137"/>
                  </a:cubicBezTo>
                  <a:cubicBezTo>
                    <a:pt x="30" y="187"/>
                    <a:pt x="73" y="209"/>
                    <a:pt x="116" y="209"/>
                  </a:cubicBezTo>
                  <a:cubicBezTo>
                    <a:pt x="129" y="209"/>
                    <a:pt x="141" y="207"/>
                    <a:pt x="153" y="203"/>
                  </a:cubicBezTo>
                  <a:cubicBezTo>
                    <a:pt x="207" y="186"/>
                    <a:pt x="240" y="116"/>
                    <a:pt x="223" y="67"/>
                  </a:cubicBezTo>
                  <a:cubicBezTo>
                    <a:pt x="199" y="28"/>
                    <a:pt x="165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9"/>
            <p:cNvSpPr/>
            <p:nvPr/>
          </p:nvSpPr>
          <p:spPr>
            <a:xfrm>
              <a:off x="4063050" y="3167825"/>
              <a:ext cx="5600" cy="5450"/>
            </a:xfrm>
            <a:custGeom>
              <a:avLst/>
              <a:gdLst/>
              <a:ahLst/>
              <a:cxnLst/>
              <a:rect l="l" t="t" r="r" b="b"/>
              <a:pathLst>
                <a:path w="224" h="218" extrusionOk="0">
                  <a:moveTo>
                    <a:pt x="102" y="0"/>
                  </a:moveTo>
                  <a:cubicBezTo>
                    <a:pt x="91" y="0"/>
                    <a:pt x="79" y="1"/>
                    <a:pt x="67" y="4"/>
                  </a:cubicBezTo>
                  <a:cubicBezTo>
                    <a:pt x="17" y="37"/>
                    <a:pt x="1" y="91"/>
                    <a:pt x="17" y="140"/>
                  </a:cubicBezTo>
                  <a:cubicBezTo>
                    <a:pt x="17" y="161"/>
                    <a:pt x="34" y="178"/>
                    <a:pt x="50" y="194"/>
                  </a:cubicBezTo>
                  <a:cubicBezTo>
                    <a:pt x="62" y="206"/>
                    <a:pt x="92" y="217"/>
                    <a:pt x="120" y="217"/>
                  </a:cubicBezTo>
                  <a:cubicBezTo>
                    <a:pt x="132" y="217"/>
                    <a:pt x="143" y="215"/>
                    <a:pt x="153" y="211"/>
                  </a:cubicBezTo>
                  <a:cubicBezTo>
                    <a:pt x="190" y="194"/>
                    <a:pt x="207" y="161"/>
                    <a:pt x="223" y="124"/>
                  </a:cubicBezTo>
                  <a:cubicBezTo>
                    <a:pt x="223" y="107"/>
                    <a:pt x="223" y="91"/>
                    <a:pt x="207" y="74"/>
                  </a:cubicBezTo>
                  <a:cubicBezTo>
                    <a:pt x="193" y="30"/>
                    <a:pt x="154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9"/>
            <p:cNvSpPr/>
            <p:nvPr/>
          </p:nvSpPr>
          <p:spPr>
            <a:xfrm>
              <a:off x="4075000" y="31781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0" y="0"/>
                  </a:moveTo>
                  <a:cubicBezTo>
                    <a:pt x="38" y="0"/>
                    <a:pt x="1" y="33"/>
                    <a:pt x="1" y="91"/>
                  </a:cubicBezTo>
                  <a:lnTo>
                    <a:pt x="1" y="141"/>
                  </a:lnTo>
                  <a:cubicBezTo>
                    <a:pt x="21" y="178"/>
                    <a:pt x="54" y="194"/>
                    <a:pt x="87" y="211"/>
                  </a:cubicBezTo>
                  <a:cubicBezTo>
                    <a:pt x="141" y="211"/>
                    <a:pt x="190" y="178"/>
                    <a:pt x="207" y="124"/>
                  </a:cubicBezTo>
                  <a:cubicBezTo>
                    <a:pt x="207" y="91"/>
                    <a:pt x="207" y="58"/>
                    <a:pt x="190" y="38"/>
                  </a:cubicBezTo>
                  <a:cubicBezTo>
                    <a:pt x="174" y="21"/>
                    <a:pt x="141" y="5"/>
                    <a:pt x="125" y="5"/>
                  </a:cubicBezTo>
                  <a:cubicBezTo>
                    <a:pt x="113" y="2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9"/>
            <p:cNvSpPr/>
            <p:nvPr/>
          </p:nvSpPr>
          <p:spPr>
            <a:xfrm>
              <a:off x="4068625" y="3140225"/>
              <a:ext cx="5175" cy="5050"/>
            </a:xfrm>
            <a:custGeom>
              <a:avLst/>
              <a:gdLst/>
              <a:ahLst/>
              <a:cxnLst/>
              <a:rect l="l" t="t" r="r" b="b"/>
              <a:pathLst>
                <a:path w="207" h="202" extrusionOk="0">
                  <a:moveTo>
                    <a:pt x="95" y="1"/>
                  </a:moveTo>
                  <a:cubicBezTo>
                    <a:pt x="76" y="1"/>
                    <a:pt x="60" y="13"/>
                    <a:pt x="33" y="28"/>
                  </a:cubicBezTo>
                  <a:cubicBezTo>
                    <a:pt x="17" y="45"/>
                    <a:pt x="0" y="61"/>
                    <a:pt x="0" y="94"/>
                  </a:cubicBezTo>
                  <a:lnTo>
                    <a:pt x="0" y="148"/>
                  </a:lnTo>
                  <a:lnTo>
                    <a:pt x="17" y="164"/>
                  </a:lnTo>
                  <a:cubicBezTo>
                    <a:pt x="33" y="181"/>
                    <a:pt x="50" y="197"/>
                    <a:pt x="87" y="197"/>
                  </a:cubicBezTo>
                  <a:cubicBezTo>
                    <a:pt x="95" y="200"/>
                    <a:pt x="104" y="201"/>
                    <a:pt x="112" y="201"/>
                  </a:cubicBezTo>
                  <a:cubicBezTo>
                    <a:pt x="153" y="201"/>
                    <a:pt x="193" y="169"/>
                    <a:pt x="206" y="111"/>
                  </a:cubicBezTo>
                  <a:cubicBezTo>
                    <a:pt x="206" y="94"/>
                    <a:pt x="206" y="61"/>
                    <a:pt x="190" y="45"/>
                  </a:cubicBezTo>
                  <a:cubicBezTo>
                    <a:pt x="173" y="28"/>
                    <a:pt x="136" y="8"/>
                    <a:pt x="120" y="8"/>
                  </a:cubicBezTo>
                  <a:cubicBezTo>
                    <a:pt x="110" y="3"/>
                    <a:pt x="102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9"/>
            <p:cNvSpPr/>
            <p:nvPr/>
          </p:nvSpPr>
          <p:spPr>
            <a:xfrm>
              <a:off x="4072950" y="319320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99" y="0"/>
                  </a:moveTo>
                  <a:cubicBezTo>
                    <a:pt x="54" y="0"/>
                    <a:pt x="15" y="44"/>
                    <a:pt x="0" y="90"/>
                  </a:cubicBezTo>
                  <a:cubicBezTo>
                    <a:pt x="0" y="107"/>
                    <a:pt x="0" y="123"/>
                    <a:pt x="17" y="140"/>
                  </a:cubicBezTo>
                  <a:cubicBezTo>
                    <a:pt x="17" y="140"/>
                    <a:pt x="17" y="156"/>
                    <a:pt x="33" y="156"/>
                  </a:cubicBezTo>
                  <a:cubicBezTo>
                    <a:pt x="33" y="193"/>
                    <a:pt x="66" y="193"/>
                    <a:pt x="103" y="210"/>
                  </a:cubicBezTo>
                  <a:cubicBezTo>
                    <a:pt x="120" y="210"/>
                    <a:pt x="153" y="210"/>
                    <a:pt x="169" y="193"/>
                  </a:cubicBezTo>
                  <a:cubicBezTo>
                    <a:pt x="186" y="177"/>
                    <a:pt x="207" y="140"/>
                    <a:pt x="207" y="123"/>
                  </a:cubicBezTo>
                  <a:cubicBezTo>
                    <a:pt x="223" y="90"/>
                    <a:pt x="207" y="74"/>
                    <a:pt x="186" y="37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9"/>
            <p:cNvSpPr/>
            <p:nvPr/>
          </p:nvSpPr>
          <p:spPr>
            <a:xfrm>
              <a:off x="4056150" y="3148900"/>
              <a:ext cx="5575" cy="5050"/>
            </a:xfrm>
            <a:custGeom>
              <a:avLst/>
              <a:gdLst/>
              <a:ahLst/>
              <a:cxnLst/>
              <a:rect l="l" t="t" r="r" b="b"/>
              <a:pathLst>
                <a:path w="223" h="202" extrusionOk="0">
                  <a:moveTo>
                    <a:pt x="122" y="0"/>
                  </a:moveTo>
                  <a:cubicBezTo>
                    <a:pt x="115" y="0"/>
                    <a:pt x="108" y="2"/>
                    <a:pt x="103" y="7"/>
                  </a:cubicBezTo>
                  <a:cubicBezTo>
                    <a:pt x="70" y="7"/>
                    <a:pt x="54" y="23"/>
                    <a:pt x="33" y="40"/>
                  </a:cubicBezTo>
                  <a:cubicBezTo>
                    <a:pt x="17" y="56"/>
                    <a:pt x="0" y="93"/>
                    <a:pt x="0" y="110"/>
                  </a:cubicBezTo>
                  <a:cubicBezTo>
                    <a:pt x="0" y="126"/>
                    <a:pt x="0" y="126"/>
                    <a:pt x="17" y="143"/>
                  </a:cubicBezTo>
                  <a:cubicBezTo>
                    <a:pt x="17" y="159"/>
                    <a:pt x="33" y="176"/>
                    <a:pt x="54" y="176"/>
                  </a:cubicBezTo>
                  <a:cubicBezTo>
                    <a:pt x="69" y="193"/>
                    <a:pt x="92" y="202"/>
                    <a:pt x="115" y="202"/>
                  </a:cubicBezTo>
                  <a:cubicBezTo>
                    <a:pt x="143" y="202"/>
                    <a:pt x="172" y="189"/>
                    <a:pt x="190" y="159"/>
                  </a:cubicBezTo>
                  <a:cubicBezTo>
                    <a:pt x="223" y="126"/>
                    <a:pt x="223" y="56"/>
                    <a:pt x="173" y="23"/>
                  </a:cubicBezTo>
                  <a:cubicBezTo>
                    <a:pt x="162" y="12"/>
                    <a:pt x="140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9"/>
            <p:cNvSpPr/>
            <p:nvPr/>
          </p:nvSpPr>
          <p:spPr>
            <a:xfrm>
              <a:off x="4128700" y="31579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5" y="1"/>
                  </a:moveTo>
                  <a:cubicBezTo>
                    <a:pt x="58" y="1"/>
                    <a:pt x="17" y="47"/>
                    <a:pt x="17" y="90"/>
                  </a:cubicBezTo>
                  <a:cubicBezTo>
                    <a:pt x="1" y="107"/>
                    <a:pt x="17" y="123"/>
                    <a:pt x="17" y="144"/>
                  </a:cubicBezTo>
                  <a:cubicBezTo>
                    <a:pt x="17" y="144"/>
                    <a:pt x="17" y="160"/>
                    <a:pt x="38" y="160"/>
                  </a:cubicBezTo>
                  <a:cubicBezTo>
                    <a:pt x="54" y="193"/>
                    <a:pt x="71" y="210"/>
                    <a:pt x="104" y="210"/>
                  </a:cubicBezTo>
                  <a:cubicBezTo>
                    <a:pt x="158" y="210"/>
                    <a:pt x="207" y="177"/>
                    <a:pt x="223" y="123"/>
                  </a:cubicBezTo>
                  <a:cubicBezTo>
                    <a:pt x="223" y="90"/>
                    <a:pt x="223" y="74"/>
                    <a:pt x="207" y="41"/>
                  </a:cubicBezTo>
                  <a:cubicBezTo>
                    <a:pt x="191" y="20"/>
                    <a:pt x="158" y="4"/>
                    <a:pt x="141" y="4"/>
                  </a:cubicBezTo>
                  <a:cubicBezTo>
                    <a:pt x="132" y="1"/>
                    <a:pt x="124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9"/>
            <p:cNvSpPr/>
            <p:nvPr/>
          </p:nvSpPr>
          <p:spPr>
            <a:xfrm>
              <a:off x="4131275" y="313010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0" y="0"/>
                  </a:moveTo>
                  <a:cubicBezTo>
                    <a:pt x="88" y="0"/>
                    <a:pt x="71" y="0"/>
                    <a:pt x="38" y="21"/>
                  </a:cubicBezTo>
                  <a:cubicBezTo>
                    <a:pt x="17" y="37"/>
                    <a:pt x="1" y="70"/>
                    <a:pt x="1" y="87"/>
                  </a:cubicBezTo>
                  <a:lnTo>
                    <a:pt x="1" y="140"/>
                  </a:lnTo>
                  <a:cubicBezTo>
                    <a:pt x="1" y="157"/>
                    <a:pt x="17" y="157"/>
                    <a:pt x="17" y="173"/>
                  </a:cubicBezTo>
                  <a:cubicBezTo>
                    <a:pt x="38" y="190"/>
                    <a:pt x="55" y="206"/>
                    <a:pt x="88" y="206"/>
                  </a:cubicBezTo>
                  <a:cubicBezTo>
                    <a:pt x="141" y="206"/>
                    <a:pt x="191" y="173"/>
                    <a:pt x="207" y="124"/>
                  </a:cubicBezTo>
                  <a:cubicBezTo>
                    <a:pt x="207" y="87"/>
                    <a:pt x="207" y="70"/>
                    <a:pt x="191" y="37"/>
                  </a:cubicBezTo>
                  <a:cubicBezTo>
                    <a:pt x="174" y="21"/>
                    <a:pt x="14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9"/>
            <p:cNvSpPr/>
            <p:nvPr/>
          </p:nvSpPr>
          <p:spPr>
            <a:xfrm>
              <a:off x="4130050" y="31442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3" y="1"/>
                  </a:moveTo>
                  <a:cubicBezTo>
                    <a:pt x="38" y="1"/>
                    <a:pt x="0" y="44"/>
                    <a:pt x="0" y="91"/>
                  </a:cubicBezTo>
                  <a:lnTo>
                    <a:pt x="0" y="124"/>
                  </a:lnTo>
                  <a:lnTo>
                    <a:pt x="0" y="140"/>
                  </a:lnTo>
                  <a:lnTo>
                    <a:pt x="17" y="157"/>
                  </a:lnTo>
                  <a:cubicBezTo>
                    <a:pt x="33" y="194"/>
                    <a:pt x="50" y="210"/>
                    <a:pt x="87" y="210"/>
                  </a:cubicBezTo>
                  <a:cubicBezTo>
                    <a:pt x="120" y="210"/>
                    <a:pt x="137" y="210"/>
                    <a:pt x="153" y="194"/>
                  </a:cubicBezTo>
                  <a:cubicBezTo>
                    <a:pt x="190" y="177"/>
                    <a:pt x="207" y="140"/>
                    <a:pt x="207" y="124"/>
                  </a:cubicBezTo>
                  <a:cubicBezTo>
                    <a:pt x="207" y="91"/>
                    <a:pt x="207" y="74"/>
                    <a:pt x="190" y="54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9"/>
            <p:cNvSpPr/>
            <p:nvPr/>
          </p:nvSpPr>
          <p:spPr>
            <a:xfrm>
              <a:off x="4124475" y="31699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08" y="1"/>
                  </a:moveTo>
                  <a:cubicBezTo>
                    <a:pt x="94" y="1"/>
                    <a:pt x="80" y="3"/>
                    <a:pt x="67" y="7"/>
                  </a:cubicBezTo>
                  <a:cubicBezTo>
                    <a:pt x="17" y="23"/>
                    <a:pt x="1" y="94"/>
                    <a:pt x="17" y="143"/>
                  </a:cubicBezTo>
                  <a:cubicBezTo>
                    <a:pt x="30" y="183"/>
                    <a:pt x="61" y="203"/>
                    <a:pt x="106" y="203"/>
                  </a:cubicBezTo>
                  <a:cubicBezTo>
                    <a:pt x="120" y="203"/>
                    <a:pt x="136" y="201"/>
                    <a:pt x="153" y="197"/>
                  </a:cubicBezTo>
                  <a:cubicBezTo>
                    <a:pt x="207" y="180"/>
                    <a:pt x="223" y="110"/>
                    <a:pt x="207" y="56"/>
                  </a:cubicBezTo>
                  <a:cubicBezTo>
                    <a:pt x="191" y="19"/>
                    <a:pt x="151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9"/>
            <p:cNvSpPr/>
            <p:nvPr/>
          </p:nvSpPr>
          <p:spPr>
            <a:xfrm>
              <a:off x="4146325" y="31261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5" y="1"/>
                  </a:moveTo>
                  <a:cubicBezTo>
                    <a:pt x="54" y="1"/>
                    <a:pt x="15" y="33"/>
                    <a:pt x="1" y="91"/>
                  </a:cubicBezTo>
                  <a:cubicBezTo>
                    <a:pt x="1" y="108"/>
                    <a:pt x="1" y="124"/>
                    <a:pt x="17" y="141"/>
                  </a:cubicBezTo>
                  <a:lnTo>
                    <a:pt x="17" y="157"/>
                  </a:lnTo>
                  <a:cubicBezTo>
                    <a:pt x="34" y="178"/>
                    <a:pt x="71" y="194"/>
                    <a:pt x="87" y="211"/>
                  </a:cubicBezTo>
                  <a:cubicBezTo>
                    <a:pt x="120" y="211"/>
                    <a:pt x="158" y="194"/>
                    <a:pt x="174" y="194"/>
                  </a:cubicBezTo>
                  <a:cubicBezTo>
                    <a:pt x="191" y="178"/>
                    <a:pt x="207" y="141"/>
                    <a:pt x="207" y="124"/>
                  </a:cubicBezTo>
                  <a:cubicBezTo>
                    <a:pt x="223" y="91"/>
                    <a:pt x="207" y="54"/>
                    <a:pt x="191" y="38"/>
                  </a:cubicBezTo>
                  <a:cubicBezTo>
                    <a:pt x="174" y="21"/>
                    <a:pt x="158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9"/>
            <p:cNvSpPr/>
            <p:nvPr/>
          </p:nvSpPr>
          <p:spPr>
            <a:xfrm>
              <a:off x="4142925" y="31373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4" y="42"/>
                    <a:pt x="1" y="92"/>
                    <a:pt x="17" y="145"/>
                  </a:cubicBezTo>
                  <a:cubicBezTo>
                    <a:pt x="34" y="162"/>
                    <a:pt x="34" y="178"/>
                    <a:pt x="50" y="178"/>
                  </a:cubicBezTo>
                  <a:cubicBezTo>
                    <a:pt x="87" y="211"/>
                    <a:pt x="120" y="211"/>
                    <a:pt x="153" y="211"/>
                  </a:cubicBezTo>
                  <a:cubicBezTo>
                    <a:pt x="207" y="195"/>
                    <a:pt x="223" y="162"/>
                    <a:pt x="223" y="125"/>
                  </a:cubicBezTo>
                  <a:lnTo>
                    <a:pt x="223" y="75"/>
                  </a:lnTo>
                  <a:cubicBezTo>
                    <a:pt x="210" y="31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9"/>
            <p:cNvSpPr/>
            <p:nvPr/>
          </p:nvSpPr>
          <p:spPr>
            <a:xfrm>
              <a:off x="4142925" y="315055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115" y="0"/>
                  </a:moveTo>
                  <a:cubicBezTo>
                    <a:pt x="106" y="0"/>
                    <a:pt x="97" y="2"/>
                    <a:pt x="87" y="7"/>
                  </a:cubicBezTo>
                  <a:cubicBezTo>
                    <a:pt x="67" y="7"/>
                    <a:pt x="34" y="27"/>
                    <a:pt x="17" y="44"/>
                  </a:cubicBezTo>
                  <a:cubicBezTo>
                    <a:pt x="1" y="60"/>
                    <a:pt x="1" y="93"/>
                    <a:pt x="1" y="110"/>
                  </a:cubicBezTo>
                  <a:lnTo>
                    <a:pt x="1" y="147"/>
                  </a:lnTo>
                  <a:cubicBezTo>
                    <a:pt x="17" y="164"/>
                    <a:pt x="17" y="180"/>
                    <a:pt x="34" y="180"/>
                  </a:cubicBezTo>
                  <a:cubicBezTo>
                    <a:pt x="58" y="195"/>
                    <a:pt x="84" y="203"/>
                    <a:pt x="110" y="203"/>
                  </a:cubicBezTo>
                  <a:cubicBezTo>
                    <a:pt x="141" y="203"/>
                    <a:pt x="170" y="191"/>
                    <a:pt x="190" y="164"/>
                  </a:cubicBezTo>
                  <a:cubicBezTo>
                    <a:pt x="207" y="147"/>
                    <a:pt x="207" y="131"/>
                    <a:pt x="207" y="93"/>
                  </a:cubicBezTo>
                  <a:cubicBezTo>
                    <a:pt x="207" y="60"/>
                    <a:pt x="190" y="44"/>
                    <a:pt x="170" y="27"/>
                  </a:cubicBezTo>
                  <a:cubicBezTo>
                    <a:pt x="158" y="1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9"/>
            <p:cNvSpPr/>
            <p:nvPr/>
          </p:nvSpPr>
          <p:spPr>
            <a:xfrm>
              <a:off x="4136450" y="3118150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87" y="0"/>
                  </a:moveTo>
                  <a:cubicBezTo>
                    <a:pt x="70" y="16"/>
                    <a:pt x="37" y="16"/>
                    <a:pt x="17" y="49"/>
                  </a:cubicBezTo>
                  <a:cubicBezTo>
                    <a:pt x="0" y="66"/>
                    <a:pt x="0" y="87"/>
                    <a:pt x="0" y="120"/>
                  </a:cubicBezTo>
                  <a:lnTo>
                    <a:pt x="0" y="153"/>
                  </a:lnTo>
                  <a:cubicBezTo>
                    <a:pt x="17" y="169"/>
                    <a:pt x="17" y="169"/>
                    <a:pt x="37" y="190"/>
                  </a:cubicBezTo>
                  <a:cubicBezTo>
                    <a:pt x="59" y="204"/>
                    <a:pt x="85" y="212"/>
                    <a:pt x="109" y="212"/>
                  </a:cubicBezTo>
                  <a:cubicBezTo>
                    <a:pt x="141" y="212"/>
                    <a:pt x="171" y="199"/>
                    <a:pt x="190" y="169"/>
                  </a:cubicBezTo>
                  <a:cubicBezTo>
                    <a:pt x="223" y="136"/>
                    <a:pt x="206" y="66"/>
                    <a:pt x="173" y="33"/>
                  </a:cubicBezTo>
                  <a:cubicBezTo>
                    <a:pt x="140" y="16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9"/>
            <p:cNvSpPr/>
            <p:nvPr/>
          </p:nvSpPr>
          <p:spPr>
            <a:xfrm>
              <a:off x="4123150" y="31837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0" y="0"/>
                  </a:moveTo>
                  <a:cubicBezTo>
                    <a:pt x="54" y="0"/>
                    <a:pt x="0" y="47"/>
                    <a:pt x="0" y="90"/>
                  </a:cubicBezTo>
                  <a:lnTo>
                    <a:pt x="0" y="143"/>
                  </a:lnTo>
                  <a:lnTo>
                    <a:pt x="17" y="160"/>
                  </a:lnTo>
                  <a:cubicBezTo>
                    <a:pt x="33" y="193"/>
                    <a:pt x="54" y="193"/>
                    <a:pt x="87" y="209"/>
                  </a:cubicBezTo>
                  <a:cubicBezTo>
                    <a:pt x="136" y="209"/>
                    <a:pt x="190" y="176"/>
                    <a:pt x="206" y="123"/>
                  </a:cubicBezTo>
                  <a:cubicBezTo>
                    <a:pt x="206" y="90"/>
                    <a:pt x="206" y="73"/>
                    <a:pt x="190" y="40"/>
                  </a:cubicBezTo>
                  <a:cubicBezTo>
                    <a:pt x="173" y="20"/>
                    <a:pt x="157" y="3"/>
                    <a:pt x="120" y="3"/>
                  </a:cubicBezTo>
                  <a:cubicBezTo>
                    <a:pt x="114" y="1"/>
                    <a:pt x="107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9"/>
            <p:cNvSpPr/>
            <p:nvPr/>
          </p:nvSpPr>
          <p:spPr>
            <a:xfrm>
              <a:off x="4120150" y="31206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04" y="1"/>
                  </a:moveTo>
                  <a:cubicBezTo>
                    <a:pt x="54" y="1"/>
                    <a:pt x="17" y="34"/>
                    <a:pt x="17" y="92"/>
                  </a:cubicBezTo>
                  <a:cubicBezTo>
                    <a:pt x="1" y="108"/>
                    <a:pt x="17" y="125"/>
                    <a:pt x="17" y="141"/>
                  </a:cubicBezTo>
                  <a:cubicBezTo>
                    <a:pt x="17" y="141"/>
                    <a:pt x="17" y="158"/>
                    <a:pt x="34" y="158"/>
                  </a:cubicBezTo>
                  <a:cubicBezTo>
                    <a:pt x="50" y="195"/>
                    <a:pt x="71" y="195"/>
                    <a:pt x="104" y="211"/>
                  </a:cubicBezTo>
                  <a:cubicBezTo>
                    <a:pt x="153" y="211"/>
                    <a:pt x="207" y="174"/>
                    <a:pt x="223" y="125"/>
                  </a:cubicBezTo>
                  <a:cubicBezTo>
                    <a:pt x="223" y="92"/>
                    <a:pt x="207" y="55"/>
                    <a:pt x="207" y="38"/>
                  </a:cubicBezTo>
                  <a:cubicBezTo>
                    <a:pt x="190" y="22"/>
                    <a:pt x="153" y="5"/>
                    <a:pt x="137" y="5"/>
                  </a:cubicBezTo>
                  <a:cubicBezTo>
                    <a:pt x="125" y="2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9"/>
            <p:cNvSpPr/>
            <p:nvPr/>
          </p:nvSpPr>
          <p:spPr>
            <a:xfrm>
              <a:off x="4109850" y="31086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50" y="1"/>
                    <a:pt x="0" y="34"/>
                    <a:pt x="0" y="87"/>
                  </a:cubicBezTo>
                  <a:lnTo>
                    <a:pt x="0" y="137"/>
                  </a:lnTo>
                  <a:cubicBezTo>
                    <a:pt x="0" y="157"/>
                    <a:pt x="17" y="157"/>
                    <a:pt x="17" y="174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136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4"/>
                  </a:cubicBezTo>
                  <a:cubicBezTo>
                    <a:pt x="174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9"/>
            <p:cNvSpPr/>
            <p:nvPr/>
          </p:nvSpPr>
          <p:spPr>
            <a:xfrm>
              <a:off x="4106450" y="31409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50" y="0"/>
                    <a:pt x="0" y="33"/>
                    <a:pt x="0" y="83"/>
                  </a:cubicBezTo>
                  <a:lnTo>
                    <a:pt x="0" y="153"/>
                  </a:lnTo>
                  <a:lnTo>
                    <a:pt x="17" y="169"/>
                  </a:lnTo>
                  <a:cubicBezTo>
                    <a:pt x="33" y="186"/>
                    <a:pt x="50" y="206"/>
                    <a:pt x="83" y="206"/>
                  </a:cubicBezTo>
                  <a:cubicBezTo>
                    <a:pt x="91" y="209"/>
                    <a:pt x="100" y="210"/>
                    <a:pt x="108" y="210"/>
                  </a:cubicBezTo>
                  <a:cubicBezTo>
                    <a:pt x="151" y="210"/>
                    <a:pt x="189" y="175"/>
                    <a:pt x="206" y="120"/>
                  </a:cubicBezTo>
                  <a:cubicBezTo>
                    <a:pt x="206" y="103"/>
                    <a:pt x="206" y="66"/>
                    <a:pt x="186" y="50"/>
                  </a:cubicBezTo>
                  <a:cubicBezTo>
                    <a:pt x="169" y="33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9"/>
            <p:cNvSpPr/>
            <p:nvPr/>
          </p:nvSpPr>
          <p:spPr>
            <a:xfrm>
              <a:off x="4107275" y="3122200"/>
              <a:ext cx="5575" cy="5075"/>
            </a:xfrm>
            <a:custGeom>
              <a:avLst/>
              <a:gdLst/>
              <a:ahLst/>
              <a:cxnLst/>
              <a:rect l="l" t="t" r="r" b="b"/>
              <a:pathLst>
                <a:path w="223" h="203" extrusionOk="0">
                  <a:moveTo>
                    <a:pt x="110" y="1"/>
                  </a:moveTo>
                  <a:cubicBezTo>
                    <a:pt x="96" y="1"/>
                    <a:pt x="83" y="3"/>
                    <a:pt x="70" y="7"/>
                  </a:cubicBezTo>
                  <a:cubicBezTo>
                    <a:pt x="17" y="28"/>
                    <a:pt x="0" y="77"/>
                    <a:pt x="17" y="147"/>
                  </a:cubicBezTo>
                  <a:cubicBezTo>
                    <a:pt x="29" y="184"/>
                    <a:pt x="72" y="203"/>
                    <a:pt x="113" y="203"/>
                  </a:cubicBezTo>
                  <a:cubicBezTo>
                    <a:pt x="127" y="203"/>
                    <a:pt x="140" y="201"/>
                    <a:pt x="153" y="197"/>
                  </a:cubicBezTo>
                  <a:cubicBezTo>
                    <a:pt x="206" y="180"/>
                    <a:pt x="223" y="110"/>
                    <a:pt x="206" y="61"/>
                  </a:cubicBezTo>
                  <a:cubicBezTo>
                    <a:pt x="194" y="20"/>
                    <a:pt x="151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9"/>
            <p:cNvSpPr/>
            <p:nvPr/>
          </p:nvSpPr>
          <p:spPr>
            <a:xfrm>
              <a:off x="4102125" y="315295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1" y="1"/>
                  </a:moveTo>
                  <a:cubicBezTo>
                    <a:pt x="116" y="1"/>
                    <a:pt x="100" y="5"/>
                    <a:pt x="87" y="14"/>
                  </a:cubicBezTo>
                  <a:cubicBezTo>
                    <a:pt x="33" y="35"/>
                    <a:pt x="0" y="84"/>
                    <a:pt x="17" y="138"/>
                  </a:cubicBezTo>
                  <a:cubicBezTo>
                    <a:pt x="33" y="154"/>
                    <a:pt x="33" y="171"/>
                    <a:pt x="50" y="187"/>
                  </a:cubicBezTo>
                  <a:cubicBezTo>
                    <a:pt x="76" y="199"/>
                    <a:pt x="100" y="210"/>
                    <a:pt x="124" y="210"/>
                  </a:cubicBezTo>
                  <a:cubicBezTo>
                    <a:pt x="133" y="210"/>
                    <a:pt x="143" y="208"/>
                    <a:pt x="153" y="204"/>
                  </a:cubicBezTo>
                  <a:cubicBezTo>
                    <a:pt x="206" y="187"/>
                    <a:pt x="223" y="154"/>
                    <a:pt x="223" y="117"/>
                  </a:cubicBezTo>
                  <a:lnTo>
                    <a:pt x="223" y="68"/>
                  </a:lnTo>
                  <a:cubicBezTo>
                    <a:pt x="211" y="29"/>
                    <a:pt x="171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9"/>
            <p:cNvSpPr/>
            <p:nvPr/>
          </p:nvSpPr>
          <p:spPr>
            <a:xfrm>
              <a:off x="4117175" y="3134375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124" y="1"/>
                  </a:moveTo>
                  <a:cubicBezTo>
                    <a:pt x="88" y="1"/>
                    <a:pt x="53" y="15"/>
                    <a:pt x="33" y="35"/>
                  </a:cubicBezTo>
                  <a:cubicBezTo>
                    <a:pt x="17" y="56"/>
                    <a:pt x="0" y="89"/>
                    <a:pt x="17" y="122"/>
                  </a:cubicBezTo>
                  <a:lnTo>
                    <a:pt x="17" y="138"/>
                  </a:lnTo>
                  <a:cubicBezTo>
                    <a:pt x="17" y="159"/>
                    <a:pt x="33" y="176"/>
                    <a:pt x="50" y="192"/>
                  </a:cubicBezTo>
                  <a:cubicBezTo>
                    <a:pt x="70" y="205"/>
                    <a:pt x="90" y="210"/>
                    <a:pt x="109" y="210"/>
                  </a:cubicBezTo>
                  <a:cubicBezTo>
                    <a:pt x="139" y="210"/>
                    <a:pt x="167" y="196"/>
                    <a:pt x="190" y="176"/>
                  </a:cubicBezTo>
                  <a:cubicBezTo>
                    <a:pt x="239" y="122"/>
                    <a:pt x="223" y="56"/>
                    <a:pt x="190" y="19"/>
                  </a:cubicBezTo>
                  <a:cubicBezTo>
                    <a:pt x="169" y="6"/>
                    <a:pt x="146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9"/>
            <p:cNvSpPr/>
            <p:nvPr/>
          </p:nvSpPr>
          <p:spPr>
            <a:xfrm>
              <a:off x="4097375" y="310160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2" y="1"/>
                  </a:moveTo>
                  <a:cubicBezTo>
                    <a:pt x="110" y="1"/>
                    <a:pt x="99" y="3"/>
                    <a:pt x="87" y="6"/>
                  </a:cubicBezTo>
                  <a:cubicBezTo>
                    <a:pt x="17" y="27"/>
                    <a:pt x="0" y="93"/>
                    <a:pt x="17" y="147"/>
                  </a:cubicBezTo>
                  <a:cubicBezTo>
                    <a:pt x="29" y="184"/>
                    <a:pt x="72" y="202"/>
                    <a:pt x="115" y="202"/>
                  </a:cubicBezTo>
                  <a:cubicBezTo>
                    <a:pt x="129" y="202"/>
                    <a:pt x="144" y="200"/>
                    <a:pt x="157" y="196"/>
                  </a:cubicBezTo>
                  <a:cubicBezTo>
                    <a:pt x="207" y="180"/>
                    <a:pt x="240" y="130"/>
                    <a:pt x="207" y="77"/>
                  </a:cubicBezTo>
                  <a:cubicBezTo>
                    <a:pt x="194" y="23"/>
                    <a:pt x="160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9"/>
            <p:cNvSpPr/>
            <p:nvPr/>
          </p:nvSpPr>
          <p:spPr>
            <a:xfrm>
              <a:off x="4116750" y="31508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2" y="1"/>
                  </a:moveTo>
                  <a:cubicBezTo>
                    <a:pt x="88" y="1"/>
                    <a:pt x="75" y="6"/>
                    <a:pt x="67" y="16"/>
                  </a:cubicBezTo>
                  <a:cubicBezTo>
                    <a:pt x="50" y="16"/>
                    <a:pt x="17" y="33"/>
                    <a:pt x="17" y="66"/>
                  </a:cubicBezTo>
                  <a:cubicBezTo>
                    <a:pt x="1" y="82"/>
                    <a:pt x="1" y="120"/>
                    <a:pt x="1" y="153"/>
                  </a:cubicBezTo>
                  <a:cubicBezTo>
                    <a:pt x="25" y="189"/>
                    <a:pt x="58" y="210"/>
                    <a:pt x="96" y="210"/>
                  </a:cubicBezTo>
                  <a:cubicBezTo>
                    <a:pt x="109" y="210"/>
                    <a:pt x="123" y="207"/>
                    <a:pt x="137" y="202"/>
                  </a:cubicBezTo>
                  <a:cubicBezTo>
                    <a:pt x="186" y="185"/>
                    <a:pt x="223" y="120"/>
                    <a:pt x="207" y="66"/>
                  </a:cubicBezTo>
                  <a:cubicBezTo>
                    <a:pt x="186" y="49"/>
                    <a:pt x="170" y="16"/>
                    <a:pt x="137" y="16"/>
                  </a:cubicBezTo>
                  <a:cubicBezTo>
                    <a:pt x="128" y="6"/>
                    <a:pt x="115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9"/>
            <p:cNvSpPr/>
            <p:nvPr/>
          </p:nvSpPr>
          <p:spPr>
            <a:xfrm>
              <a:off x="4112425" y="3162625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4" y="0"/>
                  </a:moveTo>
                  <a:cubicBezTo>
                    <a:pt x="112" y="0"/>
                    <a:pt x="99" y="2"/>
                    <a:pt x="87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29" y="183"/>
                    <a:pt x="72" y="202"/>
                    <a:pt x="114" y="202"/>
                  </a:cubicBezTo>
                  <a:cubicBezTo>
                    <a:pt x="127" y="202"/>
                    <a:pt x="141" y="200"/>
                    <a:pt x="153" y="196"/>
                  </a:cubicBezTo>
                  <a:cubicBezTo>
                    <a:pt x="207" y="179"/>
                    <a:pt x="240" y="109"/>
                    <a:pt x="223" y="60"/>
                  </a:cubicBezTo>
                  <a:cubicBezTo>
                    <a:pt x="198" y="19"/>
                    <a:pt x="162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9"/>
            <p:cNvSpPr/>
            <p:nvPr/>
          </p:nvSpPr>
          <p:spPr>
            <a:xfrm>
              <a:off x="4140775" y="31640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6" y="0"/>
                  </a:moveTo>
                  <a:cubicBezTo>
                    <a:pt x="51" y="0"/>
                    <a:pt x="0" y="45"/>
                    <a:pt x="0" y="87"/>
                  </a:cubicBezTo>
                  <a:lnTo>
                    <a:pt x="0" y="141"/>
                  </a:lnTo>
                  <a:cubicBezTo>
                    <a:pt x="0" y="157"/>
                    <a:pt x="17" y="157"/>
                    <a:pt x="17" y="157"/>
                  </a:cubicBezTo>
                  <a:cubicBezTo>
                    <a:pt x="33" y="190"/>
                    <a:pt x="50" y="211"/>
                    <a:pt x="87" y="211"/>
                  </a:cubicBezTo>
                  <a:cubicBezTo>
                    <a:pt x="120" y="211"/>
                    <a:pt x="136" y="211"/>
                    <a:pt x="173" y="190"/>
                  </a:cubicBezTo>
                  <a:cubicBezTo>
                    <a:pt x="190" y="174"/>
                    <a:pt x="206" y="141"/>
                    <a:pt x="206" y="124"/>
                  </a:cubicBezTo>
                  <a:cubicBezTo>
                    <a:pt x="223" y="71"/>
                    <a:pt x="173" y="5"/>
                    <a:pt x="120" y="5"/>
                  </a:cubicBezTo>
                  <a:cubicBezTo>
                    <a:pt x="112" y="2"/>
                    <a:pt x="104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9"/>
            <p:cNvSpPr/>
            <p:nvPr/>
          </p:nvSpPr>
          <p:spPr>
            <a:xfrm>
              <a:off x="4002450" y="3012500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87" y="0"/>
                  </a:moveTo>
                  <a:cubicBezTo>
                    <a:pt x="70" y="0"/>
                    <a:pt x="37" y="17"/>
                    <a:pt x="17" y="33"/>
                  </a:cubicBezTo>
                  <a:cubicBezTo>
                    <a:pt x="0" y="50"/>
                    <a:pt x="0" y="87"/>
                    <a:pt x="0" y="120"/>
                  </a:cubicBezTo>
                  <a:lnTo>
                    <a:pt x="0" y="136"/>
                  </a:lnTo>
                  <a:cubicBezTo>
                    <a:pt x="17" y="153"/>
                    <a:pt x="17" y="169"/>
                    <a:pt x="37" y="190"/>
                  </a:cubicBezTo>
                  <a:cubicBezTo>
                    <a:pt x="56" y="202"/>
                    <a:pt x="77" y="207"/>
                    <a:pt x="99" y="207"/>
                  </a:cubicBezTo>
                  <a:cubicBezTo>
                    <a:pt x="134" y="207"/>
                    <a:pt x="169" y="192"/>
                    <a:pt x="190" y="169"/>
                  </a:cubicBezTo>
                  <a:cubicBezTo>
                    <a:pt x="223" y="120"/>
                    <a:pt x="223" y="50"/>
                    <a:pt x="173" y="17"/>
                  </a:cubicBezTo>
                  <a:cubicBezTo>
                    <a:pt x="157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9"/>
            <p:cNvSpPr/>
            <p:nvPr/>
          </p:nvSpPr>
          <p:spPr>
            <a:xfrm>
              <a:off x="4002025" y="299647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01" y="0"/>
                  </a:moveTo>
                  <a:cubicBezTo>
                    <a:pt x="53" y="0"/>
                    <a:pt x="17" y="35"/>
                    <a:pt x="17" y="89"/>
                  </a:cubicBezTo>
                  <a:cubicBezTo>
                    <a:pt x="1" y="109"/>
                    <a:pt x="17" y="126"/>
                    <a:pt x="17" y="142"/>
                  </a:cubicBezTo>
                  <a:cubicBezTo>
                    <a:pt x="17" y="142"/>
                    <a:pt x="17" y="159"/>
                    <a:pt x="34" y="159"/>
                  </a:cubicBezTo>
                  <a:cubicBezTo>
                    <a:pt x="54" y="192"/>
                    <a:pt x="71" y="192"/>
                    <a:pt x="104" y="212"/>
                  </a:cubicBezTo>
                  <a:cubicBezTo>
                    <a:pt x="120" y="212"/>
                    <a:pt x="157" y="192"/>
                    <a:pt x="174" y="192"/>
                  </a:cubicBezTo>
                  <a:cubicBezTo>
                    <a:pt x="207" y="175"/>
                    <a:pt x="207" y="142"/>
                    <a:pt x="223" y="126"/>
                  </a:cubicBezTo>
                  <a:cubicBezTo>
                    <a:pt x="223" y="89"/>
                    <a:pt x="223" y="56"/>
                    <a:pt x="207" y="39"/>
                  </a:cubicBezTo>
                  <a:cubicBezTo>
                    <a:pt x="190" y="23"/>
                    <a:pt x="157" y="6"/>
                    <a:pt x="137" y="6"/>
                  </a:cubicBezTo>
                  <a:cubicBezTo>
                    <a:pt x="124" y="2"/>
                    <a:pt x="113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9"/>
            <p:cNvSpPr/>
            <p:nvPr/>
          </p:nvSpPr>
          <p:spPr>
            <a:xfrm>
              <a:off x="3999050" y="31034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04" y="0"/>
                  </a:moveTo>
                  <a:cubicBezTo>
                    <a:pt x="54" y="0"/>
                    <a:pt x="17" y="33"/>
                    <a:pt x="17" y="91"/>
                  </a:cubicBezTo>
                  <a:cubicBezTo>
                    <a:pt x="0" y="108"/>
                    <a:pt x="0" y="124"/>
                    <a:pt x="17" y="141"/>
                  </a:cubicBezTo>
                  <a:cubicBezTo>
                    <a:pt x="17" y="141"/>
                    <a:pt x="17" y="161"/>
                    <a:pt x="33" y="161"/>
                  </a:cubicBezTo>
                  <a:cubicBezTo>
                    <a:pt x="50" y="194"/>
                    <a:pt x="70" y="194"/>
                    <a:pt x="103" y="211"/>
                  </a:cubicBezTo>
                  <a:cubicBezTo>
                    <a:pt x="153" y="211"/>
                    <a:pt x="206" y="178"/>
                    <a:pt x="223" y="124"/>
                  </a:cubicBezTo>
                  <a:cubicBezTo>
                    <a:pt x="223" y="91"/>
                    <a:pt x="206" y="58"/>
                    <a:pt x="206" y="38"/>
                  </a:cubicBezTo>
                  <a:cubicBezTo>
                    <a:pt x="190" y="21"/>
                    <a:pt x="153" y="5"/>
                    <a:pt x="136" y="5"/>
                  </a:cubicBezTo>
                  <a:cubicBezTo>
                    <a:pt x="125" y="2"/>
                    <a:pt x="11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9"/>
            <p:cNvSpPr/>
            <p:nvPr/>
          </p:nvSpPr>
          <p:spPr>
            <a:xfrm>
              <a:off x="4002450" y="30708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40" y="1"/>
                  </a:moveTo>
                  <a:cubicBezTo>
                    <a:pt x="70" y="1"/>
                    <a:pt x="17" y="38"/>
                    <a:pt x="17" y="87"/>
                  </a:cubicBezTo>
                  <a:cubicBezTo>
                    <a:pt x="0" y="104"/>
                    <a:pt x="17" y="124"/>
                    <a:pt x="17" y="141"/>
                  </a:cubicBezTo>
                  <a:cubicBezTo>
                    <a:pt x="17" y="157"/>
                    <a:pt x="17" y="157"/>
                    <a:pt x="37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1" y="210"/>
                    <a:pt x="119" y="211"/>
                    <a:pt x="127" y="211"/>
                  </a:cubicBezTo>
                  <a:cubicBezTo>
                    <a:pt x="171" y="211"/>
                    <a:pt x="209" y="166"/>
                    <a:pt x="223" y="124"/>
                  </a:cubicBezTo>
                  <a:cubicBezTo>
                    <a:pt x="223" y="104"/>
                    <a:pt x="223" y="71"/>
                    <a:pt x="206" y="54"/>
                  </a:cubicBezTo>
                  <a:cubicBezTo>
                    <a:pt x="190" y="21"/>
                    <a:pt x="157" y="2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9"/>
            <p:cNvSpPr/>
            <p:nvPr/>
          </p:nvSpPr>
          <p:spPr>
            <a:xfrm>
              <a:off x="3997300" y="3024275"/>
              <a:ext cx="5175" cy="5050"/>
            </a:xfrm>
            <a:custGeom>
              <a:avLst/>
              <a:gdLst/>
              <a:ahLst/>
              <a:cxnLst/>
              <a:rect l="l" t="t" r="r" b="b"/>
              <a:pathLst>
                <a:path w="207" h="202" extrusionOk="0">
                  <a:moveTo>
                    <a:pt x="95" y="1"/>
                  </a:moveTo>
                  <a:cubicBezTo>
                    <a:pt x="76" y="1"/>
                    <a:pt x="61" y="13"/>
                    <a:pt x="37" y="28"/>
                  </a:cubicBezTo>
                  <a:cubicBezTo>
                    <a:pt x="17" y="44"/>
                    <a:pt x="0" y="61"/>
                    <a:pt x="0" y="94"/>
                  </a:cubicBezTo>
                  <a:lnTo>
                    <a:pt x="0" y="147"/>
                  </a:lnTo>
                  <a:cubicBezTo>
                    <a:pt x="17" y="147"/>
                    <a:pt x="17" y="164"/>
                    <a:pt x="17" y="164"/>
                  </a:cubicBezTo>
                  <a:cubicBezTo>
                    <a:pt x="37" y="180"/>
                    <a:pt x="70" y="197"/>
                    <a:pt x="87" y="197"/>
                  </a:cubicBezTo>
                  <a:cubicBezTo>
                    <a:pt x="96" y="200"/>
                    <a:pt x="105" y="201"/>
                    <a:pt x="115" y="201"/>
                  </a:cubicBezTo>
                  <a:cubicBezTo>
                    <a:pt x="161" y="201"/>
                    <a:pt x="206" y="169"/>
                    <a:pt x="206" y="110"/>
                  </a:cubicBezTo>
                  <a:cubicBezTo>
                    <a:pt x="206" y="94"/>
                    <a:pt x="206" y="61"/>
                    <a:pt x="190" y="44"/>
                  </a:cubicBezTo>
                  <a:cubicBezTo>
                    <a:pt x="173" y="28"/>
                    <a:pt x="157" y="7"/>
                    <a:pt x="120" y="7"/>
                  </a:cubicBezTo>
                  <a:cubicBezTo>
                    <a:pt x="110" y="3"/>
                    <a:pt x="102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9"/>
            <p:cNvSpPr/>
            <p:nvPr/>
          </p:nvSpPr>
          <p:spPr>
            <a:xfrm>
              <a:off x="3989550" y="3092225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120" y="0"/>
                  </a:moveTo>
                  <a:cubicBezTo>
                    <a:pt x="105" y="0"/>
                    <a:pt x="89" y="2"/>
                    <a:pt x="71" y="6"/>
                  </a:cubicBezTo>
                  <a:cubicBezTo>
                    <a:pt x="17" y="23"/>
                    <a:pt x="1" y="93"/>
                    <a:pt x="17" y="142"/>
                  </a:cubicBezTo>
                  <a:cubicBezTo>
                    <a:pt x="33" y="183"/>
                    <a:pt x="74" y="202"/>
                    <a:pt x="117" y="202"/>
                  </a:cubicBezTo>
                  <a:cubicBezTo>
                    <a:pt x="130" y="202"/>
                    <a:pt x="144" y="200"/>
                    <a:pt x="158" y="196"/>
                  </a:cubicBezTo>
                  <a:cubicBezTo>
                    <a:pt x="207" y="175"/>
                    <a:pt x="244" y="109"/>
                    <a:pt x="207" y="56"/>
                  </a:cubicBezTo>
                  <a:cubicBezTo>
                    <a:pt x="195" y="19"/>
                    <a:pt x="164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9"/>
            <p:cNvSpPr/>
            <p:nvPr/>
          </p:nvSpPr>
          <p:spPr>
            <a:xfrm>
              <a:off x="3990500" y="3063925"/>
              <a:ext cx="6000" cy="5375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01" y="0"/>
                  </a:moveTo>
                  <a:cubicBezTo>
                    <a:pt x="90" y="0"/>
                    <a:pt x="78" y="2"/>
                    <a:pt x="66" y="4"/>
                  </a:cubicBezTo>
                  <a:cubicBezTo>
                    <a:pt x="17" y="37"/>
                    <a:pt x="0" y="91"/>
                    <a:pt x="17" y="141"/>
                  </a:cubicBezTo>
                  <a:cubicBezTo>
                    <a:pt x="30" y="185"/>
                    <a:pt x="80" y="215"/>
                    <a:pt x="125" y="215"/>
                  </a:cubicBezTo>
                  <a:cubicBezTo>
                    <a:pt x="135" y="215"/>
                    <a:pt x="144" y="214"/>
                    <a:pt x="153" y="211"/>
                  </a:cubicBezTo>
                  <a:cubicBezTo>
                    <a:pt x="206" y="174"/>
                    <a:pt x="239" y="124"/>
                    <a:pt x="206" y="70"/>
                  </a:cubicBezTo>
                  <a:cubicBezTo>
                    <a:pt x="189" y="30"/>
                    <a:pt x="153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9"/>
            <p:cNvSpPr/>
            <p:nvPr/>
          </p:nvSpPr>
          <p:spPr>
            <a:xfrm>
              <a:off x="3995125" y="30519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54" y="0"/>
                    <a:pt x="1" y="33"/>
                    <a:pt x="1" y="87"/>
                  </a:cubicBezTo>
                  <a:lnTo>
                    <a:pt x="1" y="136"/>
                  </a:lnTo>
                  <a:cubicBezTo>
                    <a:pt x="1" y="157"/>
                    <a:pt x="21" y="157"/>
                    <a:pt x="21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94" y="208"/>
                    <a:pt x="101" y="209"/>
                    <a:pt x="108" y="209"/>
                  </a:cubicBezTo>
                  <a:cubicBezTo>
                    <a:pt x="153" y="209"/>
                    <a:pt x="192" y="166"/>
                    <a:pt x="207" y="120"/>
                  </a:cubicBezTo>
                  <a:cubicBezTo>
                    <a:pt x="207" y="103"/>
                    <a:pt x="207" y="70"/>
                    <a:pt x="190" y="54"/>
                  </a:cubicBezTo>
                  <a:cubicBezTo>
                    <a:pt x="174" y="17"/>
                    <a:pt x="141" y="17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9"/>
            <p:cNvSpPr/>
            <p:nvPr/>
          </p:nvSpPr>
          <p:spPr>
            <a:xfrm>
              <a:off x="3989150" y="30777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71" y="1"/>
                    <a:pt x="17" y="34"/>
                    <a:pt x="0" y="87"/>
                  </a:cubicBezTo>
                  <a:lnTo>
                    <a:pt x="0" y="137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3" y="190"/>
                    <a:pt x="71" y="207"/>
                    <a:pt x="87" y="207"/>
                  </a:cubicBezTo>
                  <a:cubicBezTo>
                    <a:pt x="96" y="209"/>
                    <a:pt x="105" y="210"/>
                    <a:pt x="114" y="210"/>
                  </a:cubicBezTo>
                  <a:cubicBezTo>
                    <a:pt x="169" y="210"/>
                    <a:pt x="207" y="167"/>
                    <a:pt x="207" y="120"/>
                  </a:cubicBezTo>
                  <a:cubicBezTo>
                    <a:pt x="207" y="104"/>
                    <a:pt x="207" y="71"/>
                    <a:pt x="190" y="54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9"/>
            <p:cNvSpPr/>
            <p:nvPr/>
          </p:nvSpPr>
          <p:spPr>
            <a:xfrm>
              <a:off x="3996050" y="30382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lnTo>
                    <a:pt x="1" y="120"/>
                  </a:lnTo>
                  <a:lnTo>
                    <a:pt x="1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4" y="190"/>
                    <a:pt x="50" y="207"/>
                    <a:pt x="87" y="207"/>
                  </a:cubicBezTo>
                  <a:cubicBezTo>
                    <a:pt x="120" y="207"/>
                    <a:pt x="137" y="207"/>
                    <a:pt x="170" y="190"/>
                  </a:cubicBezTo>
                  <a:cubicBezTo>
                    <a:pt x="190" y="170"/>
                    <a:pt x="207" y="153"/>
                    <a:pt x="207" y="120"/>
                  </a:cubicBezTo>
                  <a:cubicBezTo>
                    <a:pt x="207" y="104"/>
                    <a:pt x="207" y="67"/>
                    <a:pt x="190" y="50"/>
                  </a:cubicBezTo>
                  <a:cubicBezTo>
                    <a:pt x="170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9"/>
            <p:cNvSpPr/>
            <p:nvPr/>
          </p:nvSpPr>
          <p:spPr>
            <a:xfrm>
              <a:off x="4014500" y="30038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1"/>
                  </a:moveTo>
                  <a:cubicBezTo>
                    <a:pt x="104" y="1"/>
                    <a:pt x="71" y="1"/>
                    <a:pt x="50" y="21"/>
                  </a:cubicBezTo>
                  <a:cubicBezTo>
                    <a:pt x="34" y="38"/>
                    <a:pt x="17" y="54"/>
                    <a:pt x="17" y="87"/>
                  </a:cubicBezTo>
                  <a:cubicBezTo>
                    <a:pt x="1" y="104"/>
                    <a:pt x="1" y="124"/>
                    <a:pt x="17" y="141"/>
                  </a:cubicBezTo>
                  <a:cubicBezTo>
                    <a:pt x="17" y="141"/>
                    <a:pt x="17" y="157"/>
                    <a:pt x="34" y="157"/>
                  </a:cubicBezTo>
                  <a:cubicBezTo>
                    <a:pt x="50" y="190"/>
                    <a:pt x="71" y="190"/>
                    <a:pt x="104" y="207"/>
                  </a:cubicBezTo>
                  <a:cubicBezTo>
                    <a:pt x="153" y="207"/>
                    <a:pt x="207" y="174"/>
                    <a:pt x="223" y="124"/>
                  </a:cubicBezTo>
                  <a:cubicBezTo>
                    <a:pt x="223" y="87"/>
                    <a:pt x="207" y="54"/>
                    <a:pt x="207" y="38"/>
                  </a:cubicBezTo>
                  <a:cubicBezTo>
                    <a:pt x="190" y="2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9"/>
            <p:cNvSpPr/>
            <p:nvPr/>
          </p:nvSpPr>
          <p:spPr>
            <a:xfrm>
              <a:off x="4016250" y="29897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lnTo>
                    <a:pt x="1" y="137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4" y="191"/>
                    <a:pt x="67" y="207"/>
                    <a:pt x="83" y="207"/>
                  </a:cubicBezTo>
                  <a:cubicBezTo>
                    <a:pt x="93" y="209"/>
                    <a:pt x="102" y="210"/>
                    <a:pt x="110" y="210"/>
                  </a:cubicBezTo>
                  <a:cubicBezTo>
                    <a:pt x="167" y="210"/>
                    <a:pt x="207" y="167"/>
                    <a:pt x="207" y="120"/>
                  </a:cubicBezTo>
                  <a:cubicBezTo>
                    <a:pt x="207" y="104"/>
                    <a:pt x="207" y="71"/>
                    <a:pt x="186" y="50"/>
                  </a:cubicBezTo>
                  <a:cubicBezTo>
                    <a:pt x="170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9"/>
            <p:cNvSpPr/>
            <p:nvPr/>
          </p:nvSpPr>
          <p:spPr>
            <a:xfrm>
              <a:off x="4017500" y="297382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20" y="1"/>
                  </a:moveTo>
                  <a:cubicBezTo>
                    <a:pt x="87" y="1"/>
                    <a:pt x="70" y="1"/>
                    <a:pt x="33" y="34"/>
                  </a:cubicBezTo>
                  <a:cubicBezTo>
                    <a:pt x="17" y="50"/>
                    <a:pt x="17" y="67"/>
                    <a:pt x="0" y="88"/>
                  </a:cubicBezTo>
                  <a:cubicBezTo>
                    <a:pt x="0" y="104"/>
                    <a:pt x="0" y="121"/>
                    <a:pt x="17" y="137"/>
                  </a:cubicBezTo>
                  <a:cubicBezTo>
                    <a:pt x="33" y="170"/>
                    <a:pt x="54" y="207"/>
                    <a:pt x="103" y="207"/>
                  </a:cubicBezTo>
                  <a:cubicBezTo>
                    <a:pt x="157" y="207"/>
                    <a:pt x="206" y="170"/>
                    <a:pt x="223" y="121"/>
                  </a:cubicBezTo>
                  <a:cubicBezTo>
                    <a:pt x="223" y="88"/>
                    <a:pt x="206" y="67"/>
                    <a:pt x="190" y="34"/>
                  </a:cubicBezTo>
                  <a:cubicBezTo>
                    <a:pt x="173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9"/>
            <p:cNvSpPr/>
            <p:nvPr/>
          </p:nvSpPr>
          <p:spPr>
            <a:xfrm>
              <a:off x="4012350" y="3020225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70" y="0"/>
                    <a:pt x="17" y="33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cubicBezTo>
                    <a:pt x="17" y="153"/>
                    <a:pt x="17" y="153"/>
                    <a:pt x="33" y="169"/>
                  </a:cubicBezTo>
                  <a:cubicBezTo>
                    <a:pt x="54" y="190"/>
                    <a:pt x="70" y="206"/>
                    <a:pt x="103" y="206"/>
                  </a:cubicBezTo>
                  <a:cubicBezTo>
                    <a:pt x="120" y="206"/>
                    <a:pt x="157" y="206"/>
                    <a:pt x="173" y="190"/>
                  </a:cubicBezTo>
                  <a:cubicBezTo>
                    <a:pt x="190" y="169"/>
                    <a:pt x="206" y="153"/>
                    <a:pt x="223" y="120"/>
                  </a:cubicBezTo>
                  <a:cubicBezTo>
                    <a:pt x="223" y="87"/>
                    <a:pt x="206" y="66"/>
                    <a:pt x="190" y="50"/>
                  </a:cubicBezTo>
                  <a:cubicBezTo>
                    <a:pt x="173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9"/>
            <p:cNvSpPr/>
            <p:nvPr/>
          </p:nvSpPr>
          <p:spPr>
            <a:xfrm>
              <a:off x="4006775" y="3057950"/>
              <a:ext cx="5600" cy="5400"/>
            </a:xfrm>
            <a:custGeom>
              <a:avLst/>
              <a:gdLst/>
              <a:ahLst/>
              <a:cxnLst/>
              <a:rect l="l" t="t" r="r" b="b"/>
              <a:pathLst>
                <a:path w="224" h="216" extrusionOk="0">
                  <a:moveTo>
                    <a:pt x="120" y="0"/>
                  </a:moveTo>
                  <a:cubicBezTo>
                    <a:pt x="71" y="0"/>
                    <a:pt x="17" y="37"/>
                    <a:pt x="0" y="87"/>
                  </a:cubicBezTo>
                  <a:lnTo>
                    <a:pt x="0" y="157"/>
                  </a:lnTo>
                  <a:cubicBezTo>
                    <a:pt x="17" y="157"/>
                    <a:pt x="17" y="157"/>
                    <a:pt x="17" y="173"/>
                  </a:cubicBezTo>
                  <a:cubicBezTo>
                    <a:pt x="33" y="190"/>
                    <a:pt x="71" y="206"/>
                    <a:pt x="87" y="206"/>
                  </a:cubicBezTo>
                  <a:cubicBezTo>
                    <a:pt x="97" y="213"/>
                    <a:pt x="105" y="215"/>
                    <a:pt x="113" y="215"/>
                  </a:cubicBezTo>
                  <a:cubicBezTo>
                    <a:pt x="132" y="215"/>
                    <a:pt x="148" y="201"/>
                    <a:pt x="174" y="190"/>
                  </a:cubicBezTo>
                  <a:cubicBezTo>
                    <a:pt x="190" y="173"/>
                    <a:pt x="207" y="157"/>
                    <a:pt x="207" y="124"/>
                  </a:cubicBezTo>
                  <a:cubicBezTo>
                    <a:pt x="223" y="70"/>
                    <a:pt x="174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9"/>
            <p:cNvSpPr/>
            <p:nvPr/>
          </p:nvSpPr>
          <p:spPr>
            <a:xfrm>
              <a:off x="4008950" y="30316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26" y="1"/>
                  </a:moveTo>
                  <a:cubicBezTo>
                    <a:pt x="112" y="1"/>
                    <a:pt x="99" y="3"/>
                    <a:pt x="87" y="7"/>
                  </a:cubicBezTo>
                  <a:cubicBezTo>
                    <a:pt x="33" y="24"/>
                    <a:pt x="0" y="77"/>
                    <a:pt x="33" y="147"/>
                  </a:cubicBezTo>
                  <a:cubicBezTo>
                    <a:pt x="33" y="147"/>
                    <a:pt x="50" y="164"/>
                    <a:pt x="50" y="180"/>
                  </a:cubicBezTo>
                  <a:cubicBezTo>
                    <a:pt x="76" y="192"/>
                    <a:pt x="100" y="204"/>
                    <a:pt x="129" y="204"/>
                  </a:cubicBezTo>
                  <a:cubicBezTo>
                    <a:pt x="142" y="204"/>
                    <a:pt x="155" y="202"/>
                    <a:pt x="169" y="197"/>
                  </a:cubicBezTo>
                  <a:cubicBezTo>
                    <a:pt x="206" y="180"/>
                    <a:pt x="223" y="147"/>
                    <a:pt x="223" y="110"/>
                  </a:cubicBezTo>
                  <a:lnTo>
                    <a:pt x="223" y="61"/>
                  </a:lnTo>
                  <a:cubicBezTo>
                    <a:pt x="210" y="20"/>
                    <a:pt x="167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9"/>
            <p:cNvSpPr/>
            <p:nvPr/>
          </p:nvSpPr>
          <p:spPr>
            <a:xfrm>
              <a:off x="3999875" y="308447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4"/>
                    <a:pt x="0" y="94"/>
                    <a:pt x="37" y="143"/>
                  </a:cubicBezTo>
                  <a:cubicBezTo>
                    <a:pt x="50" y="184"/>
                    <a:pt x="81" y="203"/>
                    <a:pt x="126" y="203"/>
                  </a:cubicBezTo>
                  <a:cubicBezTo>
                    <a:pt x="140" y="203"/>
                    <a:pt x="156" y="201"/>
                    <a:pt x="173" y="197"/>
                  </a:cubicBezTo>
                  <a:cubicBezTo>
                    <a:pt x="223" y="176"/>
                    <a:pt x="243" y="127"/>
                    <a:pt x="223" y="57"/>
                  </a:cubicBezTo>
                  <a:cubicBezTo>
                    <a:pt x="210" y="19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9"/>
            <p:cNvSpPr/>
            <p:nvPr/>
          </p:nvSpPr>
          <p:spPr>
            <a:xfrm>
              <a:off x="4008950" y="3044650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03" y="0"/>
                  </a:moveTo>
                  <a:cubicBezTo>
                    <a:pt x="66" y="0"/>
                    <a:pt x="33" y="17"/>
                    <a:pt x="17" y="37"/>
                  </a:cubicBezTo>
                  <a:cubicBezTo>
                    <a:pt x="0" y="70"/>
                    <a:pt x="0" y="87"/>
                    <a:pt x="0" y="120"/>
                  </a:cubicBezTo>
                  <a:cubicBezTo>
                    <a:pt x="0" y="120"/>
                    <a:pt x="0" y="141"/>
                    <a:pt x="17" y="141"/>
                  </a:cubicBezTo>
                  <a:cubicBezTo>
                    <a:pt x="17" y="157"/>
                    <a:pt x="33" y="174"/>
                    <a:pt x="33" y="190"/>
                  </a:cubicBezTo>
                  <a:cubicBezTo>
                    <a:pt x="53" y="203"/>
                    <a:pt x="76" y="208"/>
                    <a:pt x="98" y="208"/>
                  </a:cubicBezTo>
                  <a:cubicBezTo>
                    <a:pt x="133" y="208"/>
                    <a:pt x="167" y="194"/>
                    <a:pt x="190" y="174"/>
                  </a:cubicBezTo>
                  <a:cubicBezTo>
                    <a:pt x="206" y="157"/>
                    <a:pt x="206" y="120"/>
                    <a:pt x="206" y="87"/>
                  </a:cubicBezTo>
                  <a:cubicBezTo>
                    <a:pt x="206" y="70"/>
                    <a:pt x="190" y="3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9"/>
            <p:cNvSpPr/>
            <p:nvPr/>
          </p:nvSpPr>
          <p:spPr>
            <a:xfrm>
              <a:off x="4046250" y="31248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6" y="0"/>
                  </a:moveTo>
                  <a:cubicBezTo>
                    <a:pt x="41" y="0"/>
                    <a:pt x="1" y="46"/>
                    <a:pt x="1" y="90"/>
                  </a:cubicBezTo>
                  <a:lnTo>
                    <a:pt x="1" y="143"/>
                  </a:lnTo>
                  <a:cubicBezTo>
                    <a:pt x="1" y="160"/>
                    <a:pt x="17" y="160"/>
                    <a:pt x="17" y="160"/>
                  </a:cubicBezTo>
                  <a:cubicBezTo>
                    <a:pt x="38" y="193"/>
                    <a:pt x="54" y="209"/>
                    <a:pt x="87" y="209"/>
                  </a:cubicBezTo>
                  <a:cubicBezTo>
                    <a:pt x="104" y="209"/>
                    <a:pt x="141" y="209"/>
                    <a:pt x="157" y="193"/>
                  </a:cubicBezTo>
                  <a:cubicBezTo>
                    <a:pt x="190" y="176"/>
                    <a:pt x="207" y="143"/>
                    <a:pt x="207" y="127"/>
                  </a:cubicBezTo>
                  <a:cubicBezTo>
                    <a:pt x="207" y="90"/>
                    <a:pt x="207" y="73"/>
                    <a:pt x="190" y="40"/>
                  </a:cubicBezTo>
                  <a:cubicBezTo>
                    <a:pt x="174" y="24"/>
                    <a:pt x="141" y="3"/>
                    <a:pt x="120" y="3"/>
                  </a:cubicBezTo>
                  <a:cubicBezTo>
                    <a:pt x="112" y="1"/>
                    <a:pt x="104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9"/>
            <p:cNvSpPr/>
            <p:nvPr/>
          </p:nvSpPr>
          <p:spPr>
            <a:xfrm>
              <a:off x="4040275" y="315110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7" y="1"/>
                  </a:moveTo>
                  <a:cubicBezTo>
                    <a:pt x="55" y="1"/>
                    <a:pt x="14" y="46"/>
                    <a:pt x="0" y="88"/>
                  </a:cubicBezTo>
                  <a:lnTo>
                    <a:pt x="0" y="142"/>
                  </a:lnTo>
                  <a:cubicBezTo>
                    <a:pt x="17" y="142"/>
                    <a:pt x="17" y="158"/>
                    <a:pt x="17" y="158"/>
                  </a:cubicBezTo>
                  <a:cubicBezTo>
                    <a:pt x="33" y="191"/>
                    <a:pt x="70" y="212"/>
                    <a:pt x="87" y="212"/>
                  </a:cubicBezTo>
                  <a:cubicBezTo>
                    <a:pt x="136" y="212"/>
                    <a:pt x="207" y="174"/>
                    <a:pt x="207" y="125"/>
                  </a:cubicBezTo>
                  <a:cubicBezTo>
                    <a:pt x="207" y="88"/>
                    <a:pt x="207" y="71"/>
                    <a:pt x="190" y="38"/>
                  </a:cubicBezTo>
                  <a:cubicBezTo>
                    <a:pt x="174" y="22"/>
                    <a:pt x="153" y="5"/>
                    <a:pt x="120" y="5"/>
                  </a:cubicBezTo>
                  <a:cubicBezTo>
                    <a:pt x="112" y="2"/>
                    <a:pt x="105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9"/>
            <p:cNvSpPr/>
            <p:nvPr/>
          </p:nvSpPr>
          <p:spPr>
            <a:xfrm>
              <a:off x="4037275" y="31649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2" y="0"/>
                  </a:moveTo>
                  <a:cubicBezTo>
                    <a:pt x="80" y="0"/>
                    <a:pt x="48" y="14"/>
                    <a:pt x="17" y="35"/>
                  </a:cubicBezTo>
                  <a:cubicBezTo>
                    <a:pt x="1" y="51"/>
                    <a:pt x="1" y="88"/>
                    <a:pt x="1" y="121"/>
                  </a:cubicBezTo>
                  <a:cubicBezTo>
                    <a:pt x="1" y="121"/>
                    <a:pt x="1" y="138"/>
                    <a:pt x="17" y="138"/>
                  </a:cubicBezTo>
                  <a:cubicBezTo>
                    <a:pt x="17" y="154"/>
                    <a:pt x="34" y="175"/>
                    <a:pt x="34" y="191"/>
                  </a:cubicBezTo>
                  <a:cubicBezTo>
                    <a:pt x="54" y="204"/>
                    <a:pt x="77" y="209"/>
                    <a:pt x="98" y="209"/>
                  </a:cubicBezTo>
                  <a:cubicBezTo>
                    <a:pt x="134" y="209"/>
                    <a:pt x="168" y="195"/>
                    <a:pt x="190" y="175"/>
                  </a:cubicBezTo>
                  <a:cubicBezTo>
                    <a:pt x="223" y="121"/>
                    <a:pt x="223" y="51"/>
                    <a:pt x="170" y="18"/>
                  </a:cubicBezTo>
                  <a:cubicBezTo>
                    <a:pt x="151" y="6"/>
                    <a:pt x="131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9"/>
            <p:cNvSpPr/>
            <p:nvPr/>
          </p:nvSpPr>
          <p:spPr>
            <a:xfrm>
              <a:off x="4033775" y="31262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4" y="1"/>
                  </a:moveTo>
                  <a:cubicBezTo>
                    <a:pt x="54" y="1"/>
                    <a:pt x="1" y="34"/>
                    <a:pt x="1" y="87"/>
                  </a:cubicBezTo>
                  <a:lnTo>
                    <a:pt x="1" y="137"/>
                  </a:lnTo>
                  <a:cubicBezTo>
                    <a:pt x="1" y="153"/>
                    <a:pt x="21" y="153"/>
                    <a:pt x="21" y="174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04" y="207"/>
                    <a:pt x="141" y="207"/>
                    <a:pt x="157" y="190"/>
                  </a:cubicBezTo>
                  <a:cubicBezTo>
                    <a:pt x="190" y="174"/>
                    <a:pt x="207" y="153"/>
                    <a:pt x="207" y="120"/>
                  </a:cubicBezTo>
                  <a:cubicBezTo>
                    <a:pt x="207" y="71"/>
                    <a:pt x="174" y="17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9"/>
            <p:cNvSpPr/>
            <p:nvPr/>
          </p:nvSpPr>
          <p:spPr>
            <a:xfrm>
              <a:off x="4029550" y="31391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67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36"/>
                  </a:cubicBezTo>
                  <a:lnTo>
                    <a:pt x="17" y="173"/>
                  </a:lnTo>
                  <a:cubicBezTo>
                    <a:pt x="34" y="190"/>
                    <a:pt x="67" y="206"/>
                    <a:pt x="87" y="206"/>
                  </a:cubicBezTo>
                  <a:cubicBezTo>
                    <a:pt x="96" y="208"/>
                    <a:pt x="105" y="209"/>
                    <a:pt x="113" y="209"/>
                  </a:cubicBezTo>
                  <a:cubicBezTo>
                    <a:pt x="167" y="209"/>
                    <a:pt x="207" y="166"/>
                    <a:pt x="207" y="120"/>
                  </a:cubicBezTo>
                  <a:cubicBezTo>
                    <a:pt x="223" y="103"/>
                    <a:pt x="207" y="70"/>
                    <a:pt x="190" y="50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9"/>
            <p:cNvSpPr/>
            <p:nvPr/>
          </p:nvSpPr>
          <p:spPr>
            <a:xfrm>
              <a:off x="3996050" y="3115400"/>
              <a:ext cx="4775" cy="5225"/>
            </a:xfrm>
            <a:custGeom>
              <a:avLst/>
              <a:gdLst/>
              <a:ahLst/>
              <a:cxnLst/>
              <a:rect l="l" t="t" r="r" b="b"/>
              <a:pathLst>
                <a:path w="191" h="209" extrusionOk="0">
                  <a:moveTo>
                    <a:pt x="89" y="1"/>
                  </a:moveTo>
                  <a:cubicBezTo>
                    <a:pt x="77" y="1"/>
                    <a:pt x="64" y="3"/>
                    <a:pt x="50" y="7"/>
                  </a:cubicBezTo>
                  <a:cubicBezTo>
                    <a:pt x="34" y="7"/>
                    <a:pt x="17" y="23"/>
                    <a:pt x="1" y="40"/>
                  </a:cubicBezTo>
                  <a:cubicBezTo>
                    <a:pt x="17" y="94"/>
                    <a:pt x="50" y="143"/>
                    <a:pt x="67" y="197"/>
                  </a:cubicBezTo>
                  <a:cubicBezTo>
                    <a:pt x="77" y="205"/>
                    <a:pt x="86" y="209"/>
                    <a:pt x="95" y="209"/>
                  </a:cubicBezTo>
                  <a:cubicBezTo>
                    <a:pt x="104" y="209"/>
                    <a:pt x="112" y="205"/>
                    <a:pt x="120" y="197"/>
                  </a:cubicBezTo>
                  <a:cubicBezTo>
                    <a:pt x="153" y="176"/>
                    <a:pt x="190" y="143"/>
                    <a:pt x="190" y="110"/>
                  </a:cubicBezTo>
                  <a:lnTo>
                    <a:pt x="190" y="56"/>
                  </a:lnTo>
                  <a:cubicBezTo>
                    <a:pt x="162" y="19"/>
                    <a:pt x="128" y="1"/>
                    <a:pt x="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9"/>
            <p:cNvSpPr/>
            <p:nvPr/>
          </p:nvSpPr>
          <p:spPr>
            <a:xfrm>
              <a:off x="4042425" y="3139000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0" y="1"/>
                  </a:moveTo>
                  <a:cubicBezTo>
                    <a:pt x="82" y="1"/>
                    <a:pt x="52" y="13"/>
                    <a:pt x="34" y="40"/>
                  </a:cubicBezTo>
                  <a:cubicBezTo>
                    <a:pt x="17" y="57"/>
                    <a:pt x="1" y="94"/>
                    <a:pt x="17" y="110"/>
                  </a:cubicBezTo>
                  <a:lnTo>
                    <a:pt x="17" y="143"/>
                  </a:lnTo>
                  <a:cubicBezTo>
                    <a:pt x="17" y="160"/>
                    <a:pt x="34" y="180"/>
                    <a:pt x="50" y="180"/>
                  </a:cubicBezTo>
                  <a:cubicBezTo>
                    <a:pt x="67" y="195"/>
                    <a:pt x="89" y="203"/>
                    <a:pt x="111" y="203"/>
                  </a:cubicBezTo>
                  <a:cubicBezTo>
                    <a:pt x="140" y="203"/>
                    <a:pt x="170" y="190"/>
                    <a:pt x="191" y="160"/>
                  </a:cubicBezTo>
                  <a:cubicBezTo>
                    <a:pt x="207" y="143"/>
                    <a:pt x="224" y="110"/>
                    <a:pt x="224" y="94"/>
                  </a:cubicBezTo>
                  <a:cubicBezTo>
                    <a:pt x="224" y="57"/>
                    <a:pt x="207" y="40"/>
                    <a:pt x="170" y="24"/>
                  </a:cubicBezTo>
                  <a:cubicBezTo>
                    <a:pt x="155" y="9"/>
                    <a:pt x="133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9"/>
            <p:cNvSpPr/>
            <p:nvPr/>
          </p:nvSpPr>
          <p:spPr>
            <a:xfrm>
              <a:off x="4049750" y="31748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lnTo>
                    <a:pt x="1" y="120"/>
                  </a:lnTo>
                  <a:cubicBezTo>
                    <a:pt x="1" y="137"/>
                    <a:pt x="1" y="137"/>
                    <a:pt x="17" y="137"/>
                  </a:cubicBezTo>
                  <a:lnTo>
                    <a:pt x="17" y="170"/>
                  </a:lnTo>
                  <a:cubicBezTo>
                    <a:pt x="34" y="190"/>
                    <a:pt x="67" y="207"/>
                    <a:pt x="83" y="207"/>
                  </a:cubicBezTo>
                  <a:cubicBezTo>
                    <a:pt x="120" y="207"/>
                    <a:pt x="153" y="207"/>
                    <a:pt x="170" y="190"/>
                  </a:cubicBezTo>
                  <a:cubicBezTo>
                    <a:pt x="186" y="170"/>
                    <a:pt x="207" y="137"/>
                    <a:pt x="207" y="120"/>
                  </a:cubicBezTo>
                  <a:cubicBezTo>
                    <a:pt x="223" y="87"/>
                    <a:pt x="207" y="67"/>
                    <a:pt x="207" y="50"/>
                  </a:cubicBezTo>
                  <a:cubicBezTo>
                    <a:pt x="186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9"/>
            <p:cNvSpPr/>
            <p:nvPr/>
          </p:nvSpPr>
          <p:spPr>
            <a:xfrm>
              <a:off x="4026975" y="31527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4" y="23"/>
                    <a:pt x="1" y="93"/>
                    <a:pt x="17" y="147"/>
                  </a:cubicBezTo>
                  <a:cubicBezTo>
                    <a:pt x="42" y="184"/>
                    <a:pt x="78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07" y="180"/>
                    <a:pt x="240" y="109"/>
                    <a:pt x="223" y="60"/>
                  </a:cubicBezTo>
                  <a:cubicBezTo>
                    <a:pt x="211" y="20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9"/>
            <p:cNvSpPr/>
            <p:nvPr/>
          </p:nvSpPr>
          <p:spPr>
            <a:xfrm>
              <a:off x="4051000" y="316060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20" y="1"/>
                  </a:moveTo>
                  <a:cubicBezTo>
                    <a:pt x="103" y="1"/>
                    <a:pt x="70" y="1"/>
                    <a:pt x="54" y="17"/>
                  </a:cubicBezTo>
                  <a:cubicBezTo>
                    <a:pt x="17" y="38"/>
                    <a:pt x="17" y="71"/>
                    <a:pt x="0" y="87"/>
                  </a:cubicBezTo>
                  <a:cubicBezTo>
                    <a:pt x="0" y="104"/>
                    <a:pt x="0" y="120"/>
                    <a:pt x="17" y="141"/>
                  </a:cubicBezTo>
                  <a:lnTo>
                    <a:pt x="17" y="174"/>
                  </a:lnTo>
                  <a:cubicBezTo>
                    <a:pt x="33" y="190"/>
                    <a:pt x="70" y="207"/>
                    <a:pt x="87" y="207"/>
                  </a:cubicBezTo>
                  <a:cubicBezTo>
                    <a:pt x="96" y="209"/>
                    <a:pt x="105" y="210"/>
                    <a:pt x="114" y="210"/>
                  </a:cubicBezTo>
                  <a:cubicBezTo>
                    <a:pt x="169" y="210"/>
                    <a:pt x="206" y="167"/>
                    <a:pt x="206" y="120"/>
                  </a:cubicBezTo>
                  <a:cubicBezTo>
                    <a:pt x="223" y="104"/>
                    <a:pt x="206" y="71"/>
                    <a:pt x="190" y="54"/>
                  </a:cubicBezTo>
                  <a:cubicBezTo>
                    <a:pt x="173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9"/>
            <p:cNvSpPr/>
            <p:nvPr/>
          </p:nvSpPr>
          <p:spPr>
            <a:xfrm>
              <a:off x="4013175" y="3082875"/>
              <a:ext cx="5675" cy="5200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124" y="1"/>
                  </a:moveTo>
                  <a:cubicBezTo>
                    <a:pt x="70" y="1"/>
                    <a:pt x="21" y="34"/>
                    <a:pt x="0" y="88"/>
                  </a:cubicBezTo>
                  <a:cubicBezTo>
                    <a:pt x="0" y="104"/>
                    <a:pt x="0" y="121"/>
                    <a:pt x="21" y="137"/>
                  </a:cubicBezTo>
                  <a:lnTo>
                    <a:pt x="21" y="174"/>
                  </a:lnTo>
                  <a:cubicBezTo>
                    <a:pt x="37" y="191"/>
                    <a:pt x="70" y="207"/>
                    <a:pt x="87" y="207"/>
                  </a:cubicBezTo>
                  <a:cubicBezTo>
                    <a:pt x="157" y="207"/>
                    <a:pt x="206" y="174"/>
                    <a:pt x="206" y="121"/>
                  </a:cubicBezTo>
                  <a:cubicBezTo>
                    <a:pt x="227" y="88"/>
                    <a:pt x="206" y="71"/>
                    <a:pt x="190" y="34"/>
                  </a:cubicBezTo>
                  <a:cubicBezTo>
                    <a:pt x="173" y="17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9"/>
            <p:cNvSpPr/>
            <p:nvPr/>
          </p:nvSpPr>
          <p:spPr>
            <a:xfrm>
              <a:off x="4009775" y="31134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70" y="0"/>
                  </a:moveTo>
                  <a:cubicBezTo>
                    <a:pt x="33" y="17"/>
                    <a:pt x="17" y="33"/>
                    <a:pt x="17" y="50"/>
                  </a:cubicBezTo>
                  <a:cubicBezTo>
                    <a:pt x="0" y="70"/>
                    <a:pt x="0" y="103"/>
                    <a:pt x="0" y="136"/>
                  </a:cubicBezTo>
                  <a:cubicBezTo>
                    <a:pt x="12" y="175"/>
                    <a:pt x="52" y="203"/>
                    <a:pt x="92" y="203"/>
                  </a:cubicBezTo>
                  <a:cubicBezTo>
                    <a:pt x="107" y="203"/>
                    <a:pt x="122" y="199"/>
                    <a:pt x="136" y="190"/>
                  </a:cubicBezTo>
                  <a:cubicBezTo>
                    <a:pt x="190" y="174"/>
                    <a:pt x="223" y="120"/>
                    <a:pt x="206" y="70"/>
                  </a:cubicBezTo>
                  <a:cubicBezTo>
                    <a:pt x="190" y="33"/>
                    <a:pt x="157" y="17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9"/>
            <p:cNvSpPr/>
            <p:nvPr/>
          </p:nvSpPr>
          <p:spPr>
            <a:xfrm>
              <a:off x="4010175" y="30966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2" y="0"/>
                  </a:moveTo>
                  <a:cubicBezTo>
                    <a:pt x="91" y="0"/>
                    <a:pt x="58" y="15"/>
                    <a:pt x="38" y="37"/>
                  </a:cubicBezTo>
                  <a:cubicBezTo>
                    <a:pt x="17" y="70"/>
                    <a:pt x="1" y="87"/>
                    <a:pt x="1" y="124"/>
                  </a:cubicBezTo>
                  <a:cubicBezTo>
                    <a:pt x="17" y="124"/>
                    <a:pt x="17" y="140"/>
                    <a:pt x="17" y="140"/>
                  </a:cubicBezTo>
                  <a:cubicBezTo>
                    <a:pt x="17" y="157"/>
                    <a:pt x="38" y="173"/>
                    <a:pt x="54" y="190"/>
                  </a:cubicBezTo>
                  <a:cubicBezTo>
                    <a:pt x="67" y="204"/>
                    <a:pt x="84" y="210"/>
                    <a:pt x="103" y="210"/>
                  </a:cubicBezTo>
                  <a:cubicBezTo>
                    <a:pt x="135" y="210"/>
                    <a:pt x="170" y="194"/>
                    <a:pt x="190" y="173"/>
                  </a:cubicBezTo>
                  <a:cubicBezTo>
                    <a:pt x="223" y="124"/>
                    <a:pt x="223" y="70"/>
                    <a:pt x="174" y="21"/>
                  </a:cubicBezTo>
                  <a:cubicBezTo>
                    <a:pt x="161" y="6"/>
                    <a:pt x="142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9"/>
            <p:cNvSpPr/>
            <p:nvPr/>
          </p:nvSpPr>
          <p:spPr>
            <a:xfrm>
              <a:off x="4023050" y="310650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0" y="0"/>
                  </a:moveTo>
                  <a:cubicBezTo>
                    <a:pt x="54" y="0"/>
                    <a:pt x="1" y="37"/>
                    <a:pt x="1" y="87"/>
                  </a:cubicBezTo>
                  <a:lnTo>
                    <a:pt x="1" y="120"/>
                  </a:lnTo>
                  <a:lnTo>
                    <a:pt x="1" y="140"/>
                  </a:lnTo>
                  <a:cubicBezTo>
                    <a:pt x="1" y="157"/>
                    <a:pt x="1" y="157"/>
                    <a:pt x="17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104" y="206"/>
                    <a:pt x="141" y="206"/>
                    <a:pt x="158" y="190"/>
                  </a:cubicBezTo>
                  <a:cubicBezTo>
                    <a:pt x="191" y="173"/>
                    <a:pt x="191" y="157"/>
                    <a:pt x="207" y="120"/>
                  </a:cubicBezTo>
                  <a:cubicBezTo>
                    <a:pt x="207" y="103"/>
                    <a:pt x="207" y="70"/>
                    <a:pt x="191" y="54"/>
                  </a:cubicBezTo>
                  <a:cubicBezTo>
                    <a:pt x="174" y="37"/>
                    <a:pt x="14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9"/>
            <p:cNvSpPr/>
            <p:nvPr/>
          </p:nvSpPr>
          <p:spPr>
            <a:xfrm>
              <a:off x="4005425" y="3124800"/>
              <a:ext cx="6125" cy="5275"/>
            </a:xfrm>
            <a:custGeom>
              <a:avLst/>
              <a:gdLst/>
              <a:ahLst/>
              <a:cxnLst/>
              <a:rect l="l" t="t" r="r" b="b"/>
              <a:pathLst>
                <a:path w="245" h="211" extrusionOk="0">
                  <a:moveTo>
                    <a:pt x="116" y="0"/>
                  </a:moveTo>
                  <a:cubicBezTo>
                    <a:pt x="102" y="0"/>
                    <a:pt x="87" y="2"/>
                    <a:pt x="71" y="6"/>
                  </a:cubicBezTo>
                  <a:cubicBezTo>
                    <a:pt x="21" y="27"/>
                    <a:pt x="1" y="93"/>
                    <a:pt x="21" y="146"/>
                  </a:cubicBezTo>
                  <a:cubicBezTo>
                    <a:pt x="33" y="182"/>
                    <a:pt x="71" y="211"/>
                    <a:pt x="110" y="211"/>
                  </a:cubicBezTo>
                  <a:cubicBezTo>
                    <a:pt x="126" y="211"/>
                    <a:pt x="142" y="206"/>
                    <a:pt x="158" y="196"/>
                  </a:cubicBezTo>
                  <a:cubicBezTo>
                    <a:pt x="207" y="179"/>
                    <a:pt x="244" y="130"/>
                    <a:pt x="207" y="76"/>
                  </a:cubicBezTo>
                  <a:cubicBezTo>
                    <a:pt x="194" y="22"/>
                    <a:pt x="162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9"/>
            <p:cNvSpPr/>
            <p:nvPr/>
          </p:nvSpPr>
          <p:spPr>
            <a:xfrm>
              <a:off x="4021825" y="31203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66" y="1"/>
                    <a:pt x="17" y="34"/>
                    <a:pt x="0" y="83"/>
                  </a:cubicBezTo>
                  <a:cubicBezTo>
                    <a:pt x="0" y="104"/>
                    <a:pt x="0" y="120"/>
                    <a:pt x="17" y="137"/>
                  </a:cubicBezTo>
                  <a:cubicBezTo>
                    <a:pt x="17" y="153"/>
                    <a:pt x="17" y="153"/>
                    <a:pt x="33" y="170"/>
                  </a:cubicBezTo>
                  <a:cubicBezTo>
                    <a:pt x="50" y="186"/>
                    <a:pt x="66" y="207"/>
                    <a:pt x="103" y="207"/>
                  </a:cubicBezTo>
                  <a:cubicBezTo>
                    <a:pt x="110" y="209"/>
                    <a:pt x="116" y="210"/>
                    <a:pt x="122" y="210"/>
                  </a:cubicBezTo>
                  <a:cubicBezTo>
                    <a:pt x="166" y="210"/>
                    <a:pt x="209" y="163"/>
                    <a:pt x="223" y="120"/>
                  </a:cubicBezTo>
                  <a:cubicBezTo>
                    <a:pt x="223" y="83"/>
                    <a:pt x="207" y="67"/>
                    <a:pt x="190" y="50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9"/>
            <p:cNvSpPr/>
            <p:nvPr/>
          </p:nvSpPr>
          <p:spPr>
            <a:xfrm>
              <a:off x="4016250" y="31460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50" y="0"/>
                    <a:pt x="1" y="33"/>
                    <a:pt x="1" y="83"/>
                  </a:cubicBezTo>
                  <a:lnTo>
                    <a:pt x="1" y="136"/>
                  </a:lnTo>
                  <a:cubicBezTo>
                    <a:pt x="1" y="153"/>
                    <a:pt x="17" y="153"/>
                    <a:pt x="17" y="169"/>
                  </a:cubicBezTo>
                  <a:cubicBezTo>
                    <a:pt x="34" y="186"/>
                    <a:pt x="50" y="206"/>
                    <a:pt x="83" y="206"/>
                  </a:cubicBezTo>
                  <a:cubicBezTo>
                    <a:pt x="90" y="209"/>
                    <a:pt x="97" y="209"/>
                    <a:pt x="103" y="209"/>
                  </a:cubicBezTo>
                  <a:cubicBezTo>
                    <a:pt x="149" y="209"/>
                    <a:pt x="189" y="163"/>
                    <a:pt x="207" y="120"/>
                  </a:cubicBezTo>
                  <a:cubicBezTo>
                    <a:pt x="207" y="83"/>
                    <a:pt x="207" y="66"/>
                    <a:pt x="186" y="50"/>
                  </a:cubicBezTo>
                  <a:cubicBezTo>
                    <a:pt x="170" y="17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9"/>
            <p:cNvSpPr/>
            <p:nvPr/>
          </p:nvSpPr>
          <p:spPr>
            <a:xfrm>
              <a:off x="4017075" y="31321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4" y="21"/>
                    <a:pt x="1" y="91"/>
                    <a:pt x="34" y="145"/>
                  </a:cubicBezTo>
                  <a:cubicBezTo>
                    <a:pt x="46" y="181"/>
                    <a:pt x="77" y="208"/>
                    <a:pt x="112" y="208"/>
                  </a:cubicBezTo>
                  <a:cubicBezTo>
                    <a:pt x="125" y="208"/>
                    <a:pt x="139" y="204"/>
                    <a:pt x="153" y="194"/>
                  </a:cubicBezTo>
                  <a:cubicBezTo>
                    <a:pt x="223" y="178"/>
                    <a:pt x="240" y="124"/>
                    <a:pt x="223" y="75"/>
                  </a:cubicBezTo>
                  <a:cubicBezTo>
                    <a:pt x="210" y="31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9"/>
            <p:cNvSpPr/>
            <p:nvPr/>
          </p:nvSpPr>
          <p:spPr>
            <a:xfrm>
              <a:off x="4178600" y="31477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83" y="0"/>
                    <a:pt x="50" y="17"/>
                    <a:pt x="33" y="37"/>
                  </a:cubicBezTo>
                  <a:cubicBezTo>
                    <a:pt x="17" y="54"/>
                    <a:pt x="0" y="70"/>
                    <a:pt x="0" y="87"/>
                  </a:cubicBezTo>
                  <a:lnTo>
                    <a:pt x="0" y="157"/>
                  </a:lnTo>
                  <a:cubicBezTo>
                    <a:pt x="17" y="173"/>
                    <a:pt x="50" y="206"/>
                    <a:pt x="83" y="206"/>
                  </a:cubicBezTo>
                  <a:lnTo>
                    <a:pt x="103" y="206"/>
                  </a:lnTo>
                  <a:cubicBezTo>
                    <a:pt x="110" y="209"/>
                    <a:pt x="117" y="210"/>
                    <a:pt x="123" y="210"/>
                  </a:cubicBezTo>
                  <a:cubicBezTo>
                    <a:pt x="166" y="210"/>
                    <a:pt x="206" y="166"/>
                    <a:pt x="206" y="120"/>
                  </a:cubicBezTo>
                  <a:cubicBezTo>
                    <a:pt x="206" y="103"/>
                    <a:pt x="206" y="70"/>
                    <a:pt x="186" y="54"/>
                  </a:cubicBezTo>
                  <a:cubicBezTo>
                    <a:pt x="169" y="3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9"/>
            <p:cNvSpPr/>
            <p:nvPr/>
          </p:nvSpPr>
          <p:spPr>
            <a:xfrm>
              <a:off x="4275175" y="3166675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87" y="1"/>
                  </a:moveTo>
                  <a:cubicBezTo>
                    <a:pt x="33" y="34"/>
                    <a:pt x="0" y="83"/>
                    <a:pt x="17" y="137"/>
                  </a:cubicBezTo>
                  <a:cubicBezTo>
                    <a:pt x="48" y="178"/>
                    <a:pt x="88" y="211"/>
                    <a:pt x="131" y="211"/>
                  </a:cubicBezTo>
                  <a:cubicBezTo>
                    <a:pt x="140" y="211"/>
                    <a:pt x="148" y="210"/>
                    <a:pt x="157" y="207"/>
                  </a:cubicBezTo>
                  <a:cubicBezTo>
                    <a:pt x="174" y="186"/>
                    <a:pt x="190" y="186"/>
                    <a:pt x="207" y="170"/>
                  </a:cubicBezTo>
                  <a:cubicBezTo>
                    <a:pt x="223" y="137"/>
                    <a:pt x="240" y="104"/>
                    <a:pt x="223" y="67"/>
                  </a:cubicBezTo>
                  <a:cubicBezTo>
                    <a:pt x="207" y="34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9"/>
            <p:cNvSpPr/>
            <p:nvPr/>
          </p:nvSpPr>
          <p:spPr>
            <a:xfrm>
              <a:off x="4274350" y="3180225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107" y="0"/>
                  </a:moveTo>
                  <a:cubicBezTo>
                    <a:pt x="84" y="0"/>
                    <a:pt x="62" y="12"/>
                    <a:pt x="50" y="24"/>
                  </a:cubicBezTo>
                  <a:cubicBezTo>
                    <a:pt x="33" y="40"/>
                    <a:pt x="17" y="57"/>
                    <a:pt x="17" y="94"/>
                  </a:cubicBezTo>
                  <a:cubicBezTo>
                    <a:pt x="1" y="110"/>
                    <a:pt x="17" y="127"/>
                    <a:pt x="17" y="143"/>
                  </a:cubicBezTo>
                  <a:cubicBezTo>
                    <a:pt x="17" y="143"/>
                    <a:pt x="17" y="160"/>
                    <a:pt x="33" y="160"/>
                  </a:cubicBezTo>
                  <a:cubicBezTo>
                    <a:pt x="50" y="180"/>
                    <a:pt x="66" y="197"/>
                    <a:pt x="104" y="197"/>
                  </a:cubicBezTo>
                  <a:cubicBezTo>
                    <a:pt x="112" y="200"/>
                    <a:pt x="121" y="201"/>
                    <a:pt x="129" y="201"/>
                  </a:cubicBezTo>
                  <a:cubicBezTo>
                    <a:pt x="170" y="201"/>
                    <a:pt x="209" y="168"/>
                    <a:pt x="223" y="110"/>
                  </a:cubicBezTo>
                  <a:cubicBezTo>
                    <a:pt x="223" y="94"/>
                    <a:pt x="223" y="57"/>
                    <a:pt x="207" y="40"/>
                  </a:cubicBezTo>
                  <a:cubicBezTo>
                    <a:pt x="190" y="24"/>
                    <a:pt x="153" y="7"/>
                    <a:pt x="137" y="7"/>
                  </a:cubicBezTo>
                  <a:cubicBezTo>
                    <a:pt x="127" y="2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9"/>
            <p:cNvSpPr/>
            <p:nvPr/>
          </p:nvSpPr>
          <p:spPr>
            <a:xfrm>
              <a:off x="4269600" y="31428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6" y="1"/>
                  </a:moveTo>
                  <a:cubicBezTo>
                    <a:pt x="54" y="1"/>
                    <a:pt x="15" y="33"/>
                    <a:pt x="1" y="75"/>
                  </a:cubicBezTo>
                  <a:lnTo>
                    <a:pt x="1" y="91"/>
                  </a:lnTo>
                  <a:lnTo>
                    <a:pt x="1" y="145"/>
                  </a:lnTo>
                  <a:cubicBezTo>
                    <a:pt x="17" y="161"/>
                    <a:pt x="34" y="194"/>
                    <a:pt x="50" y="194"/>
                  </a:cubicBezTo>
                  <a:cubicBezTo>
                    <a:pt x="71" y="211"/>
                    <a:pt x="87" y="211"/>
                    <a:pt x="87" y="211"/>
                  </a:cubicBezTo>
                  <a:cubicBezTo>
                    <a:pt x="137" y="211"/>
                    <a:pt x="207" y="178"/>
                    <a:pt x="207" y="128"/>
                  </a:cubicBezTo>
                  <a:cubicBezTo>
                    <a:pt x="207" y="91"/>
                    <a:pt x="207" y="75"/>
                    <a:pt x="191" y="42"/>
                  </a:cubicBezTo>
                  <a:cubicBezTo>
                    <a:pt x="174" y="25"/>
                    <a:pt x="153" y="5"/>
                    <a:pt x="120" y="5"/>
                  </a:cubicBezTo>
                  <a:cubicBezTo>
                    <a:pt x="112" y="2"/>
                    <a:pt x="104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9"/>
            <p:cNvSpPr/>
            <p:nvPr/>
          </p:nvSpPr>
          <p:spPr>
            <a:xfrm>
              <a:off x="4270025" y="32082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0" y="0"/>
                  </a:moveTo>
                  <a:cubicBezTo>
                    <a:pt x="57" y="0"/>
                    <a:pt x="15" y="44"/>
                    <a:pt x="0" y="90"/>
                  </a:cubicBezTo>
                  <a:cubicBezTo>
                    <a:pt x="0" y="107"/>
                    <a:pt x="0" y="123"/>
                    <a:pt x="17" y="140"/>
                  </a:cubicBezTo>
                  <a:lnTo>
                    <a:pt x="17" y="156"/>
                  </a:lnTo>
                  <a:cubicBezTo>
                    <a:pt x="33" y="193"/>
                    <a:pt x="70" y="210"/>
                    <a:pt x="87" y="210"/>
                  </a:cubicBezTo>
                  <a:cubicBezTo>
                    <a:pt x="120" y="210"/>
                    <a:pt x="157" y="210"/>
                    <a:pt x="174" y="193"/>
                  </a:cubicBezTo>
                  <a:cubicBezTo>
                    <a:pt x="190" y="173"/>
                    <a:pt x="206" y="140"/>
                    <a:pt x="206" y="123"/>
                  </a:cubicBezTo>
                  <a:cubicBezTo>
                    <a:pt x="223" y="90"/>
                    <a:pt x="206" y="70"/>
                    <a:pt x="190" y="37"/>
                  </a:cubicBezTo>
                  <a:cubicBezTo>
                    <a:pt x="174" y="20"/>
                    <a:pt x="157" y="4"/>
                    <a:pt x="120" y="4"/>
                  </a:cubicBezTo>
                  <a:cubicBezTo>
                    <a:pt x="113" y="1"/>
                    <a:pt x="107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9"/>
            <p:cNvSpPr/>
            <p:nvPr/>
          </p:nvSpPr>
          <p:spPr>
            <a:xfrm>
              <a:off x="4287650" y="31737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11" y="0"/>
                  </a:moveTo>
                  <a:cubicBezTo>
                    <a:pt x="82" y="0"/>
                    <a:pt x="54" y="13"/>
                    <a:pt x="33" y="43"/>
                  </a:cubicBezTo>
                  <a:cubicBezTo>
                    <a:pt x="17" y="59"/>
                    <a:pt x="0" y="92"/>
                    <a:pt x="0" y="109"/>
                  </a:cubicBezTo>
                  <a:cubicBezTo>
                    <a:pt x="17" y="129"/>
                    <a:pt x="17" y="129"/>
                    <a:pt x="17" y="146"/>
                  </a:cubicBezTo>
                  <a:cubicBezTo>
                    <a:pt x="17" y="162"/>
                    <a:pt x="33" y="179"/>
                    <a:pt x="50" y="179"/>
                  </a:cubicBezTo>
                  <a:cubicBezTo>
                    <a:pt x="70" y="195"/>
                    <a:pt x="103" y="212"/>
                    <a:pt x="120" y="212"/>
                  </a:cubicBezTo>
                  <a:cubicBezTo>
                    <a:pt x="153" y="212"/>
                    <a:pt x="174" y="195"/>
                    <a:pt x="190" y="179"/>
                  </a:cubicBezTo>
                  <a:cubicBezTo>
                    <a:pt x="207" y="146"/>
                    <a:pt x="223" y="129"/>
                    <a:pt x="223" y="92"/>
                  </a:cubicBezTo>
                  <a:cubicBezTo>
                    <a:pt x="207" y="76"/>
                    <a:pt x="207" y="43"/>
                    <a:pt x="174" y="26"/>
                  </a:cubicBezTo>
                  <a:cubicBezTo>
                    <a:pt x="157" y="9"/>
                    <a:pt x="134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9"/>
            <p:cNvSpPr/>
            <p:nvPr/>
          </p:nvSpPr>
          <p:spPr>
            <a:xfrm>
              <a:off x="4285475" y="31855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7" y="0"/>
                    <a:pt x="54" y="17"/>
                    <a:pt x="34" y="33"/>
                  </a:cubicBezTo>
                  <a:cubicBezTo>
                    <a:pt x="17" y="50"/>
                    <a:pt x="1" y="70"/>
                    <a:pt x="1" y="87"/>
                  </a:cubicBezTo>
                  <a:lnTo>
                    <a:pt x="1" y="136"/>
                  </a:lnTo>
                  <a:cubicBezTo>
                    <a:pt x="17" y="174"/>
                    <a:pt x="54" y="207"/>
                    <a:pt x="87" y="207"/>
                  </a:cubicBezTo>
                  <a:lnTo>
                    <a:pt x="104" y="207"/>
                  </a:lnTo>
                  <a:cubicBezTo>
                    <a:pt x="157" y="207"/>
                    <a:pt x="207" y="174"/>
                    <a:pt x="207" y="120"/>
                  </a:cubicBezTo>
                  <a:cubicBezTo>
                    <a:pt x="207" y="87"/>
                    <a:pt x="207" y="70"/>
                    <a:pt x="190" y="50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9"/>
            <p:cNvSpPr/>
            <p:nvPr/>
          </p:nvSpPr>
          <p:spPr>
            <a:xfrm>
              <a:off x="4265275" y="315745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16" y="1"/>
                  </a:moveTo>
                  <a:cubicBezTo>
                    <a:pt x="85" y="1"/>
                    <a:pt x="56" y="13"/>
                    <a:pt x="38" y="40"/>
                  </a:cubicBezTo>
                  <a:cubicBezTo>
                    <a:pt x="17" y="61"/>
                    <a:pt x="1" y="94"/>
                    <a:pt x="17" y="110"/>
                  </a:cubicBezTo>
                  <a:lnTo>
                    <a:pt x="17" y="143"/>
                  </a:lnTo>
                  <a:cubicBezTo>
                    <a:pt x="17" y="164"/>
                    <a:pt x="38" y="180"/>
                    <a:pt x="54" y="180"/>
                  </a:cubicBezTo>
                  <a:cubicBezTo>
                    <a:pt x="71" y="197"/>
                    <a:pt x="104" y="213"/>
                    <a:pt x="120" y="213"/>
                  </a:cubicBezTo>
                  <a:cubicBezTo>
                    <a:pt x="157" y="197"/>
                    <a:pt x="174" y="197"/>
                    <a:pt x="207" y="164"/>
                  </a:cubicBezTo>
                  <a:cubicBezTo>
                    <a:pt x="223" y="143"/>
                    <a:pt x="223" y="127"/>
                    <a:pt x="223" y="94"/>
                  </a:cubicBezTo>
                  <a:cubicBezTo>
                    <a:pt x="223" y="61"/>
                    <a:pt x="207" y="40"/>
                    <a:pt x="190" y="24"/>
                  </a:cubicBezTo>
                  <a:cubicBezTo>
                    <a:pt x="168" y="9"/>
                    <a:pt x="142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9"/>
            <p:cNvSpPr/>
            <p:nvPr/>
          </p:nvSpPr>
          <p:spPr>
            <a:xfrm>
              <a:off x="4279100" y="3153275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120" y="1"/>
                  </a:moveTo>
                  <a:cubicBezTo>
                    <a:pt x="103" y="1"/>
                    <a:pt x="66" y="22"/>
                    <a:pt x="50" y="38"/>
                  </a:cubicBezTo>
                  <a:cubicBezTo>
                    <a:pt x="17" y="38"/>
                    <a:pt x="17" y="71"/>
                    <a:pt x="0" y="87"/>
                  </a:cubicBezTo>
                  <a:cubicBezTo>
                    <a:pt x="0" y="104"/>
                    <a:pt x="0" y="141"/>
                    <a:pt x="17" y="158"/>
                  </a:cubicBezTo>
                  <a:lnTo>
                    <a:pt x="17" y="174"/>
                  </a:lnTo>
                  <a:cubicBezTo>
                    <a:pt x="33" y="191"/>
                    <a:pt x="66" y="207"/>
                    <a:pt x="83" y="207"/>
                  </a:cubicBezTo>
                  <a:cubicBezTo>
                    <a:pt x="96" y="211"/>
                    <a:pt x="108" y="213"/>
                    <a:pt x="120" y="213"/>
                  </a:cubicBezTo>
                  <a:cubicBezTo>
                    <a:pt x="171" y="213"/>
                    <a:pt x="206" y="178"/>
                    <a:pt x="206" y="125"/>
                  </a:cubicBezTo>
                  <a:cubicBezTo>
                    <a:pt x="223" y="104"/>
                    <a:pt x="206" y="71"/>
                    <a:pt x="186" y="55"/>
                  </a:cubicBezTo>
                  <a:cubicBezTo>
                    <a:pt x="169" y="38"/>
                    <a:pt x="153" y="22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9"/>
            <p:cNvSpPr/>
            <p:nvPr/>
          </p:nvSpPr>
          <p:spPr>
            <a:xfrm>
              <a:off x="4283725" y="3136900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00" y="0"/>
                  </a:moveTo>
                  <a:cubicBezTo>
                    <a:pt x="90" y="0"/>
                    <a:pt x="80" y="2"/>
                    <a:pt x="71" y="4"/>
                  </a:cubicBezTo>
                  <a:cubicBezTo>
                    <a:pt x="21" y="21"/>
                    <a:pt x="1" y="91"/>
                    <a:pt x="21" y="141"/>
                  </a:cubicBezTo>
                  <a:cubicBezTo>
                    <a:pt x="33" y="179"/>
                    <a:pt x="71" y="207"/>
                    <a:pt x="111" y="207"/>
                  </a:cubicBezTo>
                  <a:cubicBezTo>
                    <a:pt x="127" y="207"/>
                    <a:pt x="143" y="203"/>
                    <a:pt x="157" y="194"/>
                  </a:cubicBezTo>
                  <a:cubicBezTo>
                    <a:pt x="207" y="178"/>
                    <a:pt x="227" y="124"/>
                    <a:pt x="207" y="75"/>
                  </a:cubicBezTo>
                  <a:cubicBezTo>
                    <a:pt x="193" y="30"/>
                    <a:pt x="146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9"/>
            <p:cNvSpPr/>
            <p:nvPr/>
          </p:nvSpPr>
          <p:spPr>
            <a:xfrm>
              <a:off x="4255375" y="3147300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5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38" y="34"/>
                    <a:pt x="22" y="71"/>
                    <a:pt x="22" y="87"/>
                  </a:cubicBezTo>
                  <a:cubicBezTo>
                    <a:pt x="1" y="104"/>
                    <a:pt x="1" y="120"/>
                    <a:pt x="22" y="137"/>
                  </a:cubicBezTo>
                  <a:cubicBezTo>
                    <a:pt x="22" y="157"/>
                    <a:pt x="22" y="157"/>
                    <a:pt x="38" y="174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58" y="207"/>
                    <a:pt x="207" y="174"/>
                    <a:pt x="228" y="120"/>
                  </a:cubicBezTo>
                  <a:cubicBezTo>
                    <a:pt x="228" y="87"/>
                    <a:pt x="207" y="71"/>
                    <a:pt x="191" y="34"/>
                  </a:cubicBezTo>
                  <a:cubicBezTo>
                    <a:pt x="191" y="17"/>
                    <a:pt x="158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9"/>
            <p:cNvSpPr/>
            <p:nvPr/>
          </p:nvSpPr>
          <p:spPr>
            <a:xfrm>
              <a:off x="4249825" y="317507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4"/>
                    <a:pt x="0" y="94"/>
                    <a:pt x="37" y="143"/>
                  </a:cubicBezTo>
                  <a:cubicBezTo>
                    <a:pt x="37" y="160"/>
                    <a:pt x="54" y="160"/>
                    <a:pt x="54" y="180"/>
                  </a:cubicBezTo>
                  <a:cubicBezTo>
                    <a:pt x="73" y="200"/>
                    <a:pt x="92" y="208"/>
                    <a:pt x="113" y="208"/>
                  </a:cubicBezTo>
                  <a:cubicBezTo>
                    <a:pt x="127" y="208"/>
                    <a:pt x="142" y="204"/>
                    <a:pt x="157" y="197"/>
                  </a:cubicBezTo>
                  <a:cubicBezTo>
                    <a:pt x="206" y="180"/>
                    <a:pt x="223" y="143"/>
                    <a:pt x="223" y="110"/>
                  </a:cubicBezTo>
                  <a:lnTo>
                    <a:pt x="223" y="57"/>
                  </a:lnTo>
                  <a:cubicBezTo>
                    <a:pt x="211" y="19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9"/>
            <p:cNvSpPr/>
            <p:nvPr/>
          </p:nvSpPr>
          <p:spPr>
            <a:xfrm>
              <a:off x="4249825" y="31881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03" y="0"/>
                  </a:moveTo>
                  <a:cubicBezTo>
                    <a:pt x="70" y="17"/>
                    <a:pt x="37" y="17"/>
                    <a:pt x="17" y="50"/>
                  </a:cubicBezTo>
                  <a:cubicBezTo>
                    <a:pt x="0" y="71"/>
                    <a:pt x="0" y="87"/>
                    <a:pt x="0" y="120"/>
                  </a:cubicBezTo>
                  <a:lnTo>
                    <a:pt x="0" y="153"/>
                  </a:lnTo>
                  <a:cubicBezTo>
                    <a:pt x="17" y="153"/>
                    <a:pt x="17" y="174"/>
                    <a:pt x="37" y="190"/>
                  </a:cubicBezTo>
                  <a:cubicBezTo>
                    <a:pt x="60" y="205"/>
                    <a:pt x="86" y="213"/>
                    <a:pt x="111" y="213"/>
                  </a:cubicBezTo>
                  <a:cubicBezTo>
                    <a:pt x="142" y="213"/>
                    <a:pt x="172" y="201"/>
                    <a:pt x="190" y="174"/>
                  </a:cubicBezTo>
                  <a:cubicBezTo>
                    <a:pt x="206" y="153"/>
                    <a:pt x="206" y="120"/>
                    <a:pt x="206" y="104"/>
                  </a:cubicBezTo>
                  <a:cubicBezTo>
                    <a:pt x="206" y="71"/>
                    <a:pt x="190" y="50"/>
                    <a:pt x="173" y="33"/>
                  </a:cubicBezTo>
                  <a:cubicBezTo>
                    <a:pt x="157" y="17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9"/>
            <p:cNvSpPr/>
            <p:nvPr/>
          </p:nvSpPr>
          <p:spPr>
            <a:xfrm>
              <a:off x="4245600" y="312582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107" y="1"/>
                  </a:moveTo>
                  <a:cubicBezTo>
                    <a:pt x="72" y="1"/>
                    <a:pt x="37" y="15"/>
                    <a:pt x="17" y="35"/>
                  </a:cubicBezTo>
                  <a:cubicBezTo>
                    <a:pt x="0" y="68"/>
                    <a:pt x="0" y="89"/>
                    <a:pt x="0" y="122"/>
                  </a:cubicBezTo>
                  <a:lnTo>
                    <a:pt x="0" y="138"/>
                  </a:lnTo>
                  <a:cubicBezTo>
                    <a:pt x="17" y="155"/>
                    <a:pt x="17" y="171"/>
                    <a:pt x="33" y="192"/>
                  </a:cubicBezTo>
                  <a:cubicBezTo>
                    <a:pt x="50" y="208"/>
                    <a:pt x="83" y="208"/>
                    <a:pt x="120" y="208"/>
                  </a:cubicBezTo>
                  <a:cubicBezTo>
                    <a:pt x="136" y="208"/>
                    <a:pt x="169" y="192"/>
                    <a:pt x="186" y="171"/>
                  </a:cubicBezTo>
                  <a:cubicBezTo>
                    <a:pt x="206" y="155"/>
                    <a:pt x="206" y="122"/>
                    <a:pt x="206" y="89"/>
                  </a:cubicBezTo>
                  <a:cubicBezTo>
                    <a:pt x="206" y="68"/>
                    <a:pt x="186" y="35"/>
                    <a:pt x="169" y="19"/>
                  </a:cubicBezTo>
                  <a:cubicBezTo>
                    <a:pt x="150" y="6"/>
                    <a:pt x="128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9"/>
            <p:cNvSpPr/>
            <p:nvPr/>
          </p:nvSpPr>
          <p:spPr>
            <a:xfrm>
              <a:off x="4253325" y="3163600"/>
              <a:ext cx="5600" cy="5375"/>
            </a:xfrm>
            <a:custGeom>
              <a:avLst/>
              <a:gdLst/>
              <a:ahLst/>
              <a:cxnLst/>
              <a:rect l="l" t="t" r="r" b="b"/>
              <a:pathLst>
                <a:path w="224" h="215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40"/>
                    <a:pt x="17" y="157"/>
                  </a:cubicBezTo>
                  <a:lnTo>
                    <a:pt x="33" y="173"/>
                  </a:lnTo>
                  <a:cubicBezTo>
                    <a:pt x="50" y="190"/>
                    <a:pt x="66" y="206"/>
                    <a:pt x="104" y="206"/>
                  </a:cubicBezTo>
                  <a:cubicBezTo>
                    <a:pt x="108" y="213"/>
                    <a:pt x="115" y="215"/>
                    <a:pt x="122" y="215"/>
                  </a:cubicBezTo>
                  <a:cubicBezTo>
                    <a:pt x="138" y="215"/>
                    <a:pt x="158" y="201"/>
                    <a:pt x="169" y="190"/>
                  </a:cubicBezTo>
                  <a:cubicBezTo>
                    <a:pt x="186" y="173"/>
                    <a:pt x="207" y="157"/>
                    <a:pt x="223" y="124"/>
                  </a:cubicBezTo>
                  <a:cubicBezTo>
                    <a:pt x="223" y="103"/>
                    <a:pt x="207" y="70"/>
                    <a:pt x="186" y="54"/>
                  </a:cubicBezTo>
                  <a:cubicBezTo>
                    <a:pt x="169" y="37"/>
                    <a:pt x="153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9"/>
            <p:cNvSpPr/>
            <p:nvPr/>
          </p:nvSpPr>
          <p:spPr>
            <a:xfrm>
              <a:off x="4264050" y="316975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1" y="1"/>
                  </a:moveTo>
                  <a:cubicBezTo>
                    <a:pt x="116" y="1"/>
                    <a:pt x="101" y="5"/>
                    <a:pt x="87" y="14"/>
                  </a:cubicBezTo>
                  <a:cubicBezTo>
                    <a:pt x="33" y="30"/>
                    <a:pt x="0" y="84"/>
                    <a:pt x="17" y="134"/>
                  </a:cubicBezTo>
                  <a:cubicBezTo>
                    <a:pt x="33" y="150"/>
                    <a:pt x="33" y="166"/>
                    <a:pt x="50" y="187"/>
                  </a:cubicBezTo>
                  <a:cubicBezTo>
                    <a:pt x="76" y="199"/>
                    <a:pt x="100" y="210"/>
                    <a:pt x="124" y="210"/>
                  </a:cubicBezTo>
                  <a:cubicBezTo>
                    <a:pt x="133" y="210"/>
                    <a:pt x="143" y="208"/>
                    <a:pt x="153" y="204"/>
                  </a:cubicBezTo>
                  <a:cubicBezTo>
                    <a:pt x="206" y="187"/>
                    <a:pt x="223" y="150"/>
                    <a:pt x="223" y="117"/>
                  </a:cubicBezTo>
                  <a:lnTo>
                    <a:pt x="223" y="63"/>
                  </a:lnTo>
                  <a:cubicBezTo>
                    <a:pt x="211" y="28"/>
                    <a:pt x="171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9"/>
            <p:cNvSpPr/>
            <p:nvPr/>
          </p:nvSpPr>
          <p:spPr>
            <a:xfrm>
              <a:off x="4261875" y="31851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4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cubicBezTo>
                    <a:pt x="34" y="170"/>
                    <a:pt x="50" y="207"/>
                    <a:pt x="104" y="207"/>
                  </a:cubicBezTo>
                  <a:cubicBezTo>
                    <a:pt x="110" y="209"/>
                    <a:pt x="116" y="210"/>
                    <a:pt x="122" y="210"/>
                  </a:cubicBezTo>
                  <a:cubicBezTo>
                    <a:pt x="166" y="210"/>
                    <a:pt x="207" y="164"/>
                    <a:pt x="207" y="120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9"/>
            <p:cNvSpPr/>
            <p:nvPr/>
          </p:nvSpPr>
          <p:spPr>
            <a:xfrm>
              <a:off x="4289400" y="31600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8" y="0"/>
                    <a:pt x="95" y="2"/>
                    <a:pt x="83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17" y="163"/>
                    <a:pt x="33" y="179"/>
                    <a:pt x="50" y="179"/>
                  </a:cubicBezTo>
                  <a:cubicBezTo>
                    <a:pt x="60" y="199"/>
                    <a:pt x="82" y="207"/>
                    <a:pt x="106" y="207"/>
                  </a:cubicBezTo>
                  <a:cubicBezTo>
                    <a:pt x="122" y="207"/>
                    <a:pt x="139" y="203"/>
                    <a:pt x="153" y="196"/>
                  </a:cubicBezTo>
                  <a:cubicBezTo>
                    <a:pt x="186" y="196"/>
                    <a:pt x="223" y="163"/>
                    <a:pt x="223" y="109"/>
                  </a:cubicBezTo>
                  <a:lnTo>
                    <a:pt x="223" y="76"/>
                  </a:lnTo>
                  <a:cubicBezTo>
                    <a:pt x="195" y="22"/>
                    <a:pt x="159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9"/>
            <p:cNvSpPr/>
            <p:nvPr/>
          </p:nvSpPr>
          <p:spPr>
            <a:xfrm>
              <a:off x="4257125" y="3133500"/>
              <a:ext cx="5200" cy="4950"/>
            </a:xfrm>
            <a:custGeom>
              <a:avLst/>
              <a:gdLst/>
              <a:ahLst/>
              <a:cxnLst/>
              <a:rect l="l" t="t" r="r" b="b"/>
              <a:pathLst>
                <a:path w="208" h="198" extrusionOk="0">
                  <a:moveTo>
                    <a:pt x="95" y="0"/>
                  </a:moveTo>
                  <a:cubicBezTo>
                    <a:pt x="54" y="0"/>
                    <a:pt x="15" y="33"/>
                    <a:pt x="1" y="91"/>
                  </a:cubicBezTo>
                  <a:lnTo>
                    <a:pt x="1" y="140"/>
                  </a:lnTo>
                  <a:cubicBezTo>
                    <a:pt x="17" y="140"/>
                    <a:pt x="17" y="157"/>
                    <a:pt x="17" y="157"/>
                  </a:cubicBezTo>
                  <a:cubicBezTo>
                    <a:pt x="34" y="173"/>
                    <a:pt x="71" y="194"/>
                    <a:pt x="88" y="194"/>
                  </a:cubicBezTo>
                  <a:cubicBezTo>
                    <a:pt x="95" y="197"/>
                    <a:pt x="104" y="198"/>
                    <a:pt x="112" y="198"/>
                  </a:cubicBezTo>
                  <a:cubicBezTo>
                    <a:pt x="158" y="198"/>
                    <a:pt x="207" y="163"/>
                    <a:pt x="207" y="108"/>
                  </a:cubicBezTo>
                  <a:cubicBezTo>
                    <a:pt x="207" y="91"/>
                    <a:pt x="207" y="54"/>
                    <a:pt x="191" y="37"/>
                  </a:cubicBezTo>
                  <a:cubicBezTo>
                    <a:pt x="174" y="21"/>
                    <a:pt x="158" y="4"/>
                    <a:pt x="121" y="4"/>
                  </a:cubicBezTo>
                  <a:cubicBezTo>
                    <a:pt x="112" y="2"/>
                    <a:pt x="104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9"/>
            <p:cNvSpPr/>
            <p:nvPr/>
          </p:nvSpPr>
          <p:spPr>
            <a:xfrm>
              <a:off x="4243425" y="3155850"/>
              <a:ext cx="5600" cy="5425"/>
            </a:xfrm>
            <a:custGeom>
              <a:avLst/>
              <a:gdLst/>
              <a:ahLst/>
              <a:cxnLst/>
              <a:rect l="l" t="t" r="r" b="b"/>
              <a:pathLst>
                <a:path w="224" h="217" extrusionOk="0">
                  <a:moveTo>
                    <a:pt x="87" y="1"/>
                  </a:moveTo>
                  <a:cubicBezTo>
                    <a:pt x="67" y="1"/>
                    <a:pt x="34" y="22"/>
                    <a:pt x="17" y="38"/>
                  </a:cubicBezTo>
                  <a:cubicBezTo>
                    <a:pt x="1" y="71"/>
                    <a:pt x="1" y="88"/>
                    <a:pt x="1" y="125"/>
                  </a:cubicBezTo>
                  <a:lnTo>
                    <a:pt x="1" y="141"/>
                  </a:lnTo>
                  <a:cubicBezTo>
                    <a:pt x="17" y="158"/>
                    <a:pt x="17" y="174"/>
                    <a:pt x="34" y="191"/>
                  </a:cubicBezTo>
                  <a:cubicBezTo>
                    <a:pt x="58" y="207"/>
                    <a:pt x="85" y="217"/>
                    <a:pt x="110" y="217"/>
                  </a:cubicBezTo>
                  <a:cubicBezTo>
                    <a:pt x="141" y="217"/>
                    <a:pt x="170" y="203"/>
                    <a:pt x="190" y="174"/>
                  </a:cubicBezTo>
                  <a:cubicBezTo>
                    <a:pt x="223" y="125"/>
                    <a:pt x="207" y="71"/>
                    <a:pt x="170" y="22"/>
                  </a:cubicBezTo>
                  <a:cubicBezTo>
                    <a:pt x="153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9"/>
            <p:cNvSpPr/>
            <p:nvPr/>
          </p:nvSpPr>
          <p:spPr>
            <a:xfrm>
              <a:off x="4316000" y="31649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20" y="1"/>
                  </a:moveTo>
                  <a:cubicBezTo>
                    <a:pt x="70" y="1"/>
                    <a:pt x="17" y="34"/>
                    <a:pt x="0" y="87"/>
                  </a:cubicBezTo>
                  <a:cubicBezTo>
                    <a:pt x="0" y="120"/>
                    <a:pt x="0" y="137"/>
                    <a:pt x="17" y="153"/>
                  </a:cubicBezTo>
                  <a:lnTo>
                    <a:pt x="17" y="174"/>
                  </a:lnTo>
                  <a:cubicBezTo>
                    <a:pt x="33" y="190"/>
                    <a:pt x="70" y="207"/>
                    <a:pt x="87" y="207"/>
                  </a:cubicBezTo>
                  <a:cubicBezTo>
                    <a:pt x="98" y="210"/>
                    <a:pt x="109" y="211"/>
                    <a:pt x="119" y="211"/>
                  </a:cubicBezTo>
                  <a:cubicBezTo>
                    <a:pt x="169" y="211"/>
                    <a:pt x="206" y="179"/>
                    <a:pt x="206" y="120"/>
                  </a:cubicBezTo>
                  <a:cubicBezTo>
                    <a:pt x="223" y="104"/>
                    <a:pt x="206" y="71"/>
                    <a:pt x="190" y="50"/>
                  </a:cubicBezTo>
                  <a:cubicBezTo>
                    <a:pt x="173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9"/>
            <p:cNvSpPr/>
            <p:nvPr/>
          </p:nvSpPr>
          <p:spPr>
            <a:xfrm>
              <a:off x="4323725" y="31838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70" y="0"/>
                    <a:pt x="17" y="37"/>
                    <a:pt x="0" y="103"/>
                  </a:cubicBezTo>
                  <a:lnTo>
                    <a:pt x="0" y="157"/>
                  </a:lnTo>
                  <a:cubicBezTo>
                    <a:pt x="17" y="157"/>
                    <a:pt x="17" y="173"/>
                    <a:pt x="17" y="173"/>
                  </a:cubicBezTo>
                  <a:cubicBezTo>
                    <a:pt x="33" y="190"/>
                    <a:pt x="70" y="206"/>
                    <a:pt x="87" y="206"/>
                  </a:cubicBezTo>
                  <a:cubicBezTo>
                    <a:pt x="95" y="209"/>
                    <a:pt x="104" y="211"/>
                    <a:pt x="114" y="211"/>
                  </a:cubicBezTo>
                  <a:cubicBezTo>
                    <a:pt x="158" y="211"/>
                    <a:pt x="207" y="178"/>
                    <a:pt x="207" y="120"/>
                  </a:cubicBezTo>
                  <a:cubicBezTo>
                    <a:pt x="207" y="103"/>
                    <a:pt x="207" y="70"/>
                    <a:pt x="190" y="54"/>
                  </a:cubicBezTo>
                  <a:cubicBezTo>
                    <a:pt x="174" y="3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9"/>
            <p:cNvSpPr/>
            <p:nvPr/>
          </p:nvSpPr>
          <p:spPr>
            <a:xfrm>
              <a:off x="4323300" y="312545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04" y="1"/>
                  </a:moveTo>
                  <a:cubicBezTo>
                    <a:pt x="67" y="1"/>
                    <a:pt x="50" y="17"/>
                    <a:pt x="34" y="34"/>
                  </a:cubicBezTo>
                  <a:cubicBezTo>
                    <a:pt x="17" y="50"/>
                    <a:pt x="1" y="83"/>
                    <a:pt x="1" y="120"/>
                  </a:cubicBezTo>
                  <a:cubicBezTo>
                    <a:pt x="17" y="120"/>
                    <a:pt x="17" y="137"/>
                    <a:pt x="17" y="137"/>
                  </a:cubicBezTo>
                  <a:cubicBezTo>
                    <a:pt x="17" y="153"/>
                    <a:pt x="34" y="170"/>
                    <a:pt x="50" y="186"/>
                  </a:cubicBezTo>
                  <a:cubicBezTo>
                    <a:pt x="65" y="201"/>
                    <a:pt x="84" y="207"/>
                    <a:pt x="104" y="207"/>
                  </a:cubicBezTo>
                  <a:cubicBezTo>
                    <a:pt x="135" y="207"/>
                    <a:pt x="168" y="192"/>
                    <a:pt x="191" y="170"/>
                  </a:cubicBezTo>
                  <a:cubicBezTo>
                    <a:pt x="224" y="120"/>
                    <a:pt x="224" y="50"/>
                    <a:pt x="170" y="17"/>
                  </a:cubicBezTo>
                  <a:cubicBezTo>
                    <a:pt x="153" y="1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9"/>
            <p:cNvSpPr/>
            <p:nvPr/>
          </p:nvSpPr>
          <p:spPr>
            <a:xfrm>
              <a:off x="4316825" y="3151225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20" y="0"/>
                  </a:moveTo>
                  <a:cubicBezTo>
                    <a:pt x="70" y="0"/>
                    <a:pt x="17" y="33"/>
                    <a:pt x="0" y="83"/>
                  </a:cubicBezTo>
                  <a:cubicBezTo>
                    <a:pt x="0" y="104"/>
                    <a:pt x="0" y="120"/>
                    <a:pt x="17" y="137"/>
                  </a:cubicBezTo>
                  <a:lnTo>
                    <a:pt x="17" y="153"/>
                  </a:lnTo>
                  <a:cubicBezTo>
                    <a:pt x="17" y="153"/>
                    <a:pt x="17" y="169"/>
                    <a:pt x="37" y="169"/>
                  </a:cubicBezTo>
                  <a:cubicBezTo>
                    <a:pt x="54" y="186"/>
                    <a:pt x="70" y="207"/>
                    <a:pt x="103" y="207"/>
                  </a:cubicBezTo>
                  <a:cubicBezTo>
                    <a:pt x="108" y="211"/>
                    <a:pt x="114" y="213"/>
                    <a:pt x="121" y="213"/>
                  </a:cubicBezTo>
                  <a:cubicBezTo>
                    <a:pt x="139" y="213"/>
                    <a:pt x="162" y="201"/>
                    <a:pt x="173" y="186"/>
                  </a:cubicBezTo>
                  <a:cubicBezTo>
                    <a:pt x="190" y="169"/>
                    <a:pt x="206" y="153"/>
                    <a:pt x="223" y="120"/>
                  </a:cubicBezTo>
                  <a:cubicBezTo>
                    <a:pt x="223" y="104"/>
                    <a:pt x="206" y="83"/>
                    <a:pt x="206" y="50"/>
                  </a:cubicBezTo>
                  <a:cubicBezTo>
                    <a:pt x="190" y="33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9"/>
            <p:cNvSpPr/>
            <p:nvPr/>
          </p:nvSpPr>
          <p:spPr>
            <a:xfrm>
              <a:off x="4318150" y="313725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07" y="0"/>
                  </a:moveTo>
                  <a:cubicBezTo>
                    <a:pt x="84" y="0"/>
                    <a:pt x="62" y="12"/>
                    <a:pt x="50" y="23"/>
                  </a:cubicBezTo>
                  <a:cubicBezTo>
                    <a:pt x="34" y="44"/>
                    <a:pt x="17" y="61"/>
                    <a:pt x="17" y="94"/>
                  </a:cubicBezTo>
                  <a:cubicBezTo>
                    <a:pt x="1" y="110"/>
                    <a:pt x="1" y="127"/>
                    <a:pt x="17" y="147"/>
                  </a:cubicBezTo>
                  <a:cubicBezTo>
                    <a:pt x="17" y="147"/>
                    <a:pt x="17" y="164"/>
                    <a:pt x="34" y="164"/>
                  </a:cubicBezTo>
                  <a:cubicBezTo>
                    <a:pt x="50" y="180"/>
                    <a:pt x="67" y="197"/>
                    <a:pt x="104" y="213"/>
                  </a:cubicBezTo>
                  <a:cubicBezTo>
                    <a:pt x="153" y="213"/>
                    <a:pt x="207" y="180"/>
                    <a:pt x="223" y="127"/>
                  </a:cubicBezTo>
                  <a:cubicBezTo>
                    <a:pt x="223" y="94"/>
                    <a:pt x="207" y="61"/>
                    <a:pt x="207" y="44"/>
                  </a:cubicBezTo>
                  <a:cubicBezTo>
                    <a:pt x="190" y="23"/>
                    <a:pt x="153" y="7"/>
                    <a:pt x="137" y="7"/>
                  </a:cubicBezTo>
                  <a:cubicBezTo>
                    <a:pt x="127" y="2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9"/>
            <p:cNvSpPr/>
            <p:nvPr/>
          </p:nvSpPr>
          <p:spPr>
            <a:xfrm>
              <a:off x="4330100" y="3144575"/>
              <a:ext cx="5700" cy="5100"/>
            </a:xfrm>
            <a:custGeom>
              <a:avLst/>
              <a:gdLst/>
              <a:ahLst/>
              <a:cxnLst/>
              <a:rect l="l" t="t" r="r" b="b"/>
              <a:pathLst>
                <a:path w="228" h="204" extrusionOk="0">
                  <a:moveTo>
                    <a:pt x="126" y="1"/>
                  </a:moveTo>
                  <a:cubicBezTo>
                    <a:pt x="114" y="1"/>
                    <a:pt x="101" y="3"/>
                    <a:pt x="88" y="7"/>
                  </a:cubicBezTo>
                  <a:cubicBezTo>
                    <a:pt x="22" y="23"/>
                    <a:pt x="1" y="93"/>
                    <a:pt x="22" y="143"/>
                  </a:cubicBezTo>
                  <a:cubicBezTo>
                    <a:pt x="22" y="163"/>
                    <a:pt x="38" y="163"/>
                    <a:pt x="55" y="180"/>
                  </a:cubicBezTo>
                  <a:cubicBezTo>
                    <a:pt x="66" y="192"/>
                    <a:pt x="96" y="203"/>
                    <a:pt x="125" y="203"/>
                  </a:cubicBezTo>
                  <a:cubicBezTo>
                    <a:pt x="137" y="203"/>
                    <a:pt x="148" y="201"/>
                    <a:pt x="158" y="196"/>
                  </a:cubicBezTo>
                  <a:cubicBezTo>
                    <a:pt x="191" y="180"/>
                    <a:pt x="228" y="143"/>
                    <a:pt x="228" y="110"/>
                  </a:cubicBezTo>
                  <a:cubicBezTo>
                    <a:pt x="228" y="93"/>
                    <a:pt x="228" y="77"/>
                    <a:pt x="207" y="60"/>
                  </a:cubicBezTo>
                  <a:cubicBezTo>
                    <a:pt x="195" y="20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9"/>
            <p:cNvSpPr/>
            <p:nvPr/>
          </p:nvSpPr>
          <p:spPr>
            <a:xfrm>
              <a:off x="4329700" y="315762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04" y="0"/>
                  </a:moveTo>
                  <a:cubicBezTo>
                    <a:pt x="71" y="0"/>
                    <a:pt x="54" y="17"/>
                    <a:pt x="38" y="33"/>
                  </a:cubicBezTo>
                  <a:cubicBezTo>
                    <a:pt x="17" y="70"/>
                    <a:pt x="1" y="87"/>
                    <a:pt x="17" y="120"/>
                  </a:cubicBezTo>
                  <a:lnTo>
                    <a:pt x="17" y="136"/>
                  </a:lnTo>
                  <a:cubicBezTo>
                    <a:pt x="17" y="157"/>
                    <a:pt x="38" y="173"/>
                    <a:pt x="54" y="190"/>
                  </a:cubicBezTo>
                  <a:cubicBezTo>
                    <a:pt x="69" y="205"/>
                    <a:pt x="91" y="213"/>
                    <a:pt x="114" y="213"/>
                  </a:cubicBezTo>
                  <a:cubicBezTo>
                    <a:pt x="143" y="213"/>
                    <a:pt x="172" y="200"/>
                    <a:pt x="190" y="173"/>
                  </a:cubicBezTo>
                  <a:cubicBezTo>
                    <a:pt x="207" y="157"/>
                    <a:pt x="223" y="120"/>
                    <a:pt x="223" y="103"/>
                  </a:cubicBezTo>
                  <a:cubicBezTo>
                    <a:pt x="223" y="70"/>
                    <a:pt x="207" y="54"/>
                    <a:pt x="190" y="33"/>
                  </a:cubicBezTo>
                  <a:cubicBezTo>
                    <a:pt x="157" y="0"/>
                    <a:pt x="14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9"/>
            <p:cNvSpPr/>
            <p:nvPr/>
          </p:nvSpPr>
          <p:spPr>
            <a:xfrm>
              <a:off x="4327525" y="3171225"/>
              <a:ext cx="5700" cy="5025"/>
            </a:xfrm>
            <a:custGeom>
              <a:avLst/>
              <a:gdLst/>
              <a:ahLst/>
              <a:cxnLst/>
              <a:rect l="l" t="t" r="r" b="b"/>
              <a:pathLst>
                <a:path w="228" h="201" extrusionOk="0">
                  <a:moveTo>
                    <a:pt x="109" y="1"/>
                  </a:moveTo>
                  <a:cubicBezTo>
                    <a:pt x="56" y="1"/>
                    <a:pt x="22" y="36"/>
                    <a:pt x="22" y="91"/>
                  </a:cubicBezTo>
                  <a:cubicBezTo>
                    <a:pt x="1" y="107"/>
                    <a:pt x="22" y="128"/>
                    <a:pt x="22" y="145"/>
                  </a:cubicBezTo>
                  <a:cubicBezTo>
                    <a:pt x="22" y="145"/>
                    <a:pt x="22" y="161"/>
                    <a:pt x="38" y="161"/>
                  </a:cubicBezTo>
                  <a:cubicBezTo>
                    <a:pt x="55" y="178"/>
                    <a:pt x="71" y="194"/>
                    <a:pt x="104" y="194"/>
                  </a:cubicBezTo>
                  <a:cubicBezTo>
                    <a:pt x="110" y="199"/>
                    <a:pt x="117" y="201"/>
                    <a:pt x="125" y="201"/>
                  </a:cubicBezTo>
                  <a:cubicBezTo>
                    <a:pt x="143" y="201"/>
                    <a:pt x="162" y="189"/>
                    <a:pt x="174" y="178"/>
                  </a:cubicBezTo>
                  <a:cubicBezTo>
                    <a:pt x="207" y="161"/>
                    <a:pt x="207" y="145"/>
                    <a:pt x="228" y="107"/>
                  </a:cubicBezTo>
                  <a:cubicBezTo>
                    <a:pt x="228" y="58"/>
                    <a:pt x="191" y="4"/>
                    <a:pt x="141" y="4"/>
                  </a:cubicBezTo>
                  <a:cubicBezTo>
                    <a:pt x="130" y="2"/>
                    <a:pt x="119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9"/>
            <p:cNvSpPr/>
            <p:nvPr/>
          </p:nvSpPr>
          <p:spPr>
            <a:xfrm>
              <a:off x="4296625" y="3196750"/>
              <a:ext cx="5675" cy="5275"/>
            </a:xfrm>
            <a:custGeom>
              <a:avLst/>
              <a:gdLst/>
              <a:ahLst/>
              <a:cxnLst/>
              <a:rect l="l" t="t" r="r" b="b"/>
              <a:pathLst>
                <a:path w="227" h="211" extrusionOk="0">
                  <a:moveTo>
                    <a:pt x="112" y="0"/>
                  </a:moveTo>
                  <a:cubicBezTo>
                    <a:pt x="84" y="0"/>
                    <a:pt x="55" y="15"/>
                    <a:pt x="37" y="35"/>
                  </a:cubicBezTo>
                  <a:cubicBezTo>
                    <a:pt x="21" y="68"/>
                    <a:pt x="0" y="84"/>
                    <a:pt x="0" y="117"/>
                  </a:cubicBezTo>
                  <a:cubicBezTo>
                    <a:pt x="0" y="117"/>
                    <a:pt x="0" y="138"/>
                    <a:pt x="21" y="138"/>
                  </a:cubicBezTo>
                  <a:cubicBezTo>
                    <a:pt x="21" y="154"/>
                    <a:pt x="37" y="171"/>
                    <a:pt x="54" y="187"/>
                  </a:cubicBezTo>
                  <a:cubicBezTo>
                    <a:pt x="68" y="202"/>
                    <a:pt x="91" y="210"/>
                    <a:pt x="114" y="210"/>
                  </a:cubicBezTo>
                  <a:cubicBezTo>
                    <a:pt x="142" y="210"/>
                    <a:pt x="172" y="198"/>
                    <a:pt x="190" y="171"/>
                  </a:cubicBezTo>
                  <a:cubicBezTo>
                    <a:pt x="206" y="154"/>
                    <a:pt x="227" y="117"/>
                    <a:pt x="206" y="101"/>
                  </a:cubicBezTo>
                  <a:cubicBezTo>
                    <a:pt x="206" y="68"/>
                    <a:pt x="190" y="51"/>
                    <a:pt x="173" y="35"/>
                  </a:cubicBezTo>
                  <a:cubicBezTo>
                    <a:pt x="158" y="10"/>
                    <a:pt x="135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9"/>
            <p:cNvSpPr/>
            <p:nvPr/>
          </p:nvSpPr>
          <p:spPr>
            <a:xfrm>
              <a:off x="4303525" y="3158025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87" y="1"/>
                  </a:moveTo>
                  <a:cubicBezTo>
                    <a:pt x="54" y="17"/>
                    <a:pt x="33" y="38"/>
                    <a:pt x="17" y="54"/>
                  </a:cubicBezTo>
                  <a:cubicBezTo>
                    <a:pt x="17" y="87"/>
                    <a:pt x="0" y="104"/>
                    <a:pt x="17" y="141"/>
                  </a:cubicBezTo>
                  <a:cubicBezTo>
                    <a:pt x="30" y="181"/>
                    <a:pt x="80" y="211"/>
                    <a:pt x="127" y="211"/>
                  </a:cubicBezTo>
                  <a:cubicBezTo>
                    <a:pt x="137" y="211"/>
                    <a:pt x="147" y="210"/>
                    <a:pt x="157" y="207"/>
                  </a:cubicBezTo>
                  <a:cubicBezTo>
                    <a:pt x="206" y="174"/>
                    <a:pt x="239" y="120"/>
                    <a:pt x="206" y="71"/>
                  </a:cubicBezTo>
                  <a:cubicBezTo>
                    <a:pt x="206" y="38"/>
                    <a:pt x="173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9"/>
            <p:cNvSpPr/>
            <p:nvPr/>
          </p:nvSpPr>
          <p:spPr>
            <a:xfrm>
              <a:off x="4298775" y="3183875"/>
              <a:ext cx="6100" cy="5200"/>
            </a:xfrm>
            <a:custGeom>
              <a:avLst/>
              <a:gdLst/>
              <a:ahLst/>
              <a:cxnLst/>
              <a:rect l="l" t="t" r="r" b="b"/>
              <a:pathLst>
                <a:path w="244" h="208" extrusionOk="0">
                  <a:moveTo>
                    <a:pt x="124" y="1"/>
                  </a:moveTo>
                  <a:cubicBezTo>
                    <a:pt x="108" y="1"/>
                    <a:pt x="90" y="5"/>
                    <a:pt x="71" y="14"/>
                  </a:cubicBezTo>
                  <a:cubicBezTo>
                    <a:pt x="17" y="34"/>
                    <a:pt x="1" y="84"/>
                    <a:pt x="17" y="137"/>
                  </a:cubicBezTo>
                  <a:cubicBezTo>
                    <a:pt x="34" y="178"/>
                    <a:pt x="82" y="208"/>
                    <a:pt x="128" y="208"/>
                  </a:cubicBezTo>
                  <a:cubicBezTo>
                    <a:pt x="138" y="208"/>
                    <a:pt x="148" y="206"/>
                    <a:pt x="157" y="203"/>
                  </a:cubicBezTo>
                  <a:cubicBezTo>
                    <a:pt x="207" y="187"/>
                    <a:pt x="244" y="117"/>
                    <a:pt x="207" y="67"/>
                  </a:cubicBezTo>
                  <a:cubicBezTo>
                    <a:pt x="195" y="29"/>
                    <a:pt x="166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9"/>
            <p:cNvSpPr/>
            <p:nvPr/>
          </p:nvSpPr>
          <p:spPr>
            <a:xfrm>
              <a:off x="4299700" y="3169575"/>
              <a:ext cx="5600" cy="5375"/>
            </a:xfrm>
            <a:custGeom>
              <a:avLst/>
              <a:gdLst/>
              <a:ahLst/>
              <a:cxnLst/>
              <a:rect l="l" t="t" r="r" b="b"/>
              <a:pathLst>
                <a:path w="224" h="215" extrusionOk="0">
                  <a:moveTo>
                    <a:pt x="96" y="0"/>
                  </a:moveTo>
                  <a:cubicBezTo>
                    <a:pt x="86" y="0"/>
                    <a:pt x="76" y="2"/>
                    <a:pt x="67" y="4"/>
                  </a:cubicBezTo>
                  <a:cubicBezTo>
                    <a:pt x="17" y="37"/>
                    <a:pt x="1" y="91"/>
                    <a:pt x="17" y="141"/>
                  </a:cubicBezTo>
                  <a:cubicBezTo>
                    <a:pt x="31" y="185"/>
                    <a:pt x="81" y="215"/>
                    <a:pt x="126" y="215"/>
                  </a:cubicBezTo>
                  <a:cubicBezTo>
                    <a:pt x="135" y="215"/>
                    <a:pt x="145" y="213"/>
                    <a:pt x="153" y="211"/>
                  </a:cubicBezTo>
                  <a:cubicBezTo>
                    <a:pt x="207" y="173"/>
                    <a:pt x="223" y="124"/>
                    <a:pt x="207" y="70"/>
                  </a:cubicBezTo>
                  <a:cubicBezTo>
                    <a:pt x="190" y="30"/>
                    <a:pt x="142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9"/>
            <p:cNvSpPr/>
            <p:nvPr/>
          </p:nvSpPr>
          <p:spPr>
            <a:xfrm>
              <a:off x="4293200" y="31480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2" y="1"/>
                  </a:moveTo>
                  <a:cubicBezTo>
                    <a:pt x="58" y="1"/>
                    <a:pt x="15" y="47"/>
                    <a:pt x="1" y="90"/>
                  </a:cubicBezTo>
                  <a:cubicBezTo>
                    <a:pt x="1" y="107"/>
                    <a:pt x="1" y="127"/>
                    <a:pt x="17" y="144"/>
                  </a:cubicBezTo>
                  <a:lnTo>
                    <a:pt x="17" y="160"/>
                  </a:lnTo>
                  <a:cubicBezTo>
                    <a:pt x="34" y="193"/>
                    <a:pt x="71" y="210"/>
                    <a:pt x="88" y="210"/>
                  </a:cubicBezTo>
                  <a:cubicBezTo>
                    <a:pt x="158" y="210"/>
                    <a:pt x="207" y="177"/>
                    <a:pt x="207" y="127"/>
                  </a:cubicBezTo>
                  <a:cubicBezTo>
                    <a:pt x="224" y="90"/>
                    <a:pt x="207" y="74"/>
                    <a:pt x="191" y="41"/>
                  </a:cubicBezTo>
                  <a:cubicBezTo>
                    <a:pt x="174" y="24"/>
                    <a:pt x="158" y="4"/>
                    <a:pt x="121" y="4"/>
                  </a:cubicBezTo>
                  <a:cubicBezTo>
                    <a:pt x="114" y="2"/>
                    <a:pt x="108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9"/>
            <p:cNvSpPr/>
            <p:nvPr/>
          </p:nvSpPr>
          <p:spPr>
            <a:xfrm>
              <a:off x="4311250" y="3176850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8" y="0"/>
                  </a:moveTo>
                  <a:cubicBezTo>
                    <a:pt x="107" y="0"/>
                    <a:pt x="97" y="2"/>
                    <a:pt x="87" y="6"/>
                  </a:cubicBezTo>
                  <a:cubicBezTo>
                    <a:pt x="33" y="39"/>
                    <a:pt x="1" y="89"/>
                    <a:pt x="17" y="142"/>
                  </a:cubicBezTo>
                  <a:cubicBezTo>
                    <a:pt x="48" y="184"/>
                    <a:pt x="88" y="216"/>
                    <a:pt x="131" y="216"/>
                  </a:cubicBezTo>
                  <a:cubicBezTo>
                    <a:pt x="140" y="216"/>
                    <a:pt x="148" y="215"/>
                    <a:pt x="157" y="212"/>
                  </a:cubicBezTo>
                  <a:cubicBezTo>
                    <a:pt x="207" y="192"/>
                    <a:pt x="240" y="126"/>
                    <a:pt x="223" y="72"/>
                  </a:cubicBezTo>
                  <a:cubicBezTo>
                    <a:pt x="210" y="32"/>
                    <a:pt x="162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9"/>
            <p:cNvSpPr/>
            <p:nvPr/>
          </p:nvSpPr>
          <p:spPr>
            <a:xfrm>
              <a:off x="4304350" y="3141575"/>
              <a:ext cx="5700" cy="5075"/>
            </a:xfrm>
            <a:custGeom>
              <a:avLst/>
              <a:gdLst/>
              <a:ahLst/>
              <a:cxnLst/>
              <a:rect l="l" t="t" r="r" b="b"/>
              <a:pathLst>
                <a:path w="228" h="203" extrusionOk="0">
                  <a:moveTo>
                    <a:pt x="113" y="1"/>
                  </a:moveTo>
                  <a:cubicBezTo>
                    <a:pt x="85" y="1"/>
                    <a:pt x="56" y="13"/>
                    <a:pt x="37" y="40"/>
                  </a:cubicBezTo>
                  <a:cubicBezTo>
                    <a:pt x="21" y="57"/>
                    <a:pt x="0" y="77"/>
                    <a:pt x="0" y="110"/>
                  </a:cubicBezTo>
                  <a:cubicBezTo>
                    <a:pt x="0" y="127"/>
                    <a:pt x="0" y="127"/>
                    <a:pt x="21" y="143"/>
                  </a:cubicBezTo>
                  <a:cubicBezTo>
                    <a:pt x="21" y="160"/>
                    <a:pt x="37" y="160"/>
                    <a:pt x="54" y="180"/>
                  </a:cubicBezTo>
                  <a:cubicBezTo>
                    <a:pt x="68" y="195"/>
                    <a:pt x="90" y="203"/>
                    <a:pt x="113" y="203"/>
                  </a:cubicBezTo>
                  <a:cubicBezTo>
                    <a:pt x="141" y="203"/>
                    <a:pt x="171" y="190"/>
                    <a:pt x="190" y="160"/>
                  </a:cubicBezTo>
                  <a:cubicBezTo>
                    <a:pt x="227" y="127"/>
                    <a:pt x="227" y="57"/>
                    <a:pt x="173" y="24"/>
                  </a:cubicBezTo>
                  <a:cubicBezTo>
                    <a:pt x="159" y="9"/>
                    <a:pt x="136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9"/>
            <p:cNvSpPr/>
            <p:nvPr/>
          </p:nvSpPr>
          <p:spPr>
            <a:xfrm>
              <a:off x="4310025" y="31907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1"/>
                  </a:moveTo>
                  <a:cubicBezTo>
                    <a:pt x="66" y="1"/>
                    <a:pt x="17" y="34"/>
                    <a:pt x="17" y="87"/>
                  </a:cubicBezTo>
                  <a:cubicBezTo>
                    <a:pt x="0" y="104"/>
                    <a:pt x="17" y="137"/>
                    <a:pt x="17" y="153"/>
                  </a:cubicBezTo>
                  <a:lnTo>
                    <a:pt x="33" y="174"/>
                  </a:lnTo>
                  <a:cubicBezTo>
                    <a:pt x="50" y="190"/>
                    <a:pt x="66" y="207"/>
                    <a:pt x="103" y="207"/>
                  </a:cubicBezTo>
                  <a:cubicBezTo>
                    <a:pt x="112" y="209"/>
                    <a:pt x="120" y="211"/>
                    <a:pt x="129" y="211"/>
                  </a:cubicBezTo>
                  <a:cubicBezTo>
                    <a:pt x="170" y="211"/>
                    <a:pt x="209" y="178"/>
                    <a:pt x="223" y="120"/>
                  </a:cubicBezTo>
                  <a:cubicBezTo>
                    <a:pt x="223" y="104"/>
                    <a:pt x="223" y="71"/>
                    <a:pt x="206" y="50"/>
                  </a:cubicBezTo>
                  <a:cubicBezTo>
                    <a:pt x="186" y="34"/>
                    <a:pt x="153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9"/>
            <p:cNvSpPr/>
            <p:nvPr/>
          </p:nvSpPr>
          <p:spPr>
            <a:xfrm>
              <a:off x="4307425" y="31275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1" y="0"/>
                  </a:moveTo>
                  <a:cubicBezTo>
                    <a:pt x="67" y="0"/>
                    <a:pt x="17" y="37"/>
                    <a:pt x="1" y="87"/>
                  </a:cubicBezTo>
                  <a:cubicBezTo>
                    <a:pt x="1" y="103"/>
                    <a:pt x="1" y="124"/>
                    <a:pt x="17" y="140"/>
                  </a:cubicBezTo>
                  <a:lnTo>
                    <a:pt x="17" y="173"/>
                  </a:lnTo>
                  <a:cubicBezTo>
                    <a:pt x="34" y="190"/>
                    <a:pt x="67" y="206"/>
                    <a:pt x="83" y="206"/>
                  </a:cubicBezTo>
                  <a:cubicBezTo>
                    <a:pt x="94" y="209"/>
                    <a:pt x="104" y="211"/>
                    <a:pt x="114" y="211"/>
                  </a:cubicBezTo>
                  <a:cubicBezTo>
                    <a:pt x="168" y="211"/>
                    <a:pt x="207" y="166"/>
                    <a:pt x="207" y="124"/>
                  </a:cubicBezTo>
                  <a:cubicBezTo>
                    <a:pt x="224" y="103"/>
                    <a:pt x="207" y="70"/>
                    <a:pt x="186" y="54"/>
                  </a:cubicBezTo>
                  <a:cubicBezTo>
                    <a:pt x="170" y="21"/>
                    <a:pt x="154" y="21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9"/>
            <p:cNvSpPr/>
            <p:nvPr/>
          </p:nvSpPr>
          <p:spPr>
            <a:xfrm>
              <a:off x="4163125" y="317050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0" y="0"/>
                  </a:moveTo>
                  <a:cubicBezTo>
                    <a:pt x="67" y="0"/>
                    <a:pt x="17" y="33"/>
                    <a:pt x="1" y="87"/>
                  </a:cubicBezTo>
                  <a:lnTo>
                    <a:pt x="1" y="136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4" y="190"/>
                    <a:pt x="67" y="207"/>
                    <a:pt x="83" y="207"/>
                  </a:cubicBezTo>
                  <a:cubicBezTo>
                    <a:pt x="120" y="207"/>
                    <a:pt x="137" y="207"/>
                    <a:pt x="170" y="190"/>
                  </a:cubicBezTo>
                  <a:cubicBezTo>
                    <a:pt x="186" y="174"/>
                    <a:pt x="207" y="157"/>
                    <a:pt x="207" y="120"/>
                  </a:cubicBezTo>
                  <a:cubicBezTo>
                    <a:pt x="207" y="87"/>
                    <a:pt x="207" y="71"/>
                    <a:pt x="186" y="54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9"/>
            <p:cNvSpPr/>
            <p:nvPr/>
          </p:nvSpPr>
          <p:spPr>
            <a:xfrm>
              <a:off x="4176850" y="31639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01" y="0"/>
                  </a:moveTo>
                  <a:cubicBezTo>
                    <a:pt x="52" y="0"/>
                    <a:pt x="17" y="35"/>
                    <a:pt x="17" y="88"/>
                  </a:cubicBezTo>
                  <a:cubicBezTo>
                    <a:pt x="0" y="109"/>
                    <a:pt x="0" y="125"/>
                    <a:pt x="17" y="142"/>
                  </a:cubicBezTo>
                  <a:cubicBezTo>
                    <a:pt x="17" y="142"/>
                    <a:pt x="17" y="158"/>
                    <a:pt x="33" y="158"/>
                  </a:cubicBezTo>
                  <a:cubicBezTo>
                    <a:pt x="50" y="175"/>
                    <a:pt x="70" y="191"/>
                    <a:pt x="103" y="212"/>
                  </a:cubicBezTo>
                  <a:cubicBezTo>
                    <a:pt x="153" y="212"/>
                    <a:pt x="206" y="175"/>
                    <a:pt x="223" y="125"/>
                  </a:cubicBezTo>
                  <a:cubicBezTo>
                    <a:pt x="223" y="88"/>
                    <a:pt x="206" y="55"/>
                    <a:pt x="206" y="39"/>
                  </a:cubicBezTo>
                  <a:cubicBezTo>
                    <a:pt x="190" y="22"/>
                    <a:pt x="153" y="6"/>
                    <a:pt x="136" y="6"/>
                  </a:cubicBezTo>
                  <a:cubicBezTo>
                    <a:pt x="124" y="2"/>
                    <a:pt x="112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9"/>
            <p:cNvSpPr/>
            <p:nvPr/>
          </p:nvSpPr>
          <p:spPr>
            <a:xfrm>
              <a:off x="4180650" y="3136150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24" y="0"/>
                  </a:moveTo>
                  <a:cubicBezTo>
                    <a:pt x="93" y="0"/>
                    <a:pt x="58" y="14"/>
                    <a:pt x="38" y="34"/>
                  </a:cubicBezTo>
                  <a:cubicBezTo>
                    <a:pt x="21" y="67"/>
                    <a:pt x="1" y="88"/>
                    <a:pt x="1" y="121"/>
                  </a:cubicBezTo>
                  <a:lnTo>
                    <a:pt x="21" y="138"/>
                  </a:lnTo>
                  <a:cubicBezTo>
                    <a:pt x="21" y="154"/>
                    <a:pt x="38" y="171"/>
                    <a:pt x="54" y="191"/>
                  </a:cubicBezTo>
                  <a:cubicBezTo>
                    <a:pt x="71" y="208"/>
                    <a:pt x="87" y="208"/>
                    <a:pt x="124" y="208"/>
                  </a:cubicBezTo>
                  <a:cubicBezTo>
                    <a:pt x="157" y="208"/>
                    <a:pt x="174" y="191"/>
                    <a:pt x="190" y="171"/>
                  </a:cubicBezTo>
                  <a:cubicBezTo>
                    <a:pt x="207" y="154"/>
                    <a:pt x="228" y="121"/>
                    <a:pt x="207" y="88"/>
                  </a:cubicBezTo>
                  <a:cubicBezTo>
                    <a:pt x="207" y="67"/>
                    <a:pt x="207" y="34"/>
                    <a:pt x="174" y="18"/>
                  </a:cubicBezTo>
                  <a:cubicBezTo>
                    <a:pt x="161" y="5"/>
                    <a:pt x="143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9"/>
            <p:cNvSpPr/>
            <p:nvPr/>
          </p:nvSpPr>
          <p:spPr>
            <a:xfrm>
              <a:off x="4333625" y="313317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20" y="1"/>
                  </a:moveTo>
                  <a:cubicBezTo>
                    <a:pt x="66" y="1"/>
                    <a:pt x="0" y="34"/>
                    <a:pt x="0" y="83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70"/>
                  </a:cubicBezTo>
                  <a:cubicBezTo>
                    <a:pt x="33" y="186"/>
                    <a:pt x="50" y="207"/>
                    <a:pt x="87" y="207"/>
                  </a:cubicBezTo>
                  <a:cubicBezTo>
                    <a:pt x="120" y="207"/>
                    <a:pt x="136" y="207"/>
                    <a:pt x="169" y="186"/>
                  </a:cubicBezTo>
                  <a:cubicBezTo>
                    <a:pt x="190" y="170"/>
                    <a:pt x="206" y="153"/>
                    <a:pt x="206" y="121"/>
                  </a:cubicBezTo>
                  <a:cubicBezTo>
                    <a:pt x="206" y="104"/>
                    <a:pt x="206" y="67"/>
                    <a:pt x="190" y="50"/>
                  </a:cubicBezTo>
                  <a:cubicBezTo>
                    <a:pt x="169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9"/>
            <p:cNvSpPr/>
            <p:nvPr/>
          </p:nvSpPr>
          <p:spPr>
            <a:xfrm>
              <a:off x="4175500" y="31778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87" y="0"/>
                    <a:pt x="71" y="0"/>
                    <a:pt x="38" y="17"/>
                  </a:cubicBezTo>
                  <a:cubicBezTo>
                    <a:pt x="21" y="33"/>
                    <a:pt x="1" y="70"/>
                    <a:pt x="1" y="87"/>
                  </a:cubicBezTo>
                  <a:lnTo>
                    <a:pt x="1" y="136"/>
                  </a:lnTo>
                  <a:cubicBezTo>
                    <a:pt x="21" y="153"/>
                    <a:pt x="21" y="153"/>
                    <a:pt x="21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94" y="209"/>
                    <a:pt x="102" y="210"/>
                    <a:pt x="109" y="210"/>
                  </a:cubicBezTo>
                  <a:cubicBezTo>
                    <a:pt x="157" y="210"/>
                    <a:pt x="207" y="166"/>
                    <a:pt x="207" y="120"/>
                  </a:cubicBezTo>
                  <a:cubicBezTo>
                    <a:pt x="207" y="87"/>
                    <a:pt x="207" y="70"/>
                    <a:pt x="190" y="50"/>
                  </a:cubicBezTo>
                  <a:cubicBezTo>
                    <a:pt x="174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9"/>
            <p:cNvSpPr/>
            <p:nvPr/>
          </p:nvSpPr>
          <p:spPr>
            <a:xfrm>
              <a:off x="4191900" y="3146325"/>
              <a:ext cx="5575" cy="5075"/>
            </a:xfrm>
            <a:custGeom>
              <a:avLst/>
              <a:gdLst/>
              <a:ahLst/>
              <a:cxnLst/>
              <a:rect l="l" t="t" r="r" b="b"/>
              <a:pathLst>
                <a:path w="223" h="203" extrusionOk="0">
                  <a:moveTo>
                    <a:pt x="108" y="1"/>
                  </a:moveTo>
                  <a:cubicBezTo>
                    <a:pt x="94" y="1"/>
                    <a:pt x="80" y="3"/>
                    <a:pt x="66" y="7"/>
                  </a:cubicBezTo>
                  <a:cubicBezTo>
                    <a:pt x="17" y="23"/>
                    <a:pt x="0" y="93"/>
                    <a:pt x="17" y="143"/>
                  </a:cubicBezTo>
                  <a:cubicBezTo>
                    <a:pt x="29" y="183"/>
                    <a:pt x="72" y="203"/>
                    <a:pt x="114" y="203"/>
                  </a:cubicBezTo>
                  <a:cubicBezTo>
                    <a:pt x="127" y="203"/>
                    <a:pt x="141" y="201"/>
                    <a:pt x="153" y="196"/>
                  </a:cubicBezTo>
                  <a:cubicBezTo>
                    <a:pt x="206" y="176"/>
                    <a:pt x="223" y="110"/>
                    <a:pt x="206" y="56"/>
                  </a:cubicBezTo>
                  <a:cubicBezTo>
                    <a:pt x="194" y="19"/>
                    <a:pt x="151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9"/>
            <p:cNvSpPr/>
            <p:nvPr/>
          </p:nvSpPr>
          <p:spPr>
            <a:xfrm>
              <a:off x="4182400" y="3122275"/>
              <a:ext cx="5600" cy="5475"/>
            </a:xfrm>
            <a:custGeom>
              <a:avLst/>
              <a:gdLst/>
              <a:ahLst/>
              <a:cxnLst/>
              <a:rect l="l" t="t" r="r" b="b"/>
              <a:pathLst>
                <a:path w="224" h="219" extrusionOk="0">
                  <a:moveTo>
                    <a:pt x="102" y="0"/>
                  </a:moveTo>
                  <a:cubicBezTo>
                    <a:pt x="92" y="0"/>
                    <a:pt x="82" y="1"/>
                    <a:pt x="71" y="4"/>
                  </a:cubicBezTo>
                  <a:cubicBezTo>
                    <a:pt x="17" y="41"/>
                    <a:pt x="1" y="91"/>
                    <a:pt x="17" y="144"/>
                  </a:cubicBezTo>
                  <a:cubicBezTo>
                    <a:pt x="17" y="161"/>
                    <a:pt x="34" y="177"/>
                    <a:pt x="54" y="177"/>
                  </a:cubicBezTo>
                  <a:cubicBezTo>
                    <a:pt x="66" y="201"/>
                    <a:pt x="96" y="218"/>
                    <a:pt x="125" y="218"/>
                  </a:cubicBezTo>
                  <a:cubicBezTo>
                    <a:pt x="136" y="218"/>
                    <a:pt x="147" y="216"/>
                    <a:pt x="158" y="210"/>
                  </a:cubicBezTo>
                  <a:cubicBezTo>
                    <a:pt x="191" y="194"/>
                    <a:pt x="224" y="161"/>
                    <a:pt x="224" y="128"/>
                  </a:cubicBezTo>
                  <a:cubicBezTo>
                    <a:pt x="224" y="107"/>
                    <a:pt x="224" y="91"/>
                    <a:pt x="207" y="74"/>
                  </a:cubicBezTo>
                  <a:cubicBezTo>
                    <a:pt x="193" y="33"/>
                    <a:pt x="154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9"/>
            <p:cNvSpPr/>
            <p:nvPr/>
          </p:nvSpPr>
          <p:spPr>
            <a:xfrm>
              <a:off x="4189325" y="317347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20" y="1"/>
                  </a:moveTo>
                  <a:cubicBezTo>
                    <a:pt x="87" y="1"/>
                    <a:pt x="33" y="17"/>
                    <a:pt x="17" y="71"/>
                  </a:cubicBezTo>
                  <a:cubicBezTo>
                    <a:pt x="17" y="71"/>
                    <a:pt x="17" y="88"/>
                    <a:pt x="0" y="88"/>
                  </a:cubicBezTo>
                  <a:cubicBezTo>
                    <a:pt x="0" y="104"/>
                    <a:pt x="0" y="121"/>
                    <a:pt x="17" y="141"/>
                  </a:cubicBezTo>
                  <a:cubicBezTo>
                    <a:pt x="17" y="174"/>
                    <a:pt x="33" y="191"/>
                    <a:pt x="66" y="191"/>
                  </a:cubicBezTo>
                  <a:cubicBezTo>
                    <a:pt x="66" y="207"/>
                    <a:pt x="87" y="207"/>
                    <a:pt x="103" y="207"/>
                  </a:cubicBezTo>
                  <a:cubicBezTo>
                    <a:pt x="153" y="207"/>
                    <a:pt x="206" y="174"/>
                    <a:pt x="223" y="121"/>
                  </a:cubicBezTo>
                  <a:cubicBezTo>
                    <a:pt x="223" y="88"/>
                    <a:pt x="206" y="71"/>
                    <a:pt x="190" y="38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9"/>
            <p:cNvSpPr/>
            <p:nvPr/>
          </p:nvSpPr>
          <p:spPr>
            <a:xfrm>
              <a:off x="4189725" y="315920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103" y="1"/>
                  </a:moveTo>
                  <a:cubicBezTo>
                    <a:pt x="75" y="1"/>
                    <a:pt x="47" y="13"/>
                    <a:pt x="17" y="40"/>
                  </a:cubicBezTo>
                  <a:cubicBezTo>
                    <a:pt x="1" y="57"/>
                    <a:pt x="1" y="94"/>
                    <a:pt x="1" y="110"/>
                  </a:cubicBezTo>
                  <a:lnTo>
                    <a:pt x="1" y="143"/>
                  </a:lnTo>
                  <a:cubicBezTo>
                    <a:pt x="17" y="160"/>
                    <a:pt x="34" y="176"/>
                    <a:pt x="34" y="176"/>
                  </a:cubicBezTo>
                  <a:cubicBezTo>
                    <a:pt x="58" y="193"/>
                    <a:pt x="85" y="202"/>
                    <a:pt x="110" y="202"/>
                  </a:cubicBezTo>
                  <a:cubicBezTo>
                    <a:pt x="141" y="202"/>
                    <a:pt x="170" y="189"/>
                    <a:pt x="190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90" y="40"/>
                    <a:pt x="174" y="24"/>
                  </a:cubicBezTo>
                  <a:cubicBezTo>
                    <a:pt x="150" y="9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9"/>
            <p:cNvSpPr/>
            <p:nvPr/>
          </p:nvSpPr>
          <p:spPr>
            <a:xfrm>
              <a:off x="4186325" y="31104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lnTo>
                    <a:pt x="17" y="170"/>
                  </a:lnTo>
                  <a:cubicBezTo>
                    <a:pt x="34" y="190"/>
                    <a:pt x="67" y="207"/>
                    <a:pt x="83" y="207"/>
                  </a:cubicBezTo>
                  <a:cubicBezTo>
                    <a:pt x="92" y="209"/>
                    <a:pt x="100" y="210"/>
                    <a:pt x="109" y="210"/>
                  </a:cubicBezTo>
                  <a:cubicBezTo>
                    <a:pt x="166" y="210"/>
                    <a:pt x="207" y="164"/>
                    <a:pt x="207" y="120"/>
                  </a:cubicBezTo>
                  <a:cubicBezTo>
                    <a:pt x="223" y="104"/>
                    <a:pt x="207" y="67"/>
                    <a:pt x="186" y="50"/>
                  </a:cubicBezTo>
                  <a:cubicBezTo>
                    <a:pt x="170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9"/>
            <p:cNvSpPr/>
            <p:nvPr/>
          </p:nvSpPr>
          <p:spPr>
            <a:xfrm>
              <a:off x="4172100" y="311580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02" y="1"/>
                  </a:moveTo>
                  <a:cubicBezTo>
                    <a:pt x="86" y="1"/>
                    <a:pt x="66" y="12"/>
                    <a:pt x="54" y="24"/>
                  </a:cubicBezTo>
                  <a:cubicBezTo>
                    <a:pt x="17" y="40"/>
                    <a:pt x="1" y="57"/>
                    <a:pt x="1" y="94"/>
                  </a:cubicBezTo>
                  <a:cubicBezTo>
                    <a:pt x="1" y="110"/>
                    <a:pt x="1" y="127"/>
                    <a:pt x="17" y="143"/>
                  </a:cubicBezTo>
                  <a:lnTo>
                    <a:pt x="17" y="160"/>
                  </a:lnTo>
                  <a:cubicBezTo>
                    <a:pt x="34" y="181"/>
                    <a:pt x="71" y="197"/>
                    <a:pt x="87" y="214"/>
                  </a:cubicBezTo>
                  <a:cubicBezTo>
                    <a:pt x="157" y="214"/>
                    <a:pt x="207" y="181"/>
                    <a:pt x="207" y="127"/>
                  </a:cubicBezTo>
                  <a:cubicBezTo>
                    <a:pt x="223" y="94"/>
                    <a:pt x="207" y="57"/>
                    <a:pt x="190" y="40"/>
                  </a:cubicBezTo>
                  <a:cubicBezTo>
                    <a:pt x="174" y="24"/>
                    <a:pt x="157" y="7"/>
                    <a:pt x="120" y="7"/>
                  </a:cubicBezTo>
                  <a:cubicBezTo>
                    <a:pt x="115" y="3"/>
                    <a:pt x="109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9"/>
            <p:cNvSpPr/>
            <p:nvPr/>
          </p:nvSpPr>
          <p:spPr>
            <a:xfrm>
              <a:off x="4154900" y="3147625"/>
              <a:ext cx="5675" cy="4975"/>
            </a:xfrm>
            <a:custGeom>
              <a:avLst/>
              <a:gdLst/>
              <a:ahLst/>
              <a:cxnLst/>
              <a:rect l="l" t="t" r="r" b="b"/>
              <a:pathLst>
                <a:path w="227" h="199" extrusionOk="0">
                  <a:moveTo>
                    <a:pt x="97" y="0"/>
                  </a:moveTo>
                  <a:cubicBezTo>
                    <a:pt x="54" y="0"/>
                    <a:pt x="17" y="33"/>
                    <a:pt x="0" y="91"/>
                  </a:cubicBezTo>
                  <a:cubicBezTo>
                    <a:pt x="0" y="107"/>
                    <a:pt x="0" y="124"/>
                    <a:pt x="21" y="144"/>
                  </a:cubicBezTo>
                  <a:cubicBezTo>
                    <a:pt x="21" y="177"/>
                    <a:pt x="54" y="194"/>
                    <a:pt x="87" y="194"/>
                  </a:cubicBezTo>
                  <a:cubicBezTo>
                    <a:pt x="99" y="197"/>
                    <a:pt x="110" y="198"/>
                    <a:pt x="121" y="198"/>
                  </a:cubicBezTo>
                  <a:cubicBezTo>
                    <a:pt x="172" y="198"/>
                    <a:pt x="206" y="165"/>
                    <a:pt x="206" y="107"/>
                  </a:cubicBezTo>
                  <a:cubicBezTo>
                    <a:pt x="227" y="91"/>
                    <a:pt x="206" y="58"/>
                    <a:pt x="190" y="41"/>
                  </a:cubicBezTo>
                  <a:cubicBezTo>
                    <a:pt x="173" y="21"/>
                    <a:pt x="157" y="4"/>
                    <a:pt x="124" y="4"/>
                  </a:cubicBezTo>
                  <a:cubicBezTo>
                    <a:pt x="115" y="1"/>
                    <a:pt x="10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9"/>
            <p:cNvSpPr/>
            <p:nvPr/>
          </p:nvSpPr>
          <p:spPr>
            <a:xfrm>
              <a:off x="4157050" y="313210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26" y="1"/>
                  </a:moveTo>
                  <a:cubicBezTo>
                    <a:pt x="113" y="1"/>
                    <a:pt x="100" y="3"/>
                    <a:pt x="87" y="7"/>
                  </a:cubicBezTo>
                  <a:cubicBezTo>
                    <a:pt x="38" y="23"/>
                    <a:pt x="1" y="93"/>
                    <a:pt x="17" y="147"/>
                  </a:cubicBezTo>
                  <a:cubicBezTo>
                    <a:pt x="38" y="164"/>
                    <a:pt x="38" y="164"/>
                    <a:pt x="54" y="180"/>
                  </a:cubicBezTo>
                  <a:cubicBezTo>
                    <a:pt x="66" y="192"/>
                    <a:pt x="94" y="203"/>
                    <a:pt x="123" y="203"/>
                  </a:cubicBezTo>
                  <a:cubicBezTo>
                    <a:pt x="135" y="203"/>
                    <a:pt x="146" y="201"/>
                    <a:pt x="157" y="196"/>
                  </a:cubicBezTo>
                  <a:cubicBezTo>
                    <a:pt x="190" y="180"/>
                    <a:pt x="223" y="147"/>
                    <a:pt x="223" y="110"/>
                  </a:cubicBezTo>
                  <a:lnTo>
                    <a:pt x="223" y="60"/>
                  </a:lnTo>
                  <a:cubicBezTo>
                    <a:pt x="198" y="20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9"/>
            <p:cNvSpPr/>
            <p:nvPr/>
          </p:nvSpPr>
          <p:spPr>
            <a:xfrm>
              <a:off x="4158400" y="311977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18" y="1"/>
                  </a:moveTo>
                  <a:cubicBezTo>
                    <a:pt x="87" y="1"/>
                    <a:pt x="53" y="16"/>
                    <a:pt x="33" y="38"/>
                  </a:cubicBezTo>
                  <a:cubicBezTo>
                    <a:pt x="17" y="55"/>
                    <a:pt x="0" y="88"/>
                    <a:pt x="0" y="125"/>
                  </a:cubicBezTo>
                  <a:cubicBezTo>
                    <a:pt x="17" y="125"/>
                    <a:pt x="17" y="141"/>
                    <a:pt x="17" y="141"/>
                  </a:cubicBezTo>
                  <a:cubicBezTo>
                    <a:pt x="17" y="158"/>
                    <a:pt x="33" y="174"/>
                    <a:pt x="50" y="191"/>
                  </a:cubicBezTo>
                  <a:cubicBezTo>
                    <a:pt x="66" y="207"/>
                    <a:pt x="103" y="207"/>
                    <a:pt x="120" y="207"/>
                  </a:cubicBezTo>
                  <a:cubicBezTo>
                    <a:pt x="153" y="207"/>
                    <a:pt x="169" y="191"/>
                    <a:pt x="190" y="174"/>
                  </a:cubicBezTo>
                  <a:cubicBezTo>
                    <a:pt x="206" y="141"/>
                    <a:pt x="223" y="125"/>
                    <a:pt x="223" y="88"/>
                  </a:cubicBezTo>
                  <a:cubicBezTo>
                    <a:pt x="206" y="71"/>
                    <a:pt x="206" y="38"/>
                    <a:pt x="169" y="22"/>
                  </a:cubicBezTo>
                  <a:cubicBezTo>
                    <a:pt x="156" y="7"/>
                    <a:pt x="138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9"/>
            <p:cNvSpPr/>
            <p:nvPr/>
          </p:nvSpPr>
          <p:spPr>
            <a:xfrm>
              <a:off x="4153250" y="31626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2" y="0"/>
                  </a:moveTo>
                  <a:cubicBezTo>
                    <a:pt x="46" y="0"/>
                    <a:pt x="0" y="33"/>
                    <a:pt x="0" y="91"/>
                  </a:cubicBezTo>
                  <a:lnTo>
                    <a:pt x="0" y="140"/>
                  </a:lnTo>
                  <a:lnTo>
                    <a:pt x="17" y="161"/>
                  </a:lnTo>
                  <a:cubicBezTo>
                    <a:pt x="33" y="177"/>
                    <a:pt x="50" y="194"/>
                    <a:pt x="87" y="210"/>
                  </a:cubicBezTo>
                  <a:cubicBezTo>
                    <a:pt x="120" y="210"/>
                    <a:pt x="136" y="194"/>
                    <a:pt x="169" y="177"/>
                  </a:cubicBezTo>
                  <a:cubicBezTo>
                    <a:pt x="190" y="177"/>
                    <a:pt x="206" y="140"/>
                    <a:pt x="206" y="124"/>
                  </a:cubicBezTo>
                  <a:cubicBezTo>
                    <a:pt x="206" y="91"/>
                    <a:pt x="206" y="58"/>
                    <a:pt x="190" y="37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1" y="1"/>
                    <a:pt x="101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9"/>
            <p:cNvSpPr/>
            <p:nvPr/>
          </p:nvSpPr>
          <p:spPr>
            <a:xfrm>
              <a:off x="4165200" y="3156375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14" y="1"/>
                  </a:moveTo>
                  <a:cubicBezTo>
                    <a:pt x="86" y="1"/>
                    <a:pt x="56" y="15"/>
                    <a:pt x="37" y="34"/>
                  </a:cubicBezTo>
                  <a:cubicBezTo>
                    <a:pt x="21" y="67"/>
                    <a:pt x="0" y="83"/>
                    <a:pt x="0" y="120"/>
                  </a:cubicBezTo>
                  <a:cubicBezTo>
                    <a:pt x="0" y="120"/>
                    <a:pt x="0" y="137"/>
                    <a:pt x="21" y="137"/>
                  </a:cubicBezTo>
                  <a:cubicBezTo>
                    <a:pt x="21" y="153"/>
                    <a:pt x="37" y="170"/>
                    <a:pt x="54" y="186"/>
                  </a:cubicBezTo>
                  <a:cubicBezTo>
                    <a:pt x="70" y="207"/>
                    <a:pt x="87" y="207"/>
                    <a:pt x="124" y="207"/>
                  </a:cubicBezTo>
                  <a:cubicBezTo>
                    <a:pt x="157" y="207"/>
                    <a:pt x="174" y="186"/>
                    <a:pt x="190" y="170"/>
                  </a:cubicBezTo>
                  <a:cubicBezTo>
                    <a:pt x="206" y="153"/>
                    <a:pt x="227" y="120"/>
                    <a:pt x="206" y="104"/>
                  </a:cubicBezTo>
                  <a:cubicBezTo>
                    <a:pt x="206" y="67"/>
                    <a:pt x="190" y="50"/>
                    <a:pt x="174" y="34"/>
                  </a:cubicBezTo>
                  <a:cubicBezTo>
                    <a:pt x="159" y="10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9"/>
            <p:cNvSpPr/>
            <p:nvPr/>
          </p:nvSpPr>
          <p:spPr>
            <a:xfrm>
              <a:off x="4149725" y="3176550"/>
              <a:ext cx="5200" cy="5350"/>
            </a:xfrm>
            <a:custGeom>
              <a:avLst/>
              <a:gdLst/>
              <a:ahLst/>
              <a:cxnLst/>
              <a:rect l="l" t="t" r="r" b="b"/>
              <a:pathLst>
                <a:path w="208" h="214" extrusionOk="0">
                  <a:moveTo>
                    <a:pt x="99" y="0"/>
                  </a:moveTo>
                  <a:cubicBezTo>
                    <a:pt x="68" y="0"/>
                    <a:pt x="39" y="14"/>
                    <a:pt x="22" y="35"/>
                  </a:cubicBezTo>
                  <a:cubicBezTo>
                    <a:pt x="1" y="68"/>
                    <a:pt x="1" y="84"/>
                    <a:pt x="1" y="121"/>
                  </a:cubicBezTo>
                  <a:lnTo>
                    <a:pt x="1" y="138"/>
                  </a:lnTo>
                  <a:cubicBezTo>
                    <a:pt x="1" y="154"/>
                    <a:pt x="22" y="171"/>
                    <a:pt x="38" y="187"/>
                  </a:cubicBezTo>
                  <a:cubicBezTo>
                    <a:pt x="60" y="204"/>
                    <a:pt x="84" y="213"/>
                    <a:pt x="107" y="213"/>
                  </a:cubicBezTo>
                  <a:cubicBezTo>
                    <a:pt x="135" y="213"/>
                    <a:pt x="164" y="200"/>
                    <a:pt x="191" y="171"/>
                  </a:cubicBezTo>
                  <a:cubicBezTo>
                    <a:pt x="207" y="154"/>
                    <a:pt x="207" y="121"/>
                    <a:pt x="207" y="101"/>
                  </a:cubicBezTo>
                  <a:cubicBezTo>
                    <a:pt x="207" y="68"/>
                    <a:pt x="191" y="51"/>
                    <a:pt x="174" y="35"/>
                  </a:cubicBezTo>
                  <a:cubicBezTo>
                    <a:pt x="152" y="10"/>
                    <a:pt x="125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9"/>
            <p:cNvSpPr/>
            <p:nvPr/>
          </p:nvSpPr>
          <p:spPr>
            <a:xfrm>
              <a:off x="4167350" y="31425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4" y="0"/>
                    <a:pt x="71" y="0"/>
                    <a:pt x="55" y="17"/>
                  </a:cubicBezTo>
                  <a:cubicBezTo>
                    <a:pt x="38" y="37"/>
                    <a:pt x="17" y="54"/>
                    <a:pt x="1" y="87"/>
                  </a:cubicBezTo>
                  <a:cubicBezTo>
                    <a:pt x="1" y="103"/>
                    <a:pt x="1" y="120"/>
                    <a:pt x="17" y="140"/>
                  </a:cubicBezTo>
                  <a:cubicBezTo>
                    <a:pt x="17" y="140"/>
                    <a:pt x="17" y="157"/>
                    <a:pt x="38" y="157"/>
                  </a:cubicBezTo>
                  <a:cubicBezTo>
                    <a:pt x="38" y="190"/>
                    <a:pt x="71" y="206"/>
                    <a:pt x="104" y="206"/>
                  </a:cubicBezTo>
                  <a:cubicBezTo>
                    <a:pt x="158" y="206"/>
                    <a:pt x="207" y="173"/>
                    <a:pt x="224" y="120"/>
                  </a:cubicBezTo>
                  <a:cubicBezTo>
                    <a:pt x="224" y="87"/>
                    <a:pt x="207" y="70"/>
                    <a:pt x="191" y="37"/>
                  </a:cubicBezTo>
                  <a:cubicBezTo>
                    <a:pt x="174" y="17"/>
                    <a:pt x="158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9"/>
            <p:cNvSpPr/>
            <p:nvPr/>
          </p:nvSpPr>
          <p:spPr>
            <a:xfrm>
              <a:off x="4168300" y="3128850"/>
              <a:ext cx="6000" cy="5350"/>
            </a:xfrm>
            <a:custGeom>
              <a:avLst/>
              <a:gdLst/>
              <a:ahLst/>
              <a:cxnLst/>
              <a:rect l="l" t="t" r="r" b="b"/>
              <a:pathLst>
                <a:path w="240" h="214" extrusionOk="0">
                  <a:moveTo>
                    <a:pt x="136" y="1"/>
                  </a:moveTo>
                  <a:cubicBezTo>
                    <a:pt x="120" y="1"/>
                    <a:pt x="103" y="1"/>
                    <a:pt x="82" y="17"/>
                  </a:cubicBezTo>
                  <a:cubicBezTo>
                    <a:pt x="33" y="34"/>
                    <a:pt x="0" y="87"/>
                    <a:pt x="17" y="153"/>
                  </a:cubicBezTo>
                  <a:cubicBezTo>
                    <a:pt x="29" y="194"/>
                    <a:pt x="72" y="213"/>
                    <a:pt x="113" y="213"/>
                  </a:cubicBezTo>
                  <a:cubicBezTo>
                    <a:pt x="127" y="213"/>
                    <a:pt x="140" y="211"/>
                    <a:pt x="153" y="207"/>
                  </a:cubicBezTo>
                  <a:cubicBezTo>
                    <a:pt x="169" y="207"/>
                    <a:pt x="186" y="190"/>
                    <a:pt x="206" y="174"/>
                  </a:cubicBezTo>
                  <a:cubicBezTo>
                    <a:pt x="223" y="153"/>
                    <a:pt x="239" y="104"/>
                    <a:pt x="223" y="71"/>
                  </a:cubicBezTo>
                  <a:cubicBezTo>
                    <a:pt x="206" y="34"/>
                    <a:pt x="169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9"/>
            <p:cNvSpPr/>
            <p:nvPr/>
          </p:nvSpPr>
          <p:spPr>
            <a:xfrm>
              <a:off x="4196625" y="312040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10" y="1"/>
                  </a:moveTo>
                  <a:cubicBezTo>
                    <a:pt x="99" y="1"/>
                    <a:pt x="85" y="5"/>
                    <a:pt x="67" y="13"/>
                  </a:cubicBezTo>
                  <a:cubicBezTo>
                    <a:pt x="50" y="13"/>
                    <a:pt x="34" y="30"/>
                    <a:pt x="17" y="46"/>
                  </a:cubicBezTo>
                  <a:cubicBezTo>
                    <a:pt x="1" y="79"/>
                    <a:pt x="1" y="116"/>
                    <a:pt x="17" y="149"/>
                  </a:cubicBezTo>
                  <a:cubicBezTo>
                    <a:pt x="30" y="190"/>
                    <a:pt x="73" y="209"/>
                    <a:pt x="114" y="209"/>
                  </a:cubicBezTo>
                  <a:cubicBezTo>
                    <a:pt x="128" y="209"/>
                    <a:pt x="141" y="207"/>
                    <a:pt x="153" y="203"/>
                  </a:cubicBezTo>
                  <a:cubicBezTo>
                    <a:pt x="207" y="182"/>
                    <a:pt x="240" y="116"/>
                    <a:pt x="207" y="63"/>
                  </a:cubicBezTo>
                  <a:cubicBezTo>
                    <a:pt x="207" y="30"/>
                    <a:pt x="170" y="13"/>
                    <a:pt x="137" y="13"/>
                  </a:cubicBezTo>
                  <a:cubicBezTo>
                    <a:pt x="129" y="5"/>
                    <a:pt x="120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9"/>
            <p:cNvSpPr/>
            <p:nvPr/>
          </p:nvSpPr>
          <p:spPr>
            <a:xfrm>
              <a:off x="4220650" y="31335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0" y="0"/>
                  </a:moveTo>
                  <a:cubicBezTo>
                    <a:pt x="57" y="0"/>
                    <a:pt x="15" y="44"/>
                    <a:pt x="0" y="90"/>
                  </a:cubicBezTo>
                  <a:cubicBezTo>
                    <a:pt x="0" y="107"/>
                    <a:pt x="0" y="123"/>
                    <a:pt x="17" y="139"/>
                  </a:cubicBezTo>
                  <a:cubicBezTo>
                    <a:pt x="17" y="139"/>
                    <a:pt x="17" y="156"/>
                    <a:pt x="33" y="156"/>
                  </a:cubicBezTo>
                  <a:cubicBezTo>
                    <a:pt x="50" y="193"/>
                    <a:pt x="71" y="193"/>
                    <a:pt x="104" y="210"/>
                  </a:cubicBezTo>
                  <a:cubicBezTo>
                    <a:pt x="120" y="210"/>
                    <a:pt x="153" y="210"/>
                    <a:pt x="174" y="193"/>
                  </a:cubicBezTo>
                  <a:cubicBezTo>
                    <a:pt x="190" y="172"/>
                    <a:pt x="207" y="139"/>
                    <a:pt x="223" y="123"/>
                  </a:cubicBezTo>
                  <a:cubicBezTo>
                    <a:pt x="223" y="53"/>
                    <a:pt x="190" y="3"/>
                    <a:pt x="120" y="3"/>
                  </a:cubicBezTo>
                  <a:cubicBezTo>
                    <a:pt x="113" y="1"/>
                    <a:pt x="107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9"/>
            <p:cNvSpPr/>
            <p:nvPr/>
          </p:nvSpPr>
          <p:spPr>
            <a:xfrm>
              <a:off x="4229625" y="3146000"/>
              <a:ext cx="5675" cy="5250"/>
            </a:xfrm>
            <a:custGeom>
              <a:avLst/>
              <a:gdLst/>
              <a:ahLst/>
              <a:cxnLst/>
              <a:rect l="l" t="t" r="r" b="b"/>
              <a:pathLst>
                <a:path w="227" h="210" extrusionOk="0">
                  <a:moveTo>
                    <a:pt x="117" y="0"/>
                  </a:moveTo>
                  <a:cubicBezTo>
                    <a:pt x="86" y="0"/>
                    <a:pt x="58" y="16"/>
                    <a:pt x="37" y="36"/>
                  </a:cubicBezTo>
                  <a:cubicBezTo>
                    <a:pt x="0" y="69"/>
                    <a:pt x="0" y="86"/>
                    <a:pt x="0" y="123"/>
                  </a:cubicBezTo>
                  <a:cubicBezTo>
                    <a:pt x="0" y="123"/>
                    <a:pt x="0" y="139"/>
                    <a:pt x="21" y="139"/>
                  </a:cubicBezTo>
                  <a:cubicBezTo>
                    <a:pt x="21" y="156"/>
                    <a:pt x="37" y="172"/>
                    <a:pt x="37" y="189"/>
                  </a:cubicBezTo>
                  <a:cubicBezTo>
                    <a:pt x="57" y="203"/>
                    <a:pt x="79" y="210"/>
                    <a:pt x="102" y="210"/>
                  </a:cubicBezTo>
                  <a:cubicBezTo>
                    <a:pt x="136" y="210"/>
                    <a:pt x="170" y="195"/>
                    <a:pt x="190" y="172"/>
                  </a:cubicBezTo>
                  <a:cubicBezTo>
                    <a:pt x="206" y="156"/>
                    <a:pt x="227" y="123"/>
                    <a:pt x="206" y="86"/>
                  </a:cubicBezTo>
                  <a:cubicBezTo>
                    <a:pt x="206" y="69"/>
                    <a:pt x="190" y="36"/>
                    <a:pt x="173" y="20"/>
                  </a:cubicBezTo>
                  <a:cubicBezTo>
                    <a:pt x="155" y="6"/>
                    <a:pt x="135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9"/>
            <p:cNvSpPr/>
            <p:nvPr/>
          </p:nvSpPr>
          <p:spPr>
            <a:xfrm>
              <a:off x="4224475" y="3172100"/>
              <a:ext cx="5675" cy="5050"/>
            </a:xfrm>
            <a:custGeom>
              <a:avLst/>
              <a:gdLst/>
              <a:ahLst/>
              <a:cxnLst/>
              <a:rect l="l" t="t" r="r" b="b"/>
              <a:pathLst>
                <a:path w="227" h="202" extrusionOk="0">
                  <a:moveTo>
                    <a:pt x="99" y="0"/>
                  </a:moveTo>
                  <a:cubicBezTo>
                    <a:pt x="68" y="0"/>
                    <a:pt x="39" y="12"/>
                    <a:pt x="21" y="40"/>
                  </a:cubicBezTo>
                  <a:cubicBezTo>
                    <a:pt x="0" y="56"/>
                    <a:pt x="0" y="93"/>
                    <a:pt x="0" y="110"/>
                  </a:cubicBezTo>
                  <a:lnTo>
                    <a:pt x="0" y="143"/>
                  </a:lnTo>
                  <a:cubicBezTo>
                    <a:pt x="21" y="159"/>
                    <a:pt x="21" y="176"/>
                    <a:pt x="37" y="176"/>
                  </a:cubicBezTo>
                  <a:cubicBezTo>
                    <a:pt x="60" y="192"/>
                    <a:pt x="86" y="202"/>
                    <a:pt x="112" y="202"/>
                  </a:cubicBezTo>
                  <a:cubicBezTo>
                    <a:pt x="143" y="202"/>
                    <a:pt x="172" y="188"/>
                    <a:pt x="190" y="159"/>
                  </a:cubicBezTo>
                  <a:cubicBezTo>
                    <a:pt x="227" y="126"/>
                    <a:pt x="206" y="56"/>
                    <a:pt x="173" y="23"/>
                  </a:cubicBezTo>
                  <a:cubicBezTo>
                    <a:pt x="151" y="8"/>
                    <a:pt x="125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9"/>
            <p:cNvSpPr/>
            <p:nvPr/>
          </p:nvSpPr>
          <p:spPr>
            <a:xfrm>
              <a:off x="4192300" y="3131925"/>
              <a:ext cx="6000" cy="5250"/>
            </a:xfrm>
            <a:custGeom>
              <a:avLst/>
              <a:gdLst/>
              <a:ahLst/>
              <a:cxnLst/>
              <a:rect l="l" t="t" r="r" b="b"/>
              <a:pathLst>
                <a:path w="240" h="210" extrusionOk="0">
                  <a:moveTo>
                    <a:pt x="131" y="1"/>
                  </a:moveTo>
                  <a:cubicBezTo>
                    <a:pt x="116" y="1"/>
                    <a:pt x="101" y="5"/>
                    <a:pt x="87" y="14"/>
                  </a:cubicBezTo>
                  <a:cubicBezTo>
                    <a:pt x="34" y="30"/>
                    <a:pt x="1" y="84"/>
                    <a:pt x="34" y="133"/>
                  </a:cubicBezTo>
                  <a:cubicBezTo>
                    <a:pt x="46" y="187"/>
                    <a:pt x="81" y="209"/>
                    <a:pt x="128" y="209"/>
                  </a:cubicBezTo>
                  <a:cubicBezTo>
                    <a:pt x="142" y="209"/>
                    <a:pt x="158" y="207"/>
                    <a:pt x="174" y="203"/>
                  </a:cubicBezTo>
                  <a:cubicBezTo>
                    <a:pt x="223" y="187"/>
                    <a:pt x="240" y="117"/>
                    <a:pt x="223" y="67"/>
                  </a:cubicBezTo>
                  <a:cubicBezTo>
                    <a:pt x="211" y="29"/>
                    <a:pt x="171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9"/>
            <p:cNvSpPr/>
            <p:nvPr/>
          </p:nvSpPr>
          <p:spPr>
            <a:xfrm>
              <a:off x="4216725" y="31464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2" y="1"/>
                  </a:moveTo>
                  <a:cubicBezTo>
                    <a:pt x="53" y="1"/>
                    <a:pt x="1" y="44"/>
                    <a:pt x="1" y="90"/>
                  </a:cubicBezTo>
                  <a:lnTo>
                    <a:pt x="1" y="140"/>
                  </a:lnTo>
                  <a:lnTo>
                    <a:pt x="21" y="156"/>
                  </a:lnTo>
                  <a:cubicBezTo>
                    <a:pt x="38" y="193"/>
                    <a:pt x="54" y="193"/>
                    <a:pt x="87" y="210"/>
                  </a:cubicBezTo>
                  <a:cubicBezTo>
                    <a:pt x="141" y="210"/>
                    <a:pt x="190" y="173"/>
                    <a:pt x="207" y="123"/>
                  </a:cubicBezTo>
                  <a:cubicBezTo>
                    <a:pt x="207" y="90"/>
                    <a:pt x="207" y="53"/>
                    <a:pt x="190" y="37"/>
                  </a:cubicBezTo>
                  <a:cubicBezTo>
                    <a:pt x="174" y="20"/>
                    <a:pt x="141" y="4"/>
                    <a:pt x="124" y="4"/>
                  </a:cubicBezTo>
                  <a:cubicBezTo>
                    <a:pt x="117" y="2"/>
                    <a:pt x="110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9"/>
            <p:cNvSpPr/>
            <p:nvPr/>
          </p:nvSpPr>
          <p:spPr>
            <a:xfrm>
              <a:off x="4236925" y="3182000"/>
              <a:ext cx="5200" cy="5025"/>
            </a:xfrm>
            <a:custGeom>
              <a:avLst/>
              <a:gdLst/>
              <a:ahLst/>
              <a:cxnLst/>
              <a:rect l="l" t="t" r="r" b="b"/>
              <a:pathLst>
                <a:path w="208" h="201" extrusionOk="0">
                  <a:moveTo>
                    <a:pt x="91" y="1"/>
                  </a:moveTo>
                  <a:cubicBezTo>
                    <a:pt x="47" y="1"/>
                    <a:pt x="1" y="35"/>
                    <a:pt x="1" y="89"/>
                  </a:cubicBezTo>
                  <a:lnTo>
                    <a:pt x="1" y="126"/>
                  </a:lnTo>
                  <a:lnTo>
                    <a:pt x="1" y="142"/>
                  </a:lnTo>
                  <a:lnTo>
                    <a:pt x="17" y="159"/>
                  </a:lnTo>
                  <a:cubicBezTo>
                    <a:pt x="38" y="175"/>
                    <a:pt x="54" y="192"/>
                    <a:pt x="87" y="192"/>
                  </a:cubicBezTo>
                  <a:cubicBezTo>
                    <a:pt x="97" y="198"/>
                    <a:pt x="106" y="200"/>
                    <a:pt x="114" y="200"/>
                  </a:cubicBezTo>
                  <a:cubicBezTo>
                    <a:pt x="134" y="200"/>
                    <a:pt x="151" y="187"/>
                    <a:pt x="174" y="175"/>
                  </a:cubicBezTo>
                  <a:cubicBezTo>
                    <a:pt x="191" y="159"/>
                    <a:pt x="207" y="142"/>
                    <a:pt x="207" y="109"/>
                  </a:cubicBezTo>
                  <a:cubicBezTo>
                    <a:pt x="207" y="89"/>
                    <a:pt x="207" y="72"/>
                    <a:pt x="191" y="39"/>
                  </a:cubicBezTo>
                  <a:cubicBezTo>
                    <a:pt x="174" y="23"/>
                    <a:pt x="158" y="6"/>
                    <a:pt x="120" y="6"/>
                  </a:cubicBezTo>
                  <a:cubicBezTo>
                    <a:pt x="111" y="2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9"/>
            <p:cNvSpPr/>
            <p:nvPr/>
          </p:nvSpPr>
          <p:spPr>
            <a:xfrm>
              <a:off x="4233125" y="3132150"/>
              <a:ext cx="5575" cy="5050"/>
            </a:xfrm>
            <a:custGeom>
              <a:avLst/>
              <a:gdLst/>
              <a:ahLst/>
              <a:cxnLst/>
              <a:rect l="l" t="t" r="r" b="b"/>
              <a:pathLst>
                <a:path w="223" h="202" extrusionOk="0">
                  <a:moveTo>
                    <a:pt x="93" y="1"/>
                  </a:moveTo>
                  <a:cubicBezTo>
                    <a:pt x="50" y="1"/>
                    <a:pt x="14" y="33"/>
                    <a:pt x="0" y="91"/>
                  </a:cubicBezTo>
                  <a:cubicBezTo>
                    <a:pt x="0" y="108"/>
                    <a:pt x="0" y="124"/>
                    <a:pt x="17" y="145"/>
                  </a:cubicBezTo>
                  <a:cubicBezTo>
                    <a:pt x="17" y="145"/>
                    <a:pt x="17" y="162"/>
                    <a:pt x="33" y="162"/>
                  </a:cubicBezTo>
                  <a:cubicBezTo>
                    <a:pt x="50" y="178"/>
                    <a:pt x="66" y="194"/>
                    <a:pt x="103" y="194"/>
                  </a:cubicBezTo>
                  <a:cubicBezTo>
                    <a:pt x="108" y="199"/>
                    <a:pt x="114" y="201"/>
                    <a:pt x="121" y="201"/>
                  </a:cubicBezTo>
                  <a:cubicBezTo>
                    <a:pt x="138" y="201"/>
                    <a:pt x="158" y="190"/>
                    <a:pt x="169" y="178"/>
                  </a:cubicBezTo>
                  <a:cubicBezTo>
                    <a:pt x="190" y="162"/>
                    <a:pt x="206" y="145"/>
                    <a:pt x="223" y="108"/>
                  </a:cubicBezTo>
                  <a:cubicBezTo>
                    <a:pt x="223" y="91"/>
                    <a:pt x="206" y="58"/>
                    <a:pt x="190" y="42"/>
                  </a:cubicBezTo>
                  <a:cubicBezTo>
                    <a:pt x="169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9"/>
            <p:cNvSpPr/>
            <p:nvPr/>
          </p:nvSpPr>
          <p:spPr>
            <a:xfrm>
              <a:off x="4236100" y="3195750"/>
              <a:ext cx="5200" cy="4975"/>
            </a:xfrm>
            <a:custGeom>
              <a:avLst/>
              <a:gdLst/>
              <a:ahLst/>
              <a:cxnLst/>
              <a:rect l="l" t="t" r="r" b="b"/>
              <a:pathLst>
                <a:path w="208" h="199" extrusionOk="0">
                  <a:moveTo>
                    <a:pt x="87" y="0"/>
                  </a:moveTo>
                  <a:cubicBezTo>
                    <a:pt x="35" y="0"/>
                    <a:pt x="1" y="33"/>
                    <a:pt x="1" y="91"/>
                  </a:cubicBezTo>
                  <a:lnTo>
                    <a:pt x="1" y="141"/>
                  </a:lnTo>
                  <a:lnTo>
                    <a:pt x="17" y="157"/>
                  </a:lnTo>
                  <a:cubicBezTo>
                    <a:pt x="34" y="178"/>
                    <a:pt x="50" y="194"/>
                    <a:pt x="87" y="194"/>
                  </a:cubicBezTo>
                  <a:cubicBezTo>
                    <a:pt x="96" y="197"/>
                    <a:pt x="104" y="199"/>
                    <a:pt x="113" y="199"/>
                  </a:cubicBezTo>
                  <a:cubicBezTo>
                    <a:pt x="154" y="199"/>
                    <a:pt x="193" y="166"/>
                    <a:pt x="207" y="108"/>
                  </a:cubicBezTo>
                  <a:cubicBezTo>
                    <a:pt x="207" y="91"/>
                    <a:pt x="207" y="54"/>
                    <a:pt x="191" y="38"/>
                  </a:cubicBezTo>
                  <a:cubicBezTo>
                    <a:pt x="174" y="21"/>
                    <a:pt x="137" y="5"/>
                    <a:pt x="120" y="5"/>
                  </a:cubicBezTo>
                  <a:cubicBezTo>
                    <a:pt x="109" y="2"/>
                    <a:pt x="97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9"/>
            <p:cNvSpPr/>
            <p:nvPr/>
          </p:nvSpPr>
          <p:spPr>
            <a:xfrm>
              <a:off x="4214150" y="3159675"/>
              <a:ext cx="6100" cy="5400"/>
            </a:xfrm>
            <a:custGeom>
              <a:avLst/>
              <a:gdLst/>
              <a:ahLst/>
              <a:cxnLst/>
              <a:rect l="l" t="t" r="r" b="b"/>
              <a:pathLst>
                <a:path w="244" h="216" extrusionOk="0">
                  <a:moveTo>
                    <a:pt x="115" y="0"/>
                  </a:moveTo>
                  <a:cubicBezTo>
                    <a:pt x="106" y="0"/>
                    <a:pt x="97" y="2"/>
                    <a:pt x="87" y="5"/>
                  </a:cubicBezTo>
                  <a:cubicBezTo>
                    <a:pt x="21" y="38"/>
                    <a:pt x="1" y="91"/>
                    <a:pt x="21" y="141"/>
                  </a:cubicBezTo>
                  <a:cubicBezTo>
                    <a:pt x="35" y="185"/>
                    <a:pt x="82" y="215"/>
                    <a:pt x="128" y="215"/>
                  </a:cubicBezTo>
                  <a:cubicBezTo>
                    <a:pt x="138" y="215"/>
                    <a:pt x="148" y="214"/>
                    <a:pt x="157" y="211"/>
                  </a:cubicBezTo>
                  <a:cubicBezTo>
                    <a:pt x="207" y="178"/>
                    <a:pt x="244" y="124"/>
                    <a:pt x="207" y="75"/>
                  </a:cubicBezTo>
                  <a:cubicBezTo>
                    <a:pt x="193" y="31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9"/>
            <p:cNvSpPr/>
            <p:nvPr/>
          </p:nvSpPr>
          <p:spPr>
            <a:xfrm>
              <a:off x="4203025" y="31532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6" y="0"/>
                  </a:moveTo>
                  <a:cubicBezTo>
                    <a:pt x="54" y="0"/>
                    <a:pt x="14" y="35"/>
                    <a:pt x="0" y="90"/>
                  </a:cubicBezTo>
                  <a:cubicBezTo>
                    <a:pt x="0" y="107"/>
                    <a:pt x="0" y="128"/>
                    <a:pt x="17" y="144"/>
                  </a:cubicBezTo>
                  <a:cubicBezTo>
                    <a:pt x="17" y="144"/>
                    <a:pt x="17" y="161"/>
                    <a:pt x="33" y="161"/>
                  </a:cubicBezTo>
                  <a:cubicBezTo>
                    <a:pt x="33" y="177"/>
                    <a:pt x="71" y="194"/>
                    <a:pt x="104" y="210"/>
                  </a:cubicBezTo>
                  <a:cubicBezTo>
                    <a:pt x="157" y="210"/>
                    <a:pt x="207" y="177"/>
                    <a:pt x="223" y="128"/>
                  </a:cubicBezTo>
                  <a:cubicBezTo>
                    <a:pt x="223" y="90"/>
                    <a:pt x="207" y="58"/>
                    <a:pt x="190" y="41"/>
                  </a:cubicBezTo>
                  <a:cubicBezTo>
                    <a:pt x="174" y="25"/>
                    <a:pt x="157" y="4"/>
                    <a:pt x="120" y="4"/>
                  </a:cubicBezTo>
                  <a:cubicBezTo>
                    <a:pt x="112" y="1"/>
                    <a:pt x="104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9"/>
            <p:cNvSpPr/>
            <p:nvPr/>
          </p:nvSpPr>
          <p:spPr>
            <a:xfrm>
              <a:off x="4197450" y="310375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05" y="1"/>
                  </a:moveTo>
                  <a:cubicBezTo>
                    <a:pt x="76" y="1"/>
                    <a:pt x="47" y="14"/>
                    <a:pt x="17" y="44"/>
                  </a:cubicBezTo>
                  <a:cubicBezTo>
                    <a:pt x="1" y="61"/>
                    <a:pt x="1" y="94"/>
                    <a:pt x="1" y="110"/>
                  </a:cubicBezTo>
                  <a:cubicBezTo>
                    <a:pt x="1" y="127"/>
                    <a:pt x="1" y="127"/>
                    <a:pt x="17" y="147"/>
                  </a:cubicBezTo>
                  <a:cubicBezTo>
                    <a:pt x="17" y="164"/>
                    <a:pt x="34" y="180"/>
                    <a:pt x="34" y="180"/>
                  </a:cubicBezTo>
                  <a:cubicBezTo>
                    <a:pt x="58" y="195"/>
                    <a:pt x="84" y="203"/>
                    <a:pt x="110" y="203"/>
                  </a:cubicBezTo>
                  <a:cubicBezTo>
                    <a:pt x="141" y="203"/>
                    <a:pt x="170" y="191"/>
                    <a:pt x="190" y="164"/>
                  </a:cubicBezTo>
                  <a:cubicBezTo>
                    <a:pt x="223" y="127"/>
                    <a:pt x="223" y="61"/>
                    <a:pt x="174" y="24"/>
                  </a:cubicBezTo>
                  <a:cubicBezTo>
                    <a:pt x="150" y="9"/>
                    <a:pt x="128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9"/>
            <p:cNvSpPr/>
            <p:nvPr/>
          </p:nvSpPr>
          <p:spPr>
            <a:xfrm>
              <a:off x="4200450" y="3090100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5" y="1"/>
                  </a:moveTo>
                  <a:cubicBezTo>
                    <a:pt x="53" y="1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17" y="141"/>
                    <a:pt x="17" y="157"/>
                    <a:pt x="17" y="157"/>
                  </a:cubicBezTo>
                  <a:cubicBezTo>
                    <a:pt x="33" y="178"/>
                    <a:pt x="70" y="194"/>
                    <a:pt x="87" y="194"/>
                  </a:cubicBezTo>
                  <a:cubicBezTo>
                    <a:pt x="95" y="197"/>
                    <a:pt x="104" y="199"/>
                    <a:pt x="114" y="199"/>
                  </a:cubicBezTo>
                  <a:cubicBezTo>
                    <a:pt x="158" y="199"/>
                    <a:pt x="207" y="166"/>
                    <a:pt x="207" y="108"/>
                  </a:cubicBezTo>
                  <a:cubicBezTo>
                    <a:pt x="207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9"/>
            <p:cNvSpPr/>
            <p:nvPr/>
          </p:nvSpPr>
          <p:spPr>
            <a:xfrm>
              <a:off x="4238275" y="31679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7" y="0"/>
                    <a:pt x="66" y="0"/>
                    <a:pt x="33" y="17"/>
                  </a:cubicBezTo>
                  <a:cubicBezTo>
                    <a:pt x="17" y="33"/>
                    <a:pt x="0" y="54"/>
                    <a:pt x="0" y="87"/>
                  </a:cubicBezTo>
                  <a:lnTo>
                    <a:pt x="0" y="136"/>
                  </a:lnTo>
                  <a:cubicBezTo>
                    <a:pt x="17" y="136"/>
                    <a:pt x="17" y="157"/>
                    <a:pt x="17" y="157"/>
                  </a:cubicBezTo>
                  <a:cubicBezTo>
                    <a:pt x="33" y="190"/>
                    <a:pt x="66" y="190"/>
                    <a:pt x="87" y="207"/>
                  </a:cubicBezTo>
                  <a:cubicBezTo>
                    <a:pt x="137" y="207"/>
                    <a:pt x="207" y="174"/>
                    <a:pt x="207" y="120"/>
                  </a:cubicBezTo>
                  <a:cubicBezTo>
                    <a:pt x="207" y="87"/>
                    <a:pt x="207" y="54"/>
                    <a:pt x="190" y="33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9"/>
            <p:cNvSpPr/>
            <p:nvPr/>
          </p:nvSpPr>
          <p:spPr>
            <a:xfrm>
              <a:off x="4204375" y="31394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1" y="0"/>
                  </a:moveTo>
                  <a:cubicBezTo>
                    <a:pt x="109" y="0"/>
                    <a:pt x="96" y="3"/>
                    <a:pt x="83" y="7"/>
                  </a:cubicBezTo>
                  <a:cubicBezTo>
                    <a:pt x="33" y="23"/>
                    <a:pt x="0" y="77"/>
                    <a:pt x="17" y="143"/>
                  </a:cubicBezTo>
                  <a:cubicBezTo>
                    <a:pt x="29" y="183"/>
                    <a:pt x="72" y="202"/>
                    <a:pt x="113" y="202"/>
                  </a:cubicBezTo>
                  <a:cubicBezTo>
                    <a:pt x="127" y="202"/>
                    <a:pt x="140" y="200"/>
                    <a:pt x="153" y="196"/>
                  </a:cubicBezTo>
                  <a:cubicBezTo>
                    <a:pt x="206" y="180"/>
                    <a:pt x="239" y="110"/>
                    <a:pt x="223" y="60"/>
                  </a:cubicBezTo>
                  <a:cubicBezTo>
                    <a:pt x="195" y="20"/>
                    <a:pt x="160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9"/>
            <p:cNvSpPr/>
            <p:nvPr/>
          </p:nvSpPr>
          <p:spPr>
            <a:xfrm>
              <a:off x="4209000" y="3190600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16" y="0"/>
                  </a:moveTo>
                  <a:cubicBezTo>
                    <a:pt x="106" y="0"/>
                    <a:pt x="97" y="2"/>
                    <a:pt x="87" y="5"/>
                  </a:cubicBezTo>
                  <a:cubicBezTo>
                    <a:pt x="38" y="38"/>
                    <a:pt x="1" y="91"/>
                    <a:pt x="38" y="141"/>
                  </a:cubicBezTo>
                  <a:cubicBezTo>
                    <a:pt x="38" y="157"/>
                    <a:pt x="54" y="178"/>
                    <a:pt x="54" y="178"/>
                  </a:cubicBezTo>
                  <a:cubicBezTo>
                    <a:pt x="87" y="211"/>
                    <a:pt x="124" y="211"/>
                    <a:pt x="174" y="211"/>
                  </a:cubicBezTo>
                  <a:cubicBezTo>
                    <a:pt x="207" y="194"/>
                    <a:pt x="227" y="157"/>
                    <a:pt x="227" y="108"/>
                  </a:cubicBezTo>
                  <a:lnTo>
                    <a:pt x="227" y="75"/>
                  </a:lnTo>
                  <a:cubicBezTo>
                    <a:pt x="210" y="30"/>
                    <a:pt x="16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9"/>
            <p:cNvSpPr/>
            <p:nvPr/>
          </p:nvSpPr>
          <p:spPr>
            <a:xfrm>
              <a:off x="4213325" y="31786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71" y="0"/>
                    <a:pt x="1" y="37"/>
                    <a:pt x="1" y="87"/>
                  </a:cubicBezTo>
                  <a:lnTo>
                    <a:pt x="1" y="140"/>
                  </a:lnTo>
                  <a:cubicBezTo>
                    <a:pt x="1" y="157"/>
                    <a:pt x="17" y="157"/>
                    <a:pt x="17" y="173"/>
                  </a:cubicBezTo>
                  <a:cubicBezTo>
                    <a:pt x="34" y="190"/>
                    <a:pt x="54" y="206"/>
                    <a:pt x="87" y="206"/>
                  </a:cubicBezTo>
                  <a:cubicBezTo>
                    <a:pt x="94" y="208"/>
                    <a:pt x="101" y="210"/>
                    <a:pt x="107" y="210"/>
                  </a:cubicBezTo>
                  <a:cubicBezTo>
                    <a:pt x="150" y="210"/>
                    <a:pt x="193" y="166"/>
                    <a:pt x="207" y="120"/>
                  </a:cubicBezTo>
                  <a:cubicBezTo>
                    <a:pt x="207" y="87"/>
                    <a:pt x="207" y="70"/>
                    <a:pt x="190" y="54"/>
                  </a:cubicBezTo>
                  <a:cubicBezTo>
                    <a:pt x="174" y="17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9"/>
            <p:cNvSpPr/>
            <p:nvPr/>
          </p:nvSpPr>
          <p:spPr>
            <a:xfrm>
              <a:off x="4203425" y="3167400"/>
              <a:ext cx="6125" cy="5400"/>
            </a:xfrm>
            <a:custGeom>
              <a:avLst/>
              <a:gdLst/>
              <a:ahLst/>
              <a:cxnLst/>
              <a:rect l="l" t="t" r="r" b="b"/>
              <a:pathLst>
                <a:path w="245" h="216" extrusionOk="0">
                  <a:moveTo>
                    <a:pt x="115" y="1"/>
                  </a:moveTo>
                  <a:cubicBezTo>
                    <a:pt x="106" y="1"/>
                    <a:pt x="97" y="2"/>
                    <a:pt x="88" y="5"/>
                  </a:cubicBezTo>
                  <a:cubicBezTo>
                    <a:pt x="38" y="38"/>
                    <a:pt x="1" y="91"/>
                    <a:pt x="17" y="141"/>
                  </a:cubicBezTo>
                  <a:cubicBezTo>
                    <a:pt x="48" y="185"/>
                    <a:pt x="87" y="215"/>
                    <a:pt x="130" y="215"/>
                  </a:cubicBezTo>
                  <a:cubicBezTo>
                    <a:pt x="139" y="215"/>
                    <a:pt x="148" y="214"/>
                    <a:pt x="158" y="211"/>
                  </a:cubicBezTo>
                  <a:cubicBezTo>
                    <a:pt x="207" y="178"/>
                    <a:pt x="244" y="124"/>
                    <a:pt x="224" y="75"/>
                  </a:cubicBezTo>
                  <a:cubicBezTo>
                    <a:pt x="196" y="31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99" name="Google Shape;3799;p9"/>
          <p:cNvSpPr/>
          <p:nvPr/>
        </p:nvSpPr>
        <p:spPr>
          <a:xfrm>
            <a:off x="7599939" y="3702033"/>
            <a:ext cx="1544046" cy="1441486"/>
          </a:xfrm>
          <a:custGeom>
            <a:avLst/>
            <a:gdLst/>
            <a:ahLst/>
            <a:cxnLst/>
            <a:rect l="l" t="t" r="r" b="b"/>
            <a:pathLst>
              <a:path w="16696" h="15587" extrusionOk="0">
                <a:moveTo>
                  <a:pt x="16486" y="1"/>
                </a:moveTo>
                <a:cubicBezTo>
                  <a:pt x="14526" y="1"/>
                  <a:pt x="12489" y="383"/>
                  <a:pt x="10453" y="1204"/>
                </a:cubicBezTo>
                <a:cubicBezTo>
                  <a:pt x="4098" y="3840"/>
                  <a:pt x="731" y="9197"/>
                  <a:pt x="0" y="15586"/>
                </a:cubicBezTo>
                <a:lnTo>
                  <a:pt x="16695" y="15586"/>
                </a:lnTo>
                <a:lnTo>
                  <a:pt x="16695" y="2"/>
                </a:lnTo>
                <a:cubicBezTo>
                  <a:pt x="16626" y="1"/>
                  <a:pt x="16556" y="1"/>
                  <a:pt x="1648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00" name="Google Shape;3800;p9"/>
          <p:cNvSpPr txBox="1">
            <a:spLocks noGrp="1"/>
          </p:cNvSpPr>
          <p:nvPr>
            <p:ph type="title" idx="2" hasCustomPrompt="1"/>
          </p:nvPr>
        </p:nvSpPr>
        <p:spPr>
          <a:xfrm>
            <a:off x="4012300" y="2208550"/>
            <a:ext cx="1153200" cy="51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3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2" name="Google Shape;3802;p10"/>
          <p:cNvSpPr/>
          <p:nvPr/>
        </p:nvSpPr>
        <p:spPr>
          <a:xfrm>
            <a:off x="-48150" y="-13823"/>
            <a:ext cx="1460209" cy="1315033"/>
          </a:xfrm>
          <a:custGeom>
            <a:avLst/>
            <a:gdLst/>
            <a:ahLst/>
            <a:cxnLst/>
            <a:rect l="l" t="t" r="r" b="b"/>
            <a:pathLst>
              <a:path w="8279" h="7456" extrusionOk="0">
                <a:moveTo>
                  <a:pt x="0" y="1"/>
                </a:moveTo>
                <a:lnTo>
                  <a:pt x="0" y="7455"/>
                </a:lnTo>
                <a:cubicBezTo>
                  <a:pt x="186" y="6235"/>
                  <a:pt x="652" y="5117"/>
                  <a:pt x="1443" y="4379"/>
                </a:cubicBezTo>
                <a:cubicBezTo>
                  <a:pt x="1850" y="3996"/>
                  <a:pt x="2252" y="3845"/>
                  <a:pt x="2651" y="3845"/>
                </a:cubicBezTo>
                <a:cubicBezTo>
                  <a:pt x="3415" y="3845"/>
                  <a:pt x="4166" y="4394"/>
                  <a:pt x="4910" y="4911"/>
                </a:cubicBezTo>
                <a:cubicBezTo>
                  <a:pt x="5426" y="5274"/>
                  <a:pt x="6011" y="5600"/>
                  <a:pt x="6597" y="5703"/>
                </a:cubicBezTo>
                <a:cubicBezTo>
                  <a:pt x="6686" y="5720"/>
                  <a:pt x="6778" y="5729"/>
                  <a:pt x="6871" y="5729"/>
                </a:cubicBezTo>
                <a:cubicBezTo>
                  <a:pt x="7335" y="5729"/>
                  <a:pt x="7820" y="5505"/>
                  <a:pt x="8019" y="4948"/>
                </a:cubicBezTo>
                <a:cubicBezTo>
                  <a:pt x="8279" y="4190"/>
                  <a:pt x="7937" y="3365"/>
                  <a:pt x="7660" y="2730"/>
                </a:cubicBezTo>
                <a:cubicBezTo>
                  <a:pt x="7590" y="2578"/>
                  <a:pt x="6560" y="87"/>
                  <a:pt x="674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803" name="Google Shape;3803;p10"/>
          <p:cNvGrpSpPr/>
          <p:nvPr/>
        </p:nvGrpSpPr>
        <p:grpSpPr>
          <a:xfrm>
            <a:off x="12" y="-60036"/>
            <a:ext cx="901674" cy="1575190"/>
            <a:chOff x="5052950" y="2452900"/>
            <a:chExt cx="213900" cy="373675"/>
          </a:xfrm>
        </p:grpSpPr>
        <p:sp>
          <p:nvSpPr>
            <p:cNvPr id="3804" name="Google Shape;3804;p10"/>
            <p:cNvSpPr/>
            <p:nvPr/>
          </p:nvSpPr>
          <p:spPr>
            <a:xfrm>
              <a:off x="5133675" y="262597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3" y="0"/>
                  </a:moveTo>
                  <a:cubicBezTo>
                    <a:pt x="70" y="17"/>
                    <a:pt x="54" y="33"/>
                    <a:pt x="3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37" y="223"/>
                    <a:pt x="54" y="239"/>
                  </a:cubicBezTo>
                  <a:cubicBezTo>
                    <a:pt x="65" y="251"/>
                    <a:pt x="85" y="263"/>
                    <a:pt x="109" y="263"/>
                  </a:cubicBezTo>
                  <a:cubicBezTo>
                    <a:pt x="119" y="263"/>
                    <a:pt x="129" y="261"/>
                    <a:pt x="140" y="256"/>
                  </a:cubicBezTo>
                  <a:cubicBezTo>
                    <a:pt x="190" y="256"/>
                    <a:pt x="243" y="190"/>
                    <a:pt x="223" y="120"/>
                  </a:cubicBezTo>
                  <a:cubicBezTo>
                    <a:pt x="223" y="87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0"/>
            <p:cNvSpPr/>
            <p:nvPr/>
          </p:nvSpPr>
          <p:spPr>
            <a:xfrm>
              <a:off x="5133675" y="25013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21"/>
                    <a:pt x="0" y="71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20" y="260"/>
                    <a:pt x="140" y="260"/>
                  </a:cubicBezTo>
                  <a:cubicBezTo>
                    <a:pt x="206" y="244"/>
                    <a:pt x="243" y="174"/>
                    <a:pt x="243" y="104"/>
                  </a:cubicBezTo>
                  <a:cubicBezTo>
                    <a:pt x="223" y="71"/>
                    <a:pt x="206" y="2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0"/>
            <p:cNvSpPr/>
            <p:nvPr/>
          </p:nvSpPr>
          <p:spPr>
            <a:xfrm>
              <a:off x="5132025" y="2593950"/>
              <a:ext cx="6400" cy="6675"/>
            </a:xfrm>
            <a:custGeom>
              <a:avLst/>
              <a:gdLst/>
              <a:ahLst/>
              <a:cxnLst/>
              <a:rect l="l" t="t" r="r" b="b"/>
              <a:pathLst>
                <a:path w="256" h="267" extrusionOk="0">
                  <a:moveTo>
                    <a:pt x="118" y="0"/>
                  </a:moveTo>
                  <a:cubicBezTo>
                    <a:pt x="100" y="0"/>
                    <a:pt x="78" y="13"/>
                    <a:pt x="66" y="28"/>
                  </a:cubicBezTo>
                  <a:cubicBezTo>
                    <a:pt x="17" y="77"/>
                    <a:pt x="0" y="164"/>
                    <a:pt x="50" y="213"/>
                  </a:cubicBezTo>
                  <a:cubicBezTo>
                    <a:pt x="66" y="234"/>
                    <a:pt x="83" y="250"/>
                    <a:pt x="120" y="267"/>
                  </a:cubicBezTo>
                  <a:cubicBezTo>
                    <a:pt x="153" y="267"/>
                    <a:pt x="169" y="250"/>
                    <a:pt x="206" y="234"/>
                  </a:cubicBezTo>
                  <a:cubicBezTo>
                    <a:pt x="239" y="180"/>
                    <a:pt x="256" y="110"/>
                    <a:pt x="223" y="44"/>
                  </a:cubicBezTo>
                  <a:cubicBezTo>
                    <a:pt x="206" y="28"/>
                    <a:pt x="186" y="7"/>
                    <a:pt x="169" y="7"/>
                  </a:cubicBezTo>
                  <a:lnTo>
                    <a:pt x="136" y="7"/>
                  </a:lnTo>
                  <a:cubicBezTo>
                    <a:pt x="132" y="2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0"/>
            <p:cNvSpPr/>
            <p:nvPr/>
          </p:nvSpPr>
          <p:spPr>
            <a:xfrm>
              <a:off x="5134075" y="253062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87" y="1"/>
                    <a:pt x="71" y="17"/>
                    <a:pt x="54" y="33"/>
                  </a:cubicBezTo>
                  <a:cubicBezTo>
                    <a:pt x="21" y="50"/>
                    <a:pt x="1" y="104"/>
                    <a:pt x="21" y="137"/>
                  </a:cubicBezTo>
                  <a:cubicBezTo>
                    <a:pt x="21" y="170"/>
                    <a:pt x="38" y="207"/>
                    <a:pt x="54" y="223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190" y="240"/>
                    <a:pt x="244" y="190"/>
                    <a:pt x="244" y="120"/>
                  </a:cubicBezTo>
                  <a:lnTo>
                    <a:pt x="244" y="104"/>
                  </a:lnTo>
                  <a:cubicBezTo>
                    <a:pt x="227" y="50"/>
                    <a:pt x="20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0"/>
            <p:cNvSpPr/>
            <p:nvPr/>
          </p:nvSpPr>
          <p:spPr>
            <a:xfrm>
              <a:off x="5132425" y="25472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1" y="145"/>
                    <a:pt x="17" y="227"/>
                    <a:pt x="87" y="248"/>
                  </a:cubicBezTo>
                  <a:cubicBezTo>
                    <a:pt x="100" y="256"/>
                    <a:pt x="115" y="261"/>
                    <a:pt x="130" y="261"/>
                  </a:cubicBezTo>
                  <a:cubicBezTo>
                    <a:pt x="170" y="261"/>
                    <a:pt x="211" y="229"/>
                    <a:pt x="223" y="178"/>
                  </a:cubicBezTo>
                  <a:cubicBezTo>
                    <a:pt x="240" y="107"/>
                    <a:pt x="223" y="42"/>
                    <a:pt x="153" y="4"/>
                  </a:cubicBez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0"/>
            <p:cNvSpPr/>
            <p:nvPr/>
          </p:nvSpPr>
          <p:spPr>
            <a:xfrm>
              <a:off x="5125925" y="26105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87" y="1"/>
                  </a:moveTo>
                  <a:cubicBezTo>
                    <a:pt x="38" y="17"/>
                    <a:pt x="1" y="87"/>
                    <a:pt x="1" y="153"/>
                  </a:cubicBezTo>
                  <a:cubicBezTo>
                    <a:pt x="1" y="190"/>
                    <a:pt x="17" y="223"/>
                    <a:pt x="55" y="240"/>
                  </a:cubicBezTo>
                  <a:cubicBezTo>
                    <a:pt x="66" y="252"/>
                    <a:pt x="86" y="263"/>
                    <a:pt x="103" y="263"/>
                  </a:cubicBezTo>
                  <a:cubicBezTo>
                    <a:pt x="109" y="263"/>
                    <a:pt x="116" y="261"/>
                    <a:pt x="120" y="256"/>
                  </a:cubicBezTo>
                  <a:cubicBezTo>
                    <a:pt x="158" y="256"/>
                    <a:pt x="191" y="240"/>
                    <a:pt x="207" y="207"/>
                  </a:cubicBezTo>
                  <a:cubicBezTo>
                    <a:pt x="224" y="190"/>
                    <a:pt x="224" y="153"/>
                    <a:pt x="224" y="120"/>
                  </a:cubicBezTo>
                  <a:cubicBezTo>
                    <a:pt x="224" y="87"/>
                    <a:pt x="207" y="50"/>
                    <a:pt x="174" y="34"/>
                  </a:cubicBezTo>
                  <a:cubicBezTo>
                    <a:pt x="174" y="17"/>
                    <a:pt x="158" y="17"/>
                    <a:pt x="158" y="17"/>
                  </a:cubicBezTo>
                  <a:cubicBezTo>
                    <a:pt x="141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10"/>
            <p:cNvSpPr/>
            <p:nvPr/>
          </p:nvSpPr>
          <p:spPr>
            <a:xfrm>
              <a:off x="5128925" y="264307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4" y="1"/>
                  </a:moveTo>
                  <a:cubicBezTo>
                    <a:pt x="87" y="21"/>
                    <a:pt x="87" y="21"/>
                    <a:pt x="71" y="21"/>
                  </a:cubicBezTo>
                  <a:cubicBezTo>
                    <a:pt x="38" y="38"/>
                    <a:pt x="0" y="104"/>
                    <a:pt x="0" y="157"/>
                  </a:cubicBezTo>
                  <a:cubicBezTo>
                    <a:pt x="21" y="190"/>
                    <a:pt x="38" y="227"/>
                    <a:pt x="54" y="244"/>
                  </a:cubicBezTo>
                  <a:cubicBezTo>
                    <a:pt x="66" y="255"/>
                    <a:pt x="86" y="267"/>
                    <a:pt x="109" y="267"/>
                  </a:cubicBezTo>
                  <a:cubicBezTo>
                    <a:pt x="119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4"/>
                  </a:cubicBezTo>
                  <a:lnTo>
                    <a:pt x="227" y="87"/>
                  </a:lnTo>
                  <a:cubicBezTo>
                    <a:pt x="207" y="54"/>
                    <a:pt x="190" y="38"/>
                    <a:pt x="157" y="21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10"/>
            <p:cNvSpPr/>
            <p:nvPr/>
          </p:nvSpPr>
          <p:spPr>
            <a:xfrm>
              <a:off x="5132425" y="25778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190"/>
                    <a:pt x="34" y="207"/>
                    <a:pt x="50" y="240"/>
                  </a:cubicBezTo>
                  <a:cubicBezTo>
                    <a:pt x="87" y="261"/>
                    <a:pt x="120" y="261"/>
                    <a:pt x="137" y="261"/>
                  </a:cubicBezTo>
                  <a:cubicBezTo>
                    <a:pt x="207" y="240"/>
                    <a:pt x="240" y="174"/>
                    <a:pt x="240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90" y="17"/>
                    <a:pt x="170" y="17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10"/>
            <p:cNvSpPr/>
            <p:nvPr/>
          </p:nvSpPr>
          <p:spPr>
            <a:xfrm>
              <a:off x="5130275" y="247012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6" y="0"/>
                  </a:moveTo>
                  <a:cubicBezTo>
                    <a:pt x="120" y="0"/>
                    <a:pt x="111" y="4"/>
                    <a:pt x="103" y="13"/>
                  </a:cubicBezTo>
                  <a:cubicBezTo>
                    <a:pt x="50" y="13"/>
                    <a:pt x="0" y="83"/>
                    <a:pt x="17" y="153"/>
                  </a:cubicBezTo>
                  <a:cubicBezTo>
                    <a:pt x="17" y="186"/>
                    <a:pt x="33" y="219"/>
                    <a:pt x="70" y="239"/>
                  </a:cubicBezTo>
                  <a:cubicBezTo>
                    <a:pt x="87" y="256"/>
                    <a:pt x="103" y="272"/>
                    <a:pt x="136" y="272"/>
                  </a:cubicBezTo>
                  <a:cubicBezTo>
                    <a:pt x="173" y="256"/>
                    <a:pt x="190" y="239"/>
                    <a:pt x="206" y="202"/>
                  </a:cubicBezTo>
                  <a:cubicBezTo>
                    <a:pt x="223" y="186"/>
                    <a:pt x="239" y="153"/>
                    <a:pt x="223" y="116"/>
                  </a:cubicBezTo>
                  <a:cubicBezTo>
                    <a:pt x="223" y="83"/>
                    <a:pt x="206" y="50"/>
                    <a:pt x="190" y="33"/>
                  </a:cubicBezTo>
                  <a:cubicBezTo>
                    <a:pt x="173" y="13"/>
                    <a:pt x="173" y="13"/>
                    <a:pt x="153" y="13"/>
                  </a:cubicBezTo>
                  <a:lnTo>
                    <a:pt x="136" y="13"/>
                  </a:lnTo>
                  <a:cubicBezTo>
                    <a:pt x="136" y="4"/>
                    <a:pt x="132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10"/>
            <p:cNvSpPr/>
            <p:nvPr/>
          </p:nvSpPr>
          <p:spPr>
            <a:xfrm>
              <a:off x="5116975" y="2504300"/>
              <a:ext cx="6400" cy="6550"/>
            </a:xfrm>
            <a:custGeom>
              <a:avLst/>
              <a:gdLst/>
              <a:ahLst/>
              <a:cxnLst/>
              <a:rect l="l" t="t" r="r" b="b"/>
              <a:pathLst>
                <a:path w="256" h="262" extrusionOk="0">
                  <a:moveTo>
                    <a:pt x="140" y="1"/>
                  </a:moveTo>
                  <a:cubicBezTo>
                    <a:pt x="95" y="1"/>
                    <a:pt x="47" y="35"/>
                    <a:pt x="33" y="89"/>
                  </a:cubicBezTo>
                  <a:cubicBezTo>
                    <a:pt x="0" y="159"/>
                    <a:pt x="33" y="229"/>
                    <a:pt x="87" y="262"/>
                  </a:cubicBezTo>
                  <a:lnTo>
                    <a:pt x="136" y="262"/>
                  </a:lnTo>
                  <a:cubicBezTo>
                    <a:pt x="190" y="262"/>
                    <a:pt x="223" y="229"/>
                    <a:pt x="239" y="175"/>
                  </a:cubicBezTo>
                  <a:cubicBezTo>
                    <a:pt x="256" y="126"/>
                    <a:pt x="239" y="72"/>
                    <a:pt x="206" y="39"/>
                  </a:cubicBezTo>
                  <a:cubicBezTo>
                    <a:pt x="206" y="39"/>
                    <a:pt x="190" y="23"/>
                    <a:pt x="169" y="6"/>
                  </a:cubicBezTo>
                  <a:cubicBezTo>
                    <a:pt x="160" y="2"/>
                    <a:pt x="150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10"/>
            <p:cNvSpPr/>
            <p:nvPr/>
          </p:nvSpPr>
          <p:spPr>
            <a:xfrm>
              <a:off x="5106650" y="25356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42" y="0"/>
                  </a:moveTo>
                  <a:cubicBezTo>
                    <a:pt x="97" y="0"/>
                    <a:pt x="47" y="30"/>
                    <a:pt x="34" y="71"/>
                  </a:cubicBezTo>
                  <a:cubicBezTo>
                    <a:pt x="1" y="141"/>
                    <a:pt x="34" y="227"/>
                    <a:pt x="88" y="244"/>
                  </a:cubicBezTo>
                  <a:cubicBezTo>
                    <a:pt x="104" y="260"/>
                    <a:pt x="120" y="260"/>
                    <a:pt x="137" y="260"/>
                  </a:cubicBezTo>
                  <a:cubicBezTo>
                    <a:pt x="191" y="244"/>
                    <a:pt x="224" y="227"/>
                    <a:pt x="240" y="174"/>
                  </a:cubicBezTo>
                  <a:cubicBezTo>
                    <a:pt x="257" y="124"/>
                    <a:pt x="240" y="71"/>
                    <a:pt x="207" y="38"/>
                  </a:cubicBezTo>
                  <a:cubicBezTo>
                    <a:pt x="207" y="21"/>
                    <a:pt x="191" y="21"/>
                    <a:pt x="170" y="5"/>
                  </a:cubicBezTo>
                  <a:cubicBezTo>
                    <a:pt x="161" y="2"/>
                    <a:pt x="152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10"/>
            <p:cNvSpPr/>
            <p:nvPr/>
          </p:nvSpPr>
          <p:spPr>
            <a:xfrm>
              <a:off x="5110875" y="2490625"/>
              <a:ext cx="5700" cy="6700"/>
            </a:xfrm>
            <a:custGeom>
              <a:avLst/>
              <a:gdLst/>
              <a:ahLst/>
              <a:cxnLst/>
              <a:rect l="l" t="t" r="r" b="b"/>
              <a:pathLst>
                <a:path w="228" h="268" extrusionOk="0">
                  <a:moveTo>
                    <a:pt x="104" y="1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2" y="190"/>
                    <a:pt x="38" y="223"/>
                    <a:pt x="55" y="244"/>
                  </a:cubicBezTo>
                  <a:cubicBezTo>
                    <a:pt x="66" y="256"/>
                    <a:pt x="86" y="267"/>
                    <a:pt x="110" y="267"/>
                  </a:cubicBezTo>
                  <a:cubicBezTo>
                    <a:pt x="120" y="267"/>
                    <a:pt x="130" y="265"/>
                    <a:pt x="141" y="261"/>
                  </a:cubicBezTo>
                  <a:cubicBezTo>
                    <a:pt x="174" y="261"/>
                    <a:pt x="191" y="244"/>
                    <a:pt x="207" y="207"/>
                  </a:cubicBezTo>
                  <a:cubicBezTo>
                    <a:pt x="228" y="190"/>
                    <a:pt x="228" y="157"/>
                    <a:pt x="228" y="120"/>
                  </a:cubicBezTo>
                  <a:cubicBezTo>
                    <a:pt x="228" y="87"/>
                    <a:pt x="207" y="54"/>
                    <a:pt x="191" y="38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10"/>
            <p:cNvSpPr/>
            <p:nvPr/>
          </p:nvSpPr>
          <p:spPr>
            <a:xfrm>
              <a:off x="5099750" y="26771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54" y="17"/>
                    <a:pt x="1" y="83"/>
                    <a:pt x="17" y="153"/>
                  </a:cubicBezTo>
                  <a:cubicBezTo>
                    <a:pt x="17" y="186"/>
                    <a:pt x="34" y="223"/>
                    <a:pt x="54" y="239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207" y="239"/>
                    <a:pt x="240" y="186"/>
                    <a:pt x="223" y="103"/>
                  </a:cubicBezTo>
                  <a:cubicBezTo>
                    <a:pt x="223" y="66"/>
                    <a:pt x="207" y="50"/>
                    <a:pt x="190" y="17"/>
                  </a:cubicBezTo>
                  <a:lnTo>
                    <a:pt x="157" y="17"/>
                  </a:ln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10"/>
            <p:cNvSpPr/>
            <p:nvPr/>
          </p:nvSpPr>
          <p:spPr>
            <a:xfrm>
              <a:off x="5122950" y="248690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12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20"/>
                    <a:pt x="87" y="253"/>
                  </a:cubicBezTo>
                  <a:lnTo>
                    <a:pt x="136" y="253"/>
                  </a:lnTo>
                  <a:cubicBezTo>
                    <a:pt x="174" y="253"/>
                    <a:pt x="206" y="220"/>
                    <a:pt x="223" y="187"/>
                  </a:cubicBezTo>
                  <a:cubicBezTo>
                    <a:pt x="239" y="133"/>
                    <a:pt x="223" y="84"/>
                    <a:pt x="206" y="47"/>
                  </a:cubicBezTo>
                  <a:cubicBezTo>
                    <a:pt x="190" y="30"/>
                    <a:pt x="174" y="14"/>
                    <a:pt x="157" y="14"/>
                  </a:cubicBezTo>
                  <a:cubicBezTo>
                    <a:pt x="143" y="5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10"/>
            <p:cNvSpPr/>
            <p:nvPr/>
          </p:nvSpPr>
          <p:spPr>
            <a:xfrm>
              <a:off x="5099350" y="2693200"/>
              <a:ext cx="6400" cy="6600"/>
            </a:xfrm>
            <a:custGeom>
              <a:avLst/>
              <a:gdLst/>
              <a:ahLst/>
              <a:cxnLst/>
              <a:rect l="l" t="t" r="r" b="b"/>
              <a:pathLst>
                <a:path w="256" h="264" extrusionOk="0">
                  <a:moveTo>
                    <a:pt x="111" y="1"/>
                  </a:moveTo>
                  <a:cubicBezTo>
                    <a:pt x="92" y="1"/>
                    <a:pt x="76" y="12"/>
                    <a:pt x="50" y="24"/>
                  </a:cubicBezTo>
                  <a:cubicBezTo>
                    <a:pt x="17" y="78"/>
                    <a:pt x="0" y="160"/>
                    <a:pt x="33" y="214"/>
                  </a:cubicBezTo>
                  <a:cubicBezTo>
                    <a:pt x="50" y="247"/>
                    <a:pt x="87" y="263"/>
                    <a:pt x="120" y="263"/>
                  </a:cubicBezTo>
                  <a:cubicBezTo>
                    <a:pt x="136" y="263"/>
                    <a:pt x="173" y="247"/>
                    <a:pt x="190" y="230"/>
                  </a:cubicBezTo>
                  <a:cubicBezTo>
                    <a:pt x="239" y="181"/>
                    <a:pt x="256" y="111"/>
                    <a:pt x="206" y="41"/>
                  </a:cubicBezTo>
                  <a:cubicBezTo>
                    <a:pt x="206" y="24"/>
                    <a:pt x="190" y="24"/>
                    <a:pt x="173" y="8"/>
                  </a:cubicBezTo>
                  <a:lnTo>
                    <a:pt x="136" y="8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10"/>
            <p:cNvSpPr/>
            <p:nvPr/>
          </p:nvSpPr>
          <p:spPr>
            <a:xfrm>
              <a:off x="5124700" y="25628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7" y="0"/>
                  </a:moveTo>
                  <a:cubicBezTo>
                    <a:pt x="87" y="0"/>
                    <a:pt x="46" y="32"/>
                    <a:pt x="33" y="83"/>
                  </a:cubicBezTo>
                  <a:cubicBezTo>
                    <a:pt x="0" y="154"/>
                    <a:pt x="33" y="219"/>
                    <a:pt x="87" y="257"/>
                  </a:cubicBezTo>
                  <a:cubicBezTo>
                    <a:pt x="99" y="259"/>
                    <a:pt x="110" y="261"/>
                    <a:pt x="121" y="261"/>
                  </a:cubicBezTo>
                  <a:cubicBezTo>
                    <a:pt x="171" y="261"/>
                    <a:pt x="212" y="231"/>
                    <a:pt x="240" y="186"/>
                  </a:cubicBezTo>
                  <a:cubicBezTo>
                    <a:pt x="256" y="116"/>
                    <a:pt x="223" y="34"/>
                    <a:pt x="169" y="13"/>
                  </a:cubicBezTo>
                  <a:cubicBezTo>
                    <a:pt x="156" y="5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10"/>
            <p:cNvSpPr/>
            <p:nvPr/>
          </p:nvSpPr>
          <p:spPr>
            <a:xfrm>
              <a:off x="5121700" y="25332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1"/>
                  </a:moveTo>
                  <a:cubicBezTo>
                    <a:pt x="104" y="1"/>
                    <a:pt x="67" y="17"/>
                    <a:pt x="50" y="34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0" y="240"/>
                    <a:pt x="83" y="256"/>
                    <a:pt x="104" y="256"/>
                  </a:cubicBezTo>
                  <a:cubicBezTo>
                    <a:pt x="114" y="261"/>
                    <a:pt x="123" y="263"/>
                    <a:pt x="133" y="263"/>
                  </a:cubicBezTo>
                  <a:cubicBezTo>
                    <a:pt x="155" y="263"/>
                    <a:pt x="175" y="251"/>
                    <a:pt x="186" y="240"/>
                  </a:cubicBezTo>
                  <a:cubicBezTo>
                    <a:pt x="207" y="223"/>
                    <a:pt x="224" y="190"/>
                    <a:pt x="224" y="153"/>
                  </a:cubicBezTo>
                  <a:cubicBezTo>
                    <a:pt x="240" y="120"/>
                    <a:pt x="224" y="87"/>
                    <a:pt x="207" y="50"/>
                  </a:cubicBezTo>
                  <a:cubicBezTo>
                    <a:pt x="186" y="34"/>
                    <a:pt x="170" y="17"/>
                    <a:pt x="153" y="17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10"/>
            <p:cNvSpPr/>
            <p:nvPr/>
          </p:nvSpPr>
          <p:spPr>
            <a:xfrm>
              <a:off x="5128500" y="2516825"/>
              <a:ext cx="6125" cy="6500"/>
            </a:xfrm>
            <a:custGeom>
              <a:avLst/>
              <a:gdLst/>
              <a:ahLst/>
              <a:cxnLst/>
              <a:rect l="l" t="t" r="r" b="b"/>
              <a:pathLst>
                <a:path w="245" h="260" extrusionOk="0">
                  <a:moveTo>
                    <a:pt x="104" y="0"/>
                  </a:moveTo>
                  <a:cubicBezTo>
                    <a:pt x="71" y="0"/>
                    <a:pt x="55" y="21"/>
                    <a:pt x="38" y="54"/>
                  </a:cubicBezTo>
                  <a:cubicBezTo>
                    <a:pt x="17" y="87"/>
                    <a:pt x="1" y="124"/>
                    <a:pt x="1" y="157"/>
                  </a:cubicBezTo>
                  <a:cubicBezTo>
                    <a:pt x="17" y="190"/>
                    <a:pt x="38" y="227"/>
                    <a:pt x="55" y="243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1" y="243"/>
                    <a:pt x="244" y="190"/>
                    <a:pt x="224" y="103"/>
                  </a:cubicBezTo>
                  <a:cubicBezTo>
                    <a:pt x="224" y="70"/>
                    <a:pt x="207" y="54"/>
                    <a:pt x="191" y="21"/>
                  </a:cubicBezTo>
                  <a:lnTo>
                    <a:pt x="158" y="21"/>
                  </a:lnTo>
                  <a:cubicBezTo>
                    <a:pt x="141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10"/>
            <p:cNvSpPr/>
            <p:nvPr/>
          </p:nvSpPr>
          <p:spPr>
            <a:xfrm>
              <a:off x="5143150" y="25142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4" y="1"/>
                    <a:pt x="87" y="1"/>
                    <a:pt x="50" y="22"/>
                  </a:cubicBezTo>
                  <a:cubicBezTo>
                    <a:pt x="17" y="71"/>
                    <a:pt x="0" y="158"/>
                    <a:pt x="33" y="207"/>
                  </a:cubicBezTo>
                  <a:cubicBezTo>
                    <a:pt x="50" y="244"/>
                    <a:pt x="87" y="261"/>
                    <a:pt x="120" y="261"/>
                  </a:cubicBezTo>
                  <a:cubicBezTo>
                    <a:pt x="136" y="261"/>
                    <a:pt x="174" y="244"/>
                    <a:pt x="190" y="228"/>
                  </a:cubicBezTo>
                  <a:cubicBezTo>
                    <a:pt x="223" y="207"/>
                    <a:pt x="240" y="174"/>
                    <a:pt x="240" y="141"/>
                  </a:cubicBezTo>
                  <a:cubicBezTo>
                    <a:pt x="240" y="104"/>
                    <a:pt x="240" y="71"/>
                    <a:pt x="207" y="55"/>
                  </a:cubicBezTo>
                  <a:cubicBezTo>
                    <a:pt x="207" y="22"/>
                    <a:pt x="190" y="22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10"/>
            <p:cNvSpPr/>
            <p:nvPr/>
          </p:nvSpPr>
          <p:spPr>
            <a:xfrm>
              <a:off x="5139750" y="25611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83"/>
                    <a:pt x="17" y="153"/>
                  </a:cubicBezTo>
                  <a:cubicBezTo>
                    <a:pt x="17" y="186"/>
                    <a:pt x="33" y="207"/>
                    <a:pt x="66" y="240"/>
                  </a:cubicBezTo>
                  <a:cubicBezTo>
                    <a:pt x="83" y="256"/>
                    <a:pt x="120" y="256"/>
                    <a:pt x="136" y="256"/>
                  </a:cubicBezTo>
                  <a:cubicBezTo>
                    <a:pt x="207" y="240"/>
                    <a:pt x="240" y="170"/>
                    <a:pt x="240" y="104"/>
                  </a:cubicBezTo>
                  <a:cubicBezTo>
                    <a:pt x="223" y="67"/>
                    <a:pt x="207" y="50"/>
                    <a:pt x="186" y="17"/>
                  </a:cubicBezTo>
                  <a:cubicBezTo>
                    <a:pt x="186" y="17"/>
                    <a:pt x="169" y="1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10"/>
            <p:cNvSpPr/>
            <p:nvPr/>
          </p:nvSpPr>
          <p:spPr>
            <a:xfrm>
              <a:off x="5081300" y="26174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0" y="1"/>
                  </a:moveTo>
                  <a:cubicBezTo>
                    <a:pt x="70" y="1"/>
                    <a:pt x="29" y="33"/>
                    <a:pt x="17" y="81"/>
                  </a:cubicBezTo>
                  <a:cubicBezTo>
                    <a:pt x="1" y="98"/>
                    <a:pt x="1" y="119"/>
                    <a:pt x="1" y="152"/>
                  </a:cubicBezTo>
                  <a:cubicBezTo>
                    <a:pt x="17" y="185"/>
                    <a:pt x="34" y="238"/>
                    <a:pt x="87" y="255"/>
                  </a:cubicBezTo>
                  <a:cubicBezTo>
                    <a:pt x="96" y="259"/>
                    <a:pt x="105" y="261"/>
                    <a:pt x="114" y="261"/>
                  </a:cubicBezTo>
                  <a:cubicBezTo>
                    <a:pt x="138" y="261"/>
                    <a:pt x="163" y="246"/>
                    <a:pt x="190" y="222"/>
                  </a:cubicBezTo>
                  <a:cubicBezTo>
                    <a:pt x="207" y="222"/>
                    <a:pt x="207" y="201"/>
                    <a:pt x="223" y="185"/>
                  </a:cubicBezTo>
                  <a:cubicBezTo>
                    <a:pt x="240" y="119"/>
                    <a:pt x="207" y="32"/>
                    <a:pt x="153" y="15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10"/>
            <p:cNvSpPr/>
            <p:nvPr/>
          </p:nvSpPr>
          <p:spPr>
            <a:xfrm>
              <a:off x="5166350" y="2483825"/>
              <a:ext cx="2175" cy="1275"/>
            </a:xfrm>
            <a:custGeom>
              <a:avLst/>
              <a:gdLst/>
              <a:ahLst/>
              <a:cxnLst/>
              <a:rect l="l" t="t" r="r" b="b"/>
              <a:pathLst>
                <a:path w="87" h="51" extrusionOk="0">
                  <a:moveTo>
                    <a:pt x="0" y="1"/>
                  </a:moveTo>
                  <a:cubicBezTo>
                    <a:pt x="0" y="17"/>
                    <a:pt x="0" y="17"/>
                    <a:pt x="17" y="17"/>
                  </a:cubicBezTo>
                  <a:cubicBezTo>
                    <a:pt x="33" y="34"/>
                    <a:pt x="50" y="50"/>
                    <a:pt x="87" y="50"/>
                  </a:cubicBezTo>
                  <a:cubicBezTo>
                    <a:pt x="50" y="34"/>
                    <a:pt x="17" y="1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10"/>
            <p:cNvSpPr/>
            <p:nvPr/>
          </p:nvSpPr>
          <p:spPr>
            <a:xfrm>
              <a:off x="5118625" y="2627900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3" y="1"/>
                  </a:moveTo>
                  <a:cubicBezTo>
                    <a:pt x="117" y="1"/>
                    <a:pt x="110" y="3"/>
                    <a:pt x="103" y="10"/>
                  </a:cubicBezTo>
                  <a:cubicBezTo>
                    <a:pt x="37" y="10"/>
                    <a:pt x="0" y="76"/>
                    <a:pt x="0" y="146"/>
                  </a:cubicBezTo>
                  <a:cubicBezTo>
                    <a:pt x="21" y="179"/>
                    <a:pt x="37" y="216"/>
                    <a:pt x="54" y="232"/>
                  </a:cubicBezTo>
                  <a:cubicBezTo>
                    <a:pt x="70" y="249"/>
                    <a:pt x="103" y="265"/>
                    <a:pt x="140" y="265"/>
                  </a:cubicBezTo>
                  <a:cubicBezTo>
                    <a:pt x="190" y="249"/>
                    <a:pt x="243" y="179"/>
                    <a:pt x="227" y="113"/>
                  </a:cubicBezTo>
                  <a:cubicBezTo>
                    <a:pt x="227" y="76"/>
                    <a:pt x="206" y="43"/>
                    <a:pt x="190" y="26"/>
                  </a:cubicBezTo>
                  <a:cubicBezTo>
                    <a:pt x="173" y="26"/>
                    <a:pt x="173" y="10"/>
                    <a:pt x="157" y="10"/>
                  </a:cubicBezTo>
                  <a:cubicBezTo>
                    <a:pt x="146" y="10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10"/>
            <p:cNvSpPr/>
            <p:nvPr/>
          </p:nvSpPr>
          <p:spPr>
            <a:xfrm>
              <a:off x="5223025" y="25322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0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74" y="260"/>
                    <a:pt x="190" y="244"/>
                    <a:pt x="207" y="207"/>
                  </a:cubicBezTo>
                  <a:cubicBezTo>
                    <a:pt x="223" y="190"/>
                    <a:pt x="240" y="157"/>
                    <a:pt x="223" y="124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74" y="21"/>
                    <a:pt x="174" y="21"/>
                    <a:pt x="153" y="21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10"/>
            <p:cNvSpPr/>
            <p:nvPr/>
          </p:nvSpPr>
          <p:spPr>
            <a:xfrm>
              <a:off x="5122950" y="270367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3" y="1"/>
                  </a:moveTo>
                  <a:cubicBezTo>
                    <a:pt x="70" y="17"/>
                    <a:pt x="33" y="34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17" y="223"/>
                    <a:pt x="54" y="240"/>
                  </a:cubicBezTo>
                  <a:cubicBezTo>
                    <a:pt x="66" y="252"/>
                    <a:pt x="85" y="265"/>
                    <a:pt x="107" y="265"/>
                  </a:cubicBezTo>
                  <a:cubicBezTo>
                    <a:pt x="117" y="265"/>
                    <a:pt x="127" y="263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6" y="50"/>
                    <a:pt x="174" y="34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10"/>
            <p:cNvSpPr/>
            <p:nvPr/>
          </p:nvSpPr>
          <p:spPr>
            <a:xfrm>
              <a:off x="5231575" y="25447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17" y="190"/>
                    <a:pt x="38" y="206"/>
                    <a:pt x="54" y="244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74" y="260"/>
                    <a:pt x="191" y="244"/>
                    <a:pt x="207" y="206"/>
                  </a:cubicBezTo>
                  <a:cubicBezTo>
                    <a:pt x="224" y="174"/>
                    <a:pt x="224" y="141"/>
                    <a:pt x="224" y="103"/>
                  </a:cubicBezTo>
                  <a:cubicBezTo>
                    <a:pt x="224" y="70"/>
                    <a:pt x="207" y="54"/>
                    <a:pt x="191" y="17"/>
                  </a:cubicBezTo>
                  <a:cubicBezTo>
                    <a:pt x="174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10"/>
            <p:cNvSpPr/>
            <p:nvPr/>
          </p:nvSpPr>
          <p:spPr>
            <a:xfrm>
              <a:off x="5224275" y="25619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54" y="17"/>
                    <a:pt x="0" y="87"/>
                    <a:pt x="21" y="153"/>
                  </a:cubicBezTo>
                  <a:cubicBezTo>
                    <a:pt x="21" y="191"/>
                    <a:pt x="37" y="223"/>
                    <a:pt x="54" y="240"/>
                  </a:cubicBezTo>
                  <a:cubicBezTo>
                    <a:pt x="87" y="256"/>
                    <a:pt x="124" y="256"/>
                    <a:pt x="140" y="256"/>
                  </a:cubicBezTo>
                  <a:cubicBezTo>
                    <a:pt x="206" y="256"/>
                    <a:pt x="243" y="191"/>
                    <a:pt x="243" y="104"/>
                  </a:cubicBezTo>
                  <a:cubicBezTo>
                    <a:pt x="227" y="87"/>
                    <a:pt x="206" y="50"/>
                    <a:pt x="190" y="34"/>
                  </a:cubicBezTo>
                  <a:cubicBezTo>
                    <a:pt x="190" y="17"/>
                    <a:pt x="173" y="17"/>
                    <a:pt x="173" y="17"/>
                  </a:cubicBez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10"/>
            <p:cNvSpPr/>
            <p:nvPr/>
          </p:nvSpPr>
          <p:spPr>
            <a:xfrm>
              <a:off x="5110475" y="26135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41" y="0"/>
                  </a:moveTo>
                  <a:cubicBezTo>
                    <a:pt x="104" y="0"/>
                    <a:pt x="87" y="0"/>
                    <a:pt x="54" y="33"/>
                  </a:cubicBezTo>
                  <a:cubicBezTo>
                    <a:pt x="0" y="70"/>
                    <a:pt x="0" y="153"/>
                    <a:pt x="38" y="206"/>
                  </a:cubicBezTo>
                  <a:cubicBezTo>
                    <a:pt x="54" y="239"/>
                    <a:pt x="87" y="256"/>
                    <a:pt x="120" y="256"/>
                  </a:cubicBezTo>
                  <a:cubicBezTo>
                    <a:pt x="141" y="256"/>
                    <a:pt x="174" y="256"/>
                    <a:pt x="190" y="223"/>
                  </a:cubicBezTo>
                  <a:cubicBezTo>
                    <a:pt x="223" y="206"/>
                    <a:pt x="223" y="173"/>
                    <a:pt x="244" y="136"/>
                  </a:cubicBezTo>
                  <a:cubicBezTo>
                    <a:pt x="244" y="103"/>
                    <a:pt x="223" y="70"/>
                    <a:pt x="207" y="50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10"/>
            <p:cNvSpPr/>
            <p:nvPr/>
          </p:nvSpPr>
          <p:spPr>
            <a:xfrm>
              <a:off x="5112225" y="2568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50" y="21"/>
                    <a:pt x="1" y="71"/>
                    <a:pt x="17" y="157"/>
                  </a:cubicBezTo>
                  <a:cubicBezTo>
                    <a:pt x="17" y="190"/>
                    <a:pt x="34" y="207"/>
                    <a:pt x="50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207" y="244"/>
                    <a:pt x="240" y="174"/>
                    <a:pt x="223" y="104"/>
                  </a:cubicBezTo>
                  <a:cubicBezTo>
                    <a:pt x="223" y="71"/>
                    <a:pt x="207" y="54"/>
                    <a:pt x="190" y="21"/>
                  </a:cubicBezTo>
                  <a:cubicBezTo>
                    <a:pt x="174" y="21"/>
                    <a:pt x="174" y="2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10"/>
            <p:cNvSpPr/>
            <p:nvPr/>
          </p:nvSpPr>
          <p:spPr>
            <a:xfrm>
              <a:off x="5113475" y="26436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40" y="0"/>
                  </a:moveTo>
                  <a:cubicBezTo>
                    <a:pt x="103" y="0"/>
                    <a:pt x="70" y="17"/>
                    <a:pt x="54" y="33"/>
                  </a:cubicBezTo>
                  <a:cubicBezTo>
                    <a:pt x="0" y="83"/>
                    <a:pt x="0" y="153"/>
                    <a:pt x="37" y="223"/>
                  </a:cubicBezTo>
                  <a:cubicBezTo>
                    <a:pt x="54" y="239"/>
                    <a:pt x="87" y="256"/>
                    <a:pt x="103" y="256"/>
                  </a:cubicBezTo>
                  <a:cubicBezTo>
                    <a:pt x="114" y="261"/>
                    <a:pt x="124" y="263"/>
                    <a:pt x="134" y="263"/>
                  </a:cubicBezTo>
                  <a:cubicBezTo>
                    <a:pt x="158" y="263"/>
                    <a:pt x="178" y="251"/>
                    <a:pt x="190" y="239"/>
                  </a:cubicBezTo>
                  <a:cubicBezTo>
                    <a:pt x="243" y="186"/>
                    <a:pt x="243" y="103"/>
                    <a:pt x="206" y="50"/>
                  </a:cubicBezTo>
                  <a:cubicBezTo>
                    <a:pt x="190" y="33"/>
                    <a:pt x="173" y="17"/>
                    <a:pt x="157" y="17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10"/>
            <p:cNvSpPr/>
            <p:nvPr/>
          </p:nvSpPr>
          <p:spPr>
            <a:xfrm>
              <a:off x="5122525" y="26610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8" y="0"/>
                  </a:moveTo>
                  <a:cubicBezTo>
                    <a:pt x="83" y="0"/>
                    <a:pt x="31" y="35"/>
                    <a:pt x="17" y="91"/>
                  </a:cubicBezTo>
                  <a:cubicBezTo>
                    <a:pt x="1" y="161"/>
                    <a:pt x="17" y="231"/>
                    <a:pt x="71" y="264"/>
                  </a:cubicBezTo>
                  <a:cubicBezTo>
                    <a:pt x="82" y="267"/>
                    <a:pt x="94" y="268"/>
                    <a:pt x="105" y="268"/>
                  </a:cubicBezTo>
                  <a:cubicBezTo>
                    <a:pt x="159" y="268"/>
                    <a:pt x="210" y="235"/>
                    <a:pt x="223" y="177"/>
                  </a:cubicBezTo>
                  <a:cubicBezTo>
                    <a:pt x="240" y="107"/>
                    <a:pt x="207" y="41"/>
                    <a:pt x="153" y="4"/>
                  </a:cubicBezTo>
                  <a:cubicBezTo>
                    <a:pt x="146" y="1"/>
                    <a:pt x="137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10"/>
            <p:cNvSpPr/>
            <p:nvPr/>
          </p:nvSpPr>
          <p:spPr>
            <a:xfrm>
              <a:off x="5114400" y="25182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94" y="0"/>
                  </a:moveTo>
                  <a:cubicBezTo>
                    <a:pt x="53" y="0"/>
                    <a:pt x="12" y="32"/>
                    <a:pt x="0" y="83"/>
                  </a:cubicBezTo>
                  <a:lnTo>
                    <a:pt x="0" y="133"/>
                  </a:lnTo>
                  <a:cubicBezTo>
                    <a:pt x="0" y="186"/>
                    <a:pt x="17" y="236"/>
                    <a:pt x="66" y="252"/>
                  </a:cubicBezTo>
                  <a:cubicBezTo>
                    <a:pt x="76" y="258"/>
                    <a:pt x="88" y="261"/>
                    <a:pt x="99" y="261"/>
                  </a:cubicBezTo>
                  <a:cubicBezTo>
                    <a:pt x="128" y="261"/>
                    <a:pt x="157" y="243"/>
                    <a:pt x="169" y="219"/>
                  </a:cubicBezTo>
                  <a:cubicBezTo>
                    <a:pt x="190" y="219"/>
                    <a:pt x="206" y="203"/>
                    <a:pt x="206" y="170"/>
                  </a:cubicBezTo>
                  <a:cubicBezTo>
                    <a:pt x="223" y="116"/>
                    <a:pt x="206" y="30"/>
                    <a:pt x="136" y="13"/>
                  </a:cubicBezTo>
                  <a:cubicBezTo>
                    <a:pt x="123" y="4"/>
                    <a:pt x="108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10"/>
            <p:cNvSpPr/>
            <p:nvPr/>
          </p:nvSpPr>
          <p:spPr>
            <a:xfrm>
              <a:off x="5116975" y="2548100"/>
              <a:ext cx="6400" cy="6675"/>
            </a:xfrm>
            <a:custGeom>
              <a:avLst/>
              <a:gdLst/>
              <a:ahLst/>
              <a:cxnLst/>
              <a:rect l="l" t="t" r="r" b="b"/>
              <a:pathLst>
                <a:path w="256" h="267" extrusionOk="0">
                  <a:moveTo>
                    <a:pt x="134" y="1"/>
                  </a:moveTo>
                  <a:cubicBezTo>
                    <a:pt x="84" y="1"/>
                    <a:pt x="44" y="35"/>
                    <a:pt x="17" y="89"/>
                  </a:cubicBezTo>
                  <a:cubicBezTo>
                    <a:pt x="0" y="159"/>
                    <a:pt x="33" y="229"/>
                    <a:pt x="87" y="262"/>
                  </a:cubicBezTo>
                  <a:cubicBezTo>
                    <a:pt x="95" y="265"/>
                    <a:pt x="104" y="266"/>
                    <a:pt x="114" y="266"/>
                  </a:cubicBezTo>
                  <a:cubicBezTo>
                    <a:pt x="159" y="266"/>
                    <a:pt x="209" y="234"/>
                    <a:pt x="223" y="176"/>
                  </a:cubicBezTo>
                  <a:cubicBezTo>
                    <a:pt x="256" y="110"/>
                    <a:pt x="223" y="40"/>
                    <a:pt x="169" y="7"/>
                  </a:cubicBezTo>
                  <a:cubicBezTo>
                    <a:pt x="157" y="3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10"/>
            <p:cNvSpPr/>
            <p:nvPr/>
          </p:nvSpPr>
          <p:spPr>
            <a:xfrm>
              <a:off x="5118625" y="25829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1"/>
                    <a:pt x="0" y="71"/>
                    <a:pt x="21" y="137"/>
                  </a:cubicBezTo>
                  <a:cubicBezTo>
                    <a:pt x="21" y="224"/>
                    <a:pt x="87" y="261"/>
                    <a:pt x="140" y="261"/>
                  </a:cubicBezTo>
                  <a:cubicBezTo>
                    <a:pt x="173" y="240"/>
                    <a:pt x="190" y="224"/>
                    <a:pt x="206" y="207"/>
                  </a:cubicBezTo>
                  <a:cubicBezTo>
                    <a:pt x="227" y="174"/>
                    <a:pt x="243" y="137"/>
                    <a:pt x="243" y="104"/>
                  </a:cubicBezTo>
                  <a:cubicBezTo>
                    <a:pt x="227" y="71"/>
                    <a:pt x="206" y="34"/>
                    <a:pt x="190" y="17"/>
                  </a:cubicBezTo>
                  <a:cubicBezTo>
                    <a:pt x="190" y="17"/>
                    <a:pt x="17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10"/>
            <p:cNvSpPr/>
            <p:nvPr/>
          </p:nvSpPr>
          <p:spPr>
            <a:xfrm>
              <a:off x="5117375" y="25984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34" y="0"/>
                    <a:pt x="1" y="70"/>
                    <a:pt x="1" y="136"/>
                  </a:cubicBezTo>
                  <a:cubicBezTo>
                    <a:pt x="17" y="174"/>
                    <a:pt x="17" y="207"/>
                    <a:pt x="50" y="223"/>
                  </a:cubicBezTo>
                  <a:cubicBezTo>
                    <a:pt x="71" y="260"/>
                    <a:pt x="104" y="260"/>
                    <a:pt x="137" y="260"/>
                  </a:cubicBezTo>
                  <a:cubicBezTo>
                    <a:pt x="153" y="239"/>
                    <a:pt x="190" y="223"/>
                    <a:pt x="207" y="207"/>
                  </a:cubicBezTo>
                  <a:cubicBezTo>
                    <a:pt x="223" y="174"/>
                    <a:pt x="223" y="136"/>
                    <a:pt x="223" y="103"/>
                  </a:cubicBezTo>
                  <a:cubicBezTo>
                    <a:pt x="223" y="70"/>
                    <a:pt x="207" y="33"/>
                    <a:pt x="174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10"/>
            <p:cNvSpPr/>
            <p:nvPr/>
          </p:nvSpPr>
          <p:spPr>
            <a:xfrm>
              <a:off x="5093375" y="24932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66" y="17"/>
                    <a:pt x="50" y="38"/>
                    <a:pt x="33" y="54"/>
                  </a:cubicBezTo>
                  <a:cubicBezTo>
                    <a:pt x="17" y="87"/>
                    <a:pt x="0" y="120"/>
                    <a:pt x="0" y="158"/>
                  </a:cubicBezTo>
                  <a:cubicBezTo>
                    <a:pt x="17" y="191"/>
                    <a:pt x="33" y="224"/>
                    <a:pt x="50" y="244"/>
                  </a:cubicBezTo>
                  <a:cubicBezTo>
                    <a:pt x="61" y="256"/>
                    <a:pt x="83" y="267"/>
                    <a:pt x="107" y="267"/>
                  </a:cubicBezTo>
                  <a:cubicBezTo>
                    <a:pt x="116" y="267"/>
                    <a:pt x="126" y="265"/>
                    <a:pt x="136" y="261"/>
                  </a:cubicBezTo>
                  <a:cubicBezTo>
                    <a:pt x="186" y="261"/>
                    <a:pt x="239" y="191"/>
                    <a:pt x="223" y="120"/>
                  </a:cubicBezTo>
                  <a:cubicBezTo>
                    <a:pt x="223" y="87"/>
                    <a:pt x="206" y="54"/>
                    <a:pt x="186" y="38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10"/>
            <p:cNvSpPr/>
            <p:nvPr/>
          </p:nvSpPr>
          <p:spPr>
            <a:xfrm>
              <a:off x="5078325" y="24953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33" y="17"/>
                    <a:pt x="0" y="71"/>
                    <a:pt x="17" y="157"/>
                  </a:cubicBezTo>
                  <a:cubicBezTo>
                    <a:pt x="17" y="190"/>
                    <a:pt x="33" y="207"/>
                    <a:pt x="50" y="240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3"/>
                    <a:pt x="190" y="17"/>
                  </a:cubicBezTo>
                  <a:cubicBezTo>
                    <a:pt x="169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10"/>
            <p:cNvSpPr/>
            <p:nvPr/>
          </p:nvSpPr>
          <p:spPr>
            <a:xfrm>
              <a:off x="5085625" y="24781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1"/>
                  </a:moveTo>
                  <a:cubicBezTo>
                    <a:pt x="34" y="1"/>
                    <a:pt x="1" y="71"/>
                    <a:pt x="1" y="141"/>
                  </a:cubicBezTo>
                  <a:cubicBezTo>
                    <a:pt x="1" y="174"/>
                    <a:pt x="17" y="207"/>
                    <a:pt x="50" y="228"/>
                  </a:cubicBezTo>
                  <a:cubicBezTo>
                    <a:pt x="67" y="261"/>
                    <a:pt x="104" y="261"/>
                    <a:pt x="120" y="261"/>
                  </a:cubicBezTo>
                  <a:cubicBezTo>
                    <a:pt x="153" y="244"/>
                    <a:pt x="186" y="228"/>
                    <a:pt x="207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7" y="38"/>
                    <a:pt x="170" y="22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10"/>
            <p:cNvSpPr/>
            <p:nvPr/>
          </p:nvSpPr>
          <p:spPr>
            <a:xfrm>
              <a:off x="5088625" y="25106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lnTo>
                    <a:pt x="66" y="8"/>
                  </a:lnTo>
                  <a:cubicBezTo>
                    <a:pt x="33" y="41"/>
                    <a:pt x="0" y="94"/>
                    <a:pt x="17" y="144"/>
                  </a:cubicBezTo>
                  <a:cubicBezTo>
                    <a:pt x="17" y="181"/>
                    <a:pt x="33" y="214"/>
                    <a:pt x="50" y="231"/>
                  </a:cubicBezTo>
                  <a:cubicBezTo>
                    <a:pt x="66" y="268"/>
                    <a:pt x="103" y="268"/>
                    <a:pt x="136" y="268"/>
                  </a:cubicBezTo>
                  <a:cubicBezTo>
                    <a:pt x="190" y="247"/>
                    <a:pt x="240" y="181"/>
                    <a:pt x="223" y="111"/>
                  </a:cubicBezTo>
                  <a:lnTo>
                    <a:pt x="223" y="78"/>
                  </a:lnTo>
                  <a:cubicBezTo>
                    <a:pt x="207" y="41"/>
                    <a:pt x="190" y="24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10"/>
            <p:cNvSpPr/>
            <p:nvPr/>
          </p:nvSpPr>
          <p:spPr>
            <a:xfrm>
              <a:off x="5064100" y="24529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0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17" y="50"/>
                    <a:pt x="0" y="83"/>
                    <a:pt x="0" y="120"/>
                  </a:cubicBezTo>
                  <a:cubicBezTo>
                    <a:pt x="0" y="153"/>
                    <a:pt x="17" y="186"/>
                    <a:pt x="37" y="223"/>
                  </a:cubicBezTo>
                  <a:cubicBezTo>
                    <a:pt x="54" y="240"/>
                    <a:pt x="70" y="256"/>
                    <a:pt x="103" y="256"/>
                  </a:cubicBezTo>
                  <a:cubicBezTo>
                    <a:pt x="114" y="261"/>
                    <a:pt x="123" y="263"/>
                    <a:pt x="131" y="263"/>
                  </a:cubicBezTo>
                  <a:cubicBezTo>
                    <a:pt x="151" y="263"/>
                    <a:pt x="167" y="252"/>
                    <a:pt x="190" y="240"/>
                  </a:cubicBezTo>
                  <a:cubicBezTo>
                    <a:pt x="223" y="186"/>
                    <a:pt x="243" y="104"/>
                    <a:pt x="206" y="50"/>
                  </a:cubicBezTo>
                  <a:cubicBezTo>
                    <a:pt x="190" y="34"/>
                    <a:pt x="173" y="17"/>
                    <a:pt x="157" y="17"/>
                  </a:cubicBezTo>
                  <a:cubicBezTo>
                    <a:pt x="157" y="1"/>
                    <a:pt x="140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10"/>
            <p:cNvSpPr/>
            <p:nvPr/>
          </p:nvSpPr>
          <p:spPr>
            <a:xfrm>
              <a:off x="5082125" y="252855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13" y="1"/>
                  </a:moveTo>
                  <a:cubicBezTo>
                    <a:pt x="72" y="1"/>
                    <a:pt x="32" y="32"/>
                    <a:pt x="17" y="84"/>
                  </a:cubicBezTo>
                  <a:cubicBezTo>
                    <a:pt x="1" y="149"/>
                    <a:pt x="17" y="220"/>
                    <a:pt x="87" y="253"/>
                  </a:cubicBezTo>
                  <a:cubicBezTo>
                    <a:pt x="97" y="256"/>
                    <a:pt x="108" y="258"/>
                    <a:pt x="118" y="258"/>
                  </a:cubicBezTo>
                  <a:cubicBezTo>
                    <a:pt x="164" y="258"/>
                    <a:pt x="210" y="224"/>
                    <a:pt x="223" y="170"/>
                  </a:cubicBezTo>
                  <a:cubicBezTo>
                    <a:pt x="244" y="116"/>
                    <a:pt x="207" y="30"/>
                    <a:pt x="157" y="13"/>
                  </a:cubicBezTo>
                  <a:cubicBezTo>
                    <a:pt x="143" y="5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10"/>
            <p:cNvSpPr/>
            <p:nvPr/>
          </p:nvSpPr>
          <p:spPr>
            <a:xfrm>
              <a:off x="5097600" y="2569700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7" y="0"/>
                    <a:pt x="0" y="70"/>
                    <a:pt x="0" y="136"/>
                  </a:cubicBezTo>
                  <a:cubicBezTo>
                    <a:pt x="17" y="190"/>
                    <a:pt x="37" y="223"/>
                    <a:pt x="70" y="239"/>
                  </a:cubicBezTo>
                  <a:cubicBezTo>
                    <a:pt x="87" y="239"/>
                    <a:pt x="103" y="256"/>
                    <a:pt x="140" y="256"/>
                  </a:cubicBezTo>
                  <a:cubicBezTo>
                    <a:pt x="157" y="239"/>
                    <a:pt x="190" y="223"/>
                    <a:pt x="206" y="206"/>
                  </a:cubicBezTo>
                  <a:cubicBezTo>
                    <a:pt x="223" y="173"/>
                    <a:pt x="223" y="136"/>
                    <a:pt x="223" y="103"/>
                  </a:cubicBezTo>
                  <a:cubicBezTo>
                    <a:pt x="223" y="70"/>
                    <a:pt x="206" y="33"/>
                    <a:pt x="190" y="17"/>
                  </a:cubicBezTo>
                  <a:cubicBezTo>
                    <a:pt x="173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10"/>
            <p:cNvSpPr/>
            <p:nvPr/>
          </p:nvSpPr>
          <p:spPr>
            <a:xfrm>
              <a:off x="5219125" y="2577825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40" y="1"/>
                  </a:moveTo>
                  <a:cubicBezTo>
                    <a:pt x="103" y="1"/>
                    <a:pt x="87" y="1"/>
                    <a:pt x="54" y="17"/>
                  </a:cubicBezTo>
                  <a:cubicBezTo>
                    <a:pt x="21" y="71"/>
                    <a:pt x="0" y="157"/>
                    <a:pt x="37" y="207"/>
                  </a:cubicBezTo>
                  <a:cubicBezTo>
                    <a:pt x="54" y="240"/>
                    <a:pt x="87" y="261"/>
                    <a:pt x="124" y="261"/>
                  </a:cubicBezTo>
                  <a:cubicBezTo>
                    <a:pt x="140" y="261"/>
                    <a:pt x="173" y="261"/>
                    <a:pt x="190" y="223"/>
                  </a:cubicBezTo>
                  <a:cubicBezTo>
                    <a:pt x="243" y="190"/>
                    <a:pt x="260" y="104"/>
                    <a:pt x="206" y="54"/>
                  </a:cubicBezTo>
                  <a:cubicBezTo>
                    <a:pt x="206" y="34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10"/>
            <p:cNvSpPr/>
            <p:nvPr/>
          </p:nvSpPr>
          <p:spPr>
            <a:xfrm>
              <a:off x="5091600" y="2461475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37" y="0"/>
                  </a:moveTo>
                  <a:cubicBezTo>
                    <a:pt x="121" y="0"/>
                    <a:pt x="88" y="0"/>
                    <a:pt x="71" y="17"/>
                  </a:cubicBezTo>
                  <a:cubicBezTo>
                    <a:pt x="17" y="70"/>
                    <a:pt x="1" y="153"/>
                    <a:pt x="50" y="206"/>
                  </a:cubicBezTo>
                  <a:cubicBezTo>
                    <a:pt x="71" y="239"/>
                    <a:pt x="88" y="256"/>
                    <a:pt x="121" y="256"/>
                  </a:cubicBezTo>
                  <a:cubicBezTo>
                    <a:pt x="154" y="256"/>
                    <a:pt x="174" y="239"/>
                    <a:pt x="207" y="223"/>
                  </a:cubicBezTo>
                  <a:cubicBezTo>
                    <a:pt x="240" y="190"/>
                    <a:pt x="257" y="103"/>
                    <a:pt x="224" y="50"/>
                  </a:cubicBezTo>
                  <a:cubicBezTo>
                    <a:pt x="207" y="33"/>
                    <a:pt x="191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10"/>
            <p:cNvSpPr/>
            <p:nvPr/>
          </p:nvSpPr>
          <p:spPr>
            <a:xfrm>
              <a:off x="5094200" y="25400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64" y="256"/>
                    <a:pt x="85" y="267"/>
                    <a:pt x="107" y="267"/>
                  </a:cubicBezTo>
                  <a:cubicBezTo>
                    <a:pt x="117" y="267"/>
                    <a:pt x="126" y="265"/>
                    <a:pt x="136" y="260"/>
                  </a:cubicBezTo>
                  <a:cubicBezTo>
                    <a:pt x="190" y="260"/>
                    <a:pt x="239" y="190"/>
                    <a:pt x="223" y="124"/>
                  </a:cubicBezTo>
                  <a:cubicBezTo>
                    <a:pt x="223" y="87"/>
                    <a:pt x="206" y="54"/>
                    <a:pt x="190" y="38"/>
                  </a:cubicBezTo>
                  <a:cubicBezTo>
                    <a:pt x="173" y="21"/>
                    <a:pt x="173" y="21"/>
                    <a:pt x="153" y="21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10"/>
            <p:cNvSpPr/>
            <p:nvPr/>
          </p:nvSpPr>
          <p:spPr>
            <a:xfrm>
              <a:off x="5082550" y="25709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3" y="1"/>
                  </a:moveTo>
                  <a:cubicBezTo>
                    <a:pt x="70" y="21"/>
                    <a:pt x="37" y="38"/>
                    <a:pt x="21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21" y="190"/>
                    <a:pt x="21" y="227"/>
                    <a:pt x="54" y="244"/>
                  </a:cubicBezTo>
                  <a:cubicBezTo>
                    <a:pt x="65" y="255"/>
                    <a:pt x="85" y="267"/>
                    <a:pt x="109" y="267"/>
                  </a:cubicBezTo>
                  <a:cubicBezTo>
                    <a:pt x="119" y="267"/>
                    <a:pt x="129" y="265"/>
                    <a:pt x="140" y="260"/>
                  </a:cubicBezTo>
                  <a:cubicBezTo>
                    <a:pt x="190" y="260"/>
                    <a:pt x="243" y="190"/>
                    <a:pt x="227" y="124"/>
                  </a:cubicBezTo>
                  <a:cubicBezTo>
                    <a:pt x="227" y="87"/>
                    <a:pt x="206" y="54"/>
                    <a:pt x="173" y="38"/>
                  </a:cubicBezTo>
                  <a:cubicBezTo>
                    <a:pt x="173" y="21"/>
                    <a:pt x="173" y="21"/>
                    <a:pt x="157" y="21"/>
                  </a:cubicBezTo>
                  <a:cubicBezTo>
                    <a:pt x="140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10"/>
            <p:cNvSpPr/>
            <p:nvPr/>
          </p:nvSpPr>
          <p:spPr>
            <a:xfrm>
              <a:off x="5072225" y="255762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04" y="1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1" y="190"/>
                    <a:pt x="38" y="223"/>
                    <a:pt x="54" y="244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1" y="244"/>
                    <a:pt x="244" y="190"/>
                    <a:pt x="228" y="104"/>
                  </a:cubicBezTo>
                  <a:cubicBezTo>
                    <a:pt x="228" y="71"/>
                    <a:pt x="207" y="54"/>
                    <a:pt x="191" y="17"/>
                  </a:cubicBezTo>
                  <a:lnTo>
                    <a:pt x="158" y="17"/>
                  </a:ln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10"/>
            <p:cNvSpPr/>
            <p:nvPr/>
          </p:nvSpPr>
          <p:spPr>
            <a:xfrm>
              <a:off x="5073575" y="2541650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5" y="1"/>
                  </a:moveTo>
                  <a:cubicBezTo>
                    <a:pt x="98" y="1"/>
                    <a:pt x="47" y="33"/>
                    <a:pt x="33" y="91"/>
                  </a:cubicBezTo>
                  <a:cubicBezTo>
                    <a:pt x="0" y="161"/>
                    <a:pt x="33" y="227"/>
                    <a:pt x="87" y="244"/>
                  </a:cubicBezTo>
                  <a:cubicBezTo>
                    <a:pt x="105" y="254"/>
                    <a:pt x="122" y="259"/>
                    <a:pt x="138" y="259"/>
                  </a:cubicBezTo>
                  <a:cubicBezTo>
                    <a:pt x="181" y="259"/>
                    <a:pt x="216" y="226"/>
                    <a:pt x="240" y="178"/>
                  </a:cubicBezTo>
                  <a:cubicBezTo>
                    <a:pt x="256" y="108"/>
                    <a:pt x="223" y="38"/>
                    <a:pt x="174" y="5"/>
                  </a:cubicBezTo>
                  <a:cubicBezTo>
                    <a:pt x="165" y="2"/>
                    <a:pt x="155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10"/>
            <p:cNvSpPr/>
            <p:nvPr/>
          </p:nvSpPr>
          <p:spPr>
            <a:xfrm>
              <a:off x="5071400" y="2604950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120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1" y="83"/>
                    <a:pt x="1" y="153"/>
                    <a:pt x="34" y="223"/>
                  </a:cubicBezTo>
                  <a:cubicBezTo>
                    <a:pt x="54" y="239"/>
                    <a:pt x="71" y="256"/>
                    <a:pt x="104" y="256"/>
                  </a:cubicBezTo>
                  <a:cubicBezTo>
                    <a:pt x="114" y="261"/>
                    <a:pt x="122" y="263"/>
                    <a:pt x="130" y="263"/>
                  </a:cubicBezTo>
                  <a:cubicBezTo>
                    <a:pt x="150" y="263"/>
                    <a:pt x="167" y="251"/>
                    <a:pt x="191" y="239"/>
                  </a:cubicBezTo>
                  <a:cubicBezTo>
                    <a:pt x="207" y="206"/>
                    <a:pt x="224" y="186"/>
                    <a:pt x="224" y="153"/>
                  </a:cubicBezTo>
                  <a:cubicBezTo>
                    <a:pt x="224" y="120"/>
                    <a:pt x="224" y="83"/>
                    <a:pt x="207" y="50"/>
                  </a:cubicBezTo>
                  <a:cubicBezTo>
                    <a:pt x="191" y="33"/>
                    <a:pt x="174" y="17"/>
                    <a:pt x="158" y="17"/>
                  </a:cubicBezTo>
                  <a:cubicBezTo>
                    <a:pt x="158" y="17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10"/>
            <p:cNvSpPr/>
            <p:nvPr/>
          </p:nvSpPr>
          <p:spPr>
            <a:xfrm>
              <a:off x="5078325" y="2589900"/>
              <a:ext cx="5575" cy="6575"/>
            </a:xfrm>
            <a:custGeom>
              <a:avLst/>
              <a:gdLst/>
              <a:ahLst/>
              <a:cxnLst/>
              <a:rect l="l" t="t" r="r" b="b"/>
              <a:pathLst>
                <a:path w="223" h="263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17" y="223"/>
                    <a:pt x="50" y="239"/>
                  </a:cubicBezTo>
                  <a:cubicBezTo>
                    <a:pt x="61" y="251"/>
                    <a:pt x="83" y="263"/>
                    <a:pt x="107" y="263"/>
                  </a:cubicBezTo>
                  <a:cubicBezTo>
                    <a:pt x="117" y="263"/>
                    <a:pt x="127" y="261"/>
                    <a:pt x="136" y="256"/>
                  </a:cubicBezTo>
                  <a:cubicBezTo>
                    <a:pt x="153" y="256"/>
                    <a:pt x="190" y="239"/>
                    <a:pt x="206" y="206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10"/>
            <p:cNvSpPr/>
            <p:nvPr/>
          </p:nvSpPr>
          <p:spPr>
            <a:xfrm>
              <a:off x="5070175" y="2577425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20" y="0"/>
                  </a:moveTo>
                  <a:cubicBezTo>
                    <a:pt x="83" y="0"/>
                    <a:pt x="50" y="17"/>
                    <a:pt x="33" y="33"/>
                  </a:cubicBezTo>
                  <a:cubicBezTo>
                    <a:pt x="17" y="50"/>
                    <a:pt x="0" y="87"/>
                    <a:pt x="0" y="120"/>
                  </a:cubicBezTo>
                  <a:cubicBezTo>
                    <a:pt x="0" y="153"/>
                    <a:pt x="0" y="190"/>
                    <a:pt x="17" y="223"/>
                  </a:cubicBezTo>
                  <a:cubicBezTo>
                    <a:pt x="35" y="252"/>
                    <a:pt x="64" y="265"/>
                    <a:pt x="95" y="265"/>
                  </a:cubicBezTo>
                  <a:cubicBezTo>
                    <a:pt x="120" y="265"/>
                    <a:pt x="147" y="256"/>
                    <a:pt x="169" y="239"/>
                  </a:cubicBezTo>
                  <a:cubicBezTo>
                    <a:pt x="223" y="190"/>
                    <a:pt x="223" y="103"/>
                    <a:pt x="186" y="50"/>
                  </a:cubicBezTo>
                  <a:cubicBezTo>
                    <a:pt x="169" y="33"/>
                    <a:pt x="153" y="17"/>
                    <a:pt x="136" y="17"/>
                  </a:cubicBezTo>
                  <a:cubicBezTo>
                    <a:pt x="136" y="0"/>
                    <a:pt x="120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10"/>
            <p:cNvSpPr/>
            <p:nvPr/>
          </p:nvSpPr>
          <p:spPr>
            <a:xfrm>
              <a:off x="5073150" y="2511075"/>
              <a:ext cx="6025" cy="6700"/>
            </a:xfrm>
            <a:custGeom>
              <a:avLst/>
              <a:gdLst/>
              <a:ahLst/>
              <a:cxnLst/>
              <a:rect l="l" t="t" r="r" b="b"/>
              <a:pathLst>
                <a:path w="241" h="268" extrusionOk="0">
                  <a:moveTo>
                    <a:pt x="108" y="1"/>
                  </a:moveTo>
                  <a:cubicBezTo>
                    <a:pt x="84" y="1"/>
                    <a:pt x="62" y="12"/>
                    <a:pt x="50" y="24"/>
                  </a:cubicBezTo>
                  <a:cubicBezTo>
                    <a:pt x="1" y="77"/>
                    <a:pt x="1" y="164"/>
                    <a:pt x="34" y="214"/>
                  </a:cubicBezTo>
                  <a:cubicBezTo>
                    <a:pt x="50" y="230"/>
                    <a:pt x="88" y="251"/>
                    <a:pt x="104" y="267"/>
                  </a:cubicBezTo>
                  <a:cubicBezTo>
                    <a:pt x="137" y="267"/>
                    <a:pt x="170" y="251"/>
                    <a:pt x="191" y="230"/>
                  </a:cubicBezTo>
                  <a:cubicBezTo>
                    <a:pt x="240" y="181"/>
                    <a:pt x="240" y="110"/>
                    <a:pt x="207" y="45"/>
                  </a:cubicBezTo>
                  <a:cubicBezTo>
                    <a:pt x="191" y="24"/>
                    <a:pt x="170" y="7"/>
                    <a:pt x="154" y="7"/>
                  </a:cubicBezTo>
                  <a:lnTo>
                    <a:pt x="137" y="7"/>
                  </a:lnTo>
                  <a:cubicBezTo>
                    <a:pt x="127" y="3"/>
                    <a:pt x="117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10"/>
            <p:cNvSpPr/>
            <p:nvPr/>
          </p:nvSpPr>
          <p:spPr>
            <a:xfrm>
              <a:off x="5076975" y="24658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04" y="0"/>
                  </a:moveTo>
                  <a:cubicBezTo>
                    <a:pt x="38" y="17"/>
                    <a:pt x="1" y="66"/>
                    <a:pt x="1" y="153"/>
                  </a:cubicBezTo>
                  <a:cubicBezTo>
                    <a:pt x="17" y="186"/>
                    <a:pt x="17" y="206"/>
                    <a:pt x="54" y="239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57" y="256"/>
                    <a:pt x="190" y="239"/>
                    <a:pt x="207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7" y="50"/>
                    <a:pt x="174" y="17"/>
                  </a:cubicBezTo>
                  <a:lnTo>
                    <a:pt x="1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10"/>
            <p:cNvSpPr/>
            <p:nvPr/>
          </p:nvSpPr>
          <p:spPr>
            <a:xfrm>
              <a:off x="5070175" y="24807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83" y="0"/>
                    <a:pt x="50" y="3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43"/>
                    <a:pt x="83" y="260"/>
                    <a:pt x="120" y="260"/>
                  </a:cubicBezTo>
                  <a:cubicBezTo>
                    <a:pt x="136" y="260"/>
                    <a:pt x="169" y="260"/>
                    <a:pt x="186" y="243"/>
                  </a:cubicBezTo>
                  <a:cubicBezTo>
                    <a:pt x="223" y="206"/>
                    <a:pt x="223" y="173"/>
                    <a:pt x="240" y="140"/>
                  </a:cubicBezTo>
                  <a:cubicBezTo>
                    <a:pt x="240" y="103"/>
                    <a:pt x="223" y="70"/>
                    <a:pt x="207" y="54"/>
                  </a:cubicBezTo>
                  <a:cubicBezTo>
                    <a:pt x="207" y="37"/>
                    <a:pt x="186" y="21"/>
                    <a:pt x="169" y="21"/>
                  </a:cubicBezTo>
                  <a:cubicBezTo>
                    <a:pt x="153" y="0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10"/>
            <p:cNvSpPr/>
            <p:nvPr/>
          </p:nvSpPr>
          <p:spPr>
            <a:xfrm>
              <a:off x="5060700" y="259270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70" y="8"/>
                    <a:pt x="33" y="24"/>
                    <a:pt x="17" y="57"/>
                  </a:cubicBezTo>
                  <a:cubicBezTo>
                    <a:pt x="0" y="78"/>
                    <a:pt x="0" y="111"/>
                    <a:pt x="0" y="144"/>
                  </a:cubicBezTo>
                  <a:cubicBezTo>
                    <a:pt x="0" y="181"/>
                    <a:pt x="17" y="214"/>
                    <a:pt x="50" y="230"/>
                  </a:cubicBezTo>
                  <a:cubicBezTo>
                    <a:pt x="70" y="247"/>
                    <a:pt x="103" y="263"/>
                    <a:pt x="136" y="263"/>
                  </a:cubicBezTo>
                  <a:cubicBezTo>
                    <a:pt x="190" y="247"/>
                    <a:pt x="223" y="181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3" y="8"/>
                  </a:ln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10"/>
            <p:cNvSpPr/>
            <p:nvPr/>
          </p:nvSpPr>
          <p:spPr>
            <a:xfrm>
              <a:off x="5058950" y="2560625"/>
              <a:ext cx="6500" cy="6500"/>
            </a:xfrm>
            <a:custGeom>
              <a:avLst/>
              <a:gdLst/>
              <a:ahLst/>
              <a:cxnLst/>
              <a:rect l="l" t="t" r="r" b="b"/>
              <a:pathLst>
                <a:path w="260" h="260" extrusionOk="0">
                  <a:moveTo>
                    <a:pt x="140" y="0"/>
                  </a:moveTo>
                  <a:cubicBezTo>
                    <a:pt x="103" y="0"/>
                    <a:pt x="87" y="0"/>
                    <a:pt x="54" y="37"/>
                  </a:cubicBezTo>
                  <a:cubicBezTo>
                    <a:pt x="17" y="70"/>
                    <a:pt x="0" y="157"/>
                    <a:pt x="37" y="206"/>
                  </a:cubicBezTo>
                  <a:cubicBezTo>
                    <a:pt x="54" y="244"/>
                    <a:pt x="87" y="260"/>
                    <a:pt x="120" y="260"/>
                  </a:cubicBezTo>
                  <a:cubicBezTo>
                    <a:pt x="140" y="260"/>
                    <a:pt x="173" y="260"/>
                    <a:pt x="190" y="227"/>
                  </a:cubicBezTo>
                  <a:cubicBezTo>
                    <a:pt x="243" y="190"/>
                    <a:pt x="260" y="103"/>
                    <a:pt x="206" y="54"/>
                  </a:cubicBezTo>
                  <a:cubicBezTo>
                    <a:pt x="206" y="37"/>
                    <a:pt x="190" y="21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10"/>
            <p:cNvSpPr/>
            <p:nvPr/>
          </p:nvSpPr>
          <p:spPr>
            <a:xfrm>
              <a:off x="5060700" y="24678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50" y="21"/>
                    <a:pt x="0" y="87"/>
                    <a:pt x="17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76" y="256"/>
                    <a:pt x="92" y="267"/>
                    <a:pt x="111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206" y="260"/>
                    <a:pt x="239" y="190"/>
                    <a:pt x="223" y="124"/>
                  </a:cubicBezTo>
                  <a:cubicBezTo>
                    <a:pt x="223" y="71"/>
                    <a:pt x="190" y="38"/>
                    <a:pt x="153" y="21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10"/>
            <p:cNvSpPr/>
            <p:nvPr/>
          </p:nvSpPr>
          <p:spPr>
            <a:xfrm>
              <a:off x="5055525" y="2483325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71" y="21"/>
                    <a:pt x="34" y="37"/>
                    <a:pt x="17" y="54"/>
                  </a:cubicBezTo>
                  <a:cubicBezTo>
                    <a:pt x="1" y="87"/>
                    <a:pt x="1" y="124"/>
                    <a:pt x="1" y="157"/>
                  </a:cubicBezTo>
                  <a:cubicBezTo>
                    <a:pt x="1" y="190"/>
                    <a:pt x="17" y="227"/>
                    <a:pt x="50" y="243"/>
                  </a:cubicBezTo>
                  <a:cubicBezTo>
                    <a:pt x="65" y="255"/>
                    <a:pt x="86" y="267"/>
                    <a:pt x="108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91" y="260"/>
                    <a:pt x="224" y="190"/>
                    <a:pt x="224" y="124"/>
                  </a:cubicBezTo>
                  <a:cubicBezTo>
                    <a:pt x="224" y="87"/>
                    <a:pt x="207" y="54"/>
                    <a:pt x="174" y="37"/>
                  </a:cubicBezTo>
                  <a:cubicBezTo>
                    <a:pt x="174" y="21"/>
                    <a:pt x="154" y="21"/>
                    <a:pt x="154" y="21"/>
                  </a:cubicBezTo>
                  <a:cubicBezTo>
                    <a:pt x="137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10"/>
            <p:cNvSpPr/>
            <p:nvPr/>
          </p:nvSpPr>
          <p:spPr>
            <a:xfrm>
              <a:off x="5059350" y="25443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4" y="1"/>
                  </a:moveTo>
                  <a:cubicBezTo>
                    <a:pt x="54" y="17"/>
                    <a:pt x="1" y="87"/>
                    <a:pt x="21" y="158"/>
                  </a:cubicBezTo>
                  <a:cubicBezTo>
                    <a:pt x="21" y="191"/>
                    <a:pt x="38" y="223"/>
                    <a:pt x="54" y="240"/>
                  </a:cubicBezTo>
                  <a:cubicBezTo>
                    <a:pt x="78" y="255"/>
                    <a:pt x="93" y="267"/>
                    <a:pt x="113" y="267"/>
                  </a:cubicBezTo>
                  <a:cubicBezTo>
                    <a:pt x="121" y="267"/>
                    <a:pt x="130" y="265"/>
                    <a:pt x="141" y="261"/>
                  </a:cubicBezTo>
                  <a:cubicBezTo>
                    <a:pt x="207" y="261"/>
                    <a:pt x="244" y="191"/>
                    <a:pt x="227" y="120"/>
                  </a:cubicBezTo>
                  <a:cubicBezTo>
                    <a:pt x="227" y="87"/>
                    <a:pt x="207" y="54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10"/>
            <p:cNvSpPr/>
            <p:nvPr/>
          </p:nvSpPr>
          <p:spPr>
            <a:xfrm>
              <a:off x="5052950" y="2670600"/>
              <a:ext cx="2600" cy="6525"/>
            </a:xfrm>
            <a:custGeom>
              <a:avLst/>
              <a:gdLst/>
              <a:ahLst/>
              <a:cxnLst/>
              <a:rect l="l" t="t" r="r" b="b"/>
              <a:pathLst>
                <a:path w="104" h="261" extrusionOk="0">
                  <a:moveTo>
                    <a:pt x="1" y="0"/>
                  </a:moveTo>
                  <a:lnTo>
                    <a:pt x="1" y="260"/>
                  </a:lnTo>
                  <a:cubicBezTo>
                    <a:pt x="71" y="240"/>
                    <a:pt x="104" y="174"/>
                    <a:pt x="104" y="103"/>
                  </a:cubicBezTo>
                  <a:cubicBezTo>
                    <a:pt x="104" y="70"/>
                    <a:pt x="87" y="33"/>
                    <a:pt x="50" y="17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10"/>
            <p:cNvSpPr/>
            <p:nvPr/>
          </p:nvSpPr>
          <p:spPr>
            <a:xfrm>
              <a:off x="5095950" y="2616075"/>
              <a:ext cx="5575" cy="6625"/>
            </a:xfrm>
            <a:custGeom>
              <a:avLst/>
              <a:gdLst/>
              <a:ahLst/>
              <a:cxnLst/>
              <a:rect l="l" t="t" r="r" b="b"/>
              <a:pathLst>
                <a:path w="223" h="265" extrusionOk="0">
                  <a:moveTo>
                    <a:pt x="103" y="0"/>
                  </a:moveTo>
                  <a:cubicBezTo>
                    <a:pt x="66" y="17"/>
                    <a:pt x="33" y="33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0" y="190"/>
                    <a:pt x="17" y="223"/>
                    <a:pt x="50" y="240"/>
                  </a:cubicBezTo>
                  <a:cubicBezTo>
                    <a:pt x="61" y="251"/>
                    <a:pt x="83" y="265"/>
                    <a:pt x="100" y="265"/>
                  </a:cubicBezTo>
                  <a:cubicBezTo>
                    <a:pt x="108" y="265"/>
                    <a:pt x="115" y="262"/>
                    <a:pt x="120" y="256"/>
                  </a:cubicBezTo>
                  <a:cubicBezTo>
                    <a:pt x="186" y="256"/>
                    <a:pt x="223" y="190"/>
                    <a:pt x="223" y="120"/>
                  </a:cubicBezTo>
                  <a:cubicBezTo>
                    <a:pt x="223" y="87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10"/>
            <p:cNvSpPr/>
            <p:nvPr/>
          </p:nvSpPr>
          <p:spPr>
            <a:xfrm>
              <a:off x="5079550" y="26676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38" y="17"/>
                    <a:pt x="1" y="87"/>
                    <a:pt x="17" y="153"/>
                  </a:cubicBezTo>
                  <a:cubicBezTo>
                    <a:pt x="17" y="190"/>
                    <a:pt x="38" y="223"/>
                    <a:pt x="54" y="240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90" y="240"/>
                    <a:pt x="244" y="190"/>
                    <a:pt x="223" y="104"/>
                  </a:cubicBezTo>
                  <a:cubicBezTo>
                    <a:pt x="223" y="71"/>
                    <a:pt x="207" y="50"/>
                    <a:pt x="190" y="17"/>
                  </a:cubicBezTo>
                  <a:lnTo>
                    <a:pt x="157" y="17"/>
                  </a:ln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10"/>
            <p:cNvSpPr/>
            <p:nvPr/>
          </p:nvSpPr>
          <p:spPr>
            <a:xfrm>
              <a:off x="5066675" y="25276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03" y="1"/>
                  </a:moveTo>
                  <a:cubicBezTo>
                    <a:pt x="54" y="17"/>
                    <a:pt x="0" y="83"/>
                    <a:pt x="17" y="153"/>
                  </a:cubicBezTo>
                  <a:cubicBezTo>
                    <a:pt x="17" y="186"/>
                    <a:pt x="37" y="224"/>
                    <a:pt x="54" y="240"/>
                  </a:cubicBezTo>
                  <a:cubicBezTo>
                    <a:pt x="77" y="252"/>
                    <a:pt x="92" y="263"/>
                    <a:pt x="112" y="263"/>
                  </a:cubicBezTo>
                  <a:cubicBezTo>
                    <a:pt x="120" y="263"/>
                    <a:pt x="130" y="261"/>
                    <a:pt x="140" y="257"/>
                  </a:cubicBezTo>
                  <a:cubicBezTo>
                    <a:pt x="206" y="257"/>
                    <a:pt x="243" y="186"/>
                    <a:pt x="243" y="121"/>
                  </a:cubicBezTo>
                  <a:cubicBezTo>
                    <a:pt x="223" y="83"/>
                    <a:pt x="206" y="50"/>
                    <a:pt x="190" y="34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10"/>
            <p:cNvSpPr/>
            <p:nvPr/>
          </p:nvSpPr>
          <p:spPr>
            <a:xfrm>
              <a:off x="5059350" y="25139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13" y="0"/>
                  </a:moveTo>
                  <a:cubicBezTo>
                    <a:pt x="72" y="0"/>
                    <a:pt x="33" y="32"/>
                    <a:pt x="21" y="83"/>
                  </a:cubicBezTo>
                  <a:cubicBezTo>
                    <a:pt x="1" y="153"/>
                    <a:pt x="21" y="219"/>
                    <a:pt x="87" y="256"/>
                  </a:cubicBezTo>
                  <a:cubicBezTo>
                    <a:pt x="96" y="259"/>
                    <a:pt x="106" y="260"/>
                    <a:pt x="115" y="260"/>
                  </a:cubicBezTo>
                  <a:cubicBezTo>
                    <a:pt x="162" y="260"/>
                    <a:pt x="210" y="228"/>
                    <a:pt x="227" y="170"/>
                  </a:cubicBezTo>
                  <a:cubicBezTo>
                    <a:pt x="244" y="116"/>
                    <a:pt x="207" y="34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10"/>
            <p:cNvSpPr/>
            <p:nvPr/>
          </p:nvSpPr>
          <p:spPr>
            <a:xfrm>
              <a:off x="5052950" y="2628125"/>
              <a:ext cx="2600" cy="6000"/>
            </a:xfrm>
            <a:custGeom>
              <a:avLst/>
              <a:gdLst/>
              <a:ahLst/>
              <a:cxnLst/>
              <a:rect l="l" t="t" r="r" b="b"/>
              <a:pathLst>
                <a:path w="104" h="240" extrusionOk="0">
                  <a:moveTo>
                    <a:pt x="1" y="1"/>
                  </a:moveTo>
                  <a:lnTo>
                    <a:pt x="1" y="240"/>
                  </a:lnTo>
                  <a:cubicBezTo>
                    <a:pt x="34" y="240"/>
                    <a:pt x="71" y="207"/>
                    <a:pt x="87" y="170"/>
                  </a:cubicBezTo>
                  <a:cubicBezTo>
                    <a:pt x="104" y="104"/>
                    <a:pt x="71" y="17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10"/>
            <p:cNvSpPr/>
            <p:nvPr/>
          </p:nvSpPr>
          <p:spPr>
            <a:xfrm>
              <a:off x="5055950" y="26101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71" y="0"/>
                  </a:moveTo>
                  <a:cubicBezTo>
                    <a:pt x="33" y="33"/>
                    <a:pt x="0" y="83"/>
                    <a:pt x="0" y="136"/>
                  </a:cubicBezTo>
                  <a:cubicBezTo>
                    <a:pt x="17" y="169"/>
                    <a:pt x="17" y="206"/>
                    <a:pt x="54" y="223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39"/>
                    <a:pt x="240" y="169"/>
                    <a:pt x="223" y="103"/>
                  </a:cubicBezTo>
                  <a:lnTo>
                    <a:pt x="223" y="66"/>
                  </a:lnTo>
                  <a:cubicBezTo>
                    <a:pt x="207" y="33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10"/>
            <p:cNvSpPr/>
            <p:nvPr/>
          </p:nvSpPr>
          <p:spPr>
            <a:xfrm>
              <a:off x="5052950" y="257742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50" y="0"/>
                    <a:pt x="17" y="33"/>
                    <a:pt x="1" y="87"/>
                  </a:cubicBezTo>
                  <a:lnTo>
                    <a:pt x="1" y="173"/>
                  </a:lnTo>
                  <a:cubicBezTo>
                    <a:pt x="17" y="190"/>
                    <a:pt x="17" y="223"/>
                    <a:pt x="34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53" y="256"/>
                    <a:pt x="174" y="223"/>
                    <a:pt x="191" y="206"/>
                  </a:cubicBezTo>
                  <a:cubicBezTo>
                    <a:pt x="224" y="173"/>
                    <a:pt x="224" y="136"/>
                    <a:pt x="224" y="103"/>
                  </a:cubicBezTo>
                  <a:cubicBezTo>
                    <a:pt x="207" y="70"/>
                    <a:pt x="191" y="33"/>
                    <a:pt x="174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10"/>
            <p:cNvSpPr/>
            <p:nvPr/>
          </p:nvSpPr>
          <p:spPr>
            <a:xfrm>
              <a:off x="5099750" y="26464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9" y="1"/>
                  </a:moveTo>
                  <a:cubicBezTo>
                    <a:pt x="81" y="1"/>
                    <a:pt x="31" y="33"/>
                    <a:pt x="17" y="91"/>
                  </a:cubicBezTo>
                  <a:cubicBezTo>
                    <a:pt x="1" y="157"/>
                    <a:pt x="17" y="227"/>
                    <a:pt x="71" y="260"/>
                  </a:cubicBezTo>
                  <a:cubicBezTo>
                    <a:pt x="82" y="263"/>
                    <a:pt x="93" y="265"/>
                    <a:pt x="105" y="265"/>
                  </a:cubicBezTo>
                  <a:cubicBezTo>
                    <a:pt x="159" y="265"/>
                    <a:pt x="210" y="232"/>
                    <a:pt x="223" y="174"/>
                  </a:cubicBezTo>
                  <a:cubicBezTo>
                    <a:pt x="240" y="108"/>
                    <a:pt x="207" y="38"/>
                    <a:pt x="157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10"/>
            <p:cNvSpPr/>
            <p:nvPr/>
          </p:nvSpPr>
          <p:spPr>
            <a:xfrm>
              <a:off x="5052950" y="2500525"/>
              <a:ext cx="1275" cy="5600"/>
            </a:xfrm>
            <a:custGeom>
              <a:avLst/>
              <a:gdLst/>
              <a:ahLst/>
              <a:cxnLst/>
              <a:rect l="l" t="t" r="r" b="b"/>
              <a:pathLst>
                <a:path w="51" h="224" extrusionOk="0">
                  <a:moveTo>
                    <a:pt x="1" y="1"/>
                  </a:moveTo>
                  <a:lnTo>
                    <a:pt x="1" y="223"/>
                  </a:lnTo>
                  <a:lnTo>
                    <a:pt x="17" y="207"/>
                  </a:lnTo>
                  <a:cubicBezTo>
                    <a:pt x="34" y="190"/>
                    <a:pt x="50" y="157"/>
                    <a:pt x="50" y="120"/>
                  </a:cubicBezTo>
                  <a:cubicBezTo>
                    <a:pt x="50" y="87"/>
                    <a:pt x="50" y="54"/>
                    <a:pt x="34" y="34"/>
                  </a:cubicBezTo>
                  <a:cubicBezTo>
                    <a:pt x="17" y="17"/>
                    <a:pt x="17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10"/>
            <p:cNvSpPr/>
            <p:nvPr/>
          </p:nvSpPr>
          <p:spPr>
            <a:xfrm>
              <a:off x="5052950" y="2717400"/>
              <a:ext cx="1775" cy="5175"/>
            </a:xfrm>
            <a:custGeom>
              <a:avLst/>
              <a:gdLst/>
              <a:ahLst/>
              <a:cxnLst/>
              <a:rect l="l" t="t" r="r" b="b"/>
              <a:pathLst>
                <a:path w="71" h="207" extrusionOk="0">
                  <a:moveTo>
                    <a:pt x="1" y="0"/>
                  </a:moveTo>
                  <a:lnTo>
                    <a:pt x="1" y="206"/>
                  </a:lnTo>
                  <a:lnTo>
                    <a:pt x="17" y="206"/>
                  </a:lnTo>
                  <a:cubicBezTo>
                    <a:pt x="34" y="190"/>
                    <a:pt x="34" y="173"/>
                    <a:pt x="50" y="157"/>
                  </a:cubicBezTo>
                  <a:cubicBezTo>
                    <a:pt x="71" y="87"/>
                    <a:pt x="50" y="37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10"/>
            <p:cNvSpPr/>
            <p:nvPr/>
          </p:nvSpPr>
          <p:spPr>
            <a:xfrm>
              <a:off x="5052950" y="2529550"/>
              <a:ext cx="5200" cy="6575"/>
            </a:xfrm>
            <a:custGeom>
              <a:avLst/>
              <a:gdLst/>
              <a:ahLst/>
              <a:cxnLst/>
              <a:rect l="l" t="t" r="r" b="b"/>
              <a:pathLst>
                <a:path w="208" h="263" extrusionOk="0">
                  <a:moveTo>
                    <a:pt x="91" y="0"/>
                  </a:moveTo>
                  <a:cubicBezTo>
                    <a:pt x="61" y="0"/>
                    <a:pt x="25" y="16"/>
                    <a:pt x="1" y="44"/>
                  </a:cubicBezTo>
                  <a:lnTo>
                    <a:pt x="1" y="233"/>
                  </a:lnTo>
                  <a:cubicBezTo>
                    <a:pt x="17" y="233"/>
                    <a:pt x="17" y="250"/>
                    <a:pt x="34" y="250"/>
                  </a:cubicBezTo>
                  <a:cubicBezTo>
                    <a:pt x="52" y="258"/>
                    <a:pt x="70" y="263"/>
                    <a:pt x="85" y="263"/>
                  </a:cubicBezTo>
                  <a:cubicBezTo>
                    <a:pt x="129" y="263"/>
                    <a:pt x="163" y="231"/>
                    <a:pt x="191" y="180"/>
                  </a:cubicBezTo>
                  <a:cubicBezTo>
                    <a:pt x="207" y="109"/>
                    <a:pt x="174" y="44"/>
                    <a:pt x="120" y="6"/>
                  </a:cubicBezTo>
                  <a:cubicBezTo>
                    <a:pt x="112" y="2"/>
                    <a:pt x="102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10"/>
            <p:cNvSpPr/>
            <p:nvPr/>
          </p:nvSpPr>
          <p:spPr>
            <a:xfrm>
              <a:off x="5061100" y="24971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87" y="1"/>
                    <a:pt x="54" y="17"/>
                    <a:pt x="54" y="34"/>
                  </a:cubicBezTo>
                  <a:cubicBezTo>
                    <a:pt x="17" y="67"/>
                    <a:pt x="1" y="104"/>
                    <a:pt x="17" y="153"/>
                  </a:cubicBezTo>
                  <a:cubicBezTo>
                    <a:pt x="17" y="190"/>
                    <a:pt x="34" y="223"/>
                    <a:pt x="54" y="240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90" y="240"/>
                    <a:pt x="240" y="190"/>
                    <a:pt x="223" y="120"/>
                  </a:cubicBezTo>
                  <a:lnTo>
                    <a:pt x="223" y="104"/>
                  </a:lnTo>
                  <a:cubicBezTo>
                    <a:pt x="223" y="67"/>
                    <a:pt x="190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10"/>
            <p:cNvSpPr/>
            <p:nvPr/>
          </p:nvSpPr>
          <p:spPr>
            <a:xfrm>
              <a:off x="5137175" y="24864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66" y="1"/>
                    <a:pt x="50" y="34"/>
                  </a:cubicBezTo>
                  <a:cubicBezTo>
                    <a:pt x="17" y="50"/>
                    <a:pt x="17" y="83"/>
                    <a:pt x="0" y="120"/>
                  </a:cubicBezTo>
                  <a:cubicBezTo>
                    <a:pt x="0" y="153"/>
                    <a:pt x="17" y="186"/>
                    <a:pt x="33" y="207"/>
                  </a:cubicBezTo>
                  <a:cubicBezTo>
                    <a:pt x="50" y="240"/>
                    <a:pt x="66" y="256"/>
                    <a:pt x="103" y="256"/>
                  </a:cubicBezTo>
                  <a:cubicBezTo>
                    <a:pt x="136" y="256"/>
                    <a:pt x="169" y="256"/>
                    <a:pt x="186" y="223"/>
                  </a:cubicBezTo>
                  <a:cubicBezTo>
                    <a:pt x="239" y="186"/>
                    <a:pt x="239" y="104"/>
                    <a:pt x="206" y="50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10"/>
            <p:cNvSpPr/>
            <p:nvPr/>
          </p:nvSpPr>
          <p:spPr>
            <a:xfrm>
              <a:off x="5185200" y="260167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5" y="0"/>
                  </a:moveTo>
                  <a:cubicBezTo>
                    <a:pt x="117" y="0"/>
                    <a:pt x="109" y="2"/>
                    <a:pt x="104" y="7"/>
                  </a:cubicBezTo>
                  <a:cubicBezTo>
                    <a:pt x="54" y="7"/>
                    <a:pt x="1" y="78"/>
                    <a:pt x="17" y="148"/>
                  </a:cubicBezTo>
                  <a:cubicBezTo>
                    <a:pt x="17" y="181"/>
                    <a:pt x="38" y="214"/>
                    <a:pt x="54" y="234"/>
                  </a:cubicBezTo>
                  <a:cubicBezTo>
                    <a:pt x="87" y="251"/>
                    <a:pt x="120" y="267"/>
                    <a:pt x="141" y="267"/>
                  </a:cubicBezTo>
                  <a:cubicBezTo>
                    <a:pt x="207" y="251"/>
                    <a:pt x="244" y="181"/>
                    <a:pt x="244" y="110"/>
                  </a:cubicBezTo>
                  <a:cubicBezTo>
                    <a:pt x="223" y="78"/>
                    <a:pt x="207" y="45"/>
                    <a:pt x="190" y="28"/>
                  </a:cubicBezTo>
                  <a:lnTo>
                    <a:pt x="174" y="7"/>
                  </a:lnTo>
                  <a:cubicBezTo>
                    <a:pt x="163" y="7"/>
                    <a:pt x="143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10"/>
            <p:cNvSpPr/>
            <p:nvPr/>
          </p:nvSpPr>
          <p:spPr>
            <a:xfrm>
              <a:off x="5228175" y="25951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1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1" y="150"/>
                    <a:pt x="34" y="236"/>
                    <a:pt x="87" y="253"/>
                  </a:cubicBezTo>
                  <a:cubicBezTo>
                    <a:pt x="101" y="263"/>
                    <a:pt x="116" y="268"/>
                    <a:pt x="131" y="268"/>
                  </a:cubicBezTo>
                  <a:cubicBezTo>
                    <a:pt x="171" y="268"/>
                    <a:pt x="211" y="235"/>
                    <a:pt x="223" y="187"/>
                  </a:cubicBezTo>
                  <a:cubicBezTo>
                    <a:pt x="240" y="117"/>
                    <a:pt x="223" y="30"/>
                    <a:pt x="153" y="14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10"/>
            <p:cNvSpPr/>
            <p:nvPr/>
          </p:nvSpPr>
          <p:spPr>
            <a:xfrm>
              <a:off x="5177875" y="249197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04" y="0"/>
                  </a:moveTo>
                  <a:cubicBezTo>
                    <a:pt x="38" y="17"/>
                    <a:pt x="1" y="66"/>
                    <a:pt x="21" y="136"/>
                  </a:cubicBezTo>
                  <a:cubicBezTo>
                    <a:pt x="21" y="169"/>
                    <a:pt x="38" y="207"/>
                    <a:pt x="54" y="223"/>
                  </a:cubicBezTo>
                  <a:cubicBezTo>
                    <a:pt x="87" y="240"/>
                    <a:pt x="104" y="256"/>
                    <a:pt x="141" y="256"/>
                  </a:cubicBezTo>
                  <a:cubicBezTo>
                    <a:pt x="207" y="240"/>
                    <a:pt x="244" y="169"/>
                    <a:pt x="228" y="103"/>
                  </a:cubicBezTo>
                  <a:lnTo>
                    <a:pt x="228" y="66"/>
                  </a:lnTo>
                  <a:cubicBezTo>
                    <a:pt x="191" y="50"/>
                    <a:pt x="141" y="17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10"/>
            <p:cNvSpPr/>
            <p:nvPr/>
          </p:nvSpPr>
          <p:spPr>
            <a:xfrm>
              <a:off x="5228600" y="26379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70" y="0"/>
                    <a:pt x="54" y="21"/>
                    <a:pt x="33" y="54"/>
                  </a:cubicBezTo>
                  <a:cubicBezTo>
                    <a:pt x="17" y="71"/>
                    <a:pt x="0" y="104"/>
                    <a:pt x="17" y="141"/>
                  </a:cubicBezTo>
                  <a:cubicBezTo>
                    <a:pt x="17" y="174"/>
                    <a:pt x="33" y="207"/>
                    <a:pt x="54" y="227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4"/>
                  </a:cubicBezTo>
                  <a:cubicBezTo>
                    <a:pt x="223" y="71"/>
                    <a:pt x="206" y="38"/>
                    <a:pt x="190" y="21"/>
                  </a:cubicBezTo>
                  <a:cubicBezTo>
                    <a:pt x="173" y="21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10"/>
            <p:cNvSpPr/>
            <p:nvPr/>
          </p:nvSpPr>
          <p:spPr>
            <a:xfrm>
              <a:off x="5152625" y="2701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3" y="256"/>
                    <a:pt x="104" y="256"/>
                    <a:pt x="137" y="256"/>
                  </a:cubicBezTo>
                  <a:cubicBezTo>
                    <a:pt x="207" y="240"/>
                    <a:pt x="240" y="174"/>
                    <a:pt x="223" y="104"/>
                  </a:cubicBezTo>
                  <a:cubicBezTo>
                    <a:pt x="223" y="71"/>
                    <a:pt x="207" y="34"/>
                    <a:pt x="186" y="17"/>
                  </a:cubicBezTo>
                  <a:cubicBezTo>
                    <a:pt x="17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10"/>
            <p:cNvSpPr/>
            <p:nvPr/>
          </p:nvSpPr>
          <p:spPr>
            <a:xfrm>
              <a:off x="5138000" y="27019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6" y="256"/>
                    <a:pt x="92" y="267"/>
                    <a:pt x="111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153" y="260"/>
                    <a:pt x="190" y="244"/>
                    <a:pt x="206" y="207"/>
                  </a:cubicBezTo>
                  <a:cubicBezTo>
                    <a:pt x="223" y="190"/>
                    <a:pt x="223" y="157"/>
                    <a:pt x="223" y="120"/>
                  </a:cubicBezTo>
                  <a:cubicBezTo>
                    <a:pt x="223" y="87"/>
                    <a:pt x="206" y="54"/>
                    <a:pt x="190" y="38"/>
                  </a:cubicBezTo>
                  <a:cubicBezTo>
                    <a:pt x="173" y="17"/>
                    <a:pt x="173" y="17"/>
                    <a:pt x="153" y="17"/>
                  </a:cubicBezTo>
                  <a:lnTo>
                    <a:pt x="136" y="17"/>
                  </a:lnTo>
                  <a:cubicBezTo>
                    <a:pt x="12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10"/>
            <p:cNvSpPr/>
            <p:nvPr/>
          </p:nvSpPr>
          <p:spPr>
            <a:xfrm>
              <a:off x="5107075" y="26603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0"/>
                  </a:moveTo>
                  <a:cubicBezTo>
                    <a:pt x="50" y="17"/>
                    <a:pt x="0" y="87"/>
                    <a:pt x="17" y="157"/>
                  </a:cubicBezTo>
                  <a:cubicBezTo>
                    <a:pt x="17" y="190"/>
                    <a:pt x="33" y="223"/>
                    <a:pt x="50" y="239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207" y="239"/>
                    <a:pt x="240" y="190"/>
                    <a:pt x="223" y="103"/>
                  </a:cubicBezTo>
                  <a:cubicBezTo>
                    <a:pt x="223" y="70"/>
                    <a:pt x="207" y="54"/>
                    <a:pt x="190" y="17"/>
                  </a:cubicBezTo>
                  <a:lnTo>
                    <a:pt x="153" y="17"/>
                  </a:ln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10"/>
            <p:cNvSpPr/>
            <p:nvPr/>
          </p:nvSpPr>
          <p:spPr>
            <a:xfrm>
              <a:off x="5170675" y="26027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3" y="1"/>
                  </a:moveTo>
                  <a:cubicBezTo>
                    <a:pt x="33" y="17"/>
                    <a:pt x="0" y="87"/>
                    <a:pt x="17" y="153"/>
                  </a:cubicBezTo>
                  <a:cubicBezTo>
                    <a:pt x="17" y="190"/>
                    <a:pt x="33" y="223"/>
                    <a:pt x="66" y="240"/>
                  </a:cubicBezTo>
                  <a:cubicBezTo>
                    <a:pt x="78" y="251"/>
                    <a:pt x="92" y="263"/>
                    <a:pt x="110" y="263"/>
                  </a:cubicBezTo>
                  <a:cubicBezTo>
                    <a:pt x="118" y="263"/>
                    <a:pt x="127" y="261"/>
                    <a:pt x="136" y="256"/>
                  </a:cubicBezTo>
                  <a:cubicBezTo>
                    <a:pt x="169" y="256"/>
                    <a:pt x="186" y="240"/>
                    <a:pt x="206" y="207"/>
                  </a:cubicBezTo>
                  <a:cubicBezTo>
                    <a:pt x="223" y="190"/>
                    <a:pt x="239" y="153"/>
                    <a:pt x="223" y="120"/>
                  </a:cubicBezTo>
                  <a:cubicBezTo>
                    <a:pt x="223" y="87"/>
                    <a:pt x="206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lnTo>
                    <a:pt x="1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10"/>
            <p:cNvSpPr/>
            <p:nvPr/>
          </p:nvSpPr>
          <p:spPr>
            <a:xfrm>
              <a:off x="5115225" y="24717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70" y="17"/>
                    <a:pt x="54" y="33"/>
                    <a:pt x="33" y="50"/>
                  </a:cubicBezTo>
                  <a:cubicBezTo>
                    <a:pt x="17" y="87"/>
                    <a:pt x="0" y="120"/>
                    <a:pt x="17" y="153"/>
                  </a:cubicBezTo>
                  <a:cubicBezTo>
                    <a:pt x="17" y="190"/>
                    <a:pt x="33" y="223"/>
                    <a:pt x="54" y="239"/>
                  </a:cubicBezTo>
                  <a:cubicBezTo>
                    <a:pt x="65" y="251"/>
                    <a:pt x="85" y="265"/>
                    <a:pt x="107" y="265"/>
                  </a:cubicBezTo>
                  <a:cubicBezTo>
                    <a:pt x="116" y="265"/>
                    <a:pt x="126" y="262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10"/>
            <p:cNvSpPr/>
            <p:nvPr/>
          </p:nvSpPr>
          <p:spPr>
            <a:xfrm>
              <a:off x="5065025" y="26688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3" y="0"/>
                    <a:pt x="0" y="70"/>
                    <a:pt x="0" y="140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83" y="260"/>
                    <a:pt x="103" y="260"/>
                    <a:pt x="136" y="260"/>
                  </a:cubicBezTo>
                  <a:cubicBezTo>
                    <a:pt x="153" y="244"/>
                    <a:pt x="186" y="227"/>
                    <a:pt x="206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6" y="37"/>
                    <a:pt x="169" y="21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10"/>
            <p:cNvSpPr/>
            <p:nvPr/>
          </p:nvSpPr>
          <p:spPr>
            <a:xfrm>
              <a:off x="5165000" y="24945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4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0" y="87"/>
                    <a:pt x="0" y="153"/>
                    <a:pt x="38" y="223"/>
                  </a:cubicBezTo>
                  <a:cubicBezTo>
                    <a:pt x="54" y="240"/>
                    <a:pt x="71" y="256"/>
                    <a:pt x="104" y="256"/>
                  </a:cubicBezTo>
                  <a:cubicBezTo>
                    <a:pt x="114" y="261"/>
                    <a:pt x="124" y="263"/>
                    <a:pt x="132" y="263"/>
                  </a:cubicBezTo>
                  <a:cubicBezTo>
                    <a:pt x="152" y="263"/>
                    <a:pt x="167" y="251"/>
                    <a:pt x="190" y="240"/>
                  </a:cubicBezTo>
                  <a:cubicBezTo>
                    <a:pt x="244" y="190"/>
                    <a:pt x="244" y="104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57" y="17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10"/>
            <p:cNvSpPr/>
            <p:nvPr/>
          </p:nvSpPr>
          <p:spPr>
            <a:xfrm>
              <a:off x="5166350" y="25267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70" y="1"/>
                    <a:pt x="50" y="38"/>
                    <a:pt x="33" y="54"/>
                  </a:cubicBezTo>
                  <a:cubicBezTo>
                    <a:pt x="17" y="87"/>
                    <a:pt x="0" y="120"/>
                    <a:pt x="17" y="158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0" y="261"/>
                    <a:pt x="103" y="261"/>
                    <a:pt x="136" y="261"/>
                  </a:cubicBezTo>
                  <a:cubicBezTo>
                    <a:pt x="190" y="244"/>
                    <a:pt x="239" y="190"/>
                    <a:pt x="223" y="104"/>
                  </a:cubicBezTo>
                  <a:cubicBezTo>
                    <a:pt x="223" y="71"/>
                    <a:pt x="206" y="54"/>
                    <a:pt x="190" y="17"/>
                  </a:cubicBezTo>
                  <a:lnTo>
                    <a:pt x="153" y="17"/>
                  </a:ln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10"/>
            <p:cNvSpPr/>
            <p:nvPr/>
          </p:nvSpPr>
          <p:spPr>
            <a:xfrm>
              <a:off x="5161600" y="25439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4" y="0"/>
                  </a:moveTo>
                  <a:lnTo>
                    <a:pt x="87" y="17"/>
                  </a:lnTo>
                  <a:cubicBezTo>
                    <a:pt x="33" y="33"/>
                    <a:pt x="0" y="103"/>
                    <a:pt x="17" y="153"/>
                  </a:cubicBezTo>
                  <a:cubicBezTo>
                    <a:pt x="17" y="190"/>
                    <a:pt x="33" y="223"/>
                    <a:pt x="54" y="239"/>
                  </a:cubicBezTo>
                  <a:cubicBezTo>
                    <a:pt x="77" y="251"/>
                    <a:pt x="92" y="265"/>
                    <a:pt x="110" y="265"/>
                  </a:cubicBezTo>
                  <a:cubicBezTo>
                    <a:pt x="118" y="265"/>
                    <a:pt x="127" y="262"/>
                    <a:pt x="136" y="256"/>
                  </a:cubicBezTo>
                  <a:cubicBezTo>
                    <a:pt x="207" y="256"/>
                    <a:pt x="240" y="190"/>
                    <a:pt x="223" y="120"/>
                  </a:cubicBezTo>
                  <a:lnTo>
                    <a:pt x="223" y="87"/>
                  </a:lnTo>
                  <a:cubicBezTo>
                    <a:pt x="207" y="50"/>
                    <a:pt x="190" y="17"/>
                    <a:pt x="157" y="17"/>
                  </a:cubicBezTo>
                  <a:cubicBezTo>
                    <a:pt x="136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10"/>
            <p:cNvSpPr/>
            <p:nvPr/>
          </p:nvSpPr>
          <p:spPr>
            <a:xfrm>
              <a:off x="5158600" y="2511250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34" y="17"/>
                    <a:pt x="1" y="87"/>
                    <a:pt x="1" y="157"/>
                  </a:cubicBezTo>
                  <a:cubicBezTo>
                    <a:pt x="17" y="190"/>
                    <a:pt x="17" y="223"/>
                    <a:pt x="50" y="244"/>
                  </a:cubicBezTo>
                  <a:cubicBezTo>
                    <a:pt x="65" y="255"/>
                    <a:pt x="86" y="267"/>
                    <a:pt x="108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53" y="260"/>
                    <a:pt x="191" y="244"/>
                    <a:pt x="207" y="207"/>
                  </a:cubicBezTo>
                  <a:cubicBezTo>
                    <a:pt x="224" y="190"/>
                    <a:pt x="224" y="157"/>
                    <a:pt x="224" y="120"/>
                  </a:cubicBezTo>
                  <a:cubicBezTo>
                    <a:pt x="224" y="87"/>
                    <a:pt x="207" y="54"/>
                    <a:pt x="174" y="38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10"/>
            <p:cNvSpPr/>
            <p:nvPr/>
          </p:nvSpPr>
          <p:spPr>
            <a:xfrm>
              <a:off x="5145325" y="25911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17" y="141"/>
                  </a:cubicBezTo>
                  <a:cubicBezTo>
                    <a:pt x="17" y="174"/>
                    <a:pt x="33" y="207"/>
                    <a:pt x="49" y="22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69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10"/>
            <p:cNvSpPr/>
            <p:nvPr/>
          </p:nvSpPr>
          <p:spPr>
            <a:xfrm>
              <a:off x="5144375" y="2638450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41" y="0"/>
                  </a:moveTo>
                  <a:cubicBezTo>
                    <a:pt x="104" y="0"/>
                    <a:pt x="71" y="0"/>
                    <a:pt x="55" y="33"/>
                  </a:cubicBezTo>
                  <a:cubicBezTo>
                    <a:pt x="1" y="66"/>
                    <a:pt x="1" y="153"/>
                    <a:pt x="38" y="206"/>
                  </a:cubicBezTo>
                  <a:cubicBezTo>
                    <a:pt x="55" y="239"/>
                    <a:pt x="87" y="256"/>
                    <a:pt x="104" y="256"/>
                  </a:cubicBezTo>
                  <a:cubicBezTo>
                    <a:pt x="141" y="256"/>
                    <a:pt x="174" y="256"/>
                    <a:pt x="191" y="223"/>
                  </a:cubicBezTo>
                  <a:cubicBezTo>
                    <a:pt x="207" y="206"/>
                    <a:pt x="228" y="169"/>
                    <a:pt x="228" y="136"/>
                  </a:cubicBezTo>
                  <a:cubicBezTo>
                    <a:pt x="244" y="103"/>
                    <a:pt x="228" y="66"/>
                    <a:pt x="207" y="50"/>
                  </a:cubicBezTo>
                  <a:cubicBezTo>
                    <a:pt x="191" y="33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10"/>
            <p:cNvSpPr/>
            <p:nvPr/>
          </p:nvSpPr>
          <p:spPr>
            <a:xfrm>
              <a:off x="5143150" y="261092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0" y="0"/>
                  </a:moveTo>
                  <a:cubicBezTo>
                    <a:pt x="87" y="0"/>
                    <a:pt x="71" y="0"/>
                    <a:pt x="33" y="33"/>
                  </a:cubicBezTo>
                  <a:cubicBezTo>
                    <a:pt x="17" y="50"/>
                    <a:pt x="0" y="87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6" y="235"/>
                    <a:pt x="74" y="255"/>
                    <a:pt x="110" y="255"/>
                  </a:cubicBezTo>
                  <a:cubicBezTo>
                    <a:pt x="134" y="255"/>
                    <a:pt x="158" y="245"/>
                    <a:pt x="174" y="223"/>
                  </a:cubicBezTo>
                  <a:cubicBezTo>
                    <a:pt x="223" y="190"/>
                    <a:pt x="240" y="103"/>
                    <a:pt x="190" y="50"/>
                  </a:cubicBezTo>
                  <a:cubicBezTo>
                    <a:pt x="190" y="33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10"/>
            <p:cNvSpPr/>
            <p:nvPr/>
          </p:nvSpPr>
          <p:spPr>
            <a:xfrm>
              <a:off x="5167175" y="2573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37" y="21"/>
                    <a:pt x="0" y="87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03" y="260"/>
                    <a:pt x="140" y="260"/>
                  </a:cubicBezTo>
                  <a:cubicBezTo>
                    <a:pt x="190" y="244"/>
                    <a:pt x="243" y="174"/>
                    <a:pt x="223" y="104"/>
                  </a:cubicBezTo>
                  <a:cubicBezTo>
                    <a:pt x="223" y="71"/>
                    <a:pt x="206" y="54"/>
                    <a:pt x="190" y="21"/>
                  </a:cubicBezTo>
                  <a:cubicBezTo>
                    <a:pt x="173" y="21"/>
                    <a:pt x="173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10"/>
            <p:cNvSpPr/>
            <p:nvPr/>
          </p:nvSpPr>
          <p:spPr>
            <a:xfrm>
              <a:off x="5247975" y="26963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83" y="0"/>
                  </a:moveTo>
                  <a:cubicBezTo>
                    <a:pt x="66" y="0"/>
                    <a:pt x="50" y="17"/>
                    <a:pt x="33" y="33"/>
                  </a:cubicBezTo>
                  <a:cubicBezTo>
                    <a:pt x="0" y="70"/>
                    <a:pt x="0" y="103"/>
                    <a:pt x="0" y="157"/>
                  </a:cubicBezTo>
                  <a:cubicBezTo>
                    <a:pt x="0" y="190"/>
                    <a:pt x="17" y="223"/>
                    <a:pt x="33" y="239"/>
                  </a:cubicBezTo>
                  <a:cubicBezTo>
                    <a:pt x="66" y="260"/>
                    <a:pt x="104" y="260"/>
                    <a:pt x="120" y="260"/>
                  </a:cubicBezTo>
                  <a:cubicBezTo>
                    <a:pt x="186" y="260"/>
                    <a:pt x="223" y="190"/>
                    <a:pt x="223" y="120"/>
                  </a:cubicBezTo>
                  <a:lnTo>
                    <a:pt x="223" y="103"/>
                  </a:lnTo>
                  <a:cubicBezTo>
                    <a:pt x="207" y="70"/>
                    <a:pt x="186" y="33"/>
                    <a:pt x="153" y="17"/>
                  </a:cubicBezTo>
                  <a:cubicBezTo>
                    <a:pt x="136" y="0"/>
                    <a:pt x="104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10"/>
            <p:cNvSpPr/>
            <p:nvPr/>
          </p:nvSpPr>
          <p:spPr>
            <a:xfrm>
              <a:off x="5180050" y="269380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54" y="0"/>
                    <a:pt x="0" y="70"/>
                    <a:pt x="17" y="136"/>
                  </a:cubicBezTo>
                  <a:cubicBezTo>
                    <a:pt x="17" y="173"/>
                    <a:pt x="38" y="206"/>
                    <a:pt x="54" y="223"/>
                  </a:cubicBezTo>
                  <a:cubicBezTo>
                    <a:pt x="87" y="260"/>
                    <a:pt x="120" y="260"/>
                    <a:pt x="141" y="260"/>
                  </a:cubicBezTo>
                  <a:cubicBezTo>
                    <a:pt x="207" y="239"/>
                    <a:pt x="244" y="173"/>
                    <a:pt x="244" y="103"/>
                  </a:cubicBezTo>
                  <a:cubicBezTo>
                    <a:pt x="223" y="70"/>
                    <a:pt x="207" y="33"/>
                    <a:pt x="190" y="1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10"/>
            <p:cNvSpPr/>
            <p:nvPr/>
          </p:nvSpPr>
          <p:spPr>
            <a:xfrm>
              <a:off x="5225600" y="27342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4" y="0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39"/>
                  </a:cubicBezTo>
                  <a:cubicBezTo>
                    <a:pt x="76" y="251"/>
                    <a:pt x="101" y="263"/>
                    <a:pt x="118" y="263"/>
                  </a:cubicBezTo>
                  <a:cubicBezTo>
                    <a:pt x="126" y="263"/>
                    <a:pt x="132" y="261"/>
                    <a:pt x="137" y="256"/>
                  </a:cubicBezTo>
                  <a:cubicBezTo>
                    <a:pt x="207" y="256"/>
                    <a:pt x="240" y="190"/>
                    <a:pt x="240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10"/>
            <p:cNvSpPr/>
            <p:nvPr/>
          </p:nvSpPr>
          <p:spPr>
            <a:xfrm>
              <a:off x="5147475" y="27930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50" y="17"/>
                    <a:pt x="1" y="66"/>
                    <a:pt x="17" y="153"/>
                  </a:cubicBezTo>
                  <a:cubicBezTo>
                    <a:pt x="17" y="186"/>
                    <a:pt x="34" y="207"/>
                    <a:pt x="50" y="223"/>
                  </a:cubicBezTo>
                  <a:cubicBezTo>
                    <a:pt x="83" y="256"/>
                    <a:pt x="104" y="256"/>
                    <a:pt x="137" y="256"/>
                  </a:cubicBezTo>
                  <a:cubicBezTo>
                    <a:pt x="207" y="240"/>
                    <a:pt x="240" y="169"/>
                    <a:pt x="223" y="103"/>
                  </a:cubicBezTo>
                  <a:cubicBezTo>
                    <a:pt x="223" y="66"/>
                    <a:pt x="207" y="33"/>
                    <a:pt x="186" y="17"/>
                  </a:cubicBezTo>
                  <a:cubicBezTo>
                    <a:pt x="17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10"/>
            <p:cNvSpPr/>
            <p:nvPr/>
          </p:nvSpPr>
          <p:spPr>
            <a:xfrm>
              <a:off x="5119950" y="28002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34" y="22"/>
                    <a:pt x="1" y="71"/>
                    <a:pt x="1" y="158"/>
                  </a:cubicBezTo>
                  <a:cubicBezTo>
                    <a:pt x="17" y="191"/>
                    <a:pt x="34" y="207"/>
                    <a:pt x="50" y="228"/>
                  </a:cubicBezTo>
                  <a:cubicBezTo>
                    <a:pt x="71" y="261"/>
                    <a:pt x="104" y="261"/>
                    <a:pt x="137" y="261"/>
                  </a:cubicBezTo>
                  <a:cubicBezTo>
                    <a:pt x="190" y="244"/>
                    <a:pt x="240" y="174"/>
                    <a:pt x="223" y="104"/>
                  </a:cubicBezTo>
                  <a:cubicBezTo>
                    <a:pt x="223" y="71"/>
                    <a:pt x="207" y="38"/>
                    <a:pt x="190" y="22"/>
                  </a:cubicBezTo>
                  <a:cubicBezTo>
                    <a:pt x="174" y="22"/>
                    <a:pt x="174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10"/>
            <p:cNvSpPr/>
            <p:nvPr/>
          </p:nvSpPr>
          <p:spPr>
            <a:xfrm>
              <a:off x="5105325" y="2801425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08" y="0"/>
                  </a:moveTo>
                  <a:cubicBezTo>
                    <a:pt x="105" y="0"/>
                    <a:pt x="103" y="2"/>
                    <a:pt x="103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97"/>
                    <a:pt x="37" y="214"/>
                    <a:pt x="54" y="247"/>
                  </a:cubicBezTo>
                  <a:cubicBezTo>
                    <a:pt x="87" y="247"/>
                    <a:pt x="103" y="263"/>
                    <a:pt x="141" y="263"/>
                  </a:cubicBezTo>
                  <a:cubicBezTo>
                    <a:pt x="157" y="247"/>
                    <a:pt x="190" y="230"/>
                    <a:pt x="206" y="214"/>
                  </a:cubicBezTo>
                  <a:cubicBezTo>
                    <a:pt x="223" y="181"/>
                    <a:pt x="223" y="144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7" y="8"/>
                  </a:lnTo>
                  <a:lnTo>
                    <a:pt x="141" y="8"/>
                  </a:lnTo>
                  <a:cubicBezTo>
                    <a:pt x="127" y="8"/>
                    <a:pt x="115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10"/>
            <p:cNvSpPr/>
            <p:nvPr/>
          </p:nvSpPr>
          <p:spPr>
            <a:xfrm>
              <a:off x="5258700" y="26349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33" y="17"/>
                    <a:pt x="0" y="87"/>
                    <a:pt x="0" y="158"/>
                  </a:cubicBezTo>
                  <a:cubicBezTo>
                    <a:pt x="0" y="191"/>
                    <a:pt x="17" y="224"/>
                    <a:pt x="50" y="244"/>
                  </a:cubicBezTo>
                  <a:cubicBezTo>
                    <a:pt x="61" y="256"/>
                    <a:pt x="83" y="267"/>
                    <a:pt x="101" y="267"/>
                  </a:cubicBezTo>
                  <a:cubicBezTo>
                    <a:pt x="108" y="267"/>
                    <a:pt x="115" y="265"/>
                    <a:pt x="120" y="261"/>
                  </a:cubicBezTo>
                  <a:cubicBezTo>
                    <a:pt x="190" y="261"/>
                    <a:pt x="223" y="191"/>
                    <a:pt x="223" y="120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10"/>
            <p:cNvSpPr/>
            <p:nvPr/>
          </p:nvSpPr>
          <p:spPr>
            <a:xfrm>
              <a:off x="5155200" y="256185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27" y="1"/>
                  </a:moveTo>
                  <a:cubicBezTo>
                    <a:pt x="82" y="1"/>
                    <a:pt x="31" y="33"/>
                    <a:pt x="17" y="91"/>
                  </a:cubicBezTo>
                  <a:cubicBezTo>
                    <a:pt x="1" y="157"/>
                    <a:pt x="17" y="227"/>
                    <a:pt x="83" y="244"/>
                  </a:cubicBezTo>
                  <a:cubicBezTo>
                    <a:pt x="98" y="254"/>
                    <a:pt x="114" y="259"/>
                    <a:pt x="129" y="259"/>
                  </a:cubicBezTo>
                  <a:cubicBezTo>
                    <a:pt x="171" y="259"/>
                    <a:pt x="211" y="226"/>
                    <a:pt x="223" y="178"/>
                  </a:cubicBezTo>
                  <a:cubicBezTo>
                    <a:pt x="240" y="108"/>
                    <a:pt x="223" y="38"/>
                    <a:pt x="153" y="5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10"/>
            <p:cNvSpPr/>
            <p:nvPr/>
          </p:nvSpPr>
          <p:spPr>
            <a:xfrm>
              <a:off x="5241900" y="268275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30" y="1"/>
                  </a:moveTo>
                  <a:cubicBezTo>
                    <a:pt x="121" y="1"/>
                    <a:pt x="111" y="5"/>
                    <a:pt x="103" y="13"/>
                  </a:cubicBezTo>
                  <a:cubicBezTo>
                    <a:pt x="70" y="13"/>
                    <a:pt x="54" y="30"/>
                    <a:pt x="37" y="63"/>
                  </a:cubicBezTo>
                  <a:cubicBezTo>
                    <a:pt x="17" y="83"/>
                    <a:pt x="0" y="116"/>
                    <a:pt x="0" y="149"/>
                  </a:cubicBezTo>
                  <a:cubicBezTo>
                    <a:pt x="17" y="186"/>
                    <a:pt x="37" y="219"/>
                    <a:pt x="54" y="236"/>
                  </a:cubicBezTo>
                  <a:cubicBezTo>
                    <a:pt x="65" y="248"/>
                    <a:pt x="85" y="259"/>
                    <a:pt x="109" y="259"/>
                  </a:cubicBezTo>
                  <a:cubicBezTo>
                    <a:pt x="119" y="259"/>
                    <a:pt x="129" y="257"/>
                    <a:pt x="140" y="252"/>
                  </a:cubicBezTo>
                  <a:cubicBezTo>
                    <a:pt x="190" y="252"/>
                    <a:pt x="243" y="186"/>
                    <a:pt x="223" y="116"/>
                  </a:cubicBezTo>
                  <a:cubicBezTo>
                    <a:pt x="223" y="83"/>
                    <a:pt x="206" y="46"/>
                    <a:pt x="190" y="30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9" y="5"/>
                    <a:pt x="139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10"/>
            <p:cNvSpPr/>
            <p:nvPr/>
          </p:nvSpPr>
          <p:spPr>
            <a:xfrm>
              <a:off x="5074400" y="27595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4" y="0"/>
                  </a:moveTo>
                  <a:cubicBezTo>
                    <a:pt x="38" y="17"/>
                    <a:pt x="0" y="83"/>
                    <a:pt x="17" y="153"/>
                  </a:cubicBezTo>
                  <a:cubicBezTo>
                    <a:pt x="17" y="186"/>
                    <a:pt x="38" y="223"/>
                    <a:pt x="54" y="240"/>
                  </a:cubicBezTo>
                  <a:cubicBezTo>
                    <a:pt x="66" y="251"/>
                    <a:pt x="86" y="263"/>
                    <a:pt x="109" y="263"/>
                  </a:cubicBezTo>
                  <a:cubicBezTo>
                    <a:pt x="119" y="263"/>
                    <a:pt x="130" y="261"/>
                    <a:pt x="141" y="256"/>
                  </a:cubicBezTo>
                  <a:cubicBezTo>
                    <a:pt x="190" y="256"/>
                    <a:pt x="244" y="186"/>
                    <a:pt x="223" y="120"/>
                  </a:cubicBezTo>
                  <a:cubicBezTo>
                    <a:pt x="223" y="83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10"/>
            <p:cNvSpPr/>
            <p:nvPr/>
          </p:nvSpPr>
          <p:spPr>
            <a:xfrm>
              <a:off x="5172325" y="2726475"/>
              <a:ext cx="6500" cy="6575"/>
            </a:xfrm>
            <a:custGeom>
              <a:avLst/>
              <a:gdLst/>
              <a:ahLst/>
              <a:cxnLst/>
              <a:rect l="l" t="t" r="r" b="b"/>
              <a:pathLst>
                <a:path w="260" h="263" extrusionOk="0">
                  <a:moveTo>
                    <a:pt x="140" y="0"/>
                  </a:moveTo>
                  <a:cubicBezTo>
                    <a:pt x="120" y="0"/>
                    <a:pt x="87" y="16"/>
                    <a:pt x="54" y="33"/>
                  </a:cubicBezTo>
                  <a:cubicBezTo>
                    <a:pt x="17" y="87"/>
                    <a:pt x="0" y="153"/>
                    <a:pt x="54" y="223"/>
                  </a:cubicBezTo>
                  <a:cubicBezTo>
                    <a:pt x="70" y="239"/>
                    <a:pt x="87" y="256"/>
                    <a:pt x="120" y="256"/>
                  </a:cubicBezTo>
                  <a:cubicBezTo>
                    <a:pt x="131" y="260"/>
                    <a:pt x="140" y="262"/>
                    <a:pt x="148" y="262"/>
                  </a:cubicBezTo>
                  <a:cubicBezTo>
                    <a:pt x="168" y="262"/>
                    <a:pt x="183" y="251"/>
                    <a:pt x="206" y="239"/>
                  </a:cubicBezTo>
                  <a:cubicBezTo>
                    <a:pt x="243" y="190"/>
                    <a:pt x="260" y="103"/>
                    <a:pt x="223" y="49"/>
                  </a:cubicBezTo>
                  <a:cubicBezTo>
                    <a:pt x="206" y="33"/>
                    <a:pt x="190" y="16"/>
                    <a:pt x="173" y="16"/>
                  </a:cubicBezTo>
                  <a:cubicBezTo>
                    <a:pt x="157" y="16"/>
                    <a:pt x="157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10"/>
            <p:cNvSpPr/>
            <p:nvPr/>
          </p:nvSpPr>
          <p:spPr>
            <a:xfrm>
              <a:off x="5090275" y="2802850"/>
              <a:ext cx="5700" cy="6675"/>
            </a:xfrm>
            <a:custGeom>
              <a:avLst/>
              <a:gdLst/>
              <a:ahLst/>
              <a:cxnLst/>
              <a:rect l="l" t="t" r="r" b="b"/>
              <a:pathLst>
                <a:path w="228" h="267" extrusionOk="0">
                  <a:moveTo>
                    <a:pt x="87" y="0"/>
                  </a:moveTo>
                  <a:cubicBezTo>
                    <a:pt x="70" y="21"/>
                    <a:pt x="37" y="37"/>
                    <a:pt x="21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21" y="227"/>
                    <a:pt x="54" y="243"/>
                  </a:cubicBezTo>
                  <a:cubicBezTo>
                    <a:pt x="66" y="255"/>
                    <a:pt x="86" y="267"/>
                    <a:pt x="104" y="267"/>
                  </a:cubicBezTo>
                  <a:cubicBezTo>
                    <a:pt x="111" y="267"/>
                    <a:pt x="118" y="265"/>
                    <a:pt x="124" y="260"/>
                  </a:cubicBezTo>
                  <a:cubicBezTo>
                    <a:pt x="190" y="260"/>
                    <a:pt x="227" y="190"/>
                    <a:pt x="227" y="124"/>
                  </a:cubicBezTo>
                  <a:cubicBezTo>
                    <a:pt x="227" y="87"/>
                    <a:pt x="207" y="54"/>
                    <a:pt x="174" y="37"/>
                  </a:cubicBezTo>
                  <a:cubicBezTo>
                    <a:pt x="174" y="21"/>
                    <a:pt x="157" y="21"/>
                    <a:pt x="157" y="21"/>
                  </a:cubicBezTo>
                  <a:cubicBezTo>
                    <a:pt x="141" y="0"/>
                    <a:pt x="12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10"/>
            <p:cNvSpPr/>
            <p:nvPr/>
          </p:nvSpPr>
          <p:spPr>
            <a:xfrm>
              <a:off x="5172725" y="267992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18" y="1"/>
                  </a:moveTo>
                  <a:cubicBezTo>
                    <a:pt x="75" y="1"/>
                    <a:pt x="34" y="22"/>
                    <a:pt x="21" y="73"/>
                  </a:cubicBezTo>
                  <a:cubicBezTo>
                    <a:pt x="1" y="143"/>
                    <a:pt x="21" y="229"/>
                    <a:pt x="87" y="246"/>
                  </a:cubicBezTo>
                  <a:cubicBezTo>
                    <a:pt x="102" y="255"/>
                    <a:pt x="117" y="259"/>
                    <a:pt x="132" y="259"/>
                  </a:cubicBezTo>
                  <a:cubicBezTo>
                    <a:pt x="173" y="259"/>
                    <a:pt x="212" y="227"/>
                    <a:pt x="227" y="176"/>
                  </a:cubicBezTo>
                  <a:cubicBezTo>
                    <a:pt x="244" y="110"/>
                    <a:pt x="227" y="40"/>
                    <a:pt x="157" y="7"/>
                  </a:cubicBezTo>
                  <a:cubicBezTo>
                    <a:pt x="145" y="3"/>
                    <a:pt x="131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10"/>
            <p:cNvSpPr/>
            <p:nvPr/>
          </p:nvSpPr>
          <p:spPr>
            <a:xfrm>
              <a:off x="5240250" y="26068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50" y="8"/>
                    <a:pt x="0" y="78"/>
                    <a:pt x="17" y="148"/>
                  </a:cubicBezTo>
                  <a:cubicBezTo>
                    <a:pt x="17" y="181"/>
                    <a:pt x="33" y="214"/>
                    <a:pt x="50" y="234"/>
                  </a:cubicBezTo>
                  <a:cubicBezTo>
                    <a:pt x="83" y="251"/>
                    <a:pt x="103" y="267"/>
                    <a:pt x="136" y="267"/>
                  </a:cubicBezTo>
                  <a:cubicBezTo>
                    <a:pt x="206" y="251"/>
                    <a:pt x="239" y="181"/>
                    <a:pt x="239" y="111"/>
                  </a:cubicBezTo>
                  <a:cubicBezTo>
                    <a:pt x="223" y="78"/>
                    <a:pt x="206" y="45"/>
                    <a:pt x="186" y="28"/>
                  </a:cubicBezTo>
                  <a:cubicBezTo>
                    <a:pt x="169" y="28"/>
                    <a:pt x="169" y="8"/>
                    <a:pt x="153" y="8"/>
                  </a:cubicBez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10"/>
            <p:cNvSpPr/>
            <p:nvPr/>
          </p:nvSpPr>
          <p:spPr>
            <a:xfrm>
              <a:off x="5172725" y="27106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54" y="0"/>
                    <a:pt x="1" y="66"/>
                    <a:pt x="21" y="136"/>
                  </a:cubicBezTo>
                  <a:cubicBezTo>
                    <a:pt x="21" y="169"/>
                    <a:pt x="38" y="206"/>
                    <a:pt x="54" y="223"/>
                  </a:cubicBezTo>
                  <a:cubicBezTo>
                    <a:pt x="87" y="256"/>
                    <a:pt x="124" y="256"/>
                    <a:pt x="141" y="256"/>
                  </a:cubicBezTo>
                  <a:cubicBezTo>
                    <a:pt x="207" y="239"/>
                    <a:pt x="244" y="169"/>
                    <a:pt x="244" y="103"/>
                  </a:cubicBezTo>
                  <a:cubicBezTo>
                    <a:pt x="227" y="66"/>
                    <a:pt x="207" y="33"/>
                    <a:pt x="190" y="1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10"/>
            <p:cNvSpPr/>
            <p:nvPr/>
          </p:nvSpPr>
          <p:spPr>
            <a:xfrm>
              <a:off x="5243650" y="26362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0"/>
                  </a:moveTo>
                  <a:cubicBezTo>
                    <a:pt x="50" y="17"/>
                    <a:pt x="0" y="66"/>
                    <a:pt x="17" y="153"/>
                  </a:cubicBezTo>
                  <a:cubicBezTo>
                    <a:pt x="17" y="190"/>
                    <a:pt x="33" y="223"/>
                    <a:pt x="70" y="240"/>
                  </a:cubicBezTo>
                  <a:cubicBezTo>
                    <a:pt x="87" y="256"/>
                    <a:pt x="120" y="256"/>
                    <a:pt x="136" y="256"/>
                  </a:cubicBezTo>
                  <a:cubicBezTo>
                    <a:pt x="173" y="256"/>
                    <a:pt x="190" y="240"/>
                    <a:pt x="206" y="207"/>
                  </a:cubicBezTo>
                  <a:cubicBezTo>
                    <a:pt x="223" y="170"/>
                    <a:pt x="239" y="137"/>
                    <a:pt x="223" y="104"/>
                  </a:cubicBezTo>
                  <a:cubicBezTo>
                    <a:pt x="223" y="66"/>
                    <a:pt x="206" y="50"/>
                    <a:pt x="190" y="17"/>
                  </a:cubicBezTo>
                  <a:cubicBezTo>
                    <a:pt x="173" y="17"/>
                    <a:pt x="17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10"/>
            <p:cNvSpPr/>
            <p:nvPr/>
          </p:nvSpPr>
          <p:spPr>
            <a:xfrm>
              <a:off x="5168925" y="26495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70" y="0"/>
                    <a:pt x="33" y="17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17" y="206"/>
                    <a:pt x="50" y="223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90" y="239"/>
                    <a:pt x="239" y="173"/>
                    <a:pt x="223" y="103"/>
                  </a:cubicBezTo>
                  <a:cubicBezTo>
                    <a:pt x="223" y="70"/>
                    <a:pt x="206" y="33"/>
                    <a:pt x="173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10"/>
            <p:cNvSpPr/>
            <p:nvPr/>
          </p:nvSpPr>
          <p:spPr>
            <a:xfrm>
              <a:off x="5265075" y="2649575"/>
              <a:ext cx="1775" cy="6000"/>
            </a:xfrm>
            <a:custGeom>
              <a:avLst/>
              <a:gdLst/>
              <a:ahLst/>
              <a:cxnLst/>
              <a:rect l="l" t="t" r="r" b="b"/>
              <a:pathLst>
                <a:path w="71" h="240" extrusionOk="0">
                  <a:moveTo>
                    <a:pt x="71" y="0"/>
                  </a:moveTo>
                  <a:cubicBezTo>
                    <a:pt x="17" y="33"/>
                    <a:pt x="1" y="87"/>
                    <a:pt x="1" y="153"/>
                  </a:cubicBezTo>
                  <a:cubicBezTo>
                    <a:pt x="1" y="190"/>
                    <a:pt x="38" y="223"/>
                    <a:pt x="54" y="239"/>
                  </a:cubicBezTo>
                  <a:cubicBezTo>
                    <a:pt x="71" y="173"/>
                    <a:pt x="71" y="87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10"/>
            <p:cNvSpPr/>
            <p:nvPr/>
          </p:nvSpPr>
          <p:spPr>
            <a:xfrm>
              <a:off x="5201600" y="2550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66" y="1"/>
                    <a:pt x="50" y="22"/>
                    <a:pt x="33" y="55"/>
                  </a:cubicBezTo>
                  <a:cubicBezTo>
                    <a:pt x="17" y="71"/>
                    <a:pt x="0" y="104"/>
                    <a:pt x="17" y="141"/>
                  </a:cubicBezTo>
                  <a:cubicBezTo>
                    <a:pt x="17" y="174"/>
                    <a:pt x="33" y="207"/>
                    <a:pt x="50" y="228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86" y="244"/>
                    <a:pt x="239" y="174"/>
                    <a:pt x="223" y="104"/>
                  </a:cubicBezTo>
                  <a:cubicBezTo>
                    <a:pt x="223" y="71"/>
                    <a:pt x="206" y="38"/>
                    <a:pt x="186" y="22"/>
                  </a:cubicBezTo>
                  <a:cubicBezTo>
                    <a:pt x="169" y="22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10"/>
            <p:cNvSpPr/>
            <p:nvPr/>
          </p:nvSpPr>
          <p:spPr>
            <a:xfrm>
              <a:off x="5187375" y="25515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1" y="0"/>
                  </a:moveTo>
                  <a:cubicBezTo>
                    <a:pt x="64" y="0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0" y="194"/>
                    <a:pt x="33" y="227"/>
                    <a:pt x="70" y="244"/>
                  </a:cubicBezTo>
                  <a:cubicBezTo>
                    <a:pt x="84" y="251"/>
                    <a:pt x="101" y="255"/>
                    <a:pt x="118" y="255"/>
                  </a:cubicBezTo>
                  <a:cubicBezTo>
                    <a:pt x="141" y="255"/>
                    <a:pt x="164" y="247"/>
                    <a:pt x="173" y="227"/>
                  </a:cubicBezTo>
                  <a:cubicBezTo>
                    <a:pt x="190" y="211"/>
                    <a:pt x="206" y="194"/>
                    <a:pt x="206" y="178"/>
                  </a:cubicBezTo>
                  <a:cubicBezTo>
                    <a:pt x="239" y="108"/>
                    <a:pt x="206" y="38"/>
                    <a:pt x="157" y="5"/>
                  </a:cubicBezTo>
                  <a:cubicBezTo>
                    <a:pt x="145" y="2"/>
                    <a:pt x="133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10"/>
            <p:cNvSpPr/>
            <p:nvPr/>
          </p:nvSpPr>
          <p:spPr>
            <a:xfrm>
              <a:off x="5190350" y="253775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16" y="1"/>
                  </a:moveTo>
                  <a:cubicBezTo>
                    <a:pt x="74" y="1"/>
                    <a:pt x="33" y="25"/>
                    <a:pt x="17" y="74"/>
                  </a:cubicBezTo>
                  <a:cubicBezTo>
                    <a:pt x="1" y="144"/>
                    <a:pt x="17" y="231"/>
                    <a:pt x="87" y="247"/>
                  </a:cubicBezTo>
                  <a:cubicBezTo>
                    <a:pt x="87" y="264"/>
                    <a:pt x="104" y="264"/>
                    <a:pt x="120" y="264"/>
                  </a:cubicBezTo>
                  <a:cubicBezTo>
                    <a:pt x="174" y="247"/>
                    <a:pt x="207" y="231"/>
                    <a:pt x="223" y="177"/>
                  </a:cubicBezTo>
                  <a:cubicBezTo>
                    <a:pt x="244" y="128"/>
                    <a:pt x="223" y="74"/>
                    <a:pt x="207" y="41"/>
                  </a:cubicBezTo>
                  <a:cubicBezTo>
                    <a:pt x="190" y="25"/>
                    <a:pt x="174" y="8"/>
                    <a:pt x="157" y="8"/>
                  </a:cubicBezTo>
                  <a:cubicBezTo>
                    <a:pt x="144" y="3"/>
                    <a:pt x="130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10"/>
            <p:cNvSpPr/>
            <p:nvPr/>
          </p:nvSpPr>
          <p:spPr>
            <a:xfrm>
              <a:off x="5155625" y="26044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66" y="0"/>
                    <a:pt x="50" y="21"/>
                    <a:pt x="33" y="54"/>
                  </a:cubicBezTo>
                  <a:cubicBezTo>
                    <a:pt x="17" y="87"/>
                    <a:pt x="0" y="124"/>
                    <a:pt x="0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4"/>
                    <a:pt x="239" y="190"/>
                    <a:pt x="223" y="104"/>
                  </a:cubicBezTo>
                  <a:cubicBezTo>
                    <a:pt x="223" y="71"/>
                    <a:pt x="206" y="54"/>
                    <a:pt x="190" y="21"/>
                  </a:cubicBezTo>
                  <a:lnTo>
                    <a:pt x="153" y="21"/>
                  </a:ln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10"/>
            <p:cNvSpPr/>
            <p:nvPr/>
          </p:nvSpPr>
          <p:spPr>
            <a:xfrm>
              <a:off x="5190350" y="2631525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04" y="1"/>
                  </a:moveTo>
                  <a:cubicBezTo>
                    <a:pt x="38" y="17"/>
                    <a:pt x="1" y="87"/>
                    <a:pt x="1" y="153"/>
                  </a:cubicBezTo>
                  <a:cubicBezTo>
                    <a:pt x="17" y="190"/>
                    <a:pt x="38" y="223"/>
                    <a:pt x="54" y="240"/>
                  </a:cubicBezTo>
                  <a:cubicBezTo>
                    <a:pt x="66" y="252"/>
                    <a:pt x="86" y="265"/>
                    <a:pt x="109" y="265"/>
                  </a:cubicBezTo>
                  <a:cubicBezTo>
                    <a:pt x="119" y="265"/>
                    <a:pt x="130" y="263"/>
                    <a:pt x="141" y="256"/>
                  </a:cubicBezTo>
                  <a:cubicBezTo>
                    <a:pt x="157" y="256"/>
                    <a:pt x="190" y="240"/>
                    <a:pt x="207" y="207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10"/>
            <p:cNvSpPr/>
            <p:nvPr/>
          </p:nvSpPr>
          <p:spPr>
            <a:xfrm>
              <a:off x="5188200" y="250527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3" y="0"/>
                  </a:moveTo>
                  <a:cubicBezTo>
                    <a:pt x="70" y="0"/>
                    <a:pt x="54" y="17"/>
                    <a:pt x="37" y="50"/>
                  </a:cubicBezTo>
                  <a:cubicBezTo>
                    <a:pt x="21" y="87"/>
                    <a:pt x="0" y="120"/>
                    <a:pt x="21" y="153"/>
                  </a:cubicBezTo>
                  <a:cubicBezTo>
                    <a:pt x="21" y="190"/>
                    <a:pt x="37" y="206"/>
                    <a:pt x="54" y="239"/>
                  </a:cubicBezTo>
                  <a:cubicBezTo>
                    <a:pt x="87" y="256"/>
                    <a:pt x="103" y="256"/>
                    <a:pt x="140" y="256"/>
                  </a:cubicBezTo>
                  <a:cubicBezTo>
                    <a:pt x="206" y="239"/>
                    <a:pt x="243" y="173"/>
                    <a:pt x="227" y="103"/>
                  </a:cubicBezTo>
                  <a:cubicBezTo>
                    <a:pt x="227" y="70"/>
                    <a:pt x="206" y="50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10"/>
            <p:cNvSpPr/>
            <p:nvPr/>
          </p:nvSpPr>
          <p:spPr>
            <a:xfrm>
              <a:off x="5195925" y="252022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29" y="0"/>
                  </a:moveTo>
                  <a:cubicBezTo>
                    <a:pt x="82" y="0"/>
                    <a:pt x="35" y="33"/>
                    <a:pt x="21" y="91"/>
                  </a:cubicBezTo>
                  <a:cubicBezTo>
                    <a:pt x="0" y="157"/>
                    <a:pt x="21" y="227"/>
                    <a:pt x="87" y="243"/>
                  </a:cubicBezTo>
                  <a:cubicBezTo>
                    <a:pt x="103" y="260"/>
                    <a:pt x="124" y="260"/>
                    <a:pt x="141" y="260"/>
                  </a:cubicBezTo>
                  <a:cubicBezTo>
                    <a:pt x="174" y="260"/>
                    <a:pt x="207" y="227"/>
                    <a:pt x="227" y="173"/>
                  </a:cubicBezTo>
                  <a:cubicBezTo>
                    <a:pt x="244" y="124"/>
                    <a:pt x="227" y="70"/>
                    <a:pt x="207" y="37"/>
                  </a:cubicBezTo>
                  <a:cubicBezTo>
                    <a:pt x="190" y="37"/>
                    <a:pt x="174" y="21"/>
                    <a:pt x="157" y="4"/>
                  </a:cubicBezTo>
                  <a:cubicBezTo>
                    <a:pt x="148" y="1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10"/>
            <p:cNvSpPr/>
            <p:nvPr/>
          </p:nvSpPr>
          <p:spPr>
            <a:xfrm>
              <a:off x="5205400" y="2580500"/>
              <a:ext cx="6000" cy="6750"/>
            </a:xfrm>
            <a:custGeom>
              <a:avLst/>
              <a:gdLst/>
              <a:ahLst/>
              <a:cxnLst/>
              <a:rect l="l" t="t" r="r" b="b"/>
              <a:pathLst>
                <a:path w="240" h="270" extrusionOk="0">
                  <a:moveTo>
                    <a:pt x="119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54"/>
                    <a:pt x="34" y="236"/>
                    <a:pt x="87" y="257"/>
                  </a:cubicBezTo>
                  <a:cubicBezTo>
                    <a:pt x="100" y="265"/>
                    <a:pt x="115" y="269"/>
                    <a:pt x="130" y="269"/>
                  </a:cubicBezTo>
                  <a:cubicBezTo>
                    <a:pt x="170" y="269"/>
                    <a:pt x="211" y="238"/>
                    <a:pt x="223" y="187"/>
                  </a:cubicBezTo>
                  <a:cubicBezTo>
                    <a:pt x="240" y="116"/>
                    <a:pt x="223" y="30"/>
                    <a:pt x="174" y="13"/>
                  </a:cubicBezTo>
                  <a:cubicBezTo>
                    <a:pt x="155" y="5"/>
                    <a:pt x="137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10"/>
            <p:cNvSpPr/>
            <p:nvPr/>
          </p:nvSpPr>
          <p:spPr>
            <a:xfrm>
              <a:off x="5191700" y="2616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50" y="17"/>
                    <a:pt x="0" y="87"/>
                    <a:pt x="17" y="153"/>
                  </a:cubicBezTo>
                  <a:cubicBezTo>
                    <a:pt x="31" y="213"/>
                    <a:pt x="72" y="260"/>
                    <a:pt x="114" y="260"/>
                  </a:cubicBezTo>
                  <a:cubicBezTo>
                    <a:pt x="122" y="260"/>
                    <a:pt x="129" y="259"/>
                    <a:pt x="136" y="256"/>
                  </a:cubicBezTo>
                  <a:cubicBezTo>
                    <a:pt x="169" y="256"/>
                    <a:pt x="206" y="240"/>
                    <a:pt x="223" y="207"/>
                  </a:cubicBezTo>
                  <a:cubicBezTo>
                    <a:pt x="239" y="190"/>
                    <a:pt x="239" y="153"/>
                    <a:pt x="239" y="120"/>
                  </a:cubicBezTo>
                  <a:cubicBezTo>
                    <a:pt x="223" y="87"/>
                    <a:pt x="223" y="50"/>
                    <a:pt x="190" y="33"/>
                  </a:cubicBezTo>
                  <a:cubicBezTo>
                    <a:pt x="190" y="17"/>
                    <a:pt x="169" y="1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10"/>
            <p:cNvSpPr/>
            <p:nvPr/>
          </p:nvSpPr>
          <p:spPr>
            <a:xfrm>
              <a:off x="5189950" y="2581600"/>
              <a:ext cx="6500" cy="6475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41" y="1"/>
                  </a:moveTo>
                  <a:cubicBezTo>
                    <a:pt x="96" y="1"/>
                    <a:pt x="50" y="33"/>
                    <a:pt x="33" y="72"/>
                  </a:cubicBezTo>
                  <a:cubicBezTo>
                    <a:pt x="0" y="143"/>
                    <a:pt x="33" y="229"/>
                    <a:pt x="87" y="246"/>
                  </a:cubicBezTo>
                  <a:cubicBezTo>
                    <a:pt x="105" y="254"/>
                    <a:pt x="123" y="258"/>
                    <a:pt x="138" y="258"/>
                  </a:cubicBezTo>
                  <a:cubicBezTo>
                    <a:pt x="182" y="258"/>
                    <a:pt x="215" y="227"/>
                    <a:pt x="239" y="175"/>
                  </a:cubicBezTo>
                  <a:cubicBezTo>
                    <a:pt x="260" y="110"/>
                    <a:pt x="223" y="39"/>
                    <a:pt x="173" y="6"/>
                  </a:cubicBezTo>
                  <a:cubicBezTo>
                    <a:pt x="163" y="2"/>
                    <a:pt x="152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10"/>
            <p:cNvSpPr/>
            <p:nvPr/>
          </p:nvSpPr>
          <p:spPr>
            <a:xfrm>
              <a:off x="5206750" y="26594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66" y="0"/>
                    <a:pt x="50" y="17"/>
                    <a:pt x="33" y="50"/>
                  </a:cubicBezTo>
                  <a:cubicBezTo>
                    <a:pt x="17" y="87"/>
                    <a:pt x="0" y="120"/>
                    <a:pt x="0" y="153"/>
                  </a:cubicBezTo>
                  <a:cubicBezTo>
                    <a:pt x="17" y="190"/>
                    <a:pt x="33" y="206"/>
                    <a:pt x="50" y="239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86" y="239"/>
                    <a:pt x="239" y="169"/>
                    <a:pt x="223" y="103"/>
                  </a:cubicBezTo>
                  <a:cubicBezTo>
                    <a:pt x="223" y="66"/>
                    <a:pt x="206" y="33"/>
                    <a:pt x="186" y="17"/>
                  </a:cubicBezTo>
                  <a:cubicBezTo>
                    <a:pt x="169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10"/>
            <p:cNvSpPr/>
            <p:nvPr/>
          </p:nvSpPr>
          <p:spPr>
            <a:xfrm>
              <a:off x="5210150" y="25197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7" y="0"/>
                  </a:moveTo>
                  <a:cubicBezTo>
                    <a:pt x="85" y="0"/>
                    <a:pt x="64" y="14"/>
                    <a:pt x="50" y="25"/>
                  </a:cubicBezTo>
                  <a:cubicBezTo>
                    <a:pt x="33" y="42"/>
                    <a:pt x="17" y="75"/>
                    <a:pt x="17" y="112"/>
                  </a:cubicBezTo>
                  <a:cubicBezTo>
                    <a:pt x="0" y="145"/>
                    <a:pt x="17" y="178"/>
                    <a:pt x="33" y="215"/>
                  </a:cubicBezTo>
                  <a:cubicBezTo>
                    <a:pt x="50" y="231"/>
                    <a:pt x="87" y="248"/>
                    <a:pt x="103" y="264"/>
                  </a:cubicBezTo>
                  <a:cubicBezTo>
                    <a:pt x="136" y="264"/>
                    <a:pt x="173" y="248"/>
                    <a:pt x="190" y="231"/>
                  </a:cubicBezTo>
                  <a:cubicBezTo>
                    <a:pt x="239" y="178"/>
                    <a:pt x="239" y="112"/>
                    <a:pt x="206" y="42"/>
                  </a:cubicBezTo>
                  <a:cubicBezTo>
                    <a:pt x="190" y="25"/>
                    <a:pt x="173" y="9"/>
                    <a:pt x="153" y="9"/>
                  </a:cubicBezTo>
                  <a:lnTo>
                    <a:pt x="136" y="9"/>
                  </a:lnTo>
                  <a:cubicBezTo>
                    <a:pt x="127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10"/>
            <p:cNvSpPr/>
            <p:nvPr/>
          </p:nvSpPr>
          <p:spPr>
            <a:xfrm>
              <a:off x="5207575" y="256370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87" y="1"/>
                  </a:moveTo>
                  <a:cubicBezTo>
                    <a:pt x="70" y="17"/>
                    <a:pt x="50" y="17"/>
                    <a:pt x="33" y="34"/>
                  </a:cubicBezTo>
                  <a:cubicBezTo>
                    <a:pt x="0" y="67"/>
                    <a:pt x="0" y="121"/>
                    <a:pt x="0" y="153"/>
                  </a:cubicBezTo>
                  <a:cubicBezTo>
                    <a:pt x="0" y="186"/>
                    <a:pt x="17" y="224"/>
                    <a:pt x="50" y="240"/>
                  </a:cubicBezTo>
                  <a:cubicBezTo>
                    <a:pt x="64" y="252"/>
                    <a:pt x="85" y="263"/>
                    <a:pt x="102" y="263"/>
                  </a:cubicBezTo>
                  <a:cubicBezTo>
                    <a:pt x="109" y="263"/>
                    <a:pt x="115" y="261"/>
                    <a:pt x="120" y="257"/>
                  </a:cubicBezTo>
                  <a:cubicBezTo>
                    <a:pt x="190" y="257"/>
                    <a:pt x="223" y="186"/>
                    <a:pt x="223" y="121"/>
                  </a:cubicBezTo>
                  <a:cubicBezTo>
                    <a:pt x="206" y="67"/>
                    <a:pt x="190" y="34"/>
                    <a:pt x="153" y="17"/>
                  </a:cubicBezTo>
                  <a:cubicBezTo>
                    <a:pt x="136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10"/>
            <p:cNvSpPr/>
            <p:nvPr/>
          </p:nvSpPr>
          <p:spPr>
            <a:xfrm>
              <a:off x="5203650" y="2507850"/>
              <a:ext cx="2600" cy="2175"/>
            </a:xfrm>
            <a:custGeom>
              <a:avLst/>
              <a:gdLst/>
              <a:ahLst/>
              <a:cxnLst/>
              <a:rect l="l" t="t" r="r" b="b"/>
              <a:pathLst>
                <a:path w="104" h="87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33"/>
                    <a:pt x="38" y="50"/>
                    <a:pt x="54" y="70"/>
                  </a:cubicBezTo>
                  <a:cubicBezTo>
                    <a:pt x="71" y="87"/>
                    <a:pt x="87" y="87"/>
                    <a:pt x="104" y="87"/>
                  </a:cubicBezTo>
                  <a:cubicBezTo>
                    <a:pt x="71" y="70"/>
                    <a:pt x="38" y="3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10"/>
            <p:cNvSpPr/>
            <p:nvPr/>
          </p:nvSpPr>
          <p:spPr>
            <a:xfrm>
              <a:off x="5198075" y="25961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9" y="1"/>
                  </a:moveTo>
                  <a:cubicBezTo>
                    <a:pt x="83" y="1"/>
                    <a:pt x="35" y="33"/>
                    <a:pt x="17" y="91"/>
                  </a:cubicBezTo>
                  <a:cubicBezTo>
                    <a:pt x="1" y="161"/>
                    <a:pt x="17" y="227"/>
                    <a:pt x="88" y="248"/>
                  </a:cubicBezTo>
                  <a:cubicBezTo>
                    <a:pt x="102" y="257"/>
                    <a:pt x="117" y="261"/>
                    <a:pt x="132" y="261"/>
                  </a:cubicBezTo>
                  <a:cubicBezTo>
                    <a:pt x="173" y="261"/>
                    <a:pt x="211" y="229"/>
                    <a:pt x="224" y="178"/>
                  </a:cubicBezTo>
                  <a:cubicBezTo>
                    <a:pt x="244" y="108"/>
                    <a:pt x="224" y="42"/>
                    <a:pt x="158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10"/>
            <p:cNvSpPr/>
            <p:nvPr/>
          </p:nvSpPr>
          <p:spPr>
            <a:xfrm>
              <a:off x="5194675" y="2566700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37" y="1"/>
                  </a:moveTo>
                  <a:cubicBezTo>
                    <a:pt x="104" y="1"/>
                    <a:pt x="71" y="1"/>
                    <a:pt x="50" y="33"/>
                  </a:cubicBezTo>
                  <a:cubicBezTo>
                    <a:pt x="1" y="66"/>
                    <a:pt x="1" y="153"/>
                    <a:pt x="34" y="207"/>
                  </a:cubicBezTo>
                  <a:cubicBezTo>
                    <a:pt x="50" y="240"/>
                    <a:pt x="87" y="256"/>
                    <a:pt x="104" y="256"/>
                  </a:cubicBezTo>
                  <a:cubicBezTo>
                    <a:pt x="137" y="256"/>
                    <a:pt x="174" y="256"/>
                    <a:pt x="191" y="223"/>
                  </a:cubicBezTo>
                  <a:cubicBezTo>
                    <a:pt x="207" y="207"/>
                    <a:pt x="224" y="170"/>
                    <a:pt x="224" y="137"/>
                  </a:cubicBezTo>
                  <a:cubicBezTo>
                    <a:pt x="240" y="104"/>
                    <a:pt x="224" y="66"/>
                    <a:pt x="207" y="50"/>
                  </a:cubicBezTo>
                  <a:cubicBezTo>
                    <a:pt x="191" y="33"/>
                    <a:pt x="174" y="17"/>
                    <a:pt x="153" y="17"/>
                  </a:cubicBezTo>
                  <a:cubicBezTo>
                    <a:pt x="153" y="1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10"/>
            <p:cNvSpPr/>
            <p:nvPr/>
          </p:nvSpPr>
          <p:spPr>
            <a:xfrm>
              <a:off x="5199025" y="2644000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03" y="1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17" y="223"/>
                    <a:pt x="50" y="240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53" y="256"/>
                    <a:pt x="186" y="240"/>
                    <a:pt x="206" y="207"/>
                  </a:cubicBezTo>
                  <a:cubicBezTo>
                    <a:pt x="223" y="170"/>
                    <a:pt x="223" y="137"/>
                    <a:pt x="223" y="104"/>
                  </a:cubicBezTo>
                  <a:cubicBezTo>
                    <a:pt x="223" y="67"/>
                    <a:pt x="206" y="50"/>
                    <a:pt x="169" y="17"/>
                  </a:cubicBezTo>
                  <a:lnTo>
                    <a:pt x="153" y="17"/>
                  </a:ln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10"/>
            <p:cNvSpPr/>
            <p:nvPr/>
          </p:nvSpPr>
          <p:spPr>
            <a:xfrm>
              <a:off x="5202000" y="26765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87" y="1"/>
                    <a:pt x="87" y="1"/>
                    <a:pt x="67" y="21"/>
                  </a:cubicBezTo>
                  <a:cubicBezTo>
                    <a:pt x="34" y="38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0" y="244"/>
                    <a:pt x="240" y="190"/>
                    <a:pt x="223" y="104"/>
                  </a:cubicBezTo>
                  <a:lnTo>
                    <a:pt x="223" y="71"/>
                  </a:lnTo>
                  <a:cubicBezTo>
                    <a:pt x="207" y="54"/>
                    <a:pt x="190" y="21"/>
                    <a:pt x="153" y="21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10"/>
            <p:cNvSpPr/>
            <p:nvPr/>
          </p:nvSpPr>
          <p:spPr>
            <a:xfrm>
              <a:off x="5183975" y="25241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50" y="17"/>
                    <a:pt x="0" y="71"/>
                    <a:pt x="17" y="157"/>
                  </a:cubicBezTo>
                  <a:cubicBezTo>
                    <a:pt x="17" y="190"/>
                    <a:pt x="33" y="207"/>
                    <a:pt x="50" y="223"/>
                  </a:cubicBezTo>
                  <a:cubicBezTo>
                    <a:pt x="87" y="261"/>
                    <a:pt x="103" y="261"/>
                    <a:pt x="136" y="261"/>
                  </a:cubicBezTo>
                  <a:cubicBezTo>
                    <a:pt x="169" y="261"/>
                    <a:pt x="190" y="223"/>
                    <a:pt x="206" y="207"/>
                  </a:cubicBezTo>
                  <a:cubicBezTo>
                    <a:pt x="223" y="174"/>
                    <a:pt x="239" y="141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10"/>
            <p:cNvSpPr/>
            <p:nvPr/>
          </p:nvSpPr>
          <p:spPr>
            <a:xfrm>
              <a:off x="5157275" y="2680800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39" y="1"/>
                  </a:moveTo>
                  <a:cubicBezTo>
                    <a:pt x="87" y="1"/>
                    <a:pt x="48" y="33"/>
                    <a:pt x="21" y="91"/>
                  </a:cubicBezTo>
                  <a:cubicBezTo>
                    <a:pt x="0" y="141"/>
                    <a:pt x="37" y="227"/>
                    <a:pt x="87" y="244"/>
                  </a:cubicBezTo>
                  <a:cubicBezTo>
                    <a:pt x="101" y="254"/>
                    <a:pt x="117" y="259"/>
                    <a:pt x="132" y="259"/>
                  </a:cubicBezTo>
                  <a:cubicBezTo>
                    <a:pt x="173" y="259"/>
                    <a:pt x="212" y="226"/>
                    <a:pt x="227" y="178"/>
                  </a:cubicBezTo>
                  <a:cubicBezTo>
                    <a:pt x="260" y="108"/>
                    <a:pt x="227" y="38"/>
                    <a:pt x="173" y="5"/>
                  </a:cubicBezTo>
                  <a:cubicBezTo>
                    <a:pt x="162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10"/>
            <p:cNvSpPr/>
            <p:nvPr/>
          </p:nvSpPr>
          <p:spPr>
            <a:xfrm>
              <a:off x="5146950" y="2574925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14" y="1"/>
                  </a:moveTo>
                  <a:cubicBezTo>
                    <a:pt x="73" y="1"/>
                    <a:pt x="34" y="32"/>
                    <a:pt x="22" y="84"/>
                  </a:cubicBezTo>
                  <a:cubicBezTo>
                    <a:pt x="1" y="150"/>
                    <a:pt x="22" y="236"/>
                    <a:pt x="88" y="253"/>
                  </a:cubicBezTo>
                  <a:cubicBezTo>
                    <a:pt x="102" y="263"/>
                    <a:pt x="118" y="268"/>
                    <a:pt x="133" y="268"/>
                  </a:cubicBezTo>
                  <a:cubicBezTo>
                    <a:pt x="174" y="268"/>
                    <a:pt x="213" y="235"/>
                    <a:pt x="228" y="187"/>
                  </a:cubicBezTo>
                  <a:cubicBezTo>
                    <a:pt x="244" y="117"/>
                    <a:pt x="207" y="30"/>
                    <a:pt x="158" y="14"/>
                  </a:cubicBezTo>
                  <a:cubicBezTo>
                    <a:pt x="143" y="5"/>
                    <a:pt x="128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10"/>
            <p:cNvSpPr/>
            <p:nvPr/>
          </p:nvSpPr>
          <p:spPr>
            <a:xfrm>
              <a:off x="5151300" y="2623400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33" y="206"/>
                    <a:pt x="54" y="239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57" y="256"/>
                    <a:pt x="190" y="239"/>
                    <a:pt x="206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6" y="50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10"/>
            <p:cNvSpPr/>
            <p:nvPr/>
          </p:nvSpPr>
          <p:spPr>
            <a:xfrm>
              <a:off x="5154700" y="2650700"/>
              <a:ext cx="5675" cy="6775"/>
            </a:xfrm>
            <a:custGeom>
              <a:avLst/>
              <a:gdLst/>
              <a:ahLst/>
              <a:cxnLst/>
              <a:rect l="l" t="t" r="r" b="b"/>
              <a:pathLst>
                <a:path w="227" h="271" extrusionOk="0">
                  <a:moveTo>
                    <a:pt x="114" y="1"/>
                  </a:moveTo>
                  <a:cubicBezTo>
                    <a:pt x="67" y="1"/>
                    <a:pt x="18" y="36"/>
                    <a:pt x="0" y="91"/>
                  </a:cubicBezTo>
                  <a:lnTo>
                    <a:pt x="0" y="145"/>
                  </a:lnTo>
                  <a:cubicBezTo>
                    <a:pt x="0" y="194"/>
                    <a:pt x="21" y="232"/>
                    <a:pt x="70" y="265"/>
                  </a:cubicBezTo>
                  <a:cubicBezTo>
                    <a:pt x="79" y="269"/>
                    <a:pt x="89" y="271"/>
                    <a:pt x="100" y="271"/>
                  </a:cubicBezTo>
                  <a:cubicBezTo>
                    <a:pt x="129" y="271"/>
                    <a:pt x="161" y="256"/>
                    <a:pt x="173" y="232"/>
                  </a:cubicBezTo>
                  <a:cubicBezTo>
                    <a:pt x="190" y="211"/>
                    <a:pt x="206" y="194"/>
                    <a:pt x="206" y="178"/>
                  </a:cubicBezTo>
                  <a:cubicBezTo>
                    <a:pt x="227" y="108"/>
                    <a:pt x="206" y="42"/>
                    <a:pt x="140" y="5"/>
                  </a:cubicBezTo>
                  <a:cubicBezTo>
                    <a:pt x="132" y="2"/>
                    <a:pt x="123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10"/>
            <p:cNvSpPr/>
            <p:nvPr/>
          </p:nvSpPr>
          <p:spPr>
            <a:xfrm>
              <a:off x="5146150" y="2544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0" y="71"/>
                    <a:pt x="0" y="158"/>
                    <a:pt x="33" y="207"/>
                  </a:cubicBezTo>
                  <a:cubicBezTo>
                    <a:pt x="54" y="240"/>
                    <a:pt x="87" y="261"/>
                    <a:pt x="103" y="261"/>
                  </a:cubicBezTo>
                  <a:cubicBezTo>
                    <a:pt x="136" y="261"/>
                    <a:pt x="173" y="261"/>
                    <a:pt x="190" y="240"/>
                  </a:cubicBezTo>
                  <a:cubicBezTo>
                    <a:pt x="239" y="191"/>
                    <a:pt x="239" y="104"/>
                    <a:pt x="206" y="54"/>
                  </a:cubicBezTo>
                  <a:cubicBezTo>
                    <a:pt x="190" y="34"/>
                    <a:pt x="190" y="17"/>
                    <a:pt x="173" y="17"/>
                  </a:cubicBezTo>
                  <a:cubicBezTo>
                    <a:pt x="157" y="1"/>
                    <a:pt x="13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10"/>
            <p:cNvSpPr/>
            <p:nvPr/>
          </p:nvSpPr>
          <p:spPr>
            <a:xfrm>
              <a:off x="5151300" y="252857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8" y="0"/>
                  </a:moveTo>
                  <a:cubicBezTo>
                    <a:pt x="120" y="0"/>
                    <a:pt x="111" y="4"/>
                    <a:pt x="103" y="12"/>
                  </a:cubicBezTo>
                  <a:cubicBezTo>
                    <a:pt x="54" y="12"/>
                    <a:pt x="0" y="83"/>
                    <a:pt x="17" y="148"/>
                  </a:cubicBezTo>
                  <a:cubicBezTo>
                    <a:pt x="17" y="186"/>
                    <a:pt x="33" y="219"/>
                    <a:pt x="54" y="235"/>
                  </a:cubicBezTo>
                  <a:cubicBezTo>
                    <a:pt x="87" y="252"/>
                    <a:pt x="103" y="272"/>
                    <a:pt x="136" y="272"/>
                  </a:cubicBezTo>
                  <a:cubicBezTo>
                    <a:pt x="206" y="252"/>
                    <a:pt x="239" y="186"/>
                    <a:pt x="223" y="115"/>
                  </a:cubicBezTo>
                  <a:cubicBezTo>
                    <a:pt x="223" y="83"/>
                    <a:pt x="206" y="45"/>
                    <a:pt x="190" y="29"/>
                  </a:cubicBezTo>
                  <a:cubicBezTo>
                    <a:pt x="173" y="29"/>
                    <a:pt x="173" y="12"/>
                    <a:pt x="157" y="12"/>
                  </a:cubicBezTo>
                  <a:cubicBezTo>
                    <a:pt x="147" y="4"/>
                    <a:pt x="137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10"/>
            <p:cNvSpPr/>
            <p:nvPr/>
          </p:nvSpPr>
          <p:spPr>
            <a:xfrm>
              <a:off x="5151300" y="24836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32" y="1"/>
                  </a:moveTo>
                  <a:cubicBezTo>
                    <a:pt x="124" y="1"/>
                    <a:pt x="114" y="3"/>
                    <a:pt x="103" y="10"/>
                  </a:cubicBezTo>
                  <a:cubicBezTo>
                    <a:pt x="54" y="10"/>
                    <a:pt x="0" y="76"/>
                    <a:pt x="17" y="146"/>
                  </a:cubicBezTo>
                  <a:cubicBezTo>
                    <a:pt x="33" y="216"/>
                    <a:pt x="87" y="265"/>
                    <a:pt x="136" y="265"/>
                  </a:cubicBezTo>
                  <a:cubicBezTo>
                    <a:pt x="173" y="249"/>
                    <a:pt x="206" y="232"/>
                    <a:pt x="223" y="216"/>
                  </a:cubicBezTo>
                  <a:cubicBezTo>
                    <a:pt x="239" y="179"/>
                    <a:pt x="239" y="146"/>
                    <a:pt x="239" y="113"/>
                  </a:cubicBezTo>
                  <a:cubicBezTo>
                    <a:pt x="223" y="76"/>
                    <a:pt x="223" y="43"/>
                    <a:pt x="190" y="26"/>
                  </a:cubicBezTo>
                  <a:lnTo>
                    <a:pt x="173" y="10"/>
                  </a:lnTo>
                  <a:cubicBezTo>
                    <a:pt x="162" y="10"/>
                    <a:pt x="149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10"/>
            <p:cNvSpPr/>
            <p:nvPr/>
          </p:nvSpPr>
          <p:spPr>
            <a:xfrm>
              <a:off x="5150050" y="2499050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20" y="1"/>
                  </a:moveTo>
                  <a:cubicBezTo>
                    <a:pt x="115" y="1"/>
                    <a:pt x="109" y="3"/>
                    <a:pt x="104" y="10"/>
                  </a:cubicBezTo>
                  <a:cubicBezTo>
                    <a:pt x="34" y="10"/>
                    <a:pt x="1" y="76"/>
                    <a:pt x="1" y="146"/>
                  </a:cubicBezTo>
                  <a:cubicBezTo>
                    <a:pt x="17" y="179"/>
                    <a:pt x="34" y="216"/>
                    <a:pt x="50" y="233"/>
                  </a:cubicBezTo>
                  <a:cubicBezTo>
                    <a:pt x="67" y="249"/>
                    <a:pt x="104" y="266"/>
                    <a:pt x="137" y="266"/>
                  </a:cubicBezTo>
                  <a:cubicBezTo>
                    <a:pt x="170" y="249"/>
                    <a:pt x="186" y="233"/>
                    <a:pt x="207" y="216"/>
                  </a:cubicBezTo>
                  <a:cubicBezTo>
                    <a:pt x="223" y="179"/>
                    <a:pt x="223" y="146"/>
                    <a:pt x="223" y="113"/>
                  </a:cubicBezTo>
                  <a:cubicBezTo>
                    <a:pt x="223" y="76"/>
                    <a:pt x="207" y="43"/>
                    <a:pt x="186" y="27"/>
                  </a:cubicBezTo>
                  <a:cubicBezTo>
                    <a:pt x="170" y="27"/>
                    <a:pt x="170" y="10"/>
                    <a:pt x="153" y="10"/>
                  </a:cubicBezTo>
                  <a:cubicBezTo>
                    <a:pt x="142" y="10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10"/>
            <p:cNvSpPr/>
            <p:nvPr/>
          </p:nvSpPr>
          <p:spPr>
            <a:xfrm>
              <a:off x="5206750" y="25346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1" y="0"/>
                  </a:moveTo>
                  <a:cubicBezTo>
                    <a:pt x="123" y="0"/>
                    <a:pt x="114" y="2"/>
                    <a:pt x="103" y="8"/>
                  </a:cubicBezTo>
                  <a:cubicBezTo>
                    <a:pt x="50" y="8"/>
                    <a:pt x="0" y="78"/>
                    <a:pt x="17" y="148"/>
                  </a:cubicBezTo>
                  <a:cubicBezTo>
                    <a:pt x="17" y="181"/>
                    <a:pt x="33" y="214"/>
                    <a:pt x="66" y="234"/>
                  </a:cubicBezTo>
                  <a:cubicBezTo>
                    <a:pt x="83" y="251"/>
                    <a:pt x="120" y="267"/>
                    <a:pt x="136" y="267"/>
                  </a:cubicBezTo>
                  <a:cubicBezTo>
                    <a:pt x="206" y="251"/>
                    <a:pt x="239" y="181"/>
                    <a:pt x="239" y="111"/>
                  </a:cubicBezTo>
                  <a:cubicBezTo>
                    <a:pt x="223" y="61"/>
                    <a:pt x="206" y="28"/>
                    <a:pt x="169" y="8"/>
                  </a:cubicBezTo>
                  <a:cubicBezTo>
                    <a:pt x="158" y="8"/>
                    <a:pt x="147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10"/>
            <p:cNvSpPr/>
            <p:nvPr/>
          </p:nvSpPr>
          <p:spPr>
            <a:xfrm>
              <a:off x="5177050" y="25391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4" y="240"/>
                    <a:pt x="87" y="260"/>
                    <a:pt x="104" y="260"/>
                  </a:cubicBezTo>
                  <a:cubicBezTo>
                    <a:pt x="137" y="260"/>
                    <a:pt x="174" y="260"/>
                    <a:pt x="191" y="223"/>
                  </a:cubicBezTo>
                  <a:cubicBezTo>
                    <a:pt x="224" y="207"/>
                    <a:pt x="224" y="174"/>
                    <a:pt x="240" y="137"/>
                  </a:cubicBezTo>
                  <a:cubicBezTo>
                    <a:pt x="240" y="104"/>
                    <a:pt x="224" y="71"/>
                    <a:pt x="207" y="54"/>
                  </a:cubicBezTo>
                  <a:cubicBezTo>
                    <a:pt x="191" y="34"/>
                    <a:pt x="191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10"/>
            <p:cNvSpPr/>
            <p:nvPr/>
          </p:nvSpPr>
          <p:spPr>
            <a:xfrm>
              <a:off x="5216125" y="254732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41" y="0"/>
                  </a:moveTo>
                  <a:cubicBezTo>
                    <a:pt x="120" y="0"/>
                    <a:pt x="87" y="17"/>
                    <a:pt x="71" y="38"/>
                  </a:cubicBezTo>
                  <a:cubicBezTo>
                    <a:pt x="17" y="87"/>
                    <a:pt x="0" y="157"/>
                    <a:pt x="54" y="223"/>
                  </a:cubicBezTo>
                  <a:cubicBezTo>
                    <a:pt x="71" y="244"/>
                    <a:pt x="87" y="260"/>
                    <a:pt x="120" y="260"/>
                  </a:cubicBezTo>
                  <a:cubicBezTo>
                    <a:pt x="131" y="265"/>
                    <a:pt x="140" y="267"/>
                    <a:pt x="148" y="267"/>
                  </a:cubicBezTo>
                  <a:cubicBezTo>
                    <a:pt x="168" y="267"/>
                    <a:pt x="183" y="255"/>
                    <a:pt x="207" y="244"/>
                  </a:cubicBezTo>
                  <a:cubicBezTo>
                    <a:pt x="223" y="223"/>
                    <a:pt x="244" y="190"/>
                    <a:pt x="244" y="157"/>
                  </a:cubicBezTo>
                  <a:cubicBezTo>
                    <a:pt x="244" y="120"/>
                    <a:pt x="244" y="87"/>
                    <a:pt x="223" y="54"/>
                  </a:cubicBezTo>
                  <a:cubicBezTo>
                    <a:pt x="207" y="38"/>
                    <a:pt x="190" y="17"/>
                    <a:pt x="174" y="17"/>
                  </a:cubicBezTo>
                  <a:cubicBezTo>
                    <a:pt x="157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10"/>
            <p:cNvSpPr/>
            <p:nvPr/>
          </p:nvSpPr>
          <p:spPr>
            <a:xfrm>
              <a:off x="5205000" y="262720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36" y="1"/>
                  </a:moveTo>
                  <a:cubicBezTo>
                    <a:pt x="120" y="1"/>
                    <a:pt x="87" y="17"/>
                    <a:pt x="70" y="38"/>
                  </a:cubicBezTo>
                  <a:cubicBezTo>
                    <a:pt x="17" y="71"/>
                    <a:pt x="0" y="157"/>
                    <a:pt x="50" y="207"/>
                  </a:cubicBezTo>
                  <a:cubicBezTo>
                    <a:pt x="70" y="244"/>
                    <a:pt x="87" y="260"/>
                    <a:pt x="120" y="260"/>
                  </a:cubicBezTo>
                  <a:cubicBezTo>
                    <a:pt x="153" y="260"/>
                    <a:pt x="173" y="260"/>
                    <a:pt x="206" y="244"/>
                  </a:cubicBezTo>
                  <a:cubicBezTo>
                    <a:pt x="256" y="190"/>
                    <a:pt x="256" y="104"/>
                    <a:pt x="223" y="54"/>
                  </a:cubicBezTo>
                  <a:cubicBezTo>
                    <a:pt x="206" y="38"/>
                    <a:pt x="190" y="17"/>
                    <a:pt x="173" y="17"/>
                  </a:cubicBezTo>
                  <a:cubicBezTo>
                    <a:pt x="173" y="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10"/>
            <p:cNvSpPr/>
            <p:nvPr/>
          </p:nvSpPr>
          <p:spPr>
            <a:xfrm>
              <a:off x="5205825" y="261115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16" y="0"/>
                  </a:moveTo>
                  <a:cubicBezTo>
                    <a:pt x="107" y="0"/>
                    <a:pt x="98" y="2"/>
                    <a:pt x="87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81"/>
                    <a:pt x="17" y="214"/>
                    <a:pt x="54" y="230"/>
                  </a:cubicBezTo>
                  <a:cubicBezTo>
                    <a:pt x="70" y="247"/>
                    <a:pt x="103" y="267"/>
                    <a:pt x="120" y="267"/>
                  </a:cubicBezTo>
                  <a:cubicBezTo>
                    <a:pt x="190" y="247"/>
                    <a:pt x="223" y="181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7" y="8"/>
                  </a:lnTo>
                  <a:cubicBezTo>
                    <a:pt x="146" y="8"/>
                    <a:pt x="13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10"/>
            <p:cNvSpPr/>
            <p:nvPr/>
          </p:nvSpPr>
          <p:spPr>
            <a:xfrm>
              <a:off x="5159850" y="2587325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41" y="0"/>
                  </a:moveTo>
                  <a:cubicBezTo>
                    <a:pt x="103" y="0"/>
                    <a:pt x="87" y="17"/>
                    <a:pt x="54" y="33"/>
                  </a:cubicBezTo>
                  <a:cubicBezTo>
                    <a:pt x="21" y="66"/>
                    <a:pt x="0" y="153"/>
                    <a:pt x="37" y="206"/>
                  </a:cubicBezTo>
                  <a:cubicBezTo>
                    <a:pt x="66" y="245"/>
                    <a:pt x="102" y="261"/>
                    <a:pt x="134" y="261"/>
                  </a:cubicBezTo>
                  <a:cubicBezTo>
                    <a:pt x="156" y="261"/>
                    <a:pt x="176" y="253"/>
                    <a:pt x="190" y="239"/>
                  </a:cubicBezTo>
                  <a:cubicBezTo>
                    <a:pt x="244" y="190"/>
                    <a:pt x="260" y="103"/>
                    <a:pt x="206" y="50"/>
                  </a:cubicBezTo>
                  <a:cubicBezTo>
                    <a:pt x="206" y="33"/>
                    <a:pt x="190" y="17"/>
                    <a:pt x="174" y="17"/>
                  </a:cubicBezTo>
                  <a:cubicBezTo>
                    <a:pt x="157" y="0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10"/>
            <p:cNvSpPr/>
            <p:nvPr/>
          </p:nvSpPr>
          <p:spPr>
            <a:xfrm>
              <a:off x="5157275" y="2637000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7" y="0"/>
                  </a:moveTo>
                  <a:cubicBezTo>
                    <a:pt x="102" y="0"/>
                    <a:pt x="51" y="33"/>
                    <a:pt x="37" y="91"/>
                  </a:cubicBezTo>
                  <a:cubicBezTo>
                    <a:pt x="0" y="141"/>
                    <a:pt x="37" y="227"/>
                    <a:pt x="87" y="244"/>
                  </a:cubicBezTo>
                  <a:cubicBezTo>
                    <a:pt x="103" y="264"/>
                    <a:pt x="124" y="264"/>
                    <a:pt x="140" y="264"/>
                  </a:cubicBezTo>
                  <a:cubicBezTo>
                    <a:pt x="190" y="264"/>
                    <a:pt x="227" y="227"/>
                    <a:pt x="244" y="178"/>
                  </a:cubicBezTo>
                  <a:cubicBezTo>
                    <a:pt x="260" y="124"/>
                    <a:pt x="244" y="75"/>
                    <a:pt x="206" y="37"/>
                  </a:cubicBezTo>
                  <a:cubicBezTo>
                    <a:pt x="206" y="21"/>
                    <a:pt x="190" y="21"/>
                    <a:pt x="173" y="4"/>
                  </a:cubicBezTo>
                  <a:cubicBezTo>
                    <a:pt x="165" y="2"/>
                    <a:pt x="1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10"/>
            <p:cNvSpPr/>
            <p:nvPr/>
          </p:nvSpPr>
          <p:spPr>
            <a:xfrm>
              <a:off x="5163350" y="26193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1" y="161"/>
                    <a:pt x="17" y="227"/>
                    <a:pt x="87" y="264"/>
                  </a:cubicBezTo>
                  <a:lnTo>
                    <a:pt x="137" y="264"/>
                  </a:lnTo>
                  <a:cubicBezTo>
                    <a:pt x="170" y="264"/>
                    <a:pt x="207" y="227"/>
                    <a:pt x="223" y="178"/>
                  </a:cubicBezTo>
                  <a:cubicBezTo>
                    <a:pt x="240" y="145"/>
                    <a:pt x="223" y="91"/>
                    <a:pt x="207" y="58"/>
                  </a:cubicBezTo>
                  <a:lnTo>
                    <a:pt x="153" y="4"/>
                  </a:ln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10"/>
            <p:cNvSpPr/>
            <p:nvPr/>
          </p:nvSpPr>
          <p:spPr>
            <a:xfrm>
              <a:off x="5175825" y="2511650"/>
              <a:ext cx="6000" cy="6450"/>
            </a:xfrm>
            <a:custGeom>
              <a:avLst/>
              <a:gdLst/>
              <a:ahLst/>
              <a:cxnLst/>
              <a:rect l="l" t="t" r="r" b="b"/>
              <a:pathLst>
                <a:path w="240" h="258" extrusionOk="0">
                  <a:moveTo>
                    <a:pt x="120" y="1"/>
                  </a:moveTo>
                  <a:cubicBezTo>
                    <a:pt x="83" y="1"/>
                    <a:pt x="66" y="1"/>
                    <a:pt x="33" y="22"/>
                  </a:cubicBezTo>
                  <a:cubicBezTo>
                    <a:pt x="17" y="54"/>
                    <a:pt x="0" y="71"/>
                    <a:pt x="0" y="104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46" y="239"/>
                    <a:pt x="82" y="257"/>
                    <a:pt x="117" y="257"/>
                  </a:cubicBezTo>
                  <a:cubicBezTo>
                    <a:pt x="142" y="257"/>
                    <a:pt x="166" y="248"/>
                    <a:pt x="186" y="228"/>
                  </a:cubicBezTo>
                  <a:cubicBezTo>
                    <a:pt x="223" y="191"/>
                    <a:pt x="240" y="104"/>
                    <a:pt x="207" y="54"/>
                  </a:cubicBezTo>
                  <a:cubicBezTo>
                    <a:pt x="186" y="22"/>
                    <a:pt x="169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10"/>
            <p:cNvSpPr/>
            <p:nvPr/>
          </p:nvSpPr>
          <p:spPr>
            <a:xfrm>
              <a:off x="5128925" y="276512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41" y="0"/>
                  </a:moveTo>
                  <a:cubicBezTo>
                    <a:pt x="124" y="0"/>
                    <a:pt x="87" y="17"/>
                    <a:pt x="71" y="33"/>
                  </a:cubicBezTo>
                  <a:cubicBezTo>
                    <a:pt x="21" y="87"/>
                    <a:pt x="0" y="153"/>
                    <a:pt x="54" y="223"/>
                  </a:cubicBezTo>
                  <a:cubicBezTo>
                    <a:pt x="71" y="239"/>
                    <a:pt x="87" y="256"/>
                    <a:pt x="124" y="256"/>
                  </a:cubicBezTo>
                  <a:cubicBezTo>
                    <a:pt x="134" y="261"/>
                    <a:pt x="142" y="263"/>
                    <a:pt x="150" y="263"/>
                  </a:cubicBezTo>
                  <a:cubicBezTo>
                    <a:pt x="168" y="263"/>
                    <a:pt x="183" y="251"/>
                    <a:pt x="207" y="239"/>
                  </a:cubicBezTo>
                  <a:cubicBezTo>
                    <a:pt x="227" y="206"/>
                    <a:pt x="244" y="190"/>
                    <a:pt x="244" y="153"/>
                  </a:cubicBezTo>
                  <a:cubicBezTo>
                    <a:pt x="244" y="120"/>
                    <a:pt x="244" y="87"/>
                    <a:pt x="227" y="50"/>
                  </a:cubicBezTo>
                  <a:cubicBezTo>
                    <a:pt x="207" y="33"/>
                    <a:pt x="190" y="17"/>
                    <a:pt x="174" y="17"/>
                  </a:cubicBezTo>
                  <a:cubicBezTo>
                    <a:pt x="157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10"/>
            <p:cNvSpPr/>
            <p:nvPr/>
          </p:nvSpPr>
          <p:spPr>
            <a:xfrm>
              <a:off x="5262925" y="2614725"/>
              <a:ext cx="3525" cy="6525"/>
            </a:xfrm>
            <a:custGeom>
              <a:avLst/>
              <a:gdLst/>
              <a:ahLst/>
              <a:cxnLst/>
              <a:rect l="l" t="t" r="r" b="b"/>
              <a:pathLst>
                <a:path w="141" h="261" extrusionOk="0">
                  <a:moveTo>
                    <a:pt x="103" y="1"/>
                  </a:moveTo>
                  <a:cubicBezTo>
                    <a:pt x="70" y="21"/>
                    <a:pt x="54" y="54"/>
                    <a:pt x="37" y="87"/>
                  </a:cubicBezTo>
                  <a:cubicBezTo>
                    <a:pt x="0" y="157"/>
                    <a:pt x="37" y="228"/>
                    <a:pt x="87" y="261"/>
                  </a:cubicBezTo>
                  <a:lnTo>
                    <a:pt x="140" y="261"/>
                  </a:lnTo>
                  <a:cubicBezTo>
                    <a:pt x="140" y="174"/>
                    <a:pt x="124" y="87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10"/>
            <p:cNvSpPr/>
            <p:nvPr/>
          </p:nvSpPr>
          <p:spPr>
            <a:xfrm>
              <a:off x="5114400" y="27675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5" y="0"/>
                  </a:moveTo>
                  <a:cubicBezTo>
                    <a:pt x="79" y="0"/>
                    <a:pt x="42" y="22"/>
                    <a:pt x="17" y="72"/>
                  </a:cubicBezTo>
                  <a:cubicBezTo>
                    <a:pt x="0" y="142"/>
                    <a:pt x="33" y="229"/>
                    <a:pt x="87" y="245"/>
                  </a:cubicBezTo>
                  <a:cubicBezTo>
                    <a:pt x="103" y="262"/>
                    <a:pt x="120" y="262"/>
                    <a:pt x="136" y="262"/>
                  </a:cubicBezTo>
                  <a:cubicBezTo>
                    <a:pt x="169" y="245"/>
                    <a:pt x="206" y="229"/>
                    <a:pt x="223" y="175"/>
                  </a:cubicBezTo>
                  <a:cubicBezTo>
                    <a:pt x="239" y="126"/>
                    <a:pt x="239" y="72"/>
                    <a:pt x="206" y="39"/>
                  </a:cubicBezTo>
                  <a:cubicBezTo>
                    <a:pt x="190" y="23"/>
                    <a:pt x="190" y="23"/>
                    <a:pt x="169" y="6"/>
                  </a:cubicBezTo>
                  <a:cubicBezTo>
                    <a:pt x="154" y="2"/>
                    <a:pt x="139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10"/>
            <p:cNvSpPr/>
            <p:nvPr/>
          </p:nvSpPr>
          <p:spPr>
            <a:xfrm>
              <a:off x="5169325" y="27758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87" y="1"/>
                    <a:pt x="87" y="17"/>
                    <a:pt x="71" y="17"/>
                  </a:cubicBezTo>
                  <a:cubicBezTo>
                    <a:pt x="34" y="34"/>
                    <a:pt x="1" y="87"/>
                    <a:pt x="1" y="153"/>
                  </a:cubicBezTo>
                  <a:cubicBezTo>
                    <a:pt x="17" y="191"/>
                    <a:pt x="34" y="224"/>
                    <a:pt x="54" y="240"/>
                  </a:cubicBezTo>
                  <a:cubicBezTo>
                    <a:pt x="66" y="252"/>
                    <a:pt x="85" y="265"/>
                    <a:pt x="108" y="265"/>
                  </a:cubicBezTo>
                  <a:cubicBezTo>
                    <a:pt x="117" y="265"/>
                    <a:pt x="127" y="263"/>
                    <a:pt x="137" y="256"/>
                  </a:cubicBezTo>
                  <a:cubicBezTo>
                    <a:pt x="190" y="256"/>
                    <a:pt x="240" y="191"/>
                    <a:pt x="223" y="120"/>
                  </a:cubicBezTo>
                  <a:lnTo>
                    <a:pt x="223" y="87"/>
                  </a:lnTo>
                  <a:cubicBezTo>
                    <a:pt x="207" y="50"/>
                    <a:pt x="190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10"/>
            <p:cNvSpPr/>
            <p:nvPr/>
          </p:nvSpPr>
          <p:spPr>
            <a:xfrm>
              <a:off x="5132425" y="2794775"/>
              <a:ext cx="6425" cy="6550"/>
            </a:xfrm>
            <a:custGeom>
              <a:avLst/>
              <a:gdLst/>
              <a:ahLst/>
              <a:cxnLst/>
              <a:rect l="l" t="t" r="r" b="b"/>
              <a:pathLst>
                <a:path w="257" h="262" extrusionOk="0">
                  <a:moveTo>
                    <a:pt x="127" y="1"/>
                  </a:moveTo>
                  <a:cubicBezTo>
                    <a:pt x="87" y="1"/>
                    <a:pt x="46" y="32"/>
                    <a:pt x="34" y="84"/>
                  </a:cubicBezTo>
                  <a:cubicBezTo>
                    <a:pt x="1" y="154"/>
                    <a:pt x="34" y="220"/>
                    <a:pt x="87" y="257"/>
                  </a:cubicBezTo>
                  <a:cubicBezTo>
                    <a:pt x="96" y="260"/>
                    <a:pt x="105" y="261"/>
                    <a:pt x="114" y="261"/>
                  </a:cubicBezTo>
                  <a:cubicBezTo>
                    <a:pt x="160" y="261"/>
                    <a:pt x="212" y="229"/>
                    <a:pt x="240" y="171"/>
                  </a:cubicBezTo>
                  <a:cubicBezTo>
                    <a:pt x="256" y="117"/>
                    <a:pt x="223" y="34"/>
                    <a:pt x="170" y="14"/>
                  </a:cubicBezTo>
                  <a:cubicBezTo>
                    <a:pt x="157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10"/>
            <p:cNvSpPr/>
            <p:nvPr/>
          </p:nvSpPr>
          <p:spPr>
            <a:xfrm>
              <a:off x="5094600" y="27857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1"/>
                  </a:moveTo>
                  <a:cubicBezTo>
                    <a:pt x="104" y="1"/>
                    <a:pt x="71" y="17"/>
                    <a:pt x="54" y="34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4" y="251"/>
                    <a:pt x="83" y="263"/>
                    <a:pt x="114" y="263"/>
                  </a:cubicBezTo>
                  <a:cubicBezTo>
                    <a:pt x="140" y="263"/>
                    <a:pt x="166" y="255"/>
                    <a:pt x="190" y="240"/>
                  </a:cubicBezTo>
                  <a:cubicBezTo>
                    <a:pt x="240" y="190"/>
                    <a:pt x="240" y="104"/>
                    <a:pt x="207" y="50"/>
                  </a:cubicBezTo>
                  <a:cubicBezTo>
                    <a:pt x="190" y="34"/>
                    <a:pt x="174" y="17"/>
                    <a:pt x="157" y="17"/>
                  </a:cubicBezTo>
                  <a:cubicBezTo>
                    <a:pt x="157" y="17"/>
                    <a:pt x="13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10"/>
            <p:cNvSpPr/>
            <p:nvPr/>
          </p:nvSpPr>
          <p:spPr>
            <a:xfrm>
              <a:off x="5089450" y="2760475"/>
              <a:ext cx="6525" cy="6450"/>
            </a:xfrm>
            <a:custGeom>
              <a:avLst/>
              <a:gdLst/>
              <a:ahLst/>
              <a:cxnLst/>
              <a:rect l="l" t="t" r="r" b="b"/>
              <a:pathLst>
                <a:path w="261" h="258" extrusionOk="0">
                  <a:moveTo>
                    <a:pt x="129" y="0"/>
                  </a:moveTo>
                  <a:cubicBezTo>
                    <a:pt x="88" y="0"/>
                    <a:pt x="49" y="32"/>
                    <a:pt x="33" y="83"/>
                  </a:cubicBezTo>
                  <a:cubicBezTo>
                    <a:pt x="0" y="149"/>
                    <a:pt x="33" y="219"/>
                    <a:pt x="87" y="252"/>
                  </a:cubicBezTo>
                  <a:cubicBezTo>
                    <a:pt x="100" y="256"/>
                    <a:pt x="113" y="258"/>
                    <a:pt x="124" y="258"/>
                  </a:cubicBezTo>
                  <a:cubicBezTo>
                    <a:pt x="175" y="258"/>
                    <a:pt x="213" y="223"/>
                    <a:pt x="240" y="170"/>
                  </a:cubicBezTo>
                  <a:cubicBezTo>
                    <a:pt x="260" y="100"/>
                    <a:pt x="223" y="29"/>
                    <a:pt x="174" y="13"/>
                  </a:cubicBezTo>
                  <a:cubicBezTo>
                    <a:pt x="159" y="4"/>
                    <a:pt x="144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10"/>
            <p:cNvSpPr/>
            <p:nvPr/>
          </p:nvSpPr>
          <p:spPr>
            <a:xfrm>
              <a:off x="5107475" y="2754400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04" y="0"/>
                  </a:moveTo>
                  <a:cubicBezTo>
                    <a:pt x="71" y="17"/>
                    <a:pt x="55" y="33"/>
                    <a:pt x="34" y="50"/>
                  </a:cubicBezTo>
                  <a:cubicBezTo>
                    <a:pt x="17" y="83"/>
                    <a:pt x="1" y="120"/>
                    <a:pt x="1" y="153"/>
                  </a:cubicBezTo>
                  <a:cubicBezTo>
                    <a:pt x="17" y="186"/>
                    <a:pt x="34" y="223"/>
                    <a:pt x="55" y="239"/>
                  </a:cubicBezTo>
                  <a:cubicBezTo>
                    <a:pt x="66" y="251"/>
                    <a:pt x="86" y="263"/>
                    <a:pt x="108" y="263"/>
                  </a:cubicBezTo>
                  <a:cubicBezTo>
                    <a:pt x="118" y="263"/>
                    <a:pt x="127" y="261"/>
                    <a:pt x="137" y="256"/>
                  </a:cubicBezTo>
                  <a:cubicBezTo>
                    <a:pt x="191" y="256"/>
                    <a:pt x="240" y="186"/>
                    <a:pt x="224" y="120"/>
                  </a:cubicBezTo>
                  <a:cubicBezTo>
                    <a:pt x="224" y="83"/>
                    <a:pt x="207" y="50"/>
                    <a:pt x="191" y="33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10"/>
            <p:cNvSpPr/>
            <p:nvPr/>
          </p:nvSpPr>
          <p:spPr>
            <a:xfrm>
              <a:off x="5136250" y="27487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1"/>
                  </a:moveTo>
                  <a:cubicBezTo>
                    <a:pt x="70" y="1"/>
                    <a:pt x="37" y="21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07"/>
                    <a:pt x="54" y="244"/>
                  </a:cubicBezTo>
                  <a:cubicBezTo>
                    <a:pt x="70" y="260"/>
                    <a:pt x="103" y="260"/>
                    <a:pt x="120" y="260"/>
                  </a:cubicBezTo>
                  <a:cubicBezTo>
                    <a:pt x="190" y="244"/>
                    <a:pt x="223" y="174"/>
                    <a:pt x="223" y="104"/>
                  </a:cubicBezTo>
                  <a:cubicBezTo>
                    <a:pt x="223" y="71"/>
                    <a:pt x="206" y="54"/>
                    <a:pt x="173" y="21"/>
                  </a:cubicBezTo>
                  <a:cubicBezTo>
                    <a:pt x="173" y="21"/>
                    <a:pt x="157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10"/>
            <p:cNvSpPr/>
            <p:nvPr/>
          </p:nvSpPr>
          <p:spPr>
            <a:xfrm>
              <a:off x="5101925" y="27719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0" y="190"/>
                    <a:pt x="17" y="227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23" y="190"/>
                    <a:pt x="223" y="124"/>
                  </a:cubicBezTo>
                  <a:cubicBezTo>
                    <a:pt x="223" y="87"/>
                    <a:pt x="206" y="54"/>
                    <a:pt x="173" y="37"/>
                  </a:cubicBezTo>
                  <a:cubicBezTo>
                    <a:pt x="173" y="21"/>
                    <a:pt x="153" y="21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10"/>
            <p:cNvSpPr/>
            <p:nvPr/>
          </p:nvSpPr>
          <p:spPr>
            <a:xfrm>
              <a:off x="5097600" y="28179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29" y="1"/>
                  </a:moveTo>
                  <a:cubicBezTo>
                    <a:pt x="87" y="1"/>
                    <a:pt x="44" y="32"/>
                    <a:pt x="17" y="84"/>
                  </a:cubicBezTo>
                  <a:cubicBezTo>
                    <a:pt x="0" y="154"/>
                    <a:pt x="37" y="220"/>
                    <a:pt x="87" y="257"/>
                  </a:cubicBezTo>
                  <a:lnTo>
                    <a:pt x="140" y="257"/>
                  </a:lnTo>
                  <a:cubicBezTo>
                    <a:pt x="173" y="257"/>
                    <a:pt x="223" y="220"/>
                    <a:pt x="243" y="187"/>
                  </a:cubicBezTo>
                  <a:cubicBezTo>
                    <a:pt x="243" y="137"/>
                    <a:pt x="243" y="84"/>
                    <a:pt x="206" y="51"/>
                  </a:cubicBezTo>
                  <a:cubicBezTo>
                    <a:pt x="206" y="34"/>
                    <a:pt x="190" y="14"/>
                    <a:pt x="173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10"/>
            <p:cNvSpPr/>
            <p:nvPr/>
          </p:nvSpPr>
          <p:spPr>
            <a:xfrm>
              <a:off x="5139750" y="2779125"/>
              <a:ext cx="6400" cy="6550"/>
            </a:xfrm>
            <a:custGeom>
              <a:avLst/>
              <a:gdLst/>
              <a:ahLst/>
              <a:cxnLst/>
              <a:rect l="l" t="t" r="r" b="b"/>
              <a:pathLst>
                <a:path w="256" h="262" extrusionOk="0">
                  <a:moveTo>
                    <a:pt x="142" y="1"/>
                  </a:moveTo>
                  <a:cubicBezTo>
                    <a:pt x="97" y="1"/>
                    <a:pt x="47" y="31"/>
                    <a:pt x="33" y="75"/>
                  </a:cubicBezTo>
                  <a:cubicBezTo>
                    <a:pt x="0" y="145"/>
                    <a:pt x="33" y="228"/>
                    <a:pt x="83" y="248"/>
                  </a:cubicBezTo>
                  <a:cubicBezTo>
                    <a:pt x="101" y="257"/>
                    <a:pt x="119" y="261"/>
                    <a:pt x="135" y="261"/>
                  </a:cubicBezTo>
                  <a:cubicBezTo>
                    <a:pt x="180" y="261"/>
                    <a:pt x="215" y="230"/>
                    <a:pt x="240" y="178"/>
                  </a:cubicBezTo>
                  <a:cubicBezTo>
                    <a:pt x="256" y="108"/>
                    <a:pt x="223" y="42"/>
                    <a:pt x="169" y="5"/>
                  </a:cubicBezTo>
                  <a:cubicBezTo>
                    <a:pt x="161" y="2"/>
                    <a:pt x="151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10"/>
            <p:cNvSpPr/>
            <p:nvPr/>
          </p:nvSpPr>
          <p:spPr>
            <a:xfrm>
              <a:off x="5162425" y="279377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47" y="0"/>
                  </a:moveTo>
                  <a:cubicBezTo>
                    <a:pt x="102" y="0"/>
                    <a:pt x="51" y="33"/>
                    <a:pt x="38" y="91"/>
                  </a:cubicBezTo>
                  <a:cubicBezTo>
                    <a:pt x="0" y="140"/>
                    <a:pt x="38" y="227"/>
                    <a:pt x="87" y="244"/>
                  </a:cubicBezTo>
                  <a:cubicBezTo>
                    <a:pt x="106" y="254"/>
                    <a:pt x="124" y="258"/>
                    <a:pt x="140" y="258"/>
                  </a:cubicBezTo>
                  <a:cubicBezTo>
                    <a:pt x="183" y="258"/>
                    <a:pt x="217" y="226"/>
                    <a:pt x="244" y="178"/>
                  </a:cubicBezTo>
                  <a:cubicBezTo>
                    <a:pt x="260" y="107"/>
                    <a:pt x="227" y="37"/>
                    <a:pt x="174" y="4"/>
                  </a:cubicBezTo>
                  <a:cubicBezTo>
                    <a:pt x="165" y="2"/>
                    <a:pt x="1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10"/>
            <p:cNvSpPr/>
            <p:nvPr/>
          </p:nvSpPr>
          <p:spPr>
            <a:xfrm>
              <a:off x="5166350" y="274315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33" y="17"/>
                    <a:pt x="0" y="87"/>
                    <a:pt x="0" y="158"/>
                  </a:cubicBezTo>
                  <a:cubicBezTo>
                    <a:pt x="0" y="191"/>
                    <a:pt x="17" y="224"/>
                    <a:pt x="50" y="244"/>
                  </a:cubicBezTo>
                  <a:cubicBezTo>
                    <a:pt x="64" y="256"/>
                    <a:pt x="85" y="267"/>
                    <a:pt x="102" y="267"/>
                  </a:cubicBezTo>
                  <a:cubicBezTo>
                    <a:pt x="109" y="267"/>
                    <a:pt x="115" y="265"/>
                    <a:pt x="120" y="261"/>
                  </a:cubicBezTo>
                  <a:cubicBezTo>
                    <a:pt x="153" y="261"/>
                    <a:pt x="190" y="244"/>
                    <a:pt x="206" y="207"/>
                  </a:cubicBezTo>
                  <a:cubicBezTo>
                    <a:pt x="223" y="191"/>
                    <a:pt x="223" y="158"/>
                    <a:pt x="223" y="120"/>
                  </a:cubicBezTo>
                  <a:cubicBezTo>
                    <a:pt x="223" y="87"/>
                    <a:pt x="206" y="55"/>
                    <a:pt x="173" y="38"/>
                  </a:cubicBezTo>
                  <a:cubicBezTo>
                    <a:pt x="173" y="17"/>
                    <a:pt x="153" y="17"/>
                    <a:pt x="153" y="17"/>
                  </a:cubicBez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10"/>
            <p:cNvSpPr/>
            <p:nvPr/>
          </p:nvSpPr>
          <p:spPr>
            <a:xfrm>
              <a:off x="5153875" y="27762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03" y="0"/>
                    <a:pt x="70" y="0"/>
                    <a:pt x="54" y="33"/>
                  </a:cubicBezTo>
                  <a:cubicBezTo>
                    <a:pt x="0" y="70"/>
                    <a:pt x="0" y="157"/>
                    <a:pt x="33" y="207"/>
                  </a:cubicBezTo>
                  <a:cubicBezTo>
                    <a:pt x="54" y="239"/>
                    <a:pt x="87" y="260"/>
                    <a:pt x="103" y="260"/>
                  </a:cubicBezTo>
                  <a:cubicBezTo>
                    <a:pt x="136" y="260"/>
                    <a:pt x="173" y="260"/>
                    <a:pt x="190" y="239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73" y="17"/>
                    <a:pt x="157" y="17"/>
                  </a:cubicBezTo>
                  <a:cubicBezTo>
                    <a:pt x="157" y="0"/>
                    <a:pt x="136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10"/>
            <p:cNvSpPr/>
            <p:nvPr/>
          </p:nvSpPr>
          <p:spPr>
            <a:xfrm>
              <a:off x="5159025" y="27603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33" y="223"/>
                    <a:pt x="54" y="240"/>
                  </a:cubicBezTo>
                  <a:cubicBezTo>
                    <a:pt x="66" y="251"/>
                    <a:pt x="85" y="265"/>
                    <a:pt x="107" y="265"/>
                  </a:cubicBezTo>
                  <a:cubicBezTo>
                    <a:pt x="117" y="265"/>
                    <a:pt x="127" y="262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10"/>
            <p:cNvSpPr/>
            <p:nvPr/>
          </p:nvSpPr>
          <p:spPr>
            <a:xfrm>
              <a:off x="5150875" y="27459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9" y="1"/>
                  </a:moveTo>
                  <a:cubicBezTo>
                    <a:pt x="86" y="1"/>
                    <a:pt x="65" y="13"/>
                    <a:pt x="50" y="28"/>
                  </a:cubicBezTo>
                  <a:cubicBezTo>
                    <a:pt x="1" y="78"/>
                    <a:pt x="1" y="164"/>
                    <a:pt x="34" y="214"/>
                  </a:cubicBezTo>
                  <a:cubicBezTo>
                    <a:pt x="50" y="251"/>
                    <a:pt x="87" y="267"/>
                    <a:pt x="104" y="267"/>
                  </a:cubicBezTo>
                  <a:cubicBezTo>
                    <a:pt x="137" y="267"/>
                    <a:pt x="174" y="251"/>
                    <a:pt x="190" y="234"/>
                  </a:cubicBezTo>
                  <a:cubicBezTo>
                    <a:pt x="223" y="214"/>
                    <a:pt x="223" y="181"/>
                    <a:pt x="240" y="148"/>
                  </a:cubicBezTo>
                  <a:cubicBezTo>
                    <a:pt x="240" y="111"/>
                    <a:pt x="223" y="78"/>
                    <a:pt x="207" y="45"/>
                  </a:cubicBezTo>
                  <a:cubicBezTo>
                    <a:pt x="190" y="28"/>
                    <a:pt x="190" y="28"/>
                    <a:pt x="153" y="7"/>
                  </a:cubicBezTo>
                  <a:lnTo>
                    <a:pt x="137" y="7"/>
                  </a:lnTo>
                  <a:cubicBezTo>
                    <a:pt x="127" y="3"/>
                    <a:pt x="118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10"/>
            <p:cNvSpPr/>
            <p:nvPr/>
          </p:nvSpPr>
          <p:spPr>
            <a:xfrm>
              <a:off x="5141800" y="2762350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123" y="1"/>
                  </a:moveTo>
                  <a:cubicBezTo>
                    <a:pt x="117" y="1"/>
                    <a:pt x="111" y="3"/>
                    <a:pt x="104" y="8"/>
                  </a:cubicBezTo>
                  <a:cubicBezTo>
                    <a:pt x="87" y="8"/>
                    <a:pt x="54" y="25"/>
                    <a:pt x="38" y="41"/>
                  </a:cubicBezTo>
                  <a:cubicBezTo>
                    <a:pt x="21" y="57"/>
                    <a:pt x="1" y="111"/>
                    <a:pt x="21" y="144"/>
                  </a:cubicBezTo>
                  <a:cubicBezTo>
                    <a:pt x="21" y="177"/>
                    <a:pt x="38" y="214"/>
                    <a:pt x="54" y="231"/>
                  </a:cubicBezTo>
                  <a:cubicBezTo>
                    <a:pt x="87" y="247"/>
                    <a:pt x="104" y="264"/>
                    <a:pt x="141" y="264"/>
                  </a:cubicBezTo>
                  <a:cubicBezTo>
                    <a:pt x="190" y="247"/>
                    <a:pt x="228" y="198"/>
                    <a:pt x="228" y="128"/>
                  </a:cubicBezTo>
                  <a:lnTo>
                    <a:pt x="228" y="111"/>
                  </a:lnTo>
                  <a:cubicBezTo>
                    <a:pt x="228" y="57"/>
                    <a:pt x="190" y="25"/>
                    <a:pt x="158" y="8"/>
                  </a:cubicBezTo>
                  <a:cubicBezTo>
                    <a:pt x="147" y="8"/>
                    <a:pt x="136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10"/>
            <p:cNvSpPr/>
            <p:nvPr/>
          </p:nvSpPr>
          <p:spPr>
            <a:xfrm>
              <a:off x="5144900" y="27183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0" y="0"/>
                  </a:moveTo>
                  <a:cubicBezTo>
                    <a:pt x="104" y="0"/>
                    <a:pt x="66" y="0"/>
                    <a:pt x="50" y="17"/>
                  </a:cubicBezTo>
                  <a:cubicBezTo>
                    <a:pt x="17" y="50"/>
                    <a:pt x="1" y="66"/>
                    <a:pt x="1" y="103"/>
                  </a:cubicBezTo>
                  <a:cubicBezTo>
                    <a:pt x="1" y="153"/>
                    <a:pt x="17" y="169"/>
                    <a:pt x="34" y="206"/>
                  </a:cubicBezTo>
                  <a:cubicBezTo>
                    <a:pt x="50" y="239"/>
                    <a:pt x="66" y="256"/>
                    <a:pt x="104" y="256"/>
                  </a:cubicBezTo>
                  <a:cubicBezTo>
                    <a:pt x="137" y="256"/>
                    <a:pt x="153" y="239"/>
                    <a:pt x="186" y="223"/>
                  </a:cubicBezTo>
                  <a:cubicBezTo>
                    <a:pt x="223" y="186"/>
                    <a:pt x="240" y="103"/>
                    <a:pt x="207" y="50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10"/>
            <p:cNvSpPr/>
            <p:nvPr/>
          </p:nvSpPr>
          <p:spPr>
            <a:xfrm>
              <a:off x="5112650" y="278492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04" y="1"/>
                  </a:moveTo>
                  <a:cubicBezTo>
                    <a:pt x="87" y="1"/>
                    <a:pt x="70" y="6"/>
                    <a:pt x="54" y="16"/>
                  </a:cubicBezTo>
                  <a:cubicBezTo>
                    <a:pt x="33" y="33"/>
                    <a:pt x="17" y="66"/>
                    <a:pt x="0" y="82"/>
                  </a:cubicBezTo>
                  <a:lnTo>
                    <a:pt x="0" y="169"/>
                  </a:lnTo>
                  <a:cubicBezTo>
                    <a:pt x="17" y="202"/>
                    <a:pt x="33" y="239"/>
                    <a:pt x="70" y="255"/>
                  </a:cubicBezTo>
                  <a:cubicBezTo>
                    <a:pt x="83" y="264"/>
                    <a:pt x="98" y="268"/>
                    <a:pt x="113" y="268"/>
                  </a:cubicBezTo>
                  <a:cubicBezTo>
                    <a:pt x="153" y="268"/>
                    <a:pt x="194" y="237"/>
                    <a:pt x="206" y="185"/>
                  </a:cubicBezTo>
                  <a:cubicBezTo>
                    <a:pt x="239" y="119"/>
                    <a:pt x="206" y="33"/>
                    <a:pt x="157" y="16"/>
                  </a:cubicBezTo>
                  <a:cubicBezTo>
                    <a:pt x="138" y="6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10"/>
            <p:cNvSpPr/>
            <p:nvPr/>
          </p:nvSpPr>
          <p:spPr>
            <a:xfrm>
              <a:off x="5059350" y="2761300"/>
              <a:ext cx="6525" cy="6750"/>
            </a:xfrm>
            <a:custGeom>
              <a:avLst/>
              <a:gdLst/>
              <a:ahLst/>
              <a:cxnLst/>
              <a:rect l="l" t="t" r="r" b="b"/>
              <a:pathLst>
                <a:path w="261" h="270" extrusionOk="0">
                  <a:moveTo>
                    <a:pt x="122" y="0"/>
                  </a:moveTo>
                  <a:cubicBezTo>
                    <a:pt x="78" y="0"/>
                    <a:pt x="45" y="32"/>
                    <a:pt x="21" y="83"/>
                  </a:cubicBezTo>
                  <a:cubicBezTo>
                    <a:pt x="1" y="153"/>
                    <a:pt x="38" y="240"/>
                    <a:pt x="87" y="256"/>
                  </a:cubicBezTo>
                  <a:cubicBezTo>
                    <a:pt x="101" y="265"/>
                    <a:pt x="116" y="269"/>
                    <a:pt x="131" y="269"/>
                  </a:cubicBezTo>
                  <a:cubicBezTo>
                    <a:pt x="173" y="269"/>
                    <a:pt x="212" y="238"/>
                    <a:pt x="227" y="186"/>
                  </a:cubicBezTo>
                  <a:cubicBezTo>
                    <a:pt x="260" y="116"/>
                    <a:pt x="227" y="34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10"/>
            <p:cNvSpPr/>
            <p:nvPr/>
          </p:nvSpPr>
          <p:spPr>
            <a:xfrm>
              <a:off x="5055950" y="27318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1" y="1"/>
                  </a:moveTo>
                  <a:cubicBezTo>
                    <a:pt x="92" y="1"/>
                    <a:pt x="77" y="12"/>
                    <a:pt x="54" y="24"/>
                  </a:cubicBezTo>
                  <a:cubicBezTo>
                    <a:pt x="17" y="78"/>
                    <a:pt x="0" y="160"/>
                    <a:pt x="33" y="214"/>
                  </a:cubicBezTo>
                  <a:cubicBezTo>
                    <a:pt x="71" y="247"/>
                    <a:pt x="87" y="263"/>
                    <a:pt x="120" y="263"/>
                  </a:cubicBezTo>
                  <a:cubicBezTo>
                    <a:pt x="157" y="263"/>
                    <a:pt x="174" y="247"/>
                    <a:pt x="207" y="230"/>
                  </a:cubicBezTo>
                  <a:cubicBezTo>
                    <a:pt x="223" y="214"/>
                    <a:pt x="240" y="181"/>
                    <a:pt x="240" y="144"/>
                  </a:cubicBezTo>
                  <a:cubicBezTo>
                    <a:pt x="240" y="111"/>
                    <a:pt x="240" y="78"/>
                    <a:pt x="223" y="41"/>
                  </a:cubicBezTo>
                  <a:cubicBezTo>
                    <a:pt x="207" y="24"/>
                    <a:pt x="190" y="24"/>
                    <a:pt x="174" y="8"/>
                  </a:cubicBezTo>
                  <a:lnTo>
                    <a:pt x="137" y="8"/>
                  </a:lnTo>
                  <a:cubicBezTo>
                    <a:pt x="127" y="3"/>
                    <a:pt x="119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10"/>
            <p:cNvSpPr/>
            <p:nvPr/>
          </p:nvSpPr>
          <p:spPr>
            <a:xfrm>
              <a:off x="5060275" y="28093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70" y="240"/>
                    <a:pt x="190" y="223"/>
                    <a:pt x="207" y="207"/>
                  </a:cubicBezTo>
                  <a:cubicBezTo>
                    <a:pt x="223" y="174"/>
                    <a:pt x="240" y="137"/>
                    <a:pt x="223" y="104"/>
                  </a:cubicBezTo>
                  <a:cubicBezTo>
                    <a:pt x="223" y="71"/>
                    <a:pt x="207" y="34"/>
                    <a:pt x="190" y="17"/>
                  </a:cubicBezTo>
                  <a:cubicBezTo>
                    <a:pt x="17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10"/>
            <p:cNvSpPr/>
            <p:nvPr/>
          </p:nvSpPr>
          <p:spPr>
            <a:xfrm>
              <a:off x="5063275" y="27152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70" y="21"/>
                    <a:pt x="33" y="38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27"/>
                    <a:pt x="33" y="244"/>
                  </a:cubicBezTo>
                  <a:cubicBezTo>
                    <a:pt x="59" y="256"/>
                    <a:pt x="84" y="267"/>
                    <a:pt x="101" y="267"/>
                  </a:cubicBezTo>
                  <a:cubicBezTo>
                    <a:pt x="109" y="267"/>
                    <a:pt x="115" y="265"/>
                    <a:pt x="120" y="260"/>
                  </a:cubicBezTo>
                  <a:cubicBezTo>
                    <a:pt x="190" y="260"/>
                    <a:pt x="223" y="190"/>
                    <a:pt x="223" y="124"/>
                  </a:cubicBezTo>
                  <a:cubicBezTo>
                    <a:pt x="206" y="87"/>
                    <a:pt x="190" y="54"/>
                    <a:pt x="173" y="38"/>
                  </a:cubicBezTo>
                  <a:cubicBezTo>
                    <a:pt x="173" y="21"/>
                    <a:pt x="153" y="21"/>
                    <a:pt x="153" y="21"/>
                  </a:cubicBezTo>
                  <a:cubicBezTo>
                    <a:pt x="136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10"/>
            <p:cNvSpPr/>
            <p:nvPr/>
          </p:nvSpPr>
          <p:spPr>
            <a:xfrm>
              <a:off x="5053375" y="27814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5" y="215"/>
                    <a:pt x="58" y="263"/>
                    <a:pt x="113" y="263"/>
                  </a:cubicBezTo>
                  <a:cubicBezTo>
                    <a:pt x="120" y="263"/>
                    <a:pt x="128" y="262"/>
                    <a:pt x="136" y="260"/>
                  </a:cubicBezTo>
                  <a:cubicBezTo>
                    <a:pt x="157" y="260"/>
                    <a:pt x="190" y="240"/>
                    <a:pt x="207" y="207"/>
                  </a:cubicBezTo>
                  <a:cubicBezTo>
                    <a:pt x="223" y="174"/>
                    <a:pt x="223" y="137"/>
                    <a:pt x="223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10"/>
            <p:cNvSpPr/>
            <p:nvPr/>
          </p:nvSpPr>
          <p:spPr>
            <a:xfrm>
              <a:off x="5086050" y="27272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0" y="137"/>
                  </a:cubicBezTo>
                  <a:cubicBezTo>
                    <a:pt x="17" y="174"/>
                    <a:pt x="17" y="207"/>
                    <a:pt x="50" y="224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69" y="17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10"/>
            <p:cNvSpPr/>
            <p:nvPr/>
          </p:nvSpPr>
          <p:spPr>
            <a:xfrm>
              <a:off x="5146150" y="2474750"/>
              <a:ext cx="2175" cy="850"/>
            </a:xfrm>
            <a:custGeom>
              <a:avLst/>
              <a:gdLst/>
              <a:ahLst/>
              <a:cxnLst/>
              <a:rect l="l" t="t" r="r" b="b"/>
              <a:pathLst>
                <a:path w="87" h="34" extrusionOk="0">
                  <a:moveTo>
                    <a:pt x="0" y="1"/>
                  </a:moveTo>
                  <a:cubicBezTo>
                    <a:pt x="5" y="1"/>
                    <a:pt x="11" y="2"/>
                    <a:pt x="18" y="4"/>
                  </a:cubicBezTo>
                  <a:lnTo>
                    <a:pt x="18" y="4"/>
                  </a:lnTo>
                  <a:cubicBezTo>
                    <a:pt x="18" y="3"/>
                    <a:pt x="17" y="2"/>
                    <a:pt x="16" y="1"/>
                  </a:cubicBezTo>
                  <a:close/>
                  <a:moveTo>
                    <a:pt x="18" y="4"/>
                  </a:moveTo>
                  <a:cubicBezTo>
                    <a:pt x="35" y="34"/>
                    <a:pt x="55" y="34"/>
                    <a:pt x="87" y="34"/>
                  </a:cubicBezTo>
                  <a:cubicBezTo>
                    <a:pt x="63" y="22"/>
                    <a:pt x="37" y="10"/>
                    <a:pt x="18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10"/>
            <p:cNvSpPr/>
            <p:nvPr/>
          </p:nvSpPr>
          <p:spPr>
            <a:xfrm>
              <a:off x="5104900" y="2460650"/>
              <a:ext cx="5600" cy="4250"/>
            </a:xfrm>
            <a:custGeom>
              <a:avLst/>
              <a:gdLst/>
              <a:ahLst/>
              <a:cxnLst/>
              <a:rect l="l" t="t" r="r" b="b"/>
              <a:pathLst>
                <a:path w="224" h="170" extrusionOk="0">
                  <a:moveTo>
                    <a:pt x="17" y="0"/>
                  </a:moveTo>
                  <a:cubicBezTo>
                    <a:pt x="17" y="17"/>
                    <a:pt x="1" y="33"/>
                    <a:pt x="17" y="66"/>
                  </a:cubicBezTo>
                  <a:cubicBezTo>
                    <a:pt x="17" y="103"/>
                    <a:pt x="34" y="120"/>
                    <a:pt x="54" y="153"/>
                  </a:cubicBezTo>
                  <a:cubicBezTo>
                    <a:pt x="87" y="169"/>
                    <a:pt x="104" y="169"/>
                    <a:pt x="137" y="169"/>
                  </a:cubicBezTo>
                  <a:cubicBezTo>
                    <a:pt x="190" y="153"/>
                    <a:pt x="223" y="120"/>
                    <a:pt x="223" y="50"/>
                  </a:cubicBezTo>
                  <a:cubicBezTo>
                    <a:pt x="158" y="33"/>
                    <a:pt x="87" y="17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10"/>
            <p:cNvSpPr/>
            <p:nvPr/>
          </p:nvSpPr>
          <p:spPr>
            <a:xfrm>
              <a:off x="5052950" y="2796850"/>
              <a:ext cx="4775" cy="6525"/>
            </a:xfrm>
            <a:custGeom>
              <a:avLst/>
              <a:gdLst/>
              <a:ahLst/>
              <a:cxnLst/>
              <a:rect l="l" t="t" r="r" b="b"/>
              <a:pathLst>
                <a:path w="191" h="261" extrusionOk="0">
                  <a:moveTo>
                    <a:pt x="50" y="1"/>
                  </a:moveTo>
                  <a:cubicBezTo>
                    <a:pt x="34" y="1"/>
                    <a:pt x="17" y="17"/>
                    <a:pt x="1" y="34"/>
                  </a:cubicBezTo>
                  <a:lnTo>
                    <a:pt x="1" y="224"/>
                  </a:lnTo>
                  <a:lnTo>
                    <a:pt x="1" y="240"/>
                  </a:lnTo>
                  <a:cubicBezTo>
                    <a:pt x="34" y="261"/>
                    <a:pt x="50" y="261"/>
                    <a:pt x="87" y="261"/>
                  </a:cubicBezTo>
                  <a:cubicBezTo>
                    <a:pt x="120" y="261"/>
                    <a:pt x="137" y="240"/>
                    <a:pt x="153" y="207"/>
                  </a:cubicBezTo>
                  <a:cubicBezTo>
                    <a:pt x="174" y="174"/>
                    <a:pt x="191" y="137"/>
                    <a:pt x="191" y="104"/>
                  </a:cubicBezTo>
                  <a:cubicBezTo>
                    <a:pt x="174" y="71"/>
                    <a:pt x="153" y="55"/>
                    <a:pt x="137" y="17"/>
                  </a:cubicBezTo>
                  <a:cubicBezTo>
                    <a:pt x="137" y="17"/>
                    <a:pt x="120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10"/>
            <p:cNvSpPr/>
            <p:nvPr/>
          </p:nvSpPr>
          <p:spPr>
            <a:xfrm>
              <a:off x="5079975" y="2789550"/>
              <a:ext cx="5675" cy="6500"/>
            </a:xfrm>
            <a:custGeom>
              <a:avLst/>
              <a:gdLst/>
              <a:ahLst/>
              <a:cxnLst/>
              <a:rect l="l" t="t" r="r" b="b"/>
              <a:pathLst>
                <a:path w="227" h="260" extrusionOk="0">
                  <a:moveTo>
                    <a:pt x="87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0" y="190"/>
                    <a:pt x="21" y="206"/>
                    <a:pt x="54" y="243"/>
                  </a:cubicBezTo>
                  <a:cubicBezTo>
                    <a:pt x="70" y="260"/>
                    <a:pt x="103" y="260"/>
                    <a:pt x="124" y="260"/>
                  </a:cubicBezTo>
                  <a:cubicBezTo>
                    <a:pt x="190" y="243"/>
                    <a:pt x="227" y="173"/>
                    <a:pt x="227" y="103"/>
                  </a:cubicBezTo>
                  <a:cubicBezTo>
                    <a:pt x="227" y="70"/>
                    <a:pt x="206" y="54"/>
                    <a:pt x="173" y="17"/>
                  </a:cubicBezTo>
                  <a:cubicBezTo>
                    <a:pt x="173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10"/>
            <p:cNvSpPr/>
            <p:nvPr/>
          </p:nvSpPr>
          <p:spPr>
            <a:xfrm>
              <a:off x="5071825" y="268482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20" y="0"/>
                  </a:moveTo>
                  <a:cubicBezTo>
                    <a:pt x="87" y="0"/>
                    <a:pt x="70" y="17"/>
                    <a:pt x="37" y="33"/>
                  </a:cubicBezTo>
                  <a:cubicBezTo>
                    <a:pt x="17" y="50"/>
                    <a:pt x="0" y="83"/>
                    <a:pt x="0" y="120"/>
                  </a:cubicBezTo>
                  <a:cubicBezTo>
                    <a:pt x="0" y="153"/>
                    <a:pt x="0" y="186"/>
                    <a:pt x="17" y="206"/>
                  </a:cubicBezTo>
                  <a:cubicBezTo>
                    <a:pt x="37" y="239"/>
                    <a:pt x="70" y="256"/>
                    <a:pt x="103" y="256"/>
                  </a:cubicBezTo>
                  <a:cubicBezTo>
                    <a:pt x="120" y="256"/>
                    <a:pt x="157" y="256"/>
                    <a:pt x="174" y="239"/>
                  </a:cubicBezTo>
                  <a:cubicBezTo>
                    <a:pt x="223" y="186"/>
                    <a:pt x="244" y="103"/>
                    <a:pt x="190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41" y="0"/>
                    <a:pt x="14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10"/>
            <p:cNvSpPr/>
            <p:nvPr/>
          </p:nvSpPr>
          <p:spPr>
            <a:xfrm>
              <a:off x="5077400" y="28093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0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21" y="50"/>
                    <a:pt x="21" y="87"/>
                    <a:pt x="0" y="120"/>
                  </a:cubicBezTo>
                  <a:cubicBezTo>
                    <a:pt x="0" y="153"/>
                    <a:pt x="21" y="190"/>
                    <a:pt x="37" y="207"/>
                  </a:cubicBezTo>
                  <a:cubicBezTo>
                    <a:pt x="56" y="248"/>
                    <a:pt x="88" y="265"/>
                    <a:pt x="121" y="265"/>
                  </a:cubicBezTo>
                  <a:cubicBezTo>
                    <a:pt x="144" y="265"/>
                    <a:pt x="169" y="256"/>
                    <a:pt x="190" y="240"/>
                  </a:cubicBezTo>
                  <a:cubicBezTo>
                    <a:pt x="243" y="190"/>
                    <a:pt x="243" y="104"/>
                    <a:pt x="206" y="50"/>
                  </a:cubicBezTo>
                  <a:cubicBezTo>
                    <a:pt x="190" y="34"/>
                    <a:pt x="173" y="17"/>
                    <a:pt x="157" y="17"/>
                  </a:cubicBezTo>
                  <a:cubicBezTo>
                    <a:pt x="157" y="1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10"/>
            <p:cNvSpPr/>
            <p:nvPr/>
          </p:nvSpPr>
          <p:spPr>
            <a:xfrm>
              <a:off x="5081300" y="27735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0" y="0"/>
                  </a:moveTo>
                  <a:cubicBezTo>
                    <a:pt x="86" y="0"/>
                    <a:pt x="45" y="33"/>
                    <a:pt x="17" y="91"/>
                  </a:cubicBezTo>
                  <a:cubicBezTo>
                    <a:pt x="1" y="140"/>
                    <a:pt x="34" y="227"/>
                    <a:pt x="87" y="243"/>
                  </a:cubicBezTo>
                  <a:cubicBezTo>
                    <a:pt x="101" y="254"/>
                    <a:pt x="116" y="258"/>
                    <a:pt x="131" y="258"/>
                  </a:cubicBezTo>
                  <a:cubicBezTo>
                    <a:pt x="171" y="258"/>
                    <a:pt x="211" y="225"/>
                    <a:pt x="223" y="177"/>
                  </a:cubicBezTo>
                  <a:cubicBezTo>
                    <a:pt x="256" y="107"/>
                    <a:pt x="223" y="37"/>
                    <a:pt x="174" y="4"/>
                  </a:cubicBezTo>
                  <a:cubicBezTo>
                    <a:pt x="162" y="1"/>
                    <a:pt x="15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10"/>
            <p:cNvSpPr/>
            <p:nvPr/>
          </p:nvSpPr>
          <p:spPr>
            <a:xfrm>
              <a:off x="5067075" y="277625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1" y="190"/>
                    <a:pt x="38" y="223"/>
                    <a:pt x="54" y="239"/>
                  </a:cubicBezTo>
                  <a:cubicBezTo>
                    <a:pt x="66" y="254"/>
                    <a:pt x="86" y="267"/>
                    <a:pt x="110" y="267"/>
                  </a:cubicBezTo>
                  <a:cubicBezTo>
                    <a:pt x="120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0"/>
                  </a:cubicBezTo>
                  <a:cubicBezTo>
                    <a:pt x="227" y="87"/>
                    <a:pt x="207" y="54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10"/>
            <p:cNvSpPr/>
            <p:nvPr/>
          </p:nvSpPr>
          <p:spPr>
            <a:xfrm>
              <a:off x="5068825" y="272905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04" y="0"/>
                  </a:moveTo>
                  <a:cubicBezTo>
                    <a:pt x="71" y="0"/>
                    <a:pt x="54" y="17"/>
                    <a:pt x="34" y="33"/>
                  </a:cubicBezTo>
                  <a:cubicBezTo>
                    <a:pt x="17" y="66"/>
                    <a:pt x="1" y="103"/>
                    <a:pt x="1" y="153"/>
                  </a:cubicBezTo>
                  <a:cubicBezTo>
                    <a:pt x="17" y="190"/>
                    <a:pt x="34" y="206"/>
                    <a:pt x="54" y="239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39"/>
                    <a:pt x="223" y="190"/>
                    <a:pt x="223" y="120"/>
                  </a:cubicBezTo>
                  <a:lnTo>
                    <a:pt x="223" y="103"/>
                  </a:lnTo>
                  <a:cubicBezTo>
                    <a:pt x="223" y="66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10"/>
            <p:cNvSpPr/>
            <p:nvPr/>
          </p:nvSpPr>
          <p:spPr>
            <a:xfrm>
              <a:off x="5066675" y="27925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103" y="1"/>
                    <a:pt x="70" y="1"/>
                    <a:pt x="54" y="21"/>
                  </a:cubicBezTo>
                  <a:cubicBezTo>
                    <a:pt x="0" y="71"/>
                    <a:pt x="0" y="157"/>
                    <a:pt x="37" y="207"/>
                  </a:cubicBezTo>
                  <a:cubicBezTo>
                    <a:pt x="54" y="244"/>
                    <a:pt x="87" y="261"/>
                    <a:pt x="103" y="261"/>
                  </a:cubicBezTo>
                  <a:cubicBezTo>
                    <a:pt x="140" y="261"/>
                    <a:pt x="173" y="261"/>
                    <a:pt x="190" y="228"/>
                  </a:cubicBezTo>
                  <a:cubicBezTo>
                    <a:pt x="243" y="190"/>
                    <a:pt x="243" y="104"/>
                    <a:pt x="206" y="54"/>
                  </a:cubicBezTo>
                  <a:cubicBezTo>
                    <a:pt x="190" y="38"/>
                    <a:pt x="190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10"/>
            <p:cNvSpPr/>
            <p:nvPr/>
          </p:nvSpPr>
          <p:spPr>
            <a:xfrm>
              <a:off x="5066675" y="2745825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29" y="1"/>
                  </a:moveTo>
                  <a:cubicBezTo>
                    <a:pt x="88" y="1"/>
                    <a:pt x="49" y="32"/>
                    <a:pt x="37" y="84"/>
                  </a:cubicBezTo>
                  <a:cubicBezTo>
                    <a:pt x="0" y="154"/>
                    <a:pt x="37" y="220"/>
                    <a:pt x="87" y="257"/>
                  </a:cubicBezTo>
                  <a:cubicBezTo>
                    <a:pt x="99" y="260"/>
                    <a:pt x="110" y="261"/>
                    <a:pt x="121" y="261"/>
                  </a:cubicBezTo>
                  <a:cubicBezTo>
                    <a:pt x="173" y="261"/>
                    <a:pt x="213" y="228"/>
                    <a:pt x="243" y="170"/>
                  </a:cubicBezTo>
                  <a:cubicBezTo>
                    <a:pt x="260" y="100"/>
                    <a:pt x="223" y="34"/>
                    <a:pt x="173" y="13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10"/>
            <p:cNvSpPr/>
            <p:nvPr/>
          </p:nvSpPr>
          <p:spPr>
            <a:xfrm>
              <a:off x="5124700" y="27800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32" y="0"/>
                  </a:moveTo>
                  <a:cubicBezTo>
                    <a:pt x="79" y="0"/>
                    <a:pt x="30" y="35"/>
                    <a:pt x="17" y="88"/>
                  </a:cubicBezTo>
                  <a:cubicBezTo>
                    <a:pt x="0" y="159"/>
                    <a:pt x="33" y="229"/>
                    <a:pt x="87" y="262"/>
                  </a:cubicBezTo>
                  <a:cubicBezTo>
                    <a:pt x="95" y="264"/>
                    <a:pt x="104" y="266"/>
                    <a:pt x="114" y="266"/>
                  </a:cubicBezTo>
                  <a:cubicBezTo>
                    <a:pt x="159" y="266"/>
                    <a:pt x="209" y="233"/>
                    <a:pt x="223" y="175"/>
                  </a:cubicBezTo>
                  <a:cubicBezTo>
                    <a:pt x="240" y="109"/>
                    <a:pt x="223" y="39"/>
                    <a:pt x="169" y="6"/>
                  </a:cubicBezTo>
                  <a:cubicBezTo>
                    <a:pt x="157" y="2"/>
                    <a:pt x="14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10"/>
            <p:cNvSpPr/>
            <p:nvPr/>
          </p:nvSpPr>
          <p:spPr>
            <a:xfrm>
              <a:off x="5068425" y="2824475"/>
              <a:ext cx="5175" cy="2100"/>
            </a:xfrm>
            <a:custGeom>
              <a:avLst/>
              <a:gdLst/>
              <a:ahLst/>
              <a:cxnLst/>
              <a:rect l="l" t="t" r="r" b="b"/>
              <a:pathLst>
                <a:path w="207" h="84" extrusionOk="0">
                  <a:moveTo>
                    <a:pt x="120" y="1"/>
                  </a:moveTo>
                  <a:cubicBezTo>
                    <a:pt x="108" y="1"/>
                    <a:pt x="95" y="5"/>
                    <a:pt x="87" y="13"/>
                  </a:cubicBezTo>
                  <a:cubicBezTo>
                    <a:pt x="70" y="13"/>
                    <a:pt x="33" y="30"/>
                    <a:pt x="17" y="63"/>
                  </a:cubicBezTo>
                  <a:lnTo>
                    <a:pt x="0" y="83"/>
                  </a:lnTo>
                  <a:lnTo>
                    <a:pt x="206" y="83"/>
                  </a:lnTo>
                  <a:cubicBezTo>
                    <a:pt x="206" y="63"/>
                    <a:pt x="190" y="46"/>
                    <a:pt x="173" y="30"/>
                  </a:cubicBezTo>
                  <a:lnTo>
                    <a:pt x="153" y="13"/>
                  </a:lnTo>
                  <a:cubicBezTo>
                    <a:pt x="145" y="5"/>
                    <a:pt x="132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10"/>
            <p:cNvSpPr/>
            <p:nvPr/>
          </p:nvSpPr>
          <p:spPr>
            <a:xfrm>
              <a:off x="5263425" y="2665025"/>
              <a:ext cx="2100" cy="5600"/>
            </a:xfrm>
            <a:custGeom>
              <a:avLst/>
              <a:gdLst/>
              <a:ahLst/>
              <a:cxnLst/>
              <a:rect l="l" t="t" r="r" b="b"/>
              <a:pathLst>
                <a:path w="84" h="224" extrusionOk="0">
                  <a:moveTo>
                    <a:pt x="83" y="1"/>
                  </a:moveTo>
                  <a:lnTo>
                    <a:pt x="83" y="1"/>
                  </a:lnTo>
                  <a:cubicBezTo>
                    <a:pt x="34" y="34"/>
                    <a:pt x="1" y="87"/>
                    <a:pt x="17" y="153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50" y="153"/>
                    <a:pt x="67" y="87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10"/>
            <p:cNvSpPr/>
            <p:nvPr/>
          </p:nvSpPr>
          <p:spPr>
            <a:xfrm>
              <a:off x="5085625" y="2821800"/>
              <a:ext cx="6000" cy="4250"/>
            </a:xfrm>
            <a:custGeom>
              <a:avLst/>
              <a:gdLst/>
              <a:ahLst/>
              <a:cxnLst/>
              <a:rect l="l" t="t" r="r" b="b"/>
              <a:pathLst>
                <a:path w="240" h="170" extrusionOk="0">
                  <a:moveTo>
                    <a:pt x="104" y="1"/>
                  </a:moveTo>
                  <a:cubicBezTo>
                    <a:pt x="50" y="17"/>
                    <a:pt x="1" y="87"/>
                    <a:pt x="17" y="153"/>
                  </a:cubicBezTo>
                  <a:lnTo>
                    <a:pt x="17" y="170"/>
                  </a:lnTo>
                  <a:cubicBezTo>
                    <a:pt x="83" y="170"/>
                    <a:pt x="170" y="153"/>
                    <a:pt x="240" y="153"/>
                  </a:cubicBezTo>
                  <a:lnTo>
                    <a:pt x="240" y="120"/>
                  </a:lnTo>
                  <a:cubicBezTo>
                    <a:pt x="223" y="87"/>
                    <a:pt x="223" y="50"/>
                    <a:pt x="186" y="34"/>
                  </a:cubicBezTo>
                  <a:cubicBezTo>
                    <a:pt x="186" y="17"/>
                    <a:pt x="170" y="17"/>
                    <a:pt x="170" y="17"/>
                  </a:cubicBezTo>
                  <a:cubicBezTo>
                    <a:pt x="153" y="1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10"/>
            <p:cNvSpPr/>
            <p:nvPr/>
          </p:nvSpPr>
          <p:spPr>
            <a:xfrm>
              <a:off x="5253125" y="2602225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4" y="0"/>
                  </a:moveTo>
                  <a:cubicBezTo>
                    <a:pt x="79" y="0"/>
                    <a:pt x="30" y="35"/>
                    <a:pt x="17" y="88"/>
                  </a:cubicBezTo>
                  <a:cubicBezTo>
                    <a:pt x="1" y="159"/>
                    <a:pt x="17" y="229"/>
                    <a:pt x="83" y="262"/>
                  </a:cubicBezTo>
                  <a:lnTo>
                    <a:pt x="137" y="262"/>
                  </a:lnTo>
                  <a:cubicBezTo>
                    <a:pt x="170" y="262"/>
                    <a:pt x="207" y="229"/>
                    <a:pt x="223" y="175"/>
                  </a:cubicBezTo>
                  <a:cubicBezTo>
                    <a:pt x="240" y="126"/>
                    <a:pt x="223" y="72"/>
                    <a:pt x="207" y="39"/>
                  </a:cubicBezTo>
                  <a:cubicBezTo>
                    <a:pt x="186" y="39"/>
                    <a:pt x="170" y="23"/>
                    <a:pt x="153" y="6"/>
                  </a:cubicBezTo>
                  <a:cubicBezTo>
                    <a:pt x="144" y="2"/>
                    <a:pt x="134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10"/>
            <p:cNvSpPr/>
            <p:nvPr/>
          </p:nvSpPr>
          <p:spPr>
            <a:xfrm>
              <a:off x="5250950" y="261972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26" y="0"/>
                  </a:moveTo>
                  <a:cubicBezTo>
                    <a:pt x="103" y="0"/>
                    <a:pt x="82" y="13"/>
                    <a:pt x="67" y="28"/>
                  </a:cubicBezTo>
                  <a:cubicBezTo>
                    <a:pt x="34" y="44"/>
                    <a:pt x="17" y="61"/>
                    <a:pt x="17" y="94"/>
                  </a:cubicBezTo>
                  <a:cubicBezTo>
                    <a:pt x="1" y="110"/>
                    <a:pt x="1" y="147"/>
                    <a:pt x="17" y="180"/>
                  </a:cubicBezTo>
                  <a:cubicBezTo>
                    <a:pt x="17" y="213"/>
                    <a:pt x="50" y="234"/>
                    <a:pt x="88" y="250"/>
                  </a:cubicBezTo>
                  <a:cubicBezTo>
                    <a:pt x="101" y="259"/>
                    <a:pt x="115" y="263"/>
                    <a:pt x="130" y="263"/>
                  </a:cubicBezTo>
                  <a:cubicBezTo>
                    <a:pt x="170" y="263"/>
                    <a:pt x="212" y="232"/>
                    <a:pt x="224" y="180"/>
                  </a:cubicBezTo>
                  <a:cubicBezTo>
                    <a:pt x="240" y="110"/>
                    <a:pt x="224" y="44"/>
                    <a:pt x="154" y="7"/>
                  </a:cubicBezTo>
                  <a:cubicBezTo>
                    <a:pt x="144" y="2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10"/>
            <p:cNvSpPr/>
            <p:nvPr/>
          </p:nvSpPr>
          <p:spPr>
            <a:xfrm>
              <a:off x="5112225" y="28174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87" y="1"/>
                    <a:pt x="71" y="1"/>
                    <a:pt x="34" y="34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87" y="190"/>
                    <a:pt x="153" y="190"/>
                    <a:pt x="207" y="174"/>
                  </a:cubicBezTo>
                  <a:cubicBezTo>
                    <a:pt x="223" y="137"/>
                    <a:pt x="223" y="87"/>
                    <a:pt x="190" y="54"/>
                  </a:cubicBezTo>
                  <a:cubicBezTo>
                    <a:pt x="190" y="34"/>
                    <a:pt x="174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10"/>
            <p:cNvSpPr/>
            <p:nvPr/>
          </p:nvSpPr>
          <p:spPr>
            <a:xfrm>
              <a:off x="5247050" y="26672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3" y="0"/>
                  </a:moveTo>
                  <a:cubicBezTo>
                    <a:pt x="54" y="17"/>
                    <a:pt x="0" y="87"/>
                    <a:pt x="17" y="153"/>
                  </a:cubicBezTo>
                  <a:cubicBezTo>
                    <a:pt x="17" y="190"/>
                    <a:pt x="37" y="223"/>
                    <a:pt x="70" y="239"/>
                  </a:cubicBezTo>
                  <a:cubicBezTo>
                    <a:pt x="82" y="251"/>
                    <a:pt x="102" y="263"/>
                    <a:pt x="120" y="263"/>
                  </a:cubicBezTo>
                  <a:cubicBezTo>
                    <a:pt x="127" y="263"/>
                    <a:pt x="134" y="261"/>
                    <a:pt x="141" y="256"/>
                  </a:cubicBezTo>
                  <a:cubicBezTo>
                    <a:pt x="206" y="256"/>
                    <a:pt x="244" y="190"/>
                    <a:pt x="244" y="120"/>
                  </a:cubicBezTo>
                  <a:cubicBezTo>
                    <a:pt x="223" y="66"/>
                    <a:pt x="206" y="33"/>
                    <a:pt x="173" y="17"/>
                  </a:cubicBezTo>
                  <a:cubicBezTo>
                    <a:pt x="157" y="0"/>
                    <a:pt x="141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10"/>
            <p:cNvSpPr/>
            <p:nvPr/>
          </p:nvSpPr>
          <p:spPr>
            <a:xfrm>
              <a:off x="5250550" y="26521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7" y="0"/>
                  </a:moveTo>
                  <a:cubicBezTo>
                    <a:pt x="104" y="0"/>
                    <a:pt x="66" y="17"/>
                    <a:pt x="50" y="33"/>
                  </a:cubicBezTo>
                  <a:cubicBezTo>
                    <a:pt x="33" y="50"/>
                    <a:pt x="17" y="87"/>
                    <a:pt x="17" y="120"/>
                  </a:cubicBezTo>
                  <a:cubicBezTo>
                    <a:pt x="1" y="153"/>
                    <a:pt x="17" y="190"/>
                    <a:pt x="33" y="223"/>
                  </a:cubicBezTo>
                  <a:cubicBezTo>
                    <a:pt x="50" y="240"/>
                    <a:pt x="83" y="256"/>
                    <a:pt x="104" y="256"/>
                  </a:cubicBezTo>
                  <a:cubicBezTo>
                    <a:pt x="113" y="262"/>
                    <a:pt x="123" y="265"/>
                    <a:pt x="133" y="265"/>
                  </a:cubicBezTo>
                  <a:cubicBezTo>
                    <a:pt x="155" y="265"/>
                    <a:pt x="174" y="251"/>
                    <a:pt x="186" y="240"/>
                  </a:cubicBezTo>
                  <a:cubicBezTo>
                    <a:pt x="240" y="190"/>
                    <a:pt x="240" y="103"/>
                    <a:pt x="207" y="50"/>
                  </a:cubicBezTo>
                  <a:cubicBezTo>
                    <a:pt x="186" y="33"/>
                    <a:pt x="170" y="17"/>
                    <a:pt x="153" y="17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10"/>
            <p:cNvSpPr/>
            <p:nvPr/>
          </p:nvSpPr>
          <p:spPr>
            <a:xfrm>
              <a:off x="5236325" y="26528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8" y="0"/>
                  </a:moveTo>
                  <a:cubicBezTo>
                    <a:pt x="81" y="0"/>
                    <a:pt x="31" y="30"/>
                    <a:pt x="17" y="74"/>
                  </a:cubicBezTo>
                  <a:cubicBezTo>
                    <a:pt x="1" y="145"/>
                    <a:pt x="17" y="227"/>
                    <a:pt x="87" y="248"/>
                  </a:cubicBezTo>
                  <a:cubicBezTo>
                    <a:pt x="104" y="264"/>
                    <a:pt x="120" y="264"/>
                    <a:pt x="137" y="264"/>
                  </a:cubicBezTo>
                  <a:cubicBezTo>
                    <a:pt x="174" y="248"/>
                    <a:pt x="207" y="227"/>
                    <a:pt x="223" y="178"/>
                  </a:cubicBezTo>
                  <a:cubicBezTo>
                    <a:pt x="240" y="124"/>
                    <a:pt x="223" y="74"/>
                    <a:pt x="207" y="41"/>
                  </a:cubicBezTo>
                  <a:cubicBezTo>
                    <a:pt x="190" y="21"/>
                    <a:pt x="174" y="21"/>
                    <a:pt x="157" y="4"/>
                  </a:cubicBezTo>
                  <a:cubicBezTo>
                    <a:pt x="148" y="1"/>
                    <a:pt x="138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10"/>
            <p:cNvSpPr/>
            <p:nvPr/>
          </p:nvSpPr>
          <p:spPr>
            <a:xfrm>
              <a:off x="5214875" y="2766350"/>
              <a:ext cx="3025" cy="3525"/>
            </a:xfrm>
            <a:custGeom>
              <a:avLst/>
              <a:gdLst/>
              <a:ahLst/>
              <a:cxnLst/>
              <a:rect l="l" t="t" r="r" b="b"/>
              <a:pathLst>
                <a:path w="121" h="141" extrusionOk="0">
                  <a:moveTo>
                    <a:pt x="121" y="1"/>
                  </a:moveTo>
                  <a:cubicBezTo>
                    <a:pt x="104" y="1"/>
                    <a:pt x="104" y="1"/>
                    <a:pt x="88" y="17"/>
                  </a:cubicBezTo>
                  <a:cubicBezTo>
                    <a:pt x="34" y="17"/>
                    <a:pt x="1" y="71"/>
                    <a:pt x="1" y="141"/>
                  </a:cubicBezTo>
                  <a:cubicBezTo>
                    <a:pt x="34" y="87"/>
                    <a:pt x="67" y="54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10"/>
            <p:cNvSpPr/>
            <p:nvPr/>
          </p:nvSpPr>
          <p:spPr>
            <a:xfrm>
              <a:off x="5238500" y="2728925"/>
              <a:ext cx="5175" cy="6525"/>
            </a:xfrm>
            <a:custGeom>
              <a:avLst/>
              <a:gdLst/>
              <a:ahLst/>
              <a:cxnLst/>
              <a:rect l="l" t="t" r="r" b="b"/>
              <a:pathLst>
                <a:path w="207" h="261" extrusionOk="0">
                  <a:moveTo>
                    <a:pt x="125" y="1"/>
                  </a:moveTo>
                  <a:cubicBezTo>
                    <a:pt x="80" y="1"/>
                    <a:pt x="30" y="30"/>
                    <a:pt x="17" y="71"/>
                  </a:cubicBezTo>
                  <a:cubicBezTo>
                    <a:pt x="0" y="141"/>
                    <a:pt x="17" y="228"/>
                    <a:pt x="87" y="244"/>
                  </a:cubicBezTo>
                  <a:lnTo>
                    <a:pt x="103" y="261"/>
                  </a:lnTo>
                  <a:lnTo>
                    <a:pt x="103" y="228"/>
                  </a:lnTo>
                  <a:cubicBezTo>
                    <a:pt x="136" y="174"/>
                    <a:pt x="173" y="108"/>
                    <a:pt x="206" y="55"/>
                  </a:cubicBezTo>
                  <a:cubicBezTo>
                    <a:pt x="190" y="38"/>
                    <a:pt x="173" y="22"/>
                    <a:pt x="153" y="5"/>
                  </a:cubicBezTo>
                  <a:cubicBezTo>
                    <a:pt x="144" y="2"/>
                    <a:pt x="134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10"/>
            <p:cNvSpPr/>
            <p:nvPr/>
          </p:nvSpPr>
          <p:spPr>
            <a:xfrm>
              <a:off x="5245800" y="2713200"/>
              <a:ext cx="5600" cy="6375"/>
            </a:xfrm>
            <a:custGeom>
              <a:avLst/>
              <a:gdLst/>
              <a:ahLst/>
              <a:cxnLst/>
              <a:rect l="l" t="t" r="r" b="b"/>
              <a:pathLst>
                <a:path w="224" h="255" extrusionOk="0">
                  <a:moveTo>
                    <a:pt x="110" y="1"/>
                  </a:moveTo>
                  <a:cubicBezTo>
                    <a:pt x="70" y="1"/>
                    <a:pt x="29" y="34"/>
                    <a:pt x="17" y="82"/>
                  </a:cubicBezTo>
                  <a:cubicBezTo>
                    <a:pt x="1" y="152"/>
                    <a:pt x="17" y="222"/>
                    <a:pt x="87" y="255"/>
                  </a:cubicBezTo>
                  <a:lnTo>
                    <a:pt x="137" y="255"/>
                  </a:lnTo>
                  <a:cubicBezTo>
                    <a:pt x="153" y="205"/>
                    <a:pt x="191" y="135"/>
                    <a:pt x="223" y="65"/>
                  </a:cubicBezTo>
                  <a:cubicBezTo>
                    <a:pt x="207" y="49"/>
                    <a:pt x="191" y="16"/>
                    <a:pt x="153" y="16"/>
                  </a:cubicBezTo>
                  <a:cubicBezTo>
                    <a:pt x="140" y="6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10"/>
            <p:cNvSpPr/>
            <p:nvPr/>
          </p:nvSpPr>
          <p:spPr>
            <a:xfrm>
              <a:off x="5256525" y="26800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37" y="1"/>
                  </a:moveTo>
                  <a:cubicBezTo>
                    <a:pt x="120" y="1"/>
                    <a:pt x="87" y="17"/>
                    <a:pt x="50" y="34"/>
                  </a:cubicBezTo>
                  <a:cubicBezTo>
                    <a:pt x="17" y="67"/>
                    <a:pt x="1" y="153"/>
                    <a:pt x="50" y="207"/>
                  </a:cubicBezTo>
                  <a:cubicBezTo>
                    <a:pt x="71" y="240"/>
                    <a:pt x="87" y="256"/>
                    <a:pt x="120" y="256"/>
                  </a:cubicBezTo>
                  <a:cubicBezTo>
                    <a:pt x="137" y="256"/>
                    <a:pt x="174" y="256"/>
                    <a:pt x="190" y="240"/>
                  </a:cubicBezTo>
                  <a:cubicBezTo>
                    <a:pt x="207" y="190"/>
                    <a:pt x="207" y="137"/>
                    <a:pt x="223" y="67"/>
                  </a:cubicBezTo>
                  <a:lnTo>
                    <a:pt x="223" y="50"/>
                  </a:lnTo>
                  <a:cubicBezTo>
                    <a:pt x="207" y="34"/>
                    <a:pt x="190" y="17"/>
                    <a:pt x="174" y="17"/>
                  </a:cubicBezTo>
                  <a:cubicBezTo>
                    <a:pt x="153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10"/>
            <p:cNvSpPr/>
            <p:nvPr/>
          </p:nvSpPr>
          <p:spPr>
            <a:xfrm>
              <a:off x="5140150" y="2809750"/>
              <a:ext cx="5600" cy="5575"/>
            </a:xfrm>
            <a:custGeom>
              <a:avLst/>
              <a:gdLst/>
              <a:ahLst/>
              <a:cxnLst/>
              <a:rect l="l" t="t" r="r" b="b"/>
              <a:pathLst>
                <a:path w="224" h="223" extrusionOk="0">
                  <a:moveTo>
                    <a:pt x="104" y="0"/>
                  </a:moveTo>
                  <a:cubicBezTo>
                    <a:pt x="50" y="17"/>
                    <a:pt x="1" y="70"/>
                    <a:pt x="17" y="157"/>
                  </a:cubicBezTo>
                  <a:cubicBezTo>
                    <a:pt x="17" y="173"/>
                    <a:pt x="34" y="206"/>
                    <a:pt x="50" y="223"/>
                  </a:cubicBezTo>
                  <a:cubicBezTo>
                    <a:pt x="104" y="206"/>
                    <a:pt x="170" y="173"/>
                    <a:pt x="224" y="157"/>
                  </a:cubicBezTo>
                  <a:lnTo>
                    <a:pt x="224" y="103"/>
                  </a:lnTo>
                  <a:cubicBezTo>
                    <a:pt x="224" y="70"/>
                    <a:pt x="207" y="33"/>
                    <a:pt x="191" y="17"/>
                  </a:cubicBezTo>
                  <a:cubicBezTo>
                    <a:pt x="17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10"/>
            <p:cNvSpPr/>
            <p:nvPr/>
          </p:nvSpPr>
          <p:spPr>
            <a:xfrm>
              <a:off x="5194675" y="2783450"/>
              <a:ext cx="4375" cy="3550"/>
            </a:xfrm>
            <a:custGeom>
              <a:avLst/>
              <a:gdLst/>
              <a:ahLst/>
              <a:cxnLst/>
              <a:rect l="l" t="t" r="r" b="b"/>
              <a:pathLst>
                <a:path w="175" h="142" extrusionOk="0">
                  <a:moveTo>
                    <a:pt x="127" y="1"/>
                  </a:moveTo>
                  <a:cubicBezTo>
                    <a:pt x="82" y="1"/>
                    <a:pt x="31" y="34"/>
                    <a:pt x="17" y="92"/>
                  </a:cubicBezTo>
                  <a:cubicBezTo>
                    <a:pt x="17" y="108"/>
                    <a:pt x="1" y="125"/>
                    <a:pt x="17" y="141"/>
                  </a:cubicBezTo>
                  <a:cubicBezTo>
                    <a:pt x="71" y="108"/>
                    <a:pt x="120" y="55"/>
                    <a:pt x="174" y="22"/>
                  </a:cubicBezTo>
                  <a:cubicBezTo>
                    <a:pt x="174" y="22"/>
                    <a:pt x="174" y="5"/>
                    <a:pt x="153" y="5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10"/>
            <p:cNvSpPr/>
            <p:nvPr/>
          </p:nvSpPr>
          <p:spPr>
            <a:xfrm>
              <a:off x="5126350" y="2814900"/>
              <a:ext cx="5700" cy="4775"/>
            </a:xfrm>
            <a:custGeom>
              <a:avLst/>
              <a:gdLst/>
              <a:ahLst/>
              <a:cxnLst/>
              <a:rect l="l" t="t" r="r" b="b"/>
              <a:pathLst>
                <a:path w="228" h="191" extrusionOk="0">
                  <a:moveTo>
                    <a:pt x="103" y="0"/>
                  </a:moveTo>
                  <a:cubicBezTo>
                    <a:pt x="38" y="0"/>
                    <a:pt x="0" y="71"/>
                    <a:pt x="21" y="137"/>
                  </a:cubicBezTo>
                  <a:lnTo>
                    <a:pt x="21" y="190"/>
                  </a:lnTo>
                  <a:cubicBezTo>
                    <a:pt x="87" y="174"/>
                    <a:pt x="157" y="157"/>
                    <a:pt x="227" y="120"/>
                  </a:cubicBezTo>
                  <a:lnTo>
                    <a:pt x="227" y="104"/>
                  </a:lnTo>
                  <a:cubicBezTo>
                    <a:pt x="227" y="71"/>
                    <a:pt x="207" y="33"/>
                    <a:pt x="190" y="17"/>
                  </a:cubicBezTo>
                  <a:cubicBezTo>
                    <a:pt x="174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10"/>
            <p:cNvSpPr/>
            <p:nvPr/>
          </p:nvSpPr>
          <p:spPr>
            <a:xfrm>
              <a:off x="5154700" y="2806850"/>
              <a:ext cx="4750" cy="3325"/>
            </a:xfrm>
            <a:custGeom>
              <a:avLst/>
              <a:gdLst/>
              <a:ahLst/>
              <a:cxnLst/>
              <a:rect l="l" t="t" r="r" b="b"/>
              <a:pathLst>
                <a:path w="190" h="133" extrusionOk="0">
                  <a:moveTo>
                    <a:pt x="113" y="0"/>
                  </a:moveTo>
                  <a:cubicBezTo>
                    <a:pt x="72" y="0"/>
                    <a:pt x="33" y="32"/>
                    <a:pt x="21" y="83"/>
                  </a:cubicBezTo>
                  <a:cubicBezTo>
                    <a:pt x="0" y="100"/>
                    <a:pt x="0" y="116"/>
                    <a:pt x="0" y="133"/>
                  </a:cubicBezTo>
                  <a:cubicBezTo>
                    <a:pt x="70" y="100"/>
                    <a:pt x="140" y="83"/>
                    <a:pt x="190" y="46"/>
                  </a:cubicBezTo>
                  <a:cubicBezTo>
                    <a:pt x="190" y="30"/>
                    <a:pt x="173" y="13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10"/>
            <p:cNvSpPr/>
            <p:nvPr/>
          </p:nvSpPr>
          <p:spPr>
            <a:xfrm>
              <a:off x="5174075" y="27586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70" y="0"/>
                    <a:pt x="33" y="1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17" y="190"/>
                    <a:pt x="17" y="206"/>
                    <a:pt x="50" y="244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3"/>
                  </a:cubicBezTo>
                  <a:cubicBezTo>
                    <a:pt x="223" y="70"/>
                    <a:pt x="206" y="54"/>
                    <a:pt x="173" y="17"/>
                  </a:cubicBezTo>
                  <a:cubicBezTo>
                    <a:pt x="173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10"/>
            <p:cNvSpPr/>
            <p:nvPr/>
          </p:nvSpPr>
          <p:spPr>
            <a:xfrm>
              <a:off x="5180450" y="2787900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04" y="0"/>
                  </a:moveTo>
                  <a:cubicBezTo>
                    <a:pt x="71" y="0"/>
                    <a:pt x="55" y="17"/>
                    <a:pt x="38" y="50"/>
                  </a:cubicBezTo>
                  <a:cubicBezTo>
                    <a:pt x="22" y="83"/>
                    <a:pt x="1" y="120"/>
                    <a:pt x="22" y="153"/>
                  </a:cubicBezTo>
                  <a:cubicBezTo>
                    <a:pt x="22" y="186"/>
                    <a:pt x="38" y="206"/>
                    <a:pt x="55" y="239"/>
                  </a:cubicBezTo>
                  <a:cubicBezTo>
                    <a:pt x="88" y="256"/>
                    <a:pt x="104" y="256"/>
                    <a:pt x="141" y="256"/>
                  </a:cubicBezTo>
                  <a:cubicBezTo>
                    <a:pt x="207" y="239"/>
                    <a:pt x="244" y="169"/>
                    <a:pt x="228" y="103"/>
                  </a:cubicBezTo>
                  <a:cubicBezTo>
                    <a:pt x="228" y="66"/>
                    <a:pt x="207" y="50"/>
                    <a:pt x="191" y="17"/>
                  </a:cubicBezTo>
                  <a:cubicBezTo>
                    <a:pt x="174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10"/>
            <p:cNvSpPr/>
            <p:nvPr/>
          </p:nvSpPr>
          <p:spPr>
            <a:xfrm>
              <a:off x="5185625" y="272357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1" y="1"/>
                  </a:moveTo>
                  <a:cubicBezTo>
                    <a:pt x="123" y="1"/>
                    <a:pt x="113" y="5"/>
                    <a:pt x="103" y="13"/>
                  </a:cubicBezTo>
                  <a:cubicBezTo>
                    <a:pt x="37" y="13"/>
                    <a:pt x="0" y="79"/>
                    <a:pt x="0" y="149"/>
                  </a:cubicBezTo>
                  <a:cubicBezTo>
                    <a:pt x="21" y="182"/>
                    <a:pt x="37" y="219"/>
                    <a:pt x="54" y="236"/>
                  </a:cubicBezTo>
                  <a:cubicBezTo>
                    <a:pt x="65" y="247"/>
                    <a:pt x="85" y="259"/>
                    <a:pt x="109" y="259"/>
                  </a:cubicBezTo>
                  <a:cubicBezTo>
                    <a:pt x="119" y="259"/>
                    <a:pt x="129" y="257"/>
                    <a:pt x="140" y="252"/>
                  </a:cubicBezTo>
                  <a:cubicBezTo>
                    <a:pt x="190" y="252"/>
                    <a:pt x="243" y="182"/>
                    <a:pt x="227" y="116"/>
                  </a:cubicBezTo>
                  <a:cubicBezTo>
                    <a:pt x="227" y="79"/>
                    <a:pt x="206" y="46"/>
                    <a:pt x="190" y="29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8" y="5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10"/>
            <p:cNvSpPr/>
            <p:nvPr/>
          </p:nvSpPr>
          <p:spPr>
            <a:xfrm>
              <a:off x="5184800" y="277110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70" y="0"/>
                    <a:pt x="54" y="1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4" y="239"/>
                    <a:pt x="70" y="260"/>
                    <a:pt x="103" y="260"/>
                  </a:cubicBezTo>
                  <a:cubicBezTo>
                    <a:pt x="136" y="260"/>
                    <a:pt x="173" y="239"/>
                    <a:pt x="190" y="223"/>
                  </a:cubicBezTo>
                  <a:cubicBezTo>
                    <a:pt x="206" y="206"/>
                    <a:pt x="223" y="173"/>
                    <a:pt x="223" y="136"/>
                  </a:cubicBezTo>
                  <a:cubicBezTo>
                    <a:pt x="223" y="103"/>
                    <a:pt x="223" y="70"/>
                    <a:pt x="206" y="54"/>
                  </a:cubicBezTo>
                  <a:cubicBezTo>
                    <a:pt x="190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10"/>
            <p:cNvSpPr/>
            <p:nvPr/>
          </p:nvSpPr>
          <p:spPr>
            <a:xfrm>
              <a:off x="5187375" y="270765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11" y="0"/>
                  </a:moveTo>
                  <a:cubicBezTo>
                    <a:pt x="69" y="0"/>
                    <a:pt x="29" y="33"/>
                    <a:pt x="17" y="81"/>
                  </a:cubicBezTo>
                  <a:cubicBezTo>
                    <a:pt x="0" y="151"/>
                    <a:pt x="17" y="221"/>
                    <a:pt x="70" y="254"/>
                  </a:cubicBezTo>
                  <a:cubicBezTo>
                    <a:pt x="82" y="257"/>
                    <a:pt x="94" y="258"/>
                    <a:pt x="105" y="258"/>
                  </a:cubicBezTo>
                  <a:cubicBezTo>
                    <a:pt x="159" y="258"/>
                    <a:pt x="209" y="228"/>
                    <a:pt x="223" y="184"/>
                  </a:cubicBezTo>
                  <a:cubicBezTo>
                    <a:pt x="239" y="118"/>
                    <a:pt x="206" y="31"/>
                    <a:pt x="157" y="15"/>
                  </a:cubicBezTo>
                  <a:cubicBezTo>
                    <a:pt x="142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10"/>
            <p:cNvSpPr/>
            <p:nvPr/>
          </p:nvSpPr>
          <p:spPr>
            <a:xfrm>
              <a:off x="5084300" y="2647500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0" y="153"/>
                    <a:pt x="33" y="219"/>
                    <a:pt x="87" y="256"/>
                  </a:cubicBezTo>
                  <a:cubicBezTo>
                    <a:pt x="95" y="259"/>
                    <a:pt x="103" y="260"/>
                    <a:pt x="112" y="260"/>
                  </a:cubicBezTo>
                  <a:cubicBezTo>
                    <a:pt x="157" y="260"/>
                    <a:pt x="209" y="225"/>
                    <a:pt x="223" y="170"/>
                  </a:cubicBezTo>
                  <a:cubicBezTo>
                    <a:pt x="260" y="116"/>
                    <a:pt x="223" y="30"/>
                    <a:pt x="173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10"/>
            <p:cNvSpPr/>
            <p:nvPr/>
          </p:nvSpPr>
          <p:spPr>
            <a:xfrm>
              <a:off x="5183550" y="27434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93" y="1"/>
                  </a:moveTo>
                  <a:cubicBezTo>
                    <a:pt x="72" y="1"/>
                    <a:pt x="57" y="13"/>
                    <a:pt x="34" y="28"/>
                  </a:cubicBezTo>
                  <a:cubicBezTo>
                    <a:pt x="17" y="61"/>
                    <a:pt x="1" y="77"/>
                    <a:pt x="1" y="110"/>
                  </a:cubicBezTo>
                  <a:cubicBezTo>
                    <a:pt x="1" y="148"/>
                    <a:pt x="1" y="181"/>
                    <a:pt x="17" y="214"/>
                  </a:cubicBezTo>
                  <a:cubicBezTo>
                    <a:pt x="36" y="245"/>
                    <a:pt x="69" y="264"/>
                    <a:pt x="102" y="264"/>
                  </a:cubicBezTo>
                  <a:cubicBezTo>
                    <a:pt x="125" y="264"/>
                    <a:pt x="149" y="255"/>
                    <a:pt x="170" y="234"/>
                  </a:cubicBezTo>
                  <a:cubicBezTo>
                    <a:pt x="223" y="181"/>
                    <a:pt x="223" y="110"/>
                    <a:pt x="186" y="45"/>
                  </a:cubicBezTo>
                  <a:cubicBezTo>
                    <a:pt x="186" y="28"/>
                    <a:pt x="170" y="28"/>
                    <a:pt x="153" y="7"/>
                  </a:cubicBezTo>
                  <a:lnTo>
                    <a:pt x="120" y="7"/>
                  </a:lnTo>
                  <a:cubicBezTo>
                    <a:pt x="110" y="3"/>
                    <a:pt x="101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10"/>
            <p:cNvSpPr/>
            <p:nvPr/>
          </p:nvSpPr>
          <p:spPr>
            <a:xfrm>
              <a:off x="5174475" y="26629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29" y="0"/>
                  </a:moveTo>
                  <a:cubicBezTo>
                    <a:pt x="120" y="0"/>
                    <a:pt x="112" y="4"/>
                    <a:pt x="104" y="13"/>
                  </a:cubicBezTo>
                  <a:cubicBezTo>
                    <a:pt x="87" y="13"/>
                    <a:pt x="71" y="29"/>
                    <a:pt x="54" y="50"/>
                  </a:cubicBezTo>
                  <a:cubicBezTo>
                    <a:pt x="17" y="66"/>
                    <a:pt x="1" y="116"/>
                    <a:pt x="17" y="153"/>
                  </a:cubicBezTo>
                  <a:cubicBezTo>
                    <a:pt x="17" y="186"/>
                    <a:pt x="34" y="219"/>
                    <a:pt x="54" y="235"/>
                  </a:cubicBezTo>
                  <a:cubicBezTo>
                    <a:pt x="78" y="250"/>
                    <a:pt x="93" y="263"/>
                    <a:pt x="112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190" y="256"/>
                    <a:pt x="240" y="186"/>
                    <a:pt x="240" y="132"/>
                  </a:cubicBezTo>
                  <a:cubicBezTo>
                    <a:pt x="240" y="116"/>
                    <a:pt x="240" y="116"/>
                    <a:pt x="223" y="116"/>
                  </a:cubicBezTo>
                  <a:cubicBezTo>
                    <a:pt x="223" y="66"/>
                    <a:pt x="207" y="29"/>
                    <a:pt x="157" y="13"/>
                  </a:cubicBezTo>
                  <a:cubicBezTo>
                    <a:pt x="147" y="4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10"/>
            <p:cNvSpPr/>
            <p:nvPr/>
          </p:nvSpPr>
          <p:spPr>
            <a:xfrm>
              <a:off x="5177475" y="261890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9" y="0"/>
                  </a:moveTo>
                  <a:cubicBezTo>
                    <a:pt x="86" y="0"/>
                    <a:pt x="66" y="12"/>
                    <a:pt x="54" y="23"/>
                  </a:cubicBezTo>
                  <a:cubicBezTo>
                    <a:pt x="17" y="61"/>
                    <a:pt x="17" y="77"/>
                    <a:pt x="0" y="110"/>
                  </a:cubicBezTo>
                  <a:cubicBezTo>
                    <a:pt x="0" y="143"/>
                    <a:pt x="17" y="180"/>
                    <a:pt x="37" y="213"/>
                  </a:cubicBezTo>
                  <a:cubicBezTo>
                    <a:pt x="54" y="230"/>
                    <a:pt x="70" y="246"/>
                    <a:pt x="103" y="267"/>
                  </a:cubicBezTo>
                  <a:cubicBezTo>
                    <a:pt x="141" y="267"/>
                    <a:pt x="174" y="246"/>
                    <a:pt x="190" y="230"/>
                  </a:cubicBezTo>
                  <a:cubicBezTo>
                    <a:pt x="244" y="180"/>
                    <a:pt x="244" y="110"/>
                    <a:pt x="207" y="40"/>
                  </a:cubicBezTo>
                  <a:cubicBezTo>
                    <a:pt x="190" y="23"/>
                    <a:pt x="174" y="23"/>
                    <a:pt x="157" y="7"/>
                  </a:cubicBezTo>
                  <a:lnTo>
                    <a:pt x="141" y="7"/>
                  </a:lnTo>
                  <a:cubicBezTo>
                    <a:pt x="130" y="2"/>
                    <a:pt x="119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10"/>
            <p:cNvSpPr/>
            <p:nvPr/>
          </p:nvSpPr>
          <p:spPr>
            <a:xfrm>
              <a:off x="5213550" y="268862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7" y="1"/>
                  </a:moveTo>
                  <a:cubicBezTo>
                    <a:pt x="70" y="1"/>
                    <a:pt x="37" y="17"/>
                    <a:pt x="17" y="54"/>
                  </a:cubicBezTo>
                  <a:cubicBezTo>
                    <a:pt x="0" y="71"/>
                    <a:pt x="0" y="104"/>
                    <a:pt x="0" y="137"/>
                  </a:cubicBezTo>
                  <a:cubicBezTo>
                    <a:pt x="0" y="174"/>
                    <a:pt x="17" y="207"/>
                    <a:pt x="37" y="224"/>
                  </a:cubicBezTo>
                  <a:cubicBezTo>
                    <a:pt x="70" y="261"/>
                    <a:pt x="103" y="261"/>
                    <a:pt x="120" y="261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07" y="71"/>
                    <a:pt x="190" y="34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10"/>
            <p:cNvSpPr/>
            <p:nvPr/>
          </p:nvSpPr>
          <p:spPr>
            <a:xfrm>
              <a:off x="5217875" y="27513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04" y="1"/>
                    <a:pt x="71" y="21"/>
                    <a:pt x="50" y="38"/>
                  </a:cubicBezTo>
                  <a:cubicBezTo>
                    <a:pt x="17" y="54"/>
                    <a:pt x="17" y="87"/>
                    <a:pt x="1" y="124"/>
                  </a:cubicBezTo>
                  <a:cubicBezTo>
                    <a:pt x="1" y="157"/>
                    <a:pt x="17" y="190"/>
                    <a:pt x="34" y="227"/>
                  </a:cubicBezTo>
                  <a:cubicBezTo>
                    <a:pt x="50" y="244"/>
                    <a:pt x="71" y="260"/>
                    <a:pt x="104" y="260"/>
                  </a:cubicBezTo>
                  <a:cubicBezTo>
                    <a:pt x="113" y="265"/>
                    <a:pt x="122" y="267"/>
                    <a:pt x="129" y="267"/>
                  </a:cubicBezTo>
                  <a:cubicBezTo>
                    <a:pt x="148" y="267"/>
                    <a:pt x="164" y="256"/>
                    <a:pt x="190" y="244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0" y="38"/>
                    <a:pt x="174" y="21"/>
                    <a:pt x="153" y="21"/>
                  </a:cubicBezTo>
                  <a:cubicBezTo>
                    <a:pt x="153" y="21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10"/>
            <p:cNvSpPr/>
            <p:nvPr/>
          </p:nvSpPr>
          <p:spPr>
            <a:xfrm>
              <a:off x="5195925" y="27371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70" y="1"/>
                    <a:pt x="54" y="17"/>
                    <a:pt x="37" y="50"/>
                  </a:cubicBezTo>
                  <a:cubicBezTo>
                    <a:pt x="21" y="87"/>
                    <a:pt x="0" y="120"/>
                    <a:pt x="0" y="153"/>
                  </a:cubicBezTo>
                  <a:cubicBezTo>
                    <a:pt x="21" y="190"/>
                    <a:pt x="37" y="207"/>
                    <a:pt x="54" y="223"/>
                  </a:cubicBezTo>
                  <a:cubicBezTo>
                    <a:pt x="70" y="256"/>
                    <a:pt x="103" y="256"/>
                    <a:pt x="141" y="256"/>
                  </a:cubicBezTo>
                  <a:cubicBezTo>
                    <a:pt x="190" y="240"/>
                    <a:pt x="244" y="174"/>
                    <a:pt x="227" y="104"/>
                  </a:cubicBezTo>
                  <a:cubicBezTo>
                    <a:pt x="227" y="71"/>
                    <a:pt x="207" y="3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10"/>
            <p:cNvSpPr/>
            <p:nvPr/>
          </p:nvSpPr>
          <p:spPr>
            <a:xfrm>
              <a:off x="5220050" y="2701600"/>
              <a:ext cx="6400" cy="6425"/>
            </a:xfrm>
            <a:custGeom>
              <a:avLst/>
              <a:gdLst/>
              <a:ahLst/>
              <a:cxnLst/>
              <a:rect l="l" t="t" r="r" b="b"/>
              <a:pathLst>
                <a:path w="256" h="257" extrusionOk="0">
                  <a:moveTo>
                    <a:pt x="127" y="1"/>
                  </a:moveTo>
                  <a:cubicBezTo>
                    <a:pt x="86" y="1"/>
                    <a:pt x="45" y="32"/>
                    <a:pt x="33" y="84"/>
                  </a:cubicBezTo>
                  <a:cubicBezTo>
                    <a:pt x="0" y="154"/>
                    <a:pt x="33" y="220"/>
                    <a:pt x="87" y="257"/>
                  </a:cubicBezTo>
                  <a:lnTo>
                    <a:pt x="136" y="257"/>
                  </a:lnTo>
                  <a:cubicBezTo>
                    <a:pt x="190" y="257"/>
                    <a:pt x="223" y="220"/>
                    <a:pt x="239" y="170"/>
                  </a:cubicBezTo>
                  <a:cubicBezTo>
                    <a:pt x="256" y="133"/>
                    <a:pt x="239" y="84"/>
                    <a:pt x="206" y="51"/>
                  </a:cubicBezTo>
                  <a:cubicBezTo>
                    <a:pt x="206" y="30"/>
                    <a:pt x="190" y="14"/>
                    <a:pt x="169" y="14"/>
                  </a:cubicBezTo>
                  <a:cubicBezTo>
                    <a:pt x="156" y="5"/>
                    <a:pt x="141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10"/>
            <p:cNvSpPr/>
            <p:nvPr/>
          </p:nvSpPr>
          <p:spPr>
            <a:xfrm>
              <a:off x="5230350" y="2714075"/>
              <a:ext cx="6425" cy="6700"/>
            </a:xfrm>
            <a:custGeom>
              <a:avLst/>
              <a:gdLst/>
              <a:ahLst/>
              <a:cxnLst/>
              <a:rect l="l" t="t" r="r" b="b"/>
              <a:pathLst>
                <a:path w="257" h="268" extrusionOk="0">
                  <a:moveTo>
                    <a:pt x="127" y="1"/>
                  </a:moveTo>
                  <a:cubicBezTo>
                    <a:pt x="87" y="1"/>
                    <a:pt x="46" y="32"/>
                    <a:pt x="33" y="84"/>
                  </a:cubicBezTo>
                  <a:cubicBezTo>
                    <a:pt x="0" y="150"/>
                    <a:pt x="33" y="236"/>
                    <a:pt x="87" y="253"/>
                  </a:cubicBezTo>
                  <a:cubicBezTo>
                    <a:pt x="105" y="263"/>
                    <a:pt x="122" y="267"/>
                    <a:pt x="138" y="267"/>
                  </a:cubicBezTo>
                  <a:cubicBezTo>
                    <a:pt x="181" y="267"/>
                    <a:pt x="216" y="235"/>
                    <a:pt x="240" y="187"/>
                  </a:cubicBezTo>
                  <a:cubicBezTo>
                    <a:pt x="256" y="117"/>
                    <a:pt x="223" y="30"/>
                    <a:pt x="169" y="14"/>
                  </a:cubicBezTo>
                  <a:cubicBezTo>
                    <a:pt x="156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10"/>
            <p:cNvSpPr/>
            <p:nvPr/>
          </p:nvSpPr>
          <p:spPr>
            <a:xfrm>
              <a:off x="5218300" y="27191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57" y="0"/>
                  </a:moveTo>
                  <a:cubicBezTo>
                    <a:pt x="120" y="0"/>
                    <a:pt x="87" y="0"/>
                    <a:pt x="70" y="17"/>
                  </a:cubicBezTo>
                  <a:cubicBezTo>
                    <a:pt x="33" y="33"/>
                    <a:pt x="17" y="50"/>
                    <a:pt x="17" y="87"/>
                  </a:cubicBezTo>
                  <a:cubicBezTo>
                    <a:pt x="0" y="103"/>
                    <a:pt x="0" y="136"/>
                    <a:pt x="17" y="173"/>
                  </a:cubicBezTo>
                  <a:cubicBezTo>
                    <a:pt x="17" y="206"/>
                    <a:pt x="54" y="239"/>
                    <a:pt x="70" y="239"/>
                  </a:cubicBezTo>
                  <a:cubicBezTo>
                    <a:pt x="88" y="250"/>
                    <a:pt x="105" y="254"/>
                    <a:pt x="121" y="254"/>
                  </a:cubicBezTo>
                  <a:cubicBezTo>
                    <a:pt x="164" y="254"/>
                    <a:pt x="199" y="221"/>
                    <a:pt x="223" y="173"/>
                  </a:cubicBezTo>
                  <a:cubicBezTo>
                    <a:pt x="239" y="103"/>
                    <a:pt x="206" y="33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10"/>
            <p:cNvSpPr/>
            <p:nvPr/>
          </p:nvSpPr>
          <p:spPr>
            <a:xfrm>
              <a:off x="5235100" y="2699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66" y="1"/>
                    <a:pt x="50" y="17"/>
                  </a:cubicBezTo>
                  <a:cubicBezTo>
                    <a:pt x="0" y="71"/>
                    <a:pt x="0" y="157"/>
                    <a:pt x="33" y="207"/>
                  </a:cubicBezTo>
                  <a:cubicBezTo>
                    <a:pt x="50" y="244"/>
                    <a:pt x="83" y="260"/>
                    <a:pt x="103" y="260"/>
                  </a:cubicBezTo>
                  <a:cubicBezTo>
                    <a:pt x="136" y="260"/>
                    <a:pt x="169" y="260"/>
                    <a:pt x="186" y="223"/>
                  </a:cubicBezTo>
                  <a:cubicBezTo>
                    <a:pt x="206" y="207"/>
                    <a:pt x="223" y="174"/>
                    <a:pt x="223" y="141"/>
                  </a:cubicBezTo>
                  <a:cubicBezTo>
                    <a:pt x="239" y="104"/>
                    <a:pt x="223" y="71"/>
                    <a:pt x="206" y="54"/>
                  </a:cubicBezTo>
                  <a:cubicBezTo>
                    <a:pt x="186" y="38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10"/>
            <p:cNvSpPr/>
            <p:nvPr/>
          </p:nvSpPr>
          <p:spPr>
            <a:xfrm>
              <a:off x="5197675" y="2769500"/>
              <a:ext cx="6000" cy="6775"/>
            </a:xfrm>
            <a:custGeom>
              <a:avLst/>
              <a:gdLst/>
              <a:ahLst/>
              <a:cxnLst/>
              <a:rect l="l" t="t" r="r" b="b"/>
              <a:pathLst>
                <a:path w="240" h="271" extrusionOk="0">
                  <a:moveTo>
                    <a:pt x="128" y="0"/>
                  </a:moveTo>
                  <a:cubicBezTo>
                    <a:pt x="87" y="0"/>
                    <a:pt x="48" y="33"/>
                    <a:pt x="33" y="81"/>
                  </a:cubicBezTo>
                  <a:cubicBezTo>
                    <a:pt x="0" y="151"/>
                    <a:pt x="33" y="237"/>
                    <a:pt x="87" y="254"/>
                  </a:cubicBezTo>
                  <a:cubicBezTo>
                    <a:pt x="104" y="270"/>
                    <a:pt x="120" y="270"/>
                    <a:pt x="137" y="270"/>
                  </a:cubicBezTo>
                  <a:cubicBezTo>
                    <a:pt x="174" y="254"/>
                    <a:pt x="223" y="237"/>
                    <a:pt x="240" y="184"/>
                  </a:cubicBezTo>
                  <a:cubicBezTo>
                    <a:pt x="240" y="134"/>
                    <a:pt x="240" y="81"/>
                    <a:pt x="207" y="48"/>
                  </a:cubicBezTo>
                  <a:cubicBezTo>
                    <a:pt x="207" y="31"/>
                    <a:pt x="190" y="15"/>
                    <a:pt x="174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10"/>
            <p:cNvSpPr/>
            <p:nvPr/>
          </p:nvSpPr>
          <p:spPr>
            <a:xfrm>
              <a:off x="5210975" y="27354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37" y="17"/>
                    <a:pt x="0" y="87"/>
                    <a:pt x="17" y="157"/>
                  </a:cubicBezTo>
                  <a:cubicBezTo>
                    <a:pt x="17" y="190"/>
                    <a:pt x="37" y="223"/>
                    <a:pt x="70" y="244"/>
                  </a:cubicBezTo>
                  <a:cubicBezTo>
                    <a:pt x="87" y="260"/>
                    <a:pt x="103" y="260"/>
                    <a:pt x="140" y="260"/>
                  </a:cubicBezTo>
                  <a:cubicBezTo>
                    <a:pt x="173" y="260"/>
                    <a:pt x="190" y="244"/>
                    <a:pt x="206" y="207"/>
                  </a:cubicBezTo>
                  <a:cubicBezTo>
                    <a:pt x="223" y="174"/>
                    <a:pt x="244" y="141"/>
                    <a:pt x="223" y="104"/>
                  </a:cubicBezTo>
                  <a:cubicBezTo>
                    <a:pt x="223" y="71"/>
                    <a:pt x="206" y="54"/>
                    <a:pt x="190" y="17"/>
                  </a:cubicBezTo>
                  <a:cubicBezTo>
                    <a:pt x="173" y="17"/>
                    <a:pt x="173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10"/>
            <p:cNvSpPr/>
            <p:nvPr/>
          </p:nvSpPr>
          <p:spPr>
            <a:xfrm>
              <a:off x="5191700" y="27560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3" y="0"/>
                    <a:pt x="0" y="70"/>
                    <a:pt x="0" y="140"/>
                  </a:cubicBezTo>
                  <a:cubicBezTo>
                    <a:pt x="17" y="173"/>
                    <a:pt x="33" y="206"/>
                    <a:pt x="50" y="22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53" y="244"/>
                    <a:pt x="190" y="223"/>
                    <a:pt x="206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6" y="37"/>
                    <a:pt x="190" y="17"/>
                  </a:cubicBezTo>
                  <a:cubicBezTo>
                    <a:pt x="169" y="17"/>
                    <a:pt x="169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10"/>
            <p:cNvSpPr/>
            <p:nvPr/>
          </p:nvSpPr>
          <p:spPr>
            <a:xfrm>
              <a:off x="5088625" y="26326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9" y="1"/>
                  </a:moveTo>
                  <a:cubicBezTo>
                    <a:pt x="102" y="1"/>
                    <a:pt x="81" y="13"/>
                    <a:pt x="66" y="28"/>
                  </a:cubicBezTo>
                  <a:cubicBezTo>
                    <a:pt x="17" y="77"/>
                    <a:pt x="0" y="164"/>
                    <a:pt x="50" y="213"/>
                  </a:cubicBezTo>
                  <a:cubicBezTo>
                    <a:pt x="66" y="234"/>
                    <a:pt x="87" y="251"/>
                    <a:pt x="120" y="267"/>
                  </a:cubicBezTo>
                  <a:cubicBezTo>
                    <a:pt x="153" y="267"/>
                    <a:pt x="169" y="251"/>
                    <a:pt x="207" y="234"/>
                  </a:cubicBezTo>
                  <a:cubicBezTo>
                    <a:pt x="223" y="213"/>
                    <a:pt x="240" y="180"/>
                    <a:pt x="240" y="147"/>
                  </a:cubicBezTo>
                  <a:cubicBezTo>
                    <a:pt x="240" y="110"/>
                    <a:pt x="240" y="77"/>
                    <a:pt x="223" y="44"/>
                  </a:cubicBezTo>
                  <a:cubicBezTo>
                    <a:pt x="207" y="28"/>
                    <a:pt x="190" y="28"/>
                    <a:pt x="169" y="7"/>
                  </a:cubicBezTo>
                  <a:lnTo>
                    <a:pt x="136" y="7"/>
                  </a:lnTo>
                  <a:cubicBezTo>
                    <a:pt x="132" y="3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10"/>
            <p:cNvSpPr/>
            <p:nvPr/>
          </p:nvSpPr>
          <p:spPr>
            <a:xfrm>
              <a:off x="5092025" y="26621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9" y="1"/>
                  </a:moveTo>
                  <a:cubicBezTo>
                    <a:pt x="88" y="1"/>
                    <a:pt x="49" y="32"/>
                    <a:pt x="33" y="84"/>
                  </a:cubicBezTo>
                  <a:cubicBezTo>
                    <a:pt x="0" y="150"/>
                    <a:pt x="33" y="220"/>
                    <a:pt x="87" y="253"/>
                  </a:cubicBezTo>
                  <a:cubicBezTo>
                    <a:pt x="104" y="257"/>
                    <a:pt x="119" y="259"/>
                    <a:pt x="133" y="259"/>
                  </a:cubicBezTo>
                  <a:cubicBezTo>
                    <a:pt x="180" y="259"/>
                    <a:pt x="214" y="237"/>
                    <a:pt x="240" y="187"/>
                  </a:cubicBezTo>
                  <a:cubicBezTo>
                    <a:pt x="260" y="117"/>
                    <a:pt x="223" y="30"/>
                    <a:pt x="174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10"/>
            <p:cNvSpPr/>
            <p:nvPr/>
          </p:nvSpPr>
          <p:spPr>
            <a:xfrm>
              <a:off x="5096350" y="27425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5" y="0"/>
                    <a:pt x="109" y="2"/>
                    <a:pt x="104" y="7"/>
                  </a:cubicBezTo>
                  <a:lnTo>
                    <a:pt x="67" y="7"/>
                  </a:lnTo>
                  <a:cubicBezTo>
                    <a:pt x="17" y="24"/>
                    <a:pt x="1" y="94"/>
                    <a:pt x="1" y="143"/>
                  </a:cubicBezTo>
                  <a:cubicBezTo>
                    <a:pt x="17" y="181"/>
                    <a:pt x="17" y="214"/>
                    <a:pt x="50" y="230"/>
                  </a:cubicBezTo>
                  <a:cubicBezTo>
                    <a:pt x="67" y="247"/>
                    <a:pt x="104" y="267"/>
                    <a:pt x="137" y="267"/>
                  </a:cubicBezTo>
                  <a:cubicBezTo>
                    <a:pt x="190" y="247"/>
                    <a:pt x="240" y="181"/>
                    <a:pt x="223" y="110"/>
                  </a:cubicBezTo>
                  <a:cubicBezTo>
                    <a:pt x="223" y="94"/>
                    <a:pt x="223" y="94"/>
                    <a:pt x="207" y="78"/>
                  </a:cubicBezTo>
                  <a:cubicBezTo>
                    <a:pt x="207" y="40"/>
                    <a:pt x="190" y="24"/>
                    <a:pt x="153" y="7"/>
                  </a:cubicBezTo>
                  <a:cubicBezTo>
                    <a:pt x="142" y="7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10"/>
            <p:cNvSpPr/>
            <p:nvPr/>
          </p:nvSpPr>
          <p:spPr>
            <a:xfrm>
              <a:off x="5092850" y="2709900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7" y="0"/>
                  </a:moveTo>
                  <a:cubicBezTo>
                    <a:pt x="119" y="0"/>
                    <a:pt x="110" y="2"/>
                    <a:pt x="104" y="7"/>
                  </a:cubicBezTo>
                  <a:cubicBezTo>
                    <a:pt x="54" y="7"/>
                    <a:pt x="0" y="78"/>
                    <a:pt x="21" y="148"/>
                  </a:cubicBezTo>
                  <a:cubicBezTo>
                    <a:pt x="21" y="181"/>
                    <a:pt x="38" y="214"/>
                    <a:pt x="54" y="234"/>
                  </a:cubicBezTo>
                  <a:cubicBezTo>
                    <a:pt x="87" y="251"/>
                    <a:pt x="124" y="267"/>
                    <a:pt x="141" y="267"/>
                  </a:cubicBezTo>
                  <a:cubicBezTo>
                    <a:pt x="174" y="251"/>
                    <a:pt x="190" y="234"/>
                    <a:pt x="207" y="214"/>
                  </a:cubicBezTo>
                  <a:cubicBezTo>
                    <a:pt x="227" y="181"/>
                    <a:pt x="244" y="148"/>
                    <a:pt x="244" y="111"/>
                  </a:cubicBezTo>
                  <a:cubicBezTo>
                    <a:pt x="227" y="78"/>
                    <a:pt x="207" y="45"/>
                    <a:pt x="190" y="28"/>
                  </a:cubicBezTo>
                  <a:lnTo>
                    <a:pt x="174" y="7"/>
                  </a:lnTo>
                  <a:cubicBezTo>
                    <a:pt x="163" y="7"/>
                    <a:pt x="144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10"/>
            <p:cNvSpPr/>
            <p:nvPr/>
          </p:nvSpPr>
          <p:spPr>
            <a:xfrm>
              <a:off x="5086050" y="26822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0"/>
                  </a:moveTo>
                  <a:cubicBezTo>
                    <a:pt x="33" y="17"/>
                    <a:pt x="0" y="66"/>
                    <a:pt x="17" y="153"/>
                  </a:cubicBezTo>
                  <a:cubicBezTo>
                    <a:pt x="17" y="214"/>
                    <a:pt x="54" y="259"/>
                    <a:pt x="110" y="259"/>
                  </a:cubicBezTo>
                  <a:cubicBezTo>
                    <a:pt x="118" y="259"/>
                    <a:pt x="127" y="258"/>
                    <a:pt x="136" y="256"/>
                  </a:cubicBezTo>
                  <a:cubicBezTo>
                    <a:pt x="169" y="256"/>
                    <a:pt x="190" y="239"/>
                    <a:pt x="206" y="206"/>
                  </a:cubicBezTo>
                  <a:cubicBezTo>
                    <a:pt x="223" y="169"/>
                    <a:pt x="239" y="136"/>
                    <a:pt x="223" y="103"/>
                  </a:cubicBezTo>
                  <a:cubicBezTo>
                    <a:pt x="223" y="66"/>
                    <a:pt x="206" y="50"/>
                    <a:pt x="190" y="17"/>
                  </a:cubicBezTo>
                  <a:cubicBezTo>
                    <a:pt x="169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10"/>
            <p:cNvSpPr/>
            <p:nvPr/>
          </p:nvSpPr>
          <p:spPr>
            <a:xfrm>
              <a:off x="5084700" y="2697700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87" y="1"/>
                  </a:moveTo>
                  <a:cubicBezTo>
                    <a:pt x="38" y="17"/>
                    <a:pt x="1" y="67"/>
                    <a:pt x="1" y="153"/>
                  </a:cubicBezTo>
                  <a:cubicBezTo>
                    <a:pt x="1" y="186"/>
                    <a:pt x="17" y="207"/>
                    <a:pt x="54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57" y="256"/>
                    <a:pt x="190" y="223"/>
                    <a:pt x="207" y="207"/>
                  </a:cubicBezTo>
                  <a:cubicBezTo>
                    <a:pt x="223" y="170"/>
                    <a:pt x="223" y="137"/>
                    <a:pt x="223" y="104"/>
                  </a:cubicBezTo>
                  <a:cubicBezTo>
                    <a:pt x="223" y="67"/>
                    <a:pt x="207" y="34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10"/>
            <p:cNvSpPr/>
            <p:nvPr/>
          </p:nvSpPr>
          <p:spPr>
            <a:xfrm>
              <a:off x="5072225" y="2652400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8" y="0"/>
                  </a:moveTo>
                  <a:cubicBezTo>
                    <a:pt x="103" y="0"/>
                    <a:pt x="78" y="12"/>
                    <a:pt x="54" y="23"/>
                  </a:cubicBezTo>
                  <a:cubicBezTo>
                    <a:pt x="38" y="23"/>
                    <a:pt x="21" y="60"/>
                    <a:pt x="1" y="77"/>
                  </a:cubicBezTo>
                  <a:lnTo>
                    <a:pt x="1" y="164"/>
                  </a:lnTo>
                  <a:cubicBezTo>
                    <a:pt x="21" y="213"/>
                    <a:pt x="38" y="230"/>
                    <a:pt x="71" y="246"/>
                  </a:cubicBezTo>
                  <a:cubicBezTo>
                    <a:pt x="86" y="256"/>
                    <a:pt x="101" y="261"/>
                    <a:pt x="116" y="261"/>
                  </a:cubicBezTo>
                  <a:cubicBezTo>
                    <a:pt x="157" y="261"/>
                    <a:pt x="195" y="228"/>
                    <a:pt x="207" y="180"/>
                  </a:cubicBezTo>
                  <a:cubicBezTo>
                    <a:pt x="244" y="110"/>
                    <a:pt x="207" y="40"/>
                    <a:pt x="158" y="7"/>
                  </a:cubicBezTo>
                  <a:cubicBezTo>
                    <a:pt x="148" y="2"/>
                    <a:pt x="138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10"/>
            <p:cNvSpPr/>
            <p:nvPr/>
          </p:nvSpPr>
          <p:spPr>
            <a:xfrm>
              <a:off x="5077900" y="27126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67" y="1"/>
                    <a:pt x="50" y="38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0" y="244"/>
                    <a:pt x="83" y="260"/>
                    <a:pt x="104" y="260"/>
                  </a:cubicBezTo>
                  <a:cubicBezTo>
                    <a:pt x="137" y="260"/>
                    <a:pt x="170" y="260"/>
                    <a:pt x="186" y="227"/>
                  </a:cubicBezTo>
                  <a:cubicBezTo>
                    <a:pt x="207" y="207"/>
                    <a:pt x="223" y="174"/>
                    <a:pt x="223" y="141"/>
                  </a:cubicBezTo>
                  <a:cubicBezTo>
                    <a:pt x="240" y="104"/>
                    <a:pt x="223" y="71"/>
                    <a:pt x="207" y="54"/>
                  </a:cubicBezTo>
                  <a:cubicBezTo>
                    <a:pt x="186" y="38"/>
                    <a:pt x="170" y="2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10"/>
            <p:cNvSpPr/>
            <p:nvPr/>
          </p:nvSpPr>
          <p:spPr>
            <a:xfrm>
              <a:off x="5080900" y="2742750"/>
              <a:ext cx="6000" cy="6925"/>
            </a:xfrm>
            <a:custGeom>
              <a:avLst/>
              <a:gdLst/>
              <a:ahLst/>
              <a:cxnLst/>
              <a:rect l="l" t="t" r="r" b="b"/>
              <a:pathLst>
                <a:path w="240" h="277" extrusionOk="0">
                  <a:moveTo>
                    <a:pt x="120" y="0"/>
                  </a:moveTo>
                  <a:cubicBezTo>
                    <a:pt x="103" y="0"/>
                    <a:pt x="66" y="17"/>
                    <a:pt x="50" y="33"/>
                  </a:cubicBezTo>
                  <a:cubicBezTo>
                    <a:pt x="0" y="87"/>
                    <a:pt x="0" y="157"/>
                    <a:pt x="33" y="223"/>
                  </a:cubicBezTo>
                  <a:cubicBezTo>
                    <a:pt x="50" y="240"/>
                    <a:pt x="66" y="260"/>
                    <a:pt x="103" y="277"/>
                  </a:cubicBezTo>
                  <a:cubicBezTo>
                    <a:pt x="136" y="277"/>
                    <a:pt x="153" y="260"/>
                    <a:pt x="190" y="240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69" y="17"/>
                    <a:pt x="153" y="17"/>
                  </a:cubicBezTo>
                  <a:cubicBezTo>
                    <a:pt x="153" y="17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10"/>
            <p:cNvSpPr/>
            <p:nvPr/>
          </p:nvSpPr>
          <p:spPr>
            <a:xfrm>
              <a:off x="5073975" y="2634825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40" y="1"/>
                  </a:moveTo>
                  <a:cubicBezTo>
                    <a:pt x="88" y="1"/>
                    <a:pt x="48" y="33"/>
                    <a:pt x="17" y="91"/>
                  </a:cubicBezTo>
                  <a:cubicBezTo>
                    <a:pt x="1" y="162"/>
                    <a:pt x="34" y="228"/>
                    <a:pt x="88" y="248"/>
                  </a:cubicBezTo>
                  <a:cubicBezTo>
                    <a:pt x="104" y="265"/>
                    <a:pt x="121" y="265"/>
                    <a:pt x="137" y="265"/>
                  </a:cubicBezTo>
                  <a:cubicBezTo>
                    <a:pt x="174" y="265"/>
                    <a:pt x="224" y="228"/>
                    <a:pt x="224" y="178"/>
                  </a:cubicBezTo>
                  <a:cubicBezTo>
                    <a:pt x="240" y="124"/>
                    <a:pt x="240" y="75"/>
                    <a:pt x="207" y="42"/>
                  </a:cubicBezTo>
                  <a:cubicBezTo>
                    <a:pt x="207" y="21"/>
                    <a:pt x="191" y="21"/>
                    <a:pt x="174" y="5"/>
                  </a:cubicBezTo>
                  <a:cubicBezTo>
                    <a:pt x="162" y="2"/>
                    <a:pt x="151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10"/>
            <p:cNvSpPr/>
            <p:nvPr/>
          </p:nvSpPr>
          <p:spPr>
            <a:xfrm>
              <a:off x="5112650" y="2690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67"/>
                    <a:pt x="0" y="154"/>
                  </a:cubicBezTo>
                  <a:cubicBezTo>
                    <a:pt x="17" y="191"/>
                    <a:pt x="17" y="207"/>
                    <a:pt x="54" y="224"/>
                  </a:cubicBezTo>
                  <a:cubicBezTo>
                    <a:pt x="70" y="257"/>
                    <a:pt x="103" y="257"/>
                    <a:pt x="136" y="257"/>
                  </a:cubicBezTo>
                  <a:cubicBezTo>
                    <a:pt x="190" y="240"/>
                    <a:pt x="239" y="170"/>
                    <a:pt x="223" y="104"/>
                  </a:cubicBezTo>
                  <a:cubicBezTo>
                    <a:pt x="223" y="67"/>
                    <a:pt x="206" y="34"/>
                    <a:pt x="173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10"/>
            <p:cNvSpPr/>
            <p:nvPr/>
          </p:nvSpPr>
          <p:spPr>
            <a:xfrm>
              <a:off x="5111400" y="27376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0"/>
                  </a:moveTo>
                  <a:cubicBezTo>
                    <a:pt x="120" y="0"/>
                    <a:pt x="83" y="0"/>
                    <a:pt x="67" y="33"/>
                  </a:cubicBezTo>
                  <a:cubicBezTo>
                    <a:pt x="17" y="70"/>
                    <a:pt x="1" y="157"/>
                    <a:pt x="50" y="206"/>
                  </a:cubicBezTo>
                  <a:cubicBezTo>
                    <a:pt x="67" y="239"/>
                    <a:pt x="83" y="260"/>
                    <a:pt x="120" y="260"/>
                  </a:cubicBezTo>
                  <a:cubicBezTo>
                    <a:pt x="153" y="260"/>
                    <a:pt x="170" y="260"/>
                    <a:pt x="207" y="239"/>
                  </a:cubicBezTo>
                  <a:cubicBezTo>
                    <a:pt x="223" y="206"/>
                    <a:pt x="240" y="173"/>
                    <a:pt x="240" y="136"/>
                  </a:cubicBezTo>
                  <a:cubicBezTo>
                    <a:pt x="240" y="103"/>
                    <a:pt x="240" y="70"/>
                    <a:pt x="223" y="54"/>
                  </a:cubicBezTo>
                  <a:cubicBezTo>
                    <a:pt x="207" y="33"/>
                    <a:pt x="186" y="17"/>
                    <a:pt x="170" y="17"/>
                  </a:cubicBezTo>
                  <a:cubicBezTo>
                    <a:pt x="170" y="0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10"/>
            <p:cNvSpPr/>
            <p:nvPr/>
          </p:nvSpPr>
          <p:spPr>
            <a:xfrm>
              <a:off x="5113975" y="26743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39" y="0"/>
                  </a:moveTo>
                  <a:cubicBezTo>
                    <a:pt x="95" y="0"/>
                    <a:pt x="47" y="32"/>
                    <a:pt x="34" y="72"/>
                  </a:cubicBezTo>
                  <a:cubicBezTo>
                    <a:pt x="1" y="142"/>
                    <a:pt x="34" y="229"/>
                    <a:pt x="83" y="245"/>
                  </a:cubicBezTo>
                  <a:cubicBezTo>
                    <a:pt x="102" y="254"/>
                    <a:pt x="119" y="258"/>
                    <a:pt x="135" y="258"/>
                  </a:cubicBezTo>
                  <a:cubicBezTo>
                    <a:pt x="180" y="258"/>
                    <a:pt x="216" y="227"/>
                    <a:pt x="240" y="175"/>
                  </a:cubicBezTo>
                  <a:cubicBezTo>
                    <a:pt x="256" y="109"/>
                    <a:pt x="223" y="39"/>
                    <a:pt x="170" y="6"/>
                  </a:cubicBezTo>
                  <a:cubicBezTo>
                    <a:pt x="160" y="2"/>
                    <a:pt x="150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10"/>
            <p:cNvSpPr/>
            <p:nvPr/>
          </p:nvSpPr>
          <p:spPr>
            <a:xfrm>
              <a:off x="5121700" y="27501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1" y="1"/>
                  </a:moveTo>
                  <a:cubicBezTo>
                    <a:pt x="71" y="1"/>
                    <a:pt x="29" y="32"/>
                    <a:pt x="17" y="84"/>
                  </a:cubicBezTo>
                  <a:cubicBezTo>
                    <a:pt x="1" y="100"/>
                    <a:pt x="1" y="117"/>
                    <a:pt x="1" y="133"/>
                  </a:cubicBezTo>
                  <a:cubicBezTo>
                    <a:pt x="17" y="187"/>
                    <a:pt x="34" y="236"/>
                    <a:pt x="67" y="253"/>
                  </a:cubicBezTo>
                  <a:cubicBezTo>
                    <a:pt x="82" y="258"/>
                    <a:pt x="95" y="261"/>
                    <a:pt x="107" y="261"/>
                  </a:cubicBezTo>
                  <a:cubicBezTo>
                    <a:pt x="139" y="261"/>
                    <a:pt x="163" y="244"/>
                    <a:pt x="186" y="220"/>
                  </a:cubicBezTo>
                  <a:cubicBezTo>
                    <a:pt x="207" y="203"/>
                    <a:pt x="207" y="203"/>
                    <a:pt x="224" y="170"/>
                  </a:cubicBezTo>
                  <a:cubicBezTo>
                    <a:pt x="240" y="100"/>
                    <a:pt x="207" y="30"/>
                    <a:pt x="153" y="14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10"/>
            <p:cNvSpPr/>
            <p:nvPr/>
          </p:nvSpPr>
          <p:spPr>
            <a:xfrm>
              <a:off x="5101100" y="27251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103" y="0"/>
                  </a:moveTo>
                  <a:cubicBezTo>
                    <a:pt x="66" y="17"/>
                    <a:pt x="33" y="38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23"/>
                    <a:pt x="50" y="244"/>
                  </a:cubicBezTo>
                  <a:cubicBezTo>
                    <a:pt x="61" y="255"/>
                    <a:pt x="83" y="267"/>
                    <a:pt x="101" y="267"/>
                  </a:cubicBezTo>
                  <a:cubicBezTo>
                    <a:pt x="108" y="267"/>
                    <a:pt x="115" y="265"/>
                    <a:pt x="120" y="260"/>
                  </a:cubicBezTo>
                  <a:cubicBezTo>
                    <a:pt x="186" y="260"/>
                    <a:pt x="223" y="190"/>
                    <a:pt x="223" y="120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10"/>
            <p:cNvSpPr/>
            <p:nvPr/>
          </p:nvSpPr>
          <p:spPr>
            <a:xfrm>
              <a:off x="5110050" y="2710075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37" y="0"/>
                  </a:moveTo>
                  <a:cubicBezTo>
                    <a:pt x="104" y="0"/>
                    <a:pt x="71" y="0"/>
                    <a:pt x="55" y="38"/>
                  </a:cubicBezTo>
                  <a:cubicBezTo>
                    <a:pt x="34" y="54"/>
                    <a:pt x="17" y="87"/>
                    <a:pt x="17" y="124"/>
                  </a:cubicBezTo>
                  <a:cubicBezTo>
                    <a:pt x="1" y="157"/>
                    <a:pt x="17" y="190"/>
                    <a:pt x="34" y="207"/>
                  </a:cubicBezTo>
                  <a:cubicBezTo>
                    <a:pt x="54" y="245"/>
                    <a:pt x="83" y="262"/>
                    <a:pt x="113" y="262"/>
                  </a:cubicBezTo>
                  <a:cubicBezTo>
                    <a:pt x="139" y="262"/>
                    <a:pt x="166" y="250"/>
                    <a:pt x="191" y="227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1" y="38"/>
                    <a:pt x="174" y="21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10"/>
            <p:cNvSpPr/>
            <p:nvPr/>
          </p:nvSpPr>
          <p:spPr>
            <a:xfrm>
              <a:off x="5101500" y="26297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87" y="1"/>
                    <a:pt x="50" y="17"/>
                    <a:pt x="34" y="38"/>
                  </a:cubicBezTo>
                  <a:cubicBezTo>
                    <a:pt x="17" y="71"/>
                    <a:pt x="1" y="104"/>
                    <a:pt x="17" y="157"/>
                  </a:cubicBezTo>
                  <a:cubicBezTo>
                    <a:pt x="17" y="190"/>
                    <a:pt x="34" y="207"/>
                    <a:pt x="50" y="223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0" y="244"/>
                    <a:pt x="240" y="190"/>
                    <a:pt x="223" y="120"/>
                  </a:cubicBezTo>
                  <a:lnTo>
                    <a:pt x="223" y="104"/>
                  </a:lnTo>
                  <a:cubicBezTo>
                    <a:pt x="223" y="54"/>
                    <a:pt x="19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10"/>
            <p:cNvSpPr/>
            <p:nvPr/>
          </p:nvSpPr>
          <p:spPr>
            <a:xfrm>
              <a:off x="5104500" y="25855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0" y="0"/>
                  </a:moveTo>
                  <a:cubicBezTo>
                    <a:pt x="103" y="0"/>
                    <a:pt x="70" y="0"/>
                    <a:pt x="50" y="33"/>
                  </a:cubicBezTo>
                  <a:cubicBezTo>
                    <a:pt x="17" y="54"/>
                    <a:pt x="0" y="87"/>
                    <a:pt x="0" y="120"/>
                  </a:cubicBezTo>
                  <a:cubicBezTo>
                    <a:pt x="0" y="157"/>
                    <a:pt x="17" y="190"/>
                    <a:pt x="33" y="206"/>
                  </a:cubicBezTo>
                  <a:cubicBezTo>
                    <a:pt x="50" y="239"/>
                    <a:pt x="70" y="260"/>
                    <a:pt x="103" y="260"/>
                  </a:cubicBezTo>
                  <a:cubicBezTo>
                    <a:pt x="136" y="260"/>
                    <a:pt x="153" y="260"/>
                    <a:pt x="190" y="223"/>
                  </a:cubicBezTo>
                  <a:cubicBezTo>
                    <a:pt x="223" y="190"/>
                    <a:pt x="239" y="103"/>
                    <a:pt x="206" y="54"/>
                  </a:cubicBezTo>
                  <a:cubicBezTo>
                    <a:pt x="190" y="33"/>
                    <a:pt x="174" y="16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10"/>
            <p:cNvSpPr/>
            <p:nvPr/>
          </p:nvSpPr>
          <p:spPr>
            <a:xfrm>
              <a:off x="5118625" y="2722550"/>
              <a:ext cx="5675" cy="6525"/>
            </a:xfrm>
            <a:custGeom>
              <a:avLst/>
              <a:gdLst/>
              <a:ahLst/>
              <a:cxnLst/>
              <a:rect l="l" t="t" r="r" b="b"/>
              <a:pathLst>
                <a:path w="227" h="261" extrusionOk="0">
                  <a:moveTo>
                    <a:pt x="103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0" y="190"/>
                    <a:pt x="21" y="223"/>
                    <a:pt x="54" y="244"/>
                  </a:cubicBezTo>
                  <a:cubicBezTo>
                    <a:pt x="70" y="260"/>
                    <a:pt x="103" y="260"/>
                    <a:pt x="140" y="260"/>
                  </a:cubicBezTo>
                  <a:cubicBezTo>
                    <a:pt x="157" y="260"/>
                    <a:pt x="190" y="244"/>
                    <a:pt x="206" y="206"/>
                  </a:cubicBezTo>
                  <a:cubicBezTo>
                    <a:pt x="227" y="173"/>
                    <a:pt x="227" y="141"/>
                    <a:pt x="227" y="103"/>
                  </a:cubicBezTo>
                  <a:cubicBezTo>
                    <a:pt x="227" y="70"/>
                    <a:pt x="206" y="54"/>
                    <a:pt x="173" y="37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40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10"/>
            <p:cNvSpPr/>
            <p:nvPr/>
          </p:nvSpPr>
          <p:spPr>
            <a:xfrm>
              <a:off x="5099750" y="25224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1"/>
                  </a:moveTo>
                  <a:cubicBezTo>
                    <a:pt x="71" y="17"/>
                    <a:pt x="54" y="34"/>
                    <a:pt x="34" y="50"/>
                  </a:cubicBezTo>
                  <a:cubicBezTo>
                    <a:pt x="17" y="83"/>
                    <a:pt x="1" y="120"/>
                    <a:pt x="17" y="153"/>
                  </a:cubicBezTo>
                  <a:cubicBezTo>
                    <a:pt x="17" y="186"/>
                    <a:pt x="34" y="223"/>
                    <a:pt x="54" y="240"/>
                  </a:cubicBezTo>
                  <a:cubicBezTo>
                    <a:pt x="78" y="252"/>
                    <a:pt x="93" y="263"/>
                    <a:pt x="111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207" y="256"/>
                    <a:pt x="240" y="186"/>
                    <a:pt x="223" y="120"/>
                  </a:cubicBezTo>
                  <a:cubicBezTo>
                    <a:pt x="223" y="83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10"/>
            <p:cNvSpPr/>
            <p:nvPr/>
          </p:nvSpPr>
          <p:spPr>
            <a:xfrm>
              <a:off x="5101100" y="26006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88"/>
                    <a:pt x="17" y="153"/>
                  </a:cubicBezTo>
                  <a:cubicBezTo>
                    <a:pt x="17" y="191"/>
                    <a:pt x="33" y="224"/>
                    <a:pt x="50" y="240"/>
                  </a:cubicBezTo>
                  <a:cubicBezTo>
                    <a:pt x="83" y="257"/>
                    <a:pt x="103" y="257"/>
                    <a:pt x="136" y="257"/>
                  </a:cubicBezTo>
                  <a:cubicBezTo>
                    <a:pt x="206" y="240"/>
                    <a:pt x="239" y="191"/>
                    <a:pt x="223" y="104"/>
                  </a:cubicBezTo>
                  <a:cubicBezTo>
                    <a:pt x="223" y="71"/>
                    <a:pt x="186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10"/>
            <p:cNvSpPr/>
            <p:nvPr/>
          </p:nvSpPr>
          <p:spPr>
            <a:xfrm>
              <a:off x="5104900" y="25530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2" y="1"/>
                  </a:moveTo>
                  <a:cubicBezTo>
                    <a:pt x="92" y="1"/>
                    <a:pt x="73" y="10"/>
                    <a:pt x="54" y="31"/>
                  </a:cubicBezTo>
                  <a:cubicBezTo>
                    <a:pt x="34" y="31"/>
                    <a:pt x="17" y="64"/>
                    <a:pt x="17" y="81"/>
                  </a:cubicBezTo>
                  <a:cubicBezTo>
                    <a:pt x="1" y="118"/>
                    <a:pt x="1" y="151"/>
                    <a:pt x="1" y="167"/>
                  </a:cubicBezTo>
                  <a:cubicBezTo>
                    <a:pt x="17" y="200"/>
                    <a:pt x="34" y="237"/>
                    <a:pt x="71" y="254"/>
                  </a:cubicBezTo>
                  <a:cubicBezTo>
                    <a:pt x="88" y="263"/>
                    <a:pt x="105" y="267"/>
                    <a:pt x="121" y="267"/>
                  </a:cubicBezTo>
                  <a:cubicBezTo>
                    <a:pt x="164" y="267"/>
                    <a:pt x="199" y="235"/>
                    <a:pt x="223" y="184"/>
                  </a:cubicBezTo>
                  <a:cubicBezTo>
                    <a:pt x="240" y="118"/>
                    <a:pt x="207" y="31"/>
                    <a:pt x="158" y="15"/>
                  </a:cubicBezTo>
                  <a:cubicBezTo>
                    <a:pt x="142" y="6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10"/>
            <p:cNvSpPr/>
            <p:nvPr/>
          </p:nvSpPr>
          <p:spPr>
            <a:xfrm>
              <a:off x="5104075" y="25056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67" y="17"/>
                    <a:pt x="50" y="34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0" y="240"/>
                    <a:pt x="87" y="261"/>
                    <a:pt x="104" y="261"/>
                  </a:cubicBezTo>
                  <a:cubicBezTo>
                    <a:pt x="137" y="261"/>
                    <a:pt x="170" y="261"/>
                    <a:pt x="191" y="240"/>
                  </a:cubicBezTo>
                  <a:cubicBezTo>
                    <a:pt x="207" y="207"/>
                    <a:pt x="223" y="190"/>
                    <a:pt x="223" y="157"/>
                  </a:cubicBezTo>
                  <a:cubicBezTo>
                    <a:pt x="240" y="120"/>
                    <a:pt x="223" y="87"/>
                    <a:pt x="207" y="54"/>
                  </a:cubicBezTo>
                  <a:cubicBezTo>
                    <a:pt x="191" y="34"/>
                    <a:pt x="170" y="17"/>
                    <a:pt x="153" y="17"/>
                  </a:cubicBezTo>
                  <a:cubicBezTo>
                    <a:pt x="153" y="1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10"/>
            <p:cNvSpPr/>
            <p:nvPr/>
          </p:nvSpPr>
          <p:spPr>
            <a:xfrm>
              <a:off x="5102750" y="2478150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0" y="1"/>
                  </a:moveTo>
                  <a:cubicBezTo>
                    <a:pt x="87" y="1"/>
                    <a:pt x="70" y="1"/>
                    <a:pt x="37" y="38"/>
                  </a:cubicBezTo>
                  <a:cubicBezTo>
                    <a:pt x="17" y="55"/>
                    <a:pt x="0" y="88"/>
                    <a:pt x="0" y="125"/>
                  </a:cubicBezTo>
                  <a:cubicBezTo>
                    <a:pt x="0" y="158"/>
                    <a:pt x="0" y="191"/>
                    <a:pt x="17" y="207"/>
                  </a:cubicBezTo>
                  <a:cubicBezTo>
                    <a:pt x="49" y="249"/>
                    <a:pt x="86" y="266"/>
                    <a:pt x="118" y="266"/>
                  </a:cubicBezTo>
                  <a:cubicBezTo>
                    <a:pt x="140" y="266"/>
                    <a:pt x="160" y="258"/>
                    <a:pt x="173" y="244"/>
                  </a:cubicBezTo>
                  <a:cubicBezTo>
                    <a:pt x="223" y="191"/>
                    <a:pt x="244" y="104"/>
                    <a:pt x="190" y="55"/>
                  </a:cubicBezTo>
                  <a:cubicBezTo>
                    <a:pt x="190" y="38"/>
                    <a:pt x="173" y="22"/>
                    <a:pt x="157" y="22"/>
                  </a:cubicBezTo>
                  <a:cubicBezTo>
                    <a:pt x="140" y="1"/>
                    <a:pt x="140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10"/>
            <p:cNvSpPr/>
            <p:nvPr/>
          </p:nvSpPr>
          <p:spPr>
            <a:xfrm>
              <a:off x="5084300" y="26037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0" y="153"/>
                    <a:pt x="33" y="219"/>
                    <a:pt x="87" y="256"/>
                  </a:cubicBezTo>
                  <a:lnTo>
                    <a:pt x="136" y="256"/>
                  </a:lnTo>
                  <a:cubicBezTo>
                    <a:pt x="173" y="256"/>
                    <a:pt x="223" y="219"/>
                    <a:pt x="223" y="170"/>
                  </a:cubicBezTo>
                  <a:cubicBezTo>
                    <a:pt x="239" y="133"/>
                    <a:pt x="239" y="83"/>
                    <a:pt x="206" y="29"/>
                  </a:cubicBezTo>
                  <a:cubicBezTo>
                    <a:pt x="206" y="29"/>
                    <a:pt x="190" y="13"/>
                    <a:pt x="173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10"/>
            <p:cNvSpPr/>
            <p:nvPr/>
          </p:nvSpPr>
          <p:spPr>
            <a:xfrm>
              <a:off x="5086875" y="25540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1" y="1"/>
                  </a:moveTo>
                  <a:cubicBezTo>
                    <a:pt x="92" y="1"/>
                    <a:pt x="77" y="12"/>
                    <a:pt x="54" y="24"/>
                  </a:cubicBezTo>
                  <a:cubicBezTo>
                    <a:pt x="0" y="78"/>
                    <a:pt x="0" y="160"/>
                    <a:pt x="33" y="214"/>
                  </a:cubicBezTo>
                  <a:cubicBezTo>
                    <a:pt x="55" y="243"/>
                    <a:pt x="87" y="262"/>
                    <a:pt x="120" y="262"/>
                  </a:cubicBezTo>
                  <a:cubicBezTo>
                    <a:pt x="144" y="262"/>
                    <a:pt x="168" y="252"/>
                    <a:pt x="190" y="230"/>
                  </a:cubicBezTo>
                  <a:cubicBezTo>
                    <a:pt x="239" y="181"/>
                    <a:pt x="239" y="111"/>
                    <a:pt x="206" y="41"/>
                  </a:cubicBezTo>
                  <a:cubicBezTo>
                    <a:pt x="190" y="24"/>
                    <a:pt x="190" y="8"/>
                    <a:pt x="173" y="8"/>
                  </a:cubicBezTo>
                  <a:lnTo>
                    <a:pt x="136" y="8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10"/>
            <p:cNvSpPr/>
            <p:nvPr/>
          </p:nvSpPr>
          <p:spPr>
            <a:xfrm>
              <a:off x="5089850" y="2586075"/>
              <a:ext cx="6525" cy="6600"/>
            </a:xfrm>
            <a:custGeom>
              <a:avLst/>
              <a:gdLst/>
              <a:ahLst/>
              <a:cxnLst/>
              <a:rect l="l" t="t" r="r" b="b"/>
              <a:pathLst>
                <a:path w="261" h="264" extrusionOk="0">
                  <a:moveTo>
                    <a:pt x="130" y="0"/>
                  </a:moveTo>
                  <a:cubicBezTo>
                    <a:pt x="89" y="0"/>
                    <a:pt x="50" y="32"/>
                    <a:pt x="38" y="83"/>
                  </a:cubicBezTo>
                  <a:cubicBezTo>
                    <a:pt x="1" y="153"/>
                    <a:pt x="38" y="219"/>
                    <a:pt x="87" y="256"/>
                  </a:cubicBezTo>
                  <a:cubicBezTo>
                    <a:pt x="98" y="256"/>
                    <a:pt x="109" y="264"/>
                    <a:pt x="122" y="264"/>
                  </a:cubicBezTo>
                  <a:cubicBezTo>
                    <a:pt x="128" y="264"/>
                    <a:pt x="134" y="262"/>
                    <a:pt x="141" y="256"/>
                  </a:cubicBezTo>
                  <a:cubicBezTo>
                    <a:pt x="191" y="256"/>
                    <a:pt x="224" y="219"/>
                    <a:pt x="244" y="186"/>
                  </a:cubicBezTo>
                  <a:cubicBezTo>
                    <a:pt x="261" y="137"/>
                    <a:pt x="244" y="83"/>
                    <a:pt x="224" y="50"/>
                  </a:cubicBezTo>
                  <a:cubicBezTo>
                    <a:pt x="207" y="34"/>
                    <a:pt x="191" y="13"/>
                    <a:pt x="174" y="13"/>
                  </a:cubicBezTo>
                  <a:cubicBezTo>
                    <a:pt x="160" y="4"/>
                    <a:pt x="145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10"/>
            <p:cNvSpPr/>
            <p:nvPr/>
          </p:nvSpPr>
          <p:spPr>
            <a:xfrm>
              <a:off x="5052950" y="2453725"/>
              <a:ext cx="3025" cy="6425"/>
            </a:xfrm>
            <a:custGeom>
              <a:avLst/>
              <a:gdLst/>
              <a:ahLst/>
              <a:cxnLst/>
              <a:rect l="l" t="t" r="r" b="b"/>
              <a:pathLst>
                <a:path w="121" h="257" extrusionOk="0">
                  <a:moveTo>
                    <a:pt x="1" y="1"/>
                  </a:moveTo>
                  <a:lnTo>
                    <a:pt x="1" y="256"/>
                  </a:lnTo>
                  <a:cubicBezTo>
                    <a:pt x="50" y="240"/>
                    <a:pt x="87" y="223"/>
                    <a:pt x="104" y="174"/>
                  </a:cubicBezTo>
                  <a:cubicBezTo>
                    <a:pt x="120" y="120"/>
                    <a:pt x="104" y="71"/>
                    <a:pt x="87" y="34"/>
                  </a:cubicBezTo>
                  <a:cubicBezTo>
                    <a:pt x="71" y="17"/>
                    <a:pt x="50" y="17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10"/>
            <p:cNvSpPr/>
            <p:nvPr/>
          </p:nvSpPr>
          <p:spPr>
            <a:xfrm>
              <a:off x="5057300" y="268532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27" y="0"/>
                  </a:moveTo>
                  <a:cubicBezTo>
                    <a:pt x="86" y="0"/>
                    <a:pt x="45" y="32"/>
                    <a:pt x="33" y="83"/>
                  </a:cubicBezTo>
                  <a:cubicBezTo>
                    <a:pt x="0" y="149"/>
                    <a:pt x="33" y="236"/>
                    <a:pt x="83" y="252"/>
                  </a:cubicBezTo>
                  <a:cubicBezTo>
                    <a:pt x="103" y="269"/>
                    <a:pt x="120" y="269"/>
                    <a:pt x="136" y="269"/>
                  </a:cubicBezTo>
                  <a:cubicBezTo>
                    <a:pt x="186" y="252"/>
                    <a:pt x="223" y="236"/>
                    <a:pt x="239" y="186"/>
                  </a:cubicBezTo>
                  <a:cubicBezTo>
                    <a:pt x="239" y="133"/>
                    <a:pt x="239" y="83"/>
                    <a:pt x="206" y="46"/>
                  </a:cubicBezTo>
                  <a:cubicBezTo>
                    <a:pt x="206" y="30"/>
                    <a:pt x="186" y="13"/>
                    <a:pt x="169" y="13"/>
                  </a:cubicBezTo>
                  <a:cubicBezTo>
                    <a:pt x="156" y="5"/>
                    <a:pt x="141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10"/>
            <p:cNvSpPr/>
            <p:nvPr/>
          </p:nvSpPr>
          <p:spPr>
            <a:xfrm>
              <a:off x="5061525" y="2639375"/>
              <a:ext cx="6100" cy="6825"/>
            </a:xfrm>
            <a:custGeom>
              <a:avLst/>
              <a:gdLst/>
              <a:ahLst/>
              <a:cxnLst/>
              <a:rect l="l" t="t" r="r" b="b"/>
              <a:pathLst>
                <a:path w="244" h="273" extrusionOk="0">
                  <a:moveTo>
                    <a:pt x="130" y="0"/>
                  </a:moveTo>
                  <a:cubicBezTo>
                    <a:pt x="121" y="0"/>
                    <a:pt x="111" y="4"/>
                    <a:pt x="103" y="13"/>
                  </a:cubicBezTo>
                  <a:cubicBezTo>
                    <a:pt x="37" y="13"/>
                    <a:pt x="0" y="83"/>
                    <a:pt x="0" y="149"/>
                  </a:cubicBezTo>
                  <a:cubicBezTo>
                    <a:pt x="17" y="186"/>
                    <a:pt x="17" y="219"/>
                    <a:pt x="54" y="235"/>
                  </a:cubicBezTo>
                  <a:cubicBezTo>
                    <a:pt x="70" y="252"/>
                    <a:pt x="103" y="272"/>
                    <a:pt x="140" y="272"/>
                  </a:cubicBezTo>
                  <a:cubicBezTo>
                    <a:pt x="190" y="252"/>
                    <a:pt x="243" y="186"/>
                    <a:pt x="223" y="116"/>
                  </a:cubicBezTo>
                  <a:cubicBezTo>
                    <a:pt x="223" y="83"/>
                    <a:pt x="206" y="46"/>
                    <a:pt x="173" y="29"/>
                  </a:cubicBezTo>
                  <a:lnTo>
                    <a:pt x="157" y="13"/>
                  </a:lnTo>
                  <a:cubicBezTo>
                    <a:pt x="149" y="4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10"/>
            <p:cNvSpPr/>
            <p:nvPr/>
          </p:nvSpPr>
          <p:spPr>
            <a:xfrm>
              <a:off x="5068425" y="26997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39" y="190"/>
                    <a:pt x="223" y="124"/>
                  </a:cubicBezTo>
                  <a:cubicBezTo>
                    <a:pt x="223" y="70"/>
                    <a:pt x="190" y="37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10"/>
            <p:cNvSpPr/>
            <p:nvPr/>
          </p:nvSpPr>
          <p:spPr>
            <a:xfrm>
              <a:off x="5054200" y="26532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10" y="0"/>
                  </a:moveTo>
                  <a:cubicBezTo>
                    <a:pt x="86" y="0"/>
                    <a:pt x="66" y="13"/>
                    <a:pt x="54" y="27"/>
                  </a:cubicBezTo>
                  <a:cubicBezTo>
                    <a:pt x="0" y="77"/>
                    <a:pt x="0" y="164"/>
                    <a:pt x="37" y="213"/>
                  </a:cubicBezTo>
                  <a:cubicBezTo>
                    <a:pt x="57" y="245"/>
                    <a:pt x="89" y="263"/>
                    <a:pt x="122" y="263"/>
                  </a:cubicBezTo>
                  <a:cubicBezTo>
                    <a:pt x="146" y="263"/>
                    <a:pt x="170" y="254"/>
                    <a:pt x="190" y="234"/>
                  </a:cubicBezTo>
                  <a:cubicBezTo>
                    <a:pt x="244" y="180"/>
                    <a:pt x="244" y="110"/>
                    <a:pt x="207" y="44"/>
                  </a:cubicBezTo>
                  <a:cubicBezTo>
                    <a:pt x="190" y="27"/>
                    <a:pt x="174" y="27"/>
                    <a:pt x="157" y="7"/>
                  </a:cubicBezTo>
                  <a:lnTo>
                    <a:pt x="141" y="7"/>
                  </a:lnTo>
                  <a:cubicBezTo>
                    <a:pt x="130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10"/>
            <p:cNvSpPr/>
            <p:nvPr/>
          </p:nvSpPr>
          <p:spPr>
            <a:xfrm>
              <a:off x="5052950" y="2746800"/>
              <a:ext cx="4775" cy="6375"/>
            </a:xfrm>
            <a:custGeom>
              <a:avLst/>
              <a:gdLst/>
              <a:ahLst/>
              <a:cxnLst/>
              <a:rect l="l" t="t" r="r" b="b"/>
              <a:pathLst>
                <a:path w="191" h="255" extrusionOk="0">
                  <a:moveTo>
                    <a:pt x="61" y="1"/>
                  </a:moveTo>
                  <a:cubicBezTo>
                    <a:pt x="41" y="1"/>
                    <a:pt x="20" y="9"/>
                    <a:pt x="1" y="28"/>
                  </a:cubicBezTo>
                  <a:lnTo>
                    <a:pt x="1" y="234"/>
                  </a:lnTo>
                  <a:cubicBezTo>
                    <a:pt x="17" y="234"/>
                    <a:pt x="17" y="251"/>
                    <a:pt x="34" y="251"/>
                  </a:cubicBezTo>
                  <a:cubicBezTo>
                    <a:pt x="43" y="254"/>
                    <a:pt x="53" y="255"/>
                    <a:pt x="63" y="255"/>
                  </a:cubicBezTo>
                  <a:cubicBezTo>
                    <a:pt x="109" y="255"/>
                    <a:pt x="157" y="225"/>
                    <a:pt x="174" y="181"/>
                  </a:cubicBezTo>
                  <a:cubicBezTo>
                    <a:pt x="191" y="115"/>
                    <a:pt x="174" y="28"/>
                    <a:pt x="104" y="12"/>
                  </a:cubicBezTo>
                  <a:cubicBezTo>
                    <a:pt x="90" y="5"/>
                    <a:pt x="76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10"/>
            <p:cNvSpPr/>
            <p:nvPr/>
          </p:nvSpPr>
          <p:spPr>
            <a:xfrm>
              <a:off x="5067075" y="262187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3" y="0"/>
                  </a:moveTo>
                  <a:cubicBezTo>
                    <a:pt x="117" y="0"/>
                    <a:pt x="111" y="2"/>
                    <a:pt x="104" y="8"/>
                  </a:cubicBezTo>
                  <a:cubicBezTo>
                    <a:pt x="71" y="8"/>
                    <a:pt x="54" y="24"/>
                    <a:pt x="38" y="61"/>
                  </a:cubicBezTo>
                  <a:cubicBezTo>
                    <a:pt x="21" y="78"/>
                    <a:pt x="1" y="111"/>
                    <a:pt x="21" y="148"/>
                  </a:cubicBezTo>
                  <a:cubicBezTo>
                    <a:pt x="21" y="181"/>
                    <a:pt x="38" y="214"/>
                    <a:pt x="54" y="230"/>
                  </a:cubicBezTo>
                  <a:cubicBezTo>
                    <a:pt x="71" y="251"/>
                    <a:pt x="104" y="267"/>
                    <a:pt x="141" y="267"/>
                  </a:cubicBezTo>
                  <a:cubicBezTo>
                    <a:pt x="190" y="251"/>
                    <a:pt x="244" y="181"/>
                    <a:pt x="227" y="111"/>
                  </a:cubicBezTo>
                  <a:cubicBezTo>
                    <a:pt x="227" y="78"/>
                    <a:pt x="207" y="45"/>
                    <a:pt x="190" y="24"/>
                  </a:cubicBezTo>
                  <a:cubicBezTo>
                    <a:pt x="174" y="24"/>
                    <a:pt x="174" y="8"/>
                    <a:pt x="157" y="8"/>
                  </a:cubicBezTo>
                  <a:cubicBezTo>
                    <a:pt x="146" y="8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10"/>
            <p:cNvSpPr/>
            <p:nvPr/>
          </p:nvSpPr>
          <p:spPr>
            <a:xfrm>
              <a:off x="5052950" y="2703000"/>
              <a:ext cx="4775" cy="6275"/>
            </a:xfrm>
            <a:custGeom>
              <a:avLst/>
              <a:gdLst/>
              <a:ahLst/>
              <a:cxnLst/>
              <a:rect l="l" t="t" r="r" b="b"/>
              <a:pathLst>
                <a:path w="191" h="251" extrusionOk="0">
                  <a:moveTo>
                    <a:pt x="65" y="1"/>
                  </a:moveTo>
                  <a:cubicBezTo>
                    <a:pt x="41" y="1"/>
                    <a:pt x="20" y="9"/>
                    <a:pt x="1" y="28"/>
                  </a:cubicBezTo>
                  <a:lnTo>
                    <a:pt x="1" y="234"/>
                  </a:lnTo>
                  <a:cubicBezTo>
                    <a:pt x="17" y="234"/>
                    <a:pt x="17" y="250"/>
                    <a:pt x="34" y="250"/>
                  </a:cubicBezTo>
                  <a:lnTo>
                    <a:pt x="87" y="250"/>
                  </a:lnTo>
                  <a:cubicBezTo>
                    <a:pt x="120" y="250"/>
                    <a:pt x="153" y="217"/>
                    <a:pt x="174" y="164"/>
                  </a:cubicBezTo>
                  <a:cubicBezTo>
                    <a:pt x="191" y="131"/>
                    <a:pt x="191" y="77"/>
                    <a:pt x="153" y="44"/>
                  </a:cubicBezTo>
                  <a:cubicBezTo>
                    <a:pt x="137" y="28"/>
                    <a:pt x="137" y="11"/>
                    <a:pt x="120" y="11"/>
                  </a:cubicBezTo>
                  <a:cubicBezTo>
                    <a:pt x="100" y="5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10"/>
            <p:cNvSpPr/>
            <p:nvPr/>
          </p:nvSpPr>
          <p:spPr>
            <a:xfrm>
              <a:off x="5078725" y="2453725"/>
              <a:ext cx="5175" cy="3100"/>
            </a:xfrm>
            <a:custGeom>
              <a:avLst/>
              <a:gdLst/>
              <a:ahLst/>
              <a:cxnLst/>
              <a:rect l="l" t="t" r="r" b="b"/>
              <a:pathLst>
                <a:path w="207" h="124" extrusionOk="0">
                  <a:moveTo>
                    <a:pt x="1" y="1"/>
                  </a:moveTo>
                  <a:lnTo>
                    <a:pt x="1" y="17"/>
                  </a:lnTo>
                  <a:cubicBezTo>
                    <a:pt x="1" y="78"/>
                    <a:pt x="54" y="124"/>
                    <a:pt x="100" y="124"/>
                  </a:cubicBezTo>
                  <a:cubicBezTo>
                    <a:pt x="107" y="124"/>
                    <a:pt x="114" y="123"/>
                    <a:pt x="120" y="120"/>
                  </a:cubicBezTo>
                  <a:cubicBezTo>
                    <a:pt x="153" y="120"/>
                    <a:pt x="174" y="104"/>
                    <a:pt x="190" y="71"/>
                  </a:cubicBezTo>
                  <a:cubicBezTo>
                    <a:pt x="207" y="71"/>
                    <a:pt x="207" y="50"/>
                    <a:pt x="207" y="50"/>
                  </a:cubicBezTo>
                  <a:cubicBezTo>
                    <a:pt x="137" y="34"/>
                    <a:pt x="71" y="1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10"/>
            <p:cNvSpPr/>
            <p:nvPr/>
          </p:nvSpPr>
          <p:spPr>
            <a:xfrm>
              <a:off x="5124700" y="2736225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34" y="0"/>
                  </a:moveTo>
                  <a:cubicBezTo>
                    <a:pt x="84" y="0"/>
                    <a:pt x="44" y="35"/>
                    <a:pt x="17" y="88"/>
                  </a:cubicBezTo>
                  <a:cubicBezTo>
                    <a:pt x="0" y="158"/>
                    <a:pt x="33" y="228"/>
                    <a:pt x="87" y="245"/>
                  </a:cubicBezTo>
                  <a:cubicBezTo>
                    <a:pt x="104" y="261"/>
                    <a:pt x="120" y="261"/>
                    <a:pt x="136" y="261"/>
                  </a:cubicBezTo>
                  <a:cubicBezTo>
                    <a:pt x="169" y="261"/>
                    <a:pt x="207" y="228"/>
                    <a:pt x="223" y="175"/>
                  </a:cubicBezTo>
                  <a:cubicBezTo>
                    <a:pt x="240" y="125"/>
                    <a:pt x="240" y="72"/>
                    <a:pt x="207" y="39"/>
                  </a:cubicBezTo>
                  <a:cubicBezTo>
                    <a:pt x="190" y="22"/>
                    <a:pt x="190" y="22"/>
                    <a:pt x="169" y="6"/>
                  </a:cubicBezTo>
                  <a:cubicBezTo>
                    <a:pt x="157" y="2"/>
                    <a:pt x="145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10"/>
            <p:cNvSpPr/>
            <p:nvPr/>
          </p:nvSpPr>
          <p:spPr>
            <a:xfrm>
              <a:off x="5191700" y="26611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50" y="21"/>
                    <a:pt x="0" y="87"/>
                    <a:pt x="17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206" y="260"/>
                    <a:pt x="239" y="190"/>
                    <a:pt x="223" y="124"/>
                  </a:cubicBezTo>
                  <a:cubicBezTo>
                    <a:pt x="223" y="87"/>
                    <a:pt x="206" y="54"/>
                    <a:pt x="190" y="37"/>
                  </a:cubicBezTo>
                  <a:cubicBezTo>
                    <a:pt x="169" y="21"/>
                    <a:pt x="169" y="21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10"/>
            <p:cNvSpPr/>
            <p:nvPr/>
          </p:nvSpPr>
          <p:spPr>
            <a:xfrm>
              <a:off x="5216125" y="2644250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94" y="0"/>
                  </a:moveTo>
                  <a:cubicBezTo>
                    <a:pt x="76" y="0"/>
                    <a:pt x="61" y="12"/>
                    <a:pt x="38" y="24"/>
                  </a:cubicBezTo>
                  <a:cubicBezTo>
                    <a:pt x="17" y="40"/>
                    <a:pt x="0" y="77"/>
                    <a:pt x="0" y="110"/>
                  </a:cubicBezTo>
                  <a:cubicBezTo>
                    <a:pt x="0" y="143"/>
                    <a:pt x="0" y="180"/>
                    <a:pt x="17" y="213"/>
                  </a:cubicBezTo>
                  <a:cubicBezTo>
                    <a:pt x="48" y="242"/>
                    <a:pt x="86" y="261"/>
                    <a:pt x="117" y="261"/>
                  </a:cubicBezTo>
                  <a:cubicBezTo>
                    <a:pt x="140" y="261"/>
                    <a:pt x="160" y="252"/>
                    <a:pt x="174" y="230"/>
                  </a:cubicBezTo>
                  <a:cubicBezTo>
                    <a:pt x="223" y="180"/>
                    <a:pt x="244" y="110"/>
                    <a:pt x="190" y="40"/>
                  </a:cubicBezTo>
                  <a:cubicBezTo>
                    <a:pt x="190" y="24"/>
                    <a:pt x="174" y="7"/>
                    <a:pt x="157" y="7"/>
                  </a:cubicBezTo>
                  <a:lnTo>
                    <a:pt x="120" y="7"/>
                  </a:lnTo>
                  <a:cubicBezTo>
                    <a:pt x="110" y="2"/>
                    <a:pt x="102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10"/>
            <p:cNvSpPr/>
            <p:nvPr/>
          </p:nvSpPr>
          <p:spPr>
            <a:xfrm>
              <a:off x="5207575" y="27062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4"/>
                  </a:cubicBezTo>
                  <a:cubicBezTo>
                    <a:pt x="87" y="257"/>
                    <a:pt x="103" y="257"/>
                    <a:pt x="136" y="257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90" y="17"/>
                  </a:cubicBezTo>
                  <a:cubicBezTo>
                    <a:pt x="173" y="17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10"/>
            <p:cNvSpPr/>
            <p:nvPr/>
          </p:nvSpPr>
          <p:spPr>
            <a:xfrm>
              <a:off x="5218300" y="26242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3" y="223"/>
                    <a:pt x="54" y="239"/>
                  </a:cubicBezTo>
                  <a:cubicBezTo>
                    <a:pt x="77" y="254"/>
                    <a:pt x="92" y="267"/>
                    <a:pt x="111" y="267"/>
                  </a:cubicBezTo>
                  <a:cubicBezTo>
                    <a:pt x="119" y="267"/>
                    <a:pt x="127" y="265"/>
                    <a:pt x="136" y="260"/>
                  </a:cubicBezTo>
                  <a:cubicBezTo>
                    <a:pt x="206" y="260"/>
                    <a:pt x="239" y="190"/>
                    <a:pt x="223" y="120"/>
                  </a:cubicBezTo>
                  <a:cubicBezTo>
                    <a:pt x="223" y="87"/>
                    <a:pt x="206" y="54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10"/>
            <p:cNvSpPr/>
            <p:nvPr/>
          </p:nvSpPr>
          <p:spPr>
            <a:xfrm>
              <a:off x="5217475" y="26717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6" y="0"/>
                  </a:moveTo>
                  <a:cubicBezTo>
                    <a:pt x="83" y="0"/>
                    <a:pt x="61" y="14"/>
                    <a:pt x="50" y="25"/>
                  </a:cubicBezTo>
                  <a:cubicBezTo>
                    <a:pt x="0" y="75"/>
                    <a:pt x="0" y="162"/>
                    <a:pt x="33" y="215"/>
                  </a:cubicBezTo>
                  <a:cubicBezTo>
                    <a:pt x="50" y="232"/>
                    <a:pt x="87" y="248"/>
                    <a:pt x="103" y="265"/>
                  </a:cubicBezTo>
                  <a:cubicBezTo>
                    <a:pt x="136" y="265"/>
                    <a:pt x="169" y="248"/>
                    <a:pt x="190" y="232"/>
                  </a:cubicBezTo>
                  <a:cubicBezTo>
                    <a:pt x="206" y="215"/>
                    <a:pt x="223" y="178"/>
                    <a:pt x="239" y="145"/>
                  </a:cubicBezTo>
                  <a:cubicBezTo>
                    <a:pt x="239" y="112"/>
                    <a:pt x="223" y="75"/>
                    <a:pt x="206" y="42"/>
                  </a:cubicBezTo>
                  <a:cubicBezTo>
                    <a:pt x="190" y="25"/>
                    <a:pt x="169" y="25"/>
                    <a:pt x="153" y="9"/>
                  </a:cubicBezTo>
                  <a:lnTo>
                    <a:pt x="136" y="9"/>
                  </a:lnTo>
                  <a:cubicBezTo>
                    <a:pt x="126" y="3"/>
                    <a:pt x="116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10"/>
            <p:cNvSpPr/>
            <p:nvPr/>
          </p:nvSpPr>
          <p:spPr>
            <a:xfrm>
              <a:off x="5195500" y="2694475"/>
              <a:ext cx="6125" cy="6575"/>
            </a:xfrm>
            <a:custGeom>
              <a:avLst/>
              <a:gdLst/>
              <a:ahLst/>
              <a:cxnLst/>
              <a:rect l="l" t="t" r="r" b="b"/>
              <a:pathLst>
                <a:path w="245" h="263" extrusionOk="0">
                  <a:moveTo>
                    <a:pt x="119" y="0"/>
                  </a:moveTo>
                  <a:cubicBezTo>
                    <a:pt x="76" y="0"/>
                    <a:pt x="33" y="22"/>
                    <a:pt x="17" y="76"/>
                  </a:cubicBezTo>
                  <a:cubicBezTo>
                    <a:pt x="1" y="146"/>
                    <a:pt x="17" y="233"/>
                    <a:pt x="87" y="249"/>
                  </a:cubicBezTo>
                  <a:cubicBezTo>
                    <a:pt x="102" y="258"/>
                    <a:pt x="117" y="262"/>
                    <a:pt x="132" y="262"/>
                  </a:cubicBezTo>
                  <a:cubicBezTo>
                    <a:pt x="173" y="262"/>
                    <a:pt x="211" y="231"/>
                    <a:pt x="224" y="179"/>
                  </a:cubicBezTo>
                  <a:cubicBezTo>
                    <a:pt x="244" y="109"/>
                    <a:pt x="224" y="43"/>
                    <a:pt x="158" y="6"/>
                  </a:cubicBezTo>
                  <a:cubicBezTo>
                    <a:pt x="145" y="2"/>
                    <a:pt x="132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10"/>
            <p:cNvSpPr/>
            <p:nvPr/>
          </p:nvSpPr>
          <p:spPr>
            <a:xfrm>
              <a:off x="5200250" y="2719975"/>
              <a:ext cx="6525" cy="6400"/>
            </a:xfrm>
            <a:custGeom>
              <a:avLst/>
              <a:gdLst/>
              <a:ahLst/>
              <a:cxnLst/>
              <a:rect l="l" t="t" r="r" b="b"/>
              <a:pathLst>
                <a:path w="261" h="256" extrusionOk="0">
                  <a:moveTo>
                    <a:pt x="137" y="0"/>
                  </a:moveTo>
                  <a:cubicBezTo>
                    <a:pt x="104" y="0"/>
                    <a:pt x="87" y="0"/>
                    <a:pt x="54" y="37"/>
                  </a:cubicBezTo>
                  <a:cubicBezTo>
                    <a:pt x="17" y="70"/>
                    <a:pt x="1" y="157"/>
                    <a:pt x="34" y="206"/>
                  </a:cubicBezTo>
                  <a:cubicBezTo>
                    <a:pt x="64" y="237"/>
                    <a:pt x="101" y="256"/>
                    <a:pt x="132" y="256"/>
                  </a:cubicBezTo>
                  <a:cubicBezTo>
                    <a:pt x="155" y="256"/>
                    <a:pt x="176" y="246"/>
                    <a:pt x="190" y="223"/>
                  </a:cubicBezTo>
                  <a:cubicBezTo>
                    <a:pt x="240" y="190"/>
                    <a:pt x="260" y="103"/>
                    <a:pt x="207" y="54"/>
                  </a:cubicBezTo>
                  <a:cubicBezTo>
                    <a:pt x="207" y="37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10"/>
            <p:cNvSpPr/>
            <p:nvPr/>
          </p:nvSpPr>
          <p:spPr>
            <a:xfrm>
              <a:off x="5203650" y="27521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29" y="1"/>
                  </a:moveTo>
                  <a:cubicBezTo>
                    <a:pt x="83" y="1"/>
                    <a:pt x="35" y="33"/>
                    <a:pt x="21" y="91"/>
                  </a:cubicBezTo>
                  <a:cubicBezTo>
                    <a:pt x="1" y="141"/>
                    <a:pt x="21" y="227"/>
                    <a:pt x="87" y="244"/>
                  </a:cubicBezTo>
                  <a:cubicBezTo>
                    <a:pt x="104" y="260"/>
                    <a:pt x="124" y="260"/>
                    <a:pt x="141" y="260"/>
                  </a:cubicBezTo>
                  <a:cubicBezTo>
                    <a:pt x="174" y="260"/>
                    <a:pt x="207" y="227"/>
                    <a:pt x="227" y="174"/>
                  </a:cubicBezTo>
                  <a:cubicBezTo>
                    <a:pt x="244" y="124"/>
                    <a:pt x="227" y="71"/>
                    <a:pt x="207" y="38"/>
                  </a:cubicBezTo>
                  <a:cubicBezTo>
                    <a:pt x="190" y="21"/>
                    <a:pt x="174" y="21"/>
                    <a:pt x="157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10"/>
            <p:cNvSpPr/>
            <p:nvPr/>
          </p:nvSpPr>
          <p:spPr>
            <a:xfrm>
              <a:off x="5213125" y="2594400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16" y="1"/>
                  </a:moveTo>
                  <a:cubicBezTo>
                    <a:pt x="108" y="1"/>
                    <a:pt x="98" y="3"/>
                    <a:pt x="87" y="10"/>
                  </a:cubicBezTo>
                  <a:cubicBezTo>
                    <a:pt x="34" y="10"/>
                    <a:pt x="1" y="76"/>
                    <a:pt x="1" y="146"/>
                  </a:cubicBezTo>
                  <a:cubicBezTo>
                    <a:pt x="1" y="179"/>
                    <a:pt x="17" y="216"/>
                    <a:pt x="54" y="232"/>
                  </a:cubicBezTo>
                  <a:cubicBezTo>
                    <a:pt x="71" y="249"/>
                    <a:pt x="104" y="265"/>
                    <a:pt x="120" y="265"/>
                  </a:cubicBezTo>
                  <a:cubicBezTo>
                    <a:pt x="191" y="249"/>
                    <a:pt x="224" y="179"/>
                    <a:pt x="224" y="113"/>
                  </a:cubicBezTo>
                  <a:cubicBezTo>
                    <a:pt x="224" y="76"/>
                    <a:pt x="207" y="43"/>
                    <a:pt x="174" y="26"/>
                  </a:cubicBezTo>
                  <a:lnTo>
                    <a:pt x="158" y="10"/>
                  </a:lnTo>
                  <a:cubicBezTo>
                    <a:pt x="144" y="10"/>
                    <a:pt x="132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10"/>
            <p:cNvSpPr/>
            <p:nvPr/>
          </p:nvSpPr>
          <p:spPr>
            <a:xfrm>
              <a:off x="5239325" y="25602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70" y="1"/>
                    <a:pt x="54" y="17"/>
                    <a:pt x="37" y="54"/>
                  </a:cubicBezTo>
                  <a:cubicBezTo>
                    <a:pt x="17" y="71"/>
                    <a:pt x="0" y="104"/>
                    <a:pt x="17" y="141"/>
                  </a:cubicBezTo>
                  <a:cubicBezTo>
                    <a:pt x="17" y="174"/>
                    <a:pt x="37" y="207"/>
                    <a:pt x="54" y="223"/>
                  </a:cubicBezTo>
                  <a:cubicBezTo>
                    <a:pt x="87" y="261"/>
                    <a:pt x="103" y="261"/>
                    <a:pt x="140" y="261"/>
                  </a:cubicBezTo>
                  <a:cubicBezTo>
                    <a:pt x="206" y="244"/>
                    <a:pt x="243" y="174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73" y="17"/>
                    <a:pt x="17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10"/>
            <p:cNvSpPr/>
            <p:nvPr/>
          </p:nvSpPr>
          <p:spPr>
            <a:xfrm>
              <a:off x="5220050" y="2608425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10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20"/>
                    <a:pt x="87" y="253"/>
                  </a:cubicBezTo>
                  <a:cubicBezTo>
                    <a:pt x="96" y="257"/>
                    <a:pt x="106" y="258"/>
                    <a:pt x="116" y="258"/>
                  </a:cubicBezTo>
                  <a:cubicBezTo>
                    <a:pt x="161" y="258"/>
                    <a:pt x="209" y="224"/>
                    <a:pt x="223" y="170"/>
                  </a:cubicBezTo>
                  <a:cubicBezTo>
                    <a:pt x="239" y="100"/>
                    <a:pt x="223" y="30"/>
                    <a:pt x="153" y="14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10"/>
            <p:cNvSpPr/>
            <p:nvPr/>
          </p:nvSpPr>
          <p:spPr>
            <a:xfrm>
              <a:off x="5246225" y="25894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70" y="1"/>
                    <a:pt x="33" y="17"/>
                    <a:pt x="17" y="50"/>
                  </a:cubicBezTo>
                  <a:cubicBezTo>
                    <a:pt x="0" y="67"/>
                    <a:pt x="0" y="104"/>
                    <a:pt x="0" y="137"/>
                  </a:cubicBezTo>
                  <a:cubicBezTo>
                    <a:pt x="0" y="170"/>
                    <a:pt x="17" y="207"/>
                    <a:pt x="50" y="223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23" y="67"/>
                    <a:pt x="206" y="34"/>
                    <a:pt x="174" y="17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10"/>
            <p:cNvSpPr/>
            <p:nvPr/>
          </p:nvSpPr>
          <p:spPr>
            <a:xfrm>
              <a:off x="5232925" y="2620825"/>
              <a:ext cx="6425" cy="6325"/>
            </a:xfrm>
            <a:custGeom>
              <a:avLst/>
              <a:gdLst/>
              <a:ahLst/>
              <a:cxnLst/>
              <a:rect l="l" t="t" r="r" b="b"/>
              <a:pathLst>
                <a:path w="257" h="253" extrusionOk="0">
                  <a:moveTo>
                    <a:pt x="137" y="0"/>
                  </a:moveTo>
                  <a:cubicBezTo>
                    <a:pt x="120" y="0"/>
                    <a:pt x="87" y="0"/>
                    <a:pt x="50" y="17"/>
                  </a:cubicBezTo>
                  <a:cubicBezTo>
                    <a:pt x="17" y="66"/>
                    <a:pt x="0" y="153"/>
                    <a:pt x="33" y="206"/>
                  </a:cubicBezTo>
                  <a:cubicBezTo>
                    <a:pt x="65" y="235"/>
                    <a:pt x="100" y="253"/>
                    <a:pt x="135" y="253"/>
                  </a:cubicBezTo>
                  <a:cubicBezTo>
                    <a:pt x="160" y="253"/>
                    <a:pt x="184" y="243"/>
                    <a:pt x="207" y="223"/>
                  </a:cubicBezTo>
                  <a:cubicBezTo>
                    <a:pt x="240" y="190"/>
                    <a:pt x="256" y="103"/>
                    <a:pt x="223" y="50"/>
                  </a:cubicBezTo>
                  <a:cubicBezTo>
                    <a:pt x="207" y="33"/>
                    <a:pt x="190" y="17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10"/>
            <p:cNvSpPr/>
            <p:nvPr/>
          </p:nvSpPr>
          <p:spPr>
            <a:xfrm>
              <a:off x="5234575" y="257742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104" y="0"/>
                    <a:pt x="87" y="0"/>
                    <a:pt x="87" y="17"/>
                  </a:cubicBezTo>
                  <a:cubicBezTo>
                    <a:pt x="38" y="33"/>
                    <a:pt x="0" y="87"/>
                    <a:pt x="21" y="153"/>
                  </a:cubicBezTo>
                  <a:cubicBezTo>
                    <a:pt x="21" y="190"/>
                    <a:pt x="38" y="206"/>
                    <a:pt x="54" y="239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207" y="239"/>
                    <a:pt x="244" y="173"/>
                    <a:pt x="244" y="103"/>
                  </a:cubicBezTo>
                  <a:cubicBezTo>
                    <a:pt x="227" y="103"/>
                    <a:pt x="227" y="87"/>
                    <a:pt x="227" y="70"/>
                  </a:cubicBezTo>
                  <a:cubicBezTo>
                    <a:pt x="207" y="50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10"/>
            <p:cNvSpPr/>
            <p:nvPr/>
          </p:nvSpPr>
          <p:spPr>
            <a:xfrm>
              <a:off x="5224275" y="26567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3" y="1"/>
                  </a:moveTo>
                  <a:cubicBezTo>
                    <a:pt x="117" y="1"/>
                    <a:pt x="110" y="3"/>
                    <a:pt x="103" y="8"/>
                  </a:cubicBezTo>
                  <a:cubicBezTo>
                    <a:pt x="37" y="8"/>
                    <a:pt x="0" y="74"/>
                    <a:pt x="21" y="144"/>
                  </a:cubicBezTo>
                  <a:cubicBezTo>
                    <a:pt x="21" y="177"/>
                    <a:pt x="37" y="214"/>
                    <a:pt x="54" y="231"/>
                  </a:cubicBezTo>
                  <a:cubicBezTo>
                    <a:pt x="87" y="247"/>
                    <a:pt x="103" y="264"/>
                    <a:pt x="140" y="264"/>
                  </a:cubicBezTo>
                  <a:cubicBezTo>
                    <a:pt x="173" y="247"/>
                    <a:pt x="190" y="231"/>
                    <a:pt x="206" y="214"/>
                  </a:cubicBezTo>
                  <a:cubicBezTo>
                    <a:pt x="227" y="177"/>
                    <a:pt x="243" y="144"/>
                    <a:pt x="227" y="111"/>
                  </a:cubicBezTo>
                  <a:cubicBezTo>
                    <a:pt x="227" y="74"/>
                    <a:pt x="206" y="41"/>
                    <a:pt x="190" y="25"/>
                  </a:cubicBezTo>
                  <a:cubicBezTo>
                    <a:pt x="173" y="25"/>
                    <a:pt x="173" y="8"/>
                    <a:pt x="157" y="8"/>
                  </a:cubicBezTo>
                  <a:cubicBezTo>
                    <a:pt x="146" y="8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10"/>
            <p:cNvSpPr/>
            <p:nvPr/>
          </p:nvSpPr>
          <p:spPr>
            <a:xfrm>
              <a:off x="5230350" y="2670275"/>
              <a:ext cx="6425" cy="6550"/>
            </a:xfrm>
            <a:custGeom>
              <a:avLst/>
              <a:gdLst/>
              <a:ahLst/>
              <a:cxnLst/>
              <a:rect l="l" t="t" r="r" b="b"/>
              <a:pathLst>
                <a:path w="257" h="262" extrusionOk="0">
                  <a:moveTo>
                    <a:pt x="127" y="1"/>
                  </a:moveTo>
                  <a:cubicBezTo>
                    <a:pt x="87" y="1"/>
                    <a:pt x="46" y="32"/>
                    <a:pt x="33" y="83"/>
                  </a:cubicBezTo>
                  <a:cubicBezTo>
                    <a:pt x="0" y="149"/>
                    <a:pt x="33" y="220"/>
                    <a:pt x="87" y="253"/>
                  </a:cubicBezTo>
                  <a:cubicBezTo>
                    <a:pt x="98" y="253"/>
                    <a:pt x="109" y="262"/>
                    <a:pt x="120" y="262"/>
                  </a:cubicBezTo>
                  <a:cubicBezTo>
                    <a:pt x="125" y="262"/>
                    <a:pt x="131" y="259"/>
                    <a:pt x="136" y="253"/>
                  </a:cubicBezTo>
                  <a:cubicBezTo>
                    <a:pt x="190" y="253"/>
                    <a:pt x="223" y="220"/>
                    <a:pt x="240" y="187"/>
                  </a:cubicBezTo>
                  <a:cubicBezTo>
                    <a:pt x="256" y="133"/>
                    <a:pt x="240" y="83"/>
                    <a:pt x="207" y="46"/>
                  </a:cubicBezTo>
                  <a:cubicBezTo>
                    <a:pt x="207" y="30"/>
                    <a:pt x="190" y="13"/>
                    <a:pt x="169" y="13"/>
                  </a:cubicBezTo>
                  <a:cubicBezTo>
                    <a:pt x="156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10"/>
            <p:cNvSpPr/>
            <p:nvPr/>
          </p:nvSpPr>
          <p:spPr>
            <a:xfrm>
              <a:off x="5227775" y="26841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99" y="1"/>
                  </a:moveTo>
                  <a:cubicBezTo>
                    <a:pt x="57" y="1"/>
                    <a:pt x="13" y="23"/>
                    <a:pt x="0" y="77"/>
                  </a:cubicBezTo>
                  <a:lnTo>
                    <a:pt x="0" y="147"/>
                  </a:lnTo>
                  <a:cubicBezTo>
                    <a:pt x="0" y="196"/>
                    <a:pt x="33" y="233"/>
                    <a:pt x="66" y="250"/>
                  </a:cubicBezTo>
                  <a:cubicBezTo>
                    <a:pt x="82" y="257"/>
                    <a:pt x="99" y="261"/>
                    <a:pt x="116" y="261"/>
                  </a:cubicBezTo>
                  <a:cubicBezTo>
                    <a:pt x="139" y="261"/>
                    <a:pt x="160" y="253"/>
                    <a:pt x="169" y="233"/>
                  </a:cubicBezTo>
                  <a:cubicBezTo>
                    <a:pt x="190" y="213"/>
                    <a:pt x="206" y="196"/>
                    <a:pt x="206" y="180"/>
                  </a:cubicBezTo>
                  <a:cubicBezTo>
                    <a:pt x="223" y="110"/>
                    <a:pt x="206" y="44"/>
                    <a:pt x="136" y="7"/>
                  </a:cubicBezTo>
                  <a:cubicBezTo>
                    <a:pt x="125" y="3"/>
                    <a:pt x="112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10"/>
            <p:cNvSpPr/>
            <p:nvPr/>
          </p:nvSpPr>
          <p:spPr>
            <a:xfrm>
              <a:off x="5183550" y="26468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10" y="0"/>
                  </a:moveTo>
                  <a:cubicBezTo>
                    <a:pt x="91" y="0"/>
                    <a:pt x="73" y="12"/>
                    <a:pt x="50" y="24"/>
                  </a:cubicBezTo>
                  <a:cubicBezTo>
                    <a:pt x="17" y="77"/>
                    <a:pt x="1" y="160"/>
                    <a:pt x="34" y="213"/>
                  </a:cubicBezTo>
                  <a:cubicBezTo>
                    <a:pt x="50" y="230"/>
                    <a:pt x="83" y="246"/>
                    <a:pt x="120" y="263"/>
                  </a:cubicBezTo>
                  <a:cubicBezTo>
                    <a:pt x="137" y="263"/>
                    <a:pt x="170" y="246"/>
                    <a:pt x="186" y="230"/>
                  </a:cubicBezTo>
                  <a:cubicBezTo>
                    <a:pt x="223" y="213"/>
                    <a:pt x="240" y="180"/>
                    <a:pt x="240" y="143"/>
                  </a:cubicBezTo>
                  <a:cubicBezTo>
                    <a:pt x="240" y="110"/>
                    <a:pt x="223" y="77"/>
                    <a:pt x="207" y="40"/>
                  </a:cubicBezTo>
                  <a:cubicBezTo>
                    <a:pt x="207" y="24"/>
                    <a:pt x="186" y="7"/>
                    <a:pt x="170" y="7"/>
                  </a:cubicBezTo>
                  <a:lnTo>
                    <a:pt x="137" y="7"/>
                  </a:lnTo>
                  <a:cubicBezTo>
                    <a:pt x="127" y="2"/>
                    <a:pt x="118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10"/>
            <p:cNvSpPr/>
            <p:nvPr/>
          </p:nvSpPr>
          <p:spPr>
            <a:xfrm>
              <a:off x="5145325" y="2685750"/>
              <a:ext cx="6000" cy="6450"/>
            </a:xfrm>
            <a:custGeom>
              <a:avLst/>
              <a:gdLst/>
              <a:ahLst/>
              <a:cxnLst/>
              <a:rect l="l" t="t" r="r" b="b"/>
              <a:pathLst>
                <a:path w="240" h="258" extrusionOk="0">
                  <a:moveTo>
                    <a:pt x="103" y="0"/>
                  </a:moveTo>
                  <a:cubicBezTo>
                    <a:pt x="86" y="0"/>
                    <a:pt x="68" y="5"/>
                    <a:pt x="49" y="13"/>
                  </a:cubicBezTo>
                  <a:cubicBezTo>
                    <a:pt x="33" y="29"/>
                    <a:pt x="17" y="46"/>
                    <a:pt x="17" y="83"/>
                  </a:cubicBezTo>
                  <a:cubicBezTo>
                    <a:pt x="0" y="116"/>
                    <a:pt x="0" y="132"/>
                    <a:pt x="0" y="169"/>
                  </a:cubicBezTo>
                  <a:cubicBezTo>
                    <a:pt x="17" y="202"/>
                    <a:pt x="33" y="235"/>
                    <a:pt x="66" y="252"/>
                  </a:cubicBezTo>
                  <a:cubicBezTo>
                    <a:pt x="80" y="256"/>
                    <a:pt x="92" y="258"/>
                    <a:pt x="105" y="258"/>
                  </a:cubicBezTo>
                  <a:cubicBezTo>
                    <a:pt x="156" y="258"/>
                    <a:pt x="196" y="226"/>
                    <a:pt x="223" y="186"/>
                  </a:cubicBezTo>
                  <a:cubicBezTo>
                    <a:pt x="239" y="116"/>
                    <a:pt x="206" y="29"/>
                    <a:pt x="153" y="13"/>
                  </a:cubicBezTo>
                  <a:cubicBezTo>
                    <a:pt x="136" y="5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10"/>
            <p:cNvSpPr/>
            <p:nvPr/>
          </p:nvSpPr>
          <p:spPr>
            <a:xfrm>
              <a:off x="5141400" y="27332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37" y="21"/>
                    <a:pt x="0" y="70"/>
                    <a:pt x="17" y="157"/>
                  </a:cubicBezTo>
                  <a:cubicBezTo>
                    <a:pt x="17" y="190"/>
                    <a:pt x="37" y="206"/>
                    <a:pt x="54" y="227"/>
                  </a:cubicBezTo>
                  <a:cubicBezTo>
                    <a:pt x="87" y="260"/>
                    <a:pt x="103" y="260"/>
                    <a:pt x="141" y="260"/>
                  </a:cubicBezTo>
                  <a:cubicBezTo>
                    <a:pt x="190" y="243"/>
                    <a:pt x="244" y="173"/>
                    <a:pt x="223" y="103"/>
                  </a:cubicBezTo>
                  <a:cubicBezTo>
                    <a:pt x="223" y="54"/>
                    <a:pt x="190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10"/>
            <p:cNvSpPr/>
            <p:nvPr/>
          </p:nvSpPr>
          <p:spPr>
            <a:xfrm>
              <a:off x="5140150" y="26551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67" y="17"/>
                    <a:pt x="50" y="34"/>
                    <a:pt x="34" y="55"/>
                  </a:cubicBezTo>
                  <a:cubicBezTo>
                    <a:pt x="17" y="88"/>
                    <a:pt x="1" y="121"/>
                    <a:pt x="17" y="158"/>
                  </a:cubicBezTo>
                  <a:cubicBezTo>
                    <a:pt x="17" y="191"/>
                    <a:pt x="34" y="224"/>
                    <a:pt x="50" y="240"/>
                  </a:cubicBezTo>
                  <a:cubicBezTo>
                    <a:pt x="87" y="261"/>
                    <a:pt x="104" y="261"/>
                    <a:pt x="137" y="261"/>
                  </a:cubicBezTo>
                  <a:cubicBezTo>
                    <a:pt x="207" y="261"/>
                    <a:pt x="240" y="191"/>
                    <a:pt x="224" y="121"/>
                  </a:cubicBezTo>
                  <a:cubicBezTo>
                    <a:pt x="224" y="88"/>
                    <a:pt x="207" y="55"/>
                    <a:pt x="191" y="34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10"/>
            <p:cNvSpPr/>
            <p:nvPr/>
          </p:nvSpPr>
          <p:spPr>
            <a:xfrm>
              <a:off x="5157775" y="2730825"/>
              <a:ext cx="5600" cy="6550"/>
            </a:xfrm>
            <a:custGeom>
              <a:avLst/>
              <a:gdLst/>
              <a:ahLst/>
              <a:cxnLst/>
              <a:rect l="l" t="t" r="r" b="b"/>
              <a:pathLst>
                <a:path w="224" h="262" extrusionOk="0">
                  <a:moveTo>
                    <a:pt x="129" y="0"/>
                  </a:moveTo>
                  <a:cubicBezTo>
                    <a:pt x="120" y="0"/>
                    <a:pt x="112" y="5"/>
                    <a:pt x="104" y="16"/>
                  </a:cubicBezTo>
                  <a:cubicBezTo>
                    <a:pt x="34" y="16"/>
                    <a:pt x="1" y="82"/>
                    <a:pt x="1" y="152"/>
                  </a:cubicBezTo>
                  <a:cubicBezTo>
                    <a:pt x="1" y="185"/>
                    <a:pt x="17" y="222"/>
                    <a:pt x="50" y="238"/>
                  </a:cubicBezTo>
                  <a:cubicBezTo>
                    <a:pt x="62" y="250"/>
                    <a:pt x="84" y="262"/>
                    <a:pt x="108" y="262"/>
                  </a:cubicBezTo>
                  <a:cubicBezTo>
                    <a:pt x="117" y="262"/>
                    <a:pt x="127" y="260"/>
                    <a:pt x="137" y="255"/>
                  </a:cubicBezTo>
                  <a:cubicBezTo>
                    <a:pt x="153" y="255"/>
                    <a:pt x="186" y="238"/>
                    <a:pt x="207" y="201"/>
                  </a:cubicBezTo>
                  <a:cubicBezTo>
                    <a:pt x="224" y="185"/>
                    <a:pt x="224" y="152"/>
                    <a:pt x="224" y="119"/>
                  </a:cubicBezTo>
                  <a:cubicBezTo>
                    <a:pt x="224" y="82"/>
                    <a:pt x="207" y="49"/>
                    <a:pt x="170" y="32"/>
                  </a:cubicBezTo>
                  <a:cubicBezTo>
                    <a:pt x="170" y="16"/>
                    <a:pt x="153" y="16"/>
                    <a:pt x="153" y="16"/>
                  </a:cubicBezTo>
                  <a:cubicBezTo>
                    <a:pt x="145" y="5"/>
                    <a:pt x="137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10"/>
            <p:cNvSpPr/>
            <p:nvPr/>
          </p:nvSpPr>
          <p:spPr>
            <a:xfrm>
              <a:off x="5146950" y="2668100"/>
              <a:ext cx="6125" cy="6850"/>
            </a:xfrm>
            <a:custGeom>
              <a:avLst/>
              <a:gdLst/>
              <a:ahLst/>
              <a:cxnLst/>
              <a:rect l="l" t="t" r="r" b="b"/>
              <a:pathLst>
                <a:path w="245" h="274" extrusionOk="0">
                  <a:moveTo>
                    <a:pt x="132" y="1"/>
                  </a:moveTo>
                  <a:cubicBezTo>
                    <a:pt x="91" y="1"/>
                    <a:pt x="50" y="32"/>
                    <a:pt x="38" y="84"/>
                  </a:cubicBezTo>
                  <a:cubicBezTo>
                    <a:pt x="1" y="154"/>
                    <a:pt x="38" y="236"/>
                    <a:pt x="88" y="257"/>
                  </a:cubicBezTo>
                  <a:cubicBezTo>
                    <a:pt x="104" y="257"/>
                    <a:pt x="125" y="274"/>
                    <a:pt x="141" y="274"/>
                  </a:cubicBezTo>
                  <a:cubicBezTo>
                    <a:pt x="191" y="257"/>
                    <a:pt x="228" y="220"/>
                    <a:pt x="244" y="187"/>
                  </a:cubicBezTo>
                  <a:cubicBezTo>
                    <a:pt x="244" y="133"/>
                    <a:pt x="244" y="84"/>
                    <a:pt x="207" y="51"/>
                  </a:cubicBezTo>
                  <a:cubicBezTo>
                    <a:pt x="207" y="30"/>
                    <a:pt x="191" y="14"/>
                    <a:pt x="174" y="14"/>
                  </a:cubicBezTo>
                  <a:cubicBezTo>
                    <a:pt x="161" y="5"/>
                    <a:pt x="146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10"/>
            <p:cNvSpPr/>
            <p:nvPr/>
          </p:nvSpPr>
          <p:spPr>
            <a:xfrm>
              <a:off x="5127275" y="26864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37" y="0"/>
                  </a:moveTo>
                  <a:cubicBezTo>
                    <a:pt x="104" y="0"/>
                    <a:pt x="66" y="17"/>
                    <a:pt x="50" y="37"/>
                  </a:cubicBezTo>
                  <a:cubicBezTo>
                    <a:pt x="1" y="87"/>
                    <a:pt x="1" y="157"/>
                    <a:pt x="33" y="223"/>
                  </a:cubicBezTo>
                  <a:cubicBezTo>
                    <a:pt x="52" y="253"/>
                    <a:pt x="82" y="266"/>
                    <a:pt x="114" y="266"/>
                  </a:cubicBezTo>
                  <a:cubicBezTo>
                    <a:pt x="140" y="266"/>
                    <a:pt x="167" y="258"/>
                    <a:pt x="190" y="244"/>
                  </a:cubicBezTo>
                  <a:cubicBezTo>
                    <a:pt x="240" y="190"/>
                    <a:pt x="240" y="103"/>
                    <a:pt x="207" y="54"/>
                  </a:cubicBezTo>
                  <a:cubicBezTo>
                    <a:pt x="190" y="37"/>
                    <a:pt x="190" y="17"/>
                    <a:pt x="153" y="17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10"/>
            <p:cNvSpPr/>
            <p:nvPr/>
          </p:nvSpPr>
          <p:spPr>
            <a:xfrm>
              <a:off x="5134600" y="26727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88"/>
                    <a:pt x="0" y="154"/>
                  </a:cubicBezTo>
                  <a:cubicBezTo>
                    <a:pt x="17" y="191"/>
                    <a:pt x="33" y="224"/>
                    <a:pt x="50" y="240"/>
                  </a:cubicBezTo>
                  <a:cubicBezTo>
                    <a:pt x="66" y="257"/>
                    <a:pt x="103" y="257"/>
                    <a:pt x="136" y="257"/>
                  </a:cubicBezTo>
                  <a:cubicBezTo>
                    <a:pt x="186" y="240"/>
                    <a:pt x="239" y="191"/>
                    <a:pt x="223" y="104"/>
                  </a:cubicBezTo>
                  <a:cubicBezTo>
                    <a:pt x="223" y="71"/>
                    <a:pt x="206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10"/>
            <p:cNvSpPr/>
            <p:nvPr/>
          </p:nvSpPr>
          <p:spPr>
            <a:xfrm>
              <a:off x="5130275" y="2718825"/>
              <a:ext cx="6400" cy="6325"/>
            </a:xfrm>
            <a:custGeom>
              <a:avLst/>
              <a:gdLst/>
              <a:ahLst/>
              <a:cxnLst/>
              <a:rect l="l" t="t" r="r" b="b"/>
              <a:pathLst>
                <a:path w="256" h="253" extrusionOk="0">
                  <a:moveTo>
                    <a:pt x="128" y="0"/>
                  </a:moveTo>
                  <a:cubicBezTo>
                    <a:pt x="86" y="0"/>
                    <a:pt x="45" y="32"/>
                    <a:pt x="33" y="83"/>
                  </a:cubicBezTo>
                  <a:cubicBezTo>
                    <a:pt x="0" y="149"/>
                    <a:pt x="33" y="219"/>
                    <a:pt x="87" y="252"/>
                  </a:cubicBezTo>
                  <a:lnTo>
                    <a:pt x="136" y="252"/>
                  </a:lnTo>
                  <a:cubicBezTo>
                    <a:pt x="190" y="252"/>
                    <a:pt x="223" y="219"/>
                    <a:pt x="239" y="166"/>
                  </a:cubicBezTo>
                  <a:cubicBezTo>
                    <a:pt x="256" y="133"/>
                    <a:pt x="239" y="83"/>
                    <a:pt x="206" y="46"/>
                  </a:cubicBezTo>
                  <a:cubicBezTo>
                    <a:pt x="206" y="30"/>
                    <a:pt x="190" y="13"/>
                    <a:pt x="173" y="13"/>
                  </a:cubicBezTo>
                  <a:cubicBezTo>
                    <a:pt x="159" y="5"/>
                    <a:pt x="144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10"/>
            <p:cNvSpPr/>
            <p:nvPr/>
          </p:nvSpPr>
          <p:spPr>
            <a:xfrm>
              <a:off x="5173250" y="25559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3" y="1"/>
                  </a:moveTo>
                  <a:cubicBezTo>
                    <a:pt x="66" y="1"/>
                    <a:pt x="33" y="17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07"/>
                    <a:pt x="33" y="240"/>
                  </a:cubicBezTo>
                  <a:cubicBezTo>
                    <a:pt x="66" y="256"/>
                    <a:pt x="103" y="256"/>
                    <a:pt x="120" y="256"/>
                  </a:cubicBezTo>
                  <a:cubicBezTo>
                    <a:pt x="186" y="240"/>
                    <a:pt x="223" y="186"/>
                    <a:pt x="223" y="104"/>
                  </a:cubicBezTo>
                  <a:cubicBezTo>
                    <a:pt x="206" y="67"/>
                    <a:pt x="186" y="50"/>
                    <a:pt x="169" y="17"/>
                  </a:cubicBezTo>
                  <a:cubicBezTo>
                    <a:pt x="169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10"/>
            <p:cNvSpPr/>
            <p:nvPr/>
          </p:nvSpPr>
          <p:spPr>
            <a:xfrm>
              <a:off x="5177875" y="2586525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08" y="0"/>
                  </a:moveTo>
                  <a:cubicBezTo>
                    <a:pt x="93" y="0"/>
                    <a:pt x="79" y="5"/>
                    <a:pt x="71" y="16"/>
                  </a:cubicBezTo>
                  <a:cubicBezTo>
                    <a:pt x="38" y="32"/>
                    <a:pt x="21" y="49"/>
                    <a:pt x="21" y="82"/>
                  </a:cubicBezTo>
                  <a:cubicBezTo>
                    <a:pt x="1" y="119"/>
                    <a:pt x="1" y="135"/>
                    <a:pt x="21" y="168"/>
                  </a:cubicBezTo>
                  <a:cubicBezTo>
                    <a:pt x="21" y="201"/>
                    <a:pt x="54" y="238"/>
                    <a:pt x="71" y="255"/>
                  </a:cubicBezTo>
                  <a:cubicBezTo>
                    <a:pt x="83" y="258"/>
                    <a:pt x="94" y="259"/>
                    <a:pt x="105" y="259"/>
                  </a:cubicBezTo>
                  <a:cubicBezTo>
                    <a:pt x="158" y="259"/>
                    <a:pt x="197" y="226"/>
                    <a:pt x="228" y="168"/>
                  </a:cubicBezTo>
                  <a:cubicBezTo>
                    <a:pt x="244" y="119"/>
                    <a:pt x="207" y="32"/>
                    <a:pt x="158" y="16"/>
                  </a:cubicBezTo>
                  <a:cubicBezTo>
                    <a:pt x="141" y="5"/>
                    <a:pt x="124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10"/>
            <p:cNvSpPr/>
            <p:nvPr/>
          </p:nvSpPr>
          <p:spPr>
            <a:xfrm>
              <a:off x="5179625" y="2568900"/>
              <a:ext cx="6525" cy="6375"/>
            </a:xfrm>
            <a:custGeom>
              <a:avLst/>
              <a:gdLst/>
              <a:ahLst/>
              <a:cxnLst/>
              <a:rect l="l" t="t" r="r" b="b"/>
              <a:pathLst>
                <a:path w="261" h="255" extrusionOk="0">
                  <a:moveTo>
                    <a:pt x="129" y="1"/>
                  </a:moveTo>
                  <a:cubicBezTo>
                    <a:pt x="88" y="1"/>
                    <a:pt x="49" y="34"/>
                    <a:pt x="34" y="82"/>
                  </a:cubicBezTo>
                  <a:cubicBezTo>
                    <a:pt x="1" y="152"/>
                    <a:pt x="34" y="222"/>
                    <a:pt x="88" y="255"/>
                  </a:cubicBezTo>
                  <a:lnTo>
                    <a:pt x="137" y="255"/>
                  </a:lnTo>
                  <a:cubicBezTo>
                    <a:pt x="191" y="255"/>
                    <a:pt x="224" y="222"/>
                    <a:pt x="240" y="185"/>
                  </a:cubicBezTo>
                  <a:cubicBezTo>
                    <a:pt x="261" y="135"/>
                    <a:pt x="240" y="82"/>
                    <a:pt x="224" y="49"/>
                  </a:cubicBezTo>
                  <a:cubicBezTo>
                    <a:pt x="207" y="32"/>
                    <a:pt x="191" y="16"/>
                    <a:pt x="174" y="16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10"/>
            <p:cNvSpPr/>
            <p:nvPr/>
          </p:nvSpPr>
          <p:spPr>
            <a:xfrm>
              <a:off x="5186550" y="26771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6" y="0"/>
                  </a:moveTo>
                  <a:cubicBezTo>
                    <a:pt x="103" y="0"/>
                    <a:pt x="66" y="0"/>
                    <a:pt x="50" y="33"/>
                  </a:cubicBezTo>
                  <a:cubicBezTo>
                    <a:pt x="0" y="66"/>
                    <a:pt x="0" y="153"/>
                    <a:pt x="33" y="206"/>
                  </a:cubicBezTo>
                  <a:cubicBezTo>
                    <a:pt x="50" y="239"/>
                    <a:pt x="87" y="256"/>
                    <a:pt x="103" y="256"/>
                  </a:cubicBezTo>
                  <a:cubicBezTo>
                    <a:pt x="136" y="256"/>
                    <a:pt x="169" y="256"/>
                    <a:pt x="190" y="223"/>
                  </a:cubicBezTo>
                  <a:cubicBezTo>
                    <a:pt x="239" y="186"/>
                    <a:pt x="239" y="103"/>
                    <a:pt x="206" y="50"/>
                  </a:cubicBezTo>
                  <a:cubicBezTo>
                    <a:pt x="190" y="33"/>
                    <a:pt x="19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10"/>
            <p:cNvSpPr/>
            <p:nvPr/>
          </p:nvSpPr>
          <p:spPr>
            <a:xfrm>
              <a:off x="5250025" y="2572275"/>
              <a:ext cx="5700" cy="6925"/>
            </a:xfrm>
            <a:custGeom>
              <a:avLst/>
              <a:gdLst/>
              <a:ahLst/>
              <a:cxnLst/>
              <a:rect l="l" t="t" r="r" b="b"/>
              <a:pathLst>
                <a:path w="228" h="277" extrusionOk="0">
                  <a:moveTo>
                    <a:pt x="141" y="0"/>
                  </a:moveTo>
                  <a:cubicBezTo>
                    <a:pt x="104" y="0"/>
                    <a:pt x="87" y="17"/>
                    <a:pt x="54" y="33"/>
                  </a:cubicBezTo>
                  <a:cubicBezTo>
                    <a:pt x="22" y="87"/>
                    <a:pt x="1" y="153"/>
                    <a:pt x="38" y="223"/>
                  </a:cubicBezTo>
                  <a:cubicBezTo>
                    <a:pt x="54" y="239"/>
                    <a:pt x="87" y="256"/>
                    <a:pt x="125" y="276"/>
                  </a:cubicBezTo>
                  <a:cubicBezTo>
                    <a:pt x="141" y="276"/>
                    <a:pt x="174" y="256"/>
                    <a:pt x="191" y="239"/>
                  </a:cubicBezTo>
                  <a:cubicBezTo>
                    <a:pt x="207" y="223"/>
                    <a:pt x="228" y="206"/>
                    <a:pt x="228" y="190"/>
                  </a:cubicBezTo>
                  <a:cubicBezTo>
                    <a:pt x="207" y="136"/>
                    <a:pt x="174" y="70"/>
                    <a:pt x="158" y="17"/>
                  </a:cubicBezTo>
                  <a:cubicBezTo>
                    <a:pt x="158" y="17"/>
                    <a:pt x="141" y="17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10"/>
            <p:cNvSpPr/>
            <p:nvPr/>
          </p:nvSpPr>
          <p:spPr>
            <a:xfrm>
              <a:off x="5174075" y="2634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4"/>
                  </a:cubicBezTo>
                  <a:cubicBezTo>
                    <a:pt x="87" y="257"/>
                    <a:pt x="103" y="257"/>
                    <a:pt x="136" y="257"/>
                  </a:cubicBezTo>
                  <a:cubicBezTo>
                    <a:pt x="206" y="240"/>
                    <a:pt x="239" y="174"/>
                    <a:pt x="239" y="104"/>
                  </a:cubicBezTo>
                  <a:cubicBezTo>
                    <a:pt x="223" y="50"/>
                    <a:pt x="206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10"/>
            <p:cNvSpPr/>
            <p:nvPr/>
          </p:nvSpPr>
          <p:spPr>
            <a:xfrm>
              <a:off x="5162000" y="26658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41" y="1"/>
                  </a:moveTo>
                  <a:cubicBezTo>
                    <a:pt x="104" y="1"/>
                    <a:pt x="71" y="17"/>
                    <a:pt x="55" y="38"/>
                  </a:cubicBezTo>
                  <a:cubicBezTo>
                    <a:pt x="1" y="71"/>
                    <a:pt x="1" y="157"/>
                    <a:pt x="38" y="207"/>
                  </a:cubicBezTo>
                  <a:cubicBezTo>
                    <a:pt x="55" y="244"/>
                    <a:pt x="71" y="260"/>
                    <a:pt x="104" y="260"/>
                  </a:cubicBezTo>
                  <a:cubicBezTo>
                    <a:pt x="141" y="260"/>
                    <a:pt x="174" y="260"/>
                    <a:pt x="191" y="244"/>
                  </a:cubicBezTo>
                  <a:cubicBezTo>
                    <a:pt x="207" y="207"/>
                    <a:pt x="224" y="190"/>
                    <a:pt x="224" y="157"/>
                  </a:cubicBezTo>
                  <a:cubicBezTo>
                    <a:pt x="224" y="120"/>
                    <a:pt x="224" y="87"/>
                    <a:pt x="207" y="54"/>
                  </a:cubicBezTo>
                  <a:cubicBezTo>
                    <a:pt x="191" y="38"/>
                    <a:pt x="174" y="17"/>
                    <a:pt x="158" y="17"/>
                  </a:cubicBezTo>
                  <a:cubicBezTo>
                    <a:pt x="158" y="1"/>
                    <a:pt x="141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10"/>
            <p:cNvSpPr/>
            <p:nvPr/>
          </p:nvSpPr>
          <p:spPr>
            <a:xfrm>
              <a:off x="5159025" y="27155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0" y="0"/>
                  </a:moveTo>
                  <a:cubicBezTo>
                    <a:pt x="114" y="0"/>
                    <a:pt x="109" y="2"/>
                    <a:pt x="103" y="9"/>
                  </a:cubicBezTo>
                  <a:cubicBezTo>
                    <a:pt x="54" y="9"/>
                    <a:pt x="0" y="75"/>
                    <a:pt x="17" y="145"/>
                  </a:cubicBezTo>
                  <a:cubicBezTo>
                    <a:pt x="17" y="215"/>
                    <a:pt x="87" y="265"/>
                    <a:pt x="136" y="265"/>
                  </a:cubicBezTo>
                  <a:cubicBezTo>
                    <a:pt x="174" y="248"/>
                    <a:pt x="190" y="232"/>
                    <a:pt x="207" y="215"/>
                  </a:cubicBezTo>
                  <a:cubicBezTo>
                    <a:pt x="223" y="178"/>
                    <a:pt x="239" y="145"/>
                    <a:pt x="223" y="112"/>
                  </a:cubicBezTo>
                  <a:cubicBezTo>
                    <a:pt x="223" y="75"/>
                    <a:pt x="207" y="42"/>
                    <a:pt x="190" y="26"/>
                  </a:cubicBezTo>
                  <a:cubicBezTo>
                    <a:pt x="174" y="26"/>
                    <a:pt x="174" y="9"/>
                    <a:pt x="157" y="9"/>
                  </a:cubicBezTo>
                  <a:cubicBezTo>
                    <a:pt x="143" y="9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10"/>
            <p:cNvSpPr/>
            <p:nvPr/>
          </p:nvSpPr>
          <p:spPr>
            <a:xfrm>
              <a:off x="5165000" y="2695425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7" y="1"/>
                  </a:moveTo>
                  <a:cubicBezTo>
                    <a:pt x="102" y="1"/>
                    <a:pt x="51" y="34"/>
                    <a:pt x="38" y="92"/>
                  </a:cubicBezTo>
                  <a:cubicBezTo>
                    <a:pt x="0" y="158"/>
                    <a:pt x="38" y="228"/>
                    <a:pt x="87" y="261"/>
                  </a:cubicBezTo>
                  <a:cubicBezTo>
                    <a:pt x="99" y="264"/>
                    <a:pt x="110" y="265"/>
                    <a:pt x="121" y="265"/>
                  </a:cubicBezTo>
                  <a:cubicBezTo>
                    <a:pt x="174" y="265"/>
                    <a:pt x="213" y="232"/>
                    <a:pt x="244" y="174"/>
                  </a:cubicBezTo>
                  <a:cubicBezTo>
                    <a:pt x="260" y="108"/>
                    <a:pt x="227" y="38"/>
                    <a:pt x="174" y="5"/>
                  </a:cubicBezTo>
                  <a:cubicBezTo>
                    <a:pt x="165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95" name="Google Shape;4095;p10"/>
          <p:cNvSpPr/>
          <p:nvPr/>
        </p:nvSpPr>
        <p:spPr>
          <a:xfrm rot="-5400000">
            <a:off x="7073200" y="3359525"/>
            <a:ext cx="3125399" cy="1685720"/>
          </a:xfrm>
          <a:custGeom>
            <a:avLst/>
            <a:gdLst/>
            <a:ahLst/>
            <a:cxnLst/>
            <a:rect l="l" t="t" r="r" b="b"/>
            <a:pathLst>
              <a:path w="10086" h="5440" extrusionOk="0">
                <a:moveTo>
                  <a:pt x="2326" y="0"/>
                </a:moveTo>
                <a:cubicBezTo>
                  <a:pt x="2063" y="0"/>
                  <a:pt x="1793" y="39"/>
                  <a:pt x="1547" y="80"/>
                </a:cubicBezTo>
                <a:cubicBezTo>
                  <a:pt x="1085" y="150"/>
                  <a:pt x="636" y="253"/>
                  <a:pt x="191" y="339"/>
                </a:cubicBezTo>
                <a:cubicBezTo>
                  <a:pt x="137" y="339"/>
                  <a:pt x="87" y="372"/>
                  <a:pt x="71" y="389"/>
                </a:cubicBezTo>
                <a:cubicBezTo>
                  <a:pt x="1" y="475"/>
                  <a:pt x="54" y="628"/>
                  <a:pt x="54" y="731"/>
                </a:cubicBezTo>
                <a:lnTo>
                  <a:pt x="54" y="2158"/>
                </a:lnTo>
                <a:lnTo>
                  <a:pt x="54" y="4067"/>
                </a:lnTo>
                <a:cubicBezTo>
                  <a:pt x="54" y="4615"/>
                  <a:pt x="34" y="5130"/>
                  <a:pt x="34" y="5369"/>
                </a:cubicBezTo>
                <a:lnTo>
                  <a:pt x="10086" y="5439"/>
                </a:lnTo>
                <a:lnTo>
                  <a:pt x="10086" y="5163"/>
                </a:lnTo>
                <a:cubicBezTo>
                  <a:pt x="10086" y="4891"/>
                  <a:pt x="9912" y="4615"/>
                  <a:pt x="9776" y="4409"/>
                </a:cubicBezTo>
                <a:cubicBezTo>
                  <a:pt x="9331" y="3687"/>
                  <a:pt x="8626" y="3085"/>
                  <a:pt x="7764" y="2982"/>
                </a:cubicBezTo>
                <a:cubicBezTo>
                  <a:pt x="7694" y="2975"/>
                  <a:pt x="7626" y="2972"/>
                  <a:pt x="7561" y="2972"/>
                </a:cubicBezTo>
                <a:cubicBezTo>
                  <a:pt x="7146" y="2972"/>
                  <a:pt x="6815" y="3104"/>
                  <a:pt x="6445" y="3329"/>
                </a:cubicBezTo>
                <a:cubicBezTo>
                  <a:pt x="5963" y="3617"/>
                  <a:pt x="5534" y="3963"/>
                  <a:pt x="5051" y="4236"/>
                </a:cubicBezTo>
                <a:cubicBezTo>
                  <a:pt x="4565" y="4521"/>
                  <a:pt x="4031" y="4838"/>
                  <a:pt x="3446" y="4838"/>
                </a:cubicBezTo>
                <a:cubicBezTo>
                  <a:pt x="3432" y="4838"/>
                  <a:pt x="3417" y="4838"/>
                  <a:pt x="3402" y="4837"/>
                </a:cubicBezTo>
                <a:cubicBezTo>
                  <a:pt x="2957" y="4837"/>
                  <a:pt x="2648" y="4545"/>
                  <a:pt x="2734" y="4083"/>
                </a:cubicBezTo>
                <a:cubicBezTo>
                  <a:pt x="2817" y="3704"/>
                  <a:pt x="3077" y="3378"/>
                  <a:pt x="3266" y="3036"/>
                </a:cubicBezTo>
                <a:cubicBezTo>
                  <a:pt x="3592" y="2504"/>
                  <a:pt x="3901" y="1935"/>
                  <a:pt x="3901" y="1350"/>
                </a:cubicBezTo>
                <a:cubicBezTo>
                  <a:pt x="3918" y="818"/>
                  <a:pt x="3559" y="269"/>
                  <a:pt x="2887" y="80"/>
                </a:cubicBezTo>
                <a:cubicBezTo>
                  <a:pt x="2712" y="22"/>
                  <a:pt x="2521" y="0"/>
                  <a:pt x="232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6" name="Google Shape;4096;p10"/>
          <p:cNvSpPr txBox="1">
            <a:spLocks noGrp="1"/>
          </p:cNvSpPr>
          <p:nvPr>
            <p:ph type="title"/>
          </p:nvPr>
        </p:nvSpPr>
        <p:spPr>
          <a:xfrm>
            <a:off x="666425" y="3550600"/>
            <a:ext cx="3370800" cy="93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519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_HEADER_1">
    <p:spTree>
      <p:nvGrpSpPr>
        <p:cNvPr id="1" name="Shape 6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3" name="Google Shape;6163;p16"/>
          <p:cNvGrpSpPr/>
          <p:nvPr/>
        </p:nvGrpSpPr>
        <p:grpSpPr>
          <a:xfrm>
            <a:off x="2318050" y="1247202"/>
            <a:ext cx="4484250" cy="2649098"/>
            <a:chOff x="2318050" y="1247202"/>
            <a:chExt cx="4484250" cy="2649098"/>
          </a:xfrm>
        </p:grpSpPr>
        <p:sp>
          <p:nvSpPr>
            <p:cNvPr id="6164" name="Google Shape;6164;p16"/>
            <p:cNvSpPr/>
            <p:nvPr/>
          </p:nvSpPr>
          <p:spPr>
            <a:xfrm rot="10800000">
              <a:off x="3163744" y="1247202"/>
              <a:ext cx="3638556" cy="2649098"/>
            </a:xfrm>
            <a:custGeom>
              <a:avLst/>
              <a:gdLst/>
              <a:ahLst/>
              <a:cxnLst/>
              <a:rect l="l" t="t" r="r" b="b"/>
              <a:pathLst>
                <a:path w="2442" h="1998" extrusionOk="0">
                  <a:moveTo>
                    <a:pt x="1079" y="1"/>
                  </a:moveTo>
                  <a:cubicBezTo>
                    <a:pt x="952" y="1"/>
                    <a:pt x="821" y="27"/>
                    <a:pt x="689" y="85"/>
                  </a:cubicBezTo>
                  <a:cubicBezTo>
                    <a:pt x="207" y="274"/>
                    <a:pt x="1" y="703"/>
                    <a:pt x="1" y="1202"/>
                  </a:cubicBezTo>
                  <a:cubicBezTo>
                    <a:pt x="1" y="1425"/>
                    <a:pt x="17" y="1684"/>
                    <a:pt x="207" y="1837"/>
                  </a:cubicBezTo>
                  <a:cubicBezTo>
                    <a:pt x="354" y="1956"/>
                    <a:pt x="560" y="1997"/>
                    <a:pt x="754" y="1997"/>
                  </a:cubicBezTo>
                  <a:cubicBezTo>
                    <a:pt x="790" y="1997"/>
                    <a:pt x="824" y="1996"/>
                    <a:pt x="859" y="1994"/>
                  </a:cubicBezTo>
                  <a:cubicBezTo>
                    <a:pt x="1514" y="1961"/>
                    <a:pt x="2442" y="1528"/>
                    <a:pt x="2095" y="740"/>
                  </a:cubicBezTo>
                  <a:cubicBezTo>
                    <a:pt x="1910" y="312"/>
                    <a:pt x="1517" y="1"/>
                    <a:pt x="10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16"/>
            <p:cNvSpPr/>
            <p:nvPr/>
          </p:nvSpPr>
          <p:spPr>
            <a:xfrm rot="10800000" flipH="1">
              <a:off x="2318050" y="1247202"/>
              <a:ext cx="3638556" cy="2649098"/>
            </a:xfrm>
            <a:custGeom>
              <a:avLst/>
              <a:gdLst/>
              <a:ahLst/>
              <a:cxnLst/>
              <a:rect l="l" t="t" r="r" b="b"/>
              <a:pathLst>
                <a:path w="2442" h="1998" extrusionOk="0">
                  <a:moveTo>
                    <a:pt x="1079" y="1"/>
                  </a:moveTo>
                  <a:cubicBezTo>
                    <a:pt x="952" y="1"/>
                    <a:pt x="821" y="27"/>
                    <a:pt x="689" y="85"/>
                  </a:cubicBezTo>
                  <a:cubicBezTo>
                    <a:pt x="207" y="274"/>
                    <a:pt x="1" y="703"/>
                    <a:pt x="1" y="1202"/>
                  </a:cubicBezTo>
                  <a:cubicBezTo>
                    <a:pt x="1" y="1425"/>
                    <a:pt x="17" y="1684"/>
                    <a:pt x="207" y="1837"/>
                  </a:cubicBezTo>
                  <a:cubicBezTo>
                    <a:pt x="354" y="1956"/>
                    <a:pt x="560" y="1997"/>
                    <a:pt x="754" y="1997"/>
                  </a:cubicBezTo>
                  <a:cubicBezTo>
                    <a:pt x="790" y="1997"/>
                    <a:pt x="824" y="1996"/>
                    <a:pt x="859" y="1994"/>
                  </a:cubicBezTo>
                  <a:cubicBezTo>
                    <a:pt x="1514" y="1961"/>
                    <a:pt x="2442" y="1528"/>
                    <a:pt x="2095" y="740"/>
                  </a:cubicBezTo>
                  <a:cubicBezTo>
                    <a:pt x="1910" y="312"/>
                    <a:pt x="1517" y="1"/>
                    <a:pt x="10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16"/>
            <p:cNvSpPr/>
            <p:nvPr/>
          </p:nvSpPr>
          <p:spPr>
            <a:xfrm>
              <a:off x="3297554" y="1254228"/>
              <a:ext cx="2494500" cy="818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16"/>
            <p:cNvSpPr/>
            <p:nvPr/>
          </p:nvSpPr>
          <p:spPr>
            <a:xfrm>
              <a:off x="3795643" y="3073199"/>
              <a:ext cx="1537200" cy="818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68" name="Google Shape;6168;p16"/>
          <p:cNvSpPr/>
          <p:nvPr/>
        </p:nvSpPr>
        <p:spPr>
          <a:xfrm rot="5170268">
            <a:off x="3982727" y="879998"/>
            <a:ext cx="1021934" cy="5486036"/>
          </a:xfrm>
          <a:custGeom>
            <a:avLst/>
            <a:gdLst/>
            <a:ahLst/>
            <a:cxnLst/>
            <a:rect l="l" t="t" r="r" b="b"/>
            <a:pathLst>
              <a:path w="33741" h="64794" extrusionOk="0">
                <a:moveTo>
                  <a:pt x="13169" y="1"/>
                </a:moveTo>
                <a:cubicBezTo>
                  <a:pt x="12481" y="1"/>
                  <a:pt x="12005" y="122"/>
                  <a:pt x="11946" y="448"/>
                </a:cubicBezTo>
                <a:cubicBezTo>
                  <a:pt x="11460" y="3123"/>
                  <a:pt x="10974" y="5798"/>
                  <a:pt x="10487" y="8473"/>
                </a:cubicBezTo>
                <a:lnTo>
                  <a:pt x="10427" y="8746"/>
                </a:lnTo>
                <a:cubicBezTo>
                  <a:pt x="9241" y="15282"/>
                  <a:pt x="8056" y="21817"/>
                  <a:pt x="6870" y="28352"/>
                </a:cubicBezTo>
                <a:cubicBezTo>
                  <a:pt x="5503" y="35829"/>
                  <a:pt x="4165" y="43306"/>
                  <a:pt x="2797" y="50814"/>
                </a:cubicBezTo>
                <a:cubicBezTo>
                  <a:pt x="2463" y="52668"/>
                  <a:pt x="2098" y="54553"/>
                  <a:pt x="1764" y="56407"/>
                </a:cubicBezTo>
                <a:cubicBezTo>
                  <a:pt x="1582" y="57379"/>
                  <a:pt x="1" y="60085"/>
                  <a:pt x="1278" y="61240"/>
                </a:cubicBezTo>
                <a:cubicBezTo>
                  <a:pt x="1521" y="61422"/>
                  <a:pt x="1825" y="61574"/>
                  <a:pt x="2281" y="61665"/>
                </a:cubicBezTo>
                <a:cubicBezTo>
                  <a:pt x="7266" y="62577"/>
                  <a:pt x="12250" y="63459"/>
                  <a:pt x="17266" y="64370"/>
                </a:cubicBezTo>
                <a:cubicBezTo>
                  <a:pt x="18476" y="64588"/>
                  <a:pt x="19419" y="64793"/>
                  <a:pt x="20162" y="64793"/>
                </a:cubicBezTo>
                <a:cubicBezTo>
                  <a:pt x="21079" y="64793"/>
                  <a:pt x="21692" y="64480"/>
                  <a:pt x="22129" y="63489"/>
                </a:cubicBezTo>
                <a:cubicBezTo>
                  <a:pt x="22646" y="62334"/>
                  <a:pt x="22463" y="60996"/>
                  <a:pt x="22676" y="59781"/>
                </a:cubicBezTo>
                <a:cubicBezTo>
                  <a:pt x="23071" y="57653"/>
                  <a:pt x="23466" y="55525"/>
                  <a:pt x="23831" y="53367"/>
                </a:cubicBezTo>
                <a:cubicBezTo>
                  <a:pt x="24621" y="49112"/>
                  <a:pt x="25381" y="44826"/>
                  <a:pt x="26172" y="40571"/>
                </a:cubicBezTo>
                <a:cubicBezTo>
                  <a:pt x="27691" y="32121"/>
                  <a:pt x="29211" y="23671"/>
                  <a:pt x="30761" y="15221"/>
                </a:cubicBezTo>
                <a:cubicBezTo>
                  <a:pt x="31126" y="13215"/>
                  <a:pt x="31552" y="11209"/>
                  <a:pt x="32008" y="9202"/>
                </a:cubicBezTo>
                <a:cubicBezTo>
                  <a:pt x="32281" y="7895"/>
                  <a:pt x="33740" y="5342"/>
                  <a:pt x="32555" y="3974"/>
                </a:cubicBezTo>
                <a:cubicBezTo>
                  <a:pt x="31825" y="3123"/>
                  <a:pt x="30184" y="2789"/>
                  <a:pt x="28755" y="2546"/>
                </a:cubicBezTo>
                <a:cubicBezTo>
                  <a:pt x="25594" y="2029"/>
                  <a:pt x="22433" y="1512"/>
                  <a:pt x="19302" y="996"/>
                </a:cubicBezTo>
                <a:cubicBezTo>
                  <a:pt x="18267" y="841"/>
                  <a:pt x="14981" y="1"/>
                  <a:pt x="1316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69" name="Google Shape;6169;p16"/>
          <p:cNvSpPr/>
          <p:nvPr/>
        </p:nvSpPr>
        <p:spPr>
          <a:xfrm>
            <a:off x="3869950" y="862871"/>
            <a:ext cx="1454757" cy="1257683"/>
          </a:xfrm>
          <a:custGeom>
            <a:avLst/>
            <a:gdLst/>
            <a:ahLst/>
            <a:cxnLst/>
            <a:rect l="l" t="t" r="r" b="b"/>
            <a:pathLst>
              <a:path w="71522" h="61833" extrusionOk="0">
                <a:moveTo>
                  <a:pt x="41457" y="1"/>
                </a:moveTo>
                <a:cubicBezTo>
                  <a:pt x="39546" y="1"/>
                  <a:pt x="37623" y="126"/>
                  <a:pt x="35716" y="369"/>
                </a:cubicBezTo>
                <a:cubicBezTo>
                  <a:pt x="24925" y="1737"/>
                  <a:pt x="14591" y="7421"/>
                  <a:pt x="8542" y="16570"/>
                </a:cubicBezTo>
                <a:cubicBezTo>
                  <a:pt x="2432" y="25841"/>
                  <a:pt x="1" y="40643"/>
                  <a:pt x="8177" y="49397"/>
                </a:cubicBezTo>
                <a:cubicBezTo>
                  <a:pt x="11369" y="52802"/>
                  <a:pt x="15503" y="55142"/>
                  <a:pt x="19758" y="57027"/>
                </a:cubicBezTo>
                <a:cubicBezTo>
                  <a:pt x="26118" y="59880"/>
                  <a:pt x="32944" y="61832"/>
                  <a:pt x="39921" y="61832"/>
                </a:cubicBezTo>
                <a:cubicBezTo>
                  <a:pt x="40080" y="61832"/>
                  <a:pt x="40238" y="61831"/>
                  <a:pt x="40397" y="61829"/>
                </a:cubicBezTo>
                <a:cubicBezTo>
                  <a:pt x="54622" y="61616"/>
                  <a:pt x="66537" y="51647"/>
                  <a:pt x="69668" y="37817"/>
                </a:cubicBezTo>
                <a:cubicBezTo>
                  <a:pt x="71522" y="29731"/>
                  <a:pt x="71248" y="16996"/>
                  <a:pt x="65838" y="10157"/>
                </a:cubicBezTo>
                <a:cubicBezTo>
                  <a:pt x="60267" y="3117"/>
                  <a:pt x="51003" y="1"/>
                  <a:pt x="4145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70" name="Google Shape;6170;p16"/>
          <p:cNvSpPr txBox="1">
            <a:spLocks noGrp="1"/>
          </p:cNvSpPr>
          <p:nvPr>
            <p:ph type="title"/>
          </p:nvPr>
        </p:nvSpPr>
        <p:spPr>
          <a:xfrm>
            <a:off x="1929825" y="2177600"/>
            <a:ext cx="5334900" cy="934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6171" name="Google Shape;6171;p16"/>
          <p:cNvSpPr txBox="1">
            <a:spLocks noGrp="1"/>
          </p:cNvSpPr>
          <p:nvPr>
            <p:ph type="title" idx="2" hasCustomPrompt="1"/>
          </p:nvPr>
        </p:nvSpPr>
        <p:spPr>
          <a:xfrm>
            <a:off x="3869950" y="1094175"/>
            <a:ext cx="1454700" cy="66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7200"/>
            </a:lvl1pPr>
            <a:lvl2pPr lvl="1" algn="ctr" rtl="0">
              <a:spcBef>
                <a:spcPts val="100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172" name="Google Shape;6172;p16"/>
          <p:cNvSpPr txBox="1">
            <a:spLocks noGrp="1"/>
          </p:cNvSpPr>
          <p:nvPr>
            <p:ph type="subTitle" idx="1"/>
          </p:nvPr>
        </p:nvSpPr>
        <p:spPr>
          <a:xfrm>
            <a:off x="1909800" y="3416950"/>
            <a:ext cx="5167800" cy="412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grpSp>
        <p:nvGrpSpPr>
          <p:cNvPr id="6173" name="Google Shape;6173;p16"/>
          <p:cNvGrpSpPr/>
          <p:nvPr/>
        </p:nvGrpSpPr>
        <p:grpSpPr>
          <a:xfrm rot="-5400000" flipH="1">
            <a:off x="7903210" y="540476"/>
            <a:ext cx="1830221" cy="691747"/>
            <a:chOff x="3838450" y="2686475"/>
            <a:chExt cx="434175" cy="164100"/>
          </a:xfrm>
        </p:grpSpPr>
        <p:sp>
          <p:nvSpPr>
            <p:cNvPr id="6174" name="Google Shape;6174;p16"/>
            <p:cNvSpPr/>
            <p:nvPr/>
          </p:nvSpPr>
          <p:spPr>
            <a:xfrm>
              <a:off x="4133050" y="2834375"/>
              <a:ext cx="6400" cy="6225"/>
            </a:xfrm>
            <a:custGeom>
              <a:avLst/>
              <a:gdLst/>
              <a:ahLst/>
              <a:cxnLst/>
              <a:rect l="l" t="t" r="r" b="b"/>
              <a:pathLst>
                <a:path w="256" h="249" extrusionOk="0">
                  <a:moveTo>
                    <a:pt x="139" y="1"/>
                  </a:moveTo>
                  <a:cubicBezTo>
                    <a:pt x="124" y="1"/>
                    <a:pt x="111" y="5"/>
                    <a:pt x="103" y="13"/>
                  </a:cubicBezTo>
                  <a:cubicBezTo>
                    <a:pt x="33" y="30"/>
                    <a:pt x="0" y="100"/>
                    <a:pt x="17" y="166"/>
                  </a:cubicBezTo>
                  <a:cubicBezTo>
                    <a:pt x="33" y="203"/>
                    <a:pt x="49" y="236"/>
                    <a:pt x="70" y="236"/>
                  </a:cubicBezTo>
                  <a:cubicBezTo>
                    <a:pt x="87" y="244"/>
                    <a:pt x="103" y="248"/>
                    <a:pt x="118" y="248"/>
                  </a:cubicBezTo>
                  <a:cubicBezTo>
                    <a:pt x="132" y="248"/>
                    <a:pt x="144" y="244"/>
                    <a:pt x="153" y="236"/>
                  </a:cubicBezTo>
                  <a:cubicBezTo>
                    <a:pt x="223" y="219"/>
                    <a:pt x="256" y="149"/>
                    <a:pt x="239" y="79"/>
                  </a:cubicBezTo>
                  <a:cubicBezTo>
                    <a:pt x="239" y="63"/>
                    <a:pt x="223" y="30"/>
                    <a:pt x="206" y="30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1" y="5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16"/>
            <p:cNvSpPr/>
            <p:nvPr/>
          </p:nvSpPr>
          <p:spPr>
            <a:xfrm>
              <a:off x="4017075" y="2766450"/>
              <a:ext cx="6425" cy="6325"/>
            </a:xfrm>
            <a:custGeom>
              <a:avLst/>
              <a:gdLst/>
              <a:ahLst/>
              <a:cxnLst/>
              <a:rect l="l" t="t" r="r" b="b"/>
              <a:pathLst>
                <a:path w="257" h="253" extrusionOk="0">
                  <a:moveTo>
                    <a:pt x="135" y="1"/>
                  </a:moveTo>
                  <a:cubicBezTo>
                    <a:pt x="120" y="1"/>
                    <a:pt x="104" y="5"/>
                    <a:pt x="87" y="13"/>
                  </a:cubicBezTo>
                  <a:cubicBezTo>
                    <a:pt x="34" y="34"/>
                    <a:pt x="1" y="100"/>
                    <a:pt x="17" y="170"/>
                  </a:cubicBezTo>
                  <a:cubicBezTo>
                    <a:pt x="29" y="221"/>
                    <a:pt x="61" y="253"/>
                    <a:pt x="104" y="253"/>
                  </a:cubicBezTo>
                  <a:cubicBezTo>
                    <a:pt x="119" y="253"/>
                    <a:pt x="136" y="249"/>
                    <a:pt x="153" y="240"/>
                  </a:cubicBezTo>
                  <a:cubicBezTo>
                    <a:pt x="207" y="219"/>
                    <a:pt x="256" y="153"/>
                    <a:pt x="240" y="83"/>
                  </a:cubicBezTo>
                  <a:cubicBezTo>
                    <a:pt x="223" y="67"/>
                    <a:pt x="223" y="50"/>
                    <a:pt x="207" y="34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4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16"/>
            <p:cNvSpPr/>
            <p:nvPr/>
          </p:nvSpPr>
          <p:spPr>
            <a:xfrm>
              <a:off x="4014500" y="28149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0"/>
                  </a:moveTo>
                  <a:cubicBezTo>
                    <a:pt x="87" y="0"/>
                    <a:pt x="17" y="54"/>
                    <a:pt x="1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34" y="240"/>
                    <a:pt x="50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6" y="263"/>
                    <a:pt x="209" y="215"/>
                    <a:pt x="223" y="157"/>
                  </a:cubicBezTo>
                  <a:cubicBezTo>
                    <a:pt x="240" y="104"/>
                    <a:pt x="223" y="54"/>
                    <a:pt x="190" y="33"/>
                  </a:cubicBezTo>
                  <a:cubicBezTo>
                    <a:pt x="190" y="17"/>
                    <a:pt x="174" y="17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16"/>
            <p:cNvSpPr/>
            <p:nvPr/>
          </p:nvSpPr>
          <p:spPr>
            <a:xfrm>
              <a:off x="4004600" y="2842425"/>
              <a:ext cx="6025" cy="6500"/>
            </a:xfrm>
            <a:custGeom>
              <a:avLst/>
              <a:gdLst/>
              <a:ahLst/>
              <a:cxnLst/>
              <a:rect l="l" t="t" r="r" b="b"/>
              <a:pathLst>
                <a:path w="241" h="260" extrusionOk="0">
                  <a:moveTo>
                    <a:pt x="158" y="0"/>
                  </a:moveTo>
                  <a:cubicBezTo>
                    <a:pt x="137" y="0"/>
                    <a:pt x="104" y="0"/>
                    <a:pt x="87" y="17"/>
                  </a:cubicBezTo>
                  <a:cubicBezTo>
                    <a:pt x="54" y="33"/>
                    <a:pt x="17" y="66"/>
                    <a:pt x="17" y="120"/>
                  </a:cubicBezTo>
                  <a:cubicBezTo>
                    <a:pt x="1" y="153"/>
                    <a:pt x="17" y="190"/>
                    <a:pt x="34" y="206"/>
                  </a:cubicBezTo>
                  <a:cubicBezTo>
                    <a:pt x="34" y="239"/>
                    <a:pt x="71" y="256"/>
                    <a:pt x="104" y="256"/>
                  </a:cubicBezTo>
                  <a:cubicBezTo>
                    <a:pt x="111" y="258"/>
                    <a:pt x="118" y="259"/>
                    <a:pt x="125" y="259"/>
                  </a:cubicBezTo>
                  <a:cubicBezTo>
                    <a:pt x="170" y="259"/>
                    <a:pt x="209" y="214"/>
                    <a:pt x="224" y="153"/>
                  </a:cubicBezTo>
                  <a:lnTo>
                    <a:pt x="240" y="153"/>
                  </a:lnTo>
                  <a:cubicBezTo>
                    <a:pt x="240" y="103"/>
                    <a:pt x="224" y="50"/>
                    <a:pt x="207" y="33"/>
                  </a:cubicBezTo>
                  <a:cubicBezTo>
                    <a:pt x="191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16"/>
            <p:cNvSpPr/>
            <p:nvPr/>
          </p:nvSpPr>
          <p:spPr>
            <a:xfrm>
              <a:off x="4004200" y="28277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36" y="1"/>
                  </a:moveTo>
                  <a:cubicBezTo>
                    <a:pt x="103" y="1"/>
                    <a:pt x="87" y="1"/>
                    <a:pt x="50" y="17"/>
                  </a:cubicBezTo>
                  <a:cubicBezTo>
                    <a:pt x="33" y="54"/>
                    <a:pt x="17" y="71"/>
                    <a:pt x="0" y="104"/>
                  </a:cubicBezTo>
                  <a:cubicBezTo>
                    <a:pt x="0" y="137"/>
                    <a:pt x="0" y="174"/>
                    <a:pt x="17" y="207"/>
                  </a:cubicBezTo>
                  <a:cubicBezTo>
                    <a:pt x="33" y="223"/>
                    <a:pt x="50" y="240"/>
                    <a:pt x="87" y="261"/>
                  </a:cubicBezTo>
                  <a:cubicBezTo>
                    <a:pt x="136" y="261"/>
                    <a:pt x="207" y="223"/>
                    <a:pt x="223" y="137"/>
                  </a:cubicBezTo>
                  <a:cubicBezTo>
                    <a:pt x="223" y="104"/>
                    <a:pt x="223" y="87"/>
                    <a:pt x="207" y="54"/>
                  </a:cubicBezTo>
                  <a:cubicBezTo>
                    <a:pt x="207" y="34"/>
                    <a:pt x="207" y="34"/>
                    <a:pt x="190" y="34"/>
                  </a:cubicBezTo>
                  <a:cubicBezTo>
                    <a:pt x="174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16"/>
            <p:cNvSpPr/>
            <p:nvPr/>
          </p:nvSpPr>
          <p:spPr>
            <a:xfrm>
              <a:off x="4007175" y="27810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37" y="0"/>
                  </a:moveTo>
                  <a:cubicBezTo>
                    <a:pt x="121" y="0"/>
                    <a:pt x="88" y="0"/>
                    <a:pt x="55" y="17"/>
                  </a:cubicBezTo>
                  <a:cubicBezTo>
                    <a:pt x="34" y="49"/>
                    <a:pt x="17" y="70"/>
                    <a:pt x="1" y="103"/>
                  </a:cubicBezTo>
                  <a:cubicBezTo>
                    <a:pt x="1" y="136"/>
                    <a:pt x="1" y="173"/>
                    <a:pt x="17" y="206"/>
                  </a:cubicBezTo>
                  <a:cubicBezTo>
                    <a:pt x="34" y="223"/>
                    <a:pt x="55" y="239"/>
                    <a:pt x="88" y="256"/>
                  </a:cubicBezTo>
                  <a:cubicBezTo>
                    <a:pt x="137" y="256"/>
                    <a:pt x="207" y="223"/>
                    <a:pt x="224" y="136"/>
                  </a:cubicBezTo>
                  <a:cubicBezTo>
                    <a:pt x="224" y="103"/>
                    <a:pt x="224" y="87"/>
                    <a:pt x="207" y="49"/>
                  </a:cubicBezTo>
                  <a:cubicBezTo>
                    <a:pt x="207" y="33"/>
                    <a:pt x="207" y="33"/>
                    <a:pt x="191" y="33"/>
                  </a:cubicBezTo>
                  <a:cubicBezTo>
                    <a:pt x="174" y="17"/>
                    <a:pt x="158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16"/>
            <p:cNvSpPr/>
            <p:nvPr/>
          </p:nvSpPr>
          <p:spPr>
            <a:xfrm>
              <a:off x="4008950" y="2750325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30" y="0"/>
                  </a:moveTo>
                  <a:cubicBezTo>
                    <a:pt x="99" y="0"/>
                    <a:pt x="70" y="12"/>
                    <a:pt x="50" y="40"/>
                  </a:cubicBezTo>
                  <a:cubicBezTo>
                    <a:pt x="0" y="110"/>
                    <a:pt x="0" y="180"/>
                    <a:pt x="50" y="229"/>
                  </a:cubicBezTo>
                  <a:cubicBezTo>
                    <a:pt x="66" y="246"/>
                    <a:pt x="93" y="255"/>
                    <a:pt x="120" y="255"/>
                  </a:cubicBezTo>
                  <a:cubicBezTo>
                    <a:pt x="152" y="255"/>
                    <a:pt x="186" y="242"/>
                    <a:pt x="206" y="213"/>
                  </a:cubicBezTo>
                  <a:cubicBezTo>
                    <a:pt x="256" y="163"/>
                    <a:pt x="256" y="77"/>
                    <a:pt x="206" y="23"/>
                  </a:cubicBezTo>
                  <a:cubicBezTo>
                    <a:pt x="182" y="8"/>
                    <a:pt x="155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16"/>
            <p:cNvSpPr/>
            <p:nvPr/>
          </p:nvSpPr>
          <p:spPr>
            <a:xfrm>
              <a:off x="4002025" y="27647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7" y="1"/>
                  </a:moveTo>
                  <a:cubicBezTo>
                    <a:pt x="87" y="1"/>
                    <a:pt x="17" y="50"/>
                    <a:pt x="17" y="120"/>
                  </a:cubicBezTo>
                  <a:cubicBezTo>
                    <a:pt x="1" y="153"/>
                    <a:pt x="1" y="186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97" y="258"/>
                    <a:pt x="105" y="259"/>
                    <a:pt x="114" y="259"/>
                  </a:cubicBezTo>
                  <a:cubicBezTo>
                    <a:pt x="170" y="259"/>
                    <a:pt x="209" y="214"/>
                    <a:pt x="223" y="153"/>
                  </a:cubicBezTo>
                  <a:cubicBezTo>
                    <a:pt x="240" y="120"/>
                    <a:pt x="240" y="83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16"/>
            <p:cNvSpPr/>
            <p:nvPr/>
          </p:nvSpPr>
          <p:spPr>
            <a:xfrm>
              <a:off x="4050175" y="283905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34" y="0"/>
                  </a:moveTo>
                  <a:cubicBezTo>
                    <a:pt x="120" y="0"/>
                    <a:pt x="103" y="5"/>
                    <a:pt x="87" y="16"/>
                  </a:cubicBezTo>
                  <a:cubicBezTo>
                    <a:pt x="50" y="16"/>
                    <a:pt x="33" y="49"/>
                    <a:pt x="17" y="82"/>
                  </a:cubicBezTo>
                  <a:cubicBezTo>
                    <a:pt x="0" y="98"/>
                    <a:pt x="0" y="135"/>
                    <a:pt x="0" y="168"/>
                  </a:cubicBezTo>
                  <a:cubicBezTo>
                    <a:pt x="14" y="226"/>
                    <a:pt x="64" y="259"/>
                    <a:pt x="119" y="259"/>
                  </a:cubicBezTo>
                  <a:cubicBezTo>
                    <a:pt x="130" y="259"/>
                    <a:pt x="142" y="258"/>
                    <a:pt x="153" y="255"/>
                  </a:cubicBezTo>
                  <a:cubicBezTo>
                    <a:pt x="206" y="222"/>
                    <a:pt x="239" y="152"/>
                    <a:pt x="223" y="82"/>
                  </a:cubicBezTo>
                  <a:cubicBezTo>
                    <a:pt x="223" y="65"/>
                    <a:pt x="206" y="49"/>
                    <a:pt x="190" y="32"/>
                  </a:cubicBezTo>
                  <a:cubicBezTo>
                    <a:pt x="190" y="16"/>
                    <a:pt x="190" y="16"/>
                    <a:pt x="169" y="16"/>
                  </a:cubicBezTo>
                  <a:cubicBezTo>
                    <a:pt x="161" y="5"/>
                    <a:pt x="149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16"/>
            <p:cNvSpPr/>
            <p:nvPr/>
          </p:nvSpPr>
          <p:spPr>
            <a:xfrm>
              <a:off x="4021825" y="2784725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28" y="1"/>
                  </a:moveTo>
                  <a:cubicBezTo>
                    <a:pt x="71" y="1"/>
                    <a:pt x="17" y="49"/>
                    <a:pt x="17" y="107"/>
                  </a:cubicBezTo>
                  <a:cubicBezTo>
                    <a:pt x="0" y="144"/>
                    <a:pt x="0" y="177"/>
                    <a:pt x="33" y="210"/>
                  </a:cubicBezTo>
                  <a:cubicBezTo>
                    <a:pt x="33" y="230"/>
                    <a:pt x="66" y="247"/>
                    <a:pt x="87" y="247"/>
                  </a:cubicBezTo>
                  <a:cubicBezTo>
                    <a:pt x="97" y="252"/>
                    <a:pt x="106" y="254"/>
                    <a:pt x="116" y="254"/>
                  </a:cubicBezTo>
                  <a:cubicBezTo>
                    <a:pt x="138" y="254"/>
                    <a:pt x="158" y="242"/>
                    <a:pt x="169" y="230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23" y="74"/>
                    <a:pt x="223" y="41"/>
                  </a:cubicBezTo>
                  <a:cubicBezTo>
                    <a:pt x="207" y="41"/>
                    <a:pt x="207" y="24"/>
                    <a:pt x="207" y="24"/>
                  </a:cubicBezTo>
                  <a:cubicBezTo>
                    <a:pt x="190" y="24"/>
                    <a:pt x="190" y="24"/>
                    <a:pt x="190" y="4"/>
                  </a:cubicBezTo>
                  <a:lnTo>
                    <a:pt x="153" y="4"/>
                  </a:lnTo>
                  <a:cubicBezTo>
                    <a:pt x="145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16"/>
            <p:cNvSpPr/>
            <p:nvPr/>
          </p:nvSpPr>
          <p:spPr>
            <a:xfrm>
              <a:off x="4049750" y="2787925"/>
              <a:ext cx="6425" cy="6300"/>
            </a:xfrm>
            <a:custGeom>
              <a:avLst/>
              <a:gdLst/>
              <a:ahLst/>
              <a:cxnLst/>
              <a:rect l="l" t="t" r="r" b="b"/>
              <a:pathLst>
                <a:path w="257" h="252" extrusionOk="0">
                  <a:moveTo>
                    <a:pt x="136" y="1"/>
                  </a:moveTo>
                  <a:cubicBezTo>
                    <a:pt x="102" y="1"/>
                    <a:pt x="70" y="20"/>
                    <a:pt x="50" y="49"/>
                  </a:cubicBezTo>
                  <a:cubicBezTo>
                    <a:pt x="1" y="102"/>
                    <a:pt x="1" y="185"/>
                    <a:pt x="50" y="222"/>
                  </a:cubicBezTo>
                  <a:cubicBezTo>
                    <a:pt x="64" y="243"/>
                    <a:pt x="84" y="252"/>
                    <a:pt x="107" y="252"/>
                  </a:cubicBezTo>
                  <a:cubicBezTo>
                    <a:pt x="139" y="252"/>
                    <a:pt x="176" y="234"/>
                    <a:pt x="207" y="205"/>
                  </a:cubicBezTo>
                  <a:cubicBezTo>
                    <a:pt x="256" y="152"/>
                    <a:pt x="240" y="65"/>
                    <a:pt x="207" y="32"/>
                  </a:cubicBezTo>
                  <a:cubicBezTo>
                    <a:pt x="185" y="10"/>
                    <a:pt x="160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16"/>
            <p:cNvSpPr/>
            <p:nvPr/>
          </p:nvSpPr>
          <p:spPr>
            <a:xfrm>
              <a:off x="4047600" y="2771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8" y="1"/>
                  </a:moveTo>
                  <a:cubicBezTo>
                    <a:pt x="97" y="1"/>
                    <a:pt x="63" y="14"/>
                    <a:pt x="33" y="44"/>
                  </a:cubicBezTo>
                  <a:cubicBezTo>
                    <a:pt x="0" y="110"/>
                    <a:pt x="0" y="180"/>
                    <a:pt x="33" y="229"/>
                  </a:cubicBezTo>
                  <a:cubicBezTo>
                    <a:pt x="57" y="246"/>
                    <a:pt x="84" y="255"/>
                    <a:pt x="111" y="255"/>
                  </a:cubicBezTo>
                  <a:cubicBezTo>
                    <a:pt x="144" y="255"/>
                    <a:pt x="177" y="242"/>
                    <a:pt x="206" y="213"/>
                  </a:cubicBezTo>
                  <a:cubicBezTo>
                    <a:pt x="239" y="147"/>
                    <a:pt x="239" y="77"/>
                    <a:pt x="190" y="23"/>
                  </a:cubicBezTo>
                  <a:cubicBezTo>
                    <a:pt x="173" y="9"/>
                    <a:pt x="152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16"/>
            <p:cNvSpPr/>
            <p:nvPr/>
          </p:nvSpPr>
          <p:spPr>
            <a:xfrm>
              <a:off x="4018825" y="2830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1"/>
                  </a:moveTo>
                  <a:cubicBezTo>
                    <a:pt x="34" y="34"/>
                    <a:pt x="1" y="104"/>
                    <a:pt x="17" y="174"/>
                  </a:cubicBezTo>
                  <a:cubicBezTo>
                    <a:pt x="17" y="207"/>
                    <a:pt x="34" y="224"/>
                    <a:pt x="67" y="240"/>
                  </a:cubicBezTo>
                  <a:cubicBezTo>
                    <a:pt x="85" y="250"/>
                    <a:pt x="99" y="255"/>
                    <a:pt x="112" y="255"/>
                  </a:cubicBezTo>
                  <a:cubicBezTo>
                    <a:pt x="125" y="255"/>
                    <a:pt x="137" y="250"/>
                    <a:pt x="153" y="240"/>
                  </a:cubicBezTo>
                  <a:cubicBezTo>
                    <a:pt x="186" y="240"/>
                    <a:pt x="207" y="207"/>
                    <a:pt x="223" y="174"/>
                  </a:cubicBezTo>
                  <a:cubicBezTo>
                    <a:pt x="240" y="158"/>
                    <a:pt x="240" y="104"/>
                    <a:pt x="240" y="87"/>
                  </a:cubicBezTo>
                  <a:cubicBezTo>
                    <a:pt x="223" y="54"/>
                    <a:pt x="223" y="34"/>
                    <a:pt x="207" y="34"/>
                  </a:cubicBezTo>
                  <a:lnTo>
                    <a:pt x="186" y="17"/>
                  </a:ln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16"/>
            <p:cNvSpPr/>
            <p:nvPr/>
          </p:nvSpPr>
          <p:spPr>
            <a:xfrm>
              <a:off x="4022650" y="2802125"/>
              <a:ext cx="6000" cy="6275"/>
            </a:xfrm>
            <a:custGeom>
              <a:avLst/>
              <a:gdLst/>
              <a:ahLst/>
              <a:cxnLst/>
              <a:rect l="l" t="t" r="r" b="b"/>
              <a:pathLst>
                <a:path w="240" h="251" extrusionOk="0">
                  <a:moveTo>
                    <a:pt x="136" y="0"/>
                  </a:moveTo>
                  <a:cubicBezTo>
                    <a:pt x="121" y="0"/>
                    <a:pt x="103" y="4"/>
                    <a:pt x="87" y="13"/>
                  </a:cubicBezTo>
                  <a:cubicBezTo>
                    <a:pt x="54" y="13"/>
                    <a:pt x="33" y="50"/>
                    <a:pt x="17" y="66"/>
                  </a:cubicBezTo>
                  <a:cubicBezTo>
                    <a:pt x="0" y="99"/>
                    <a:pt x="0" y="132"/>
                    <a:pt x="17" y="169"/>
                  </a:cubicBezTo>
                  <a:cubicBezTo>
                    <a:pt x="17" y="202"/>
                    <a:pt x="33" y="219"/>
                    <a:pt x="70" y="235"/>
                  </a:cubicBezTo>
                  <a:cubicBezTo>
                    <a:pt x="79" y="246"/>
                    <a:pt x="91" y="251"/>
                    <a:pt x="106" y="251"/>
                  </a:cubicBezTo>
                  <a:cubicBezTo>
                    <a:pt x="121" y="251"/>
                    <a:pt x="138" y="246"/>
                    <a:pt x="157" y="235"/>
                  </a:cubicBezTo>
                  <a:cubicBezTo>
                    <a:pt x="207" y="219"/>
                    <a:pt x="240" y="153"/>
                    <a:pt x="223" y="83"/>
                  </a:cubicBezTo>
                  <a:cubicBezTo>
                    <a:pt x="223" y="50"/>
                    <a:pt x="207" y="29"/>
                    <a:pt x="207" y="29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5" y="4"/>
                    <a:pt x="152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16"/>
            <p:cNvSpPr/>
            <p:nvPr/>
          </p:nvSpPr>
          <p:spPr>
            <a:xfrm>
              <a:off x="4045850" y="28193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3" y="46"/>
                    <a:pt x="0" y="116"/>
                    <a:pt x="17" y="186"/>
                  </a:cubicBezTo>
                  <a:cubicBezTo>
                    <a:pt x="17" y="219"/>
                    <a:pt x="33" y="236"/>
                    <a:pt x="70" y="252"/>
                  </a:cubicBezTo>
                  <a:cubicBezTo>
                    <a:pt x="78" y="260"/>
                    <a:pt x="91" y="265"/>
                    <a:pt x="106" y="265"/>
                  </a:cubicBezTo>
                  <a:cubicBezTo>
                    <a:pt x="121" y="265"/>
                    <a:pt x="138" y="260"/>
                    <a:pt x="157" y="252"/>
                  </a:cubicBezTo>
                  <a:cubicBezTo>
                    <a:pt x="206" y="236"/>
                    <a:pt x="239" y="149"/>
                    <a:pt x="239" y="83"/>
                  </a:cubicBezTo>
                  <a:cubicBezTo>
                    <a:pt x="223" y="63"/>
                    <a:pt x="223" y="46"/>
                    <a:pt x="206" y="30"/>
                  </a:cubicBezTo>
                  <a:cubicBezTo>
                    <a:pt x="190" y="30"/>
                    <a:pt x="190" y="30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16"/>
            <p:cNvSpPr/>
            <p:nvPr/>
          </p:nvSpPr>
          <p:spPr>
            <a:xfrm>
              <a:off x="4054900" y="27421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8" y="0"/>
                  </a:moveTo>
                  <a:cubicBezTo>
                    <a:pt x="95" y="0"/>
                    <a:pt x="61" y="13"/>
                    <a:pt x="34" y="40"/>
                  </a:cubicBezTo>
                  <a:cubicBezTo>
                    <a:pt x="17" y="56"/>
                    <a:pt x="17" y="77"/>
                    <a:pt x="17" y="94"/>
                  </a:cubicBezTo>
                  <a:cubicBezTo>
                    <a:pt x="1" y="143"/>
                    <a:pt x="17" y="197"/>
                    <a:pt x="34" y="230"/>
                  </a:cubicBezTo>
                  <a:cubicBezTo>
                    <a:pt x="53" y="249"/>
                    <a:pt x="80" y="257"/>
                    <a:pt x="105" y="257"/>
                  </a:cubicBezTo>
                  <a:cubicBezTo>
                    <a:pt x="123" y="257"/>
                    <a:pt x="140" y="253"/>
                    <a:pt x="153" y="246"/>
                  </a:cubicBezTo>
                  <a:cubicBezTo>
                    <a:pt x="170" y="230"/>
                    <a:pt x="186" y="230"/>
                    <a:pt x="207" y="213"/>
                  </a:cubicBezTo>
                  <a:cubicBezTo>
                    <a:pt x="240" y="143"/>
                    <a:pt x="240" y="77"/>
                    <a:pt x="207" y="23"/>
                  </a:cubicBezTo>
                  <a:cubicBezTo>
                    <a:pt x="183" y="9"/>
                    <a:pt x="155" y="0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16"/>
            <p:cNvSpPr/>
            <p:nvPr/>
          </p:nvSpPr>
          <p:spPr>
            <a:xfrm>
              <a:off x="4118400" y="2771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57" y="1"/>
                  </a:moveTo>
                  <a:cubicBezTo>
                    <a:pt x="87" y="1"/>
                    <a:pt x="38" y="54"/>
                    <a:pt x="17" y="120"/>
                  </a:cubicBezTo>
                  <a:cubicBezTo>
                    <a:pt x="1" y="157"/>
                    <a:pt x="17" y="190"/>
                    <a:pt x="38" y="207"/>
                  </a:cubicBezTo>
                  <a:cubicBezTo>
                    <a:pt x="38" y="244"/>
                    <a:pt x="71" y="260"/>
                    <a:pt x="104" y="260"/>
                  </a:cubicBezTo>
                  <a:cubicBezTo>
                    <a:pt x="120" y="260"/>
                    <a:pt x="157" y="260"/>
                    <a:pt x="190" y="244"/>
                  </a:cubicBezTo>
                  <a:cubicBezTo>
                    <a:pt x="207" y="223"/>
                    <a:pt x="223" y="190"/>
                    <a:pt x="244" y="157"/>
                  </a:cubicBezTo>
                  <a:cubicBezTo>
                    <a:pt x="244" y="120"/>
                    <a:pt x="244" y="87"/>
                    <a:pt x="223" y="54"/>
                  </a:cubicBezTo>
                  <a:lnTo>
                    <a:pt x="207" y="38"/>
                  </a:lnTo>
                  <a:cubicBezTo>
                    <a:pt x="190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16"/>
            <p:cNvSpPr/>
            <p:nvPr/>
          </p:nvSpPr>
          <p:spPr>
            <a:xfrm>
              <a:off x="4127050" y="281707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37" y="0"/>
                  </a:moveTo>
                  <a:cubicBezTo>
                    <a:pt x="120" y="0"/>
                    <a:pt x="83" y="0"/>
                    <a:pt x="67" y="17"/>
                  </a:cubicBezTo>
                  <a:cubicBezTo>
                    <a:pt x="34" y="33"/>
                    <a:pt x="17" y="70"/>
                    <a:pt x="1" y="103"/>
                  </a:cubicBezTo>
                  <a:cubicBezTo>
                    <a:pt x="1" y="136"/>
                    <a:pt x="1" y="173"/>
                    <a:pt x="17" y="206"/>
                  </a:cubicBezTo>
                  <a:cubicBezTo>
                    <a:pt x="34" y="223"/>
                    <a:pt x="50" y="239"/>
                    <a:pt x="83" y="256"/>
                  </a:cubicBezTo>
                  <a:cubicBezTo>
                    <a:pt x="137" y="256"/>
                    <a:pt x="186" y="223"/>
                    <a:pt x="224" y="153"/>
                  </a:cubicBezTo>
                  <a:lnTo>
                    <a:pt x="224" y="136"/>
                  </a:lnTo>
                  <a:cubicBezTo>
                    <a:pt x="224" y="103"/>
                    <a:pt x="224" y="50"/>
                    <a:pt x="186" y="33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16"/>
            <p:cNvSpPr/>
            <p:nvPr/>
          </p:nvSpPr>
          <p:spPr>
            <a:xfrm>
              <a:off x="4129125" y="27092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57" y="0"/>
                  </a:moveTo>
                  <a:cubicBezTo>
                    <a:pt x="87" y="0"/>
                    <a:pt x="37" y="33"/>
                    <a:pt x="21" y="104"/>
                  </a:cubicBezTo>
                  <a:cubicBezTo>
                    <a:pt x="0" y="137"/>
                    <a:pt x="21" y="174"/>
                    <a:pt x="37" y="207"/>
                  </a:cubicBezTo>
                  <a:cubicBezTo>
                    <a:pt x="37" y="240"/>
                    <a:pt x="70" y="260"/>
                    <a:pt x="103" y="260"/>
                  </a:cubicBezTo>
                  <a:cubicBezTo>
                    <a:pt x="157" y="260"/>
                    <a:pt x="227" y="223"/>
                    <a:pt x="244" y="157"/>
                  </a:cubicBezTo>
                  <a:cubicBezTo>
                    <a:pt x="244" y="120"/>
                    <a:pt x="244" y="87"/>
                    <a:pt x="227" y="54"/>
                  </a:cubicBezTo>
                  <a:lnTo>
                    <a:pt x="206" y="33"/>
                  </a:lnTo>
                  <a:cubicBezTo>
                    <a:pt x="190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16"/>
            <p:cNvSpPr/>
            <p:nvPr/>
          </p:nvSpPr>
          <p:spPr>
            <a:xfrm>
              <a:off x="4130875" y="2724800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46" y="0"/>
                  </a:moveTo>
                  <a:cubicBezTo>
                    <a:pt x="111" y="0"/>
                    <a:pt x="73" y="19"/>
                    <a:pt x="54" y="51"/>
                  </a:cubicBezTo>
                  <a:cubicBezTo>
                    <a:pt x="0" y="100"/>
                    <a:pt x="0" y="187"/>
                    <a:pt x="54" y="236"/>
                  </a:cubicBezTo>
                  <a:cubicBezTo>
                    <a:pt x="75" y="252"/>
                    <a:pt x="99" y="261"/>
                    <a:pt x="123" y="261"/>
                  </a:cubicBezTo>
                  <a:cubicBezTo>
                    <a:pt x="156" y="261"/>
                    <a:pt x="187" y="244"/>
                    <a:pt x="207" y="203"/>
                  </a:cubicBezTo>
                  <a:cubicBezTo>
                    <a:pt x="260" y="154"/>
                    <a:pt x="260" y="67"/>
                    <a:pt x="207" y="30"/>
                  </a:cubicBezTo>
                  <a:cubicBezTo>
                    <a:pt x="193" y="10"/>
                    <a:pt x="170" y="0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16"/>
            <p:cNvSpPr/>
            <p:nvPr/>
          </p:nvSpPr>
          <p:spPr>
            <a:xfrm>
              <a:off x="4130875" y="2772200"/>
              <a:ext cx="6525" cy="6400"/>
            </a:xfrm>
            <a:custGeom>
              <a:avLst/>
              <a:gdLst/>
              <a:ahLst/>
              <a:cxnLst/>
              <a:rect l="l" t="t" r="r" b="b"/>
              <a:pathLst>
                <a:path w="261" h="256" extrusionOk="0">
                  <a:moveTo>
                    <a:pt x="144" y="0"/>
                  </a:moveTo>
                  <a:cubicBezTo>
                    <a:pt x="114" y="0"/>
                    <a:pt x="81" y="14"/>
                    <a:pt x="54" y="43"/>
                  </a:cubicBezTo>
                  <a:cubicBezTo>
                    <a:pt x="0" y="113"/>
                    <a:pt x="17" y="179"/>
                    <a:pt x="54" y="232"/>
                  </a:cubicBezTo>
                  <a:cubicBezTo>
                    <a:pt x="71" y="249"/>
                    <a:pt x="87" y="249"/>
                    <a:pt x="104" y="249"/>
                  </a:cubicBezTo>
                  <a:cubicBezTo>
                    <a:pt x="112" y="253"/>
                    <a:pt x="123" y="255"/>
                    <a:pt x="133" y="255"/>
                  </a:cubicBezTo>
                  <a:cubicBezTo>
                    <a:pt x="163" y="255"/>
                    <a:pt x="195" y="240"/>
                    <a:pt x="207" y="216"/>
                  </a:cubicBezTo>
                  <a:cubicBezTo>
                    <a:pt x="240" y="162"/>
                    <a:pt x="260" y="113"/>
                    <a:pt x="240" y="76"/>
                  </a:cubicBezTo>
                  <a:cubicBezTo>
                    <a:pt x="240" y="59"/>
                    <a:pt x="223" y="43"/>
                    <a:pt x="207" y="26"/>
                  </a:cubicBezTo>
                  <a:cubicBezTo>
                    <a:pt x="192" y="9"/>
                    <a:pt x="169" y="0"/>
                    <a:pt x="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16"/>
            <p:cNvSpPr/>
            <p:nvPr/>
          </p:nvSpPr>
          <p:spPr>
            <a:xfrm>
              <a:off x="4126125" y="2802250"/>
              <a:ext cx="5600" cy="6350"/>
            </a:xfrm>
            <a:custGeom>
              <a:avLst/>
              <a:gdLst/>
              <a:ahLst/>
              <a:cxnLst/>
              <a:rect l="l" t="t" r="r" b="b"/>
              <a:pathLst>
                <a:path w="224" h="254" extrusionOk="0">
                  <a:moveTo>
                    <a:pt x="120" y="1"/>
                  </a:moveTo>
                  <a:cubicBezTo>
                    <a:pt x="101" y="1"/>
                    <a:pt x="78" y="12"/>
                    <a:pt x="54" y="24"/>
                  </a:cubicBezTo>
                  <a:cubicBezTo>
                    <a:pt x="38" y="45"/>
                    <a:pt x="17" y="78"/>
                    <a:pt x="1" y="111"/>
                  </a:cubicBezTo>
                  <a:cubicBezTo>
                    <a:pt x="1" y="148"/>
                    <a:pt x="1" y="181"/>
                    <a:pt x="17" y="197"/>
                  </a:cubicBezTo>
                  <a:cubicBezTo>
                    <a:pt x="38" y="230"/>
                    <a:pt x="54" y="251"/>
                    <a:pt x="87" y="251"/>
                  </a:cubicBezTo>
                  <a:cubicBezTo>
                    <a:pt x="96" y="253"/>
                    <a:pt x="104" y="254"/>
                    <a:pt x="112" y="254"/>
                  </a:cubicBezTo>
                  <a:cubicBezTo>
                    <a:pt x="169" y="254"/>
                    <a:pt x="209" y="206"/>
                    <a:pt x="223" y="148"/>
                  </a:cubicBezTo>
                  <a:cubicBezTo>
                    <a:pt x="223" y="111"/>
                    <a:pt x="223" y="78"/>
                    <a:pt x="207" y="61"/>
                  </a:cubicBezTo>
                  <a:cubicBezTo>
                    <a:pt x="207" y="45"/>
                    <a:pt x="207" y="45"/>
                    <a:pt x="190" y="24"/>
                  </a:cubicBezTo>
                  <a:cubicBezTo>
                    <a:pt x="174" y="8"/>
                    <a:pt x="157" y="8"/>
                    <a:pt x="141" y="8"/>
                  </a:cubicBezTo>
                  <a:cubicBezTo>
                    <a:pt x="135" y="3"/>
                    <a:pt x="128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16"/>
            <p:cNvSpPr/>
            <p:nvPr/>
          </p:nvSpPr>
          <p:spPr>
            <a:xfrm>
              <a:off x="4129125" y="275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1" y="1"/>
                  </a:moveTo>
                  <a:cubicBezTo>
                    <a:pt x="103" y="1"/>
                    <a:pt x="77" y="13"/>
                    <a:pt x="54" y="24"/>
                  </a:cubicBezTo>
                  <a:cubicBezTo>
                    <a:pt x="37" y="41"/>
                    <a:pt x="21" y="78"/>
                    <a:pt x="0" y="111"/>
                  </a:cubicBezTo>
                  <a:cubicBezTo>
                    <a:pt x="0" y="144"/>
                    <a:pt x="0" y="181"/>
                    <a:pt x="21" y="197"/>
                  </a:cubicBezTo>
                  <a:cubicBezTo>
                    <a:pt x="37" y="230"/>
                    <a:pt x="54" y="247"/>
                    <a:pt x="87" y="247"/>
                  </a:cubicBezTo>
                  <a:cubicBezTo>
                    <a:pt x="97" y="250"/>
                    <a:pt x="107" y="251"/>
                    <a:pt x="117" y="251"/>
                  </a:cubicBezTo>
                  <a:cubicBezTo>
                    <a:pt x="171" y="251"/>
                    <a:pt x="210" y="204"/>
                    <a:pt x="227" y="144"/>
                  </a:cubicBezTo>
                  <a:cubicBezTo>
                    <a:pt x="244" y="111"/>
                    <a:pt x="227" y="78"/>
                    <a:pt x="206" y="61"/>
                  </a:cubicBezTo>
                  <a:cubicBezTo>
                    <a:pt x="206" y="41"/>
                    <a:pt x="206" y="41"/>
                    <a:pt x="190" y="24"/>
                  </a:cubicBezTo>
                  <a:cubicBezTo>
                    <a:pt x="190" y="8"/>
                    <a:pt x="174" y="8"/>
                    <a:pt x="141" y="8"/>
                  </a:cubicBezTo>
                  <a:cubicBezTo>
                    <a:pt x="136" y="3"/>
                    <a:pt x="129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16"/>
            <p:cNvSpPr/>
            <p:nvPr/>
          </p:nvSpPr>
          <p:spPr>
            <a:xfrm>
              <a:off x="3997700" y="2812150"/>
              <a:ext cx="6100" cy="6375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31" y="1"/>
                  </a:moveTo>
                  <a:cubicBezTo>
                    <a:pt x="98" y="1"/>
                    <a:pt x="65" y="13"/>
                    <a:pt x="38" y="40"/>
                  </a:cubicBezTo>
                  <a:cubicBezTo>
                    <a:pt x="1" y="110"/>
                    <a:pt x="1" y="181"/>
                    <a:pt x="38" y="230"/>
                  </a:cubicBezTo>
                  <a:cubicBezTo>
                    <a:pt x="54" y="247"/>
                    <a:pt x="71" y="247"/>
                    <a:pt x="87" y="247"/>
                  </a:cubicBezTo>
                  <a:cubicBezTo>
                    <a:pt x="97" y="252"/>
                    <a:pt x="109" y="255"/>
                    <a:pt x="120" y="255"/>
                  </a:cubicBezTo>
                  <a:cubicBezTo>
                    <a:pt x="150" y="255"/>
                    <a:pt x="183" y="237"/>
                    <a:pt x="207" y="214"/>
                  </a:cubicBezTo>
                  <a:cubicBezTo>
                    <a:pt x="244" y="164"/>
                    <a:pt x="244" y="110"/>
                    <a:pt x="227" y="77"/>
                  </a:cubicBezTo>
                  <a:cubicBezTo>
                    <a:pt x="227" y="61"/>
                    <a:pt x="207" y="40"/>
                    <a:pt x="207" y="24"/>
                  </a:cubicBezTo>
                  <a:cubicBezTo>
                    <a:pt x="185" y="9"/>
                    <a:pt x="158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16"/>
            <p:cNvSpPr/>
            <p:nvPr/>
          </p:nvSpPr>
          <p:spPr>
            <a:xfrm>
              <a:off x="3991725" y="284077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41" y="0"/>
                  </a:moveTo>
                  <a:cubicBezTo>
                    <a:pt x="125" y="0"/>
                    <a:pt x="112" y="4"/>
                    <a:pt x="104" y="13"/>
                  </a:cubicBezTo>
                  <a:cubicBezTo>
                    <a:pt x="33" y="50"/>
                    <a:pt x="1" y="116"/>
                    <a:pt x="17" y="186"/>
                  </a:cubicBezTo>
                  <a:cubicBezTo>
                    <a:pt x="33" y="219"/>
                    <a:pt x="54" y="235"/>
                    <a:pt x="71" y="256"/>
                  </a:cubicBezTo>
                  <a:cubicBezTo>
                    <a:pt x="87" y="264"/>
                    <a:pt x="104" y="268"/>
                    <a:pt x="119" y="268"/>
                  </a:cubicBezTo>
                  <a:cubicBezTo>
                    <a:pt x="133" y="268"/>
                    <a:pt x="147" y="264"/>
                    <a:pt x="157" y="256"/>
                  </a:cubicBezTo>
                  <a:cubicBezTo>
                    <a:pt x="190" y="235"/>
                    <a:pt x="207" y="219"/>
                    <a:pt x="223" y="186"/>
                  </a:cubicBezTo>
                  <a:cubicBezTo>
                    <a:pt x="240" y="153"/>
                    <a:pt x="240" y="116"/>
                    <a:pt x="240" y="83"/>
                  </a:cubicBezTo>
                  <a:cubicBezTo>
                    <a:pt x="240" y="66"/>
                    <a:pt x="223" y="50"/>
                    <a:pt x="207" y="29"/>
                  </a:cubicBezTo>
                  <a:lnTo>
                    <a:pt x="190" y="13"/>
                  </a:lnTo>
                  <a:cubicBezTo>
                    <a:pt x="174" y="4"/>
                    <a:pt x="156" y="0"/>
                    <a:pt x="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16"/>
            <p:cNvSpPr/>
            <p:nvPr/>
          </p:nvSpPr>
          <p:spPr>
            <a:xfrm>
              <a:off x="3996475" y="279720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29" y="0"/>
                  </a:moveTo>
                  <a:cubicBezTo>
                    <a:pt x="74" y="0"/>
                    <a:pt x="31" y="49"/>
                    <a:pt x="17" y="107"/>
                  </a:cubicBezTo>
                  <a:cubicBezTo>
                    <a:pt x="0" y="144"/>
                    <a:pt x="17" y="177"/>
                    <a:pt x="17" y="210"/>
                  </a:cubicBezTo>
                  <a:cubicBezTo>
                    <a:pt x="33" y="226"/>
                    <a:pt x="70" y="247"/>
                    <a:pt x="87" y="247"/>
                  </a:cubicBezTo>
                  <a:cubicBezTo>
                    <a:pt x="96" y="251"/>
                    <a:pt x="106" y="253"/>
                    <a:pt x="115" y="253"/>
                  </a:cubicBezTo>
                  <a:cubicBezTo>
                    <a:pt x="138" y="253"/>
                    <a:pt x="159" y="241"/>
                    <a:pt x="173" y="226"/>
                  </a:cubicBezTo>
                  <a:cubicBezTo>
                    <a:pt x="206" y="210"/>
                    <a:pt x="223" y="177"/>
                    <a:pt x="223" y="144"/>
                  </a:cubicBezTo>
                  <a:cubicBezTo>
                    <a:pt x="239" y="107"/>
                    <a:pt x="239" y="74"/>
                    <a:pt x="223" y="57"/>
                  </a:cubicBezTo>
                  <a:cubicBezTo>
                    <a:pt x="206" y="41"/>
                    <a:pt x="206" y="41"/>
                    <a:pt x="206" y="20"/>
                  </a:cubicBezTo>
                  <a:cubicBezTo>
                    <a:pt x="190" y="3"/>
                    <a:pt x="173" y="3"/>
                    <a:pt x="153" y="3"/>
                  </a:cubicBezTo>
                  <a:cubicBezTo>
                    <a:pt x="145" y="1"/>
                    <a:pt x="137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16"/>
            <p:cNvSpPr/>
            <p:nvPr/>
          </p:nvSpPr>
          <p:spPr>
            <a:xfrm>
              <a:off x="3989975" y="2824000"/>
              <a:ext cx="6100" cy="6450"/>
            </a:xfrm>
            <a:custGeom>
              <a:avLst/>
              <a:gdLst/>
              <a:ahLst/>
              <a:cxnLst/>
              <a:rect l="l" t="t" r="r" b="b"/>
              <a:pathLst>
                <a:path w="244" h="258" extrusionOk="0">
                  <a:moveTo>
                    <a:pt x="134" y="1"/>
                  </a:moveTo>
                  <a:cubicBezTo>
                    <a:pt x="103" y="1"/>
                    <a:pt x="67" y="20"/>
                    <a:pt x="38" y="49"/>
                  </a:cubicBezTo>
                  <a:cubicBezTo>
                    <a:pt x="21" y="65"/>
                    <a:pt x="21" y="82"/>
                    <a:pt x="21" y="102"/>
                  </a:cubicBezTo>
                  <a:cubicBezTo>
                    <a:pt x="0" y="152"/>
                    <a:pt x="0" y="205"/>
                    <a:pt x="38" y="238"/>
                  </a:cubicBezTo>
                  <a:cubicBezTo>
                    <a:pt x="57" y="248"/>
                    <a:pt x="82" y="257"/>
                    <a:pt x="107" y="257"/>
                  </a:cubicBezTo>
                  <a:cubicBezTo>
                    <a:pt x="126" y="257"/>
                    <a:pt x="143" y="252"/>
                    <a:pt x="157" y="238"/>
                  </a:cubicBezTo>
                  <a:cubicBezTo>
                    <a:pt x="174" y="238"/>
                    <a:pt x="190" y="222"/>
                    <a:pt x="207" y="205"/>
                  </a:cubicBezTo>
                  <a:cubicBezTo>
                    <a:pt x="244" y="152"/>
                    <a:pt x="244" y="65"/>
                    <a:pt x="190" y="32"/>
                  </a:cubicBezTo>
                  <a:cubicBezTo>
                    <a:pt x="176" y="10"/>
                    <a:pt x="15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16"/>
            <p:cNvSpPr/>
            <p:nvPr/>
          </p:nvSpPr>
          <p:spPr>
            <a:xfrm>
              <a:off x="3994725" y="2749650"/>
              <a:ext cx="5575" cy="4850"/>
            </a:xfrm>
            <a:custGeom>
              <a:avLst/>
              <a:gdLst/>
              <a:ahLst/>
              <a:cxnLst/>
              <a:rect l="l" t="t" r="r" b="b"/>
              <a:pathLst>
                <a:path w="223" h="194" extrusionOk="0">
                  <a:moveTo>
                    <a:pt x="17" y="1"/>
                  </a:moveTo>
                  <a:cubicBezTo>
                    <a:pt x="17" y="17"/>
                    <a:pt x="17" y="34"/>
                    <a:pt x="0" y="34"/>
                  </a:cubicBezTo>
                  <a:cubicBezTo>
                    <a:pt x="0" y="67"/>
                    <a:pt x="0" y="104"/>
                    <a:pt x="17" y="137"/>
                  </a:cubicBezTo>
                  <a:cubicBezTo>
                    <a:pt x="37" y="170"/>
                    <a:pt x="54" y="190"/>
                    <a:pt x="87" y="190"/>
                  </a:cubicBezTo>
                  <a:cubicBezTo>
                    <a:pt x="95" y="192"/>
                    <a:pt x="104" y="193"/>
                    <a:pt x="112" y="193"/>
                  </a:cubicBezTo>
                  <a:cubicBezTo>
                    <a:pt x="169" y="193"/>
                    <a:pt x="208" y="145"/>
                    <a:pt x="223" y="87"/>
                  </a:cubicBezTo>
                  <a:lnTo>
                    <a:pt x="2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16"/>
            <p:cNvSpPr/>
            <p:nvPr/>
          </p:nvSpPr>
          <p:spPr>
            <a:xfrm>
              <a:off x="3993075" y="278235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27" y="1"/>
                  </a:moveTo>
                  <a:cubicBezTo>
                    <a:pt x="115" y="1"/>
                    <a:pt x="101" y="6"/>
                    <a:pt x="83" y="16"/>
                  </a:cubicBezTo>
                  <a:cubicBezTo>
                    <a:pt x="50" y="33"/>
                    <a:pt x="33" y="49"/>
                    <a:pt x="17" y="82"/>
                  </a:cubicBezTo>
                  <a:cubicBezTo>
                    <a:pt x="0" y="119"/>
                    <a:pt x="0" y="152"/>
                    <a:pt x="0" y="185"/>
                  </a:cubicBezTo>
                  <a:cubicBezTo>
                    <a:pt x="12" y="237"/>
                    <a:pt x="51" y="268"/>
                    <a:pt x="99" y="268"/>
                  </a:cubicBezTo>
                  <a:cubicBezTo>
                    <a:pt x="116" y="268"/>
                    <a:pt x="134" y="264"/>
                    <a:pt x="153" y="255"/>
                  </a:cubicBezTo>
                  <a:cubicBezTo>
                    <a:pt x="206" y="239"/>
                    <a:pt x="239" y="152"/>
                    <a:pt x="223" y="82"/>
                  </a:cubicBezTo>
                  <a:cubicBezTo>
                    <a:pt x="223" y="66"/>
                    <a:pt x="206" y="49"/>
                    <a:pt x="186" y="33"/>
                  </a:cubicBezTo>
                  <a:lnTo>
                    <a:pt x="169" y="16"/>
                  </a:lnTo>
                  <a:cubicBezTo>
                    <a:pt x="153" y="6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16"/>
            <p:cNvSpPr/>
            <p:nvPr/>
          </p:nvSpPr>
          <p:spPr>
            <a:xfrm>
              <a:off x="3988725" y="2763050"/>
              <a:ext cx="6025" cy="6325"/>
            </a:xfrm>
            <a:custGeom>
              <a:avLst/>
              <a:gdLst/>
              <a:ahLst/>
              <a:cxnLst/>
              <a:rect l="l" t="t" r="r" b="b"/>
              <a:pathLst>
                <a:path w="241" h="253" extrusionOk="0">
                  <a:moveTo>
                    <a:pt x="135" y="1"/>
                  </a:moveTo>
                  <a:cubicBezTo>
                    <a:pt x="121" y="1"/>
                    <a:pt x="104" y="5"/>
                    <a:pt x="88" y="13"/>
                  </a:cubicBezTo>
                  <a:cubicBezTo>
                    <a:pt x="34" y="29"/>
                    <a:pt x="1" y="116"/>
                    <a:pt x="17" y="170"/>
                  </a:cubicBezTo>
                  <a:cubicBezTo>
                    <a:pt x="17" y="203"/>
                    <a:pt x="34" y="236"/>
                    <a:pt x="71" y="252"/>
                  </a:cubicBezTo>
                  <a:lnTo>
                    <a:pt x="153" y="252"/>
                  </a:lnTo>
                  <a:cubicBezTo>
                    <a:pt x="207" y="219"/>
                    <a:pt x="240" y="149"/>
                    <a:pt x="224" y="83"/>
                  </a:cubicBezTo>
                  <a:cubicBezTo>
                    <a:pt x="224" y="67"/>
                    <a:pt x="224" y="46"/>
                    <a:pt x="207" y="29"/>
                  </a:cubicBezTo>
                  <a:cubicBezTo>
                    <a:pt x="191" y="13"/>
                    <a:pt x="191" y="13"/>
                    <a:pt x="174" y="13"/>
                  </a:cubicBezTo>
                  <a:cubicBezTo>
                    <a:pt x="164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16"/>
            <p:cNvSpPr/>
            <p:nvPr/>
          </p:nvSpPr>
          <p:spPr>
            <a:xfrm>
              <a:off x="3984825" y="2809025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38" y="0"/>
                  </a:moveTo>
                  <a:cubicBezTo>
                    <a:pt x="123" y="0"/>
                    <a:pt x="105" y="5"/>
                    <a:pt x="87" y="13"/>
                  </a:cubicBezTo>
                  <a:cubicBezTo>
                    <a:pt x="37" y="29"/>
                    <a:pt x="0" y="99"/>
                    <a:pt x="21" y="165"/>
                  </a:cubicBezTo>
                  <a:cubicBezTo>
                    <a:pt x="21" y="202"/>
                    <a:pt x="37" y="235"/>
                    <a:pt x="70" y="235"/>
                  </a:cubicBezTo>
                  <a:cubicBezTo>
                    <a:pt x="79" y="244"/>
                    <a:pt x="92" y="248"/>
                    <a:pt x="107" y="248"/>
                  </a:cubicBezTo>
                  <a:cubicBezTo>
                    <a:pt x="123" y="248"/>
                    <a:pt x="140" y="244"/>
                    <a:pt x="157" y="235"/>
                  </a:cubicBezTo>
                  <a:cubicBezTo>
                    <a:pt x="190" y="235"/>
                    <a:pt x="206" y="202"/>
                    <a:pt x="227" y="186"/>
                  </a:cubicBezTo>
                  <a:cubicBezTo>
                    <a:pt x="244" y="149"/>
                    <a:pt x="244" y="116"/>
                    <a:pt x="227" y="83"/>
                  </a:cubicBezTo>
                  <a:cubicBezTo>
                    <a:pt x="227" y="62"/>
                    <a:pt x="227" y="46"/>
                    <a:pt x="206" y="29"/>
                  </a:cubicBezTo>
                  <a:cubicBezTo>
                    <a:pt x="190" y="13"/>
                    <a:pt x="190" y="13"/>
                    <a:pt x="173" y="13"/>
                  </a:cubicBezTo>
                  <a:cubicBezTo>
                    <a:pt x="165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16"/>
            <p:cNvSpPr/>
            <p:nvPr/>
          </p:nvSpPr>
          <p:spPr>
            <a:xfrm>
              <a:off x="4008950" y="2797800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41" y="0"/>
                  </a:moveTo>
                  <a:cubicBezTo>
                    <a:pt x="107" y="0"/>
                    <a:pt x="71" y="19"/>
                    <a:pt x="50" y="50"/>
                  </a:cubicBezTo>
                  <a:cubicBezTo>
                    <a:pt x="0" y="99"/>
                    <a:pt x="0" y="186"/>
                    <a:pt x="50" y="223"/>
                  </a:cubicBezTo>
                  <a:cubicBezTo>
                    <a:pt x="66" y="239"/>
                    <a:pt x="87" y="239"/>
                    <a:pt x="103" y="256"/>
                  </a:cubicBezTo>
                  <a:cubicBezTo>
                    <a:pt x="136" y="256"/>
                    <a:pt x="169" y="239"/>
                    <a:pt x="206" y="202"/>
                  </a:cubicBezTo>
                  <a:cubicBezTo>
                    <a:pt x="239" y="169"/>
                    <a:pt x="256" y="120"/>
                    <a:pt x="239" y="66"/>
                  </a:cubicBezTo>
                  <a:cubicBezTo>
                    <a:pt x="223" y="50"/>
                    <a:pt x="223" y="33"/>
                    <a:pt x="206" y="33"/>
                  </a:cubicBezTo>
                  <a:cubicBezTo>
                    <a:pt x="190" y="10"/>
                    <a:pt x="166" y="0"/>
                    <a:pt x="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16"/>
            <p:cNvSpPr/>
            <p:nvPr/>
          </p:nvSpPr>
          <p:spPr>
            <a:xfrm>
              <a:off x="4078925" y="28410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8" y="1"/>
                  </a:moveTo>
                  <a:cubicBezTo>
                    <a:pt x="71" y="1"/>
                    <a:pt x="17" y="49"/>
                    <a:pt x="17" y="107"/>
                  </a:cubicBezTo>
                  <a:cubicBezTo>
                    <a:pt x="0" y="160"/>
                    <a:pt x="17" y="193"/>
                    <a:pt x="33" y="210"/>
                  </a:cubicBezTo>
                  <a:cubicBezTo>
                    <a:pt x="50" y="247"/>
                    <a:pt x="71" y="247"/>
                    <a:pt x="87" y="263"/>
                  </a:cubicBezTo>
                  <a:cubicBezTo>
                    <a:pt x="120" y="263"/>
                    <a:pt x="153" y="263"/>
                    <a:pt x="174" y="226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40" y="90"/>
                    <a:pt x="223" y="57"/>
                  </a:cubicBezTo>
                  <a:cubicBezTo>
                    <a:pt x="207" y="41"/>
                    <a:pt x="207" y="41"/>
                    <a:pt x="207" y="20"/>
                  </a:cubicBezTo>
                  <a:lnTo>
                    <a:pt x="190" y="20"/>
                  </a:lnTo>
                  <a:cubicBezTo>
                    <a:pt x="174" y="4"/>
                    <a:pt x="153" y="4"/>
                    <a:pt x="153" y="4"/>
                  </a:cubicBezTo>
                  <a:cubicBezTo>
                    <a:pt x="145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16"/>
            <p:cNvSpPr/>
            <p:nvPr/>
          </p:nvSpPr>
          <p:spPr>
            <a:xfrm>
              <a:off x="4083675" y="27484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9" y="0"/>
                  </a:moveTo>
                  <a:cubicBezTo>
                    <a:pt x="124" y="0"/>
                    <a:pt x="111" y="4"/>
                    <a:pt x="103" y="13"/>
                  </a:cubicBezTo>
                  <a:cubicBezTo>
                    <a:pt x="33" y="33"/>
                    <a:pt x="0" y="99"/>
                    <a:pt x="17" y="169"/>
                  </a:cubicBezTo>
                  <a:cubicBezTo>
                    <a:pt x="17" y="202"/>
                    <a:pt x="50" y="239"/>
                    <a:pt x="66" y="239"/>
                  </a:cubicBezTo>
                  <a:cubicBezTo>
                    <a:pt x="103" y="256"/>
                    <a:pt x="120" y="256"/>
                    <a:pt x="153" y="256"/>
                  </a:cubicBezTo>
                  <a:cubicBezTo>
                    <a:pt x="190" y="239"/>
                    <a:pt x="206" y="202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6"/>
                    <a:pt x="223" y="50"/>
                    <a:pt x="206" y="33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1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16"/>
            <p:cNvSpPr/>
            <p:nvPr/>
          </p:nvSpPr>
          <p:spPr>
            <a:xfrm>
              <a:off x="4090975" y="2782750"/>
              <a:ext cx="5600" cy="6475"/>
            </a:xfrm>
            <a:custGeom>
              <a:avLst/>
              <a:gdLst/>
              <a:ahLst/>
              <a:cxnLst/>
              <a:rect l="l" t="t" r="r" b="b"/>
              <a:pathLst>
                <a:path w="224" h="259" extrusionOk="0">
                  <a:moveTo>
                    <a:pt x="104" y="0"/>
                  </a:moveTo>
                  <a:cubicBezTo>
                    <a:pt x="67" y="17"/>
                    <a:pt x="17" y="50"/>
                    <a:pt x="1" y="103"/>
                  </a:cubicBezTo>
                  <a:cubicBezTo>
                    <a:pt x="1" y="136"/>
                    <a:pt x="1" y="169"/>
                    <a:pt x="17" y="206"/>
                  </a:cubicBezTo>
                  <a:cubicBezTo>
                    <a:pt x="34" y="239"/>
                    <a:pt x="50" y="256"/>
                    <a:pt x="83" y="256"/>
                  </a:cubicBezTo>
                  <a:cubicBezTo>
                    <a:pt x="90" y="258"/>
                    <a:pt x="98" y="259"/>
                    <a:pt x="105" y="259"/>
                  </a:cubicBezTo>
                  <a:cubicBezTo>
                    <a:pt x="154" y="259"/>
                    <a:pt x="209" y="214"/>
                    <a:pt x="224" y="153"/>
                  </a:cubicBezTo>
                  <a:lnTo>
                    <a:pt x="224" y="120"/>
                  </a:lnTo>
                  <a:cubicBezTo>
                    <a:pt x="224" y="83"/>
                    <a:pt x="207" y="50"/>
                    <a:pt x="186" y="33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16"/>
            <p:cNvSpPr/>
            <p:nvPr/>
          </p:nvSpPr>
          <p:spPr>
            <a:xfrm>
              <a:off x="4075925" y="2777700"/>
              <a:ext cx="6425" cy="6600"/>
            </a:xfrm>
            <a:custGeom>
              <a:avLst/>
              <a:gdLst/>
              <a:ahLst/>
              <a:cxnLst/>
              <a:rect l="l" t="t" r="r" b="b"/>
              <a:pathLst>
                <a:path w="257" h="264" extrusionOk="0">
                  <a:moveTo>
                    <a:pt x="140" y="0"/>
                  </a:moveTo>
                  <a:cubicBezTo>
                    <a:pt x="125" y="0"/>
                    <a:pt x="112" y="4"/>
                    <a:pt x="104" y="12"/>
                  </a:cubicBezTo>
                  <a:cubicBezTo>
                    <a:pt x="34" y="45"/>
                    <a:pt x="1" y="116"/>
                    <a:pt x="17" y="181"/>
                  </a:cubicBezTo>
                  <a:cubicBezTo>
                    <a:pt x="34" y="219"/>
                    <a:pt x="50" y="235"/>
                    <a:pt x="67" y="252"/>
                  </a:cubicBezTo>
                  <a:cubicBezTo>
                    <a:pt x="85" y="260"/>
                    <a:pt x="103" y="264"/>
                    <a:pt x="118" y="264"/>
                  </a:cubicBezTo>
                  <a:cubicBezTo>
                    <a:pt x="133" y="264"/>
                    <a:pt x="145" y="260"/>
                    <a:pt x="153" y="252"/>
                  </a:cubicBezTo>
                  <a:cubicBezTo>
                    <a:pt x="224" y="219"/>
                    <a:pt x="257" y="149"/>
                    <a:pt x="240" y="78"/>
                  </a:cubicBezTo>
                  <a:cubicBezTo>
                    <a:pt x="240" y="62"/>
                    <a:pt x="224" y="45"/>
                    <a:pt x="207" y="29"/>
                  </a:cubicBezTo>
                  <a:lnTo>
                    <a:pt x="191" y="12"/>
                  </a:lnTo>
                  <a:cubicBezTo>
                    <a:pt x="172" y="4"/>
                    <a:pt x="155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16"/>
            <p:cNvSpPr/>
            <p:nvPr/>
          </p:nvSpPr>
          <p:spPr>
            <a:xfrm>
              <a:off x="4042025" y="2755925"/>
              <a:ext cx="6425" cy="6650"/>
            </a:xfrm>
            <a:custGeom>
              <a:avLst/>
              <a:gdLst/>
              <a:ahLst/>
              <a:cxnLst/>
              <a:rect l="l" t="t" r="r" b="b"/>
              <a:pathLst>
                <a:path w="257" h="266" extrusionOk="0">
                  <a:moveTo>
                    <a:pt x="144" y="0"/>
                  </a:moveTo>
                  <a:cubicBezTo>
                    <a:pt x="108" y="0"/>
                    <a:pt x="70" y="17"/>
                    <a:pt x="50" y="59"/>
                  </a:cubicBezTo>
                  <a:cubicBezTo>
                    <a:pt x="0" y="108"/>
                    <a:pt x="0" y="195"/>
                    <a:pt x="50" y="228"/>
                  </a:cubicBezTo>
                  <a:cubicBezTo>
                    <a:pt x="66" y="249"/>
                    <a:pt x="83" y="249"/>
                    <a:pt x="104" y="265"/>
                  </a:cubicBezTo>
                  <a:cubicBezTo>
                    <a:pt x="137" y="265"/>
                    <a:pt x="170" y="249"/>
                    <a:pt x="207" y="211"/>
                  </a:cubicBezTo>
                  <a:cubicBezTo>
                    <a:pt x="240" y="178"/>
                    <a:pt x="256" y="125"/>
                    <a:pt x="240" y="75"/>
                  </a:cubicBezTo>
                  <a:cubicBezTo>
                    <a:pt x="223" y="59"/>
                    <a:pt x="223" y="42"/>
                    <a:pt x="207" y="22"/>
                  </a:cubicBezTo>
                  <a:cubicBezTo>
                    <a:pt x="192" y="8"/>
                    <a:pt x="168" y="0"/>
                    <a:pt x="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16"/>
            <p:cNvSpPr/>
            <p:nvPr/>
          </p:nvSpPr>
          <p:spPr>
            <a:xfrm>
              <a:off x="4078500" y="2797375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34" y="1"/>
                  </a:moveTo>
                  <a:cubicBezTo>
                    <a:pt x="100" y="1"/>
                    <a:pt x="65" y="19"/>
                    <a:pt x="34" y="50"/>
                  </a:cubicBezTo>
                  <a:cubicBezTo>
                    <a:pt x="1" y="100"/>
                    <a:pt x="1" y="186"/>
                    <a:pt x="34" y="219"/>
                  </a:cubicBezTo>
                  <a:cubicBezTo>
                    <a:pt x="57" y="242"/>
                    <a:pt x="82" y="252"/>
                    <a:pt x="107" y="252"/>
                  </a:cubicBezTo>
                  <a:cubicBezTo>
                    <a:pt x="141" y="252"/>
                    <a:pt x="176" y="233"/>
                    <a:pt x="207" y="203"/>
                  </a:cubicBezTo>
                  <a:cubicBezTo>
                    <a:pt x="240" y="153"/>
                    <a:pt x="240" y="67"/>
                    <a:pt x="207" y="34"/>
                  </a:cubicBezTo>
                  <a:cubicBezTo>
                    <a:pt x="184" y="11"/>
                    <a:pt x="159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16"/>
            <p:cNvSpPr/>
            <p:nvPr/>
          </p:nvSpPr>
          <p:spPr>
            <a:xfrm>
              <a:off x="4079325" y="2733200"/>
              <a:ext cx="6025" cy="6250"/>
            </a:xfrm>
            <a:custGeom>
              <a:avLst/>
              <a:gdLst/>
              <a:ahLst/>
              <a:cxnLst/>
              <a:rect l="l" t="t" r="r" b="b"/>
              <a:pathLst>
                <a:path w="241" h="250" extrusionOk="0">
                  <a:moveTo>
                    <a:pt x="118" y="0"/>
                  </a:moveTo>
                  <a:cubicBezTo>
                    <a:pt x="71" y="0"/>
                    <a:pt x="15" y="48"/>
                    <a:pt x="1" y="106"/>
                  </a:cubicBezTo>
                  <a:cubicBezTo>
                    <a:pt x="1" y="143"/>
                    <a:pt x="1" y="176"/>
                    <a:pt x="17" y="193"/>
                  </a:cubicBezTo>
                  <a:cubicBezTo>
                    <a:pt x="34" y="230"/>
                    <a:pt x="55" y="246"/>
                    <a:pt x="88" y="246"/>
                  </a:cubicBezTo>
                  <a:cubicBezTo>
                    <a:pt x="96" y="248"/>
                    <a:pt x="105" y="249"/>
                    <a:pt x="113" y="249"/>
                  </a:cubicBezTo>
                  <a:cubicBezTo>
                    <a:pt x="169" y="249"/>
                    <a:pt x="209" y="201"/>
                    <a:pt x="224" y="143"/>
                  </a:cubicBezTo>
                  <a:cubicBezTo>
                    <a:pt x="240" y="90"/>
                    <a:pt x="224" y="57"/>
                    <a:pt x="191" y="24"/>
                  </a:cubicBezTo>
                  <a:cubicBezTo>
                    <a:pt x="191" y="3"/>
                    <a:pt x="174" y="3"/>
                    <a:pt x="137" y="3"/>
                  </a:cubicBezTo>
                  <a:cubicBezTo>
                    <a:pt x="131" y="1"/>
                    <a:pt x="124" y="0"/>
                    <a:pt x="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16"/>
            <p:cNvSpPr/>
            <p:nvPr/>
          </p:nvSpPr>
          <p:spPr>
            <a:xfrm>
              <a:off x="4115000" y="27570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5" y="1"/>
                  </a:moveTo>
                  <a:cubicBezTo>
                    <a:pt x="120" y="1"/>
                    <a:pt x="104" y="5"/>
                    <a:pt x="87" y="13"/>
                  </a:cubicBezTo>
                  <a:cubicBezTo>
                    <a:pt x="50" y="29"/>
                    <a:pt x="33" y="46"/>
                    <a:pt x="17" y="79"/>
                  </a:cubicBezTo>
                  <a:cubicBezTo>
                    <a:pt x="1" y="116"/>
                    <a:pt x="1" y="149"/>
                    <a:pt x="17" y="182"/>
                  </a:cubicBezTo>
                  <a:cubicBezTo>
                    <a:pt x="31" y="226"/>
                    <a:pt x="69" y="256"/>
                    <a:pt x="120" y="256"/>
                  </a:cubicBezTo>
                  <a:cubicBezTo>
                    <a:pt x="130" y="256"/>
                    <a:pt x="141" y="255"/>
                    <a:pt x="153" y="252"/>
                  </a:cubicBezTo>
                  <a:cubicBezTo>
                    <a:pt x="207" y="219"/>
                    <a:pt x="240" y="149"/>
                    <a:pt x="223" y="79"/>
                  </a:cubicBezTo>
                  <a:cubicBezTo>
                    <a:pt x="223" y="62"/>
                    <a:pt x="207" y="46"/>
                    <a:pt x="207" y="29"/>
                  </a:cubicBezTo>
                  <a:cubicBezTo>
                    <a:pt x="190" y="29"/>
                    <a:pt x="190" y="13"/>
                    <a:pt x="174" y="13"/>
                  </a:cubicBezTo>
                  <a:cubicBezTo>
                    <a:pt x="163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16"/>
            <p:cNvSpPr/>
            <p:nvPr/>
          </p:nvSpPr>
          <p:spPr>
            <a:xfrm>
              <a:off x="4112000" y="2798700"/>
              <a:ext cx="6025" cy="6175"/>
            </a:xfrm>
            <a:custGeom>
              <a:avLst/>
              <a:gdLst/>
              <a:ahLst/>
              <a:cxnLst/>
              <a:rect l="l" t="t" r="r" b="b"/>
              <a:pathLst>
                <a:path w="241" h="247" extrusionOk="0">
                  <a:moveTo>
                    <a:pt x="135" y="0"/>
                  </a:moveTo>
                  <a:cubicBezTo>
                    <a:pt x="100" y="0"/>
                    <a:pt x="65" y="18"/>
                    <a:pt x="34" y="47"/>
                  </a:cubicBezTo>
                  <a:cubicBezTo>
                    <a:pt x="34" y="63"/>
                    <a:pt x="17" y="84"/>
                    <a:pt x="17" y="100"/>
                  </a:cubicBezTo>
                  <a:cubicBezTo>
                    <a:pt x="1" y="150"/>
                    <a:pt x="17" y="187"/>
                    <a:pt x="34" y="220"/>
                  </a:cubicBezTo>
                  <a:cubicBezTo>
                    <a:pt x="53" y="239"/>
                    <a:pt x="80" y="247"/>
                    <a:pt x="105" y="247"/>
                  </a:cubicBezTo>
                  <a:cubicBezTo>
                    <a:pt x="123" y="247"/>
                    <a:pt x="140" y="243"/>
                    <a:pt x="153" y="236"/>
                  </a:cubicBezTo>
                  <a:cubicBezTo>
                    <a:pt x="170" y="236"/>
                    <a:pt x="191" y="220"/>
                    <a:pt x="207" y="203"/>
                  </a:cubicBezTo>
                  <a:cubicBezTo>
                    <a:pt x="240" y="150"/>
                    <a:pt x="240" y="63"/>
                    <a:pt x="207" y="30"/>
                  </a:cubicBezTo>
                  <a:cubicBezTo>
                    <a:pt x="185" y="9"/>
                    <a:pt x="160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16"/>
            <p:cNvSpPr/>
            <p:nvPr/>
          </p:nvSpPr>
          <p:spPr>
            <a:xfrm>
              <a:off x="4069850" y="2760600"/>
              <a:ext cx="5700" cy="6300"/>
            </a:xfrm>
            <a:custGeom>
              <a:avLst/>
              <a:gdLst/>
              <a:ahLst/>
              <a:cxnLst/>
              <a:rect l="l" t="t" r="r" b="b"/>
              <a:pathLst>
                <a:path w="228" h="252" extrusionOk="0">
                  <a:moveTo>
                    <a:pt x="119" y="1"/>
                  </a:moveTo>
                  <a:cubicBezTo>
                    <a:pt x="102" y="1"/>
                    <a:pt x="82" y="8"/>
                    <a:pt x="71" y="8"/>
                  </a:cubicBezTo>
                  <a:cubicBezTo>
                    <a:pt x="38" y="24"/>
                    <a:pt x="21" y="62"/>
                    <a:pt x="1" y="111"/>
                  </a:cubicBezTo>
                  <a:cubicBezTo>
                    <a:pt x="1" y="144"/>
                    <a:pt x="1" y="181"/>
                    <a:pt x="21" y="198"/>
                  </a:cubicBezTo>
                  <a:cubicBezTo>
                    <a:pt x="38" y="231"/>
                    <a:pt x="54" y="247"/>
                    <a:pt x="87" y="247"/>
                  </a:cubicBezTo>
                  <a:cubicBezTo>
                    <a:pt x="95" y="250"/>
                    <a:pt x="103" y="252"/>
                    <a:pt x="111" y="252"/>
                  </a:cubicBezTo>
                  <a:cubicBezTo>
                    <a:pt x="156" y="252"/>
                    <a:pt x="196" y="207"/>
                    <a:pt x="227" y="165"/>
                  </a:cubicBezTo>
                  <a:lnTo>
                    <a:pt x="227" y="144"/>
                  </a:lnTo>
                  <a:cubicBezTo>
                    <a:pt x="227" y="95"/>
                    <a:pt x="227" y="62"/>
                    <a:pt x="190" y="24"/>
                  </a:cubicBezTo>
                  <a:cubicBezTo>
                    <a:pt x="174" y="8"/>
                    <a:pt x="157" y="8"/>
                    <a:pt x="141" y="8"/>
                  </a:cubicBezTo>
                  <a:cubicBezTo>
                    <a:pt x="135" y="2"/>
                    <a:pt x="128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16"/>
            <p:cNvSpPr/>
            <p:nvPr/>
          </p:nvSpPr>
          <p:spPr>
            <a:xfrm>
              <a:off x="4113650" y="2815425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49" y="0"/>
                  </a:moveTo>
                  <a:cubicBezTo>
                    <a:pt x="136" y="0"/>
                    <a:pt x="123" y="4"/>
                    <a:pt x="104" y="12"/>
                  </a:cubicBezTo>
                  <a:cubicBezTo>
                    <a:pt x="38" y="33"/>
                    <a:pt x="1" y="116"/>
                    <a:pt x="22" y="169"/>
                  </a:cubicBezTo>
                  <a:cubicBezTo>
                    <a:pt x="38" y="202"/>
                    <a:pt x="55" y="239"/>
                    <a:pt x="71" y="239"/>
                  </a:cubicBezTo>
                  <a:cubicBezTo>
                    <a:pt x="104" y="256"/>
                    <a:pt x="141" y="256"/>
                    <a:pt x="158" y="256"/>
                  </a:cubicBezTo>
                  <a:cubicBezTo>
                    <a:pt x="191" y="239"/>
                    <a:pt x="207" y="202"/>
                    <a:pt x="228" y="186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44" y="66"/>
                    <a:pt x="228" y="50"/>
                    <a:pt x="207" y="33"/>
                  </a:cubicBezTo>
                  <a:cubicBezTo>
                    <a:pt x="207" y="12"/>
                    <a:pt x="191" y="12"/>
                    <a:pt x="191" y="12"/>
                  </a:cubicBezTo>
                  <a:cubicBezTo>
                    <a:pt x="174" y="4"/>
                    <a:pt x="162" y="0"/>
                    <a:pt x="1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16"/>
            <p:cNvSpPr/>
            <p:nvPr/>
          </p:nvSpPr>
          <p:spPr>
            <a:xfrm>
              <a:off x="4091400" y="28282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87" y="0"/>
                    <a:pt x="50" y="17"/>
                    <a:pt x="33" y="54"/>
                  </a:cubicBezTo>
                  <a:cubicBezTo>
                    <a:pt x="17" y="70"/>
                    <a:pt x="0" y="103"/>
                    <a:pt x="0" y="120"/>
                  </a:cubicBezTo>
                  <a:cubicBezTo>
                    <a:pt x="0" y="173"/>
                    <a:pt x="17" y="206"/>
                    <a:pt x="33" y="223"/>
                  </a:cubicBezTo>
                  <a:cubicBezTo>
                    <a:pt x="56" y="246"/>
                    <a:pt x="81" y="256"/>
                    <a:pt x="106" y="256"/>
                  </a:cubicBezTo>
                  <a:cubicBezTo>
                    <a:pt x="141" y="256"/>
                    <a:pt x="176" y="237"/>
                    <a:pt x="207" y="206"/>
                  </a:cubicBezTo>
                  <a:cubicBezTo>
                    <a:pt x="239" y="157"/>
                    <a:pt x="239" y="70"/>
                    <a:pt x="190" y="17"/>
                  </a:cubicBezTo>
                  <a:cubicBezTo>
                    <a:pt x="169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16"/>
            <p:cNvSpPr/>
            <p:nvPr/>
          </p:nvSpPr>
          <p:spPr>
            <a:xfrm>
              <a:off x="4087475" y="272007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7" y="0"/>
                  </a:moveTo>
                  <a:cubicBezTo>
                    <a:pt x="121" y="0"/>
                    <a:pt x="104" y="5"/>
                    <a:pt x="87" y="13"/>
                  </a:cubicBezTo>
                  <a:cubicBezTo>
                    <a:pt x="71" y="13"/>
                    <a:pt x="38" y="50"/>
                    <a:pt x="17" y="83"/>
                  </a:cubicBezTo>
                  <a:cubicBezTo>
                    <a:pt x="1" y="116"/>
                    <a:pt x="1" y="153"/>
                    <a:pt x="17" y="169"/>
                  </a:cubicBezTo>
                  <a:cubicBezTo>
                    <a:pt x="17" y="202"/>
                    <a:pt x="38" y="240"/>
                    <a:pt x="71" y="240"/>
                  </a:cubicBezTo>
                  <a:cubicBezTo>
                    <a:pt x="87" y="256"/>
                    <a:pt x="120" y="256"/>
                    <a:pt x="157" y="256"/>
                  </a:cubicBezTo>
                  <a:cubicBezTo>
                    <a:pt x="207" y="219"/>
                    <a:pt x="244" y="153"/>
                    <a:pt x="223" y="83"/>
                  </a:cubicBezTo>
                  <a:cubicBezTo>
                    <a:pt x="223" y="66"/>
                    <a:pt x="207" y="50"/>
                    <a:pt x="207" y="33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6" y="5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16"/>
            <p:cNvSpPr/>
            <p:nvPr/>
          </p:nvSpPr>
          <p:spPr>
            <a:xfrm>
              <a:off x="4086250" y="27647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1"/>
                  </a:moveTo>
                  <a:cubicBezTo>
                    <a:pt x="87" y="1"/>
                    <a:pt x="33" y="50"/>
                    <a:pt x="17" y="120"/>
                  </a:cubicBezTo>
                  <a:cubicBezTo>
                    <a:pt x="0" y="153"/>
                    <a:pt x="17" y="186"/>
                    <a:pt x="33" y="207"/>
                  </a:cubicBezTo>
                  <a:cubicBezTo>
                    <a:pt x="33" y="240"/>
                    <a:pt x="66" y="256"/>
                    <a:pt x="103" y="256"/>
                  </a:cubicBezTo>
                  <a:cubicBezTo>
                    <a:pt x="110" y="258"/>
                    <a:pt x="117" y="259"/>
                    <a:pt x="124" y="259"/>
                  </a:cubicBezTo>
                  <a:cubicBezTo>
                    <a:pt x="170" y="259"/>
                    <a:pt x="225" y="214"/>
                    <a:pt x="239" y="153"/>
                  </a:cubicBezTo>
                  <a:cubicBezTo>
                    <a:pt x="239" y="120"/>
                    <a:pt x="239" y="83"/>
                    <a:pt x="223" y="50"/>
                  </a:cubicBezTo>
                  <a:lnTo>
                    <a:pt x="206" y="34"/>
                  </a:lnTo>
                  <a:cubicBezTo>
                    <a:pt x="190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16"/>
            <p:cNvSpPr/>
            <p:nvPr/>
          </p:nvSpPr>
          <p:spPr>
            <a:xfrm>
              <a:off x="4095200" y="273635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58" y="1"/>
                  </a:moveTo>
                  <a:cubicBezTo>
                    <a:pt x="87" y="1"/>
                    <a:pt x="17" y="50"/>
                    <a:pt x="17" y="120"/>
                  </a:cubicBezTo>
                  <a:cubicBezTo>
                    <a:pt x="1" y="153"/>
                    <a:pt x="1" y="186"/>
                    <a:pt x="17" y="207"/>
                  </a:cubicBezTo>
                  <a:cubicBezTo>
                    <a:pt x="38" y="240"/>
                    <a:pt x="71" y="256"/>
                    <a:pt x="87" y="256"/>
                  </a:cubicBezTo>
                  <a:cubicBezTo>
                    <a:pt x="97" y="261"/>
                    <a:pt x="107" y="263"/>
                    <a:pt x="117" y="263"/>
                  </a:cubicBezTo>
                  <a:cubicBezTo>
                    <a:pt x="140" y="263"/>
                    <a:pt x="162" y="252"/>
                    <a:pt x="174" y="240"/>
                  </a:cubicBezTo>
                  <a:cubicBezTo>
                    <a:pt x="207" y="223"/>
                    <a:pt x="224" y="186"/>
                    <a:pt x="224" y="153"/>
                  </a:cubicBezTo>
                  <a:cubicBezTo>
                    <a:pt x="244" y="120"/>
                    <a:pt x="244" y="83"/>
                    <a:pt x="224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1" y="17"/>
                    <a:pt x="174" y="17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16"/>
            <p:cNvSpPr/>
            <p:nvPr/>
          </p:nvSpPr>
          <p:spPr>
            <a:xfrm>
              <a:off x="4074175" y="2822725"/>
              <a:ext cx="6525" cy="6575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41" y="1"/>
                  </a:moveTo>
                  <a:cubicBezTo>
                    <a:pt x="126" y="1"/>
                    <a:pt x="112" y="5"/>
                    <a:pt x="104" y="13"/>
                  </a:cubicBezTo>
                  <a:cubicBezTo>
                    <a:pt x="34" y="50"/>
                    <a:pt x="1" y="116"/>
                    <a:pt x="17" y="186"/>
                  </a:cubicBezTo>
                  <a:cubicBezTo>
                    <a:pt x="30" y="240"/>
                    <a:pt x="74" y="262"/>
                    <a:pt x="118" y="262"/>
                  </a:cubicBezTo>
                  <a:cubicBezTo>
                    <a:pt x="132" y="262"/>
                    <a:pt x="145" y="260"/>
                    <a:pt x="158" y="256"/>
                  </a:cubicBezTo>
                  <a:cubicBezTo>
                    <a:pt x="223" y="219"/>
                    <a:pt x="261" y="153"/>
                    <a:pt x="240" y="83"/>
                  </a:cubicBezTo>
                  <a:cubicBezTo>
                    <a:pt x="223" y="67"/>
                    <a:pt x="223" y="50"/>
                    <a:pt x="207" y="30"/>
                  </a:cubicBezTo>
                  <a:cubicBezTo>
                    <a:pt x="190" y="30"/>
                    <a:pt x="190" y="13"/>
                    <a:pt x="190" y="13"/>
                  </a:cubicBezTo>
                  <a:cubicBezTo>
                    <a:pt x="174" y="5"/>
                    <a:pt x="156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16"/>
            <p:cNvSpPr/>
            <p:nvPr/>
          </p:nvSpPr>
          <p:spPr>
            <a:xfrm>
              <a:off x="4034300" y="27717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1" y="0"/>
                  </a:moveTo>
                  <a:cubicBezTo>
                    <a:pt x="122" y="0"/>
                    <a:pt x="113" y="2"/>
                    <a:pt x="103" y="7"/>
                  </a:cubicBezTo>
                  <a:cubicBezTo>
                    <a:pt x="83" y="7"/>
                    <a:pt x="50" y="28"/>
                    <a:pt x="33" y="44"/>
                  </a:cubicBezTo>
                  <a:cubicBezTo>
                    <a:pt x="17" y="77"/>
                    <a:pt x="0" y="94"/>
                    <a:pt x="0" y="131"/>
                  </a:cubicBezTo>
                  <a:cubicBezTo>
                    <a:pt x="0" y="164"/>
                    <a:pt x="17" y="197"/>
                    <a:pt x="33" y="234"/>
                  </a:cubicBezTo>
                  <a:cubicBezTo>
                    <a:pt x="55" y="248"/>
                    <a:pt x="81" y="257"/>
                    <a:pt x="107" y="257"/>
                  </a:cubicBezTo>
                  <a:cubicBezTo>
                    <a:pt x="141" y="257"/>
                    <a:pt x="176" y="243"/>
                    <a:pt x="206" y="213"/>
                  </a:cubicBezTo>
                  <a:cubicBezTo>
                    <a:pt x="239" y="147"/>
                    <a:pt x="239" y="77"/>
                    <a:pt x="186" y="28"/>
                  </a:cubicBezTo>
                  <a:cubicBezTo>
                    <a:pt x="174" y="13"/>
                    <a:pt x="154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16"/>
            <p:cNvSpPr/>
            <p:nvPr/>
          </p:nvSpPr>
          <p:spPr>
            <a:xfrm>
              <a:off x="4028625" y="2755975"/>
              <a:ext cx="6100" cy="6250"/>
            </a:xfrm>
            <a:custGeom>
              <a:avLst/>
              <a:gdLst/>
              <a:ahLst/>
              <a:cxnLst/>
              <a:rect l="l" t="t" r="r" b="b"/>
              <a:pathLst>
                <a:path w="244" h="250" extrusionOk="0">
                  <a:moveTo>
                    <a:pt x="131" y="0"/>
                  </a:moveTo>
                  <a:cubicBezTo>
                    <a:pt x="72" y="0"/>
                    <a:pt x="21" y="49"/>
                    <a:pt x="21" y="106"/>
                  </a:cubicBezTo>
                  <a:cubicBezTo>
                    <a:pt x="1" y="143"/>
                    <a:pt x="1" y="176"/>
                    <a:pt x="21" y="193"/>
                  </a:cubicBezTo>
                  <a:cubicBezTo>
                    <a:pt x="38" y="226"/>
                    <a:pt x="71" y="247"/>
                    <a:pt x="87" y="247"/>
                  </a:cubicBezTo>
                  <a:cubicBezTo>
                    <a:pt x="96" y="249"/>
                    <a:pt x="104" y="250"/>
                    <a:pt x="112" y="250"/>
                  </a:cubicBezTo>
                  <a:cubicBezTo>
                    <a:pt x="169" y="250"/>
                    <a:pt x="209" y="201"/>
                    <a:pt x="227" y="143"/>
                  </a:cubicBezTo>
                  <a:cubicBezTo>
                    <a:pt x="244" y="106"/>
                    <a:pt x="227" y="73"/>
                    <a:pt x="227" y="57"/>
                  </a:cubicBezTo>
                  <a:cubicBezTo>
                    <a:pt x="207" y="40"/>
                    <a:pt x="207" y="40"/>
                    <a:pt x="207" y="20"/>
                  </a:cubicBezTo>
                  <a:cubicBezTo>
                    <a:pt x="190" y="3"/>
                    <a:pt x="174" y="3"/>
                    <a:pt x="157" y="3"/>
                  </a:cubicBezTo>
                  <a:cubicBezTo>
                    <a:pt x="148" y="1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16"/>
            <p:cNvSpPr/>
            <p:nvPr/>
          </p:nvSpPr>
          <p:spPr>
            <a:xfrm>
              <a:off x="4037700" y="2850150"/>
              <a:ext cx="3425" cy="425"/>
            </a:xfrm>
            <a:custGeom>
              <a:avLst/>
              <a:gdLst/>
              <a:ahLst/>
              <a:cxnLst/>
              <a:rect l="l" t="t" r="r" b="b"/>
              <a:pathLst>
                <a:path w="137" h="17" extrusionOk="0">
                  <a:moveTo>
                    <a:pt x="87" y="0"/>
                  </a:moveTo>
                  <a:cubicBezTo>
                    <a:pt x="50" y="0"/>
                    <a:pt x="33" y="0"/>
                    <a:pt x="0" y="17"/>
                  </a:cubicBezTo>
                  <a:lnTo>
                    <a:pt x="136" y="17"/>
                  </a:lnTo>
                  <a:cubicBezTo>
                    <a:pt x="120" y="17"/>
                    <a:pt x="103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16"/>
            <p:cNvSpPr/>
            <p:nvPr/>
          </p:nvSpPr>
          <p:spPr>
            <a:xfrm>
              <a:off x="4035950" y="278865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5" y="45"/>
                    <a:pt x="17" y="106"/>
                  </a:cubicBezTo>
                  <a:cubicBezTo>
                    <a:pt x="0" y="139"/>
                    <a:pt x="0" y="176"/>
                    <a:pt x="17" y="209"/>
                  </a:cubicBezTo>
                  <a:cubicBezTo>
                    <a:pt x="37" y="226"/>
                    <a:pt x="70" y="242"/>
                    <a:pt x="87" y="259"/>
                  </a:cubicBezTo>
                  <a:cubicBezTo>
                    <a:pt x="157" y="259"/>
                    <a:pt x="206" y="209"/>
                    <a:pt x="223" y="139"/>
                  </a:cubicBezTo>
                  <a:cubicBezTo>
                    <a:pt x="243" y="106"/>
                    <a:pt x="243" y="73"/>
                    <a:pt x="223" y="53"/>
                  </a:cubicBezTo>
                  <a:cubicBezTo>
                    <a:pt x="206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16"/>
            <p:cNvSpPr/>
            <p:nvPr/>
          </p:nvSpPr>
          <p:spPr>
            <a:xfrm>
              <a:off x="4036875" y="2804500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3" y="1"/>
                  </a:moveTo>
                  <a:cubicBezTo>
                    <a:pt x="86" y="1"/>
                    <a:pt x="31" y="46"/>
                    <a:pt x="17" y="107"/>
                  </a:cubicBezTo>
                  <a:cubicBezTo>
                    <a:pt x="0" y="177"/>
                    <a:pt x="33" y="243"/>
                    <a:pt x="103" y="243"/>
                  </a:cubicBezTo>
                  <a:cubicBezTo>
                    <a:pt x="113" y="249"/>
                    <a:pt x="122" y="252"/>
                    <a:pt x="129" y="252"/>
                  </a:cubicBezTo>
                  <a:cubicBezTo>
                    <a:pt x="148" y="252"/>
                    <a:pt x="163" y="238"/>
                    <a:pt x="186" y="227"/>
                  </a:cubicBezTo>
                  <a:cubicBezTo>
                    <a:pt x="206" y="210"/>
                    <a:pt x="223" y="177"/>
                    <a:pt x="239" y="140"/>
                  </a:cubicBezTo>
                  <a:cubicBezTo>
                    <a:pt x="239" y="107"/>
                    <a:pt x="239" y="74"/>
                    <a:pt x="223" y="58"/>
                  </a:cubicBezTo>
                  <a:cubicBezTo>
                    <a:pt x="223" y="37"/>
                    <a:pt x="223" y="37"/>
                    <a:pt x="206" y="21"/>
                  </a:cubicBezTo>
                  <a:cubicBezTo>
                    <a:pt x="186" y="4"/>
                    <a:pt x="169" y="4"/>
                    <a:pt x="153" y="4"/>
                  </a:cubicBezTo>
                  <a:cubicBezTo>
                    <a:pt x="146" y="2"/>
                    <a:pt x="140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16"/>
            <p:cNvSpPr/>
            <p:nvPr/>
          </p:nvSpPr>
          <p:spPr>
            <a:xfrm>
              <a:off x="4030375" y="2818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7" y="1"/>
                  </a:moveTo>
                  <a:cubicBezTo>
                    <a:pt x="87" y="1"/>
                    <a:pt x="17" y="38"/>
                    <a:pt x="1" y="124"/>
                  </a:cubicBezTo>
                  <a:cubicBezTo>
                    <a:pt x="1" y="141"/>
                    <a:pt x="1" y="174"/>
                    <a:pt x="17" y="207"/>
                  </a:cubicBezTo>
                  <a:cubicBezTo>
                    <a:pt x="34" y="244"/>
                    <a:pt x="71" y="260"/>
                    <a:pt x="87" y="260"/>
                  </a:cubicBezTo>
                  <a:cubicBezTo>
                    <a:pt x="120" y="260"/>
                    <a:pt x="157" y="260"/>
                    <a:pt x="174" y="244"/>
                  </a:cubicBezTo>
                  <a:cubicBezTo>
                    <a:pt x="207" y="207"/>
                    <a:pt x="223" y="190"/>
                    <a:pt x="223" y="157"/>
                  </a:cubicBezTo>
                  <a:cubicBezTo>
                    <a:pt x="240" y="124"/>
                    <a:pt x="223" y="87"/>
                    <a:pt x="223" y="54"/>
                  </a:cubicBezTo>
                  <a:cubicBezTo>
                    <a:pt x="207" y="54"/>
                    <a:pt x="207" y="38"/>
                    <a:pt x="190" y="38"/>
                  </a:cubicBezTo>
                  <a:cubicBezTo>
                    <a:pt x="190" y="21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16"/>
            <p:cNvSpPr/>
            <p:nvPr/>
          </p:nvSpPr>
          <p:spPr>
            <a:xfrm>
              <a:off x="4034300" y="283285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15" y="1"/>
                  </a:moveTo>
                  <a:cubicBezTo>
                    <a:pt x="66" y="1"/>
                    <a:pt x="15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7"/>
                    <a:pt x="50" y="264"/>
                    <a:pt x="83" y="264"/>
                  </a:cubicBezTo>
                  <a:cubicBezTo>
                    <a:pt x="120" y="264"/>
                    <a:pt x="136" y="264"/>
                    <a:pt x="169" y="227"/>
                  </a:cubicBezTo>
                  <a:cubicBezTo>
                    <a:pt x="186" y="210"/>
                    <a:pt x="223" y="194"/>
                    <a:pt x="223" y="161"/>
                  </a:cubicBezTo>
                  <a:cubicBezTo>
                    <a:pt x="223" y="124"/>
                    <a:pt x="223" y="91"/>
                    <a:pt x="206" y="58"/>
                  </a:cubicBezTo>
                  <a:cubicBezTo>
                    <a:pt x="206" y="37"/>
                    <a:pt x="206" y="37"/>
                    <a:pt x="186" y="37"/>
                  </a:cubicBezTo>
                  <a:cubicBezTo>
                    <a:pt x="169" y="20"/>
                    <a:pt x="153" y="4"/>
                    <a:pt x="136" y="4"/>
                  </a:cubicBezTo>
                  <a:cubicBezTo>
                    <a:pt x="129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16"/>
            <p:cNvSpPr/>
            <p:nvPr/>
          </p:nvSpPr>
          <p:spPr>
            <a:xfrm>
              <a:off x="4064300" y="279122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4" y="45"/>
                    <a:pt x="17" y="106"/>
                  </a:cubicBezTo>
                  <a:cubicBezTo>
                    <a:pt x="0" y="139"/>
                    <a:pt x="17" y="176"/>
                    <a:pt x="37" y="209"/>
                  </a:cubicBezTo>
                  <a:cubicBezTo>
                    <a:pt x="37" y="226"/>
                    <a:pt x="70" y="242"/>
                    <a:pt x="103" y="259"/>
                  </a:cubicBezTo>
                  <a:cubicBezTo>
                    <a:pt x="157" y="259"/>
                    <a:pt x="223" y="209"/>
                    <a:pt x="243" y="139"/>
                  </a:cubicBezTo>
                  <a:cubicBezTo>
                    <a:pt x="243" y="106"/>
                    <a:pt x="243" y="73"/>
                    <a:pt x="223" y="53"/>
                  </a:cubicBezTo>
                  <a:cubicBezTo>
                    <a:pt x="223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16"/>
            <p:cNvSpPr/>
            <p:nvPr/>
          </p:nvSpPr>
          <p:spPr>
            <a:xfrm>
              <a:off x="4059125" y="2821275"/>
              <a:ext cx="6125" cy="6200"/>
            </a:xfrm>
            <a:custGeom>
              <a:avLst/>
              <a:gdLst/>
              <a:ahLst/>
              <a:cxnLst/>
              <a:rect l="l" t="t" r="r" b="b"/>
              <a:pathLst>
                <a:path w="245" h="248" extrusionOk="0">
                  <a:moveTo>
                    <a:pt x="128" y="1"/>
                  </a:moveTo>
                  <a:cubicBezTo>
                    <a:pt x="74" y="1"/>
                    <a:pt x="35" y="48"/>
                    <a:pt x="17" y="108"/>
                  </a:cubicBezTo>
                  <a:cubicBezTo>
                    <a:pt x="1" y="141"/>
                    <a:pt x="1" y="174"/>
                    <a:pt x="17" y="211"/>
                  </a:cubicBezTo>
                  <a:cubicBezTo>
                    <a:pt x="38" y="228"/>
                    <a:pt x="71" y="244"/>
                    <a:pt x="87" y="244"/>
                  </a:cubicBezTo>
                  <a:cubicBezTo>
                    <a:pt x="97" y="246"/>
                    <a:pt x="105" y="248"/>
                    <a:pt x="114" y="248"/>
                  </a:cubicBezTo>
                  <a:cubicBezTo>
                    <a:pt x="170" y="248"/>
                    <a:pt x="209" y="202"/>
                    <a:pt x="224" y="141"/>
                  </a:cubicBezTo>
                  <a:cubicBezTo>
                    <a:pt x="244" y="108"/>
                    <a:pt x="244" y="71"/>
                    <a:pt x="224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1" y="5"/>
                    <a:pt x="174" y="5"/>
                    <a:pt x="158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16"/>
            <p:cNvSpPr/>
            <p:nvPr/>
          </p:nvSpPr>
          <p:spPr>
            <a:xfrm>
              <a:off x="4064300" y="2837275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40" y="0"/>
                  </a:moveTo>
                  <a:cubicBezTo>
                    <a:pt x="120" y="0"/>
                    <a:pt x="87" y="17"/>
                    <a:pt x="54" y="33"/>
                  </a:cubicBezTo>
                  <a:cubicBezTo>
                    <a:pt x="37" y="50"/>
                    <a:pt x="17" y="87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7" y="239"/>
                    <a:pt x="54" y="256"/>
                    <a:pt x="87" y="256"/>
                  </a:cubicBezTo>
                  <a:cubicBezTo>
                    <a:pt x="96" y="258"/>
                    <a:pt x="105" y="259"/>
                    <a:pt x="113" y="259"/>
                  </a:cubicBezTo>
                  <a:cubicBezTo>
                    <a:pt x="169" y="259"/>
                    <a:pt x="208" y="214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206" y="50"/>
                    <a:pt x="206" y="33"/>
                    <a:pt x="190" y="33"/>
                  </a:cubicBezTo>
                  <a:cubicBezTo>
                    <a:pt x="173" y="17"/>
                    <a:pt x="157" y="17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16"/>
            <p:cNvSpPr/>
            <p:nvPr/>
          </p:nvSpPr>
          <p:spPr>
            <a:xfrm>
              <a:off x="4051825" y="2804500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19" y="1"/>
                  </a:moveTo>
                  <a:cubicBezTo>
                    <a:pt x="70" y="1"/>
                    <a:pt x="18" y="46"/>
                    <a:pt x="0" y="107"/>
                  </a:cubicBezTo>
                  <a:cubicBezTo>
                    <a:pt x="0" y="140"/>
                    <a:pt x="0" y="177"/>
                    <a:pt x="21" y="194"/>
                  </a:cubicBezTo>
                  <a:cubicBezTo>
                    <a:pt x="37" y="227"/>
                    <a:pt x="54" y="243"/>
                    <a:pt x="87" y="243"/>
                  </a:cubicBezTo>
                  <a:cubicBezTo>
                    <a:pt x="97" y="246"/>
                    <a:pt x="107" y="248"/>
                    <a:pt x="116" y="248"/>
                  </a:cubicBezTo>
                  <a:cubicBezTo>
                    <a:pt x="171" y="248"/>
                    <a:pt x="209" y="200"/>
                    <a:pt x="227" y="140"/>
                  </a:cubicBezTo>
                  <a:cubicBezTo>
                    <a:pt x="243" y="107"/>
                    <a:pt x="227" y="74"/>
                    <a:pt x="206" y="58"/>
                  </a:cubicBezTo>
                  <a:cubicBezTo>
                    <a:pt x="206" y="37"/>
                    <a:pt x="206" y="37"/>
                    <a:pt x="190" y="21"/>
                  </a:cubicBezTo>
                  <a:cubicBezTo>
                    <a:pt x="190" y="4"/>
                    <a:pt x="173" y="4"/>
                    <a:pt x="140" y="4"/>
                  </a:cubicBezTo>
                  <a:cubicBezTo>
                    <a:pt x="133" y="2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16"/>
            <p:cNvSpPr/>
            <p:nvPr/>
          </p:nvSpPr>
          <p:spPr>
            <a:xfrm>
              <a:off x="4062125" y="27757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7" y="1"/>
                  </a:moveTo>
                  <a:cubicBezTo>
                    <a:pt x="103" y="1"/>
                    <a:pt x="67" y="17"/>
                    <a:pt x="38" y="55"/>
                  </a:cubicBezTo>
                  <a:cubicBezTo>
                    <a:pt x="0" y="109"/>
                    <a:pt x="0" y="179"/>
                    <a:pt x="38" y="229"/>
                  </a:cubicBezTo>
                  <a:cubicBezTo>
                    <a:pt x="58" y="251"/>
                    <a:pt x="82" y="260"/>
                    <a:pt x="107" y="260"/>
                  </a:cubicBezTo>
                  <a:cubicBezTo>
                    <a:pt x="141" y="260"/>
                    <a:pt x="178" y="241"/>
                    <a:pt x="207" y="212"/>
                  </a:cubicBezTo>
                  <a:cubicBezTo>
                    <a:pt x="244" y="158"/>
                    <a:pt x="244" y="76"/>
                    <a:pt x="207" y="22"/>
                  </a:cubicBezTo>
                  <a:cubicBezTo>
                    <a:pt x="186" y="9"/>
                    <a:pt x="162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16"/>
            <p:cNvSpPr/>
            <p:nvPr/>
          </p:nvSpPr>
          <p:spPr>
            <a:xfrm>
              <a:off x="4056550" y="275885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35" y="1"/>
                  </a:moveTo>
                  <a:cubicBezTo>
                    <a:pt x="126" y="1"/>
                    <a:pt x="116" y="2"/>
                    <a:pt x="104" y="8"/>
                  </a:cubicBezTo>
                  <a:cubicBezTo>
                    <a:pt x="38" y="45"/>
                    <a:pt x="1" y="111"/>
                    <a:pt x="17" y="181"/>
                  </a:cubicBezTo>
                  <a:cubicBezTo>
                    <a:pt x="38" y="214"/>
                    <a:pt x="54" y="235"/>
                    <a:pt x="71" y="251"/>
                  </a:cubicBezTo>
                  <a:cubicBezTo>
                    <a:pt x="87" y="259"/>
                    <a:pt x="105" y="263"/>
                    <a:pt x="120" y="263"/>
                  </a:cubicBezTo>
                  <a:cubicBezTo>
                    <a:pt x="136" y="263"/>
                    <a:pt x="149" y="259"/>
                    <a:pt x="157" y="251"/>
                  </a:cubicBezTo>
                  <a:cubicBezTo>
                    <a:pt x="190" y="235"/>
                    <a:pt x="207" y="214"/>
                    <a:pt x="223" y="181"/>
                  </a:cubicBezTo>
                  <a:cubicBezTo>
                    <a:pt x="244" y="148"/>
                    <a:pt x="244" y="111"/>
                    <a:pt x="244" y="78"/>
                  </a:cubicBezTo>
                  <a:cubicBezTo>
                    <a:pt x="244" y="61"/>
                    <a:pt x="223" y="45"/>
                    <a:pt x="207" y="28"/>
                  </a:cubicBezTo>
                  <a:cubicBezTo>
                    <a:pt x="207" y="28"/>
                    <a:pt x="190" y="28"/>
                    <a:pt x="190" y="8"/>
                  </a:cubicBezTo>
                  <a:cubicBezTo>
                    <a:pt x="168" y="8"/>
                    <a:pt x="154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16"/>
            <p:cNvSpPr/>
            <p:nvPr/>
          </p:nvSpPr>
          <p:spPr>
            <a:xfrm>
              <a:off x="4069025" y="274572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37" y="1"/>
                  </a:moveTo>
                  <a:cubicBezTo>
                    <a:pt x="120" y="1"/>
                    <a:pt x="87" y="1"/>
                    <a:pt x="54" y="38"/>
                  </a:cubicBezTo>
                  <a:cubicBezTo>
                    <a:pt x="34" y="55"/>
                    <a:pt x="17" y="71"/>
                    <a:pt x="1" y="104"/>
                  </a:cubicBezTo>
                  <a:cubicBezTo>
                    <a:pt x="1" y="141"/>
                    <a:pt x="1" y="174"/>
                    <a:pt x="17" y="207"/>
                  </a:cubicBezTo>
                  <a:cubicBezTo>
                    <a:pt x="34" y="244"/>
                    <a:pt x="54" y="261"/>
                    <a:pt x="87" y="261"/>
                  </a:cubicBezTo>
                  <a:cubicBezTo>
                    <a:pt x="93" y="263"/>
                    <a:pt x="100" y="264"/>
                    <a:pt x="106" y="264"/>
                  </a:cubicBezTo>
                  <a:cubicBezTo>
                    <a:pt x="153" y="264"/>
                    <a:pt x="209" y="215"/>
                    <a:pt x="223" y="158"/>
                  </a:cubicBezTo>
                  <a:cubicBezTo>
                    <a:pt x="223" y="121"/>
                    <a:pt x="223" y="88"/>
                    <a:pt x="207" y="55"/>
                  </a:cubicBezTo>
                  <a:cubicBezTo>
                    <a:pt x="207" y="55"/>
                    <a:pt x="207" y="38"/>
                    <a:pt x="190" y="38"/>
                  </a:cubicBezTo>
                  <a:cubicBezTo>
                    <a:pt x="174" y="17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16"/>
            <p:cNvSpPr/>
            <p:nvPr/>
          </p:nvSpPr>
          <p:spPr>
            <a:xfrm>
              <a:off x="4066050" y="2806825"/>
              <a:ext cx="6400" cy="6300"/>
            </a:xfrm>
            <a:custGeom>
              <a:avLst/>
              <a:gdLst/>
              <a:ahLst/>
              <a:cxnLst/>
              <a:rect l="l" t="t" r="r" b="b"/>
              <a:pathLst>
                <a:path w="256" h="252" extrusionOk="0">
                  <a:moveTo>
                    <a:pt x="144" y="1"/>
                  </a:moveTo>
                  <a:cubicBezTo>
                    <a:pt x="109" y="1"/>
                    <a:pt x="71" y="18"/>
                    <a:pt x="50" y="47"/>
                  </a:cubicBezTo>
                  <a:cubicBezTo>
                    <a:pt x="0" y="101"/>
                    <a:pt x="0" y="187"/>
                    <a:pt x="50" y="220"/>
                  </a:cubicBezTo>
                  <a:cubicBezTo>
                    <a:pt x="65" y="243"/>
                    <a:pt x="89" y="252"/>
                    <a:pt x="114" y="252"/>
                  </a:cubicBezTo>
                  <a:cubicBezTo>
                    <a:pt x="149" y="252"/>
                    <a:pt x="187" y="233"/>
                    <a:pt x="206" y="204"/>
                  </a:cubicBezTo>
                  <a:cubicBezTo>
                    <a:pt x="256" y="150"/>
                    <a:pt x="256" y="68"/>
                    <a:pt x="206" y="31"/>
                  </a:cubicBezTo>
                  <a:cubicBezTo>
                    <a:pt x="192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16"/>
            <p:cNvSpPr/>
            <p:nvPr/>
          </p:nvSpPr>
          <p:spPr>
            <a:xfrm>
              <a:off x="4123975" y="273927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5" y="46"/>
                    <a:pt x="21" y="106"/>
                  </a:cubicBezTo>
                  <a:cubicBezTo>
                    <a:pt x="0" y="139"/>
                    <a:pt x="21" y="172"/>
                    <a:pt x="21" y="210"/>
                  </a:cubicBezTo>
                  <a:cubicBezTo>
                    <a:pt x="37" y="226"/>
                    <a:pt x="70" y="242"/>
                    <a:pt x="87" y="259"/>
                  </a:cubicBezTo>
                  <a:cubicBezTo>
                    <a:pt x="157" y="259"/>
                    <a:pt x="227" y="210"/>
                    <a:pt x="227" y="139"/>
                  </a:cubicBezTo>
                  <a:cubicBezTo>
                    <a:pt x="243" y="106"/>
                    <a:pt x="243" y="90"/>
                    <a:pt x="227" y="53"/>
                  </a:cubicBezTo>
                  <a:cubicBezTo>
                    <a:pt x="206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16"/>
            <p:cNvSpPr/>
            <p:nvPr/>
          </p:nvSpPr>
          <p:spPr>
            <a:xfrm>
              <a:off x="3885250" y="27603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8" y="0"/>
                  </a:moveTo>
                  <a:cubicBezTo>
                    <a:pt x="74" y="0"/>
                    <a:pt x="31" y="46"/>
                    <a:pt x="17" y="107"/>
                  </a:cubicBezTo>
                  <a:cubicBezTo>
                    <a:pt x="1" y="139"/>
                    <a:pt x="1" y="177"/>
                    <a:pt x="17" y="210"/>
                  </a:cubicBezTo>
                  <a:cubicBezTo>
                    <a:pt x="34" y="226"/>
                    <a:pt x="67" y="243"/>
                    <a:pt x="87" y="259"/>
                  </a:cubicBezTo>
                  <a:cubicBezTo>
                    <a:pt x="153" y="259"/>
                    <a:pt x="207" y="210"/>
                    <a:pt x="223" y="139"/>
                  </a:cubicBezTo>
                  <a:cubicBezTo>
                    <a:pt x="240" y="107"/>
                    <a:pt x="240" y="74"/>
                    <a:pt x="223" y="53"/>
                  </a:cubicBezTo>
                  <a:cubicBezTo>
                    <a:pt x="207" y="36"/>
                    <a:pt x="207" y="36"/>
                    <a:pt x="207" y="20"/>
                  </a:cubicBezTo>
                  <a:cubicBezTo>
                    <a:pt x="190" y="20"/>
                    <a:pt x="170" y="3"/>
                    <a:pt x="153" y="3"/>
                  </a:cubicBezTo>
                  <a:cubicBezTo>
                    <a:pt x="144" y="1"/>
                    <a:pt x="136" y="0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16"/>
            <p:cNvSpPr/>
            <p:nvPr/>
          </p:nvSpPr>
          <p:spPr>
            <a:xfrm>
              <a:off x="3880100" y="2790350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13" y="1"/>
                  </a:moveTo>
                  <a:cubicBezTo>
                    <a:pt x="68" y="1"/>
                    <a:pt x="14" y="49"/>
                    <a:pt x="0" y="108"/>
                  </a:cubicBezTo>
                  <a:cubicBezTo>
                    <a:pt x="0" y="141"/>
                    <a:pt x="0" y="174"/>
                    <a:pt x="17" y="191"/>
                  </a:cubicBezTo>
                  <a:cubicBezTo>
                    <a:pt x="33" y="228"/>
                    <a:pt x="50" y="244"/>
                    <a:pt x="87" y="244"/>
                  </a:cubicBezTo>
                  <a:cubicBezTo>
                    <a:pt x="96" y="247"/>
                    <a:pt x="104" y="248"/>
                    <a:pt x="112" y="248"/>
                  </a:cubicBezTo>
                  <a:cubicBezTo>
                    <a:pt x="166" y="248"/>
                    <a:pt x="209" y="202"/>
                    <a:pt x="223" y="141"/>
                  </a:cubicBezTo>
                  <a:cubicBezTo>
                    <a:pt x="240" y="108"/>
                    <a:pt x="223" y="71"/>
                    <a:pt x="207" y="55"/>
                  </a:cubicBezTo>
                  <a:cubicBezTo>
                    <a:pt x="207" y="38"/>
                    <a:pt x="207" y="38"/>
                    <a:pt x="190" y="22"/>
                  </a:cubicBezTo>
                  <a:cubicBezTo>
                    <a:pt x="190" y="5"/>
                    <a:pt x="169" y="5"/>
                    <a:pt x="136" y="5"/>
                  </a:cubicBezTo>
                  <a:cubicBezTo>
                    <a:pt x="129" y="2"/>
                    <a:pt x="121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16"/>
            <p:cNvSpPr/>
            <p:nvPr/>
          </p:nvSpPr>
          <p:spPr>
            <a:xfrm>
              <a:off x="3875775" y="283775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36" y="1"/>
                  </a:moveTo>
                  <a:cubicBezTo>
                    <a:pt x="101" y="1"/>
                    <a:pt x="64" y="18"/>
                    <a:pt x="33" y="47"/>
                  </a:cubicBezTo>
                  <a:cubicBezTo>
                    <a:pt x="0" y="101"/>
                    <a:pt x="0" y="187"/>
                    <a:pt x="33" y="220"/>
                  </a:cubicBezTo>
                  <a:cubicBezTo>
                    <a:pt x="54" y="237"/>
                    <a:pt x="70" y="237"/>
                    <a:pt x="87" y="253"/>
                  </a:cubicBezTo>
                  <a:cubicBezTo>
                    <a:pt x="120" y="253"/>
                    <a:pt x="173" y="237"/>
                    <a:pt x="206" y="204"/>
                  </a:cubicBezTo>
                  <a:cubicBezTo>
                    <a:pt x="223" y="171"/>
                    <a:pt x="239" y="117"/>
                    <a:pt x="223" y="68"/>
                  </a:cubicBezTo>
                  <a:cubicBezTo>
                    <a:pt x="223" y="47"/>
                    <a:pt x="206" y="31"/>
                    <a:pt x="206" y="31"/>
                  </a:cubicBezTo>
                  <a:cubicBezTo>
                    <a:pt x="186" y="10"/>
                    <a:pt x="161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16"/>
            <p:cNvSpPr/>
            <p:nvPr/>
          </p:nvSpPr>
          <p:spPr>
            <a:xfrm>
              <a:off x="3890000" y="271482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83" y="0"/>
                    <a:pt x="50" y="17"/>
                  </a:cubicBezTo>
                  <a:cubicBezTo>
                    <a:pt x="33" y="54"/>
                    <a:pt x="0" y="70"/>
                    <a:pt x="0" y="103"/>
                  </a:cubicBezTo>
                  <a:cubicBezTo>
                    <a:pt x="0" y="140"/>
                    <a:pt x="0" y="173"/>
                    <a:pt x="17" y="206"/>
                  </a:cubicBezTo>
                  <a:cubicBezTo>
                    <a:pt x="33" y="223"/>
                    <a:pt x="50" y="260"/>
                    <a:pt x="83" y="260"/>
                  </a:cubicBezTo>
                  <a:cubicBezTo>
                    <a:pt x="136" y="260"/>
                    <a:pt x="206" y="223"/>
                    <a:pt x="223" y="157"/>
                  </a:cubicBezTo>
                  <a:cubicBezTo>
                    <a:pt x="223" y="120"/>
                    <a:pt x="223" y="87"/>
                    <a:pt x="206" y="54"/>
                  </a:cubicBezTo>
                  <a:cubicBezTo>
                    <a:pt x="206" y="37"/>
                    <a:pt x="186" y="37"/>
                    <a:pt x="186" y="37"/>
                  </a:cubicBezTo>
                  <a:cubicBezTo>
                    <a:pt x="169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16"/>
            <p:cNvSpPr/>
            <p:nvPr/>
          </p:nvSpPr>
          <p:spPr>
            <a:xfrm>
              <a:off x="3890400" y="27294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120" y="1"/>
                    <a:pt x="104" y="1"/>
                    <a:pt x="87" y="17"/>
                  </a:cubicBezTo>
                  <a:cubicBezTo>
                    <a:pt x="50" y="34"/>
                    <a:pt x="17" y="71"/>
                    <a:pt x="17" y="120"/>
                  </a:cubicBezTo>
                  <a:cubicBezTo>
                    <a:pt x="1" y="153"/>
                    <a:pt x="17" y="190"/>
                    <a:pt x="17" y="207"/>
                  </a:cubicBezTo>
                  <a:cubicBezTo>
                    <a:pt x="34" y="240"/>
                    <a:pt x="67" y="256"/>
                    <a:pt x="104" y="256"/>
                  </a:cubicBezTo>
                  <a:cubicBezTo>
                    <a:pt x="111" y="259"/>
                    <a:pt x="119" y="261"/>
                    <a:pt x="126" y="261"/>
                  </a:cubicBezTo>
                  <a:cubicBezTo>
                    <a:pt x="169" y="261"/>
                    <a:pt x="209" y="216"/>
                    <a:pt x="223" y="174"/>
                  </a:cubicBezTo>
                  <a:cubicBezTo>
                    <a:pt x="223" y="153"/>
                    <a:pt x="223" y="153"/>
                    <a:pt x="240" y="153"/>
                  </a:cubicBezTo>
                  <a:cubicBezTo>
                    <a:pt x="240" y="104"/>
                    <a:pt x="223" y="71"/>
                    <a:pt x="207" y="34"/>
                  </a:cubicBezTo>
                  <a:cubicBezTo>
                    <a:pt x="19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16"/>
            <p:cNvSpPr/>
            <p:nvPr/>
          </p:nvSpPr>
          <p:spPr>
            <a:xfrm>
              <a:off x="3874525" y="28225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6" y="0"/>
                  </a:moveTo>
                  <a:cubicBezTo>
                    <a:pt x="67" y="0"/>
                    <a:pt x="17" y="46"/>
                    <a:pt x="17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6"/>
                    <a:pt x="67" y="263"/>
                    <a:pt x="83" y="263"/>
                  </a:cubicBezTo>
                  <a:cubicBezTo>
                    <a:pt x="120" y="263"/>
                    <a:pt x="153" y="263"/>
                    <a:pt x="170" y="226"/>
                  </a:cubicBezTo>
                  <a:cubicBezTo>
                    <a:pt x="207" y="210"/>
                    <a:pt x="223" y="193"/>
                    <a:pt x="223" y="160"/>
                  </a:cubicBezTo>
                  <a:cubicBezTo>
                    <a:pt x="240" y="123"/>
                    <a:pt x="223" y="90"/>
                    <a:pt x="223" y="57"/>
                  </a:cubicBezTo>
                  <a:lnTo>
                    <a:pt x="207" y="37"/>
                  </a:lnTo>
                  <a:cubicBezTo>
                    <a:pt x="186" y="20"/>
                    <a:pt x="170" y="4"/>
                    <a:pt x="153" y="4"/>
                  </a:cubicBezTo>
                  <a:cubicBezTo>
                    <a:pt x="144" y="2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16"/>
            <p:cNvSpPr/>
            <p:nvPr/>
          </p:nvSpPr>
          <p:spPr>
            <a:xfrm>
              <a:off x="3886900" y="28231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37" y="0"/>
                  </a:moveTo>
                  <a:cubicBezTo>
                    <a:pt x="104" y="0"/>
                    <a:pt x="73" y="19"/>
                    <a:pt x="54" y="50"/>
                  </a:cubicBezTo>
                  <a:cubicBezTo>
                    <a:pt x="1" y="99"/>
                    <a:pt x="1" y="186"/>
                    <a:pt x="54" y="239"/>
                  </a:cubicBezTo>
                  <a:cubicBezTo>
                    <a:pt x="71" y="239"/>
                    <a:pt x="71" y="256"/>
                    <a:pt x="87" y="256"/>
                  </a:cubicBezTo>
                  <a:cubicBezTo>
                    <a:pt x="100" y="260"/>
                    <a:pt x="112" y="262"/>
                    <a:pt x="123" y="262"/>
                  </a:cubicBezTo>
                  <a:cubicBezTo>
                    <a:pt x="157" y="262"/>
                    <a:pt x="182" y="243"/>
                    <a:pt x="207" y="202"/>
                  </a:cubicBezTo>
                  <a:cubicBezTo>
                    <a:pt x="244" y="169"/>
                    <a:pt x="244" y="116"/>
                    <a:pt x="244" y="83"/>
                  </a:cubicBezTo>
                  <a:cubicBezTo>
                    <a:pt x="227" y="66"/>
                    <a:pt x="227" y="50"/>
                    <a:pt x="207" y="33"/>
                  </a:cubicBezTo>
                  <a:cubicBezTo>
                    <a:pt x="186" y="10"/>
                    <a:pt x="161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16"/>
            <p:cNvSpPr/>
            <p:nvPr/>
          </p:nvSpPr>
          <p:spPr>
            <a:xfrm>
              <a:off x="3892575" y="2840575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15" y="1"/>
                  </a:moveTo>
                  <a:cubicBezTo>
                    <a:pt x="66" y="1"/>
                    <a:pt x="15" y="46"/>
                    <a:pt x="0" y="107"/>
                  </a:cubicBezTo>
                  <a:cubicBezTo>
                    <a:pt x="0" y="140"/>
                    <a:pt x="0" y="177"/>
                    <a:pt x="17" y="194"/>
                  </a:cubicBezTo>
                  <a:cubicBezTo>
                    <a:pt x="33" y="227"/>
                    <a:pt x="50" y="243"/>
                    <a:pt x="83" y="243"/>
                  </a:cubicBezTo>
                  <a:cubicBezTo>
                    <a:pt x="91" y="246"/>
                    <a:pt x="99" y="248"/>
                    <a:pt x="107" y="248"/>
                  </a:cubicBezTo>
                  <a:cubicBezTo>
                    <a:pt x="156" y="248"/>
                    <a:pt x="209" y="200"/>
                    <a:pt x="223" y="140"/>
                  </a:cubicBezTo>
                  <a:cubicBezTo>
                    <a:pt x="239" y="91"/>
                    <a:pt x="223" y="58"/>
                    <a:pt x="186" y="21"/>
                  </a:cubicBezTo>
                  <a:cubicBezTo>
                    <a:pt x="169" y="4"/>
                    <a:pt x="153" y="4"/>
                    <a:pt x="136" y="4"/>
                  </a:cubicBezTo>
                  <a:cubicBezTo>
                    <a:pt x="129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16"/>
            <p:cNvSpPr/>
            <p:nvPr/>
          </p:nvSpPr>
          <p:spPr>
            <a:xfrm>
              <a:off x="3871025" y="280812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0" y="0"/>
                  </a:moveTo>
                  <a:cubicBezTo>
                    <a:pt x="117" y="0"/>
                    <a:pt x="104" y="6"/>
                    <a:pt x="87" y="16"/>
                  </a:cubicBezTo>
                  <a:cubicBezTo>
                    <a:pt x="54" y="16"/>
                    <a:pt x="38" y="49"/>
                    <a:pt x="17" y="65"/>
                  </a:cubicBezTo>
                  <a:cubicBezTo>
                    <a:pt x="1" y="98"/>
                    <a:pt x="1" y="135"/>
                    <a:pt x="1" y="168"/>
                  </a:cubicBezTo>
                  <a:cubicBezTo>
                    <a:pt x="13" y="220"/>
                    <a:pt x="54" y="251"/>
                    <a:pt x="96" y="251"/>
                  </a:cubicBezTo>
                  <a:cubicBezTo>
                    <a:pt x="111" y="251"/>
                    <a:pt x="127" y="247"/>
                    <a:pt x="141" y="238"/>
                  </a:cubicBezTo>
                  <a:cubicBezTo>
                    <a:pt x="207" y="222"/>
                    <a:pt x="244" y="152"/>
                    <a:pt x="223" y="82"/>
                  </a:cubicBezTo>
                  <a:cubicBezTo>
                    <a:pt x="223" y="49"/>
                    <a:pt x="207" y="32"/>
                    <a:pt x="190" y="32"/>
                  </a:cubicBezTo>
                  <a:cubicBezTo>
                    <a:pt x="190" y="16"/>
                    <a:pt x="174" y="16"/>
                    <a:pt x="174" y="16"/>
                  </a:cubicBezTo>
                  <a:cubicBezTo>
                    <a:pt x="157" y="6"/>
                    <a:pt x="144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16"/>
            <p:cNvSpPr/>
            <p:nvPr/>
          </p:nvSpPr>
          <p:spPr>
            <a:xfrm>
              <a:off x="4152300" y="279292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8" y="1"/>
                  </a:moveTo>
                  <a:cubicBezTo>
                    <a:pt x="74" y="1"/>
                    <a:pt x="36" y="49"/>
                    <a:pt x="22" y="108"/>
                  </a:cubicBezTo>
                  <a:cubicBezTo>
                    <a:pt x="1" y="141"/>
                    <a:pt x="1" y="174"/>
                    <a:pt x="22" y="212"/>
                  </a:cubicBezTo>
                  <a:cubicBezTo>
                    <a:pt x="38" y="228"/>
                    <a:pt x="71" y="245"/>
                    <a:pt x="88" y="261"/>
                  </a:cubicBezTo>
                  <a:cubicBezTo>
                    <a:pt x="125" y="261"/>
                    <a:pt x="158" y="245"/>
                    <a:pt x="174" y="228"/>
                  </a:cubicBezTo>
                  <a:cubicBezTo>
                    <a:pt x="207" y="212"/>
                    <a:pt x="228" y="174"/>
                    <a:pt x="228" y="141"/>
                  </a:cubicBezTo>
                  <a:cubicBezTo>
                    <a:pt x="244" y="108"/>
                    <a:pt x="244" y="71"/>
                    <a:pt x="228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1" y="22"/>
                    <a:pt x="174" y="5"/>
                    <a:pt x="158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16"/>
            <p:cNvSpPr/>
            <p:nvPr/>
          </p:nvSpPr>
          <p:spPr>
            <a:xfrm>
              <a:off x="4136450" y="278947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31" y="0"/>
                  </a:moveTo>
                  <a:cubicBezTo>
                    <a:pt x="70" y="0"/>
                    <a:pt x="15" y="48"/>
                    <a:pt x="0" y="106"/>
                  </a:cubicBezTo>
                  <a:cubicBezTo>
                    <a:pt x="0" y="143"/>
                    <a:pt x="0" y="176"/>
                    <a:pt x="17" y="209"/>
                  </a:cubicBezTo>
                  <a:cubicBezTo>
                    <a:pt x="37" y="226"/>
                    <a:pt x="54" y="246"/>
                    <a:pt x="87" y="263"/>
                  </a:cubicBezTo>
                  <a:cubicBezTo>
                    <a:pt x="157" y="263"/>
                    <a:pt x="206" y="226"/>
                    <a:pt x="223" y="160"/>
                  </a:cubicBezTo>
                  <a:cubicBezTo>
                    <a:pt x="243" y="106"/>
                    <a:pt x="223" y="57"/>
                    <a:pt x="190" y="4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16"/>
            <p:cNvSpPr/>
            <p:nvPr/>
          </p:nvSpPr>
          <p:spPr>
            <a:xfrm>
              <a:off x="4156225" y="280750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18" y="1"/>
                  </a:moveTo>
                  <a:cubicBezTo>
                    <a:pt x="71" y="1"/>
                    <a:pt x="15" y="49"/>
                    <a:pt x="1" y="107"/>
                  </a:cubicBezTo>
                  <a:cubicBezTo>
                    <a:pt x="1" y="144"/>
                    <a:pt x="1" y="177"/>
                    <a:pt x="17" y="210"/>
                  </a:cubicBezTo>
                  <a:cubicBezTo>
                    <a:pt x="34" y="226"/>
                    <a:pt x="50" y="247"/>
                    <a:pt x="87" y="247"/>
                  </a:cubicBezTo>
                  <a:cubicBezTo>
                    <a:pt x="97" y="252"/>
                    <a:pt x="106" y="254"/>
                    <a:pt x="115" y="254"/>
                  </a:cubicBezTo>
                  <a:cubicBezTo>
                    <a:pt x="138" y="254"/>
                    <a:pt x="159" y="241"/>
                    <a:pt x="174" y="226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23" y="74"/>
                    <a:pt x="207" y="57"/>
                  </a:cubicBezTo>
                  <a:cubicBezTo>
                    <a:pt x="207" y="41"/>
                    <a:pt x="207" y="41"/>
                    <a:pt x="190" y="20"/>
                  </a:cubicBezTo>
                  <a:cubicBezTo>
                    <a:pt x="190" y="4"/>
                    <a:pt x="174" y="4"/>
                    <a:pt x="137" y="4"/>
                  </a:cubicBezTo>
                  <a:cubicBezTo>
                    <a:pt x="131" y="2"/>
                    <a:pt x="124" y="1"/>
                    <a:pt x="1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16"/>
            <p:cNvSpPr/>
            <p:nvPr/>
          </p:nvSpPr>
          <p:spPr>
            <a:xfrm>
              <a:off x="4197875" y="2752325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47" y="1"/>
                  </a:moveTo>
                  <a:cubicBezTo>
                    <a:pt x="133" y="1"/>
                    <a:pt x="120" y="5"/>
                    <a:pt x="103" y="13"/>
                  </a:cubicBezTo>
                  <a:cubicBezTo>
                    <a:pt x="33" y="30"/>
                    <a:pt x="0" y="116"/>
                    <a:pt x="17" y="166"/>
                  </a:cubicBezTo>
                  <a:cubicBezTo>
                    <a:pt x="33" y="203"/>
                    <a:pt x="54" y="236"/>
                    <a:pt x="70" y="252"/>
                  </a:cubicBezTo>
                  <a:lnTo>
                    <a:pt x="157" y="252"/>
                  </a:lnTo>
                  <a:cubicBezTo>
                    <a:pt x="223" y="219"/>
                    <a:pt x="260" y="149"/>
                    <a:pt x="239" y="83"/>
                  </a:cubicBezTo>
                  <a:cubicBezTo>
                    <a:pt x="239" y="63"/>
                    <a:pt x="223" y="46"/>
                    <a:pt x="206" y="30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3" y="5"/>
                    <a:pt x="160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16"/>
            <p:cNvSpPr/>
            <p:nvPr/>
          </p:nvSpPr>
          <p:spPr>
            <a:xfrm>
              <a:off x="3886900" y="2775900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38" y="1"/>
                  </a:moveTo>
                  <a:cubicBezTo>
                    <a:pt x="105" y="1"/>
                    <a:pt x="73" y="19"/>
                    <a:pt x="54" y="47"/>
                  </a:cubicBezTo>
                  <a:cubicBezTo>
                    <a:pt x="1" y="101"/>
                    <a:pt x="1" y="188"/>
                    <a:pt x="54" y="221"/>
                  </a:cubicBezTo>
                  <a:cubicBezTo>
                    <a:pt x="68" y="243"/>
                    <a:pt x="88" y="252"/>
                    <a:pt x="110" y="252"/>
                  </a:cubicBezTo>
                  <a:cubicBezTo>
                    <a:pt x="142" y="252"/>
                    <a:pt x="178" y="233"/>
                    <a:pt x="207" y="204"/>
                  </a:cubicBezTo>
                  <a:cubicBezTo>
                    <a:pt x="260" y="150"/>
                    <a:pt x="260" y="68"/>
                    <a:pt x="207" y="31"/>
                  </a:cubicBezTo>
                  <a:cubicBezTo>
                    <a:pt x="186" y="10"/>
                    <a:pt x="162" y="1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16"/>
            <p:cNvSpPr/>
            <p:nvPr/>
          </p:nvSpPr>
          <p:spPr>
            <a:xfrm>
              <a:off x="4200450" y="27717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2" y="1"/>
                  </a:moveTo>
                  <a:cubicBezTo>
                    <a:pt x="101" y="1"/>
                    <a:pt x="72" y="14"/>
                    <a:pt x="54" y="43"/>
                  </a:cubicBezTo>
                  <a:cubicBezTo>
                    <a:pt x="0" y="109"/>
                    <a:pt x="0" y="179"/>
                    <a:pt x="54" y="233"/>
                  </a:cubicBezTo>
                  <a:cubicBezTo>
                    <a:pt x="68" y="247"/>
                    <a:pt x="90" y="256"/>
                    <a:pt x="114" y="256"/>
                  </a:cubicBezTo>
                  <a:cubicBezTo>
                    <a:pt x="145" y="256"/>
                    <a:pt x="179" y="242"/>
                    <a:pt x="207" y="212"/>
                  </a:cubicBezTo>
                  <a:cubicBezTo>
                    <a:pt x="240" y="146"/>
                    <a:pt x="240" y="76"/>
                    <a:pt x="207" y="27"/>
                  </a:cubicBezTo>
                  <a:cubicBezTo>
                    <a:pt x="184" y="10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16"/>
            <p:cNvSpPr/>
            <p:nvPr/>
          </p:nvSpPr>
          <p:spPr>
            <a:xfrm>
              <a:off x="3872775" y="2773600"/>
              <a:ext cx="5600" cy="6175"/>
            </a:xfrm>
            <a:custGeom>
              <a:avLst/>
              <a:gdLst/>
              <a:ahLst/>
              <a:cxnLst/>
              <a:rect l="l" t="t" r="r" b="b"/>
              <a:pathLst>
                <a:path w="224" h="247" extrusionOk="0">
                  <a:moveTo>
                    <a:pt x="116" y="0"/>
                  </a:moveTo>
                  <a:cubicBezTo>
                    <a:pt x="70" y="0"/>
                    <a:pt x="15" y="45"/>
                    <a:pt x="1" y="106"/>
                  </a:cubicBezTo>
                  <a:cubicBezTo>
                    <a:pt x="1" y="139"/>
                    <a:pt x="1" y="176"/>
                    <a:pt x="17" y="193"/>
                  </a:cubicBezTo>
                  <a:cubicBezTo>
                    <a:pt x="34" y="226"/>
                    <a:pt x="50" y="242"/>
                    <a:pt x="87" y="242"/>
                  </a:cubicBezTo>
                  <a:cubicBezTo>
                    <a:pt x="95" y="245"/>
                    <a:pt x="102" y="247"/>
                    <a:pt x="110" y="247"/>
                  </a:cubicBezTo>
                  <a:cubicBezTo>
                    <a:pt x="156" y="247"/>
                    <a:pt x="209" y="199"/>
                    <a:pt x="223" y="139"/>
                  </a:cubicBezTo>
                  <a:cubicBezTo>
                    <a:pt x="223" y="106"/>
                    <a:pt x="223" y="73"/>
                    <a:pt x="207" y="36"/>
                  </a:cubicBezTo>
                  <a:cubicBezTo>
                    <a:pt x="207" y="36"/>
                    <a:pt x="207" y="20"/>
                    <a:pt x="190" y="20"/>
                  </a:cubicBezTo>
                  <a:cubicBezTo>
                    <a:pt x="174" y="3"/>
                    <a:pt x="153" y="3"/>
                    <a:pt x="137" y="3"/>
                  </a:cubicBezTo>
                  <a:cubicBezTo>
                    <a:pt x="130" y="1"/>
                    <a:pt x="123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16"/>
            <p:cNvSpPr/>
            <p:nvPr/>
          </p:nvSpPr>
          <p:spPr>
            <a:xfrm>
              <a:off x="4158800" y="277882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53" y="0"/>
                  </a:moveTo>
                  <a:cubicBezTo>
                    <a:pt x="104" y="0"/>
                    <a:pt x="34" y="54"/>
                    <a:pt x="17" y="120"/>
                  </a:cubicBezTo>
                  <a:cubicBezTo>
                    <a:pt x="1" y="190"/>
                    <a:pt x="50" y="260"/>
                    <a:pt x="104" y="260"/>
                  </a:cubicBezTo>
                  <a:cubicBezTo>
                    <a:pt x="137" y="260"/>
                    <a:pt x="174" y="260"/>
                    <a:pt x="190" y="240"/>
                  </a:cubicBezTo>
                  <a:cubicBezTo>
                    <a:pt x="223" y="223"/>
                    <a:pt x="240" y="190"/>
                    <a:pt x="240" y="157"/>
                  </a:cubicBezTo>
                  <a:cubicBezTo>
                    <a:pt x="256" y="120"/>
                    <a:pt x="240" y="87"/>
                    <a:pt x="223" y="54"/>
                  </a:cubicBezTo>
                  <a:cubicBezTo>
                    <a:pt x="223" y="54"/>
                    <a:pt x="223" y="33"/>
                    <a:pt x="207" y="33"/>
                  </a:cubicBezTo>
                  <a:cubicBezTo>
                    <a:pt x="190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16"/>
            <p:cNvSpPr/>
            <p:nvPr/>
          </p:nvSpPr>
          <p:spPr>
            <a:xfrm>
              <a:off x="4228800" y="27579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40" y="0"/>
                  </a:moveTo>
                  <a:cubicBezTo>
                    <a:pt x="125" y="0"/>
                    <a:pt x="112" y="5"/>
                    <a:pt x="103" y="13"/>
                  </a:cubicBezTo>
                  <a:cubicBezTo>
                    <a:pt x="33" y="29"/>
                    <a:pt x="0" y="116"/>
                    <a:pt x="17" y="186"/>
                  </a:cubicBezTo>
                  <a:cubicBezTo>
                    <a:pt x="33" y="203"/>
                    <a:pt x="54" y="235"/>
                    <a:pt x="70" y="252"/>
                  </a:cubicBezTo>
                  <a:cubicBezTo>
                    <a:pt x="87" y="262"/>
                    <a:pt x="103" y="267"/>
                    <a:pt x="118" y="267"/>
                  </a:cubicBezTo>
                  <a:cubicBezTo>
                    <a:pt x="133" y="267"/>
                    <a:pt x="147" y="262"/>
                    <a:pt x="157" y="252"/>
                  </a:cubicBezTo>
                  <a:cubicBezTo>
                    <a:pt x="190" y="235"/>
                    <a:pt x="206" y="219"/>
                    <a:pt x="223" y="186"/>
                  </a:cubicBezTo>
                  <a:cubicBezTo>
                    <a:pt x="239" y="149"/>
                    <a:pt x="239" y="116"/>
                    <a:pt x="239" y="83"/>
                  </a:cubicBezTo>
                  <a:cubicBezTo>
                    <a:pt x="223" y="66"/>
                    <a:pt x="223" y="46"/>
                    <a:pt x="206" y="29"/>
                  </a:cubicBezTo>
                  <a:lnTo>
                    <a:pt x="190" y="13"/>
                  </a:lnTo>
                  <a:cubicBezTo>
                    <a:pt x="173" y="5"/>
                    <a:pt x="156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16"/>
            <p:cNvSpPr/>
            <p:nvPr/>
          </p:nvSpPr>
          <p:spPr>
            <a:xfrm>
              <a:off x="3855150" y="280192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16" y="1"/>
                  </a:moveTo>
                  <a:cubicBezTo>
                    <a:pt x="70" y="1"/>
                    <a:pt x="15" y="46"/>
                    <a:pt x="1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7"/>
                    <a:pt x="54" y="243"/>
                    <a:pt x="87" y="264"/>
                  </a:cubicBezTo>
                  <a:cubicBezTo>
                    <a:pt x="104" y="264"/>
                    <a:pt x="137" y="243"/>
                    <a:pt x="174" y="227"/>
                  </a:cubicBezTo>
                  <a:cubicBezTo>
                    <a:pt x="190" y="210"/>
                    <a:pt x="207" y="177"/>
                    <a:pt x="223" y="140"/>
                  </a:cubicBezTo>
                  <a:cubicBezTo>
                    <a:pt x="223" y="107"/>
                    <a:pt x="223" y="74"/>
                    <a:pt x="207" y="58"/>
                  </a:cubicBezTo>
                  <a:cubicBezTo>
                    <a:pt x="207" y="37"/>
                    <a:pt x="190" y="37"/>
                    <a:pt x="190" y="21"/>
                  </a:cubicBezTo>
                  <a:cubicBezTo>
                    <a:pt x="174" y="21"/>
                    <a:pt x="157" y="4"/>
                    <a:pt x="137" y="4"/>
                  </a:cubicBezTo>
                  <a:cubicBezTo>
                    <a:pt x="130" y="2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16"/>
            <p:cNvSpPr/>
            <p:nvPr/>
          </p:nvSpPr>
          <p:spPr>
            <a:xfrm>
              <a:off x="3851350" y="278737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36" y="1"/>
                  </a:moveTo>
                  <a:cubicBezTo>
                    <a:pt x="83" y="1"/>
                    <a:pt x="17" y="38"/>
                    <a:pt x="0" y="104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33" y="244"/>
                    <a:pt x="50" y="260"/>
                    <a:pt x="83" y="260"/>
                  </a:cubicBezTo>
                  <a:cubicBezTo>
                    <a:pt x="120" y="260"/>
                    <a:pt x="136" y="260"/>
                    <a:pt x="169" y="227"/>
                  </a:cubicBezTo>
                  <a:cubicBezTo>
                    <a:pt x="206" y="207"/>
                    <a:pt x="223" y="190"/>
                    <a:pt x="223" y="157"/>
                  </a:cubicBezTo>
                  <a:cubicBezTo>
                    <a:pt x="223" y="124"/>
                    <a:pt x="223" y="87"/>
                    <a:pt x="206" y="54"/>
                  </a:cubicBezTo>
                  <a:cubicBezTo>
                    <a:pt x="206" y="54"/>
                    <a:pt x="206" y="38"/>
                    <a:pt x="186" y="38"/>
                  </a:cubicBezTo>
                  <a:cubicBezTo>
                    <a:pt x="169" y="2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16"/>
            <p:cNvSpPr/>
            <p:nvPr/>
          </p:nvSpPr>
          <p:spPr>
            <a:xfrm>
              <a:off x="3860725" y="27103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5" y="0"/>
                  </a:moveTo>
                  <a:cubicBezTo>
                    <a:pt x="102" y="0"/>
                    <a:pt x="82" y="14"/>
                    <a:pt x="70" y="26"/>
                  </a:cubicBezTo>
                  <a:cubicBezTo>
                    <a:pt x="37" y="42"/>
                    <a:pt x="17" y="75"/>
                    <a:pt x="17" y="112"/>
                  </a:cubicBezTo>
                  <a:cubicBezTo>
                    <a:pt x="0" y="145"/>
                    <a:pt x="17" y="178"/>
                    <a:pt x="37" y="195"/>
                  </a:cubicBezTo>
                  <a:cubicBezTo>
                    <a:pt x="54" y="232"/>
                    <a:pt x="70" y="248"/>
                    <a:pt x="103" y="248"/>
                  </a:cubicBezTo>
                  <a:cubicBezTo>
                    <a:pt x="110" y="250"/>
                    <a:pt x="118" y="251"/>
                    <a:pt x="125" y="251"/>
                  </a:cubicBezTo>
                  <a:cubicBezTo>
                    <a:pt x="173" y="251"/>
                    <a:pt x="226" y="206"/>
                    <a:pt x="244" y="145"/>
                  </a:cubicBezTo>
                  <a:cubicBezTo>
                    <a:pt x="244" y="112"/>
                    <a:pt x="244" y="75"/>
                    <a:pt x="223" y="59"/>
                  </a:cubicBezTo>
                  <a:cubicBezTo>
                    <a:pt x="223" y="42"/>
                    <a:pt x="206" y="42"/>
                    <a:pt x="206" y="26"/>
                  </a:cubicBezTo>
                  <a:cubicBezTo>
                    <a:pt x="190" y="9"/>
                    <a:pt x="173" y="9"/>
                    <a:pt x="157" y="9"/>
                  </a:cubicBezTo>
                  <a:cubicBezTo>
                    <a:pt x="146" y="3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16"/>
            <p:cNvSpPr/>
            <p:nvPr/>
          </p:nvSpPr>
          <p:spPr>
            <a:xfrm>
              <a:off x="3838450" y="2735425"/>
              <a:ext cx="5600" cy="6450"/>
            </a:xfrm>
            <a:custGeom>
              <a:avLst/>
              <a:gdLst/>
              <a:ahLst/>
              <a:cxnLst/>
              <a:rect l="l" t="t" r="r" b="b"/>
              <a:pathLst>
                <a:path w="224" h="258" extrusionOk="0">
                  <a:moveTo>
                    <a:pt x="67" y="1"/>
                  </a:moveTo>
                  <a:cubicBezTo>
                    <a:pt x="34" y="17"/>
                    <a:pt x="17" y="54"/>
                    <a:pt x="1" y="87"/>
                  </a:cubicBezTo>
                  <a:lnTo>
                    <a:pt x="1" y="190"/>
                  </a:lnTo>
                  <a:cubicBezTo>
                    <a:pt x="13" y="229"/>
                    <a:pt x="51" y="257"/>
                    <a:pt x="91" y="257"/>
                  </a:cubicBezTo>
                  <a:cubicBezTo>
                    <a:pt x="106" y="257"/>
                    <a:pt x="122" y="253"/>
                    <a:pt x="137" y="244"/>
                  </a:cubicBezTo>
                  <a:cubicBezTo>
                    <a:pt x="186" y="223"/>
                    <a:pt x="223" y="141"/>
                    <a:pt x="207" y="87"/>
                  </a:cubicBezTo>
                  <a:cubicBezTo>
                    <a:pt x="207" y="54"/>
                    <a:pt x="186" y="38"/>
                    <a:pt x="186" y="38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04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16"/>
            <p:cNvSpPr/>
            <p:nvPr/>
          </p:nvSpPr>
          <p:spPr>
            <a:xfrm>
              <a:off x="4233950" y="2773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1" y="0"/>
                  </a:moveTo>
                  <a:cubicBezTo>
                    <a:pt x="97" y="0"/>
                    <a:pt x="63" y="13"/>
                    <a:pt x="33" y="40"/>
                  </a:cubicBezTo>
                  <a:cubicBezTo>
                    <a:pt x="33" y="56"/>
                    <a:pt x="17" y="77"/>
                    <a:pt x="17" y="110"/>
                  </a:cubicBezTo>
                  <a:cubicBezTo>
                    <a:pt x="0" y="143"/>
                    <a:pt x="17" y="196"/>
                    <a:pt x="54" y="229"/>
                  </a:cubicBezTo>
                  <a:cubicBezTo>
                    <a:pt x="64" y="249"/>
                    <a:pt x="85" y="257"/>
                    <a:pt x="108" y="257"/>
                  </a:cubicBezTo>
                  <a:cubicBezTo>
                    <a:pt x="124" y="257"/>
                    <a:pt x="142" y="253"/>
                    <a:pt x="157" y="246"/>
                  </a:cubicBezTo>
                  <a:cubicBezTo>
                    <a:pt x="173" y="229"/>
                    <a:pt x="190" y="229"/>
                    <a:pt x="206" y="213"/>
                  </a:cubicBezTo>
                  <a:cubicBezTo>
                    <a:pt x="239" y="143"/>
                    <a:pt x="239" y="77"/>
                    <a:pt x="206" y="23"/>
                  </a:cubicBezTo>
                  <a:cubicBezTo>
                    <a:pt x="184" y="8"/>
                    <a:pt x="158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16"/>
            <p:cNvSpPr/>
            <p:nvPr/>
          </p:nvSpPr>
          <p:spPr>
            <a:xfrm>
              <a:off x="3895550" y="2689975"/>
              <a:ext cx="2600" cy="1250"/>
            </a:xfrm>
            <a:custGeom>
              <a:avLst/>
              <a:gdLst/>
              <a:ahLst/>
              <a:cxnLst/>
              <a:rect l="l" t="t" r="r" b="b"/>
              <a:pathLst>
                <a:path w="104" h="50" extrusionOk="0">
                  <a:moveTo>
                    <a:pt x="1" y="0"/>
                  </a:moveTo>
                  <a:cubicBezTo>
                    <a:pt x="1" y="1"/>
                    <a:pt x="1" y="17"/>
                    <a:pt x="17" y="17"/>
                  </a:cubicBezTo>
                  <a:cubicBezTo>
                    <a:pt x="34" y="33"/>
                    <a:pt x="50" y="50"/>
                    <a:pt x="67" y="50"/>
                  </a:cubicBezTo>
                  <a:lnTo>
                    <a:pt x="104" y="50"/>
                  </a:lnTo>
                  <a:cubicBezTo>
                    <a:pt x="67" y="33"/>
                    <a:pt x="34" y="1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16"/>
            <p:cNvSpPr/>
            <p:nvPr/>
          </p:nvSpPr>
          <p:spPr>
            <a:xfrm>
              <a:off x="4205600" y="27229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38"/>
                    <a:pt x="1" y="104"/>
                    <a:pt x="17" y="174"/>
                  </a:cubicBezTo>
                  <a:cubicBezTo>
                    <a:pt x="34" y="207"/>
                    <a:pt x="54" y="228"/>
                    <a:pt x="71" y="244"/>
                  </a:cubicBezTo>
                  <a:cubicBezTo>
                    <a:pt x="87" y="252"/>
                    <a:pt x="104" y="256"/>
                    <a:pt x="119" y="256"/>
                  </a:cubicBezTo>
                  <a:cubicBezTo>
                    <a:pt x="133" y="256"/>
                    <a:pt x="147" y="252"/>
                    <a:pt x="157" y="244"/>
                  </a:cubicBezTo>
                  <a:cubicBezTo>
                    <a:pt x="190" y="228"/>
                    <a:pt x="207" y="207"/>
                    <a:pt x="223" y="174"/>
                  </a:cubicBezTo>
                  <a:cubicBezTo>
                    <a:pt x="240" y="141"/>
                    <a:pt x="240" y="104"/>
                    <a:pt x="240" y="87"/>
                  </a:cubicBezTo>
                  <a:cubicBezTo>
                    <a:pt x="240" y="54"/>
                    <a:pt x="223" y="38"/>
                    <a:pt x="207" y="21"/>
                  </a:cubicBezTo>
                  <a:cubicBezTo>
                    <a:pt x="207" y="21"/>
                    <a:pt x="190" y="21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16"/>
            <p:cNvSpPr/>
            <p:nvPr/>
          </p:nvSpPr>
          <p:spPr>
            <a:xfrm>
              <a:off x="4208600" y="2739275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19" y="0"/>
                  </a:moveTo>
                  <a:cubicBezTo>
                    <a:pt x="69" y="0"/>
                    <a:pt x="14" y="46"/>
                    <a:pt x="0" y="106"/>
                  </a:cubicBezTo>
                  <a:cubicBezTo>
                    <a:pt x="0" y="139"/>
                    <a:pt x="0" y="172"/>
                    <a:pt x="17" y="210"/>
                  </a:cubicBezTo>
                  <a:cubicBezTo>
                    <a:pt x="37" y="226"/>
                    <a:pt x="54" y="242"/>
                    <a:pt x="87" y="259"/>
                  </a:cubicBezTo>
                  <a:cubicBezTo>
                    <a:pt x="140" y="259"/>
                    <a:pt x="206" y="226"/>
                    <a:pt x="223" y="139"/>
                  </a:cubicBezTo>
                  <a:cubicBezTo>
                    <a:pt x="223" y="106"/>
                    <a:pt x="223" y="90"/>
                    <a:pt x="206" y="53"/>
                  </a:cubicBezTo>
                  <a:cubicBezTo>
                    <a:pt x="206" y="36"/>
                    <a:pt x="190" y="36"/>
                    <a:pt x="190" y="36"/>
                  </a:cubicBezTo>
                  <a:cubicBezTo>
                    <a:pt x="173" y="20"/>
                    <a:pt x="157" y="3"/>
                    <a:pt x="140" y="3"/>
                  </a:cubicBezTo>
                  <a:cubicBezTo>
                    <a:pt x="133" y="1"/>
                    <a:pt x="126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16"/>
            <p:cNvSpPr/>
            <p:nvPr/>
          </p:nvSpPr>
          <p:spPr>
            <a:xfrm>
              <a:off x="3899375" y="2766225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35" y="1"/>
                  </a:moveTo>
                  <a:cubicBezTo>
                    <a:pt x="103" y="1"/>
                    <a:pt x="67" y="18"/>
                    <a:pt x="37" y="59"/>
                  </a:cubicBezTo>
                  <a:cubicBezTo>
                    <a:pt x="0" y="109"/>
                    <a:pt x="0" y="179"/>
                    <a:pt x="37" y="228"/>
                  </a:cubicBezTo>
                  <a:cubicBezTo>
                    <a:pt x="59" y="251"/>
                    <a:pt x="83" y="261"/>
                    <a:pt x="109" y="261"/>
                  </a:cubicBezTo>
                  <a:cubicBezTo>
                    <a:pt x="143" y="261"/>
                    <a:pt x="178" y="243"/>
                    <a:pt x="207" y="212"/>
                  </a:cubicBezTo>
                  <a:cubicBezTo>
                    <a:pt x="244" y="162"/>
                    <a:pt x="244" y="76"/>
                    <a:pt x="190" y="22"/>
                  </a:cubicBezTo>
                  <a:cubicBezTo>
                    <a:pt x="177" y="9"/>
                    <a:pt x="157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16"/>
            <p:cNvSpPr/>
            <p:nvPr/>
          </p:nvSpPr>
          <p:spPr>
            <a:xfrm>
              <a:off x="3895150" y="27918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4" y="1"/>
                  </a:moveTo>
                  <a:cubicBezTo>
                    <a:pt x="119" y="1"/>
                    <a:pt x="101" y="5"/>
                    <a:pt x="83" y="13"/>
                  </a:cubicBezTo>
                  <a:cubicBezTo>
                    <a:pt x="33" y="30"/>
                    <a:pt x="0" y="116"/>
                    <a:pt x="17" y="186"/>
                  </a:cubicBezTo>
                  <a:cubicBezTo>
                    <a:pt x="31" y="228"/>
                    <a:pt x="67" y="261"/>
                    <a:pt x="120" y="261"/>
                  </a:cubicBezTo>
                  <a:cubicBezTo>
                    <a:pt x="130" y="261"/>
                    <a:pt x="141" y="259"/>
                    <a:pt x="153" y="257"/>
                  </a:cubicBezTo>
                  <a:cubicBezTo>
                    <a:pt x="206" y="219"/>
                    <a:pt x="239" y="153"/>
                    <a:pt x="223" y="83"/>
                  </a:cubicBezTo>
                  <a:cubicBezTo>
                    <a:pt x="223" y="67"/>
                    <a:pt x="223" y="50"/>
                    <a:pt x="206" y="30"/>
                  </a:cubicBezTo>
                  <a:cubicBezTo>
                    <a:pt x="186" y="30"/>
                    <a:pt x="186" y="13"/>
                    <a:pt x="169" y="13"/>
                  </a:cubicBezTo>
                  <a:cubicBezTo>
                    <a:pt x="161" y="5"/>
                    <a:pt x="149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16"/>
            <p:cNvSpPr/>
            <p:nvPr/>
          </p:nvSpPr>
          <p:spPr>
            <a:xfrm>
              <a:off x="3900700" y="2827475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29" y="0"/>
                  </a:moveTo>
                  <a:cubicBezTo>
                    <a:pt x="116" y="0"/>
                    <a:pt x="104" y="5"/>
                    <a:pt x="88" y="13"/>
                  </a:cubicBezTo>
                  <a:cubicBezTo>
                    <a:pt x="50" y="29"/>
                    <a:pt x="34" y="46"/>
                    <a:pt x="17" y="83"/>
                  </a:cubicBezTo>
                  <a:cubicBezTo>
                    <a:pt x="1" y="116"/>
                    <a:pt x="1" y="149"/>
                    <a:pt x="1" y="169"/>
                  </a:cubicBezTo>
                  <a:cubicBezTo>
                    <a:pt x="17" y="202"/>
                    <a:pt x="34" y="235"/>
                    <a:pt x="67" y="252"/>
                  </a:cubicBezTo>
                  <a:lnTo>
                    <a:pt x="154" y="252"/>
                  </a:lnTo>
                  <a:cubicBezTo>
                    <a:pt x="207" y="219"/>
                    <a:pt x="240" y="149"/>
                    <a:pt x="224" y="83"/>
                  </a:cubicBezTo>
                  <a:cubicBezTo>
                    <a:pt x="224" y="66"/>
                    <a:pt x="207" y="46"/>
                    <a:pt x="191" y="29"/>
                  </a:cubicBezTo>
                  <a:cubicBezTo>
                    <a:pt x="191" y="29"/>
                    <a:pt x="191" y="13"/>
                    <a:pt x="170" y="13"/>
                  </a:cubicBezTo>
                  <a:cubicBezTo>
                    <a:pt x="154" y="5"/>
                    <a:pt x="141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16"/>
            <p:cNvSpPr/>
            <p:nvPr/>
          </p:nvSpPr>
          <p:spPr>
            <a:xfrm>
              <a:off x="4212925" y="27573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20" y="1"/>
                  </a:moveTo>
                  <a:cubicBezTo>
                    <a:pt x="70" y="1"/>
                    <a:pt x="17" y="50"/>
                    <a:pt x="0" y="104"/>
                  </a:cubicBezTo>
                  <a:cubicBezTo>
                    <a:pt x="0" y="137"/>
                    <a:pt x="0" y="170"/>
                    <a:pt x="17" y="207"/>
                  </a:cubicBezTo>
                  <a:cubicBezTo>
                    <a:pt x="33" y="224"/>
                    <a:pt x="50" y="240"/>
                    <a:pt x="87" y="256"/>
                  </a:cubicBezTo>
                  <a:cubicBezTo>
                    <a:pt x="136" y="256"/>
                    <a:pt x="206" y="207"/>
                    <a:pt x="223" y="137"/>
                  </a:cubicBezTo>
                  <a:lnTo>
                    <a:pt x="223" y="104"/>
                  </a:lnTo>
                  <a:cubicBezTo>
                    <a:pt x="223" y="67"/>
                    <a:pt x="206" y="50"/>
                    <a:pt x="190" y="17"/>
                  </a:cubicBezTo>
                  <a:cubicBezTo>
                    <a:pt x="173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16"/>
            <p:cNvSpPr/>
            <p:nvPr/>
          </p:nvSpPr>
          <p:spPr>
            <a:xfrm>
              <a:off x="3885250" y="28063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37" y="0"/>
                  </a:moveTo>
                  <a:cubicBezTo>
                    <a:pt x="104" y="0"/>
                    <a:pt x="87" y="17"/>
                    <a:pt x="50" y="33"/>
                  </a:cubicBezTo>
                  <a:cubicBezTo>
                    <a:pt x="34" y="50"/>
                    <a:pt x="17" y="87"/>
                    <a:pt x="1" y="120"/>
                  </a:cubicBezTo>
                  <a:cubicBezTo>
                    <a:pt x="1" y="153"/>
                    <a:pt x="1" y="190"/>
                    <a:pt x="17" y="206"/>
                  </a:cubicBezTo>
                  <a:cubicBezTo>
                    <a:pt x="34" y="239"/>
                    <a:pt x="50" y="256"/>
                    <a:pt x="87" y="256"/>
                  </a:cubicBezTo>
                  <a:cubicBezTo>
                    <a:pt x="94" y="258"/>
                    <a:pt x="100" y="259"/>
                    <a:pt x="107" y="259"/>
                  </a:cubicBezTo>
                  <a:cubicBezTo>
                    <a:pt x="154" y="259"/>
                    <a:pt x="209" y="214"/>
                    <a:pt x="223" y="153"/>
                  </a:cubicBezTo>
                  <a:cubicBezTo>
                    <a:pt x="223" y="120"/>
                    <a:pt x="223" y="87"/>
                    <a:pt x="207" y="50"/>
                  </a:cubicBezTo>
                  <a:lnTo>
                    <a:pt x="190" y="33"/>
                  </a:lnTo>
                  <a:cubicBezTo>
                    <a:pt x="170" y="17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16"/>
            <p:cNvSpPr/>
            <p:nvPr/>
          </p:nvSpPr>
          <p:spPr>
            <a:xfrm>
              <a:off x="3899775" y="281007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1" y="1"/>
                  </a:moveTo>
                  <a:cubicBezTo>
                    <a:pt x="72" y="1"/>
                    <a:pt x="19" y="49"/>
                    <a:pt x="1" y="107"/>
                  </a:cubicBezTo>
                  <a:cubicBezTo>
                    <a:pt x="1" y="144"/>
                    <a:pt x="1" y="193"/>
                    <a:pt x="21" y="210"/>
                  </a:cubicBezTo>
                  <a:cubicBezTo>
                    <a:pt x="38" y="226"/>
                    <a:pt x="71" y="247"/>
                    <a:pt x="87" y="264"/>
                  </a:cubicBezTo>
                  <a:cubicBezTo>
                    <a:pt x="125" y="264"/>
                    <a:pt x="158" y="247"/>
                    <a:pt x="174" y="226"/>
                  </a:cubicBezTo>
                  <a:cubicBezTo>
                    <a:pt x="207" y="210"/>
                    <a:pt x="228" y="177"/>
                    <a:pt x="228" y="144"/>
                  </a:cubicBezTo>
                  <a:cubicBezTo>
                    <a:pt x="244" y="107"/>
                    <a:pt x="228" y="74"/>
                    <a:pt x="207" y="57"/>
                  </a:cubicBezTo>
                  <a:cubicBezTo>
                    <a:pt x="207" y="41"/>
                    <a:pt x="207" y="41"/>
                    <a:pt x="191" y="20"/>
                  </a:cubicBezTo>
                  <a:cubicBezTo>
                    <a:pt x="174" y="4"/>
                    <a:pt x="158" y="4"/>
                    <a:pt x="141" y="4"/>
                  </a:cubicBezTo>
                  <a:cubicBezTo>
                    <a:pt x="134" y="2"/>
                    <a:pt x="128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16"/>
            <p:cNvSpPr/>
            <p:nvPr/>
          </p:nvSpPr>
          <p:spPr>
            <a:xfrm>
              <a:off x="4158400" y="2824625"/>
              <a:ext cx="5575" cy="6250"/>
            </a:xfrm>
            <a:custGeom>
              <a:avLst/>
              <a:gdLst/>
              <a:ahLst/>
              <a:cxnLst/>
              <a:rect l="l" t="t" r="r" b="b"/>
              <a:pathLst>
                <a:path w="223" h="250" extrusionOk="0">
                  <a:moveTo>
                    <a:pt x="111" y="0"/>
                  </a:moveTo>
                  <a:cubicBezTo>
                    <a:pt x="92" y="0"/>
                    <a:pt x="76" y="12"/>
                    <a:pt x="50" y="24"/>
                  </a:cubicBezTo>
                  <a:cubicBezTo>
                    <a:pt x="33" y="40"/>
                    <a:pt x="17" y="77"/>
                    <a:pt x="0" y="110"/>
                  </a:cubicBezTo>
                  <a:cubicBezTo>
                    <a:pt x="0" y="143"/>
                    <a:pt x="0" y="180"/>
                    <a:pt x="17" y="197"/>
                  </a:cubicBezTo>
                  <a:cubicBezTo>
                    <a:pt x="33" y="230"/>
                    <a:pt x="50" y="246"/>
                    <a:pt x="87" y="246"/>
                  </a:cubicBezTo>
                  <a:cubicBezTo>
                    <a:pt x="93" y="249"/>
                    <a:pt x="100" y="250"/>
                    <a:pt x="107" y="250"/>
                  </a:cubicBezTo>
                  <a:cubicBezTo>
                    <a:pt x="154" y="250"/>
                    <a:pt x="209" y="204"/>
                    <a:pt x="223" y="143"/>
                  </a:cubicBezTo>
                  <a:cubicBezTo>
                    <a:pt x="223" y="110"/>
                    <a:pt x="223" y="77"/>
                    <a:pt x="206" y="57"/>
                  </a:cubicBezTo>
                  <a:cubicBezTo>
                    <a:pt x="206" y="40"/>
                    <a:pt x="206" y="40"/>
                    <a:pt x="190" y="24"/>
                  </a:cubicBezTo>
                  <a:cubicBezTo>
                    <a:pt x="169" y="7"/>
                    <a:pt x="153" y="7"/>
                    <a:pt x="136" y="7"/>
                  </a:cubicBezTo>
                  <a:cubicBezTo>
                    <a:pt x="127" y="2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16"/>
            <p:cNvSpPr/>
            <p:nvPr/>
          </p:nvSpPr>
          <p:spPr>
            <a:xfrm>
              <a:off x="4156225" y="27461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0"/>
                  </a:moveTo>
                  <a:cubicBezTo>
                    <a:pt x="87" y="21"/>
                    <a:pt x="50" y="38"/>
                    <a:pt x="34" y="54"/>
                  </a:cubicBezTo>
                  <a:cubicBezTo>
                    <a:pt x="17" y="71"/>
                    <a:pt x="17" y="104"/>
                    <a:pt x="1" y="141"/>
                  </a:cubicBezTo>
                  <a:cubicBezTo>
                    <a:pt x="1" y="174"/>
                    <a:pt x="17" y="207"/>
                    <a:pt x="34" y="227"/>
                  </a:cubicBezTo>
                  <a:cubicBezTo>
                    <a:pt x="56" y="248"/>
                    <a:pt x="80" y="257"/>
                    <a:pt x="104" y="257"/>
                  </a:cubicBezTo>
                  <a:cubicBezTo>
                    <a:pt x="140" y="257"/>
                    <a:pt x="175" y="238"/>
                    <a:pt x="207" y="207"/>
                  </a:cubicBezTo>
                  <a:cubicBezTo>
                    <a:pt x="240" y="157"/>
                    <a:pt x="240" y="71"/>
                    <a:pt x="207" y="38"/>
                  </a:cubicBezTo>
                  <a:cubicBezTo>
                    <a:pt x="174" y="0"/>
                    <a:pt x="137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16"/>
            <p:cNvSpPr/>
            <p:nvPr/>
          </p:nvSpPr>
          <p:spPr>
            <a:xfrm>
              <a:off x="4150675" y="27302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53" y="1"/>
                  </a:moveTo>
                  <a:cubicBezTo>
                    <a:pt x="87" y="1"/>
                    <a:pt x="33" y="54"/>
                    <a:pt x="17" y="120"/>
                  </a:cubicBezTo>
                  <a:cubicBezTo>
                    <a:pt x="0" y="157"/>
                    <a:pt x="0" y="190"/>
                    <a:pt x="17" y="207"/>
                  </a:cubicBezTo>
                  <a:cubicBezTo>
                    <a:pt x="33" y="244"/>
                    <a:pt x="66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9" y="263"/>
                    <a:pt x="223" y="215"/>
                    <a:pt x="223" y="157"/>
                  </a:cubicBezTo>
                  <a:cubicBezTo>
                    <a:pt x="239" y="120"/>
                    <a:pt x="239" y="87"/>
                    <a:pt x="223" y="54"/>
                  </a:cubicBezTo>
                  <a:cubicBezTo>
                    <a:pt x="206" y="54"/>
                    <a:pt x="206" y="38"/>
                    <a:pt x="206" y="38"/>
                  </a:cubicBezTo>
                  <a:cubicBezTo>
                    <a:pt x="190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16"/>
            <p:cNvSpPr/>
            <p:nvPr/>
          </p:nvSpPr>
          <p:spPr>
            <a:xfrm>
              <a:off x="4157975" y="27629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83" y="1"/>
                    <a:pt x="34" y="50"/>
                    <a:pt x="17" y="120"/>
                  </a:cubicBezTo>
                  <a:cubicBezTo>
                    <a:pt x="1" y="153"/>
                    <a:pt x="17" y="190"/>
                    <a:pt x="34" y="207"/>
                  </a:cubicBezTo>
                  <a:cubicBezTo>
                    <a:pt x="34" y="240"/>
                    <a:pt x="67" y="256"/>
                    <a:pt x="104" y="256"/>
                  </a:cubicBezTo>
                  <a:cubicBezTo>
                    <a:pt x="111" y="259"/>
                    <a:pt x="119" y="261"/>
                    <a:pt x="127" y="261"/>
                  </a:cubicBezTo>
                  <a:cubicBezTo>
                    <a:pt x="173" y="261"/>
                    <a:pt x="226" y="213"/>
                    <a:pt x="240" y="153"/>
                  </a:cubicBezTo>
                  <a:cubicBezTo>
                    <a:pt x="240" y="120"/>
                    <a:pt x="240" y="87"/>
                    <a:pt x="223" y="50"/>
                  </a:cubicBezTo>
                  <a:lnTo>
                    <a:pt x="207" y="33"/>
                  </a:lnTo>
                  <a:cubicBezTo>
                    <a:pt x="186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16"/>
            <p:cNvSpPr/>
            <p:nvPr/>
          </p:nvSpPr>
          <p:spPr>
            <a:xfrm>
              <a:off x="4163950" y="2730550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44" y="1"/>
                  </a:moveTo>
                  <a:cubicBezTo>
                    <a:pt x="114" y="1"/>
                    <a:pt x="80" y="14"/>
                    <a:pt x="50" y="43"/>
                  </a:cubicBezTo>
                  <a:cubicBezTo>
                    <a:pt x="1" y="109"/>
                    <a:pt x="17" y="179"/>
                    <a:pt x="50" y="233"/>
                  </a:cubicBezTo>
                  <a:cubicBezTo>
                    <a:pt x="71" y="249"/>
                    <a:pt x="87" y="249"/>
                    <a:pt x="104" y="249"/>
                  </a:cubicBezTo>
                  <a:cubicBezTo>
                    <a:pt x="113" y="254"/>
                    <a:pt x="123" y="256"/>
                    <a:pt x="133" y="256"/>
                  </a:cubicBezTo>
                  <a:cubicBezTo>
                    <a:pt x="163" y="256"/>
                    <a:pt x="195" y="240"/>
                    <a:pt x="207" y="212"/>
                  </a:cubicBezTo>
                  <a:cubicBezTo>
                    <a:pt x="240" y="163"/>
                    <a:pt x="256" y="109"/>
                    <a:pt x="240" y="76"/>
                  </a:cubicBezTo>
                  <a:cubicBezTo>
                    <a:pt x="240" y="60"/>
                    <a:pt x="224" y="43"/>
                    <a:pt x="207" y="27"/>
                  </a:cubicBezTo>
                  <a:cubicBezTo>
                    <a:pt x="192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16"/>
            <p:cNvSpPr/>
            <p:nvPr/>
          </p:nvSpPr>
          <p:spPr>
            <a:xfrm>
              <a:off x="4190975" y="27203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124" y="1"/>
                    <a:pt x="87" y="1"/>
                    <a:pt x="54" y="21"/>
                  </a:cubicBezTo>
                  <a:cubicBezTo>
                    <a:pt x="37" y="38"/>
                    <a:pt x="21" y="71"/>
                    <a:pt x="0" y="104"/>
                  </a:cubicBezTo>
                  <a:cubicBezTo>
                    <a:pt x="0" y="141"/>
                    <a:pt x="0" y="174"/>
                    <a:pt x="21" y="207"/>
                  </a:cubicBezTo>
                  <a:cubicBezTo>
                    <a:pt x="37" y="228"/>
                    <a:pt x="54" y="244"/>
                    <a:pt x="87" y="260"/>
                  </a:cubicBezTo>
                  <a:cubicBezTo>
                    <a:pt x="157" y="260"/>
                    <a:pt x="206" y="207"/>
                    <a:pt x="227" y="141"/>
                  </a:cubicBezTo>
                  <a:cubicBezTo>
                    <a:pt x="243" y="104"/>
                    <a:pt x="227" y="71"/>
                    <a:pt x="206" y="54"/>
                  </a:cubicBezTo>
                  <a:cubicBezTo>
                    <a:pt x="206" y="38"/>
                    <a:pt x="206" y="38"/>
                    <a:pt x="190" y="21"/>
                  </a:cubicBezTo>
                  <a:cubicBezTo>
                    <a:pt x="190" y="21"/>
                    <a:pt x="173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16"/>
            <p:cNvSpPr/>
            <p:nvPr/>
          </p:nvSpPr>
          <p:spPr>
            <a:xfrm>
              <a:off x="4162200" y="27157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0"/>
                  </a:moveTo>
                  <a:cubicBezTo>
                    <a:pt x="120" y="0"/>
                    <a:pt x="87" y="17"/>
                    <a:pt x="54" y="33"/>
                  </a:cubicBezTo>
                  <a:cubicBezTo>
                    <a:pt x="38" y="50"/>
                    <a:pt x="17" y="83"/>
                    <a:pt x="1" y="120"/>
                  </a:cubicBezTo>
                  <a:cubicBezTo>
                    <a:pt x="1" y="153"/>
                    <a:pt x="1" y="186"/>
                    <a:pt x="17" y="206"/>
                  </a:cubicBezTo>
                  <a:cubicBezTo>
                    <a:pt x="38" y="239"/>
                    <a:pt x="54" y="256"/>
                    <a:pt x="87" y="256"/>
                  </a:cubicBezTo>
                  <a:cubicBezTo>
                    <a:pt x="97" y="258"/>
                    <a:pt x="105" y="259"/>
                    <a:pt x="114" y="259"/>
                  </a:cubicBezTo>
                  <a:cubicBezTo>
                    <a:pt x="170" y="259"/>
                    <a:pt x="209" y="214"/>
                    <a:pt x="223" y="153"/>
                  </a:cubicBezTo>
                  <a:cubicBezTo>
                    <a:pt x="223" y="120"/>
                    <a:pt x="223" y="83"/>
                    <a:pt x="207" y="50"/>
                  </a:cubicBezTo>
                  <a:cubicBezTo>
                    <a:pt x="207" y="50"/>
                    <a:pt x="207" y="33"/>
                    <a:pt x="190" y="33"/>
                  </a:cubicBezTo>
                  <a:cubicBezTo>
                    <a:pt x="174" y="17"/>
                    <a:pt x="157" y="17"/>
                    <a:pt x="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16"/>
            <p:cNvSpPr/>
            <p:nvPr/>
          </p:nvSpPr>
          <p:spPr>
            <a:xfrm>
              <a:off x="4148075" y="2839425"/>
              <a:ext cx="5600" cy="6075"/>
            </a:xfrm>
            <a:custGeom>
              <a:avLst/>
              <a:gdLst/>
              <a:ahLst/>
              <a:cxnLst/>
              <a:rect l="l" t="t" r="r" b="b"/>
              <a:pathLst>
                <a:path w="224" h="243" extrusionOk="0">
                  <a:moveTo>
                    <a:pt x="121" y="1"/>
                  </a:moveTo>
                  <a:cubicBezTo>
                    <a:pt x="67" y="1"/>
                    <a:pt x="17" y="34"/>
                    <a:pt x="1" y="104"/>
                  </a:cubicBezTo>
                  <a:cubicBezTo>
                    <a:pt x="1" y="137"/>
                    <a:pt x="1" y="170"/>
                    <a:pt x="17" y="186"/>
                  </a:cubicBezTo>
                  <a:cubicBezTo>
                    <a:pt x="34" y="223"/>
                    <a:pt x="50" y="240"/>
                    <a:pt x="88" y="240"/>
                  </a:cubicBezTo>
                  <a:cubicBezTo>
                    <a:pt x="94" y="242"/>
                    <a:pt x="101" y="243"/>
                    <a:pt x="108" y="243"/>
                  </a:cubicBezTo>
                  <a:cubicBezTo>
                    <a:pt x="154" y="243"/>
                    <a:pt x="209" y="198"/>
                    <a:pt x="224" y="137"/>
                  </a:cubicBezTo>
                  <a:lnTo>
                    <a:pt x="224" y="104"/>
                  </a:lnTo>
                  <a:cubicBezTo>
                    <a:pt x="224" y="67"/>
                    <a:pt x="207" y="34"/>
                    <a:pt x="191" y="17"/>
                  </a:cubicBezTo>
                  <a:cubicBezTo>
                    <a:pt x="170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16"/>
            <p:cNvSpPr/>
            <p:nvPr/>
          </p:nvSpPr>
          <p:spPr>
            <a:xfrm>
              <a:off x="4140775" y="28047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9" y="0"/>
                  </a:moveTo>
                  <a:cubicBezTo>
                    <a:pt x="124" y="0"/>
                    <a:pt x="112" y="4"/>
                    <a:pt x="103" y="13"/>
                  </a:cubicBezTo>
                  <a:cubicBezTo>
                    <a:pt x="33" y="50"/>
                    <a:pt x="0" y="116"/>
                    <a:pt x="17" y="186"/>
                  </a:cubicBezTo>
                  <a:cubicBezTo>
                    <a:pt x="33" y="219"/>
                    <a:pt x="50" y="235"/>
                    <a:pt x="70" y="256"/>
                  </a:cubicBezTo>
                  <a:cubicBezTo>
                    <a:pt x="87" y="264"/>
                    <a:pt x="99" y="268"/>
                    <a:pt x="112" y="268"/>
                  </a:cubicBezTo>
                  <a:cubicBezTo>
                    <a:pt x="124" y="268"/>
                    <a:pt x="136" y="264"/>
                    <a:pt x="153" y="256"/>
                  </a:cubicBezTo>
                  <a:cubicBezTo>
                    <a:pt x="190" y="235"/>
                    <a:pt x="206" y="219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6"/>
                    <a:pt x="223" y="50"/>
                    <a:pt x="206" y="29"/>
                  </a:cubicBezTo>
                  <a:lnTo>
                    <a:pt x="190" y="13"/>
                  </a:lnTo>
                  <a:cubicBezTo>
                    <a:pt x="171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16"/>
            <p:cNvSpPr/>
            <p:nvPr/>
          </p:nvSpPr>
          <p:spPr>
            <a:xfrm>
              <a:off x="4143350" y="271532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3" y="1"/>
                  </a:moveTo>
                  <a:cubicBezTo>
                    <a:pt x="99" y="1"/>
                    <a:pt x="64" y="19"/>
                    <a:pt x="33" y="50"/>
                  </a:cubicBezTo>
                  <a:cubicBezTo>
                    <a:pt x="0" y="100"/>
                    <a:pt x="0" y="186"/>
                    <a:pt x="50" y="223"/>
                  </a:cubicBezTo>
                  <a:cubicBezTo>
                    <a:pt x="65" y="244"/>
                    <a:pt x="85" y="253"/>
                    <a:pt x="107" y="253"/>
                  </a:cubicBezTo>
                  <a:cubicBezTo>
                    <a:pt x="139" y="253"/>
                    <a:pt x="175" y="234"/>
                    <a:pt x="206" y="203"/>
                  </a:cubicBezTo>
                  <a:cubicBezTo>
                    <a:pt x="239" y="153"/>
                    <a:pt x="239" y="67"/>
                    <a:pt x="206" y="34"/>
                  </a:cubicBezTo>
                  <a:cubicBezTo>
                    <a:pt x="184" y="11"/>
                    <a:pt x="159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16"/>
            <p:cNvSpPr/>
            <p:nvPr/>
          </p:nvSpPr>
          <p:spPr>
            <a:xfrm>
              <a:off x="4140775" y="2695950"/>
              <a:ext cx="6400" cy="6325"/>
            </a:xfrm>
            <a:custGeom>
              <a:avLst/>
              <a:gdLst/>
              <a:ahLst/>
              <a:cxnLst/>
              <a:rect l="l" t="t" r="r" b="b"/>
              <a:pathLst>
                <a:path w="256" h="253" extrusionOk="0">
                  <a:moveTo>
                    <a:pt x="103" y="1"/>
                  </a:moveTo>
                  <a:cubicBezTo>
                    <a:pt x="33" y="34"/>
                    <a:pt x="0" y="104"/>
                    <a:pt x="17" y="174"/>
                  </a:cubicBezTo>
                  <a:cubicBezTo>
                    <a:pt x="33" y="207"/>
                    <a:pt x="50" y="223"/>
                    <a:pt x="70" y="240"/>
                  </a:cubicBezTo>
                  <a:cubicBezTo>
                    <a:pt x="87" y="248"/>
                    <a:pt x="103" y="252"/>
                    <a:pt x="118" y="252"/>
                  </a:cubicBezTo>
                  <a:cubicBezTo>
                    <a:pt x="132" y="252"/>
                    <a:pt x="145" y="248"/>
                    <a:pt x="153" y="240"/>
                  </a:cubicBezTo>
                  <a:cubicBezTo>
                    <a:pt x="223" y="223"/>
                    <a:pt x="256" y="137"/>
                    <a:pt x="239" y="87"/>
                  </a:cubicBezTo>
                  <a:cubicBezTo>
                    <a:pt x="239" y="50"/>
                    <a:pt x="223" y="34"/>
                    <a:pt x="206" y="17"/>
                  </a:cubicBezTo>
                  <a:cubicBezTo>
                    <a:pt x="206" y="17"/>
                    <a:pt x="190" y="17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16"/>
            <p:cNvSpPr/>
            <p:nvPr/>
          </p:nvSpPr>
          <p:spPr>
            <a:xfrm>
              <a:off x="4139025" y="2741000"/>
              <a:ext cx="6500" cy="6425"/>
            </a:xfrm>
            <a:custGeom>
              <a:avLst/>
              <a:gdLst/>
              <a:ahLst/>
              <a:cxnLst/>
              <a:rect l="l" t="t" r="r" b="b"/>
              <a:pathLst>
                <a:path w="260" h="257" extrusionOk="0">
                  <a:moveTo>
                    <a:pt x="103" y="0"/>
                  </a:moveTo>
                  <a:cubicBezTo>
                    <a:pt x="37" y="37"/>
                    <a:pt x="0" y="103"/>
                    <a:pt x="17" y="173"/>
                  </a:cubicBezTo>
                  <a:cubicBezTo>
                    <a:pt x="32" y="225"/>
                    <a:pt x="71" y="256"/>
                    <a:pt x="113" y="256"/>
                  </a:cubicBezTo>
                  <a:cubicBezTo>
                    <a:pt x="127" y="256"/>
                    <a:pt x="143" y="252"/>
                    <a:pt x="157" y="244"/>
                  </a:cubicBezTo>
                  <a:cubicBezTo>
                    <a:pt x="223" y="227"/>
                    <a:pt x="260" y="141"/>
                    <a:pt x="243" y="70"/>
                  </a:cubicBezTo>
                  <a:cubicBezTo>
                    <a:pt x="223" y="54"/>
                    <a:pt x="223" y="37"/>
                    <a:pt x="206" y="21"/>
                  </a:cubicBezTo>
                  <a:cubicBezTo>
                    <a:pt x="206" y="21"/>
                    <a:pt x="190" y="21"/>
                    <a:pt x="1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16"/>
            <p:cNvSpPr/>
            <p:nvPr/>
          </p:nvSpPr>
          <p:spPr>
            <a:xfrm>
              <a:off x="4144575" y="2776350"/>
              <a:ext cx="6125" cy="6725"/>
            </a:xfrm>
            <a:custGeom>
              <a:avLst/>
              <a:gdLst/>
              <a:ahLst/>
              <a:cxnLst/>
              <a:rect l="l" t="t" r="r" b="b"/>
              <a:pathLst>
                <a:path w="245" h="269" extrusionOk="0">
                  <a:moveTo>
                    <a:pt x="138" y="0"/>
                  </a:moveTo>
                  <a:cubicBezTo>
                    <a:pt x="123" y="0"/>
                    <a:pt x="106" y="5"/>
                    <a:pt x="87" y="13"/>
                  </a:cubicBezTo>
                  <a:cubicBezTo>
                    <a:pt x="71" y="29"/>
                    <a:pt x="38" y="50"/>
                    <a:pt x="21" y="83"/>
                  </a:cubicBezTo>
                  <a:cubicBezTo>
                    <a:pt x="1" y="116"/>
                    <a:pt x="1" y="153"/>
                    <a:pt x="21" y="186"/>
                  </a:cubicBezTo>
                  <a:cubicBezTo>
                    <a:pt x="21" y="219"/>
                    <a:pt x="38" y="235"/>
                    <a:pt x="71" y="256"/>
                  </a:cubicBezTo>
                  <a:cubicBezTo>
                    <a:pt x="79" y="264"/>
                    <a:pt x="93" y="268"/>
                    <a:pt x="108" y="268"/>
                  </a:cubicBezTo>
                  <a:cubicBezTo>
                    <a:pt x="123" y="268"/>
                    <a:pt x="141" y="264"/>
                    <a:pt x="157" y="256"/>
                  </a:cubicBezTo>
                  <a:cubicBezTo>
                    <a:pt x="207" y="235"/>
                    <a:pt x="244" y="153"/>
                    <a:pt x="228" y="83"/>
                  </a:cubicBezTo>
                  <a:cubicBezTo>
                    <a:pt x="228" y="66"/>
                    <a:pt x="228" y="50"/>
                    <a:pt x="207" y="29"/>
                  </a:cubicBezTo>
                  <a:cubicBezTo>
                    <a:pt x="190" y="29"/>
                    <a:pt x="190" y="29"/>
                    <a:pt x="174" y="13"/>
                  </a:cubicBezTo>
                  <a:cubicBezTo>
                    <a:pt x="166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16"/>
            <p:cNvSpPr/>
            <p:nvPr/>
          </p:nvSpPr>
          <p:spPr>
            <a:xfrm>
              <a:off x="4143750" y="2759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7" y="1"/>
                  </a:moveTo>
                  <a:cubicBezTo>
                    <a:pt x="87" y="1"/>
                    <a:pt x="34" y="38"/>
                    <a:pt x="17" y="104"/>
                  </a:cubicBezTo>
                  <a:cubicBezTo>
                    <a:pt x="1" y="158"/>
                    <a:pt x="17" y="190"/>
                    <a:pt x="34" y="228"/>
                  </a:cubicBezTo>
                  <a:cubicBezTo>
                    <a:pt x="54" y="244"/>
                    <a:pt x="71" y="261"/>
                    <a:pt x="87" y="261"/>
                  </a:cubicBezTo>
                  <a:cubicBezTo>
                    <a:pt x="120" y="261"/>
                    <a:pt x="157" y="261"/>
                    <a:pt x="174" y="244"/>
                  </a:cubicBezTo>
                  <a:cubicBezTo>
                    <a:pt x="207" y="207"/>
                    <a:pt x="223" y="190"/>
                    <a:pt x="223" y="158"/>
                  </a:cubicBezTo>
                  <a:cubicBezTo>
                    <a:pt x="240" y="125"/>
                    <a:pt x="240" y="87"/>
                    <a:pt x="223" y="54"/>
                  </a:cubicBezTo>
                  <a:cubicBezTo>
                    <a:pt x="207" y="54"/>
                    <a:pt x="207" y="38"/>
                    <a:pt x="207" y="38"/>
                  </a:cubicBezTo>
                  <a:lnTo>
                    <a:pt x="190" y="21"/>
                  </a:lnTo>
                  <a:cubicBezTo>
                    <a:pt x="174" y="21"/>
                    <a:pt x="157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16"/>
            <p:cNvSpPr/>
            <p:nvPr/>
          </p:nvSpPr>
          <p:spPr>
            <a:xfrm>
              <a:off x="4163950" y="2839950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40" y="0"/>
                  </a:moveTo>
                  <a:cubicBezTo>
                    <a:pt x="125" y="0"/>
                    <a:pt x="112" y="4"/>
                    <a:pt x="104" y="13"/>
                  </a:cubicBezTo>
                  <a:cubicBezTo>
                    <a:pt x="34" y="29"/>
                    <a:pt x="1" y="116"/>
                    <a:pt x="17" y="165"/>
                  </a:cubicBezTo>
                  <a:cubicBezTo>
                    <a:pt x="17" y="202"/>
                    <a:pt x="50" y="235"/>
                    <a:pt x="71" y="235"/>
                  </a:cubicBezTo>
                  <a:cubicBezTo>
                    <a:pt x="104" y="252"/>
                    <a:pt x="120" y="252"/>
                    <a:pt x="153" y="252"/>
                  </a:cubicBezTo>
                  <a:cubicBezTo>
                    <a:pt x="191" y="235"/>
                    <a:pt x="207" y="202"/>
                    <a:pt x="224" y="186"/>
                  </a:cubicBezTo>
                  <a:cubicBezTo>
                    <a:pt x="240" y="149"/>
                    <a:pt x="240" y="116"/>
                    <a:pt x="240" y="83"/>
                  </a:cubicBezTo>
                  <a:cubicBezTo>
                    <a:pt x="224" y="62"/>
                    <a:pt x="224" y="46"/>
                    <a:pt x="207" y="29"/>
                  </a:cubicBezTo>
                  <a:cubicBezTo>
                    <a:pt x="207" y="13"/>
                    <a:pt x="191" y="13"/>
                    <a:pt x="191" y="13"/>
                  </a:cubicBezTo>
                  <a:cubicBezTo>
                    <a:pt x="172" y="4"/>
                    <a:pt x="154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16"/>
            <p:cNvSpPr/>
            <p:nvPr/>
          </p:nvSpPr>
          <p:spPr>
            <a:xfrm>
              <a:off x="4143350" y="28212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5" y="1"/>
                  </a:moveTo>
                  <a:cubicBezTo>
                    <a:pt x="72" y="1"/>
                    <a:pt x="31" y="48"/>
                    <a:pt x="17" y="108"/>
                  </a:cubicBezTo>
                  <a:cubicBezTo>
                    <a:pt x="0" y="141"/>
                    <a:pt x="17" y="174"/>
                    <a:pt x="33" y="211"/>
                  </a:cubicBezTo>
                  <a:cubicBezTo>
                    <a:pt x="50" y="228"/>
                    <a:pt x="70" y="244"/>
                    <a:pt x="103" y="261"/>
                  </a:cubicBezTo>
                  <a:cubicBezTo>
                    <a:pt x="153" y="261"/>
                    <a:pt x="223" y="211"/>
                    <a:pt x="239" y="141"/>
                  </a:cubicBezTo>
                  <a:cubicBezTo>
                    <a:pt x="239" y="108"/>
                    <a:pt x="239" y="71"/>
                    <a:pt x="223" y="55"/>
                  </a:cubicBezTo>
                  <a:cubicBezTo>
                    <a:pt x="223" y="38"/>
                    <a:pt x="206" y="38"/>
                    <a:pt x="206" y="22"/>
                  </a:cubicBezTo>
                  <a:cubicBezTo>
                    <a:pt x="190" y="5"/>
                    <a:pt x="173" y="5"/>
                    <a:pt x="153" y="5"/>
                  </a:cubicBezTo>
                  <a:cubicBezTo>
                    <a:pt x="143" y="2"/>
                    <a:pt x="134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16"/>
            <p:cNvSpPr/>
            <p:nvPr/>
          </p:nvSpPr>
          <p:spPr>
            <a:xfrm>
              <a:off x="4186750" y="2765850"/>
              <a:ext cx="5575" cy="6200"/>
            </a:xfrm>
            <a:custGeom>
              <a:avLst/>
              <a:gdLst/>
              <a:ahLst/>
              <a:cxnLst/>
              <a:rect l="l" t="t" r="r" b="b"/>
              <a:pathLst>
                <a:path w="223" h="248" extrusionOk="0">
                  <a:moveTo>
                    <a:pt x="110" y="1"/>
                  </a:moveTo>
                  <a:cubicBezTo>
                    <a:pt x="54" y="1"/>
                    <a:pt x="14" y="46"/>
                    <a:pt x="0" y="107"/>
                  </a:cubicBezTo>
                  <a:cubicBezTo>
                    <a:pt x="0" y="140"/>
                    <a:pt x="0" y="177"/>
                    <a:pt x="17" y="194"/>
                  </a:cubicBezTo>
                  <a:cubicBezTo>
                    <a:pt x="33" y="227"/>
                    <a:pt x="50" y="243"/>
                    <a:pt x="87" y="243"/>
                  </a:cubicBezTo>
                  <a:cubicBezTo>
                    <a:pt x="94" y="246"/>
                    <a:pt x="102" y="248"/>
                    <a:pt x="110" y="248"/>
                  </a:cubicBezTo>
                  <a:cubicBezTo>
                    <a:pt x="156" y="248"/>
                    <a:pt x="209" y="200"/>
                    <a:pt x="223" y="140"/>
                  </a:cubicBezTo>
                  <a:cubicBezTo>
                    <a:pt x="223" y="107"/>
                    <a:pt x="223" y="74"/>
                    <a:pt x="206" y="58"/>
                  </a:cubicBezTo>
                  <a:cubicBezTo>
                    <a:pt x="206" y="37"/>
                    <a:pt x="190" y="37"/>
                    <a:pt x="190" y="21"/>
                  </a:cubicBezTo>
                  <a:cubicBezTo>
                    <a:pt x="169" y="4"/>
                    <a:pt x="153" y="4"/>
                    <a:pt x="136" y="4"/>
                  </a:cubicBezTo>
                  <a:cubicBezTo>
                    <a:pt x="127" y="2"/>
                    <a:pt x="118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16"/>
            <p:cNvSpPr/>
            <p:nvPr/>
          </p:nvSpPr>
          <p:spPr>
            <a:xfrm>
              <a:off x="4178600" y="2733400"/>
              <a:ext cx="6400" cy="6375"/>
            </a:xfrm>
            <a:custGeom>
              <a:avLst/>
              <a:gdLst/>
              <a:ahLst/>
              <a:cxnLst/>
              <a:rect l="l" t="t" r="r" b="b"/>
              <a:pathLst>
                <a:path w="256" h="255" extrusionOk="0">
                  <a:moveTo>
                    <a:pt x="145" y="0"/>
                  </a:moveTo>
                  <a:cubicBezTo>
                    <a:pt x="132" y="0"/>
                    <a:pt x="120" y="5"/>
                    <a:pt x="103" y="16"/>
                  </a:cubicBezTo>
                  <a:cubicBezTo>
                    <a:pt x="33" y="32"/>
                    <a:pt x="0" y="119"/>
                    <a:pt x="17" y="185"/>
                  </a:cubicBezTo>
                  <a:cubicBezTo>
                    <a:pt x="33" y="201"/>
                    <a:pt x="50" y="238"/>
                    <a:pt x="66" y="255"/>
                  </a:cubicBezTo>
                  <a:lnTo>
                    <a:pt x="153" y="255"/>
                  </a:lnTo>
                  <a:cubicBezTo>
                    <a:pt x="186" y="238"/>
                    <a:pt x="223" y="222"/>
                    <a:pt x="223" y="185"/>
                  </a:cubicBezTo>
                  <a:cubicBezTo>
                    <a:pt x="239" y="152"/>
                    <a:pt x="256" y="119"/>
                    <a:pt x="239" y="82"/>
                  </a:cubicBezTo>
                  <a:cubicBezTo>
                    <a:pt x="239" y="65"/>
                    <a:pt x="223" y="49"/>
                    <a:pt x="206" y="32"/>
                  </a:cubicBezTo>
                  <a:lnTo>
                    <a:pt x="186" y="16"/>
                  </a:lnTo>
                  <a:cubicBezTo>
                    <a:pt x="169" y="5"/>
                    <a:pt x="157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16"/>
            <p:cNvSpPr/>
            <p:nvPr/>
          </p:nvSpPr>
          <p:spPr>
            <a:xfrm>
              <a:off x="4184575" y="27047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0" y="1"/>
                  </a:moveTo>
                  <a:cubicBezTo>
                    <a:pt x="99" y="1"/>
                    <a:pt x="70" y="14"/>
                    <a:pt x="50" y="43"/>
                  </a:cubicBezTo>
                  <a:cubicBezTo>
                    <a:pt x="0" y="109"/>
                    <a:pt x="0" y="179"/>
                    <a:pt x="50" y="233"/>
                  </a:cubicBezTo>
                  <a:cubicBezTo>
                    <a:pt x="50" y="233"/>
                    <a:pt x="71" y="250"/>
                    <a:pt x="87" y="250"/>
                  </a:cubicBezTo>
                  <a:cubicBezTo>
                    <a:pt x="100" y="254"/>
                    <a:pt x="112" y="256"/>
                    <a:pt x="124" y="256"/>
                  </a:cubicBezTo>
                  <a:cubicBezTo>
                    <a:pt x="156" y="256"/>
                    <a:pt x="182" y="240"/>
                    <a:pt x="207" y="212"/>
                  </a:cubicBezTo>
                  <a:cubicBezTo>
                    <a:pt x="240" y="163"/>
                    <a:pt x="240" y="109"/>
                    <a:pt x="240" y="76"/>
                  </a:cubicBezTo>
                  <a:cubicBezTo>
                    <a:pt x="223" y="60"/>
                    <a:pt x="223" y="43"/>
                    <a:pt x="207" y="27"/>
                  </a:cubicBezTo>
                  <a:cubicBezTo>
                    <a:pt x="182" y="10"/>
                    <a:pt x="155" y="1"/>
                    <a:pt x="1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16"/>
            <p:cNvSpPr/>
            <p:nvPr/>
          </p:nvSpPr>
          <p:spPr>
            <a:xfrm>
              <a:off x="4173850" y="27788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53" y="0"/>
                  </a:moveTo>
                  <a:cubicBezTo>
                    <a:pt x="87" y="0"/>
                    <a:pt x="17" y="54"/>
                    <a:pt x="17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34" y="240"/>
                    <a:pt x="67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6" y="263"/>
                    <a:pt x="209" y="215"/>
                    <a:pt x="223" y="157"/>
                  </a:cubicBezTo>
                  <a:cubicBezTo>
                    <a:pt x="240" y="120"/>
                    <a:pt x="223" y="87"/>
                    <a:pt x="223" y="54"/>
                  </a:cubicBezTo>
                  <a:cubicBezTo>
                    <a:pt x="207" y="54"/>
                    <a:pt x="207" y="33"/>
                    <a:pt x="207" y="33"/>
                  </a:cubicBezTo>
                  <a:cubicBezTo>
                    <a:pt x="19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16"/>
            <p:cNvSpPr/>
            <p:nvPr/>
          </p:nvSpPr>
          <p:spPr>
            <a:xfrm>
              <a:off x="4171700" y="2762375"/>
              <a:ext cx="6400" cy="6500"/>
            </a:xfrm>
            <a:custGeom>
              <a:avLst/>
              <a:gdLst/>
              <a:ahLst/>
              <a:cxnLst/>
              <a:rect l="l" t="t" r="r" b="b"/>
              <a:pathLst>
                <a:path w="256" h="260" extrusionOk="0">
                  <a:moveTo>
                    <a:pt x="130" y="1"/>
                  </a:moveTo>
                  <a:cubicBezTo>
                    <a:pt x="99" y="1"/>
                    <a:pt x="70" y="13"/>
                    <a:pt x="50" y="40"/>
                  </a:cubicBezTo>
                  <a:cubicBezTo>
                    <a:pt x="0" y="110"/>
                    <a:pt x="0" y="176"/>
                    <a:pt x="50" y="230"/>
                  </a:cubicBezTo>
                  <a:cubicBezTo>
                    <a:pt x="65" y="250"/>
                    <a:pt x="89" y="260"/>
                    <a:pt x="115" y="260"/>
                  </a:cubicBezTo>
                  <a:cubicBezTo>
                    <a:pt x="150" y="260"/>
                    <a:pt x="187" y="242"/>
                    <a:pt x="206" y="213"/>
                  </a:cubicBezTo>
                  <a:cubicBezTo>
                    <a:pt x="256" y="160"/>
                    <a:pt x="256" y="73"/>
                    <a:pt x="206" y="24"/>
                  </a:cubicBezTo>
                  <a:cubicBezTo>
                    <a:pt x="182" y="9"/>
                    <a:pt x="156" y="1"/>
                    <a:pt x="1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16"/>
            <p:cNvSpPr/>
            <p:nvPr/>
          </p:nvSpPr>
          <p:spPr>
            <a:xfrm>
              <a:off x="4167775" y="2793975"/>
              <a:ext cx="6525" cy="6300"/>
            </a:xfrm>
            <a:custGeom>
              <a:avLst/>
              <a:gdLst/>
              <a:ahLst/>
              <a:cxnLst/>
              <a:rect l="l" t="t" r="r" b="b"/>
              <a:pathLst>
                <a:path w="261" h="252" extrusionOk="0">
                  <a:moveTo>
                    <a:pt x="142" y="0"/>
                  </a:moveTo>
                  <a:cubicBezTo>
                    <a:pt x="127" y="0"/>
                    <a:pt x="114" y="5"/>
                    <a:pt x="103" y="13"/>
                  </a:cubicBezTo>
                  <a:cubicBezTo>
                    <a:pt x="38" y="29"/>
                    <a:pt x="0" y="116"/>
                    <a:pt x="21" y="186"/>
                  </a:cubicBezTo>
                  <a:cubicBezTo>
                    <a:pt x="21" y="203"/>
                    <a:pt x="54" y="236"/>
                    <a:pt x="71" y="252"/>
                  </a:cubicBezTo>
                  <a:lnTo>
                    <a:pt x="157" y="252"/>
                  </a:lnTo>
                  <a:cubicBezTo>
                    <a:pt x="227" y="219"/>
                    <a:pt x="260" y="149"/>
                    <a:pt x="244" y="83"/>
                  </a:cubicBezTo>
                  <a:cubicBezTo>
                    <a:pt x="227" y="66"/>
                    <a:pt x="227" y="46"/>
                    <a:pt x="207" y="29"/>
                  </a:cubicBezTo>
                  <a:lnTo>
                    <a:pt x="190" y="13"/>
                  </a:lnTo>
                  <a:cubicBezTo>
                    <a:pt x="174" y="5"/>
                    <a:pt x="157" y="0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16"/>
            <p:cNvSpPr/>
            <p:nvPr/>
          </p:nvSpPr>
          <p:spPr>
            <a:xfrm>
              <a:off x="4184150" y="2750150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35" y="0"/>
                  </a:moveTo>
                  <a:cubicBezTo>
                    <a:pt x="100" y="0"/>
                    <a:pt x="65" y="18"/>
                    <a:pt x="34" y="47"/>
                  </a:cubicBezTo>
                  <a:cubicBezTo>
                    <a:pt x="1" y="100"/>
                    <a:pt x="1" y="187"/>
                    <a:pt x="50" y="236"/>
                  </a:cubicBezTo>
                  <a:cubicBezTo>
                    <a:pt x="66" y="252"/>
                    <a:pt x="87" y="261"/>
                    <a:pt x="110" y="261"/>
                  </a:cubicBezTo>
                  <a:cubicBezTo>
                    <a:pt x="141" y="261"/>
                    <a:pt x="176" y="244"/>
                    <a:pt x="207" y="203"/>
                  </a:cubicBezTo>
                  <a:cubicBezTo>
                    <a:pt x="240" y="150"/>
                    <a:pt x="240" y="84"/>
                    <a:pt x="207" y="30"/>
                  </a:cubicBezTo>
                  <a:cubicBezTo>
                    <a:pt x="185" y="9"/>
                    <a:pt x="160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16"/>
            <p:cNvSpPr/>
            <p:nvPr/>
          </p:nvSpPr>
          <p:spPr>
            <a:xfrm>
              <a:off x="4176850" y="2716650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34" y="0"/>
                  </a:moveTo>
                  <a:cubicBezTo>
                    <a:pt x="100" y="0"/>
                    <a:pt x="64" y="18"/>
                    <a:pt x="33" y="47"/>
                  </a:cubicBezTo>
                  <a:cubicBezTo>
                    <a:pt x="33" y="67"/>
                    <a:pt x="17" y="84"/>
                    <a:pt x="17" y="100"/>
                  </a:cubicBezTo>
                  <a:cubicBezTo>
                    <a:pt x="0" y="150"/>
                    <a:pt x="17" y="203"/>
                    <a:pt x="33" y="220"/>
                  </a:cubicBezTo>
                  <a:cubicBezTo>
                    <a:pt x="55" y="239"/>
                    <a:pt x="81" y="247"/>
                    <a:pt x="105" y="247"/>
                  </a:cubicBezTo>
                  <a:cubicBezTo>
                    <a:pt x="123" y="247"/>
                    <a:pt x="139" y="243"/>
                    <a:pt x="153" y="236"/>
                  </a:cubicBezTo>
                  <a:cubicBezTo>
                    <a:pt x="173" y="236"/>
                    <a:pt x="190" y="220"/>
                    <a:pt x="206" y="203"/>
                  </a:cubicBezTo>
                  <a:cubicBezTo>
                    <a:pt x="239" y="150"/>
                    <a:pt x="239" y="67"/>
                    <a:pt x="206" y="30"/>
                  </a:cubicBezTo>
                  <a:cubicBezTo>
                    <a:pt x="184" y="9"/>
                    <a:pt x="159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16"/>
            <p:cNvSpPr/>
            <p:nvPr/>
          </p:nvSpPr>
          <p:spPr>
            <a:xfrm>
              <a:off x="4187975" y="2781275"/>
              <a:ext cx="6525" cy="6550"/>
            </a:xfrm>
            <a:custGeom>
              <a:avLst/>
              <a:gdLst/>
              <a:ahLst/>
              <a:cxnLst/>
              <a:rect l="l" t="t" r="r" b="b"/>
              <a:pathLst>
                <a:path w="261" h="262" extrusionOk="0">
                  <a:moveTo>
                    <a:pt x="152" y="1"/>
                  </a:moveTo>
                  <a:cubicBezTo>
                    <a:pt x="120" y="1"/>
                    <a:pt x="83" y="18"/>
                    <a:pt x="54" y="59"/>
                  </a:cubicBezTo>
                  <a:cubicBezTo>
                    <a:pt x="1" y="109"/>
                    <a:pt x="1" y="179"/>
                    <a:pt x="54" y="228"/>
                  </a:cubicBezTo>
                  <a:cubicBezTo>
                    <a:pt x="75" y="251"/>
                    <a:pt x="100" y="261"/>
                    <a:pt x="124" y="261"/>
                  </a:cubicBezTo>
                  <a:cubicBezTo>
                    <a:pt x="156" y="261"/>
                    <a:pt x="188" y="242"/>
                    <a:pt x="207" y="212"/>
                  </a:cubicBezTo>
                  <a:cubicBezTo>
                    <a:pt x="260" y="162"/>
                    <a:pt x="260" y="76"/>
                    <a:pt x="207" y="22"/>
                  </a:cubicBezTo>
                  <a:cubicBezTo>
                    <a:pt x="193" y="9"/>
                    <a:pt x="174" y="1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16"/>
            <p:cNvSpPr/>
            <p:nvPr/>
          </p:nvSpPr>
          <p:spPr>
            <a:xfrm>
              <a:off x="4181175" y="27956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0"/>
                  </a:moveTo>
                  <a:cubicBezTo>
                    <a:pt x="83" y="0"/>
                    <a:pt x="33" y="50"/>
                    <a:pt x="17" y="120"/>
                  </a:cubicBezTo>
                  <a:cubicBezTo>
                    <a:pt x="0" y="153"/>
                    <a:pt x="17" y="186"/>
                    <a:pt x="17" y="207"/>
                  </a:cubicBezTo>
                  <a:cubicBezTo>
                    <a:pt x="33" y="240"/>
                    <a:pt x="66" y="256"/>
                    <a:pt x="83" y="256"/>
                  </a:cubicBezTo>
                  <a:cubicBezTo>
                    <a:pt x="92" y="258"/>
                    <a:pt x="101" y="259"/>
                    <a:pt x="110" y="259"/>
                  </a:cubicBezTo>
                  <a:cubicBezTo>
                    <a:pt x="170" y="259"/>
                    <a:pt x="225" y="214"/>
                    <a:pt x="240" y="153"/>
                  </a:cubicBezTo>
                  <a:cubicBezTo>
                    <a:pt x="240" y="120"/>
                    <a:pt x="240" y="83"/>
                    <a:pt x="223" y="50"/>
                  </a:cubicBezTo>
                  <a:lnTo>
                    <a:pt x="207" y="33"/>
                  </a:lnTo>
                  <a:cubicBezTo>
                    <a:pt x="186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16"/>
            <p:cNvSpPr/>
            <p:nvPr/>
          </p:nvSpPr>
          <p:spPr>
            <a:xfrm>
              <a:off x="4186325" y="28119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7" y="1"/>
                  </a:moveTo>
                  <a:cubicBezTo>
                    <a:pt x="120" y="1"/>
                    <a:pt x="83" y="1"/>
                    <a:pt x="50" y="34"/>
                  </a:cubicBezTo>
                  <a:cubicBezTo>
                    <a:pt x="34" y="50"/>
                    <a:pt x="17" y="71"/>
                    <a:pt x="1" y="104"/>
                  </a:cubicBezTo>
                  <a:cubicBezTo>
                    <a:pt x="1" y="137"/>
                    <a:pt x="1" y="174"/>
                    <a:pt x="17" y="207"/>
                  </a:cubicBezTo>
                  <a:cubicBezTo>
                    <a:pt x="34" y="240"/>
                    <a:pt x="50" y="257"/>
                    <a:pt x="83" y="257"/>
                  </a:cubicBezTo>
                  <a:cubicBezTo>
                    <a:pt x="153" y="257"/>
                    <a:pt x="207" y="224"/>
                    <a:pt x="223" y="153"/>
                  </a:cubicBezTo>
                  <a:cubicBezTo>
                    <a:pt x="240" y="120"/>
                    <a:pt x="223" y="87"/>
                    <a:pt x="207" y="50"/>
                  </a:cubicBezTo>
                  <a:cubicBezTo>
                    <a:pt x="207" y="50"/>
                    <a:pt x="207" y="34"/>
                    <a:pt x="186" y="34"/>
                  </a:cubicBezTo>
                  <a:cubicBezTo>
                    <a:pt x="186" y="17"/>
                    <a:pt x="170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16"/>
            <p:cNvSpPr/>
            <p:nvPr/>
          </p:nvSpPr>
          <p:spPr>
            <a:xfrm>
              <a:off x="4176850" y="284312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8" y="0"/>
                  </a:moveTo>
                  <a:cubicBezTo>
                    <a:pt x="104" y="0"/>
                    <a:pt x="72" y="17"/>
                    <a:pt x="50" y="59"/>
                  </a:cubicBezTo>
                  <a:cubicBezTo>
                    <a:pt x="0" y="108"/>
                    <a:pt x="0" y="178"/>
                    <a:pt x="50" y="228"/>
                  </a:cubicBezTo>
                  <a:cubicBezTo>
                    <a:pt x="50" y="244"/>
                    <a:pt x="70" y="244"/>
                    <a:pt x="87" y="244"/>
                  </a:cubicBezTo>
                  <a:cubicBezTo>
                    <a:pt x="96" y="250"/>
                    <a:pt x="107" y="253"/>
                    <a:pt x="118" y="253"/>
                  </a:cubicBezTo>
                  <a:cubicBezTo>
                    <a:pt x="148" y="253"/>
                    <a:pt x="183" y="235"/>
                    <a:pt x="206" y="211"/>
                  </a:cubicBezTo>
                  <a:cubicBezTo>
                    <a:pt x="239" y="178"/>
                    <a:pt x="239" y="108"/>
                    <a:pt x="223" y="75"/>
                  </a:cubicBezTo>
                  <a:cubicBezTo>
                    <a:pt x="223" y="59"/>
                    <a:pt x="223" y="38"/>
                    <a:pt x="206" y="22"/>
                  </a:cubicBezTo>
                  <a:cubicBezTo>
                    <a:pt x="185" y="8"/>
                    <a:pt x="161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16"/>
            <p:cNvSpPr/>
            <p:nvPr/>
          </p:nvSpPr>
          <p:spPr>
            <a:xfrm>
              <a:off x="4169525" y="27458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5" y="0"/>
                  </a:moveTo>
                  <a:cubicBezTo>
                    <a:pt x="101" y="0"/>
                    <a:pt x="64" y="19"/>
                    <a:pt x="33" y="50"/>
                  </a:cubicBezTo>
                  <a:cubicBezTo>
                    <a:pt x="1" y="99"/>
                    <a:pt x="1" y="186"/>
                    <a:pt x="33" y="239"/>
                  </a:cubicBezTo>
                  <a:cubicBezTo>
                    <a:pt x="55" y="253"/>
                    <a:pt x="80" y="261"/>
                    <a:pt x="105" y="261"/>
                  </a:cubicBezTo>
                  <a:cubicBezTo>
                    <a:pt x="141" y="261"/>
                    <a:pt x="177" y="244"/>
                    <a:pt x="207" y="202"/>
                  </a:cubicBezTo>
                  <a:cubicBezTo>
                    <a:pt x="240" y="153"/>
                    <a:pt x="240" y="66"/>
                    <a:pt x="207" y="33"/>
                  </a:cubicBezTo>
                  <a:cubicBezTo>
                    <a:pt x="186" y="10"/>
                    <a:pt x="161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16"/>
            <p:cNvSpPr/>
            <p:nvPr/>
          </p:nvSpPr>
          <p:spPr>
            <a:xfrm>
              <a:off x="4175500" y="28281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32" y="0"/>
                  </a:moveTo>
                  <a:cubicBezTo>
                    <a:pt x="75" y="0"/>
                    <a:pt x="36" y="49"/>
                    <a:pt x="21" y="106"/>
                  </a:cubicBezTo>
                  <a:cubicBezTo>
                    <a:pt x="1" y="143"/>
                    <a:pt x="21" y="176"/>
                    <a:pt x="38" y="209"/>
                  </a:cubicBezTo>
                  <a:cubicBezTo>
                    <a:pt x="38" y="226"/>
                    <a:pt x="71" y="247"/>
                    <a:pt x="104" y="263"/>
                  </a:cubicBezTo>
                  <a:cubicBezTo>
                    <a:pt x="124" y="263"/>
                    <a:pt x="157" y="247"/>
                    <a:pt x="190" y="226"/>
                  </a:cubicBezTo>
                  <a:cubicBezTo>
                    <a:pt x="207" y="209"/>
                    <a:pt x="227" y="176"/>
                    <a:pt x="244" y="143"/>
                  </a:cubicBezTo>
                  <a:cubicBezTo>
                    <a:pt x="244" y="106"/>
                    <a:pt x="244" y="73"/>
                    <a:pt x="227" y="57"/>
                  </a:cubicBezTo>
                  <a:cubicBezTo>
                    <a:pt x="227" y="40"/>
                    <a:pt x="207" y="40"/>
                    <a:pt x="207" y="20"/>
                  </a:cubicBezTo>
                  <a:cubicBezTo>
                    <a:pt x="190" y="20"/>
                    <a:pt x="174" y="3"/>
                    <a:pt x="157" y="3"/>
                  </a:cubicBezTo>
                  <a:cubicBezTo>
                    <a:pt x="149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16"/>
            <p:cNvSpPr/>
            <p:nvPr/>
          </p:nvSpPr>
          <p:spPr>
            <a:xfrm>
              <a:off x="4171700" y="270152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03" y="0"/>
                  </a:moveTo>
                  <a:cubicBezTo>
                    <a:pt x="33" y="33"/>
                    <a:pt x="0" y="103"/>
                    <a:pt x="17" y="173"/>
                  </a:cubicBezTo>
                  <a:cubicBezTo>
                    <a:pt x="33" y="206"/>
                    <a:pt x="50" y="223"/>
                    <a:pt x="70" y="239"/>
                  </a:cubicBezTo>
                  <a:cubicBezTo>
                    <a:pt x="87" y="250"/>
                    <a:pt x="99" y="255"/>
                    <a:pt x="111" y="255"/>
                  </a:cubicBezTo>
                  <a:cubicBezTo>
                    <a:pt x="124" y="255"/>
                    <a:pt x="136" y="250"/>
                    <a:pt x="153" y="239"/>
                  </a:cubicBezTo>
                  <a:cubicBezTo>
                    <a:pt x="190" y="239"/>
                    <a:pt x="206" y="206"/>
                    <a:pt x="223" y="173"/>
                  </a:cubicBezTo>
                  <a:cubicBezTo>
                    <a:pt x="239" y="157"/>
                    <a:pt x="239" y="120"/>
                    <a:pt x="239" y="87"/>
                  </a:cubicBezTo>
                  <a:cubicBezTo>
                    <a:pt x="223" y="54"/>
                    <a:pt x="223" y="33"/>
                    <a:pt x="206" y="33"/>
                  </a:cubicBezTo>
                  <a:cubicBezTo>
                    <a:pt x="206" y="17"/>
                    <a:pt x="190" y="17"/>
                    <a:pt x="190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16"/>
            <p:cNvSpPr/>
            <p:nvPr/>
          </p:nvSpPr>
          <p:spPr>
            <a:xfrm>
              <a:off x="4172100" y="28136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87" y="1"/>
                  </a:moveTo>
                  <a:cubicBezTo>
                    <a:pt x="71" y="17"/>
                    <a:pt x="34" y="34"/>
                    <a:pt x="17" y="67"/>
                  </a:cubicBezTo>
                  <a:cubicBezTo>
                    <a:pt x="1" y="104"/>
                    <a:pt x="1" y="137"/>
                    <a:pt x="17" y="170"/>
                  </a:cubicBezTo>
                  <a:cubicBezTo>
                    <a:pt x="29" y="221"/>
                    <a:pt x="61" y="253"/>
                    <a:pt x="105" y="253"/>
                  </a:cubicBezTo>
                  <a:cubicBezTo>
                    <a:pt x="121" y="253"/>
                    <a:pt x="139" y="249"/>
                    <a:pt x="157" y="240"/>
                  </a:cubicBezTo>
                  <a:cubicBezTo>
                    <a:pt x="207" y="224"/>
                    <a:pt x="240" y="137"/>
                    <a:pt x="223" y="83"/>
                  </a:cubicBezTo>
                  <a:cubicBezTo>
                    <a:pt x="223" y="50"/>
                    <a:pt x="207" y="34"/>
                    <a:pt x="207" y="17"/>
                  </a:cubicBezTo>
                  <a:cubicBezTo>
                    <a:pt x="190" y="17"/>
                    <a:pt x="190" y="17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16"/>
            <p:cNvSpPr/>
            <p:nvPr/>
          </p:nvSpPr>
          <p:spPr>
            <a:xfrm>
              <a:off x="4085825" y="2812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0"/>
                  </a:moveTo>
                  <a:cubicBezTo>
                    <a:pt x="83" y="0"/>
                    <a:pt x="17" y="33"/>
                    <a:pt x="17" y="103"/>
                  </a:cubicBezTo>
                  <a:cubicBezTo>
                    <a:pt x="1" y="136"/>
                    <a:pt x="1" y="174"/>
                    <a:pt x="17" y="207"/>
                  </a:cubicBezTo>
                  <a:cubicBezTo>
                    <a:pt x="34" y="240"/>
                    <a:pt x="67" y="260"/>
                    <a:pt x="83" y="260"/>
                  </a:cubicBezTo>
                  <a:cubicBezTo>
                    <a:pt x="153" y="260"/>
                    <a:pt x="207" y="223"/>
                    <a:pt x="223" y="157"/>
                  </a:cubicBezTo>
                  <a:cubicBezTo>
                    <a:pt x="240" y="120"/>
                    <a:pt x="240" y="87"/>
                    <a:pt x="223" y="54"/>
                  </a:cubicBezTo>
                  <a:cubicBezTo>
                    <a:pt x="207" y="54"/>
                    <a:pt x="207" y="33"/>
                    <a:pt x="207" y="33"/>
                  </a:cubicBezTo>
                  <a:cubicBezTo>
                    <a:pt x="186" y="17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16"/>
            <p:cNvSpPr/>
            <p:nvPr/>
          </p:nvSpPr>
          <p:spPr>
            <a:xfrm>
              <a:off x="4193550" y="2845825"/>
              <a:ext cx="6100" cy="4750"/>
            </a:xfrm>
            <a:custGeom>
              <a:avLst/>
              <a:gdLst/>
              <a:ahLst/>
              <a:cxnLst/>
              <a:rect l="l" t="t" r="r" b="b"/>
              <a:pathLst>
                <a:path w="244" h="190" extrusionOk="0">
                  <a:moveTo>
                    <a:pt x="157" y="0"/>
                  </a:moveTo>
                  <a:cubicBezTo>
                    <a:pt x="87" y="0"/>
                    <a:pt x="21" y="54"/>
                    <a:pt x="21" y="120"/>
                  </a:cubicBezTo>
                  <a:cubicBezTo>
                    <a:pt x="0" y="136"/>
                    <a:pt x="0" y="173"/>
                    <a:pt x="21" y="190"/>
                  </a:cubicBezTo>
                  <a:lnTo>
                    <a:pt x="206" y="190"/>
                  </a:lnTo>
                  <a:cubicBezTo>
                    <a:pt x="227" y="190"/>
                    <a:pt x="227" y="173"/>
                    <a:pt x="227" y="157"/>
                  </a:cubicBezTo>
                  <a:cubicBezTo>
                    <a:pt x="243" y="103"/>
                    <a:pt x="227" y="70"/>
                    <a:pt x="190" y="33"/>
                  </a:cubicBezTo>
                  <a:cubicBezTo>
                    <a:pt x="190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16"/>
            <p:cNvSpPr/>
            <p:nvPr/>
          </p:nvSpPr>
          <p:spPr>
            <a:xfrm>
              <a:off x="4219300" y="277242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41" y="1"/>
                  </a:moveTo>
                  <a:cubicBezTo>
                    <a:pt x="125" y="1"/>
                    <a:pt x="87" y="1"/>
                    <a:pt x="54" y="17"/>
                  </a:cubicBezTo>
                  <a:cubicBezTo>
                    <a:pt x="38" y="34"/>
                    <a:pt x="21" y="67"/>
                    <a:pt x="1" y="104"/>
                  </a:cubicBezTo>
                  <a:cubicBezTo>
                    <a:pt x="1" y="137"/>
                    <a:pt x="1" y="170"/>
                    <a:pt x="21" y="207"/>
                  </a:cubicBezTo>
                  <a:cubicBezTo>
                    <a:pt x="38" y="223"/>
                    <a:pt x="54" y="240"/>
                    <a:pt x="87" y="256"/>
                  </a:cubicBezTo>
                  <a:cubicBezTo>
                    <a:pt x="158" y="256"/>
                    <a:pt x="207" y="207"/>
                    <a:pt x="228" y="137"/>
                  </a:cubicBezTo>
                  <a:cubicBezTo>
                    <a:pt x="244" y="104"/>
                    <a:pt x="228" y="67"/>
                    <a:pt x="207" y="50"/>
                  </a:cubicBezTo>
                  <a:cubicBezTo>
                    <a:pt x="207" y="34"/>
                    <a:pt x="207" y="34"/>
                    <a:pt x="191" y="17"/>
                  </a:cubicBezTo>
                  <a:cubicBezTo>
                    <a:pt x="174" y="17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16"/>
            <p:cNvSpPr/>
            <p:nvPr/>
          </p:nvSpPr>
          <p:spPr>
            <a:xfrm>
              <a:off x="4213325" y="28026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3" y="0"/>
                  </a:moveTo>
                  <a:cubicBezTo>
                    <a:pt x="123" y="0"/>
                    <a:pt x="113" y="2"/>
                    <a:pt x="104" y="7"/>
                  </a:cubicBezTo>
                  <a:cubicBezTo>
                    <a:pt x="87" y="7"/>
                    <a:pt x="54" y="28"/>
                    <a:pt x="34" y="44"/>
                  </a:cubicBezTo>
                  <a:cubicBezTo>
                    <a:pt x="17" y="77"/>
                    <a:pt x="17" y="94"/>
                    <a:pt x="1" y="131"/>
                  </a:cubicBezTo>
                  <a:cubicBezTo>
                    <a:pt x="1" y="164"/>
                    <a:pt x="17" y="197"/>
                    <a:pt x="34" y="234"/>
                  </a:cubicBezTo>
                  <a:cubicBezTo>
                    <a:pt x="57" y="248"/>
                    <a:pt x="84" y="256"/>
                    <a:pt x="111" y="256"/>
                  </a:cubicBezTo>
                  <a:cubicBezTo>
                    <a:pt x="145" y="256"/>
                    <a:pt x="179" y="243"/>
                    <a:pt x="207" y="213"/>
                  </a:cubicBezTo>
                  <a:cubicBezTo>
                    <a:pt x="240" y="147"/>
                    <a:pt x="240" y="77"/>
                    <a:pt x="207" y="28"/>
                  </a:cubicBezTo>
                  <a:cubicBezTo>
                    <a:pt x="183" y="13"/>
                    <a:pt x="15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16"/>
            <p:cNvSpPr/>
            <p:nvPr/>
          </p:nvSpPr>
          <p:spPr>
            <a:xfrm>
              <a:off x="4215075" y="28195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8" y="1"/>
                  </a:moveTo>
                  <a:cubicBezTo>
                    <a:pt x="74" y="1"/>
                    <a:pt x="32" y="46"/>
                    <a:pt x="17" y="107"/>
                  </a:cubicBezTo>
                  <a:cubicBezTo>
                    <a:pt x="1" y="140"/>
                    <a:pt x="17" y="177"/>
                    <a:pt x="34" y="210"/>
                  </a:cubicBezTo>
                  <a:cubicBezTo>
                    <a:pt x="34" y="227"/>
                    <a:pt x="67" y="243"/>
                    <a:pt x="104" y="260"/>
                  </a:cubicBezTo>
                  <a:cubicBezTo>
                    <a:pt x="153" y="260"/>
                    <a:pt x="223" y="210"/>
                    <a:pt x="240" y="140"/>
                  </a:cubicBezTo>
                  <a:cubicBezTo>
                    <a:pt x="240" y="107"/>
                    <a:pt x="240" y="74"/>
                    <a:pt x="223" y="54"/>
                  </a:cubicBezTo>
                  <a:cubicBezTo>
                    <a:pt x="223" y="37"/>
                    <a:pt x="207" y="37"/>
                    <a:pt x="207" y="21"/>
                  </a:cubicBezTo>
                  <a:cubicBezTo>
                    <a:pt x="190" y="21"/>
                    <a:pt x="170" y="4"/>
                    <a:pt x="153" y="4"/>
                  </a:cubicBezTo>
                  <a:cubicBezTo>
                    <a:pt x="145" y="2"/>
                    <a:pt x="136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16"/>
            <p:cNvSpPr/>
            <p:nvPr/>
          </p:nvSpPr>
          <p:spPr>
            <a:xfrm>
              <a:off x="4207775" y="27869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29" y="0"/>
                  </a:moveTo>
                  <a:cubicBezTo>
                    <a:pt x="74" y="0"/>
                    <a:pt x="31" y="48"/>
                    <a:pt x="17" y="106"/>
                  </a:cubicBezTo>
                  <a:cubicBezTo>
                    <a:pt x="0" y="143"/>
                    <a:pt x="17" y="176"/>
                    <a:pt x="17" y="209"/>
                  </a:cubicBezTo>
                  <a:cubicBezTo>
                    <a:pt x="33" y="226"/>
                    <a:pt x="70" y="246"/>
                    <a:pt x="87" y="263"/>
                  </a:cubicBezTo>
                  <a:cubicBezTo>
                    <a:pt x="153" y="263"/>
                    <a:pt x="223" y="209"/>
                    <a:pt x="223" y="143"/>
                  </a:cubicBezTo>
                  <a:cubicBezTo>
                    <a:pt x="239" y="106"/>
                    <a:pt x="239" y="73"/>
                    <a:pt x="223" y="57"/>
                  </a:cubicBezTo>
                  <a:cubicBezTo>
                    <a:pt x="206" y="40"/>
                    <a:pt x="206" y="40"/>
                    <a:pt x="206" y="20"/>
                  </a:cubicBezTo>
                  <a:cubicBezTo>
                    <a:pt x="190" y="20"/>
                    <a:pt x="173" y="3"/>
                    <a:pt x="153" y="3"/>
                  </a:cubicBezTo>
                  <a:cubicBezTo>
                    <a:pt x="144" y="1"/>
                    <a:pt x="136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16"/>
            <p:cNvSpPr/>
            <p:nvPr/>
          </p:nvSpPr>
          <p:spPr>
            <a:xfrm>
              <a:off x="3857725" y="2773600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1" y="0"/>
                  </a:moveTo>
                  <a:cubicBezTo>
                    <a:pt x="74" y="0"/>
                    <a:pt x="32" y="45"/>
                    <a:pt x="17" y="106"/>
                  </a:cubicBezTo>
                  <a:cubicBezTo>
                    <a:pt x="1" y="176"/>
                    <a:pt x="34" y="242"/>
                    <a:pt x="104" y="242"/>
                  </a:cubicBezTo>
                  <a:cubicBezTo>
                    <a:pt x="109" y="249"/>
                    <a:pt x="116" y="251"/>
                    <a:pt x="123" y="251"/>
                  </a:cubicBezTo>
                  <a:cubicBezTo>
                    <a:pt x="142" y="251"/>
                    <a:pt x="167" y="237"/>
                    <a:pt x="190" y="226"/>
                  </a:cubicBezTo>
                  <a:cubicBezTo>
                    <a:pt x="207" y="209"/>
                    <a:pt x="223" y="176"/>
                    <a:pt x="240" y="139"/>
                  </a:cubicBezTo>
                  <a:cubicBezTo>
                    <a:pt x="240" y="106"/>
                    <a:pt x="240" y="73"/>
                    <a:pt x="223" y="57"/>
                  </a:cubicBezTo>
                  <a:cubicBezTo>
                    <a:pt x="223" y="36"/>
                    <a:pt x="207" y="36"/>
                    <a:pt x="207" y="20"/>
                  </a:cubicBezTo>
                  <a:cubicBezTo>
                    <a:pt x="190" y="3"/>
                    <a:pt x="174" y="3"/>
                    <a:pt x="157" y="3"/>
                  </a:cubicBezTo>
                  <a:cubicBezTo>
                    <a:pt x="148" y="1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16"/>
            <p:cNvSpPr/>
            <p:nvPr/>
          </p:nvSpPr>
          <p:spPr>
            <a:xfrm>
              <a:off x="3868875" y="2849500"/>
              <a:ext cx="4350" cy="1075"/>
            </a:xfrm>
            <a:custGeom>
              <a:avLst/>
              <a:gdLst/>
              <a:ahLst/>
              <a:cxnLst/>
              <a:rect l="l" t="t" r="r" b="b"/>
              <a:pathLst>
                <a:path w="174" h="43" extrusionOk="0">
                  <a:moveTo>
                    <a:pt x="94" y="0"/>
                  </a:moveTo>
                  <a:cubicBezTo>
                    <a:pt x="63" y="0"/>
                    <a:pt x="29" y="14"/>
                    <a:pt x="0" y="43"/>
                  </a:cubicBezTo>
                  <a:lnTo>
                    <a:pt x="173" y="43"/>
                  </a:lnTo>
                  <a:cubicBezTo>
                    <a:pt x="173" y="43"/>
                    <a:pt x="173" y="26"/>
                    <a:pt x="157" y="26"/>
                  </a:cubicBezTo>
                  <a:cubicBezTo>
                    <a:pt x="142" y="10"/>
                    <a:pt x="119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16"/>
            <p:cNvSpPr/>
            <p:nvPr/>
          </p:nvSpPr>
          <p:spPr>
            <a:xfrm>
              <a:off x="3856900" y="28192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1"/>
                  </a:moveTo>
                  <a:cubicBezTo>
                    <a:pt x="120" y="1"/>
                    <a:pt x="87" y="1"/>
                    <a:pt x="67" y="17"/>
                  </a:cubicBezTo>
                  <a:cubicBezTo>
                    <a:pt x="34" y="34"/>
                    <a:pt x="17" y="67"/>
                    <a:pt x="17" y="104"/>
                  </a:cubicBezTo>
                  <a:cubicBezTo>
                    <a:pt x="1" y="137"/>
                    <a:pt x="17" y="170"/>
                    <a:pt x="34" y="207"/>
                  </a:cubicBezTo>
                  <a:cubicBezTo>
                    <a:pt x="34" y="223"/>
                    <a:pt x="67" y="240"/>
                    <a:pt x="104" y="256"/>
                  </a:cubicBezTo>
                  <a:cubicBezTo>
                    <a:pt x="153" y="256"/>
                    <a:pt x="223" y="207"/>
                    <a:pt x="240" y="137"/>
                  </a:cubicBezTo>
                  <a:cubicBezTo>
                    <a:pt x="240" y="104"/>
                    <a:pt x="240" y="67"/>
                    <a:pt x="223" y="50"/>
                  </a:cubicBezTo>
                  <a:cubicBezTo>
                    <a:pt x="223" y="34"/>
                    <a:pt x="207" y="34"/>
                    <a:pt x="207" y="17"/>
                  </a:cubicBezTo>
                  <a:cubicBezTo>
                    <a:pt x="19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16"/>
            <p:cNvSpPr/>
            <p:nvPr/>
          </p:nvSpPr>
          <p:spPr>
            <a:xfrm>
              <a:off x="3868050" y="2740425"/>
              <a:ext cx="6500" cy="6400"/>
            </a:xfrm>
            <a:custGeom>
              <a:avLst/>
              <a:gdLst/>
              <a:ahLst/>
              <a:cxnLst/>
              <a:rect l="l" t="t" r="r" b="b"/>
              <a:pathLst>
                <a:path w="260" h="256" extrusionOk="0">
                  <a:moveTo>
                    <a:pt x="141" y="1"/>
                  </a:moveTo>
                  <a:cubicBezTo>
                    <a:pt x="107" y="1"/>
                    <a:pt x="72" y="14"/>
                    <a:pt x="54" y="44"/>
                  </a:cubicBezTo>
                  <a:cubicBezTo>
                    <a:pt x="0" y="93"/>
                    <a:pt x="0" y="180"/>
                    <a:pt x="54" y="229"/>
                  </a:cubicBezTo>
                  <a:cubicBezTo>
                    <a:pt x="76" y="246"/>
                    <a:pt x="103" y="256"/>
                    <a:pt x="128" y="256"/>
                  </a:cubicBezTo>
                  <a:cubicBezTo>
                    <a:pt x="159" y="256"/>
                    <a:pt x="188" y="242"/>
                    <a:pt x="206" y="213"/>
                  </a:cubicBezTo>
                  <a:cubicBezTo>
                    <a:pt x="260" y="147"/>
                    <a:pt x="260" y="77"/>
                    <a:pt x="206" y="23"/>
                  </a:cubicBezTo>
                  <a:cubicBezTo>
                    <a:pt x="192" y="9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16"/>
            <p:cNvSpPr/>
            <p:nvPr/>
          </p:nvSpPr>
          <p:spPr>
            <a:xfrm>
              <a:off x="3870625" y="26960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3" y="30"/>
                    <a:pt x="0" y="116"/>
                    <a:pt x="17" y="170"/>
                  </a:cubicBezTo>
                  <a:cubicBezTo>
                    <a:pt x="17" y="203"/>
                    <a:pt x="33" y="236"/>
                    <a:pt x="70" y="236"/>
                  </a:cubicBezTo>
                  <a:cubicBezTo>
                    <a:pt x="87" y="252"/>
                    <a:pt x="120" y="252"/>
                    <a:pt x="157" y="252"/>
                  </a:cubicBezTo>
                  <a:cubicBezTo>
                    <a:pt x="190" y="236"/>
                    <a:pt x="206" y="203"/>
                    <a:pt x="223" y="186"/>
                  </a:cubicBezTo>
                  <a:cubicBezTo>
                    <a:pt x="239" y="149"/>
                    <a:pt x="239" y="116"/>
                    <a:pt x="223" y="83"/>
                  </a:cubicBezTo>
                  <a:cubicBezTo>
                    <a:pt x="223" y="67"/>
                    <a:pt x="206" y="46"/>
                    <a:pt x="206" y="30"/>
                  </a:cubicBezTo>
                  <a:cubicBezTo>
                    <a:pt x="190" y="13"/>
                    <a:pt x="190" y="13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16"/>
            <p:cNvSpPr/>
            <p:nvPr/>
          </p:nvSpPr>
          <p:spPr>
            <a:xfrm>
              <a:off x="3862875" y="2834375"/>
              <a:ext cx="6025" cy="6500"/>
            </a:xfrm>
            <a:custGeom>
              <a:avLst/>
              <a:gdLst/>
              <a:ahLst/>
              <a:cxnLst/>
              <a:rect l="l" t="t" r="r" b="b"/>
              <a:pathLst>
                <a:path w="241" h="260" extrusionOk="0">
                  <a:moveTo>
                    <a:pt x="137" y="1"/>
                  </a:moveTo>
                  <a:cubicBezTo>
                    <a:pt x="121" y="1"/>
                    <a:pt x="104" y="5"/>
                    <a:pt x="87" y="13"/>
                  </a:cubicBezTo>
                  <a:cubicBezTo>
                    <a:pt x="34" y="30"/>
                    <a:pt x="1" y="116"/>
                    <a:pt x="17" y="182"/>
                  </a:cubicBezTo>
                  <a:cubicBezTo>
                    <a:pt x="17" y="203"/>
                    <a:pt x="34" y="236"/>
                    <a:pt x="71" y="252"/>
                  </a:cubicBezTo>
                  <a:cubicBezTo>
                    <a:pt x="82" y="252"/>
                    <a:pt x="100" y="260"/>
                    <a:pt x="122" y="260"/>
                  </a:cubicBezTo>
                  <a:cubicBezTo>
                    <a:pt x="133" y="260"/>
                    <a:pt x="145" y="258"/>
                    <a:pt x="158" y="252"/>
                  </a:cubicBezTo>
                  <a:cubicBezTo>
                    <a:pt x="174" y="236"/>
                    <a:pt x="207" y="219"/>
                    <a:pt x="224" y="182"/>
                  </a:cubicBezTo>
                  <a:cubicBezTo>
                    <a:pt x="240" y="149"/>
                    <a:pt x="240" y="116"/>
                    <a:pt x="224" y="79"/>
                  </a:cubicBezTo>
                  <a:cubicBezTo>
                    <a:pt x="224" y="63"/>
                    <a:pt x="207" y="46"/>
                    <a:pt x="207" y="30"/>
                  </a:cubicBezTo>
                  <a:cubicBezTo>
                    <a:pt x="191" y="30"/>
                    <a:pt x="191" y="13"/>
                    <a:pt x="174" y="13"/>
                  </a:cubicBezTo>
                  <a:cubicBezTo>
                    <a:pt x="166" y="5"/>
                    <a:pt x="152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16"/>
            <p:cNvSpPr/>
            <p:nvPr/>
          </p:nvSpPr>
          <p:spPr>
            <a:xfrm>
              <a:off x="3882250" y="2686475"/>
              <a:ext cx="6025" cy="4350"/>
            </a:xfrm>
            <a:custGeom>
              <a:avLst/>
              <a:gdLst/>
              <a:ahLst/>
              <a:cxnLst/>
              <a:rect l="l" t="t" r="r" b="b"/>
              <a:pathLst>
                <a:path w="241" h="174" extrusionOk="0">
                  <a:moveTo>
                    <a:pt x="17" y="0"/>
                  </a:moveTo>
                  <a:lnTo>
                    <a:pt x="17" y="17"/>
                  </a:lnTo>
                  <a:cubicBezTo>
                    <a:pt x="1" y="54"/>
                    <a:pt x="1" y="87"/>
                    <a:pt x="17" y="120"/>
                  </a:cubicBezTo>
                  <a:cubicBezTo>
                    <a:pt x="34" y="140"/>
                    <a:pt x="67" y="157"/>
                    <a:pt x="83" y="173"/>
                  </a:cubicBezTo>
                  <a:cubicBezTo>
                    <a:pt x="121" y="173"/>
                    <a:pt x="154" y="157"/>
                    <a:pt x="170" y="140"/>
                  </a:cubicBezTo>
                  <a:cubicBezTo>
                    <a:pt x="207" y="120"/>
                    <a:pt x="224" y="87"/>
                    <a:pt x="224" y="54"/>
                  </a:cubicBezTo>
                  <a:lnTo>
                    <a:pt x="240" y="37"/>
                  </a:lnTo>
                  <a:cubicBezTo>
                    <a:pt x="154" y="17"/>
                    <a:pt x="8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16"/>
            <p:cNvSpPr/>
            <p:nvPr/>
          </p:nvSpPr>
          <p:spPr>
            <a:xfrm>
              <a:off x="4223225" y="27427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37" y="0"/>
                  </a:moveTo>
                  <a:cubicBezTo>
                    <a:pt x="120" y="0"/>
                    <a:pt x="87" y="0"/>
                    <a:pt x="50" y="17"/>
                  </a:cubicBezTo>
                  <a:cubicBezTo>
                    <a:pt x="34" y="33"/>
                    <a:pt x="17" y="71"/>
                    <a:pt x="1" y="103"/>
                  </a:cubicBezTo>
                  <a:cubicBezTo>
                    <a:pt x="1" y="136"/>
                    <a:pt x="1" y="174"/>
                    <a:pt x="17" y="207"/>
                  </a:cubicBezTo>
                  <a:cubicBezTo>
                    <a:pt x="34" y="223"/>
                    <a:pt x="50" y="240"/>
                    <a:pt x="87" y="260"/>
                  </a:cubicBezTo>
                  <a:cubicBezTo>
                    <a:pt x="153" y="260"/>
                    <a:pt x="207" y="207"/>
                    <a:pt x="223" y="136"/>
                  </a:cubicBezTo>
                  <a:cubicBezTo>
                    <a:pt x="223" y="103"/>
                    <a:pt x="223" y="71"/>
                    <a:pt x="207" y="54"/>
                  </a:cubicBezTo>
                  <a:cubicBezTo>
                    <a:pt x="207" y="33"/>
                    <a:pt x="207" y="33"/>
                    <a:pt x="190" y="17"/>
                  </a:cubicBezTo>
                  <a:cubicBezTo>
                    <a:pt x="174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16"/>
            <p:cNvSpPr/>
            <p:nvPr/>
          </p:nvSpPr>
          <p:spPr>
            <a:xfrm>
              <a:off x="4221475" y="278707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2" y="0"/>
                  </a:moveTo>
                  <a:cubicBezTo>
                    <a:pt x="101" y="0"/>
                    <a:pt x="66" y="19"/>
                    <a:pt x="38" y="50"/>
                  </a:cubicBezTo>
                  <a:cubicBezTo>
                    <a:pt x="0" y="99"/>
                    <a:pt x="0" y="186"/>
                    <a:pt x="38" y="219"/>
                  </a:cubicBezTo>
                  <a:cubicBezTo>
                    <a:pt x="54" y="239"/>
                    <a:pt x="71" y="239"/>
                    <a:pt x="87" y="256"/>
                  </a:cubicBezTo>
                  <a:cubicBezTo>
                    <a:pt x="120" y="256"/>
                    <a:pt x="174" y="239"/>
                    <a:pt x="190" y="202"/>
                  </a:cubicBezTo>
                  <a:cubicBezTo>
                    <a:pt x="223" y="169"/>
                    <a:pt x="244" y="116"/>
                    <a:pt x="223" y="66"/>
                  </a:cubicBezTo>
                  <a:cubicBezTo>
                    <a:pt x="223" y="50"/>
                    <a:pt x="207" y="3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16"/>
            <p:cNvSpPr/>
            <p:nvPr/>
          </p:nvSpPr>
          <p:spPr>
            <a:xfrm>
              <a:off x="4215900" y="2835425"/>
              <a:ext cx="6525" cy="6600"/>
            </a:xfrm>
            <a:custGeom>
              <a:avLst/>
              <a:gdLst/>
              <a:ahLst/>
              <a:cxnLst/>
              <a:rect l="l" t="t" r="r" b="b"/>
              <a:pathLst>
                <a:path w="261" h="264" extrusionOk="0">
                  <a:moveTo>
                    <a:pt x="136" y="1"/>
                  </a:moveTo>
                  <a:cubicBezTo>
                    <a:pt x="86" y="1"/>
                    <a:pt x="32" y="46"/>
                    <a:pt x="17" y="107"/>
                  </a:cubicBezTo>
                  <a:cubicBezTo>
                    <a:pt x="1" y="177"/>
                    <a:pt x="54" y="243"/>
                    <a:pt x="104" y="264"/>
                  </a:cubicBezTo>
                  <a:cubicBezTo>
                    <a:pt x="137" y="264"/>
                    <a:pt x="174" y="243"/>
                    <a:pt x="190" y="227"/>
                  </a:cubicBezTo>
                  <a:cubicBezTo>
                    <a:pt x="223" y="210"/>
                    <a:pt x="240" y="177"/>
                    <a:pt x="240" y="140"/>
                  </a:cubicBezTo>
                  <a:cubicBezTo>
                    <a:pt x="261" y="107"/>
                    <a:pt x="240" y="74"/>
                    <a:pt x="223" y="58"/>
                  </a:cubicBezTo>
                  <a:cubicBezTo>
                    <a:pt x="223" y="37"/>
                    <a:pt x="223" y="37"/>
                    <a:pt x="207" y="21"/>
                  </a:cubicBezTo>
                  <a:cubicBezTo>
                    <a:pt x="207" y="21"/>
                    <a:pt x="190" y="4"/>
                    <a:pt x="157" y="4"/>
                  </a:cubicBezTo>
                  <a:cubicBezTo>
                    <a:pt x="150" y="2"/>
                    <a:pt x="14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16"/>
            <p:cNvSpPr/>
            <p:nvPr/>
          </p:nvSpPr>
          <p:spPr>
            <a:xfrm>
              <a:off x="4221050" y="2729050"/>
              <a:ext cx="2200" cy="3000"/>
            </a:xfrm>
            <a:custGeom>
              <a:avLst/>
              <a:gdLst/>
              <a:ahLst/>
              <a:cxnLst/>
              <a:rect l="l" t="t" r="r" b="b"/>
              <a:pathLst>
                <a:path w="88" h="120" extrusionOk="0">
                  <a:moveTo>
                    <a:pt x="1" y="0"/>
                  </a:moveTo>
                  <a:cubicBezTo>
                    <a:pt x="1" y="17"/>
                    <a:pt x="17" y="50"/>
                    <a:pt x="17" y="66"/>
                  </a:cubicBezTo>
                  <a:cubicBezTo>
                    <a:pt x="34" y="87"/>
                    <a:pt x="55" y="103"/>
                    <a:pt x="88" y="120"/>
                  </a:cubicBezTo>
                  <a:cubicBezTo>
                    <a:pt x="88" y="103"/>
                    <a:pt x="88" y="103"/>
                    <a:pt x="71" y="87"/>
                  </a:cubicBezTo>
                  <a:cubicBezTo>
                    <a:pt x="55" y="66"/>
                    <a:pt x="34" y="3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16"/>
            <p:cNvSpPr/>
            <p:nvPr/>
          </p:nvSpPr>
          <p:spPr>
            <a:xfrm>
              <a:off x="4166525" y="2691625"/>
              <a:ext cx="3450" cy="950"/>
            </a:xfrm>
            <a:custGeom>
              <a:avLst/>
              <a:gdLst/>
              <a:ahLst/>
              <a:cxnLst/>
              <a:rect l="l" t="t" r="r" b="b"/>
              <a:pathLst>
                <a:path w="138" h="38" extrusionOk="0">
                  <a:moveTo>
                    <a:pt x="1" y="0"/>
                  </a:moveTo>
                  <a:cubicBezTo>
                    <a:pt x="17" y="17"/>
                    <a:pt x="50" y="38"/>
                    <a:pt x="71" y="38"/>
                  </a:cubicBezTo>
                  <a:cubicBezTo>
                    <a:pt x="88" y="38"/>
                    <a:pt x="121" y="38"/>
                    <a:pt x="137" y="17"/>
                  </a:cubicBezTo>
                  <a:cubicBezTo>
                    <a:pt x="104" y="17"/>
                    <a:pt x="50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16"/>
            <p:cNvSpPr/>
            <p:nvPr/>
          </p:nvSpPr>
          <p:spPr>
            <a:xfrm>
              <a:off x="3916175" y="2706250"/>
              <a:ext cx="5175" cy="5600"/>
            </a:xfrm>
            <a:custGeom>
              <a:avLst/>
              <a:gdLst/>
              <a:ahLst/>
              <a:cxnLst/>
              <a:rect l="l" t="t" r="r" b="b"/>
              <a:pathLst>
                <a:path w="207" h="224" extrusionOk="0">
                  <a:moveTo>
                    <a:pt x="50" y="1"/>
                  </a:moveTo>
                  <a:cubicBezTo>
                    <a:pt x="33" y="34"/>
                    <a:pt x="17" y="50"/>
                    <a:pt x="0" y="87"/>
                  </a:cubicBezTo>
                  <a:cubicBezTo>
                    <a:pt x="0" y="120"/>
                    <a:pt x="0" y="153"/>
                    <a:pt x="17" y="174"/>
                  </a:cubicBezTo>
                  <a:cubicBezTo>
                    <a:pt x="33" y="207"/>
                    <a:pt x="50" y="224"/>
                    <a:pt x="87" y="224"/>
                  </a:cubicBezTo>
                  <a:cubicBezTo>
                    <a:pt x="120" y="224"/>
                    <a:pt x="153" y="224"/>
                    <a:pt x="169" y="207"/>
                  </a:cubicBezTo>
                  <a:cubicBezTo>
                    <a:pt x="190" y="191"/>
                    <a:pt x="190" y="191"/>
                    <a:pt x="207" y="174"/>
                  </a:cubicBezTo>
                  <a:cubicBezTo>
                    <a:pt x="153" y="120"/>
                    <a:pt x="103" y="71"/>
                    <a:pt x="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16"/>
            <p:cNvSpPr/>
            <p:nvPr/>
          </p:nvSpPr>
          <p:spPr>
            <a:xfrm>
              <a:off x="3904525" y="271750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7" y="0"/>
                  </a:moveTo>
                  <a:cubicBezTo>
                    <a:pt x="121" y="0"/>
                    <a:pt x="104" y="4"/>
                    <a:pt x="87" y="13"/>
                  </a:cubicBezTo>
                  <a:cubicBezTo>
                    <a:pt x="38" y="33"/>
                    <a:pt x="1" y="99"/>
                    <a:pt x="17" y="169"/>
                  </a:cubicBezTo>
                  <a:cubicBezTo>
                    <a:pt x="17" y="202"/>
                    <a:pt x="38" y="239"/>
                    <a:pt x="71" y="239"/>
                  </a:cubicBezTo>
                  <a:cubicBezTo>
                    <a:pt x="79" y="248"/>
                    <a:pt x="91" y="252"/>
                    <a:pt x="106" y="252"/>
                  </a:cubicBezTo>
                  <a:cubicBezTo>
                    <a:pt x="121" y="252"/>
                    <a:pt x="139" y="248"/>
                    <a:pt x="157" y="239"/>
                  </a:cubicBezTo>
                  <a:cubicBezTo>
                    <a:pt x="190" y="239"/>
                    <a:pt x="207" y="202"/>
                    <a:pt x="223" y="169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23" y="50"/>
                    <a:pt x="223" y="33"/>
                    <a:pt x="207" y="33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5" y="4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16"/>
            <p:cNvSpPr/>
            <p:nvPr/>
          </p:nvSpPr>
          <p:spPr>
            <a:xfrm>
              <a:off x="3866800" y="27884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4" y="1"/>
                  </a:moveTo>
                  <a:cubicBezTo>
                    <a:pt x="119" y="1"/>
                    <a:pt x="102" y="5"/>
                    <a:pt x="83" y="13"/>
                  </a:cubicBezTo>
                  <a:cubicBezTo>
                    <a:pt x="34" y="46"/>
                    <a:pt x="1" y="116"/>
                    <a:pt x="17" y="186"/>
                  </a:cubicBezTo>
                  <a:cubicBezTo>
                    <a:pt x="17" y="219"/>
                    <a:pt x="34" y="236"/>
                    <a:pt x="67" y="252"/>
                  </a:cubicBezTo>
                  <a:cubicBezTo>
                    <a:pt x="75" y="261"/>
                    <a:pt x="88" y="265"/>
                    <a:pt x="104" y="265"/>
                  </a:cubicBezTo>
                  <a:cubicBezTo>
                    <a:pt x="119" y="265"/>
                    <a:pt x="137" y="261"/>
                    <a:pt x="153" y="252"/>
                  </a:cubicBezTo>
                  <a:cubicBezTo>
                    <a:pt x="207" y="219"/>
                    <a:pt x="240" y="149"/>
                    <a:pt x="223" y="83"/>
                  </a:cubicBezTo>
                  <a:cubicBezTo>
                    <a:pt x="223" y="63"/>
                    <a:pt x="207" y="46"/>
                    <a:pt x="207" y="30"/>
                  </a:cubicBezTo>
                  <a:cubicBezTo>
                    <a:pt x="186" y="30"/>
                    <a:pt x="186" y="13"/>
                    <a:pt x="170" y="13"/>
                  </a:cubicBezTo>
                  <a:cubicBezTo>
                    <a:pt x="161" y="5"/>
                    <a:pt x="149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16"/>
            <p:cNvSpPr/>
            <p:nvPr/>
          </p:nvSpPr>
          <p:spPr>
            <a:xfrm>
              <a:off x="3911425" y="27518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0" y="0"/>
                  </a:moveTo>
                  <a:cubicBezTo>
                    <a:pt x="71" y="0"/>
                    <a:pt x="34" y="50"/>
                    <a:pt x="17" y="103"/>
                  </a:cubicBezTo>
                  <a:cubicBezTo>
                    <a:pt x="1" y="136"/>
                    <a:pt x="17" y="169"/>
                    <a:pt x="34" y="206"/>
                  </a:cubicBezTo>
                  <a:cubicBezTo>
                    <a:pt x="34" y="223"/>
                    <a:pt x="71" y="256"/>
                    <a:pt x="104" y="256"/>
                  </a:cubicBezTo>
                  <a:cubicBezTo>
                    <a:pt x="153" y="256"/>
                    <a:pt x="223" y="223"/>
                    <a:pt x="240" y="153"/>
                  </a:cubicBezTo>
                  <a:lnTo>
                    <a:pt x="240" y="120"/>
                  </a:lnTo>
                  <a:cubicBezTo>
                    <a:pt x="240" y="83"/>
                    <a:pt x="223" y="50"/>
                    <a:pt x="207" y="33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16"/>
            <p:cNvSpPr/>
            <p:nvPr/>
          </p:nvSpPr>
          <p:spPr>
            <a:xfrm>
              <a:off x="4201275" y="270882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37" y="1"/>
                  </a:moveTo>
                  <a:cubicBezTo>
                    <a:pt x="37" y="17"/>
                    <a:pt x="21" y="34"/>
                    <a:pt x="21" y="71"/>
                  </a:cubicBezTo>
                  <a:cubicBezTo>
                    <a:pt x="0" y="88"/>
                    <a:pt x="0" y="121"/>
                    <a:pt x="21" y="154"/>
                  </a:cubicBezTo>
                  <a:cubicBezTo>
                    <a:pt x="37" y="191"/>
                    <a:pt x="70" y="207"/>
                    <a:pt x="87" y="207"/>
                  </a:cubicBezTo>
                  <a:cubicBezTo>
                    <a:pt x="141" y="207"/>
                    <a:pt x="174" y="191"/>
                    <a:pt x="207" y="154"/>
                  </a:cubicBezTo>
                  <a:cubicBezTo>
                    <a:pt x="157" y="104"/>
                    <a:pt x="103" y="50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16"/>
            <p:cNvSpPr/>
            <p:nvPr/>
          </p:nvSpPr>
          <p:spPr>
            <a:xfrm>
              <a:off x="4155825" y="270070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20" y="0"/>
                  </a:moveTo>
                  <a:cubicBezTo>
                    <a:pt x="66" y="17"/>
                    <a:pt x="17" y="50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3" y="239"/>
                    <a:pt x="50" y="256"/>
                    <a:pt x="87" y="256"/>
                  </a:cubicBezTo>
                  <a:cubicBezTo>
                    <a:pt x="93" y="258"/>
                    <a:pt x="100" y="259"/>
                    <a:pt x="107" y="259"/>
                  </a:cubicBezTo>
                  <a:cubicBezTo>
                    <a:pt x="154" y="259"/>
                    <a:pt x="208" y="214"/>
                    <a:pt x="223" y="153"/>
                  </a:cubicBezTo>
                  <a:lnTo>
                    <a:pt x="223" y="120"/>
                  </a:lnTo>
                  <a:cubicBezTo>
                    <a:pt x="223" y="87"/>
                    <a:pt x="206" y="50"/>
                    <a:pt x="190" y="33"/>
                  </a:cubicBezTo>
                  <a:cubicBezTo>
                    <a:pt x="169" y="17"/>
                    <a:pt x="153" y="17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16"/>
            <p:cNvSpPr/>
            <p:nvPr/>
          </p:nvSpPr>
          <p:spPr>
            <a:xfrm>
              <a:off x="4127475" y="2695550"/>
              <a:ext cx="5600" cy="4650"/>
            </a:xfrm>
            <a:custGeom>
              <a:avLst/>
              <a:gdLst/>
              <a:ahLst/>
              <a:cxnLst/>
              <a:rect l="l" t="t" r="r" b="b"/>
              <a:pathLst>
                <a:path w="224" h="186" extrusionOk="0">
                  <a:moveTo>
                    <a:pt x="207" y="0"/>
                  </a:moveTo>
                  <a:lnTo>
                    <a:pt x="207" y="0"/>
                  </a:lnTo>
                  <a:cubicBezTo>
                    <a:pt x="136" y="33"/>
                    <a:pt x="66" y="50"/>
                    <a:pt x="0" y="87"/>
                  </a:cubicBezTo>
                  <a:cubicBezTo>
                    <a:pt x="0" y="103"/>
                    <a:pt x="0" y="136"/>
                    <a:pt x="17" y="153"/>
                  </a:cubicBezTo>
                  <a:cubicBezTo>
                    <a:pt x="38" y="175"/>
                    <a:pt x="63" y="186"/>
                    <a:pt x="88" y="186"/>
                  </a:cubicBezTo>
                  <a:cubicBezTo>
                    <a:pt x="123" y="186"/>
                    <a:pt x="159" y="167"/>
                    <a:pt x="190" y="136"/>
                  </a:cubicBezTo>
                  <a:cubicBezTo>
                    <a:pt x="223" y="103"/>
                    <a:pt x="223" y="50"/>
                    <a:pt x="2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16"/>
            <p:cNvSpPr/>
            <p:nvPr/>
          </p:nvSpPr>
          <p:spPr>
            <a:xfrm>
              <a:off x="3907100" y="27337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57" y="1"/>
                  </a:moveTo>
                  <a:cubicBezTo>
                    <a:pt x="87" y="1"/>
                    <a:pt x="38" y="34"/>
                    <a:pt x="17" y="104"/>
                  </a:cubicBezTo>
                  <a:cubicBezTo>
                    <a:pt x="1" y="137"/>
                    <a:pt x="17" y="170"/>
                    <a:pt x="17" y="207"/>
                  </a:cubicBezTo>
                  <a:cubicBezTo>
                    <a:pt x="38" y="240"/>
                    <a:pt x="71" y="256"/>
                    <a:pt x="87" y="256"/>
                  </a:cubicBezTo>
                  <a:cubicBezTo>
                    <a:pt x="96" y="259"/>
                    <a:pt x="105" y="260"/>
                    <a:pt x="114" y="260"/>
                  </a:cubicBezTo>
                  <a:cubicBezTo>
                    <a:pt x="173" y="260"/>
                    <a:pt x="223" y="214"/>
                    <a:pt x="223" y="153"/>
                  </a:cubicBezTo>
                  <a:cubicBezTo>
                    <a:pt x="244" y="120"/>
                    <a:pt x="244" y="83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16"/>
            <p:cNvSpPr/>
            <p:nvPr/>
          </p:nvSpPr>
          <p:spPr>
            <a:xfrm>
              <a:off x="3877525" y="27278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9" y="1"/>
                  </a:moveTo>
                  <a:cubicBezTo>
                    <a:pt x="124" y="1"/>
                    <a:pt x="112" y="5"/>
                    <a:pt x="103" y="13"/>
                  </a:cubicBezTo>
                  <a:cubicBezTo>
                    <a:pt x="33" y="50"/>
                    <a:pt x="0" y="116"/>
                    <a:pt x="17" y="186"/>
                  </a:cubicBezTo>
                  <a:cubicBezTo>
                    <a:pt x="33" y="219"/>
                    <a:pt x="50" y="240"/>
                    <a:pt x="66" y="256"/>
                  </a:cubicBezTo>
                  <a:cubicBezTo>
                    <a:pt x="85" y="264"/>
                    <a:pt x="98" y="269"/>
                    <a:pt x="111" y="269"/>
                  </a:cubicBezTo>
                  <a:cubicBezTo>
                    <a:pt x="124" y="269"/>
                    <a:pt x="136" y="264"/>
                    <a:pt x="153" y="256"/>
                  </a:cubicBezTo>
                  <a:cubicBezTo>
                    <a:pt x="190" y="240"/>
                    <a:pt x="206" y="219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7"/>
                    <a:pt x="223" y="50"/>
                    <a:pt x="206" y="34"/>
                  </a:cubicBezTo>
                  <a:lnTo>
                    <a:pt x="190" y="13"/>
                  </a:lnTo>
                  <a:cubicBezTo>
                    <a:pt x="171" y="5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16"/>
            <p:cNvSpPr/>
            <p:nvPr/>
          </p:nvSpPr>
          <p:spPr>
            <a:xfrm>
              <a:off x="3900300" y="27019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1"/>
                  </a:moveTo>
                  <a:cubicBezTo>
                    <a:pt x="83" y="1"/>
                    <a:pt x="17" y="54"/>
                    <a:pt x="0" y="120"/>
                  </a:cubicBezTo>
                  <a:cubicBezTo>
                    <a:pt x="0" y="157"/>
                    <a:pt x="0" y="190"/>
                    <a:pt x="17" y="207"/>
                  </a:cubicBezTo>
                  <a:cubicBezTo>
                    <a:pt x="33" y="244"/>
                    <a:pt x="50" y="260"/>
                    <a:pt x="83" y="260"/>
                  </a:cubicBezTo>
                  <a:cubicBezTo>
                    <a:pt x="90" y="263"/>
                    <a:pt x="97" y="264"/>
                    <a:pt x="104" y="264"/>
                  </a:cubicBezTo>
                  <a:cubicBezTo>
                    <a:pt x="153" y="264"/>
                    <a:pt x="209" y="215"/>
                    <a:pt x="223" y="157"/>
                  </a:cubicBezTo>
                  <a:cubicBezTo>
                    <a:pt x="240" y="104"/>
                    <a:pt x="223" y="71"/>
                    <a:pt x="186" y="38"/>
                  </a:cubicBezTo>
                  <a:cubicBezTo>
                    <a:pt x="170" y="17"/>
                    <a:pt x="153" y="17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16"/>
            <p:cNvSpPr/>
            <p:nvPr/>
          </p:nvSpPr>
          <p:spPr>
            <a:xfrm>
              <a:off x="3870625" y="27567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01" y="0"/>
                    <a:pt x="64" y="17"/>
                    <a:pt x="33" y="58"/>
                  </a:cubicBezTo>
                  <a:cubicBezTo>
                    <a:pt x="0" y="111"/>
                    <a:pt x="0" y="194"/>
                    <a:pt x="33" y="231"/>
                  </a:cubicBezTo>
                  <a:cubicBezTo>
                    <a:pt x="56" y="252"/>
                    <a:pt x="81" y="261"/>
                    <a:pt x="106" y="261"/>
                  </a:cubicBezTo>
                  <a:cubicBezTo>
                    <a:pt x="142" y="261"/>
                    <a:pt x="177" y="243"/>
                    <a:pt x="206" y="215"/>
                  </a:cubicBezTo>
                  <a:cubicBezTo>
                    <a:pt x="239" y="161"/>
                    <a:pt x="239" y="74"/>
                    <a:pt x="206" y="25"/>
                  </a:cubicBezTo>
                  <a:cubicBezTo>
                    <a:pt x="185" y="9"/>
                    <a:pt x="161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16"/>
            <p:cNvSpPr/>
            <p:nvPr/>
          </p:nvSpPr>
          <p:spPr>
            <a:xfrm>
              <a:off x="3875775" y="2711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3" y="1"/>
                  </a:moveTo>
                  <a:cubicBezTo>
                    <a:pt x="101" y="1"/>
                    <a:pt x="64" y="18"/>
                    <a:pt x="33" y="47"/>
                  </a:cubicBezTo>
                  <a:cubicBezTo>
                    <a:pt x="17" y="64"/>
                    <a:pt x="17" y="84"/>
                    <a:pt x="0" y="101"/>
                  </a:cubicBezTo>
                  <a:cubicBezTo>
                    <a:pt x="0" y="150"/>
                    <a:pt x="0" y="204"/>
                    <a:pt x="33" y="237"/>
                  </a:cubicBezTo>
                  <a:cubicBezTo>
                    <a:pt x="59" y="248"/>
                    <a:pt x="92" y="260"/>
                    <a:pt x="122" y="260"/>
                  </a:cubicBezTo>
                  <a:cubicBezTo>
                    <a:pt x="134" y="260"/>
                    <a:pt x="146" y="258"/>
                    <a:pt x="157" y="253"/>
                  </a:cubicBezTo>
                  <a:cubicBezTo>
                    <a:pt x="173" y="237"/>
                    <a:pt x="190" y="220"/>
                    <a:pt x="190" y="204"/>
                  </a:cubicBezTo>
                  <a:cubicBezTo>
                    <a:pt x="239" y="150"/>
                    <a:pt x="239" y="84"/>
                    <a:pt x="190" y="31"/>
                  </a:cubicBezTo>
                  <a:cubicBezTo>
                    <a:pt x="176" y="10"/>
                    <a:pt x="156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16"/>
            <p:cNvSpPr/>
            <p:nvPr/>
          </p:nvSpPr>
          <p:spPr>
            <a:xfrm>
              <a:off x="3896800" y="2746775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0" y="0"/>
                  </a:moveTo>
                  <a:cubicBezTo>
                    <a:pt x="125" y="0"/>
                    <a:pt x="112" y="4"/>
                    <a:pt x="103" y="13"/>
                  </a:cubicBezTo>
                  <a:cubicBezTo>
                    <a:pt x="37" y="29"/>
                    <a:pt x="0" y="116"/>
                    <a:pt x="17" y="182"/>
                  </a:cubicBezTo>
                  <a:cubicBezTo>
                    <a:pt x="17" y="202"/>
                    <a:pt x="54" y="235"/>
                    <a:pt x="70" y="252"/>
                  </a:cubicBezTo>
                  <a:cubicBezTo>
                    <a:pt x="87" y="260"/>
                    <a:pt x="99" y="264"/>
                    <a:pt x="112" y="264"/>
                  </a:cubicBezTo>
                  <a:cubicBezTo>
                    <a:pt x="125" y="264"/>
                    <a:pt x="138" y="260"/>
                    <a:pt x="157" y="252"/>
                  </a:cubicBezTo>
                  <a:cubicBezTo>
                    <a:pt x="223" y="219"/>
                    <a:pt x="260" y="149"/>
                    <a:pt x="244" y="79"/>
                  </a:cubicBezTo>
                  <a:cubicBezTo>
                    <a:pt x="223" y="62"/>
                    <a:pt x="223" y="46"/>
                    <a:pt x="206" y="29"/>
                  </a:cubicBezTo>
                  <a:lnTo>
                    <a:pt x="190" y="13"/>
                  </a:lnTo>
                  <a:cubicBezTo>
                    <a:pt x="173" y="4"/>
                    <a:pt x="156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16"/>
            <p:cNvSpPr/>
            <p:nvPr/>
          </p:nvSpPr>
          <p:spPr>
            <a:xfrm>
              <a:off x="3883075" y="2744750"/>
              <a:ext cx="6025" cy="6325"/>
            </a:xfrm>
            <a:custGeom>
              <a:avLst/>
              <a:gdLst/>
              <a:ahLst/>
              <a:cxnLst/>
              <a:rect l="l" t="t" r="r" b="b"/>
              <a:pathLst>
                <a:path w="241" h="253" extrusionOk="0">
                  <a:moveTo>
                    <a:pt x="127" y="1"/>
                  </a:moveTo>
                  <a:cubicBezTo>
                    <a:pt x="97" y="1"/>
                    <a:pt x="63" y="13"/>
                    <a:pt x="34" y="40"/>
                  </a:cubicBezTo>
                  <a:cubicBezTo>
                    <a:pt x="1" y="110"/>
                    <a:pt x="1" y="180"/>
                    <a:pt x="34" y="230"/>
                  </a:cubicBezTo>
                  <a:cubicBezTo>
                    <a:pt x="58" y="244"/>
                    <a:pt x="85" y="253"/>
                    <a:pt x="111" y="253"/>
                  </a:cubicBezTo>
                  <a:cubicBezTo>
                    <a:pt x="144" y="253"/>
                    <a:pt x="178" y="240"/>
                    <a:pt x="207" y="213"/>
                  </a:cubicBezTo>
                  <a:cubicBezTo>
                    <a:pt x="240" y="143"/>
                    <a:pt x="240" y="77"/>
                    <a:pt x="191" y="23"/>
                  </a:cubicBezTo>
                  <a:cubicBezTo>
                    <a:pt x="174" y="9"/>
                    <a:pt x="151" y="1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16"/>
            <p:cNvSpPr/>
            <p:nvPr/>
          </p:nvSpPr>
          <p:spPr>
            <a:xfrm>
              <a:off x="3883500" y="26992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8" y="1"/>
                  </a:moveTo>
                  <a:cubicBezTo>
                    <a:pt x="103" y="1"/>
                    <a:pt x="65" y="18"/>
                    <a:pt x="33" y="59"/>
                  </a:cubicBezTo>
                  <a:cubicBezTo>
                    <a:pt x="0" y="109"/>
                    <a:pt x="0" y="179"/>
                    <a:pt x="33" y="228"/>
                  </a:cubicBezTo>
                  <a:cubicBezTo>
                    <a:pt x="54" y="249"/>
                    <a:pt x="71" y="249"/>
                    <a:pt x="87" y="249"/>
                  </a:cubicBezTo>
                  <a:cubicBezTo>
                    <a:pt x="96" y="253"/>
                    <a:pt x="106" y="255"/>
                    <a:pt x="117" y="255"/>
                  </a:cubicBezTo>
                  <a:cubicBezTo>
                    <a:pt x="147" y="255"/>
                    <a:pt x="182" y="239"/>
                    <a:pt x="207" y="212"/>
                  </a:cubicBezTo>
                  <a:cubicBezTo>
                    <a:pt x="240" y="162"/>
                    <a:pt x="240" y="109"/>
                    <a:pt x="223" y="76"/>
                  </a:cubicBezTo>
                  <a:cubicBezTo>
                    <a:pt x="223" y="59"/>
                    <a:pt x="207" y="43"/>
                    <a:pt x="207" y="22"/>
                  </a:cubicBezTo>
                  <a:cubicBezTo>
                    <a:pt x="186" y="9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16"/>
            <p:cNvSpPr/>
            <p:nvPr/>
          </p:nvSpPr>
          <p:spPr>
            <a:xfrm>
              <a:off x="3862875" y="2725000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40" y="1"/>
                  </a:moveTo>
                  <a:cubicBezTo>
                    <a:pt x="107" y="1"/>
                    <a:pt x="74" y="17"/>
                    <a:pt x="54" y="59"/>
                  </a:cubicBezTo>
                  <a:cubicBezTo>
                    <a:pt x="1" y="108"/>
                    <a:pt x="1" y="179"/>
                    <a:pt x="54" y="228"/>
                  </a:cubicBezTo>
                  <a:cubicBezTo>
                    <a:pt x="71" y="249"/>
                    <a:pt x="71" y="249"/>
                    <a:pt x="87" y="249"/>
                  </a:cubicBezTo>
                  <a:cubicBezTo>
                    <a:pt x="100" y="253"/>
                    <a:pt x="113" y="255"/>
                    <a:pt x="124" y="255"/>
                  </a:cubicBezTo>
                  <a:cubicBezTo>
                    <a:pt x="156" y="255"/>
                    <a:pt x="183" y="239"/>
                    <a:pt x="207" y="212"/>
                  </a:cubicBezTo>
                  <a:cubicBezTo>
                    <a:pt x="240" y="179"/>
                    <a:pt x="240" y="125"/>
                    <a:pt x="240" y="75"/>
                  </a:cubicBezTo>
                  <a:cubicBezTo>
                    <a:pt x="224" y="59"/>
                    <a:pt x="224" y="43"/>
                    <a:pt x="207" y="22"/>
                  </a:cubicBezTo>
                  <a:cubicBezTo>
                    <a:pt x="187" y="8"/>
                    <a:pt x="163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16"/>
            <p:cNvSpPr/>
            <p:nvPr/>
          </p:nvSpPr>
          <p:spPr>
            <a:xfrm>
              <a:off x="4245075" y="2837750"/>
              <a:ext cx="6525" cy="6550"/>
            </a:xfrm>
            <a:custGeom>
              <a:avLst/>
              <a:gdLst/>
              <a:ahLst/>
              <a:cxnLst/>
              <a:rect l="l" t="t" r="r" b="b"/>
              <a:pathLst>
                <a:path w="261" h="262" extrusionOk="0">
                  <a:moveTo>
                    <a:pt x="150" y="1"/>
                  </a:moveTo>
                  <a:cubicBezTo>
                    <a:pt x="119" y="1"/>
                    <a:pt x="83" y="18"/>
                    <a:pt x="54" y="47"/>
                  </a:cubicBezTo>
                  <a:cubicBezTo>
                    <a:pt x="1" y="101"/>
                    <a:pt x="1" y="187"/>
                    <a:pt x="54" y="237"/>
                  </a:cubicBezTo>
                  <a:cubicBezTo>
                    <a:pt x="75" y="252"/>
                    <a:pt x="100" y="261"/>
                    <a:pt x="123" y="261"/>
                  </a:cubicBezTo>
                  <a:cubicBezTo>
                    <a:pt x="156" y="261"/>
                    <a:pt x="188" y="244"/>
                    <a:pt x="207" y="204"/>
                  </a:cubicBezTo>
                  <a:cubicBezTo>
                    <a:pt x="260" y="150"/>
                    <a:pt x="260" y="68"/>
                    <a:pt x="207" y="31"/>
                  </a:cubicBezTo>
                  <a:cubicBezTo>
                    <a:pt x="193" y="10"/>
                    <a:pt x="173" y="1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16"/>
            <p:cNvSpPr/>
            <p:nvPr/>
          </p:nvSpPr>
          <p:spPr>
            <a:xfrm>
              <a:off x="4249000" y="2791525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16" y="0"/>
                  </a:moveTo>
                  <a:cubicBezTo>
                    <a:pt x="100" y="0"/>
                    <a:pt x="81" y="8"/>
                    <a:pt x="70" y="8"/>
                  </a:cubicBezTo>
                  <a:cubicBezTo>
                    <a:pt x="33" y="24"/>
                    <a:pt x="17" y="61"/>
                    <a:pt x="0" y="111"/>
                  </a:cubicBezTo>
                  <a:cubicBezTo>
                    <a:pt x="0" y="144"/>
                    <a:pt x="0" y="181"/>
                    <a:pt x="17" y="197"/>
                  </a:cubicBezTo>
                  <a:cubicBezTo>
                    <a:pt x="33" y="230"/>
                    <a:pt x="50" y="247"/>
                    <a:pt x="87" y="247"/>
                  </a:cubicBezTo>
                  <a:cubicBezTo>
                    <a:pt x="94" y="250"/>
                    <a:pt x="102" y="251"/>
                    <a:pt x="110" y="251"/>
                  </a:cubicBezTo>
                  <a:cubicBezTo>
                    <a:pt x="156" y="251"/>
                    <a:pt x="209" y="206"/>
                    <a:pt x="223" y="164"/>
                  </a:cubicBezTo>
                  <a:lnTo>
                    <a:pt x="223" y="144"/>
                  </a:lnTo>
                  <a:cubicBezTo>
                    <a:pt x="239" y="94"/>
                    <a:pt x="223" y="61"/>
                    <a:pt x="190" y="24"/>
                  </a:cubicBezTo>
                  <a:cubicBezTo>
                    <a:pt x="173" y="8"/>
                    <a:pt x="153" y="8"/>
                    <a:pt x="136" y="8"/>
                  </a:cubicBezTo>
                  <a:cubicBezTo>
                    <a:pt x="131" y="2"/>
                    <a:pt x="124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16"/>
            <p:cNvSpPr/>
            <p:nvPr/>
          </p:nvSpPr>
          <p:spPr>
            <a:xfrm>
              <a:off x="4248175" y="27766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6" y="1"/>
                  </a:moveTo>
                  <a:cubicBezTo>
                    <a:pt x="120" y="1"/>
                    <a:pt x="83" y="17"/>
                    <a:pt x="50" y="38"/>
                  </a:cubicBezTo>
                  <a:cubicBezTo>
                    <a:pt x="33" y="54"/>
                    <a:pt x="17" y="87"/>
                    <a:pt x="0" y="120"/>
                  </a:cubicBezTo>
                  <a:cubicBezTo>
                    <a:pt x="0" y="158"/>
                    <a:pt x="0" y="191"/>
                    <a:pt x="17" y="207"/>
                  </a:cubicBezTo>
                  <a:cubicBezTo>
                    <a:pt x="33" y="244"/>
                    <a:pt x="50" y="261"/>
                    <a:pt x="83" y="261"/>
                  </a:cubicBezTo>
                  <a:cubicBezTo>
                    <a:pt x="91" y="263"/>
                    <a:pt x="100" y="264"/>
                    <a:pt x="108" y="264"/>
                  </a:cubicBezTo>
                  <a:cubicBezTo>
                    <a:pt x="166" y="264"/>
                    <a:pt x="208" y="215"/>
                    <a:pt x="223" y="158"/>
                  </a:cubicBezTo>
                  <a:cubicBezTo>
                    <a:pt x="239" y="120"/>
                    <a:pt x="223" y="87"/>
                    <a:pt x="206" y="54"/>
                  </a:cubicBezTo>
                  <a:cubicBezTo>
                    <a:pt x="206" y="54"/>
                    <a:pt x="206" y="38"/>
                    <a:pt x="186" y="38"/>
                  </a:cubicBezTo>
                  <a:cubicBezTo>
                    <a:pt x="186" y="17"/>
                    <a:pt x="169" y="17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16"/>
            <p:cNvSpPr/>
            <p:nvPr/>
          </p:nvSpPr>
          <p:spPr>
            <a:xfrm>
              <a:off x="4241675" y="276120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87" y="17"/>
                    <a:pt x="71" y="38"/>
                    <a:pt x="54" y="54"/>
                  </a:cubicBezTo>
                  <a:cubicBezTo>
                    <a:pt x="1" y="103"/>
                    <a:pt x="1" y="190"/>
                    <a:pt x="54" y="223"/>
                  </a:cubicBezTo>
                  <a:cubicBezTo>
                    <a:pt x="54" y="244"/>
                    <a:pt x="71" y="244"/>
                    <a:pt x="87" y="260"/>
                  </a:cubicBezTo>
                  <a:cubicBezTo>
                    <a:pt x="137" y="260"/>
                    <a:pt x="174" y="244"/>
                    <a:pt x="207" y="207"/>
                  </a:cubicBezTo>
                  <a:cubicBezTo>
                    <a:pt x="207" y="207"/>
                    <a:pt x="207" y="190"/>
                    <a:pt x="223" y="190"/>
                  </a:cubicBezTo>
                  <a:cubicBezTo>
                    <a:pt x="174" y="141"/>
                    <a:pt x="137" y="71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16"/>
            <p:cNvSpPr/>
            <p:nvPr/>
          </p:nvSpPr>
          <p:spPr>
            <a:xfrm>
              <a:off x="4235700" y="2789950"/>
              <a:ext cx="6425" cy="6425"/>
            </a:xfrm>
            <a:custGeom>
              <a:avLst/>
              <a:gdLst/>
              <a:ahLst/>
              <a:cxnLst/>
              <a:rect l="l" t="t" r="r" b="b"/>
              <a:pathLst>
                <a:path w="257" h="257" extrusionOk="0">
                  <a:moveTo>
                    <a:pt x="103" y="1"/>
                  </a:moveTo>
                  <a:cubicBezTo>
                    <a:pt x="50" y="38"/>
                    <a:pt x="0" y="104"/>
                    <a:pt x="17" y="174"/>
                  </a:cubicBezTo>
                  <a:cubicBezTo>
                    <a:pt x="33" y="207"/>
                    <a:pt x="50" y="227"/>
                    <a:pt x="87" y="244"/>
                  </a:cubicBezTo>
                  <a:cubicBezTo>
                    <a:pt x="95" y="252"/>
                    <a:pt x="108" y="256"/>
                    <a:pt x="122" y="256"/>
                  </a:cubicBezTo>
                  <a:cubicBezTo>
                    <a:pt x="136" y="256"/>
                    <a:pt x="153" y="252"/>
                    <a:pt x="169" y="244"/>
                  </a:cubicBezTo>
                  <a:cubicBezTo>
                    <a:pt x="190" y="227"/>
                    <a:pt x="223" y="207"/>
                    <a:pt x="240" y="174"/>
                  </a:cubicBezTo>
                  <a:cubicBezTo>
                    <a:pt x="240" y="141"/>
                    <a:pt x="256" y="104"/>
                    <a:pt x="240" y="87"/>
                  </a:cubicBezTo>
                  <a:cubicBezTo>
                    <a:pt x="240" y="54"/>
                    <a:pt x="223" y="38"/>
                    <a:pt x="207" y="21"/>
                  </a:cubicBezTo>
                  <a:lnTo>
                    <a:pt x="1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16"/>
            <p:cNvSpPr/>
            <p:nvPr/>
          </p:nvSpPr>
          <p:spPr>
            <a:xfrm>
              <a:off x="4243850" y="282212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16" y="1"/>
                  </a:moveTo>
                  <a:cubicBezTo>
                    <a:pt x="69" y="1"/>
                    <a:pt x="14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7"/>
                    <a:pt x="50" y="260"/>
                    <a:pt x="87" y="260"/>
                  </a:cubicBezTo>
                  <a:cubicBezTo>
                    <a:pt x="136" y="260"/>
                    <a:pt x="206" y="227"/>
                    <a:pt x="223" y="157"/>
                  </a:cubicBezTo>
                  <a:cubicBezTo>
                    <a:pt x="223" y="124"/>
                    <a:pt x="223" y="91"/>
                    <a:pt x="206" y="54"/>
                  </a:cubicBezTo>
                  <a:cubicBezTo>
                    <a:pt x="206" y="37"/>
                    <a:pt x="190" y="37"/>
                    <a:pt x="190" y="37"/>
                  </a:cubicBezTo>
                  <a:cubicBezTo>
                    <a:pt x="173" y="21"/>
                    <a:pt x="153" y="4"/>
                    <a:pt x="136" y="4"/>
                  </a:cubicBezTo>
                  <a:cubicBezTo>
                    <a:pt x="130" y="2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16"/>
            <p:cNvSpPr/>
            <p:nvPr/>
          </p:nvSpPr>
          <p:spPr>
            <a:xfrm>
              <a:off x="4241275" y="28066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1"/>
                  </a:moveTo>
                  <a:cubicBezTo>
                    <a:pt x="103" y="1"/>
                    <a:pt x="71" y="17"/>
                    <a:pt x="50" y="55"/>
                  </a:cubicBezTo>
                  <a:cubicBezTo>
                    <a:pt x="0" y="109"/>
                    <a:pt x="0" y="195"/>
                    <a:pt x="50" y="228"/>
                  </a:cubicBezTo>
                  <a:cubicBezTo>
                    <a:pt x="65" y="251"/>
                    <a:pt x="85" y="260"/>
                    <a:pt x="107" y="260"/>
                  </a:cubicBezTo>
                  <a:cubicBezTo>
                    <a:pt x="139" y="260"/>
                    <a:pt x="175" y="241"/>
                    <a:pt x="206" y="212"/>
                  </a:cubicBezTo>
                  <a:cubicBezTo>
                    <a:pt x="239" y="158"/>
                    <a:pt x="239" y="76"/>
                    <a:pt x="206" y="22"/>
                  </a:cubicBezTo>
                  <a:cubicBezTo>
                    <a:pt x="184" y="9"/>
                    <a:pt x="160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16"/>
            <p:cNvSpPr/>
            <p:nvPr/>
          </p:nvSpPr>
          <p:spPr>
            <a:xfrm>
              <a:off x="4227550" y="2850550"/>
              <a:ext cx="1675" cy="25"/>
            </a:xfrm>
            <a:custGeom>
              <a:avLst/>
              <a:gdLst/>
              <a:ahLst/>
              <a:cxnLst/>
              <a:rect l="l" t="t" r="r" b="b"/>
              <a:pathLst>
                <a:path w="67" h="1" extrusionOk="0">
                  <a:moveTo>
                    <a:pt x="1" y="1"/>
                  </a:moveTo>
                  <a:lnTo>
                    <a:pt x="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16"/>
            <p:cNvSpPr/>
            <p:nvPr/>
          </p:nvSpPr>
          <p:spPr>
            <a:xfrm>
              <a:off x="3866800" y="2686475"/>
              <a:ext cx="2100" cy="650"/>
            </a:xfrm>
            <a:custGeom>
              <a:avLst/>
              <a:gdLst/>
              <a:ahLst/>
              <a:cxnLst/>
              <a:rect l="l" t="t" r="r" b="b"/>
              <a:pathLst>
                <a:path w="84" h="26" extrusionOk="0">
                  <a:moveTo>
                    <a:pt x="83" y="0"/>
                  </a:moveTo>
                  <a:cubicBezTo>
                    <a:pt x="50" y="0"/>
                    <a:pt x="34" y="17"/>
                    <a:pt x="1" y="17"/>
                  </a:cubicBezTo>
                  <a:lnTo>
                    <a:pt x="17" y="17"/>
                  </a:lnTo>
                  <a:cubicBezTo>
                    <a:pt x="22" y="23"/>
                    <a:pt x="28" y="25"/>
                    <a:pt x="35" y="25"/>
                  </a:cubicBezTo>
                  <a:cubicBezTo>
                    <a:pt x="52" y="25"/>
                    <a:pt x="71" y="12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16"/>
            <p:cNvSpPr/>
            <p:nvPr/>
          </p:nvSpPr>
          <p:spPr>
            <a:xfrm>
              <a:off x="3840100" y="2692025"/>
              <a:ext cx="6100" cy="4675"/>
            </a:xfrm>
            <a:custGeom>
              <a:avLst/>
              <a:gdLst/>
              <a:ahLst/>
              <a:cxnLst/>
              <a:rect l="l" t="t" r="r" b="b"/>
              <a:pathLst>
                <a:path w="244" h="187" extrusionOk="0">
                  <a:moveTo>
                    <a:pt x="207" y="1"/>
                  </a:moveTo>
                  <a:cubicBezTo>
                    <a:pt x="120" y="38"/>
                    <a:pt x="54" y="71"/>
                    <a:pt x="1" y="88"/>
                  </a:cubicBezTo>
                  <a:lnTo>
                    <a:pt x="1" y="104"/>
                  </a:lnTo>
                  <a:cubicBezTo>
                    <a:pt x="1" y="141"/>
                    <a:pt x="17" y="158"/>
                    <a:pt x="54" y="174"/>
                  </a:cubicBezTo>
                  <a:cubicBezTo>
                    <a:pt x="71" y="182"/>
                    <a:pt x="83" y="186"/>
                    <a:pt x="96" y="186"/>
                  </a:cubicBezTo>
                  <a:cubicBezTo>
                    <a:pt x="109" y="186"/>
                    <a:pt x="122" y="182"/>
                    <a:pt x="141" y="174"/>
                  </a:cubicBezTo>
                  <a:cubicBezTo>
                    <a:pt x="190" y="158"/>
                    <a:pt x="244" y="88"/>
                    <a:pt x="223" y="22"/>
                  </a:cubicBezTo>
                  <a:lnTo>
                    <a:pt x="2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16"/>
            <p:cNvSpPr/>
            <p:nvPr/>
          </p:nvSpPr>
          <p:spPr>
            <a:xfrm>
              <a:off x="4230950" y="28354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7" y="1"/>
                  </a:moveTo>
                  <a:cubicBezTo>
                    <a:pt x="70" y="1"/>
                    <a:pt x="17" y="46"/>
                    <a:pt x="17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7"/>
                    <a:pt x="71" y="243"/>
                    <a:pt x="87" y="264"/>
                  </a:cubicBezTo>
                  <a:cubicBezTo>
                    <a:pt x="153" y="264"/>
                    <a:pt x="207" y="210"/>
                    <a:pt x="223" y="140"/>
                  </a:cubicBezTo>
                  <a:cubicBezTo>
                    <a:pt x="240" y="107"/>
                    <a:pt x="240" y="74"/>
                    <a:pt x="223" y="58"/>
                  </a:cubicBezTo>
                  <a:cubicBezTo>
                    <a:pt x="207" y="37"/>
                    <a:pt x="207" y="37"/>
                    <a:pt x="207" y="21"/>
                  </a:cubicBezTo>
                  <a:cubicBezTo>
                    <a:pt x="190" y="21"/>
                    <a:pt x="174" y="4"/>
                    <a:pt x="153" y="4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16"/>
            <p:cNvSpPr/>
            <p:nvPr/>
          </p:nvSpPr>
          <p:spPr>
            <a:xfrm>
              <a:off x="4270025" y="2814900"/>
              <a:ext cx="2600" cy="5175"/>
            </a:xfrm>
            <a:custGeom>
              <a:avLst/>
              <a:gdLst/>
              <a:ahLst/>
              <a:cxnLst/>
              <a:rect l="l" t="t" r="r" b="b"/>
              <a:pathLst>
                <a:path w="104" h="207" extrusionOk="0">
                  <a:moveTo>
                    <a:pt x="33" y="0"/>
                  </a:moveTo>
                  <a:cubicBezTo>
                    <a:pt x="17" y="17"/>
                    <a:pt x="17" y="33"/>
                    <a:pt x="0" y="71"/>
                  </a:cubicBezTo>
                  <a:cubicBezTo>
                    <a:pt x="0" y="104"/>
                    <a:pt x="0" y="137"/>
                    <a:pt x="17" y="157"/>
                  </a:cubicBezTo>
                  <a:cubicBezTo>
                    <a:pt x="33" y="190"/>
                    <a:pt x="54" y="207"/>
                    <a:pt x="87" y="207"/>
                  </a:cubicBezTo>
                  <a:lnTo>
                    <a:pt x="103" y="207"/>
                  </a:lnTo>
                  <a:cubicBezTo>
                    <a:pt x="70" y="137"/>
                    <a:pt x="54" y="71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16"/>
            <p:cNvSpPr/>
            <p:nvPr/>
          </p:nvSpPr>
          <p:spPr>
            <a:xfrm>
              <a:off x="4116750" y="27224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7" y="0"/>
                  </a:moveTo>
                  <a:cubicBezTo>
                    <a:pt x="67" y="0"/>
                    <a:pt x="15" y="49"/>
                    <a:pt x="1" y="106"/>
                  </a:cubicBezTo>
                  <a:cubicBezTo>
                    <a:pt x="1" y="144"/>
                    <a:pt x="1" y="176"/>
                    <a:pt x="17" y="209"/>
                  </a:cubicBezTo>
                  <a:cubicBezTo>
                    <a:pt x="34" y="226"/>
                    <a:pt x="67" y="247"/>
                    <a:pt x="83" y="263"/>
                  </a:cubicBezTo>
                  <a:cubicBezTo>
                    <a:pt x="153" y="263"/>
                    <a:pt x="207" y="209"/>
                    <a:pt x="223" y="144"/>
                  </a:cubicBezTo>
                  <a:cubicBezTo>
                    <a:pt x="240" y="106"/>
                    <a:pt x="223" y="73"/>
                    <a:pt x="223" y="57"/>
                  </a:cubicBezTo>
                  <a:lnTo>
                    <a:pt x="186" y="20"/>
                  </a:lnTo>
                  <a:cubicBezTo>
                    <a:pt x="186" y="20"/>
                    <a:pt x="170" y="3"/>
                    <a:pt x="153" y="3"/>
                  </a:cubicBezTo>
                  <a:cubicBezTo>
                    <a:pt x="144" y="1"/>
                    <a:pt x="136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16"/>
            <p:cNvSpPr/>
            <p:nvPr/>
          </p:nvSpPr>
          <p:spPr>
            <a:xfrm>
              <a:off x="4254975" y="2808725"/>
              <a:ext cx="6525" cy="6500"/>
            </a:xfrm>
            <a:custGeom>
              <a:avLst/>
              <a:gdLst/>
              <a:ahLst/>
              <a:cxnLst/>
              <a:rect l="l" t="t" r="r" b="b"/>
              <a:pathLst>
                <a:path w="261" h="260" extrusionOk="0">
                  <a:moveTo>
                    <a:pt x="135" y="1"/>
                  </a:moveTo>
                  <a:cubicBezTo>
                    <a:pt x="126" y="1"/>
                    <a:pt x="116" y="3"/>
                    <a:pt x="103" y="8"/>
                  </a:cubicBezTo>
                  <a:cubicBezTo>
                    <a:pt x="38" y="41"/>
                    <a:pt x="0" y="111"/>
                    <a:pt x="17" y="177"/>
                  </a:cubicBezTo>
                  <a:cubicBezTo>
                    <a:pt x="38" y="214"/>
                    <a:pt x="54" y="231"/>
                    <a:pt x="70" y="247"/>
                  </a:cubicBezTo>
                  <a:cubicBezTo>
                    <a:pt x="87" y="256"/>
                    <a:pt x="105" y="260"/>
                    <a:pt x="120" y="260"/>
                  </a:cubicBezTo>
                  <a:cubicBezTo>
                    <a:pt x="135" y="260"/>
                    <a:pt x="149" y="256"/>
                    <a:pt x="157" y="247"/>
                  </a:cubicBezTo>
                  <a:cubicBezTo>
                    <a:pt x="223" y="231"/>
                    <a:pt x="260" y="144"/>
                    <a:pt x="244" y="74"/>
                  </a:cubicBezTo>
                  <a:cubicBezTo>
                    <a:pt x="244" y="58"/>
                    <a:pt x="223" y="41"/>
                    <a:pt x="207" y="25"/>
                  </a:cubicBezTo>
                  <a:cubicBezTo>
                    <a:pt x="207" y="25"/>
                    <a:pt x="190" y="25"/>
                    <a:pt x="190" y="8"/>
                  </a:cubicBezTo>
                  <a:cubicBezTo>
                    <a:pt x="168" y="8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16"/>
            <p:cNvSpPr/>
            <p:nvPr/>
          </p:nvSpPr>
          <p:spPr>
            <a:xfrm>
              <a:off x="4264875" y="28432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57" y="0"/>
                  </a:moveTo>
                  <a:cubicBezTo>
                    <a:pt x="87" y="0"/>
                    <a:pt x="33" y="33"/>
                    <a:pt x="17" y="120"/>
                  </a:cubicBezTo>
                  <a:cubicBezTo>
                    <a:pt x="0" y="136"/>
                    <a:pt x="17" y="173"/>
                    <a:pt x="17" y="206"/>
                  </a:cubicBezTo>
                  <a:cubicBezTo>
                    <a:pt x="33" y="239"/>
                    <a:pt x="70" y="260"/>
                    <a:pt x="103" y="260"/>
                  </a:cubicBezTo>
                  <a:cubicBezTo>
                    <a:pt x="110" y="262"/>
                    <a:pt x="117" y="263"/>
                    <a:pt x="124" y="263"/>
                  </a:cubicBezTo>
                  <a:cubicBezTo>
                    <a:pt x="172" y="263"/>
                    <a:pt x="225" y="215"/>
                    <a:pt x="239" y="157"/>
                  </a:cubicBezTo>
                  <a:cubicBezTo>
                    <a:pt x="239" y="120"/>
                    <a:pt x="239" y="87"/>
                    <a:pt x="223" y="54"/>
                  </a:cubicBezTo>
                  <a:lnTo>
                    <a:pt x="206" y="33"/>
                  </a:lnTo>
                  <a:cubicBezTo>
                    <a:pt x="190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16"/>
            <p:cNvSpPr/>
            <p:nvPr/>
          </p:nvSpPr>
          <p:spPr>
            <a:xfrm>
              <a:off x="3842275" y="28156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2" y="0"/>
                  </a:moveTo>
                  <a:cubicBezTo>
                    <a:pt x="74" y="0"/>
                    <a:pt x="31" y="49"/>
                    <a:pt x="17" y="107"/>
                  </a:cubicBezTo>
                  <a:cubicBezTo>
                    <a:pt x="0" y="144"/>
                    <a:pt x="0" y="177"/>
                    <a:pt x="17" y="210"/>
                  </a:cubicBezTo>
                  <a:cubicBezTo>
                    <a:pt x="33" y="230"/>
                    <a:pt x="70" y="247"/>
                    <a:pt x="87" y="263"/>
                  </a:cubicBezTo>
                  <a:cubicBezTo>
                    <a:pt x="157" y="263"/>
                    <a:pt x="206" y="210"/>
                    <a:pt x="223" y="144"/>
                  </a:cubicBezTo>
                  <a:cubicBezTo>
                    <a:pt x="239" y="107"/>
                    <a:pt x="239" y="90"/>
                    <a:pt x="223" y="57"/>
                  </a:cubicBezTo>
                  <a:cubicBezTo>
                    <a:pt x="206" y="41"/>
                    <a:pt x="206" y="41"/>
                    <a:pt x="206" y="24"/>
                  </a:cubicBezTo>
                  <a:cubicBezTo>
                    <a:pt x="190" y="24"/>
                    <a:pt x="173" y="3"/>
                    <a:pt x="157" y="3"/>
                  </a:cubicBezTo>
                  <a:cubicBezTo>
                    <a:pt x="148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16"/>
            <p:cNvSpPr/>
            <p:nvPr/>
          </p:nvSpPr>
          <p:spPr>
            <a:xfrm>
              <a:off x="3856900" y="2757725"/>
              <a:ext cx="6000" cy="6150"/>
            </a:xfrm>
            <a:custGeom>
              <a:avLst/>
              <a:gdLst/>
              <a:ahLst/>
              <a:cxnLst/>
              <a:rect l="l" t="t" r="r" b="b"/>
              <a:pathLst>
                <a:path w="240" h="246" extrusionOk="0">
                  <a:moveTo>
                    <a:pt x="116" y="0"/>
                  </a:moveTo>
                  <a:cubicBezTo>
                    <a:pt x="70" y="0"/>
                    <a:pt x="15" y="46"/>
                    <a:pt x="1" y="106"/>
                  </a:cubicBezTo>
                  <a:cubicBezTo>
                    <a:pt x="1" y="139"/>
                    <a:pt x="1" y="177"/>
                    <a:pt x="17" y="193"/>
                  </a:cubicBezTo>
                  <a:cubicBezTo>
                    <a:pt x="34" y="226"/>
                    <a:pt x="50" y="242"/>
                    <a:pt x="87" y="242"/>
                  </a:cubicBezTo>
                  <a:cubicBezTo>
                    <a:pt x="96" y="245"/>
                    <a:pt x="104" y="246"/>
                    <a:pt x="113" y="246"/>
                  </a:cubicBezTo>
                  <a:cubicBezTo>
                    <a:pt x="167" y="246"/>
                    <a:pt x="209" y="200"/>
                    <a:pt x="223" y="139"/>
                  </a:cubicBezTo>
                  <a:cubicBezTo>
                    <a:pt x="240" y="106"/>
                    <a:pt x="223" y="73"/>
                    <a:pt x="223" y="53"/>
                  </a:cubicBezTo>
                  <a:cubicBezTo>
                    <a:pt x="207" y="36"/>
                    <a:pt x="207" y="36"/>
                    <a:pt x="190" y="20"/>
                  </a:cubicBezTo>
                  <a:cubicBezTo>
                    <a:pt x="190" y="3"/>
                    <a:pt x="170" y="3"/>
                    <a:pt x="137" y="3"/>
                  </a:cubicBezTo>
                  <a:cubicBezTo>
                    <a:pt x="130" y="1"/>
                    <a:pt x="124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16"/>
            <p:cNvSpPr/>
            <p:nvPr/>
          </p:nvSpPr>
          <p:spPr>
            <a:xfrm>
              <a:off x="3846600" y="28337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0" y="1"/>
                  </a:moveTo>
                  <a:cubicBezTo>
                    <a:pt x="66" y="1"/>
                    <a:pt x="33" y="55"/>
                    <a:pt x="17" y="104"/>
                  </a:cubicBezTo>
                  <a:cubicBezTo>
                    <a:pt x="0" y="141"/>
                    <a:pt x="17" y="174"/>
                    <a:pt x="17" y="207"/>
                  </a:cubicBezTo>
                  <a:cubicBezTo>
                    <a:pt x="33" y="228"/>
                    <a:pt x="66" y="244"/>
                    <a:pt x="104" y="261"/>
                  </a:cubicBezTo>
                  <a:cubicBezTo>
                    <a:pt x="153" y="261"/>
                    <a:pt x="223" y="207"/>
                    <a:pt x="240" y="141"/>
                  </a:cubicBezTo>
                  <a:lnTo>
                    <a:pt x="240" y="104"/>
                  </a:lnTo>
                  <a:cubicBezTo>
                    <a:pt x="240" y="71"/>
                    <a:pt x="223" y="55"/>
                    <a:pt x="207" y="22"/>
                  </a:cubicBezTo>
                  <a:cubicBezTo>
                    <a:pt x="190" y="22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16"/>
            <p:cNvSpPr/>
            <p:nvPr/>
          </p:nvSpPr>
          <p:spPr>
            <a:xfrm>
              <a:off x="3838450" y="2783975"/>
              <a:ext cx="2600" cy="6525"/>
            </a:xfrm>
            <a:custGeom>
              <a:avLst/>
              <a:gdLst/>
              <a:ahLst/>
              <a:cxnLst/>
              <a:rect l="l" t="t" r="r" b="b"/>
              <a:pathLst>
                <a:path w="104" h="261" extrusionOk="0">
                  <a:moveTo>
                    <a:pt x="1" y="1"/>
                  </a:moveTo>
                  <a:lnTo>
                    <a:pt x="1" y="260"/>
                  </a:lnTo>
                  <a:cubicBezTo>
                    <a:pt x="50" y="240"/>
                    <a:pt x="83" y="207"/>
                    <a:pt x="104" y="157"/>
                  </a:cubicBezTo>
                  <a:cubicBezTo>
                    <a:pt x="104" y="104"/>
                    <a:pt x="104" y="54"/>
                    <a:pt x="67" y="34"/>
                  </a:cubicBezTo>
                  <a:cubicBezTo>
                    <a:pt x="50" y="17"/>
                    <a:pt x="34" y="1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16"/>
            <p:cNvSpPr/>
            <p:nvPr/>
          </p:nvSpPr>
          <p:spPr>
            <a:xfrm>
              <a:off x="3839700" y="27994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87" y="0"/>
                  </a:moveTo>
                  <a:cubicBezTo>
                    <a:pt x="33" y="33"/>
                    <a:pt x="0" y="103"/>
                    <a:pt x="17" y="173"/>
                  </a:cubicBezTo>
                  <a:cubicBezTo>
                    <a:pt x="17" y="206"/>
                    <a:pt x="33" y="223"/>
                    <a:pt x="70" y="239"/>
                  </a:cubicBezTo>
                  <a:cubicBezTo>
                    <a:pt x="79" y="249"/>
                    <a:pt x="91" y="255"/>
                    <a:pt x="106" y="255"/>
                  </a:cubicBezTo>
                  <a:cubicBezTo>
                    <a:pt x="121" y="255"/>
                    <a:pt x="138" y="249"/>
                    <a:pt x="157" y="239"/>
                  </a:cubicBezTo>
                  <a:cubicBezTo>
                    <a:pt x="190" y="223"/>
                    <a:pt x="206" y="206"/>
                    <a:pt x="223" y="173"/>
                  </a:cubicBezTo>
                  <a:cubicBezTo>
                    <a:pt x="239" y="136"/>
                    <a:pt x="239" y="103"/>
                    <a:pt x="223" y="87"/>
                  </a:cubicBezTo>
                  <a:cubicBezTo>
                    <a:pt x="223" y="54"/>
                    <a:pt x="223" y="33"/>
                    <a:pt x="206" y="17"/>
                  </a:cubicBezTo>
                  <a:cubicBezTo>
                    <a:pt x="190" y="17"/>
                    <a:pt x="190" y="17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16"/>
            <p:cNvSpPr/>
            <p:nvPr/>
          </p:nvSpPr>
          <p:spPr>
            <a:xfrm>
              <a:off x="3849600" y="2725050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17" y="0"/>
                  </a:moveTo>
                  <a:cubicBezTo>
                    <a:pt x="70" y="0"/>
                    <a:pt x="14" y="49"/>
                    <a:pt x="0" y="106"/>
                  </a:cubicBezTo>
                  <a:cubicBezTo>
                    <a:pt x="0" y="144"/>
                    <a:pt x="0" y="177"/>
                    <a:pt x="17" y="193"/>
                  </a:cubicBezTo>
                  <a:cubicBezTo>
                    <a:pt x="33" y="226"/>
                    <a:pt x="50" y="247"/>
                    <a:pt x="87" y="247"/>
                  </a:cubicBezTo>
                  <a:cubicBezTo>
                    <a:pt x="95" y="249"/>
                    <a:pt x="103" y="250"/>
                    <a:pt x="111" y="250"/>
                  </a:cubicBezTo>
                  <a:cubicBezTo>
                    <a:pt x="165" y="250"/>
                    <a:pt x="208" y="201"/>
                    <a:pt x="223" y="144"/>
                  </a:cubicBezTo>
                  <a:cubicBezTo>
                    <a:pt x="239" y="106"/>
                    <a:pt x="223" y="73"/>
                    <a:pt x="206" y="41"/>
                  </a:cubicBezTo>
                  <a:cubicBezTo>
                    <a:pt x="206" y="41"/>
                    <a:pt x="206" y="20"/>
                    <a:pt x="190" y="20"/>
                  </a:cubicBezTo>
                  <a:cubicBezTo>
                    <a:pt x="190" y="3"/>
                    <a:pt x="173" y="3"/>
                    <a:pt x="136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16"/>
            <p:cNvSpPr/>
            <p:nvPr/>
          </p:nvSpPr>
          <p:spPr>
            <a:xfrm>
              <a:off x="3855150" y="27407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44" y="1"/>
                  </a:moveTo>
                  <a:cubicBezTo>
                    <a:pt x="131" y="1"/>
                    <a:pt x="117" y="5"/>
                    <a:pt x="104" y="11"/>
                  </a:cubicBezTo>
                  <a:cubicBezTo>
                    <a:pt x="71" y="11"/>
                    <a:pt x="54" y="32"/>
                    <a:pt x="34" y="48"/>
                  </a:cubicBezTo>
                  <a:cubicBezTo>
                    <a:pt x="17" y="65"/>
                    <a:pt x="1" y="98"/>
                    <a:pt x="1" y="135"/>
                  </a:cubicBezTo>
                  <a:cubicBezTo>
                    <a:pt x="1" y="168"/>
                    <a:pt x="17" y="201"/>
                    <a:pt x="34" y="238"/>
                  </a:cubicBezTo>
                  <a:cubicBezTo>
                    <a:pt x="55" y="252"/>
                    <a:pt x="80" y="259"/>
                    <a:pt x="104" y="259"/>
                  </a:cubicBezTo>
                  <a:cubicBezTo>
                    <a:pt x="138" y="259"/>
                    <a:pt x="171" y="243"/>
                    <a:pt x="190" y="201"/>
                  </a:cubicBezTo>
                  <a:cubicBezTo>
                    <a:pt x="240" y="152"/>
                    <a:pt x="240" y="65"/>
                    <a:pt x="190" y="32"/>
                  </a:cubicBezTo>
                  <a:cubicBezTo>
                    <a:pt x="180" y="10"/>
                    <a:pt x="163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16"/>
            <p:cNvSpPr/>
            <p:nvPr/>
          </p:nvSpPr>
          <p:spPr>
            <a:xfrm>
              <a:off x="3854325" y="2695550"/>
              <a:ext cx="6000" cy="6075"/>
            </a:xfrm>
            <a:custGeom>
              <a:avLst/>
              <a:gdLst/>
              <a:ahLst/>
              <a:cxnLst/>
              <a:rect l="l" t="t" r="r" b="b"/>
              <a:pathLst>
                <a:path w="240" h="243" extrusionOk="0">
                  <a:moveTo>
                    <a:pt x="120" y="0"/>
                  </a:moveTo>
                  <a:cubicBezTo>
                    <a:pt x="67" y="0"/>
                    <a:pt x="34" y="33"/>
                    <a:pt x="17" y="103"/>
                  </a:cubicBezTo>
                  <a:cubicBezTo>
                    <a:pt x="1" y="136"/>
                    <a:pt x="17" y="169"/>
                    <a:pt x="34" y="190"/>
                  </a:cubicBezTo>
                  <a:cubicBezTo>
                    <a:pt x="34" y="223"/>
                    <a:pt x="67" y="239"/>
                    <a:pt x="104" y="239"/>
                  </a:cubicBezTo>
                  <a:cubicBezTo>
                    <a:pt x="110" y="241"/>
                    <a:pt x="117" y="242"/>
                    <a:pt x="124" y="242"/>
                  </a:cubicBezTo>
                  <a:cubicBezTo>
                    <a:pt x="171" y="242"/>
                    <a:pt x="225" y="197"/>
                    <a:pt x="240" y="136"/>
                  </a:cubicBezTo>
                  <a:lnTo>
                    <a:pt x="240" y="103"/>
                  </a:lnTo>
                  <a:cubicBezTo>
                    <a:pt x="240" y="66"/>
                    <a:pt x="223" y="33"/>
                    <a:pt x="207" y="17"/>
                  </a:cubicBezTo>
                  <a:cubicBezTo>
                    <a:pt x="190" y="0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16"/>
            <p:cNvSpPr/>
            <p:nvPr/>
          </p:nvSpPr>
          <p:spPr>
            <a:xfrm>
              <a:off x="3853925" y="2848800"/>
              <a:ext cx="4650" cy="1775"/>
            </a:xfrm>
            <a:custGeom>
              <a:avLst/>
              <a:gdLst/>
              <a:ahLst/>
              <a:cxnLst/>
              <a:rect l="l" t="t" r="r" b="b"/>
              <a:pathLst>
                <a:path w="186" h="71" extrusionOk="0">
                  <a:moveTo>
                    <a:pt x="120" y="1"/>
                  </a:moveTo>
                  <a:cubicBezTo>
                    <a:pt x="83" y="1"/>
                    <a:pt x="50" y="1"/>
                    <a:pt x="33" y="17"/>
                  </a:cubicBezTo>
                  <a:cubicBezTo>
                    <a:pt x="17" y="38"/>
                    <a:pt x="0" y="54"/>
                    <a:pt x="0" y="71"/>
                  </a:cubicBezTo>
                  <a:lnTo>
                    <a:pt x="186" y="71"/>
                  </a:lnTo>
                  <a:lnTo>
                    <a:pt x="186" y="54"/>
                  </a:lnTo>
                  <a:cubicBezTo>
                    <a:pt x="186" y="38"/>
                    <a:pt x="169" y="38"/>
                    <a:pt x="169" y="17"/>
                  </a:cubicBezTo>
                  <a:cubicBezTo>
                    <a:pt x="15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16"/>
            <p:cNvSpPr/>
            <p:nvPr/>
          </p:nvSpPr>
          <p:spPr>
            <a:xfrm>
              <a:off x="4210350" y="2849225"/>
              <a:ext cx="4750" cy="1350"/>
            </a:xfrm>
            <a:custGeom>
              <a:avLst/>
              <a:gdLst/>
              <a:ahLst/>
              <a:cxnLst/>
              <a:rect l="l" t="t" r="r" b="b"/>
              <a:pathLst>
                <a:path w="190" h="54" extrusionOk="0">
                  <a:moveTo>
                    <a:pt x="120" y="0"/>
                  </a:moveTo>
                  <a:cubicBezTo>
                    <a:pt x="70" y="0"/>
                    <a:pt x="33" y="21"/>
                    <a:pt x="0" y="54"/>
                  </a:cubicBezTo>
                  <a:lnTo>
                    <a:pt x="190" y="54"/>
                  </a:lnTo>
                  <a:cubicBezTo>
                    <a:pt x="173" y="54"/>
                    <a:pt x="173" y="37"/>
                    <a:pt x="173" y="37"/>
                  </a:cubicBezTo>
                  <a:cubicBezTo>
                    <a:pt x="153" y="21"/>
                    <a:pt x="136" y="2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16"/>
            <p:cNvSpPr/>
            <p:nvPr/>
          </p:nvSpPr>
          <p:spPr>
            <a:xfrm>
              <a:off x="4226625" y="2802300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39" y="1"/>
                  </a:moveTo>
                  <a:cubicBezTo>
                    <a:pt x="104" y="1"/>
                    <a:pt x="67" y="18"/>
                    <a:pt x="38" y="59"/>
                  </a:cubicBezTo>
                  <a:cubicBezTo>
                    <a:pt x="1" y="109"/>
                    <a:pt x="1" y="179"/>
                    <a:pt x="38" y="228"/>
                  </a:cubicBezTo>
                  <a:cubicBezTo>
                    <a:pt x="59" y="251"/>
                    <a:pt x="83" y="261"/>
                    <a:pt x="109" y="261"/>
                  </a:cubicBezTo>
                  <a:cubicBezTo>
                    <a:pt x="143" y="261"/>
                    <a:pt x="178" y="243"/>
                    <a:pt x="207" y="212"/>
                  </a:cubicBezTo>
                  <a:cubicBezTo>
                    <a:pt x="244" y="162"/>
                    <a:pt x="244" y="76"/>
                    <a:pt x="207" y="22"/>
                  </a:cubicBezTo>
                  <a:cubicBezTo>
                    <a:pt x="187" y="9"/>
                    <a:pt x="163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16"/>
            <p:cNvSpPr/>
            <p:nvPr/>
          </p:nvSpPr>
          <p:spPr>
            <a:xfrm>
              <a:off x="4228800" y="2818850"/>
              <a:ext cx="6500" cy="6300"/>
            </a:xfrm>
            <a:custGeom>
              <a:avLst/>
              <a:gdLst/>
              <a:ahLst/>
              <a:cxnLst/>
              <a:rect l="l" t="t" r="r" b="b"/>
              <a:pathLst>
                <a:path w="260" h="252" extrusionOk="0">
                  <a:moveTo>
                    <a:pt x="138" y="0"/>
                  </a:moveTo>
                  <a:cubicBezTo>
                    <a:pt x="105" y="0"/>
                    <a:pt x="73" y="20"/>
                    <a:pt x="54" y="49"/>
                  </a:cubicBezTo>
                  <a:cubicBezTo>
                    <a:pt x="0" y="102"/>
                    <a:pt x="0" y="185"/>
                    <a:pt x="54" y="222"/>
                  </a:cubicBezTo>
                  <a:cubicBezTo>
                    <a:pt x="68" y="242"/>
                    <a:pt x="91" y="252"/>
                    <a:pt x="116" y="252"/>
                  </a:cubicBezTo>
                  <a:cubicBezTo>
                    <a:pt x="150" y="252"/>
                    <a:pt x="187" y="234"/>
                    <a:pt x="206" y="205"/>
                  </a:cubicBezTo>
                  <a:cubicBezTo>
                    <a:pt x="260" y="152"/>
                    <a:pt x="260" y="65"/>
                    <a:pt x="206" y="32"/>
                  </a:cubicBezTo>
                  <a:cubicBezTo>
                    <a:pt x="186" y="10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16"/>
            <p:cNvSpPr/>
            <p:nvPr/>
          </p:nvSpPr>
          <p:spPr>
            <a:xfrm>
              <a:off x="3838450" y="2848400"/>
              <a:ext cx="1675" cy="2175"/>
            </a:xfrm>
            <a:custGeom>
              <a:avLst/>
              <a:gdLst/>
              <a:ahLst/>
              <a:cxnLst/>
              <a:rect l="l" t="t" r="r" b="b"/>
              <a:pathLst>
                <a:path w="67" h="87" extrusionOk="0">
                  <a:moveTo>
                    <a:pt x="1" y="0"/>
                  </a:moveTo>
                  <a:lnTo>
                    <a:pt x="1" y="87"/>
                  </a:lnTo>
                  <a:lnTo>
                    <a:pt x="67" y="87"/>
                  </a:lnTo>
                  <a:cubicBezTo>
                    <a:pt x="67" y="70"/>
                    <a:pt x="50" y="33"/>
                    <a:pt x="34" y="17"/>
                  </a:cubicBezTo>
                  <a:cubicBezTo>
                    <a:pt x="34" y="17"/>
                    <a:pt x="17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16"/>
            <p:cNvSpPr/>
            <p:nvPr/>
          </p:nvSpPr>
          <p:spPr>
            <a:xfrm>
              <a:off x="3842675" y="2753475"/>
              <a:ext cx="6125" cy="6500"/>
            </a:xfrm>
            <a:custGeom>
              <a:avLst/>
              <a:gdLst/>
              <a:ahLst/>
              <a:cxnLst/>
              <a:rect l="l" t="t" r="r" b="b"/>
              <a:pathLst>
                <a:path w="245" h="260" extrusionOk="0">
                  <a:moveTo>
                    <a:pt x="141" y="0"/>
                  </a:moveTo>
                  <a:cubicBezTo>
                    <a:pt x="87" y="0"/>
                    <a:pt x="17" y="54"/>
                    <a:pt x="1" y="120"/>
                  </a:cubicBezTo>
                  <a:cubicBezTo>
                    <a:pt x="1" y="157"/>
                    <a:pt x="1" y="190"/>
                    <a:pt x="17" y="223"/>
                  </a:cubicBezTo>
                  <a:cubicBezTo>
                    <a:pt x="38" y="243"/>
                    <a:pt x="71" y="260"/>
                    <a:pt x="87" y="260"/>
                  </a:cubicBezTo>
                  <a:cubicBezTo>
                    <a:pt x="120" y="260"/>
                    <a:pt x="157" y="260"/>
                    <a:pt x="174" y="243"/>
                  </a:cubicBezTo>
                  <a:cubicBezTo>
                    <a:pt x="207" y="223"/>
                    <a:pt x="223" y="190"/>
                    <a:pt x="223" y="157"/>
                  </a:cubicBezTo>
                  <a:cubicBezTo>
                    <a:pt x="244" y="120"/>
                    <a:pt x="223" y="87"/>
                    <a:pt x="207" y="54"/>
                  </a:cubicBezTo>
                  <a:cubicBezTo>
                    <a:pt x="207" y="54"/>
                    <a:pt x="207" y="37"/>
                    <a:pt x="190" y="37"/>
                  </a:cubicBezTo>
                  <a:cubicBezTo>
                    <a:pt x="190" y="37"/>
                    <a:pt x="190" y="17"/>
                    <a:pt x="174" y="17"/>
                  </a:cubicBezTo>
                  <a:cubicBezTo>
                    <a:pt x="174" y="17"/>
                    <a:pt x="157" y="17"/>
                    <a:pt x="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16"/>
            <p:cNvSpPr/>
            <p:nvPr/>
          </p:nvSpPr>
          <p:spPr>
            <a:xfrm>
              <a:off x="3843600" y="2771100"/>
              <a:ext cx="6025" cy="6375"/>
            </a:xfrm>
            <a:custGeom>
              <a:avLst/>
              <a:gdLst/>
              <a:ahLst/>
              <a:cxnLst/>
              <a:rect l="l" t="t" r="r" b="b"/>
              <a:pathLst>
                <a:path w="241" h="255" extrusionOk="0">
                  <a:moveTo>
                    <a:pt x="83" y="0"/>
                  </a:moveTo>
                  <a:cubicBezTo>
                    <a:pt x="50" y="17"/>
                    <a:pt x="34" y="54"/>
                    <a:pt x="17" y="70"/>
                  </a:cubicBezTo>
                  <a:cubicBezTo>
                    <a:pt x="1" y="103"/>
                    <a:pt x="1" y="136"/>
                    <a:pt x="1" y="173"/>
                  </a:cubicBezTo>
                  <a:cubicBezTo>
                    <a:pt x="17" y="206"/>
                    <a:pt x="34" y="223"/>
                    <a:pt x="50" y="239"/>
                  </a:cubicBezTo>
                  <a:cubicBezTo>
                    <a:pt x="67" y="250"/>
                    <a:pt x="84" y="255"/>
                    <a:pt x="100" y="255"/>
                  </a:cubicBezTo>
                  <a:cubicBezTo>
                    <a:pt x="115" y="255"/>
                    <a:pt x="129" y="250"/>
                    <a:pt x="137" y="239"/>
                  </a:cubicBezTo>
                  <a:cubicBezTo>
                    <a:pt x="207" y="223"/>
                    <a:pt x="240" y="136"/>
                    <a:pt x="224" y="87"/>
                  </a:cubicBezTo>
                  <a:cubicBezTo>
                    <a:pt x="224" y="54"/>
                    <a:pt x="207" y="33"/>
                    <a:pt x="186" y="17"/>
                  </a:cubicBezTo>
                  <a:cubicBezTo>
                    <a:pt x="186" y="17"/>
                    <a:pt x="170" y="17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16"/>
            <p:cNvSpPr/>
            <p:nvPr/>
          </p:nvSpPr>
          <p:spPr>
            <a:xfrm>
              <a:off x="3842275" y="27097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2" y="0"/>
                  </a:moveTo>
                  <a:cubicBezTo>
                    <a:pt x="100" y="0"/>
                    <a:pt x="64" y="19"/>
                    <a:pt x="33" y="50"/>
                  </a:cubicBezTo>
                  <a:cubicBezTo>
                    <a:pt x="0" y="99"/>
                    <a:pt x="0" y="186"/>
                    <a:pt x="33" y="239"/>
                  </a:cubicBezTo>
                  <a:cubicBezTo>
                    <a:pt x="55" y="253"/>
                    <a:pt x="80" y="261"/>
                    <a:pt x="104" y="261"/>
                  </a:cubicBezTo>
                  <a:cubicBezTo>
                    <a:pt x="141" y="261"/>
                    <a:pt x="177" y="244"/>
                    <a:pt x="206" y="202"/>
                  </a:cubicBezTo>
                  <a:cubicBezTo>
                    <a:pt x="239" y="153"/>
                    <a:pt x="239" y="8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16"/>
            <p:cNvSpPr/>
            <p:nvPr/>
          </p:nvSpPr>
          <p:spPr>
            <a:xfrm>
              <a:off x="4257550" y="282830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7" y="1"/>
                  </a:moveTo>
                  <a:cubicBezTo>
                    <a:pt x="104" y="1"/>
                    <a:pt x="73" y="19"/>
                    <a:pt x="54" y="50"/>
                  </a:cubicBezTo>
                  <a:cubicBezTo>
                    <a:pt x="0" y="99"/>
                    <a:pt x="0" y="186"/>
                    <a:pt x="54" y="219"/>
                  </a:cubicBezTo>
                  <a:cubicBezTo>
                    <a:pt x="68" y="242"/>
                    <a:pt x="89" y="252"/>
                    <a:pt x="112" y="252"/>
                  </a:cubicBezTo>
                  <a:cubicBezTo>
                    <a:pt x="143" y="252"/>
                    <a:pt x="178" y="233"/>
                    <a:pt x="207" y="202"/>
                  </a:cubicBezTo>
                  <a:cubicBezTo>
                    <a:pt x="244" y="153"/>
                    <a:pt x="244" y="66"/>
                    <a:pt x="207" y="33"/>
                  </a:cubicBezTo>
                  <a:cubicBezTo>
                    <a:pt x="186" y="11"/>
                    <a:pt x="161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16"/>
            <p:cNvSpPr/>
            <p:nvPr/>
          </p:nvSpPr>
          <p:spPr>
            <a:xfrm>
              <a:off x="3979675" y="27479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70" y="17"/>
                    <a:pt x="37" y="71"/>
                    <a:pt x="21" y="120"/>
                  </a:cubicBezTo>
                  <a:cubicBezTo>
                    <a:pt x="0" y="190"/>
                    <a:pt x="37" y="240"/>
                    <a:pt x="103" y="260"/>
                  </a:cubicBezTo>
                  <a:cubicBezTo>
                    <a:pt x="140" y="260"/>
                    <a:pt x="157" y="260"/>
                    <a:pt x="190" y="240"/>
                  </a:cubicBezTo>
                  <a:cubicBezTo>
                    <a:pt x="206" y="207"/>
                    <a:pt x="227" y="190"/>
                    <a:pt x="243" y="157"/>
                  </a:cubicBezTo>
                  <a:cubicBezTo>
                    <a:pt x="243" y="120"/>
                    <a:pt x="243" y="87"/>
                    <a:pt x="227" y="54"/>
                  </a:cubicBezTo>
                  <a:cubicBezTo>
                    <a:pt x="227" y="54"/>
                    <a:pt x="227" y="34"/>
                    <a:pt x="206" y="34"/>
                  </a:cubicBezTo>
                  <a:cubicBezTo>
                    <a:pt x="206" y="34"/>
                    <a:pt x="206" y="17"/>
                    <a:pt x="190" y="17"/>
                  </a:cubicBezTo>
                  <a:cubicBezTo>
                    <a:pt x="173" y="17"/>
                    <a:pt x="140" y="17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16"/>
            <p:cNvSpPr/>
            <p:nvPr/>
          </p:nvSpPr>
          <p:spPr>
            <a:xfrm>
              <a:off x="3944100" y="2832200"/>
              <a:ext cx="6425" cy="6500"/>
            </a:xfrm>
            <a:custGeom>
              <a:avLst/>
              <a:gdLst/>
              <a:ahLst/>
              <a:cxnLst/>
              <a:rect l="l" t="t" r="r" b="b"/>
              <a:pathLst>
                <a:path w="257" h="260" extrusionOk="0">
                  <a:moveTo>
                    <a:pt x="135" y="0"/>
                  </a:moveTo>
                  <a:cubicBezTo>
                    <a:pt x="101" y="0"/>
                    <a:pt x="69" y="18"/>
                    <a:pt x="50" y="46"/>
                  </a:cubicBezTo>
                  <a:cubicBezTo>
                    <a:pt x="1" y="100"/>
                    <a:pt x="1" y="187"/>
                    <a:pt x="50" y="236"/>
                  </a:cubicBezTo>
                  <a:cubicBezTo>
                    <a:pt x="65" y="251"/>
                    <a:pt x="91" y="259"/>
                    <a:pt x="118" y="259"/>
                  </a:cubicBezTo>
                  <a:cubicBezTo>
                    <a:pt x="151" y="259"/>
                    <a:pt x="186" y="247"/>
                    <a:pt x="207" y="220"/>
                  </a:cubicBezTo>
                  <a:cubicBezTo>
                    <a:pt x="256" y="150"/>
                    <a:pt x="256" y="84"/>
                    <a:pt x="207" y="30"/>
                  </a:cubicBezTo>
                  <a:cubicBezTo>
                    <a:pt x="184" y="9"/>
                    <a:pt x="159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16"/>
            <p:cNvSpPr/>
            <p:nvPr/>
          </p:nvSpPr>
          <p:spPr>
            <a:xfrm>
              <a:off x="3940200" y="2801275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33" y="0"/>
                  </a:moveTo>
                  <a:cubicBezTo>
                    <a:pt x="101" y="0"/>
                    <a:pt x="64" y="18"/>
                    <a:pt x="33" y="47"/>
                  </a:cubicBezTo>
                  <a:cubicBezTo>
                    <a:pt x="0" y="100"/>
                    <a:pt x="0" y="187"/>
                    <a:pt x="33" y="220"/>
                  </a:cubicBezTo>
                  <a:cubicBezTo>
                    <a:pt x="55" y="240"/>
                    <a:pt x="81" y="250"/>
                    <a:pt x="106" y="250"/>
                  </a:cubicBezTo>
                  <a:cubicBezTo>
                    <a:pt x="142" y="250"/>
                    <a:pt x="177" y="232"/>
                    <a:pt x="206" y="203"/>
                  </a:cubicBezTo>
                  <a:cubicBezTo>
                    <a:pt x="239" y="150"/>
                    <a:pt x="239" y="63"/>
                    <a:pt x="190" y="30"/>
                  </a:cubicBezTo>
                  <a:cubicBezTo>
                    <a:pt x="176" y="9"/>
                    <a:pt x="156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16"/>
            <p:cNvSpPr/>
            <p:nvPr/>
          </p:nvSpPr>
          <p:spPr>
            <a:xfrm>
              <a:off x="3940600" y="275572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38" y="0"/>
                  </a:moveTo>
                  <a:cubicBezTo>
                    <a:pt x="103" y="0"/>
                    <a:pt x="67" y="19"/>
                    <a:pt x="38" y="50"/>
                  </a:cubicBezTo>
                  <a:cubicBezTo>
                    <a:pt x="1" y="100"/>
                    <a:pt x="1" y="186"/>
                    <a:pt x="38" y="219"/>
                  </a:cubicBezTo>
                  <a:cubicBezTo>
                    <a:pt x="54" y="236"/>
                    <a:pt x="71" y="257"/>
                    <a:pt x="87" y="257"/>
                  </a:cubicBezTo>
                  <a:cubicBezTo>
                    <a:pt x="120" y="257"/>
                    <a:pt x="174" y="257"/>
                    <a:pt x="207" y="203"/>
                  </a:cubicBezTo>
                  <a:cubicBezTo>
                    <a:pt x="244" y="170"/>
                    <a:pt x="244" y="116"/>
                    <a:pt x="223" y="67"/>
                  </a:cubicBezTo>
                  <a:cubicBezTo>
                    <a:pt x="223" y="50"/>
                    <a:pt x="207" y="30"/>
                    <a:pt x="207" y="30"/>
                  </a:cubicBezTo>
                  <a:cubicBezTo>
                    <a:pt x="186" y="9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16"/>
            <p:cNvSpPr/>
            <p:nvPr/>
          </p:nvSpPr>
          <p:spPr>
            <a:xfrm>
              <a:off x="3925150" y="2796950"/>
              <a:ext cx="6500" cy="6325"/>
            </a:xfrm>
            <a:custGeom>
              <a:avLst/>
              <a:gdLst/>
              <a:ahLst/>
              <a:cxnLst/>
              <a:rect l="l" t="t" r="r" b="b"/>
              <a:pathLst>
                <a:path w="260" h="253" extrusionOk="0">
                  <a:moveTo>
                    <a:pt x="151" y="0"/>
                  </a:moveTo>
                  <a:cubicBezTo>
                    <a:pt x="119" y="0"/>
                    <a:pt x="83" y="19"/>
                    <a:pt x="54" y="51"/>
                  </a:cubicBezTo>
                  <a:cubicBezTo>
                    <a:pt x="0" y="100"/>
                    <a:pt x="0" y="187"/>
                    <a:pt x="54" y="220"/>
                  </a:cubicBezTo>
                  <a:cubicBezTo>
                    <a:pt x="75" y="242"/>
                    <a:pt x="99" y="252"/>
                    <a:pt x="124" y="252"/>
                  </a:cubicBezTo>
                  <a:cubicBezTo>
                    <a:pt x="156" y="252"/>
                    <a:pt x="187" y="234"/>
                    <a:pt x="206" y="203"/>
                  </a:cubicBezTo>
                  <a:cubicBezTo>
                    <a:pt x="260" y="154"/>
                    <a:pt x="260" y="67"/>
                    <a:pt x="206" y="30"/>
                  </a:cubicBezTo>
                  <a:cubicBezTo>
                    <a:pt x="193" y="10"/>
                    <a:pt x="173" y="0"/>
                    <a:pt x="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16"/>
            <p:cNvSpPr/>
            <p:nvPr/>
          </p:nvSpPr>
          <p:spPr>
            <a:xfrm>
              <a:off x="3921750" y="27371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1"/>
                  </a:moveTo>
                  <a:cubicBezTo>
                    <a:pt x="120" y="1"/>
                    <a:pt x="87" y="1"/>
                    <a:pt x="70" y="17"/>
                  </a:cubicBezTo>
                  <a:cubicBezTo>
                    <a:pt x="33" y="50"/>
                    <a:pt x="17" y="71"/>
                    <a:pt x="17" y="104"/>
                  </a:cubicBezTo>
                  <a:cubicBezTo>
                    <a:pt x="0" y="137"/>
                    <a:pt x="17" y="174"/>
                    <a:pt x="33" y="207"/>
                  </a:cubicBezTo>
                  <a:cubicBezTo>
                    <a:pt x="50" y="223"/>
                    <a:pt x="70" y="240"/>
                    <a:pt x="103" y="256"/>
                  </a:cubicBezTo>
                  <a:cubicBezTo>
                    <a:pt x="153" y="256"/>
                    <a:pt x="223" y="223"/>
                    <a:pt x="239" y="137"/>
                  </a:cubicBezTo>
                  <a:cubicBezTo>
                    <a:pt x="239" y="120"/>
                    <a:pt x="239" y="87"/>
                    <a:pt x="223" y="50"/>
                  </a:cubicBezTo>
                  <a:cubicBezTo>
                    <a:pt x="223" y="34"/>
                    <a:pt x="206" y="34"/>
                    <a:pt x="206" y="34"/>
                  </a:cubicBezTo>
                  <a:cubicBezTo>
                    <a:pt x="190" y="17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16"/>
            <p:cNvSpPr/>
            <p:nvPr/>
          </p:nvSpPr>
          <p:spPr>
            <a:xfrm>
              <a:off x="3919975" y="2781475"/>
              <a:ext cx="6125" cy="6450"/>
            </a:xfrm>
            <a:custGeom>
              <a:avLst/>
              <a:gdLst/>
              <a:ahLst/>
              <a:cxnLst/>
              <a:rect l="l" t="t" r="r" b="b"/>
              <a:pathLst>
                <a:path w="245" h="258" extrusionOk="0">
                  <a:moveTo>
                    <a:pt x="139" y="1"/>
                  </a:moveTo>
                  <a:cubicBezTo>
                    <a:pt x="106" y="1"/>
                    <a:pt x="74" y="20"/>
                    <a:pt x="55" y="51"/>
                  </a:cubicBezTo>
                  <a:cubicBezTo>
                    <a:pt x="1" y="101"/>
                    <a:pt x="1" y="187"/>
                    <a:pt x="55" y="220"/>
                  </a:cubicBezTo>
                  <a:cubicBezTo>
                    <a:pt x="71" y="237"/>
                    <a:pt x="71" y="257"/>
                    <a:pt x="88" y="257"/>
                  </a:cubicBezTo>
                  <a:cubicBezTo>
                    <a:pt x="141" y="257"/>
                    <a:pt x="174" y="257"/>
                    <a:pt x="207" y="204"/>
                  </a:cubicBezTo>
                  <a:cubicBezTo>
                    <a:pt x="244" y="171"/>
                    <a:pt x="244" y="117"/>
                    <a:pt x="244" y="68"/>
                  </a:cubicBezTo>
                  <a:cubicBezTo>
                    <a:pt x="224" y="51"/>
                    <a:pt x="224" y="51"/>
                    <a:pt x="207" y="30"/>
                  </a:cubicBezTo>
                  <a:cubicBezTo>
                    <a:pt x="187" y="10"/>
                    <a:pt x="163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16"/>
            <p:cNvSpPr/>
            <p:nvPr/>
          </p:nvSpPr>
          <p:spPr>
            <a:xfrm>
              <a:off x="3914825" y="2829875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36" y="0"/>
                  </a:moveTo>
                  <a:cubicBezTo>
                    <a:pt x="87" y="0"/>
                    <a:pt x="35" y="46"/>
                    <a:pt x="17" y="106"/>
                  </a:cubicBezTo>
                  <a:cubicBezTo>
                    <a:pt x="1" y="177"/>
                    <a:pt x="38" y="243"/>
                    <a:pt x="104" y="259"/>
                  </a:cubicBezTo>
                  <a:cubicBezTo>
                    <a:pt x="120" y="259"/>
                    <a:pt x="157" y="259"/>
                    <a:pt x="190" y="226"/>
                  </a:cubicBezTo>
                  <a:cubicBezTo>
                    <a:pt x="207" y="210"/>
                    <a:pt x="223" y="193"/>
                    <a:pt x="244" y="156"/>
                  </a:cubicBezTo>
                  <a:cubicBezTo>
                    <a:pt x="244" y="123"/>
                    <a:pt x="244" y="90"/>
                    <a:pt x="223" y="53"/>
                  </a:cubicBezTo>
                  <a:cubicBezTo>
                    <a:pt x="223" y="36"/>
                    <a:pt x="207" y="36"/>
                    <a:pt x="207" y="36"/>
                  </a:cubicBezTo>
                  <a:cubicBezTo>
                    <a:pt x="190" y="20"/>
                    <a:pt x="174" y="3"/>
                    <a:pt x="157" y="3"/>
                  </a:cubicBezTo>
                  <a:cubicBezTo>
                    <a:pt x="150" y="1"/>
                    <a:pt x="143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16"/>
            <p:cNvSpPr/>
            <p:nvPr/>
          </p:nvSpPr>
          <p:spPr>
            <a:xfrm>
              <a:off x="3942350" y="28166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1"/>
                  </a:moveTo>
                  <a:cubicBezTo>
                    <a:pt x="87" y="1"/>
                    <a:pt x="34" y="34"/>
                    <a:pt x="17" y="120"/>
                  </a:cubicBezTo>
                  <a:cubicBezTo>
                    <a:pt x="1" y="137"/>
                    <a:pt x="1" y="170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96" y="258"/>
                    <a:pt x="104" y="259"/>
                    <a:pt x="112" y="259"/>
                  </a:cubicBezTo>
                  <a:cubicBezTo>
                    <a:pt x="167" y="259"/>
                    <a:pt x="209" y="214"/>
                    <a:pt x="223" y="153"/>
                  </a:cubicBezTo>
                  <a:cubicBezTo>
                    <a:pt x="240" y="120"/>
                    <a:pt x="240" y="87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16"/>
            <p:cNvSpPr/>
            <p:nvPr/>
          </p:nvSpPr>
          <p:spPr>
            <a:xfrm>
              <a:off x="3927725" y="28132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5" y="1"/>
                  </a:moveTo>
                  <a:cubicBezTo>
                    <a:pt x="101" y="1"/>
                    <a:pt x="66" y="19"/>
                    <a:pt x="37" y="50"/>
                  </a:cubicBezTo>
                  <a:cubicBezTo>
                    <a:pt x="0" y="99"/>
                    <a:pt x="0" y="186"/>
                    <a:pt x="37" y="240"/>
                  </a:cubicBezTo>
                  <a:cubicBezTo>
                    <a:pt x="57" y="253"/>
                    <a:pt x="81" y="261"/>
                    <a:pt x="105" y="261"/>
                  </a:cubicBezTo>
                  <a:cubicBezTo>
                    <a:pt x="140" y="261"/>
                    <a:pt x="177" y="244"/>
                    <a:pt x="206" y="203"/>
                  </a:cubicBezTo>
                  <a:cubicBezTo>
                    <a:pt x="243" y="153"/>
                    <a:pt x="243" y="83"/>
                    <a:pt x="206" y="33"/>
                  </a:cubicBezTo>
                  <a:cubicBezTo>
                    <a:pt x="185" y="11"/>
                    <a:pt x="161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16"/>
            <p:cNvSpPr/>
            <p:nvPr/>
          </p:nvSpPr>
          <p:spPr>
            <a:xfrm>
              <a:off x="3927725" y="27523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7" y="46"/>
                    <a:pt x="0" y="116"/>
                    <a:pt x="17" y="186"/>
                  </a:cubicBezTo>
                  <a:cubicBezTo>
                    <a:pt x="17" y="219"/>
                    <a:pt x="37" y="236"/>
                    <a:pt x="70" y="252"/>
                  </a:cubicBezTo>
                  <a:cubicBezTo>
                    <a:pt x="79" y="261"/>
                    <a:pt x="91" y="265"/>
                    <a:pt x="106" y="265"/>
                  </a:cubicBezTo>
                  <a:cubicBezTo>
                    <a:pt x="121" y="265"/>
                    <a:pt x="138" y="261"/>
                    <a:pt x="157" y="252"/>
                  </a:cubicBezTo>
                  <a:cubicBezTo>
                    <a:pt x="190" y="236"/>
                    <a:pt x="206" y="219"/>
                    <a:pt x="223" y="186"/>
                  </a:cubicBezTo>
                  <a:cubicBezTo>
                    <a:pt x="243" y="149"/>
                    <a:pt x="243" y="116"/>
                    <a:pt x="223" y="83"/>
                  </a:cubicBezTo>
                  <a:cubicBezTo>
                    <a:pt x="223" y="63"/>
                    <a:pt x="223" y="46"/>
                    <a:pt x="206" y="30"/>
                  </a:cubicBezTo>
                  <a:cubicBezTo>
                    <a:pt x="190" y="30"/>
                    <a:pt x="190" y="30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16"/>
            <p:cNvSpPr/>
            <p:nvPr/>
          </p:nvSpPr>
          <p:spPr>
            <a:xfrm>
              <a:off x="3929875" y="2829875"/>
              <a:ext cx="5600" cy="6475"/>
            </a:xfrm>
            <a:custGeom>
              <a:avLst/>
              <a:gdLst/>
              <a:ahLst/>
              <a:cxnLst/>
              <a:rect l="l" t="t" r="r" b="b"/>
              <a:pathLst>
                <a:path w="224" h="259" extrusionOk="0">
                  <a:moveTo>
                    <a:pt x="117" y="0"/>
                  </a:moveTo>
                  <a:cubicBezTo>
                    <a:pt x="70" y="0"/>
                    <a:pt x="15" y="46"/>
                    <a:pt x="1" y="106"/>
                  </a:cubicBezTo>
                  <a:cubicBezTo>
                    <a:pt x="1" y="139"/>
                    <a:pt x="1" y="177"/>
                    <a:pt x="17" y="210"/>
                  </a:cubicBezTo>
                  <a:cubicBezTo>
                    <a:pt x="34" y="226"/>
                    <a:pt x="54" y="243"/>
                    <a:pt x="87" y="259"/>
                  </a:cubicBezTo>
                  <a:cubicBezTo>
                    <a:pt x="137" y="259"/>
                    <a:pt x="207" y="226"/>
                    <a:pt x="223" y="139"/>
                  </a:cubicBezTo>
                  <a:cubicBezTo>
                    <a:pt x="223" y="123"/>
                    <a:pt x="223" y="90"/>
                    <a:pt x="207" y="53"/>
                  </a:cubicBezTo>
                  <a:cubicBezTo>
                    <a:pt x="207" y="36"/>
                    <a:pt x="207" y="36"/>
                    <a:pt x="190" y="36"/>
                  </a:cubicBezTo>
                  <a:cubicBezTo>
                    <a:pt x="174" y="20"/>
                    <a:pt x="157" y="3"/>
                    <a:pt x="137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16"/>
            <p:cNvSpPr/>
            <p:nvPr/>
          </p:nvSpPr>
          <p:spPr>
            <a:xfrm>
              <a:off x="3932875" y="27675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34" y="1"/>
                  </a:moveTo>
                  <a:cubicBezTo>
                    <a:pt x="102" y="1"/>
                    <a:pt x="66" y="17"/>
                    <a:pt x="37" y="56"/>
                  </a:cubicBezTo>
                  <a:cubicBezTo>
                    <a:pt x="17" y="72"/>
                    <a:pt x="17" y="93"/>
                    <a:pt x="17" y="109"/>
                  </a:cubicBezTo>
                  <a:cubicBezTo>
                    <a:pt x="0" y="142"/>
                    <a:pt x="0" y="196"/>
                    <a:pt x="37" y="229"/>
                  </a:cubicBezTo>
                  <a:cubicBezTo>
                    <a:pt x="57" y="248"/>
                    <a:pt x="82" y="256"/>
                    <a:pt x="107" y="256"/>
                  </a:cubicBezTo>
                  <a:cubicBezTo>
                    <a:pt x="124" y="256"/>
                    <a:pt x="142" y="252"/>
                    <a:pt x="157" y="245"/>
                  </a:cubicBezTo>
                  <a:cubicBezTo>
                    <a:pt x="173" y="245"/>
                    <a:pt x="190" y="229"/>
                    <a:pt x="190" y="212"/>
                  </a:cubicBezTo>
                  <a:cubicBezTo>
                    <a:pt x="244" y="159"/>
                    <a:pt x="244" y="72"/>
                    <a:pt x="190" y="23"/>
                  </a:cubicBezTo>
                  <a:cubicBezTo>
                    <a:pt x="176" y="9"/>
                    <a:pt x="15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16"/>
            <p:cNvSpPr/>
            <p:nvPr/>
          </p:nvSpPr>
          <p:spPr>
            <a:xfrm>
              <a:off x="3947100" y="2771325"/>
              <a:ext cx="5575" cy="6350"/>
            </a:xfrm>
            <a:custGeom>
              <a:avLst/>
              <a:gdLst/>
              <a:ahLst/>
              <a:cxnLst/>
              <a:rect l="l" t="t" r="r" b="b"/>
              <a:pathLst>
                <a:path w="223" h="254" extrusionOk="0">
                  <a:moveTo>
                    <a:pt x="111" y="1"/>
                  </a:moveTo>
                  <a:cubicBezTo>
                    <a:pt x="92" y="1"/>
                    <a:pt x="76" y="13"/>
                    <a:pt x="50" y="24"/>
                  </a:cubicBezTo>
                  <a:cubicBezTo>
                    <a:pt x="33" y="45"/>
                    <a:pt x="17" y="78"/>
                    <a:pt x="0" y="111"/>
                  </a:cubicBezTo>
                  <a:cubicBezTo>
                    <a:pt x="0" y="148"/>
                    <a:pt x="0" y="181"/>
                    <a:pt x="17" y="197"/>
                  </a:cubicBezTo>
                  <a:cubicBezTo>
                    <a:pt x="33" y="230"/>
                    <a:pt x="50" y="251"/>
                    <a:pt x="87" y="251"/>
                  </a:cubicBezTo>
                  <a:cubicBezTo>
                    <a:pt x="93" y="253"/>
                    <a:pt x="99" y="254"/>
                    <a:pt x="106" y="254"/>
                  </a:cubicBezTo>
                  <a:cubicBezTo>
                    <a:pt x="153" y="254"/>
                    <a:pt x="208" y="206"/>
                    <a:pt x="223" y="148"/>
                  </a:cubicBezTo>
                  <a:cubicBezTo>
                    <a:pt x="223" y="111"/>
                    <a:pt x="223" y="78"/>
                    <a:pt x="206" y="45"/>
                  </a:cubicBezTo>
                  <a:lnTo>
                    <a:pt x="190" y="24"/>
                  </a:lnTo>
                  <a:cubicBezTo>
                    <a:pt x="169" y="8"/>
                    <a:pt x="153" y="8"/>
                    <a:pt x="136" y="8"/>
                  </a:cubicBez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16"/>
            <p:cNvSpPr/>
            <p:nvPr/>
          </p:nvSpPr>
          <p:spPr>
            <a:xfrm>
              <a:off x="3939375" y="27405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87" y="1"/>
                    <a:pt x="33" y="54"/>
                    <a:pt x="17" y="120"/>
                  </a:cubicBezTo>
                  <a:cubicBezTo>
                    <a:pt x="0" y="158"/>
                    <a:pt x="0" y="190"/>
                    <a:pt x="17" y="207"/>
                  </a:cubicBezTo>
                  <a:cubicBezTo>
                    <a:pt x="33" y="244"/>
                    <a:pt x="66" y="261"/>
                    <a:pt x="87" y="261"/>
                  </a:cubicBezTo>
                  <a:cubicBezTo>
                    <a:pt x="120" y="261"/>
                    <a:pt x="153" y="261"/>
                    <a:pt x="169" y="244"/>
                  </a:cubicBezTo>
                  <a:cubicBezTo>
                    <a:pt x="206" y="207"/>
                    <a:pt x="223" y="190"/>
                    <a:pt x="223" y="158"/>
                  </a:cubicBezTo>
                  <a:cubicBezTo>
                    <a:pt x="239" y="120"/>
                    <a:pt x="239" y="87"/>
                    <a:pt x="223" y="54"/>
                  </a:cubicBezTo>
                  <a:cubicBezTo>
                    <a:pt x="206" y="54"/>
                    <a:pt x="206" y="38"/>
                    <a:pt x="206" y="38"/>
                  </a:cubicBezTo>
                  <a:cubicBezTo>
                    <a:pt x="190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16"/>
            <p:cNvSpPr/>
            <p:nvPr/>
          </p:nvSpPr>
          <p:spPr>
            <a:xfrm>
              <a:off x="3934625" y="2784500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9" y="0"/>
                  </a:moveTo>
                  <a:cubicBezTo>
                    <a:pt x="124" y="0"/>
                    <a:pt x="112" y="4"/>
                    <a:pt x="103" y="13"/>
                  </a:cubicBezTo>
                  <a:cubicBezTo>
                    <a:pt x="33" y="33"/>
                    <a:pt x="0" y="99"/>
                    <a:pt x="17" y="169"/>
                  </a:cubicBezTo>
                  <a:cubicBezTo>
                    <a:pt x="33" y="202"/>
                    <a:pt x="50" y="239"/>
                    <a:pt x="71" y="239"/>
                  </a:cubicBezTo>
                  <a:cubicBezTo>
                    <a:pt x="87" y="248"/>
                    <a:pt x="103" y="252"/>
                    <a:pt x="118" y="252"/>
                  </a:cubicBezTo>
                  <a:cubicBezTo>
                    <a:pt x="132" y="252"/>
                    <a:pt x="145" y="248"/>
                    <a:pt x="153" y="239"/>
                  </a:cubicBezTo>
                  <a:cubicBezTo>
                    <a:pt x="190" y="239"/>
                    <a:pt x="207" y="202"/>
                    <a:pt x="223" y="169"/>
                  </a:cubicBezTo>
                  <a:cubicBezTo>
                    <a:pt x="240" y="153"/>
                    <a:pt x="240" y="116"/>
                    <a:pt x="240" y="83"/>
                  </a:cubicBezTo>
                  <a:cubicBezTo>
                    <a:pt x="223" y="66"/>
                    <a:pt x="223" y="33"/>
                    <a:pt x="207" y="33"/>
                  </a:cubicBezTo>
                  <a:cubicBezTo>
                    <a:pt x="207" y="13"/>
                    <a:pt x="190" y="13"/>
                    <a:pt x="190" y="13"/>
                  </a:cubicBezTo>
                  <a:cubicBezTo>
                    <a:pt x="172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16"/>
            <p:cNvSpPr/>
            <p:nvPr/>
          </p:nvSpPr>
          <p:spPr>
            <a:xfrm>
              <a:off x="4040275" y="2741925"/>
              <a:ext cx="5600" cy="6000"/>
            </a:xfrm>
            <a:custGeom>
              <a:avLst/>
              <a:gdLst/>
              <a:ahLst/>
              <a:cxnLst/>
              <a:rect l="l" t="t" r="r" b="b"/>
              <a:pathLst>
                <a:path w="224" h="240" extrusionOk="0">
                  <a:moveTo>
                    <a:pt x="190" y="0"/>
                  </a:moveTo>
                  <a:cubicBezTo>
                    <a:pt x="174" y="0"/>
                    <a:pt x="153" y="17"/>
                    <a:pt x="136" y="17"/>
                  </a:cubicBezTo>
                  <a:cubicBezTo>
                    <a:pt x="87" y="33"/>
                    <a:pt x="50" y="50"/>
                    <a:pt x="17" y="50"/>
                  </a:cubicBezTo>
                  <a:cubicBezTo>
                    <a:pt x="0" y="66"/>
                    <a:pt x="0" y="66"/>
                    <a:pt x="0" y="87"/>
                  </a:cubicBezTo>
                  <a:cubicBezTo>
                    <a:pt x="0" y="120"/>
                    <a:pt x="0" y="153"/>
                    <a:pt x="17" y="190"/>
                  </a:cubicBezTo>
                  <a:cubicBezTo>
                    <a:pt x="33" y="207"/>
                    <a:pt x="50" y="223"/>
                    <a:pt x="87" y="240"/>
                  </a:cubicBezTo>
                  <a:cubicBezTo>
                    <a:pt x="136" y="240"/>
                    <a:pt x="207" y="190"/>
                    <a:pt x="223" y="120"/>
                  </a:cubicBezTo>
                  <a:cubicBezTo>
                    <a:pt x="223" y="87"/>
                    <a:pt x="223" y="50"/>
                    <a:pt x="207" y="33"/>
                  </a:cubicBezTo>
                  <a:cubicBezTo>
                    <a:pt x="207" y="17"/>
                    <a:pt x="207" y="17"/>
                    <a:pt x="1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16"/>
            <p:cNvSpPr/>
            <p:nvPr/>
          </p:nvSpPr>
          <p:spPr>
            <a:xfrm>
              <a:off x="4201775" y="2833050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34" y="0"/>
                  </a:moveTo>
                  <a:cubicBezTo>
                    <a:pt x="120" y="0"/>
                    <a:pt x="102" y="4"/>
                    <a:pt x="83" y="12"/>
                  </a:cubicBezTo>
                  <a:cubicBezTo>
                    <a:pt x="67" y="12"/>
                    <a:pt x="34" y="50"/>
                    <a:pt x="17" y="83"/>
                  </a:cubicBezTo>
                  <a:cubicBezTo>
                    <a:pt x="17" y="99"/>
                    <a:pt x="1" y="132"/>
                    <a:pt x="17" y="169"/>
                  </a:cubicBezTo>
                  <a:cubicBezTo>
                    <a:pt x="17" y="202"/>
                    <a:pt x="34" y="235"/>
                    <a:pt x="67" y="235"/>
                  </a:cubicBezTo>
                  <a:cubicBezTo>
                    <a:pt x="83" y="256"/>
                    <a:pt x="121" y="256"/>
                    <a:pt x="154" y="256"/>
                  </a:cubicBezTo>
                  <a:cubicBezTo>
                    <a:pt x="207" y="219"/>
                    <a:pt x="240" y="153"/>
                    <a:pt x="224" y="83"/>
                  </a:cubicBezTo>
                  <a:cubicBezTo>
                    <a:pt x="224" y="66"/>
                    <a:pt x="224" y="50"/>
                    <a:pt x="207" y="29"/>
                  </a:cubicBezTo>
                  <a:cubicBezTo>
                    <a:pt x="187" y="12"/>
                    <a:pt x="187" y="12"/>
                    <a:pt x="170" y="12"/>
                  </a:cubicBezTo>
                  <a:cubicBezTo>
                    <a:pt x="162" y="4"/>
                    <a:pt x="149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16"/>
            <p:cNvSpPr/>
            <p:nvPr/>
          </p:nvSpPr>
          <p:spPr>
            <a:xfrm>
              <a:off x="4104700" y="282787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2" y="0"/>
                  </a:moveTo>
                  <a:cubicBezTo>
                    <a:pt x="100" y="0"/>
                    <a:pt x="65" y="19"/>
                    <a:pt x="33" y="50"/>
                  </a:cubicBezTo>
                  <a:cubicBezTo>
                    <a:pt x="0" y="100"/>
                    <a:pt x="0" y="186"/>
                    <a:pt x="33" y="219"/>
                  </a:cubicBezTo>
                  <a:cubicBezTo>
                    <a:pt x="56" y="242"/>
                    <a:pt x="81" y="252"/>
                    <a:pt x="106" y="252"/>
                  </a:cubicBezTo>
                  <a:cubicBezTo>
                    <a:pt x="141" y="252"/>
                    <a:pt x="176" y="234"/>
                    <a:pt x="206" y="203"/>
                  </a:cubicBezTo>
                  <a:cubicBezTo>
                    <a:pt x="239" y="153"/>
                    <a:pt x="239" y="67"/>
                    <a:pt x="190" y="30"/>
                  </a:cubicBezTo>
                  <a:cubicBezTo>
                    <a:pt x="175" y="9"/>
                    <a:pt x="154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16"/>
            <p:cNvSpPr/>
            <p:nvPr/>
          </p:nvSpPr>
          <p:spPr>
            <a:xfrm>
              <a:off x="4099125" y="2812400"/>
              <a:ext cx="6425" cy="6600"/>
            </a:xfrm>
            <a:custGeom>
              <a:avLst/>
              <a:gdLst/>
              <a:ahLst/>
              <a:cxnLst/>
              <a:rect l="l" t="t" r="r" b="b"/>
              <a:pathLst>
                <a:path w="257" h="264" extrusionOk="0">
                  <a:moveTo>
                    <a:pt x="144" y="1"/>
                  </a:moveTo>
                  <a:cubicBezTo>
                    <a:pt x="109" y="1"/>
                    <a:pt x="72" y="19"/>
                    <a:pt x="50" y="51"/>
                  </a:cubicBezTo>
                  <a:cubicBezTo>
                    <a:pt x="1" y="100"/>
                    <a:pt x="1" y="187"/>
                    <a:pt x="50" y="237"/>
                  </a:cubicBezTo>
                  <a:cubicBezTo>
                    <a:pt x="67" y="237"/>
                    <a:pt x="87" y="257"/>
                    <a:pt x="104" y="257"/>
                  </a:cubicBezTo>
                  <a:cubicBezTo>
                    <a:pt x="112" y="261"/>
                    <a:pt x="121" y="263"/>
                    <a:pt x="131" y="263"/>
                  </a:cubicBezTo>
                  <a:cubicBezTo>
                    <a:pt x="161" y="263"/>
                    <a:pt x="194" y="244"/>
                    <a:pt x="207" y="204"/>
                  </a:cubicBezTo>
                  <a:cubicBezTo>
                    <a:pt x="240" y="171"/>
                    <a:pt x="256" y="117"/>
                    <a:pt x="240" y="84"/>
                  </a:cubicBezTo>
                  <a:cubicBezTo>
                    <a:pt x="223" y="67"/>
                    <a:pt x="223" y="51"/>
                    <a:pt x="207" y="30"/>
                  </a:cubicBezTo>
                  <a:cubicBezTo>
                    <a:pt x="191" y="10"/>
                    <a:pt x="168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16"/>
            <p:cNvSpPr/>
            <p:nvPr/>
          </p:nvSpPr>
          <p:spPr>
            <a:xfrm>
              <a:off x="4114600" y="2705925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35" y="1"/>
                  </a:moveTo>
                  <a:cubicBezTo>
                    <a:pt x="102" y="1"/>
                    <a:pt x="71" y="18"/>
                    <a:pt x="49" y="47"/>
                  </a:cubicBezTo>
                  <a:cubicBezTo>
                    <a:pt x="0" y="100"/>
                    <a:pt x="0" y="187"/>
                    <a:pt x="49" y="220"/>
                  </a:cubicBezTo>
                  <a:cubicBezTo>
                    <a:pt x="67" y="243"/>
                    <a:pt x="94" y="255"/>
                    <a:pt x="121" y="255"/>
                  </a:cubicBezTo>
                  <a:cubicBezTo>
                    <a:pt x="153" y="255"/>
                    <a:pt x="186" y="239"/>
                    <a:pt x="206" y="204"/>
                  </a:cubicBezTo>
                  <a:cubicBezTo>
                    <a:pt x="256" y="150"/>
                    <a:pt x="256" y="63"/>
                    <a:pt x="206" y="30"/>
                  </a:cubicBezTo>
                  <a:cubicBezTo>
                    <a:pt x="184" y="10"/>
                    <a:pt x="159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16"/>
            <p:cNvSpPr/>
            <p:nvPr/>
          </p:nvSpPr>
          <p:spPr>
            <a:xfrm>
              <a:off x="4101700" y="27224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4" y="0"/>
                  </a:moveTo>
                  <a:cubicBezTo>
                    <a:pt x="87" y="0"/>
                    <a:pt x="32" y="49"/>
                    <a:pt x="17" y="106"/>
                  </a:cubicBezTo>
                  <a:cubicBezTo>
                    <a:pt x="1" y="176"/>
                    <a:pt x="34" y="247"/>
                    <a:pt x="104" y="263"/>
                  </a:cubicBezTo>
                  <a:cubicBezTo>
                    <a:pt x="137" y="263"/>
                    <a:pt x="153" y="247"/>
                    <a:pt x="190" y="226"/>
                  </a:cubicBezTo>
                  <a:cubicBezTo>
                    <a:pt x="223" y="209"/>
                    <a:pt x="240" y="176"/>
                    <a:pt x="240" y="144"/>
                  </a:cubicBezTo>
                  <a:cubicBezTo>
                    <a:pt x="240" y="106"/>
                    <a:pt x="240" y="73"/>
                    <a:pt x="223" y="57"/>
                  </a:cubicBezTo>
                  <a:cubicBezTo>
                    <a:pt x="223" y="40"/>
                    <a:pt x="223" y="40"/>
                    <a:pt x="207" y="20"/>
                  </a:cubicBezTo>
                  <a:cubicBezTo>
                    <a:pt x="190" y="20"/>
                    <a:pt x="170" y="3"/>
                    <a:pt x="153" y="3"/>
                  </a:cubicBezTo>
                  <a:cubicBezTo>
                    <a:pt x="147" y="1"/>
                    <a:pt x="141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16"/>
            <p:cNvSpPr/>
            <p:nvPr/>
          </p:nvSpPr>
          <p:spPr>
            <a:xfrm>
              <a:off x="4110675" y="2737600"/>
              <a:ext cx="6525" cy="6375"/>
            </a:xfrm>
            <a:custGeom>
              <a:avLst/>
              <a:gdLst/>
              <a:ahLst/>
              <a:cxnLst/>
              <a:rect l="l" t="t" r="r" b="b"/>
              <a:pathLst>
                <a:path w="261" h="255" extrusionOk="0">
                  <a:moveTo>
                    <a:pt x="103" y="0"/>
                  </a:moveTo>
                  <a:cubicBezTo>
                    <a:pt x="37" y="33"/>
                    <a:pt x="0" y="103"/>
                    <a:pt x="17" y="173"/>
                  </a:cubicBezTo>
                  <a:cubicBezTo>
                    <a:pt x="17" y="206"/>
                    <a:pt x="37" y="223"/>
                    <a:pt x="70" y="239"/>
                  </a:cubicBezTo>
                  <a:cubicBezTo>
                    <a:pt x="87" y="250"/>
                    <a:pt x="99" y="255"/>
                    <a:pt x="112" y="255"/>
                  </a:cubicBezTo>
                  <a:cubicBezTo>
                    <a:pt x="125" y="255"/>
                    <a:pt x="138" y="250"/>
                    <a:pt x="157" y="239"/>
                  </a:cubicBezTo>
                  <a:cubicBezTo>
                    <a:pt x="223" y="223"/>
                    <a:pt x="260" y="136"/>
                    <a:pt x="244" y="87"/>
                  </a:cubicBezTo>
                  <a:cubicBezTo>
                    <a:pt x="223" y="54"/>
                    <a:pt x="223" y="33"/>
                    <a:pt x="206" y="33"/>
                  </a:cubicBezTo>
                  <a:lnTo>
                    <a:pt x="190" y="17"/>
                  </a:lnTo>
                  <a:cubicBezTo>
                    <a:pt x="157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16"/>
            <p:cNvSpPr/>
            <p:nvPr/>
          </p:nvSpPr>
          <p:spPr>
            <a:xfrm>
              <a:off x="4106850" y="2783575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04" y="0"/>
                  </a:moveTo>
                  <a:cubicBezTo>
                    <a:pt x="34" y="33"/>
                    <a:pt x="1" y="103"/>
                    <a:pt x="17" y="173"/>
                  </a:cubicBezTo>
                  <a:cubicBezTo>
                    <a:pt x="17" y="206"/>
                    <a:pt x="50" y="223"/>
                    <a:pt x="67" y="239"/>
                  </a:cubicBezTo>
                  <a:cubicBezTo>
                    <a:pt x="85" y="247"/>
                    <a:pt x="99" y="252"/>
                    <a:pt x="112" y="252"/>
                  </a:cubicBezTo>
                  <a:cubicBezTo>
                    <a:pt x="124" y="252"/>
                    <a:pt x="137" y="247"/>
                    <a:pt x="153" y="239"/>
                  </a:cubicBezTo>
                  <a:cubicBezTo>
                    <a:pt x="190" y="223"/>
                    <a:pt x="207" y="206"/>
                    <a:pt x="223" y="173"/>
                  </a:cubicBezTo>
                  <a:cubicBezTo>
                    <a:pt x="240" y="136"/>
                    <a:pt x="240" y="103"/>
                    <a:pt x="240" y="70"/>
                  </a:cubicBezTo>
                  <a:cubicBezTo>
                    <a:pt x="223" y="50"/>
                    <a:pt x="223" y="33"/>
                    <a:pt x="207" y="17"/>
                  </a:cubicBezTo>
                  <a:cubicBezTo>
                    <a:pt x="207" y="17"/>
                    <a:pt x="190" y="17"/>
                    <a:pt x="1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16"/>
            <p:cNvSpPr/>
            <p:nvPr/>
          </p:nvSpPr>
          <p:spPr>
            <a:xfrm>
              <a:off x="4063050" y="2730700"/>
              <a:ext cx="5600" cy="6100"/>
            </a:xfrm>
            <a:custGeom>
              <a:avLst/>
              <a:gdLst/>
              <a:ahLst/>
              <a:cxnLst/>
              <a:rect l="l" t="t" r="r" b="b"/>
              <a:pathLst>
                <a:path w="224" h="244" extrusionOk="0">
                  <a:moveTo>
                    <a:pt x="190" y="0"/>
                  </a:moveTo>
                  <a:cubicBezTo>
                    <a:pt x="120" y="54"/>
                    <a:pt x="50" y="87"/>
                    <a:pt x="1" y="124"/>
                  </a:cubicBezTo>
                  <a:cubicBezTo>
                    <a:pt x="1" y="157"/>
                    <a:pt x="1" y="190"/>
                    <a:pt x="34" y="206"/>
                  </a:cubicBezTo>
                  <a:cubicBezTo>
                    <a:pt x="34" y="227"/>
                    <a:pt x="50" y="227"/>
                    <a:pt x="67" y="243"/>
                  </a:cubicBezTo>
                  <a:cubicBezTo>
                    <a:pt x="104" y="243"/>
                    <a:pt x="153" y="227"/>
                    <a:pt x="190" y="190"/>
                  </a:cubicBezTo>
                  <a:cubicBezTo>
                    <a:pt x="223" y="157"/>
                    <a:pt x="223" y="103"/>
                    <a:pt x="207" y="54"/>
                  </a:cubicBezTo>
                  <a:cubicBezTo>
                    <a:pt x="207" y="37"/>
                    <a:pt x="207" y="21"/>
                    <a:pt x="1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16"/>
            <p:cNvSpPr/>
            <p:nvPr/>
          </p:nvSpPr>
          <p:spPr>
            <a:xfrm>
              <a:off x="4119750" y="27866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0"/>
                  </a:moveTo>
                  <a:cubicBezTo>
                    <a:pt x="103" y="0"/>
                    <a:pt x="71" y="19"/>
                    <a:pt x="50" y="50"/>
                  </a:cubicBezTo>
                  <a:cubicBezTo>
                    <a:pt x="0" y="100"/>
                    <a:pt x="0" y="186"/>
                    <a:pt x="50" y="236"/>
                  </a:cubicBezTo>
                  <a:cubicBezTo>
                    <a:pt x="50" y="236"/>
                    <a:pt x="66" y="256"/>
                    <a:pt x="87" y="256"/>
                  </a:cubicBezTo>
                  <a:cubicBezTo>
                    <a:pt x="95" y="260"/>
                    <a:pt x="104" y="263"/>
                    <a:pt x="114" y="263"/>
                  </a:cubicBezTo>
                  <a:cubicBezTo>
                    <a:pt x="143" y="263"/>
                    <a:pt x="178" y="243"/>
                    <a:pt x="206" y="203"/>
                  </a:cubicBezTo>
                  <a:cubicBezTo>
                    <a:pt x="239" y="170"/>
                    <a:pt x="239" y="116"/>
                    <a:pt x="223" y="83"/>
                  </a:cubicBezTo>
                  <a:cubicBezTo>
                    <a:pt x="223" y="67"/>
                    <a:pt x="223" y="50"/>
                    <a:pt x="206" y="30"/>
                  </a:cubicBezTo>
                  <a:cubicBezTo>
                    <a:pt x="184" y="9"/>
                    <a:pt x="160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16"/>
            <p:cNvSpPr/>
            <p:nvPr/>
          </p:nvSpPr>
          <p:spPr>
            <a:xfrm>
              <a:off x="4101300" y="2707500"/>
              <a:ext cx="5575" cy="5700"/>
            </a:xfrm>
            <a:custGeom>
              <a:avLst/>
              <a:gdLst/>
              <a:ahLst/>
              <a:cxnLst/>
              <a:rect l="l" t="t" r="r" b="b"/>
              <a:pathLst>
                <a:path w="223" h="228" extrusionOk="0">
                  <a:moveTo>
                    <a:pt x="186" y="0"/>
                  </a:moveTo>
                  <a:cubicBezTo>
                    <a:pt x="120" y="37"/>
                    <a:pt x="50" y="70"/>
                    <a:pt x="0" y="103"/>
                  </a:cubicBezTo>
                  <a:lnTo>
                    <a:pt x="0" y="174"/>
                  </a:lnTo>
                  <a:cubicBezTo>
                    <a:pt x="17" y="190"/>
                    <a:pt x="50" y="207"/>
                    <a:pt x="66" y="227"/>
                  </a:cubicBezTo>
                  <a:cubicBezTo>
                    <a:pt x="136" y="227"/>
                    <a:pt x="206" y="190"/>
                    <a:pt x="223" y="103"/>
                  </a:cubicBezTo>
                  <a:cubicBezTo>
                    <a:pt x="223" y="87"/>
                    <a:pt x="223" y="54"/>
                    <a:pt x="206" y="21"/>
                  </a:cubicBezTo>
                  <a:lnTo>
                    <a:pt x="1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16"/>
            <p:cNvSpPr/>
            <p:nvPr/>
          </p:nvSpPr>
          <p:spPr>
            <a:xfrm>
              <a:off x="4099125" y="275090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37" y="0"/>
                  </a:moveTo>
                  <a:cubicBezTo>
                    <a:pt x="87" y="0"/>
                    <a:pt x="17" y="37"/>
                    <a:pt x="1" y="120"/>
                  </a:cubicBezTo>
                  <a:cubicBezTo>
                    <a:pt x="1" y="157"/>
                    <a:pt x="1" y="173"/>
                    <a:pt x="17" y="206"/>
                  </a:cubicBezTo>
                  <a:cubicBezTo>
                    <a:pt x="34" y="243"/>
                    <a:pt x="50" y="260"/>
                    <a:pt x="87" y="260"/>
                  </a:cubicBezTo>
                  <a:cubicBezTo>
                    <a:pt x="120" y="260"/>
                    <a:pt x="153" y="260"/>
                    <a:pt x="170" y="243"/>
                  </a:cubicBezTo>
                  <a:cubicBezTo>
                    <a:pt x="207" y="206"/>
                    <a:pt x="223" y="190"/>
                    <a:pt x="223" y="157"/>
                  </a:cubicBezTo>
                  <a:cubicBezTo>
                    <a:pt x="223" y="120"/>
                    <a:pt x="223" y="87"/>
                    <a:pt x="207" y="54"/>
                  </a:cubicBezTo>
                  <a:cubicBezTo>
                    <a:pt x="207" y="54"/>
                    <a:pt x="207" y="37"/>
                    <a:pt x="190" y="37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16"/>
            <p:cNvSpPr/>
            <p:nvPr/>
          </p:nvSpPr>
          <p:spPr>
            <a:xfrm>
              <a:off x="3937200" y="2846575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117" y="0"/>
                  </a:moveTo>
                  <a:cubicBezTo>
                    <a:pt x="71" y="0"/>
                    <a:pt x="15" y="49"/>
                    <a:pt x="0" y="106"/>
                  </a:cubicBezTo>
                  <a:lnTo>
                    <a:pt x="0" y="160"/>
                  </a:lnTo>
                  <a:lnTo>
                    <a:pt x="223" y="160"/>
                  </a:lnTo>
                  <a:cubicBezTo>
                    <a:pt x="240" y="127"/>
                    <a:pt x="223" y="90"/>
                    <a:pt x="223" y="57"/>
                  </a:cubicBezTo>
                  <a:cubicBezTo>
                    <a:pt x="207" y="40"/>
                    <a:pt x="207" y="40"/>
                    <a:pt x="190" y="40"/>
                  </a:cubicBezTo>
                  <a:cubicBezTo>
                    <a:pt x="190" y="24"/>
                    <a:pt x="174" y="3"/>
                    <a:pt x="137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16"/>
            <p:cNvSpPr/>
            <p:nvPr/>
          </p:nvSpPr>
          <p:spPr>
            <a:xfrm>
              <a:off x="4097375" y="279767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37" y="1"/>
                  </a:moveTo>
                  <a:cubicBezTo>
                    <a:pt x="104" y="1"/>
                    <a:pt x="87" y="1"/>
                    <a:pt x="54" y="38"/>
                  </a:cubicBezTo>
                  <a:cubicBezTo>
                    <a:pt x="33" y="55"/>
                    <a:pt x="17" y="88"/>
                    <a:pt x="0" y="125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33" y="244"/>
                    <a:pt x="54" y="261"/>
                    <a:pt x="87" y="261"/>
                  </a:cubicBezTo>
                  <a:cubicBezTo>
                    <a:pt x="94" y="263"/>
                    <a:pt x="100" y="264"/>
                    <a:pt x="107" y="264"/>
                  </a:cubicBezTo>
                  <a:cubicBezTo>
                    <a:pt x="154" y="264"/>
                    <a:pt x="209" y="219"/>
                    <a:pt x="223" y="158"/>
                  </a:cubicBezTo>
                  <a:cubicBezTo>
                    <a:pt x="223" y="125"/>
                    <a:pt x="223" y="88"/>
                    <a:pt x="207" y="55"/>
                  </a:cubicBezTo>
                  <a:cubicBezTo>
                    <a:pt x="207" y="55"/>
                    <a:pt x="207" y="38"/>
                    <a:pt x="190" y="38"/>
                  </a:cubicBezTo>
                  <a:cubicBezTo>
                    <a:pt x="174" y="22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16"/>
            <p:cNvSpPr/>
            <p:nvPr/>
          </p:nvSpPr>
          <p:spPr>
            <a:xfrm>
              <a:off x="4106850" y="2844350"/>
              <a:ext cx="6425" cy="6225"/>
            </a:xfrm>
            <a:custGeom>
              <a:avLst/>
              <a:gdLst/>
              <a:ahLst/>
              <a:cxnLst/>
              <a:rect l="l" t="t" r="r" b="b"/>
              <a:pathLst>
                <a:path w="257" h="249" extrusionOk="0">
                  <a:moveTo>
                    <a:pt x="130" y="0"/>
                  </a:moveTo>
                  <a:cubicBezTo>
                    <a:pt x="99" y="0"/>
                    <a:pt x="71" y="14"/>
                    <a:pt x="50" y="43"/>
                  </a:cubicBezTo>
                  <a:cubicBezTo>
                    <a:pt x="1" y="92"/>
                    <a:pt x="1" y="179"/>
                    <a:pt x="50" y="232"/>
                  </a:cubicBezTo>
                  <a:cubicBezTo>
                    <a:pt x="50" y="249"/>
                    <a:pt x="67" y="249"/>
                    <a:pt x="87" y="249"/>
                  </a:cubicBezTo>
                  <a:lnTo>
                    <a:pt x="137" y="249"/>
                  </a:lnTo>
                  <a:cubicBezTo>
                    <a:pt x="153" y="249"/>
                    <a:pt x="190" y="232"/>
                    <a:pt x="207" y="216"/>
                  </a:cubicBezTo>
                  <a:cubicBezTo>
                    <a:pt x="256" y="146"/>
                    <a:pt x="256" y="76"/>
                    <a:pt x="207" y="26"/>
                  </a:cubicBezTo>
                  <a:cubicBezTo>
                    <a:pt x="183" y="9"/>
                    <a:pt x="156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16"/>
            <p:cNvSpPr/>
            <p:nvPr/>
          </p:nvSpPr>
          <p:spPr>
            <a:xfrm>
              <a:off x="4119325" y="2832200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34" y="0"/>
                  </a:moveTo>
                  <a:cubicBezTo>
                    <a:pt x="98" y="0"/>
                    <a:pt x="62" y="18"/>
                    <a:pt x="34" y="46"/>
                  </a:cubicBezTo>
                  <a:cubicBezTo>
                    <a:pt x="1" y="100"/>
                    <a:pt x="1" y="187"/>
                    <a:pt x="34" y="220"/>
                  </a:cubicBezTo>
                  <a:cubicBezTo>
                    <a:pt x="54" y="240"/>
                    <a:pt x="79" y="249"/>
                    <a:pt x="104" y="249"/>
                  </a:cubicBezTo>
                  <a:cubicBezTo>
                    <a:pt x="139" y="249"/>
                    <a:pt x="176" y="232"/>
                    <a:pt x="207" y="203"/>
                  </a:cubicBezTo>
                  <a:cubicBezTo>
                    <a:pt x="240" y="150"/>
                    <a:pt x="240" y="63"/>
                    <a:pt x="207" y="30"/>
                  </a:cubicBezTo>
                  <a:cubicBezTo>
                    <a:pt x="184" y="9"/>
                    <a:pt x="159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16"/>
            <p:cNvSpPr/>
            <p:nvPr/>
          </p:nvSpPr>
          <p:spPr>
            <a:xfrm>
              <a:off x="4101300" y="276810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36" y="1"/>
                  </a:moveTo>
                  <a:cubicBezTo>
                    <a:pt x="103" y="1"/>
                    <a:pt x="83" y="1"/>
                    <a:pt x="50" y="34"/>
                  </a:cubicBezTo>
                  <a:cubicBezTo>
                    <a:pt x="33" y="50"/>
                    <a:pt x="17" y="71"/>
                    <a:pt x="0" y="104"/>
                  </a:cubicBezTo>
                  <a:cubicBezTo>
                    <a:pt x="0" y="137"/>
                    <a:pt x="0" y="174"/>
                    <a:pt x="17" y="207"/>
                  </a:cubicBezTo>
                  <a:cubicBezTo>
                    <a:pt x="33" y="240"/>
                    <a:pt x="50" y="256"/>
                    <a:pt x="83" y="256"/>
                  </a:cubicBezTo>
                  <a:cubicBezTo>
                    <a:pt x="91" y="259"/>
                    <a:pt x="99" y="261"/>
                    <a:pt x="107" y="261"/>
                  </a:cubicBezTo>
                  <a:cubicBezTo>
                    <a:pt x="156" y="261"/>
                    <a:pt x="209" y="213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206" y="50"/>
                    <a:pt x="206" y="34"/>
                    <a:pt x="186" y="34"/>
                  </a:cubicBezTo>
                  <a:cubicBezTo>
                    <a:pt x="169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16"/>
            <p:cNvSpPr/>
            <p:nvPr/>
          </p:nvSpPr>
          <p:spPr>
            <a:xfrm>
              <a:off x="3906700" y="27813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6" y="0"/>
                  </a:moveTo>
                  <a:cubicBezTo>
                    <a:pt x="69" y="0"/>
                    <a:pt x="14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6"/>
                    <a:pt x="54" y="243"/>
                    <a:pt x="87" y="263"/>
                  </a:cubicBezTo>
                  <a:cubicBezTo>
                    <a:pt x="157" y="263"/>
                    <a:pt x="206" y="226"/>
                    <a:pt x="223" y="140"/>
                  </a:cubicBezTo>
                  <a:cubicBezTo>
                    <a:pt x="239" y="107"/>
                    <a:pt x="223" y="90"/>
                    <a:pt x="206" y="57"/>
                  </a:cubicBezTo>
                  <a:cubicBezTo>
                    <a:pt x="206" y="36"/>
                    <a:pt x="206" y="36"/>
                    <a:pt x="190" y="36"/>
                  </a:cubicBezTo>
                  <a:cubicBezTo>
                    <a:pt x="190" y="20"/>
                    <a:pt x="173" y="4"/>
                    <a:pt x="136" y="4"/>
                  </a:cubicBezTo>
                  <a:cubicBezTo>
                    <a:pt x="130" y="1"/>
                    <a:pt x="123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16"/>
            <p:cNvSpPr/>
            <p:nvPr/>
          </p:nvSpPr>
          <p:spPr>
            <a:xfrm>
              <a:off x="3908450" y="284400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17" y="0"/>
                  </a:moveTo>
                  <a:cubicBezTo>
                    <a:pt x="70" y="0"/>
                    <a:pt x="15" y="49"/>
                    <a:pt x="0" y="106"/>
                  </a:cubicBezTo>
                  <a:cubicBezTo>
                    <a:pt x="0" y="143"/>
                    <a:pt x="0" y="176"/>
                    <a:pt x="17" y="193"/>
                  </a:cubicBezTo>
                  <a:cubicBezTo>
                    <a:pt x="33" y="230"/>
                    <a:pt x="50" y="246"/>
                    <a:pt x="87" y="246"/>
                  </a:cubicBezTo>
                  <a:cubicBezTo>
                    <a:pt x="96" y="251"/>
                    <a:pt x="106" y="253"/>
                    <a:pt x="115" y="253"/>
                  </a:cubicBezTo>
                  <a:cubicBezTo>
                    <a:pt x="138" y="253"/>
                    <a:pt x="158" y="242"/>
                    <a:pt x="169" y="230"/>
                  </a:cubicBezTo>
                  <a:cubicBezTo>
                    <a:pt x="206" y="209"/>
                    <a:pt x="223" y="176"/>
                    <a:pt x="223" y="143"/>
                  </a:cubicBezTo>
                  <a:cubicBezTo>
                    <a:pt x="239" y="106"/>
                    <a:pt x="223" y="73"/>
                    <a:pt x="206" y="57"/>
                  </a:cubicBezTo>
                  <a:cubicBezTo>
                    <a:pt x="206" y="40"/>
                    <a:pt x="206" y="40"/>
                    <a:pt x="190" y="24"/>
                  </a:cubicBezTo>
                  <a:cubicBezTo>
                    <a:pt x="190" y="3"/>
                    <a:pt x="153" y="3"/>
                    <a:pt x="136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16"/>
            <p:cNvSpPr/>
            <p:nvPr/>
          </p:nvSpPr>
          <p:spPr>
            <a:xfrm>
              <a:off x="3923900" y="284510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35" y="0"/>
                  </a:moveTo>
                  <a:cubicBezTo>
                    <a:pt x="120" y="0"/>
                    <a:pt x="104" y="5"/>
                    <a:pt x="87" y="13"/>
                  </a:cubicBezTo>
                  <a:cubicBezTo>
                    <a:pt x="34" y="29"/>
                    <a:pt x="1" y="99"/>
                    <a:pt x="17" y="165"/>
                  </a:cubicBezTo>
                  <a:cubicBezTo>
                    <a:pt x="17" y="186"/>
                    <a:pt x="34" y="202"/>
                    <a:pt x="34" y="219"/>
                  </a:cubicBezTo>
                  <a:lnTo>
                    <a:pt x="190" y="219"/>
                  </a:lnTo>
                  <a:cubicBezTo>
                    <a:pt x="223" y="186"/>
                    <a:pt x="240" y="132"/>
                    <a:pt x="223" y="83"/>
                  </a:cubicBezTo>
                  <a:cubicBezTo>
                    <a:pt x="223" y="46"/>
                    <a:pt x="207" y="29"/>
                    <a:pt x="207" y="29"/>
                  </a:cubicBezTo>
                  <a:cubicBezTo>
                    <a:pt x="190" y="13"/>
                    <a:pt x="190" y="13"/>
                    <a:pt x="170" y="13"/>
                  </a:cubicBezTo>
                  <a:cubicBezTo>
                    <a:pt x="161" y="5"/>
                    <a:pt x="149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16"/>
            <p:cNvSpPr/>
            <p:nvPr/>
          </p:nvSpPr>
          <p:spPr>
            <a:xfrm>
              <a:off x="3947500" y="27861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53" y="0"/>
                  </a:moveTo>
                  <a:cubicBezTo>
                    <a:pt x="120" y="0"/>
                    <a:pt x="104" y="0"/>
                    <a:pt x="87" y="17"/>
                  </a:cubicBezTo>
                  <a:cubicBezTo>
                    <a:pt x="50" y="33"/>
                    <a:pt x="17" y="70"/>
                    <a:pt x="17" y="103"/>
                  </a:cubicBezTo>
                  <a:cubicBezTo>
                    <a:pt x="1" y="136"/>
                    <a:pt x="17" y="173"/>
                    <a:pt x="34" y="206"/>
                  </a:cubicBezTo>
                  <a:cubicBezTo>
                    <a:pt x="34" y="223"/>
                    <a:pt x="71" y="239"/>
                    <a:pt x="104" y="256"/>
                  </a:cubicBezTo>
                  <a:cubicBezTo>
                    <a:pt x="153" y="256"/>
                    <a:pt x="207" y="223"/>
                    <a:pt x="223" y="153"/>
                  </a:cubicBezTo>
                  <a:cubicBezTo>
                    <a:pt x="223" y="153"/>
                    <a:pt x="240" y="153"/>
                    <a:pt x="240" y="136"/>
                  </a:cubicBezTo>
                  <a:cubicBezTo>
                    <a:pt x="240" y="103"/>
                    <a:pt x="223" y="50"/>
                    <a:pt x="207" y="17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16"/>
            <p:cNvSpPr/>
            <p:nvPr/>
          </p:nvSpPr>
          <p:spPr>
            <a:xfrm>
              <a:off x="3952650" y="2848400"/>
              <a:ext cx="5200" cy="2175"/>
            </a:xfrm>
            <a:custGeom>
              <a:avLst/>
              <a:gdLst/>
              <a:ahLst/>
              <a:cxnLst/>
              <a:rect l="l" t="t" r="r" b="b"/>
              <a:pathLst>
                <a:path w="208" h="87" extrusionOk="0">
                  <a:moveTo>
                    <a:pt x="71" y="0"/>
                  </a:moveTo>
                  <a:cubicBezTo>
                    <a:pt x="34" y="17"/>
                    <a:pt x="17" y="54"/>
                    <a:pt x="1" y="87"/>
                  </a:cubicBezTo>
                  <a:lnTo>
                    <a:pt x="207" y="87"/>
                  </a:lnTo>
                  <a:cubicBezTo>
                    <a:pt x="207" y="54"/>
                    <a:pt x="207" y="33"/>
                    <a:pt x="191" y="17"/>
                  </a:cubicBezTo>
                  <a:cubicBezTo>
                    <a:pt x="174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16"/>
            <p:cNvSpPr/>
            <p:nvPr/>
          </p:nvSpPr>
          <p:spPr>
            <a:xfrm>
              <a:off x="3912250" y="2797100"/>
              <a:ext cx="6125" cy="6575"/>
            </a:xfrm>
            <a:custGeom>
              <a:avLst/>
              <a:gdLst/>
              <a:ahLst/>
              <a:cxnLst/>
              <a:rect l="l" t="t" r="r" b="b"/>
              <a:pathLst>
                <a:path w="245" h="263" extrusionOk="0">
                  <a:moveTo>
                    <a:pt x="135" y="1"/>
                  </a:moveTo>
                  <a:cubicBezTo>
                    <a:pt x="125" y="1"/>
                    <a:pt x="115" y="3"/>
                    <a:pt x="104" y="7"/>
                  </a:cubicBezTo>
                  <a:cubicBezTo>
                    <a:pt x="71" y="7"/>
                    <a:pt x="54" y="24"/>
                    <a:pt x="38" y="61"/>
                  </a:cubicBezTo>
                  <a:cubicBezTo>
                    <a:pt x="17" y="78"/>
                    <a:pt x="1" y="111"/>
                    <a:pt x="1" y="127"/>
                  </a:cubicBezTo>
                  <a:cubicBezTo>
                    <a:pt x="1" y="164"/>
                    <a:pt x="17" y="214"/>
                    <a:pt x="38" y="230"/>
                  </a:cubicBezTo>
                  <a:cubicBezTo>
                    <a:pt x="59" y="253"/>
                    <a:pt x="84" y="263"/>
                    <a:pt x="108" y="263"/>
                  </a:cubicBezTo>
                  <a:cubicBezTo>
                    <a:pt x="140" y="263"/>
                    <a:pt x="171" y="244"/>
                    <a:pt x="190" y="214"/>
                  </a:cubicBezTo>
                  <a:cubicBezTo>
                    <a:pt x="244" y="164"/>
                    <a:pt x="244" y="78"/>
                    <a:pt x="190" y="24"/>
                  </a:cubicBezTo>
                  <a:cubicBezTo>
                    <a:pt x="179" y="12"/>
                    <a:pt x="159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16"/>
            <p:cNvSpPr/>
            <p:nvPr/>
          </p:nvSpPr>
          <p:spPr>
            <a:xfrm>
              <a:off x="3914000" y="28140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0"/>
                  </a:moveTo>
                  <a:cubicBezTo>
                    <a:pt x="87" y="0"/>
                    <a:pt x="17" y="33"/>
                    <a:pt x="17" y="104"/>
                  </a:cubicBezTo>
                  <a:cubicBezTo>
                    <a:pt x="1" y="137"/>
                    <a:pt x="1" y="170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153" y="256"/>
                    <a:pt x="207" y="223"/>
                    <a:pt x="223" y="153"/>
                  </a:cubicBezTo>
                  <a:cubicBezTo>
                    <a:pt x="240" y="120"/>
                    <a:pt x="223" y="87"/>
                    <a:pt x="223" y="50"/>
                  </a:cubicBezTo>
                  <a:cubicBezTo>
                    <a:pt x="207" y="50"/>
                    <a:pt x="207" y="33"/>
                    <a:pt x="207" y="33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16"/>
            <p:cNvSpPr/>
            <p:nvPr/>
          </p:nvSpPr>
          <p:spPr>
            <a:xfrm>
              <a:off x="3919975" y="27199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0"/>
                  </a:moveTo>
                  <a:cubicBezTo>
                    <a:pt x="88" y="0"/>
                    <a:pt x="17" y="37"/>
                    <a:pt x="1" y="103"/>
                  </a:cubicBezTo>
                  <a:cubicBezTo>
                    <a:pt x="1" y="140"/>
                    <a:pt x="1" y="173"/>
                    <a:pt x="17" y="206"/>
                  </a:cubicBezTo>
                  <a:cubicBezTo>
                    <a:pt x="38" y="244"/>
                    <a:pt x="55" y="260"/>
                    <a:pt x="88" y="260"/>
                  </a:cubicBezTo>
                  <a:cubicBezTo>
                    <a:pt x="121" y="260"/>
                    <a:pt x="141" y="260"/>
                    <a:pt x="174" y="244"/>
                  </a:cubicBezTo>
                  <a:cubicBezTo>
                    <a:pt x="191" y="206"/>
                    <a:pt x="207" y="190"/>
                    <a:pt x="224" y="157"/>
                  </a:cubicBezTo>
                  <a:cubicBezTo>
                    <a:pt x="224" y="120"/>
                    <a:pt x="224" y="87"/>
                    <a:pt x="207" y="54"/>
                  </a:cubicBezTo>
                  <a:cubicBezTo>
                    <a:pt x="207" y="54"/>
                    <a:pt x="207" y="37"/>
                    <a:pt x="191" y="37"/>
                  </a:cubicBezTo>
                  <a:cubicBezTo>
                    <a:pt x="174" y="17"/>
                    <a:pt x="158" y="0"/>
                    <a:pt x="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16"/>
            <p:cNvSpPr/>
            <p:nvPr/>
          </p:nvSpPr>
          <p:spPr>
            <a:xfrm>
              <a:off x="4021825" y="2846575"/>
              <a:ext cx="5600" cy="4000"/>
            </a:xfrm>
            <a:custGeom>
              <a:avLst/>
              <a:gdLst/>
              <a:ahLst/>
              <a:cxnLst/>
              <a:rect l="l" t="t" r="r" b="b"/>
              <a:pathLst>
                <a:path w="224" h="160" extrusionOk="0">
                  <a:moveTo>
                    <a:pt x="111" y="0"/>
                  </a:moveTo>
                  <a:cubicBezTo>
                    <a:pt x="55" y="0"/>
                    <a:pt x="15" y="49"/>
                    <a:pt x="0" y="106"/>
                  </a:cubicBezTo>
                  <a:lnTo>
                    <a:pt x="0" y="160"/>
                  </a:lnTo>
                  <a:lnTo>
                    <a:pt x="223" y="160"/>
                  </a:lnTo>
                  <a:cubicBezTo>
                    <a:pt x="223" y="127"/>
                    <a:pt x="223" y="90"/>
                    <a:pt x="207" y="57"/>
                  </a:cubicBezTo>
                  <a:cubicBezTo>
                    <a:pt x="207" y="40"/>
                    <a:pt x="190" y="40"/>
                    <a:pt x="190" y="40"/>
                  </a:cubicBezTo>
                  <a:cubicBezTo>
                    <a:pt x="169" y="24"/>
                    <a:pt x="153" y="3"/>
                    <a:pt x="136" y="3"/>
                  </a:cubicBezTo>
                  <a:cubicBezTo>
                    <a:pt x="128" y="1"/>
                    <a:pt x="119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16"/>
            <p:cNvSpPr/>
            <p:nvPr/>
          </p:nvSpPr>
          <p:spPr>
            <a:xfrm>
              <a:off x="4200850" y="2815650"/>
              <a:ext cx="6125" cy="6350"/>
            </a:xfrm>
            <a:custGeom>
              <a:avLst/>
              <a:gdLst/>
              <a:ahLst/>
              <a:cxnLst/>
              <a:rect l="l" t="t" r="r" b="b"/>
              <a:pathLst>
                <a:path w="245" h="254" extrusionOk="0">
                  <a:moveTo>
                    <a:pt x="132" y="0"/>
                  </a:moveTo>
                  <a:cubicBezTo>
                    <a:pt x="76" y="0"/>
                    <a:pt x="35" y="49"/>
                    <a:pt x="17" y="107"/>
                  </a:cubicBezTo>
                  <a:cubicBezTo>
                    <a:pt x="1" y="144"/>
                    <a:pt x="17" y="177"/>
                    <a:pt x="38" y="210"/>
                  </a:cubicBezTo>
                  <a:cubicBezTo>
                    <a:pt x="54" y="230"/>
                    <a:pt x="71" y="247"/>
                    <a:pt x="87" y="247"/>
                  </a:cubicBezTo>
                  <a:cubicBezTo>
                    <a:pt x="97" y="252"/>
                    <a:pt x="107" y="254"/>
                    <a:pt x="117" y="254"/>
                  </a:cubicBezTo>
                  <a:cubicBezTo>
                    <a:pt x="140" y="254"/>
                    <a:pt x="162" y="242"/>
                    <a:pt x="174" y="230"/>
                  </a:cubicBezTo>
                  <a:cubicBezTo>
                    <a:pt x="207" y="210"/>
                    <a:pt x="224" y="177"/>
                    <a:pt x="224" y="144"/>
                  </a:cubicBezTo>
                  <a:cubicBezTo>
                    <a:pt x="244" y="107"/>
                    <a:pt x="244" y="74"/>
                    <a:pt x="224" y="57"/>
                  </a:cubicBezTo>
                  <a:cubicBezTo>
                    <a:pt x="207" y="41"/>
                    <a:pt x="207" y="41"/>
                    <a:pt x="207" y="24"/>
                  </a:cubicBezTo>
                  <a:lnTo>
                    <a:pt x="191" y="24"/>
                  </a:lnTo>
                  <a:cubicBezTo>
                    <a:pt x="174" y="3"/>
                    <a:pt x="174" y="3"/>
                    <a:pt x="158" y="3"/>
                  </a:cubicBezTo>
                  <a:cubicBezTo>
                    <a:pt x="149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16"/>
            <p:cNvSpPr/>
            <p:nvPr/>
          </p:nvSpPr>
          <p:spPr>
            <a:xfrm>
              <a:off x="4191900" y="273502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20" y="0"/>
                    <a:pt x="87" y="0"/>
                    <a:pt x="66" y="17"/>
                  </a:cubicBezTo>
                  <a:cubicBezTo>
                    <a:pt x="33" y="33"/>
                    <a:pt x="17" y="70"/>
                    <a:pt x="0" y="103"/>
                  </a:cubicBezTo>
                  <a:cubicBezTo>
                    <a:pt x="0" y="136"/>
                    <a:pt x="0" y="173"/>
                    <a:pt x="17" y="206"/>
                  </a:cubicBezTo>
                  <a:cubicBezTo>
                    <a:pt x="33" y="239"/>
                    <a:pt x="50" y="260"/>
                    <a:pt x="87" y="260"/>
                  </a:cubicBezTo>
                  <a:cubicBezTo>
                    <a:pt x="136" y="260"/>
                    <a:pt x="190" y="223"/>
                    <a:pt x="223" y="157"/>
                  </a:cubicBezTo>
                  <a:cubicBezTo>
                    <a:pt x="223" y="103"/>
                    <a:pt x="223" y="54"/>
                    <a:pt x="190" y="33"/>
                  </a:cubicBezTo>
                  <a:cubicBezTo>
                    <a:pt x="169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16"/>
            <p:cNvSpPr/>
            <p:nvPr/>
          </p:nvSpPr>
          <p:spPr>
            <a:xfrm>
              <a:off x="4196125" y="2797375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42" y="1"/>
                  </a:moveTo>
                  <a:cubicBezTo>
                    <a:pt x="127" y="1"/>
                    <a:pt x="114" y="5"/>
                    <a:pt x="103" y="13"/>
                  </a:cubicBezTo>
                  <a:cubicBezTo>
                    <a:pt x="37" y="34"/>
                    <a:pt x="0" y="116"/>
                    <a:pt x="21" y="170"/>
                  </a:cubicBezTo>
                  <a:cubicBezTo>
                    <a:pt x="35" y="228"/>
                    <a:pt x="82" y="260"/>
                    <a:pt x="129" y="260"/>
                  </a:cubicBezTo>
                  <a:cubicBezTo>
                    <a:pt x="138" y="260"/>
                    <a:pt x="148" y="259"/>
                    <a:pt x="157" y="256"/>
                  </a:cubicBezTo>
                  <a:cubicBezTo>
                    <a:pt x="227" y="219"/>
                    <a:pt x="260" y="153"/>
                    <a:pt x="243" y="83"/>
                  </a:cubicBezTo>
                  <a:cubicBezTo>
                    <a:pt x="227" y="67"/>
                    <a:pt x="227" y="50"/>
                    <a:pt x="206" y="34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3" y="5"/>
                    <a:pt x="157" y="1"/>
                    <a:pt x="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16"/>
            <p:cNvSpPr/>
            <p:nvPr/>
          </p:nvSpPr>
          <p:spPr>
            <a:xfrm>
              <a:off x="4188400" y="282872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2" y="0"/>
                  </a:moveTo>
                  <a:cubicBezTo>
                    <a:pt x="101" y="0"/>
                    <a:pt x="66" y="19"/>
                    <a:pt x="37" y="49"/>
                  </a:cubicBezTo>
                  <a:cubicBezTo>
                    <a:pt x="0" y="99"/>
                    <a:pt x="0" y="185"/>
                    <a:pt x="37" y="223"/>
                  </a:cubicBezTo>
                  <a:cubicBezTo>
                    <a:pt x="54" y="239"/>
                    <a:pt x="70" y="256"/>
                    <a:pt x="87" y="256"/>
                  </a:cubicBezTo>
                  <a:cubicBezTo>
                    <a:pt x="124" y="256"/>
                    <a:pt x="173" y="239"/>
                    <a:pt x="190" y="202"/>
                  </a:cubicBezTo>
                  <a:cubicBezTo>
                    <a:pt x="227" y="169"/>
                    <a:pt x="243" y="119"/>
                    <a:pt x="227" y="66"/>
                  </a:cubicBezTo>
                  <a:cubicBezTo>
                    <a:pt x="227" y="49"/>
                    <a:pt x="206" y="3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16"/>
            <p:cNvSpPr/>
            <p:nvPr/>
          </p:nvSpPr>
          <p:spPr>
            <a:xfrm>
              <a:off x="4093050" y="2845000"/>
              <a:ext cx="6100" cy="5575"/>
            </a:xfrm>
            <a:custGeom>
              <a:avLst/>
              <a:gdLst/>
              <a:ahLst/>
              <a:cxnLst/>
              <a:rect l="l" t="t" r="r" b="b"/>
              <a:pathLst>
                <a:path w="244" h="223" extrusionOk="0">
                  <a:moveTo>
                    <a:pt x="157" y="0"/>
                  </a:moveTo>
                  <a:cubicBezTo>
                    <a:pt x="87" y="0"/>
                    <a:pt x="37" y="33"/>
                    <a:pt x="21" y="120"/>
                  </a:cubicBezTo>
                  <a:cubicBezTo>
                    <a:pt x="0" y="136"/>
                    <a:pt x="21" y="169"/>
                    <a:pt x="21" y="206"/>
                  </a:cubicBezTo>
                  <a:cubicBezTo>
                    <a:pt x="37" y="206"/>
                    <a:pt x="37" y="223"/>
                    <a:pt x="37" y="223"/>
                  </a:cubicBezTo>
                  <a:lnTo>
                    <a:pt x="190" y="223"/>
                  </a:lnTo>
                  <a:cubicBezTo>
                    <a:pt x="206" y="206"/>
                    <a:pt x="227" y="190"/>
                    <a:pt x="227" y="153"/>
                  </a:cubicBezTo>
                  <a:cubicBezTo>
                    <a:pt x="244" y="120"/>
                    <a:pt x="244" y="87"/>
                    <a:pt x="227" y="50"/>
                  </a:cubicBezTo>
                  <a:cubicBezTo>
                    <a:pt x="206" y="50"/>
                    <a:pt x="206" y="33"/>
                    <a:pt x="206" y="33"/>
                  </a:cubicBezTo>
                  <a:cubicBezTo>
                    <a:pt x="190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16"/>
            <p:cNvSpPr/>
            <p:nvPr/>
          </p:nvSpPr>
          <p:spPr>
            <a:xfrm>
              <a:off x="4121900" y="2847575"/>
              <a:ext cx="5600" cy="3000"/>
            </a:xfrm>
            <a:custGeom>
              <a:avLst/>
              <a:gdLst/>
              <a:ahLst/>
              <a:cxnLst/>
              <a:rect l="l" t="t" r="r" b="b"/>
              <a:pathLst>
                <a:path w="224" h="120" extrusionOk="0">
                  <a:moveTo>
                    <a:pt x="137" y="0"/>
                  </a:moveTo>
                  <a:cubicBezTo>
                    <a:pt x="67" y="0"/>
                    <a:pt x="17" y="50"/>
                    <a:pt x="1" y="120"/>
                  </a:cubicBezTo>
                  <a:lnTo>
                    <a:pt x="223" y="120"/>
                  </a:lnTo>
                  <a:cubicBezTo>
                    <a:pt x="223" y="103"/>
                    <a:pt x="223" y="66"/>
                    <a:pt x="207" y="50"/>
                  </a:cubicBezTo>
                  <a:lnTo>
                    <a:pt x="186" y="33"/>
                  </a:lnTo>
                  <a:cubicBezTo>
                    <a:pt x="170" y="17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16"/>
            <p:cNvSpPr/>
            <p:nvPr/>
          </p:nvSpPr>
          <p:spPr>
            <a:xfrm>
              <a:off x="3918350" y="276677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82" y="0"/>
                    <a:pt x="49" y="21"/>
                  </a:cubicBezTo>
                  <a:cubicBezTo>
                    <a:pt x="16" y="54"/>
                    <a:pt x="0" y="70"/>
                    <a:pt x="0" y="103"/>
                  </a:cubicBezTo>
                  <a:cubicBezTo>
                    <a:pt x="0" y="140"/>
                    <a:pt x="0" y="173"/>
                    <a:pt x="16" y="206"/>
                  </a:cubicBezTo>
                  <a:cubicBezTo>
                    <a:pt x="33" y="243"/>
                    <a:pt x="49" y="260"/>
                    <a:pt x="82" y="260"/>
                  </a:cubicBezTo>
                  <a:cubicBezTo>
                    <a:pt x="136" y="260"/>
                    <a:pt x="206" y="227"/>
                    <a:pt x="223" y="157"/>
                  </a:cubicBezTo>
                  <a:cubicBezTo>
                    <a:pt x="223" y="124"/>
                    <a:pt x="223" y="87"/>
                    <a:pt x="206" y="54"/>
                  </a:cubicBezTo>
                  <a:lnTo>
                    <a:pt x="186" y="37"/>
                  </a:lnTo>
                  <a:cubicBezTo>
                    <a:pt x="169" y="21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16"/>
            <p:cNvSpPr/>
            <p:nvPr/>
          </p:nvSpPr>
          <p:spPr>
            <a:xfrm>
              <a:off x="3961625" y="2773775"/>
              <a:ext cx="6100" cy="6725"/>
            </a:xfrm>
            <a:custGeom>
              <a:avLst/>
              <a:gdLst/>
              <a:ahLst/>
              <a:cxnLst/>
              <a:rect l="l" t="t" r="r" b="b"/>
              <a:pathLst>
                <a:path w="244" h="269" extrusionOk="0">
                  <a:moveTo>
                    <a:pt x="138" y="0"/>
                  </a:moveTo>
                  <a:cubicBezTo>
                    <a:pt x="123" y="0"/>
                    <a:pt x="106" y="5"/>
                    <a:pt x="87" y="13"/>
                  </a:cubicBezTo>
                  <a:cubicBezTo>
                    <a:pt x="38" y="29"/>
                    <a:pt x="1" y="116"/>
                    <a:pt x="21" y="186"/>
                  </a:cubicBezTo>
                  <a:cubicBezTo>
                    <a:pt x="21" y="202"/>
                    <a:pt x="38" y="235"/>
                    <a:pt x="71" y="256"/>
                  </a:cubicBezTo>
                  <a:cubicBezTo>
                    <a:pt x="87" y="264"/>
                    <a:pt x="101" y="268"/>
                    <a:pt x="114" y="268"/>
                  </a:cubicBezTo>
                  <a:cubicBezTo>
                    <a:pt x="127" y="268"/>
                    <a:pt x="141" y="264"/>
                    <a:pt x="157" y="256"/>
                  </a:cubicBezTo>
                  <a:cubicBezTo>
                    <a:pt x="190" y="235"/>
                    <a:pt x="207" y="219"/>
                    <a:pt x="227" y="186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27" y="66"/>
                    <a:pt x="227" y="50"/>
                    <a:pt x="207" y="29"/>
                  </a:cubicBezTo>
                  <a:cubicBezTo>
                    <a:pt x="190" y="29"/>
                    <a:pt x="190" y="13"/>
                    <a:pt x="174" y="13"/>
                  </a:cubicBezTo>
                  <a:cubicBezTo>
                    <a:pt x="166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16"/>
            <p:cNvSpPr/>
            <p:nvPr/>
          </p:nvSpPr>
          <p:spPr>
            <a:xfrm>
              <a:off x="3964200" y="2790350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28" y="1"/>
                  </a:moveTo>
                  <a:cubicBezTo>
                    <a:pt x="73" y="1"/>
                    <a:pt x="35" y="49"/>
                    <a:pt x="21" y="108"/>
                  </a:cubicBezTo>
                  <a:cubicBezTo>
                    <a:pt x="1" y="141"/>
                    <a:pt x="21" y="174"/>
                    <a:pt x="21" y="191"/>
                  </a:cubicBezTo>
                  <a:cubicBezTo>
                    <a:pt x="38" y="228"/>
                    <a:pt x="71" y="244"/>
                    <a:pt x="87" y="244"/>
                  </a:cubicBezTo>
                  <a:cubicBezTo>
                    <a:pt x="96" y="247"/>
                    <a:pt x="106" y="248"/>
                    <a:pt x="115" y="248"/>
                  </a:cubicBezTo>
                  <a:cubicBezTo>
                    <a:pt x="175" y="248"/>
                    <a:pt x="227" y="202"/>
                    <a:pt x="227" y="141"/>
                  </a:cubicBezTo>
                  <a:cubicBezTo>
                    <a:pt x="244" y="108"/>
                    <a:pt x="244" y="71"/>
                    <a:pt x="227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0" y="5"/>
                    <a:pt x="174" y="5"/>
                    <a:pt x="157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16"/>
            <p:cNvSpPr/>
            <p:nvPr/>
          </p:nvSpPr>
          <p:spPr>
            <a:xfrm>
              <a:off x="3965550" y="274542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5" y="1"/>
                  </a:moveTo>
                  <a:cubicBezTo>
                    <a:pt x="120" y="1"/>
                    <a:pt x="103" y="5"/>
                    <a:pt x="87" y="13"/>
                  </a:cubicBezTo>
                  <a:cubicBezTo>
                    <a:pt x="50" y="29"/>
                    <a:pt x="33" y="50"/>
                    <a:pt x="17" y="83"/>
                  </a:cubicBezTo>
                  <a:cubicBezTo>
                    <a:pt x="0" y="116"/>
                    <a:pt x="0" y="153"/>
                    <a:pt x="17" y="186"/>
                  </a:cubicBezTo>
                  <a:cubicBezTo>
                    <a:pt x="17" y="219"/>
                    <a:pt x="33" y="236"/>
                    <a:pt x="70" y="256"/>
                  </a:cubicBezTo>
                  <a:cubicBezTo>
                    <a:pt x="79" y="264"/>
                    <a:pt x="91" y="269"/>
                    <a:pt x="105" y="269"/>
                  </a:cubicBezTo>
                  <a:cubicBezTo>
                    <a:pt x="120" y="269"/>
                    <a:pt x="136" y="264"/>
                    <a:pt x="153" y="256"/>
                  </a:cubicBezTo>
                  <a:cubicBezTo>
                    <a:pt x="206" y="219"/>
                    <a:pt x="239" y="153"/>
                    <a:pt x="223" y="83"/>
                  </a:cubicBezTo>
                  <a:cubicBezTo>
                    <a:pt x="223" y="67"/>
                    <a:pt x="206" y="50"/>
                    <a:pt x="206" y="29"/>
                  </a:cubicBezTo>
                  <a:cubicBezTo>
                    <a:pt x="190" y="29"/>
                    <a:pt x="190" y="13"/>
                    <a:pt x="173" y="13"/>
                  </a:cubicBezTo>
                  <a:cubicBezTo>
                    <a:pt x="163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16"/>
            <p:cNvSpPr/>
            <p:nvPr/>
          </p:nvSpPr>
          <p:spPr>
            <a:xfrm>
              <a:off x="3956475" y="28227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8" y="0"/>
                  </a:moveTo>
                  <a:cubicBezTo>
                    <a:pt x="103" y="0"/>
                    <a:pt x="67" y="19"/>
                    <a:pt x="38" y="50"/>
                  </a:cubicBezTo>
                  <a:cubicBezTo>
                    <a:pt x="0" y="100"/>
                    <a:pt x="0" y="186"/>
                    <a:pt x="38" y="236"/>
                  </a:cubicBezTo>
                  <a:cubicBezTo>
                    <a:pt x="58" y="251"/>
                    <a:pt x="83" y="260"/>
                    <a:pt x="108" y="260"/>
                  </a:cubicBezTo>
                  <a:cubicBezTo>
                    <a:pt x="142" y="260"/>
                    <a:pt x="178" y="243"/>
                    <a:pt x="207" y="203"/>
                  </a:cubicBezTo>
                  <a:cubicBezTo>
                    <a:pt x="244" y="153"/>
                    <a:pt x="244" y="67"/>
                    <a:pt x="207" y="30"/>
                  </a:cubicBezTo>
                  <a:cubicBezTo>
                    <a:pt x="186" y="9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16"/>
            <p:cNvSpPr/>
            <p:nvPr/>
          </p:nvSpPr>
          <p:spPr>
            <a:xfrm>
              <a:off x="3953900" y="2803350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03" y="1"/>
                  </a:moveTo>
                  <a:cubicBezTo>
                    <a:pt x="38" y="34"/>
                    <a:pt x="0" y="104"/>
                    <a:pt x="21" y="170"/>
                  </a:cubicBezTo>
                  <a:cubicBezTo>
                    <a:pt x="21" y="207"/>
                    <a:pt x="54" y="223"/>
                    <a:pt x="70" y="240"/>
                  </a:cubicBezTo>
                  <a:cubicBezTo>
                    <a:pt x="87" y="248"/>
                    <a:pt x="100" y="252"/>
                    <a:pt x="114" y="252"/>
                  </a:cubicBezTo>
                  <a:cubicBezTo>
                    <a:pt x="127" y="252"/>
                    <a:pt x="141" y="248"/>
                    <a:pt x="157" y="240"/>
                  </a:cubicBezTo>
                  <a:cubicBezTo>
                    <a:pt x="227" y="223"/>
                    <a:pt x="260" y="137"/>
                    <a:pt x="244" y="83"/>
                  </a:cubicBezTo>
                  <a:cubicBezTo>
                    <a:pt x="227" y="50"/>
                    <a:pt x="227" y="34"/>
                    <a:pt x="207" y="34"/>
                  </a:cubicBezTo>
                  <a:cubicBezTo>
                    <a:pt x="207" y="17"/>
                    <a:pt x="190" y="17"/>
                    <a:pt x="190" y="17"/>
                  </a:cubicBez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16"/>
            <p:cNvSpPr/>
            <p:nvPr/>
          </p:nvSpPr>
          <p:spPr>
            <a:xfrm>
              <a:off x="3951825" y="2741275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36" y="0"/>
                  </a:moveTo>
                  <a:cubicBezTo>
                    <a:pt x="102" y="0"/>
                    <a:pt x="68" y="14"/>
                    <a:pt x="50" y="43"/>
                  </a:cubicBezTo>
                  <a:cubicBezTo>
                    <a:pt x="1" y="113"/>
                    <a:pt x="1" y="179"/>
                    <a:pt x="50" y="233"/>
                  </a:cubicBezTo>
                  <a:cubicBezTo>
                    <a:pt x="67" y="249"/>
                    <a:pt x="83" y="249"/>
                    <a:pt x="104" y="249"/>
                  </a:cubicBezTo>
                  <a:cubicBezTo>
                    <a:pt x="113" y="253"/>
                    <a:pt x="122" y="256"/>
                    <a:pt x="131" y="256"/>
                  </a:cubicBezTo>
                  <a:cubicBezTo>
                    <a:pt x="155" y="256"/>
                    <a:pt x="180" y="240"/>
                    <a:pt x="207" y="216"/>
                  </a:cubicBezTo>
                  <a:cubicBezTo>
                    <a:pt x="240" y="162"/>
                    <a:pt x="240" y="113"/>
                    <a:pt x="240" y="76"/>
                  </a:cubicBezTo>
                  <a:cubicBezTo>
                    <a:pt x="224" y="59"/>
                    <a:pt x="224" y="43"/>
                    <a:pt x="207" y="26"/>
                  </a:cubicBezTo>
                  <a:cubicBezTo>
                    <a:pt x="190" y="10"/>
                    <a:pt x="163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16"/>
            <p:cNvSpPr/>
            <p:nvPr/>
          </p:nvSpPr>
          <p:spPr>
            <a:xfrm>
              <a:off x="3957400" y="27585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7" y="0"/>
                  </a:moveTo>
                  <a:cubicBezTo>
                    <a:pt x="71" y="0"/>
                    <a:pt x="15" y="49"/>
                    <a:pt x="1" y="106"/>
                  </a:cubicBezTo>
                  <a:cubicBezTo>
                    <a:pt x="1" y="144"/>
                    <a:pt x="1" y="177"/>
                    <a:pt x="17" y="209"/>
                  </a:cubicBezTo>
                  <a:cubicBezTo>
                    <a:pt x="34" y="226"/>
                    <a:pt x="50" y="247"/>
                    <a:pt x="87" y="263"/>
                  </a:cubicBezTo>
                  <a:cubicBezTo>
                    <a:pt x="153" y="263"/>
                    <a:pt x="207" y="209"/>
                    <a:pt x="223" y="144"/>
                  </a:cubicBezTo>
                  <a:cubicBezTo>
                    <a:pt x="240" y="106"/>
                    <a:pt x="223" y="57"/>
                    <a:pt x="190" y="20"/>
                  </a:cubicBezTo>
                  <a:cubicBezTo>
                    <a:pt x="170" y="20"/>
                    <a:pt x="153" y="3"/>
                    <a:pt x="137" y="3"/>
                  </a:cubicBezTo>
                  <a:cubicBezTo>
                    <a:pt x="131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16"/>
            <p:cNvSpPr/>
            <p:nvPr/>
          </p:nvSpPr>
          <p:spPr>
            <a:xfrm>
              <a:off x="3973275" y="2762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14" y="0"/>
                  </a:moveTo>
                  <a:cubicBezTo>
                    <a:pt x="68" y="0"/>
                    <a:pt x="15" y="48"/>
                    <a:pt x="1" y="108"/>
                  </a:cubicBezTo>
                  <a:cubicBezTo>
                    <a:pt x="1" y="141"/>
                    <a:pt x="1" y="174"/>
                    <a:pt x="17" y="211"/>
                  </a:cubicBezTo>
                  <a:cubicBezTo>
                    <a:pt x="33" y="227"/>
                    <a:pt x="50" y="244"/>
                    <a:pt x="87" y="260"/>
                  </a:cubicBezTo>
                  <a:cubicBezTo>
                    <a:pt x="120" y="260"/>
                    <a:pt x="153" y="244"/>
                    <a:pt x="174" y="227"/>
                  </a:cubicBezTo>
                  <a:cubicBezTo>
                    <a:pt x="207" y="211"/>
                    <a:pt x="223" y="174"/>
                    <a:pt x="223" y="141"/>
                  </a:cubicBezTo>
                  <a:cubicBezTo>
                    <a:pt x="240" y="108"/>
                    <a:pt x="223" y="70"/>
                    <a:pt x="207" y="54"/>
                  </a:cubicBezTo>
                  <a:cubicBezTo>
                    <a:pt x="207" y="38"/>
                    <a:pt x="207" y="38"/>
                    <a:pt x="190" y="21"/>
                  </a:cubicBezTo>
                  <a:cubicBezTo>
                    <a:pt x="190" y="21"/>
                    <a:pt x="174" y="5"/>
                    <a:pt x="137" y="5"/>
                  </a:cubicBezTo>
                  <a:cubicBezTo>
                    <a:pt x="129" y="1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16"/>
            <p:cNvSpPr/>
            <p:nvPr/>
          </p:nvSpPr>
          <p:spPr>
            <a:xfrm>
              <a:off x="3977100" y="2837925"/>
              <a:ext cx="6100" cy="6375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32" y="1"/>
                  </a:moveTo>
                  <a:cubicBezTo>
                    <a:pt x="101" y="1"/>
                    <a:pt x="72" y="13"/>
                    <a:pt x="54" y="40"/>
                  </a:cubicBezTo>
                  <a:cubicBezTo>
                    <a:pt x="0" y="110"/>
                    <a:pt x="0" y="180"/>
                    <a:pt x="54" y="230"/>
                  </a:cubicBezTo>
                  <a:cubicBezTo>
                    <a:pt x="70" y="246"/>
                    <a:pt x="70" y="246"/>
                    <a:pt x="87" y="246"/>
                  </a:cubicBezTo>
                  <a:cubicBezTo>
                    <a:pt x="101" y="252"/>
                    <a:pt x="115" y="254"/>
                    <a:pt x="127" y="254"/>
                  </a:cubicBezTo>
                  <a:cubicBezTo>
                    <a:pt x="158" y="254"/>
                    <a:pt x="182" y="237"/>
                    <a:pt x="206" y="213"/>
                  </a:cubicBezTo>
                  <a:cubicBezTo>
                    <a:pt x="243" y="164"/>
                    <a:pt x="243" y="110"/>
                    <a:pt x="243" y="77"/>
                  </a:cubicBezTo>
                  <a:cubicBezTo>
                    <a:pt x="227" y="61"/>
                    <a:pt x="227" y="40"/>
                    <a:pt x="206" y="24"/>
                  </a:cubicBezTo>
                  <a:cubicBezTo>
                    <a:pt x="184" y="9"/>
                    <a:pt x="158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16"/>
            <p:cNvSpPr/>
            <p:nvPr/>
          </p:nvSpPr>
          <p:spPr>
            <a:xfrm>
              <a:off x="3979250" y="27934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1"/>
                  </a:moveTo>
                  <a:cubicBezTo>
                    <a:pt x="104" y="1"/>
                    <a:pt x="87" y="17"/>
                    <a:pt x="54" y="34"/>
                  </a:cubicBezTo>
                  <a:cubicBezTo>
                    <a:pt x="38" y="50"/>
                    <a:pt x="1" y="87"/>
                    <a:pt x="1" y="120"/>
                  </a:cubicBezTo>
                  <a:cubicBezTo>
                    <a:pt x="1" y="153"/>
                    <a:pt x="1" y="191"/>
                    <a:pt x="17" y="207"/>
                  </a:cubicBezTo>
                  <a:cubicBezTo>
                    <a:pt x="38" y="240"/>
                    <a:pt x="54" y="257"/>
                    <a:pt x="87" y="257"/>
                  </a:cubicBezTo>
                  <a:cubicBezTo>
                    <a:pt x="94" y="259"/>
                    <a:pt x="101" y="260"/>
                    <a:pt x="109" y="260"/>
                  </a:cubicBezTo>
                  <a:cubicBezTo>
                    <a:pt x="157" y="260"/>
                    <a:pt x="209" y="214"/>
                    <a:pt x="223" y="153"/>
                  </a:cubicBezTo>
                  <a:cubicBezTo>
                    <a:pt x="223" y="120"/>
                    <a:pt x="223" y="87"/>
                    <a:pt x="207" y="50"/>
                  </a:cubicBezTo>
                  <a:lnTo>
                    <a:pt x="190" y="34"/>
                  </a:lnTo>
                  <a:cubicBezTo>
                    <a:pt x="174" y="17"/>
                    <a:pt x="157" y="17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16"/>
            <p:cNvSpPr/>
            <p:nvPr/>
          </p:nvSpPr>
          <p:spPr>
            <a:xfrm>
              <a:off x="3975450" y="2823275"/>
              <a:ext cx="5575" cy="6350"/>
            </a:xfrm>
            <a:custGeom>
              <a:avLst/>
              <a:gdLst/>
              <a:ahLst/>
              <a:cxnLst/>
              <a:rect l="l" t="t" r="r" b="b"/>
              <a:pathLst>
                <a:path w="223" h="254" extrusionOk="0">
                  <a:moveTo>
                    <a:pt x="111" y="1"/>
                  </a:moveTo>
                  <a:cubicBezTo>
                    <a:pt x="92" y="1"/>
                    <a:pt x="76" y="14"/>
                    <a:pt x="50" y="28"/>
                  </a:cubicBezTo>
                  <a:cubicBezTo>
                    <a:pt x="33" y="45"/>
                    <a:pt x="0" y="78"/>
                    <a:pt x="0" y="111"/>
                  </a:cubicBezTo>
                  <a:cubicBezTo>
                    <a:pt x="0" y="148"/>
                    <a:pt x="0" y="181"/>
                    <a:pt x="17" y="197"/>
                  </a:cubicBezTo>
                  <a:cubicBezTo>
                    <a:pt x="33" y="234"/>
                    <a:pt x="50" y="251"/>
                    <a:pt x="87" y="251"/>
                  </a:cubicBezTo>
                  <a:cubicBezTo>
                    <a:pt x="93" y="253"/>
                    <a:pt x="99" y="254"/>
                    <a:pt x="106" y="254"/>
                  </a:cubicBezTo>
                  <a:cubicBezTo>
                    <a:pt x="153" y="254"/>
                    <a:pt x="208" y="206"/>
                    <a:pt x="223" y="148"/>
                  </a:cubicBezTo>
                  <a:cubicBezTo>
                    <a:pt x="223" y="111"/>
                    <a:pt x="223" y="78"/>
                    <a:pt x="206" y="61"/>
                  </a:cubicBezTo>
                  <a:cubicBezTo>
                    <a:pt x="206" y="45"/>
                    <a:pt x="190" y="45"/>
                    <a:pt x="190" y="28"/>
                  </a:cubicBezTo>
                  <a:cubicBezTo>
                    <a:pt x="169" y="8"/>
                    <a:pt x="153" y="8"/>
                    <a:pt x="136" y="8"/>
                  </a:cubicBezTo>
                  <a:cubicBezTo>
                    <a:pt x="127" y="3"/>
                    <a:pt x="119" y="1"/>
                    <a:pt x="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16"/>
            <p:cNvSpPr/>
            <p:nvPr/>
          </p:nvSpPr>
          <p:spPr>
            <a:xfrm>
              <a:off x="3935850" y="2726875"/>
              <a:ext cx="5700" cy="5700"/>
            </a:xfrm>
            <a:custGeom>
              <a:avLst/>
              <a:gdLst/>
              <a:ahLst/>
              <a:cxnLst/>
              <a:rect l="l" t="t" r="r" b="b"/>
              <a:pathLst>
                <a:path w="228" h="228" extrusionOk="0">
                  <a:moveTo>
                    <a:pt x="54" y="0"/>
                  </a:moveTo>
                  <a:cubicBezTo>
                    <a:pt x="38" y="17"/>
                    <a:pt x="38" y="33"/>
                    <a:pt x="22" y="50"/>
                  </a:cubicBezTo>
                  <a:cubicBezTo>
                    <a:pt x="1" y="87"/>
                    <a:pt x="1" y="120"/>
                    <a:pt x="1" y="137"/>
                  </a:cubicBezTo>
                  <a:cubicBezTo>
                    <a:pt x="18" y="195"/>
                    <a:pt x="66" y="227"/>
                    <a:pt x="113" y="227"/>
                  </a:cubicBezTo>
                  <a:cubicBezTo>
                    <a:pt x="122" y="227"/>
                    <a:pt x="132" y="226"/>
                    <a:pt x="141" y="223"/>
                  </a:cubicBezTo>
                  <a:cubicBezTo>
                    <a:pt x="174" y="207"/>
                    <a:pt x="207" y="174"/>
                    <a:pt x="228" y="137"/>
                  </a:cubicBezTo>
                  <a:cubicBezTo>
                    <a:pt x="158" y="87"/>
                    <a:pt x="104" y="50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16"/>
            <p:cNvSpPr/>
            <p:nvPr/>
          </p:nvSpPr>
          <p:spPr>
            <a:xfrm>
              <a:off x="3968525" y="28080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0"/>
                  </a:moveTo>
                  <a:cubicBezTo>
                    <a:pt x="71" y="21"/>
                    <a:pt x="34" y="54"/>
                    <a:pt x="17" y="124"/>
                  </a:cubicBezTo>
                  <a:cubicBezTo>
                    <a:pt x="1" y="157"/>
                    <a:pt x="17" y="190"/>
                    <a:pt x="34" y="206"/>
                  </a:cubicBezTo>
                  <a:cubicBezTo>
                    <a:pt x="54" y="243"/>
                    <a:pt x="71" y="260"/>
                    <a:pt x="104" y="260"/>
                  </a:cubicBezTo>
                  <a:cubicBezTo>
                    <a:pt x="111" y="262"/>
                    <a:pt x="118" y="263"/>
                    <a:pt x="125" y="263"/>
                  </a:cubicBezTo>
                  <a:cubicBezTo>
                    <a:pt x="174" y="263"/>
                    <a:pt x="226" y="218"/>
                    <a:pt x="240" y="157"/>
                  </a:cubicBezTo>
                  <a:lnTo>
                    <a:pt x="240" y="124"/>
                  </a:lnTo>
                  <a:cubicBezTo>
                    <a:pt x="240" y="87"/>
                    <a:pt x="223" y="54"/>
                    <a:pt x="207" y="37"/>
                  </a:cubicBezTo>
                  <a:cubicBezTo>
                    <a:pt x="191" y="21"/>
                    <a:pt x="174" y="21"/>
                    <a:pt x="158" y="21"/>
                  </a:cubicBezTo>
                  <a:cubicBezTo>
                    <a:pt x="137" y="0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16"/>
            <p:cNvSpPr/>
            <p:nvPr/>
          </p:nvSpPr>
          <p:spPr>
            <a:xfrm>
              <a:off x="3963800" y="28376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87" y="1"/>
                    <a:pt x="17" y="50"/>
                    <a:pt x="0" y="120"/>
                  </a:cubicBezTo>
                  <a:cubicBezTo>
                    <a:pt x="0" y="153"/>
                    <a:pt x="0" y="190"/>
                    <a:pt x="17" y="207"/>
                  </a:cubicBezTo>
                  <a:cubicBezTo>
                    <a:pt x="37" y="240"/>
                    <a:pt x="54" y="256"/>
                    <a:pt x="87" y="256"/>
                  </a:cubicBezTo>
                  <a:cubicBezTo>
                    <a:pt x="97" y="259"/>
                    <a:pt x="107" y="261"/>
                    <a:pt x="116" y="261"/>
                  </a:cubicBezTo>
                  <a:cubicBezTo>
                    <a:pt x="171" y="261"/>
                    <a:pt x="209" y="213"/>
                    <a:pt x="223" y="153"/>
                  </a:cubicBezTo>
                  <a:cubicBezTo>
                    <a:pt x="243" y="120"/>
                    <a:pt x="223" y="87"/>
                    <a:pt x="206" y="50"/>
                  </a:cubicBezTo>
                  <a:cubicBezTo>
                    <a:pt x="206" y="50"/>
                    <a:pt x="206" y="34"/>
                    <a:pt x="190" y="34"/>
                  </a:cubicBezTo>
                  <a:cubicBezTo>
                    <a:pt x="190" y="17"/>
                    <a:pt x="173" y="17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16"/>
            <p:cNvSpPr/>
            <p:nvPr/>
          </p:nvSpPr>
          <p:spPr>
            <a:xfrm>
              <a:off x="3977100" y="2776575"/>
              <a:ext cx="5675" cy="6350"/>
            </a:xfrm>
            <a:custGeom>
              <a:avLst/>
              <a:gdLst/>
              <a:ahLst/>
              <a:cxnLst/>
              <a:rect l="l" t="t" r="r" b="b"/>
              <a:pathLst>
                <a:path w="227" h="254" extrusionOk="0">
                  <a:moveTo>
                    <a:pt x="120" y="1"/>
                  </a:moveTo>
                  <a:cubicBezTo>
                    <a:pt x="71" y="1"/>
                    <a:pt x="18" y="49"/>
                    <a:pt x="0" y="107"/>
                  </a:cubicBezTo>
                  <a:cubicBezTo>
                    <a:pt x="0" y="144"/>
                    <a:pt x="0" y="177"/>
                    <a:pt x="21" y="194"/>
                  </a:cubicBezTo>
                  <a:cubicBezTo>
                    <a:pt x="37" y="226"/>
                    <a:pt x="54" y="247"/>
                    <a:pt x="87" y="247"/>
                  </a:cubicBezTo>
                  <a:cubicBezTo>
                    <a:pt x="97" y="252"/>
                    <a:pt x="106" y="254"/>
                    <a:pt x="114" y="254"/>
                  </a:cubicBezTo>
                  <a:cubicBezTo>
                    <a:pt x="135" y="254"/>
                    <a:pt x="150" y="241"/>
                    <a:pt x="173" y="226"/>
                  </a:cubicBezTo>
                  <a:cubicBezTo>
                    <a:pt x="190" y="210"/>
                    <a:pt x="206" y="177"/>
                    <a:pt x="227" y="144"/>
                  </a:cubicBezTo>
                  <a:cubicBezTo>
                    <a:pt x="227" y="107"/>
                    <a:pt x="227" y="74"/>
                    <a:pt x="206" y="57"/>
                  </a:cubicBezTo>
                  <a:cubicBezTo>
                    <a:pt x="206" y="41"/>
                    <a:pt x="206" y="41"/>
                    <a:pt x="190" y="20"/>
                  </a:cubicBezTo>
                  <a:cubicBezTo>
                    <a:pt x="173" y="4"/>
                    <a:pt x="157" y="4"/>
                    <a:pt x="140" y="4"/>
                  </a:cubicBezTo>
                  <a:cubicBezTo>
                    <a:pt x="134" y="2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32" name="Google Shape;6432;p16"/>
          <p:cNvGrpSpPr/>
          <p:nvPr/>
        </p:nvGrpSpPr>
        <p:grpSpPr>
          <a:xfrm rot="-5400000" flipH="1">
            <a:off x="-614565" y="3908676"/>
            <a:ext cx="1830221" cy="691747"/>
            <a:chOff x="3975465" y="2465808"/>
            <a:chExt cx="434175" cy="164100"/>
          </a:xfrm>
        </p:grpSpPr>
        <p:sp>
          <p:nvSpPr>
            <p:cNvPr id="6433" name="Google Shape;6433;p16"/>
            <p:cNvSpPr/>
            <p:nvPr/>
          </p:nvSpPr>
          <p:spPr>
            <a:xfrm rot="10800000">
              <a:off x="4108640" y="2475783"/>
              <a:ext cx="6400" cy="6225"/>
            </a:xfrm>
            <a:custGeom>
              <a:avLst/>
              <a:gdLst/>
              <a:ahLst/>
              <a:cxnLst/>
              <a:rect l="l" t="t" r="r" b="b"/>
              <a:pathLst>
                <a:path w="256" h="249" extrusionOk="0">
                  <a:moveTo>
                    <a:pt x="139" y="1"/>
                  </a:moveTo>
                  <a:cubicBezTo>
                    <a:pt x="124" y="1"/>
                    <a:pt x="111" y="5"/>
                    <a:pt x="103" y="13"/>
                  </a:cubicBezTo>
                  <a:cubicBezTo>
                    <a:pt x="33" y="30"/>
                    <a:pt x="0" y="100"/>
                    <a:pt x="17" y="166"/>
                  </a:cubicBezTo>
                  <a:cubicBezTo>
                    <a:pt x="33" y="203"/>
                    <a:pt x="49" y="236"/>
                    <a:pt x="70" y="236"/>
                  </a:cubicBezTo>
                  <a:cubicBezTo>
                    <a:pt x="87" y="244"/>
                    <a:pt x="103" y="248"/>
                    <a:pt x="118" y="248"/>
                  </a:cubicBezTo>
                  <a:cubicBezTo>
                    <a:pt x="132" y="248"/>
                    <a:pt x="144" y="244"/>
                    <a:pt x="153" y="236"/>
                  </a:cubicBezTo>
                  <a:cubicBezTo>
                    <a:pt x="223" y="219"/>
                    <a:pt x="256" y="149"/>
                    <a:pt x="239" y="79"/>
                  </a:cubicBezTo>
                  <a:cubicBezTo>
                    <a:pt x="239" y="63"/>
                    <a:pt x="223" y="30"/>
                    <a:pt x="206" y="30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1" y="5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16"/>
            <p:cNvSpPr/>
            <p:nvPr/>
          </p:nvSpPr>
          <p:spPr>
            <a:xfrm rot="10800000">
              <a:off x="4224590" y="2543608"/>
              <a:ext cx="6425" cy="6325"/>
            </a:xfrm>
            <a:custGeom>
              <a:avLst/>
              <a:gdLst/>
              <a:ahLst/>
              <a:cxnLst/>
              <a:rect l="l" t="t" r="r" b="b"/>
              <a:pathLst>
                <a:path w="257" h="253" extrusionOk="0">
                  <a:moveTo>
                    <a:pt x="135" y="1"/>
                  </a:moveTo>
                  <a:cubicBezTo>
                    <a:pt x="120" y="1"/>
                    <a:pt x="104" y="5"/>
                    <a:pt x="87" y="13"/>
                  </a:cubicBezTo>
                  <a:cubicBezTo>
                    <a:pt x="34" y="34"/>
                    <a:pt x="1" y="100"/>
                    <a:pt x="17" y="170"/>
                  </a:cubicBezTo>
                  <a:cubicBezTo>
                    <a:pt x="29" y="221"/>
                    <a:pt x="61" y="253"/>
                    <a:pt x="104" y="253"/>
                  </a:cubicBezTo>
                  <a:cubicBezTo>
                    <a:pt x="119" y="253"/>
                    <a:pt x="136" y="249"/>
                    <a:pt x="153" y="240"/>
                  </a:cubicBezTo>
                  <a:cubicBezTo>
                    <a:pt x="207" y="219"/>
                    <a:pt x="256" y="153"/>
                    <a:pt x="240" y="83"/>
                  </a:cubicBezTo>
                  <a:cubicBezTo>
                    <a:pt x="223" y="67"/>
                    <a:pt x="223" y="50"/>
                    <a:pt x="207" y="34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4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16"/>
            <p:cNvSpPr/>
            <p:nvPr/>
          </p:nvSpPr>
          <p:spPr>
            <a:xfrm rot="10800000">
              <a:off x="4227590" y="2494883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0"/>
                  </a:moveTo>
                  <a:cubicBezTo>
                    <a:pt x="87" y="0"/>
                    <a:pt x="17" y="54"/>
                    <a:pt x="1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34" y="240"/>
                    <a:pt x="50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6" y="263"/>
                    <a:pt x="209" y="215"/>
                    <a:pt x="223" y="157"/>
                  </a:cubicBezTo>
                  <a:cubicBezTo>
                    <a:pt x="240" y="104"/>
                    <a:pt x="223" y="54"/>
                    <a:pt x="190" y="33"/>
                  </a:cubicBezTo>
                  <a:cubicBezTo>
                    <a:pt x="190" y="17"/>
                    <a:pt x="174" y="17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16"/>
            <p:cNvSpPr/>
            <p:nvPr/>
          </p:nvSpPr>
          <p:spPr>
            <a:xfrm rot="10800000">
              <a:off x="4237465" y="2467458"/>
              <a:ext cx="6025" cy="6500"/>
            </a:xfrm>
            <a:custGeom>
              <a:avLst/>
              <a:gdLst/>
              <a:ahLst/>
              <a:cxnLst/>
              <a:rect l="l" t="t" r="r" b="b"/>
              <a:pathLst>
                <a:path w="241" h="260" extrusionOk="0">
                  <a:moveTo>
                    <a:pt x="158" y="0"/>
                  </a:moveTo>
                  <a:cubicBezTo>
                    <a:pt x="137" y="0"/>
                    <a:pt x="104" y="0"/>
                    <a:pt x="87" y="17"/>
                  </a:cubicBezTo>
                  <a:cubicBezTo>
                    <a:pt x="54" y="33"/>
                    <a:pt x="17" y="66"/>
                    <a:pt x="17" y="120"/>
                  </a:cubicBezTo>
                  <a:cubicBezTo>
                    <a:pt x="1" y="153"/>
                    <a:pt x="17" y="190"/>
                    <a:pt x="34" y="206"/>
                  </a:cubicBezTo>
                  <a:cubicBezTo>
                    <a:pt x="34" y="239"/>
                    <a:pt x="71" y="256"/>
                    <a:pt x="104" y="256"/>
                  </a:cubicBezTo>
                  <a:cubicBezTo>
                    <a:pt x="111" y="258"/>
                    <a:pt x="118" y="259"/>
                    <a:pt x="125" y="259"/>
                  </a:cubicBezTo>
                  <a:cubicBezTo>
                    <a:pt x="170" y="259"/>
                    <a:pt x="209" y="214"/>
                    <a:pt x="224" y="153"/>
                  </a:cubicBezTo>
                  <a:lnTo>
                    <a:pt x="240" y="153"/>
                  </a:lnTo>
                  <a:cubicBezTo>
                    <a:pt x="240" y="103"/>
                    <a:pt x="224" y="50"/>
                    <a:pt x="207" y="33"/>
                  </a:cubicBezTo>
                  <a:cubicBezTo>
                    <a:pt x="191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16"/>
            <p:cNvSpPr/>
            <p:nvPr/>
          </p:nvSpPr>
          <p:spPr>
            <a:xfrm rot="10800000">
              <a:off x="4238290" y="2482083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36" y="1"/>
                  </a:moveTo>
                  <a:cubicBezTo>
                    <a:pt x="103" y="1"/>
                    <a:pt x="87" y="1"/>
                    <a:pt x="50" y="17"/>
                  </a:cubicBezTo>
                  <a:cubicBezTo>
                    <a:pt x="33" y="54"/>
                    <a:pt x="17" y="71"/>
                    <a:pt x="0" y="104"/>
                  </a:cubicBezTo>
                  <a:cubicBezTo>
                    <a:pt x="0" y="137"/>
                    <a:pt x="0" y="174"/>
                    <a:pt x="17" y="207"/>
                  </a:cubicBezTo>
                  <a:cubicBezTo>
                    <a:pt x="33" y="223"/>
                    <a:pt x="50" y="240"/>
                    <a:pt x="87" y="261"/>
                  </a:cubicBezTo>
                  <a:cubicBezTo>
                    <a:pt x="136" y="261"/>
                    <a:pt x="207" y="223"/>
                    <a:pt x="223" y="137"/>
                  </a:cubicBezTo>
                  <a:cubicBezTo>
                    <a:pt x="223" y="104"/>
                    <a:pt x="223" y="87"/>
                    <a:pt x="207" y="54"/>
                  </a:cubicBezTo>
                  <a:cubicBezTo>
                    <a:pt x="207" y="34"/>
                    <a:pt x="207" y="34"/>
                    <a:pt x="190" y="34"/>
                  </a:cubicBezTo>
                  <a:cubicBezTo>
                    <a:pt x="174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16"/>
            <p:cNvSpPr/>
            <p:nvPr/>
          </p:nvSpPr>
          <p:spPr>
            <a:xfrm rot="10800000">
              <a:off x="4235315" y="2528983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37" y="0"/>
                  </a:moveTo>
                  <a:cubicBezTo>
                    <a:pt x="121" y="0"/>
                    <a:pt x="88" y="0"/>
                    <a:pt x="55" y="17"/>
                  </a:cubicBezTo>
                  <a:cubicBezTo>
                    <a:pt x="34" y="49"/>
                    <a:pt x="17" y="70"/>
                    <a:pt x="1" y="103"/>
                  </a:cubicBezTo>
                  <a:cubicBezTo>
                    <a:pt x="1" y="136"/>
                    <a:pt x="1" y="173"/>
                    <a:pt x="17" y="206"/>
                  </a:cubicBezTo>
                  <a:cubicBezTo>
                    <a:pt x="34" y="223"/>
                    <a:pt x="55" y="239"/>
                    <a:pt x="88" y="256"/>
                  </a:cubicBezTo>
                  <a:cubicBezTo>
                    <a:pt x="137" y="256"/>
                    <a:pt x="207" y="223"/>
                    <a:pt x="224" y="136"/>
                  </a:cubicBezTo>
                  <a:cubicBezTo>
                    <a:pt x="224" y="103"/>
                    <a:pt x="224" y="87"/>
                    <a:pt x="207" y="49"/>
                  </a:cubicBezTo>
                  <a:cubicBezTo>
                    <a:pt x="207" y="33"/>
                    <a:pt x="207" y="33"/>
                    <a:pt x="191" y="33"/>
                  </a:cubicBezTo>
                  <a:cubicBezTo>
                    <a:pt x="174" y="17"/>
                    <a:pt x="158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16"/>
            <p:cNvSpPr/>
            <p:nvPr/>
          </p:nvSpPr>
          <p:spPr>
            <a:xfrm rot="10800000">
              <a:off x="4232740" y="2559658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30" y="0"/>
                  </a:moveTo>
                  <a:cubicBezTo>
                    <a:pt x="99" y="0"/>
                    <a:pt x="70" y="12"/>
                    <a:pt x="50" y="40"/>
                  </a:cubicBezTo>
                  <a:cubicBezTo>
                    <a:pt x="0" y="110"/>
                    <a:pt x="0" y="180"/>
                    <a:pt x="50" y="229"/>
                  </a:cubicBezTo>
                  <a:cubicBezTo>
                    <a:pt x="66" y="246"/>
                    <a:pt x="93" y="255"/>
                    <a:pt x="120" y="255"/>
                  </a:cubicBezTo>
                  <a:cubicBezTo>
                    <a:pt x="152" y="255"/>
                    <a:pt x="186" y="242"/>
                    <a:pt x="206" y="213"/>
                  </a:cubicBezTo>
                  <a:cubicBezTo>
                    <a:pt x="256" y="163"/>
                    <a:pt x="256" y="77"/>
                    <a:pt x="206" y="23"/>
                  </a:cubicBezTo>
                  <a:cubicBezTo>
                    <a:pt x="182" y="8"/>
                    <a:pt x="155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16"/>
            <p:cNvSpPr/>
            <p:nvPr/>
          </p:nvSpPr>
          <p:spPr>
            <a:xfrm rot="10800000">
              <a:off x="4240065" y="2545183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7" y="1"/>
                  </a:moveTo>
                  <a:cubicBezTo>
                    <a:pt x="87" y="1"/>
                    <a:pt x="17" y="50"/>
                    <a:pt x="17" y="120"/>
                  </a:cubicBezTo>
                  <a:cubicBezTo>
                    <a:pt x="1" y="153"/>
                    <a:pt x="1" y="186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97" y="258"/>
                    <a:pt x="105" y="259"/>
                    <a:pt x="114" y="259"/>
                  </a:cubicBezTo>
                  <a:cubicBezTo>
                    <a:pt x="170" y="259"/>
                    <a:pt x="209" y="214"/>
                    <a:pt x="223" y="153"/>
                  </a:cubicBezTo>
                  <a:cubicBezTo>
                    <a:pt x="240" y="120"/>
                    <a:pt x="240" y="83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16"/>
            <p:cNvSpPr/>
            <p:nvPr/>
          </p:nvSpPr>
          <p:spPr>
            <a:xfrm rot="10800000">
              <a:off x="4191915" y="2470858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34" y="0"/>
                  </a:moveTo>
                  <a:cubicBezTo>
                    <a:pt x="120" y="0"/>
                    <a:pt x="103" y="5"/>
                    <a:pt x="87" y="16"/>
                  </a:cubicBezTo>
                  <a:cubicBezTo>
                    <a:pt x="50" y="16"/>
                    <a:pt x="33" y="49"/>
                    <a:pt x="17" y="82"/>
                  </a:cubicBezTo>
                  <a:cubicBezTo>
                    <a:pt x="0" y="98"/>
                    <a:pt x="0" y="135"/>
                    <a:pt x="0" y="168"/>
                  </a:cubicBezTo>
                  <a:cubicBezTo>
                    <a:pt x="14" y="226"/>
                    <a:pt x="64" y="259"/>
                    <a:pt x="119" y="259"/>
                  </a:cubicBezTo>
                  <a:cubicBezTo>
                    <a:pt x="130" y="259"/>
                    <a:pt x="142" y="258"/>
                    <a:pt x="153" y="255"/>
                  </a:cubicBezTo>
                  <a:cubicBezTo>
                    <a:pt x="206" y="222"/>
                    <a:pt x="239" y="152"/>
                    <a:pt x="223" y="82"/>
                  </a:cubicBezTo>
                  <a:cubicBezTo>
                    <a:pt x="223" y="65"/>
                    <a:pt x="206" y="49"/>
                    <a:pt x="190" y="32"/>
                  </a:cubicBezTo>
                  <a:cubicBezTo>
                    <a:pt x="190" y="16"/>
                    <a:pt x="190" y="16"/>
                    <a:pt x="169" y="16"/>
                  </a:cubicBezTo>
                  <a:cubicBezTo>
                    <a:pt x="161" y="5"/>
                    <a:pt x="149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16"/>
            <p:cNvSpPr/>
            <p:nvPr/>
          </p:nvSpPr>
          <p:spPr>
            <a:xfrm rot="10800000">
              <a:off x="4220265" y="2525308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28" y="1"/>
                  </a:moveTo>
                  <a:cubicBezTo>
                    <a:pt x="71" y="1"/>
                    <a:pt x="17" y="49"/>
                    <a:pt x="17" y="107"/>
                  </a:cubicBezTo>
                  <a:cubicBezTo>
                    <a:pt x="0" y="144"/>
                    <a:pt x="0" y="177"/>
                    <a:pt x="33" y="210"/>
                  </a:cubicBezTo>
                  <a:cubicBezTo>
                    <a:pt x="33" y="230"/>
                    <a:pt x="66" y="247"/>
                    <a:pt x="87" y="247"/>
                  </a:cubicBezTo>
                  <a:cubicBezTo>
                    <a:pt x="97" y="252"/>
                    <a:pt x="106" y="254"/>
                    <a:pt x="116" y="254"/>
                  </a:cubicBezTo>
                  <a:cubicBezTo>
                    <a:pt x="138" y="254"/>
                    <a:pt x="158" y="242"/>
                    <a:pt x="169" y="230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23" y="74"/>
                    <a:pt x="223" y="41"/>
                  </a:cubicBezTo>
                  <a:cubicBezTo>
                    <a:pt x="207" y="41"/>
                    <a:pt x="207" y="24"/>
                    <a:pt x="207" y="24"/>
                  </a:cubicBezTo>
                  <a:cubicBezTo>
                    <a:pt x="190" y="24"/>
                    <a:pt x="190" y="24"/>
                    <a:pt x="190" y="4"/>
                  </a:cubicBezTo>
                  <a:lnTo>
                    <a:pt x="153" y="4"/>
                  </a:lnTo>
                  <a:cubicBezTo>
                    <a:pt x="145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16"/>
            <p:cNvSpPr/>
            <p:nvPr/>
          </p:nvSpPr>
          <p:spPr>
            <a:xfrm rot="10800000">
              <a:off x="4191915" y="2522158"/>
              <a:ext cx="6425" cy="6300"/>
            </a:xfrm>
            <a:custGeom>
              <a:avLst/>
              <a:gdLst/>
              <a:ahLst/>
              <a:cxnLst/>
              <a:rect l="l" t="t" r="r" b="b"/>
              <a:pathLst>
                <a:path w="257" h="252" extrusionOk="0">
                  <a:moveTo>
                    <a:pt x="136" y="1"/>
                  </a:moveTo>
                  <a:cubicBezTo>
                    <a:pt x="102" y="1"/>
                    <a:pt x="70" y="20"/>
                    <a:pt x="50" y="49"/>
                  </a:cubicBezTo>
                  <a:cubicBezTo>
                    <a:pt x="1" y="102"/>
                    <a:pt x="1" y="185"/>
                    <a:pt x="50" y="222"/>
                  </a:cubicBezTo>
                  <a:cubicBezTo>
                    <a:pt x="64" y="243"/>
                    <a:pt x="84" y="252"/>
                    <a:pt x="107" y="252"/>
                  </a:cubicBezTo>
                  <a:cubicBezTo>
                    <a:pt x="139" y="252"/>
                    <a:pt x="176" y="234"/>
                    <a:pt x="207" y="205"/>
                  </a:cubicBezTo>
                  <a:cubicBezTo>
                    <a:pt x="256" y="152"/>
                    <a:pt x="240" y="65"/>
                    <a:pt x="207" y="32"/>
                  </a:cubicBezTo>
                  <a:cubicBezTo>
                    <a:pt x="185" y="10"/>
                    <a:pt x="160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16"/>
            <p:cNvSpPr/>
            <p:nvPr/>
          </p:nvSpPr>
          <p:spPr>
            <a:xfrm rot="10800000">
              <a:off x="4194490" y="2538633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8" y="1"/>
                  </a:moveTo>
                  <a:cubicBezTo>
                    <a:pt x="97" y="1"/>
                    <a:pt x="63" y="14"/>
                    <a:pt x="33" y="44"/>
                  </a:cubicBezTo>
                  <a:cubicBezTo>
                    <a:pt x="0" y="110"/>
                    <a:pt x="0" y="180"/>
                    <a:pt x="33" y="229"/>
                  </a:cubicBezTo>
                  <a:cubicBezTo>
                    <a:pt x="57" y="246"/>
                    <a:pt x="84" y="255"/>
                    <a:pt x="111" y="255"/>
                  </a:cubicBezTo>
                  <a:cubicBezTo>
                    <a:pt x="144" y="255"/>
                    <a:pt x="177" y="242"/>
                    <a:pt x="206" y="213"/>
                  </a:cubicBezTo>
                  <a:cubicBezTo>
                    <a:pt x="239" y="147"/>
                    <a:pt x="239" y="77"/>
                    <a:pt x="190" y="23"/>
                  </a:cubicBezTo>
                  <a:cubicBezTo>
                    <a:pt x="173" y="9"/>
                    <a:pt x="152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16"/>
            <p:cNvSpPr/>
            <p:nvPr/>
          </p:nvSpPr>
          <p:spPr>
            <a:xfrm rot="10800000">
              <a:off x="4223265" y="2479633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1"/>
                  </a:moveTo>
                  <a:cubicBezTo>
                    <a:pt x="34" y="34"/>
                    <a:pt x="1" y="104"/>
                    <a:pt x="17" y="174"/>
                  </a:cubicBezTo>
                  <a:cubicBezTo>
                    <a:pt x="17" y="207"/>
                    <a:pt x="34" y="224"/>
                    <a:pt x="67" y="240"/>
                  </a:cubicBezTo>
                  <a:cubicBezTo>
                    <a:pt x="85" y="250"/>
                    <a:pt x="99" y="255"/>
                    <a:pt x="112" y="255"/>
                  </a:cubicBezTo>
                  <a:cubicBezTo>
                    <a:pt x="125" y="255"/>
                    <a:pt x="137" y="250"/>
                    <a:pt x="153" y="240"/>
                  </a:cubicBezTo>
                  <a:cubicBezTo>
                    <a:pt x="186" y="240"/>
                    <a:pt x="207" y="207"/>
                    <a:pt x="223" y="174"/>
                  </a:cubicBezTo>
                  <a:cubicBezTo>
                    <a:pt x="240" y="158"/>
                    <a:pt x="240" y="104"/>
                    <a:pt x="240" y="87"/>
                  </a:cubicBezTo>
                  <a:cubicBezTo>
                    <a:pt x="223" y="54"/>
                    <a:pt x="223" y="34"/>
                    <a:pt x="207" y="34"/>
                  </a:cubicBezTo>
                  <a:lnTo>
                    <a:pt x="186" y="17"/>
                  </a:ln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16"/>
            <p:cNvSpPr/>
            <p:nvPr/>
          </p:nvSpPr>
          <p:spPr>
            <a:xfrm rot="10800000">
              <a:off x="4219440" y="2507983"/>
              <a:ext cx="6000" cy="6275"/>
            </a:xfrm>
            <a:custGeom>
              <a:avLst/>
              <a:gdLst/>
              <a:ahLst/>
              <a:cxnLst/>
              <a:rect l="l" t="t" r="r" b="b"/>
              <a:pathLst>
                <a:path w="240" h="251" extrusionOk="0">
                  <a:moveTo>
                    <a:pt x="136" y="0"/>
                  </a:moveTo>
                  <a:cubicBezTo>
                    <a:pt x="121" y="0"/>
                    <a:pt x="103" y="4"/>
                    <a:pt x="87" y="13"/>
                  </a:cubicBezTo>
                  <a:cubicBezTo>
                    <a:pt x="54" y="13"/>
                    <a:pt x="33" y="50"/>
                    <a:pt x="17" y="66"/>
                  </a:cubicBezTo>
                  <a:cubicBezTo>
                    <a:pt x="0" y="99"/>
                    <a:pt x="0" y="132"/>
                    <a:pt x="17" y="169"/>
                  </a:cubicBezTo>
                  <a:cubicBezTo>
                    <a:pt x="17" y="202"/>
                    <a:pt x="33" y="219"/>
                    <a:pt x="70" y="235"/>
                  </a:cubicBezTo>
                  <a:cubicBezTo>
                    <a:pt x="79" y="246"/>
                    <a:pt x="91" y="251"/>
                    <a:pt x="106" y="251"/>
                  </a:cubicBezTo>
                  <a:cubicBezTo>
                    <a:pt x="121" y="251"/>
                    <a:pt x="138" y="246"/>
                    <a:pt x="157" y="235"/>
                  </a:cubicBezTo>
                  <a:cubicBezTo>
                    <a:pt x="207" y="219"/>
                    <a:pt x="240" y="153"/>
                    <a:pt x="223" y="83"/>
                  </a:cubicBezTo>
                  <a:cubicBezTo>
                    <a:pt x="223" y="50"/>
                    <a:pt x="207" y="29"/>
                    <a:pt x="207" y="29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5" y="4"/>
                    <a:pt x="152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16"/>
            <p:cNvSpPr/>
            <p:nvPr/>
          </p:nvSpPr>
          <p:spPr>
            <a:xfrm rot="10800000">
              <a:off x="4196240" y="2490433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3" y="46"/>
                    <a:pt x="0" y="116"/>
                    <a:pt x="17" y="186"/>
                  </a:cubicBezTo>
                  <a:cubicBezTo>
                    <a:pt x="17" y="219"/>
                    <a:pt x="33" y="236"/>
                    <a:pt x="70" y="252"/>
                  </a:cubicBezTo>
                  <a:cubicBezTo>
                    <a:pt x="78" y="260"/>
                    <a:pt x="91" y="265"/>
                    <a:pt x="106" y="265"/>
                  </a:cubicBezTo>
                  <a:cubicBezTo>
                    <a:pt x="121" y="265"/>
                    <a:pt x="138" y="260"/>
                    <a:pt x="157" y="252"/>
                  </a:cubicBezTo>
                  <a:cubicBezTo>
                    <a:pt x="206" y="236"/>
                    <a:pt x="239" y="149"/>
                    <a:pt x="239" y="83"/>
                  </a:cubicBezTo>
                  <a:cubicBezTo>
                    <a:pt x="223" y="63"/>
                    <a:pt x="223" y="46"/>
                    <a:pt x="206" y="30"/>
                  </a:cubicBezTo>
                  <a:cubicBezTo>
                    <a:pt x="190" y="30"/>
                    <a:pt x="190" y="30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16"/>
            <p:cNvSpPr/>
            <p:nvPr/>
          </p:nvSpPr>
          <p:spPr>
            <a:xfrm rot="10800000">
              <a:off x="4187190" y="2567783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8" y="0"/>
                  </a:moveTo>
                  <a:cubicBezTo>
                    <a:pt x="95" y="0"/>
                    <a:pt x="61" y="13"/>
                    <a:pt x="34" y="40"/>
                  </a:cubicBezTo>
                  <a:cubicBezTo>
                    <a:pt x="17" y="56"/>
                    <a:pt x="17" y="77"/>
                    <a:pt x="17" y="94"/>
                  </a:cubicBezTo>
                  <a:cubicBezTo>
                    <a:pt x="1" y="143"/>
                    <a:pt x="17" y="197"/>
                    <a:pt x="34" y="230"/>
                  </a:cubicBezTo>
                  <a:cubicBezTo>
                    <a:pt x="53" y="249"/>
                    <a:pt x="80" y="257"/>
                    <a:pt x="105" y="257"/>
                  </a:cubicBezTo>
                  <a:cubicBezTo>
                    <a:pt x="123" y="257"/>
                    <a:pt x="140" y="253"/>
                    <a:pt x="153" y="246"/>
                  </a:cubicBezTo>
                  <a:cubicBezTo>
                    <a:pt x="170" y="230"/>
                    <a:pt x="186" y="230"/>
                    <a:pt x="207" y="213"/>
                  </a:cubicBezTo>
                  <a:cubicBezTo>
                    <a:pt x="240" y="143"/>
                    <a:pt x="240" y="77"/>
                    <a:pt x="207" y="23"/>
                  </a:cubicBezTo>
                  <a:cubicBezTo>
                    <a:pt x="183" y="9"/>
                    <a:pt x="155" y="0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16"/>
            <p:cNvSpPr/>
            <p:nvPr/>
          </p:nvSpPr>
          <p:spPr>
            <a:xfrm rot="10800000">
              <a:off x="4123590" y="2538358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57" y="1"/>
                  </a:moveTo>
                  <a:cubicBezTo>
                    <a:pt x="87" y="1"/>
                    <a:pt x="38" y="54"/>
                    <a:pt x="17" y="120"/>
                  </a:cubicBezTo>
                  <a:cubicBezTo>
                    <a:pt x="1" y="157"/>
                    <a:pt x="17" y="190"/>
                    <a:pt x="38" y="207"/>
                  </a:cubicBezTo>
                  <a:cubicBezTo>
                    <a:pt x="38" y="244"/>
                    <a:pt x="71" y="260"/>
                    <a:pt x="104" y="260"/>
                  </a:cubicBezTo>
                  <a:cubicBezTo>
                    <a:pt x="120" y="260"/>
                    <a:pt x="157" y="260"/>
                    <a:pt x="190" y="244"/>
                  </a:cubicBezTo>
                  <a:cubicBezTo>
                    <a:pt x="207" y="223"/>
                    <a:pt x="223" y="190"/>
                    <a:pt x="244" y="157"/>
                  </a:cubicBezTo>
                  <a:cubicBezTo>
                    <a:pt x="244" y="120"/>
                    <a:pt x="244" y="87"/>
                    <a:pt x="223" y="54"/>
                  </a:cubicBezTo>
                  <a:lnTo>
                    <a:pt x="207" y="38"/>
                  </a:lnTo>
                  <a:cubicBezTo>
                    <a:pt x="190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16"/>
            <p:cNvSpPr/>
            <p:nvPr/>
          </p:nvSpPr>
          <p:spPr>
            <a:xfrm rot="10800000">
              <a:off x="4115440" y="2492908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37" y="0"/>
                  </a:moveTo>
                  <a:cubicBezTo>
                    <a:pt x="120" y="0"/>
                    <a:pt x="83" y="0"/>
                    <a:pt x="67" y="17"/>
                  </a:cubicBezTo>
                  <a:cubicBezTo>
                    <a:pt x="34" y="33"/>
                    <a:pt x="17" y="70"/>
                    <a:pt x="1" y="103"/>
                  </a:cubicBezTo>
                  <a:cubicBezTo>
                    <a:pt x="1" y="136"/>
                    <a:pt x="1" y="173"/>
                    <a:pt x="17" y="206"/>
                  </a:cubicBezTo>
                  <a:cubicBezTo>
                    <a:pt x="34" y="223"/>
                    <a:pt x="50" y="239"/>
                    <a:pt x="83" y="256"/>
                  </a:cubicBezTo>
                  <a:cubicBezTo>
                    <a:pt x="137" y="256"/>
                    <a:pt x="186" y="223"/>
                    <a:pt x="224" y="153"/>
                  </a:cubicBezTo>
                  <a:lnTo>
                    <a:pt x="224" y="136"/>
                  </a:lnTo>
                  <a:cubicBezTo>
                    <a:pt x="224" y="103"/>
                    <a:pt x="224" y="50"/>
                    <a:pt x="186" y="33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16"/>
            <p:cNvSpPr/>
            <p:nvPr/>
          </p:nvSpPr>
          <p:spPr>
            <a:xfrm rot="10800000">
              <a:off x="4112865" y="2600608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57" y="0"/>
                  </a:moveTo>
                  <a:cubicBezTo>
                    <a:pt x="87" y="0"/>
                    <a:pt x="37" y="33"/>
                    <a:pt x="21" y="104"/>
                  </a:cubicBezTo>
                  <a:cubicBezTo>
                    <a:pt x="0" y="137"/>
                    <a:pt x="21" y="174"/>
                    <a:pt x="37" y="207"/>
                  </a:cubicBezTo>
                  <a:cubicBezTo>
                    <a:pt x="37" y="240"/>
                    <a:pt x="70" y="260"/>
                    <a:pt x="103" y="260"/>
                  </a:cubicBezTo>
                  <a:cubicBezTo>
                    <a:pt x="157" y="260"/>
                    <a:pt x="227" y="223"/>
                    <a:pt x="244" y="157"/>
                  </a:cubicBezTo>
                  <a:cubicBezTo>
                    <a:pt x="244" y="120"/>
                    <a:pt x="244" y="87"/>
                    <a:pt x="227" y="54"/>
                  </a:cubicBezTo>
                  <a:lnTo>
                    <a:pt x="206" y="33"/>
                  </a:lnTo>
                  <a:cubicBezTo>
                    <a:pt x="190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16"/>
            <p:cNvSpPr/>
            <p:nvPr/>
          </p:nvSpPr>
          <p:spPr>
            <a:xfrm rot="10800000">
              <a:off x="4110690" y="2585058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46" y="0"/>
                  </a:moveTo>
                  <a:cubicBezTo>
                    <a:pt x="111" y="0"/>
                    <a:pt x="73" y="19"/>
                    <a:pt x="54" y="51"/>
                  </a:cubicBezTo>
                  <a:cubicBezTo>
                    <a:pt x="0" y="100"/>
                    <a:pt x="0" y="187"/>
                    <a:pt x="54" y="236"/>
                  </a:cubicBezTo>
                  <a:cubicBezTo>
                    <a:pt x="75" y="252"/>
                    <a:pt x="99" y="261"/>
                    <a:pt x="123" y="261"/>
                  </a:cubicBezTo>
                  <a:cubicBezTo>
                    <a:pt x="156" y="261"/>
                    <a:pt x="187" y="244"/>
                    <a:pt x="207" y="203"/>
                  </a:cubicBezTo>
                  <a:cubicBezTo>
                    <a:pt x="260" y="154"/>
                    <a:pt x="260" y="67"/>
                    <a:pt x="207" y="30"/>
                  </a:cubicBezTo>
                  <a:cubicBezTo>
                    <a:pt x="193" y="10"/>
                    <a:pt x="170" y="0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16"/>
            <p:cNvSpPr/>
            <p:nvPr/>
          </p:nvSpPr>
          <p:spPr>
            <a:xfrm rot="10800000">
              <a:off x="4110690" y="2537783"/>
              <a:ext cx="6525" cy="6400"/>
            </a:xfrm>
            <a:custGeom>
              <a:avLst/>
              <a:gdLst/>
              <a:ahLst/>
              <a:cxnLst/>
              <a:rect l="l" t="t" r="r" b="b"/>
              <a:pathLst>
                <a:path w="261" h="256" extrusionOk="0">
                  <a:moveTo>
                    <a:pt x="144" y="0"/>
                  </a:moveTo>
                  <a:cubicBezTo>
                    <a:pt x="114" y="0"/>
                    <a:pt x="81" y="14"/>
                    <a:pt x="54" y="43"/>
                  </a:cubicBezTo>
                  <a:cubicBezTo>
                    <a:pt x="0" y="113"/>
                    <a:pt x="17" y="179"/>
                    <a:pt x="54" y="232"/>
                  </a:cubicBezTo>
                  <a:cubicBezTo>
                    <a:pt x="71" y="249"/>
                    <a:pt x="87" y="249"/>
                    <a:pt x="104" y="249"/>
                  </a:cubicBezTo>
                  <a:cubicBezTo>
                    <a:pt x="112" y="253"/>
                    <a:pt x="123" y="255"/>
                    <a:pt x="133" y="255"/>
                  </a:cubicBezTo>
                  <a:cubicBezTo>
                    <a:pt x="163" y="255"/>
                    <a:pt x="195" y="240"/>
                    <a:pt x="207" y="216"/>
                  </a:cubicBezTo>
                  <a:cubicBezTo>
                    <a:pt x="240" y="162"/>
                    <a:pt x="260" y="113"/>
                    <a:pt x="240" y="76"/>
                  </a:cubicBezTo>
                  <a:cubicBezTo>
                    <a:pt x="240" y="59"/>
                    <a:pt x="223" y="43"/>
                    <a:pt x="207" y="26"/>
                  </a:cubicBezTo>
                  <a:cubicBezTo>
                    <a:pt x="192" y="9"/>
                    <a:pt x="169" y="0"/>
                    <a:pt x="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16"/>
            <p:cNvSpPr/>
            <p:nvPr/>
          </p:nvSpPr>
          <p:spPr>
            <a:xfrm rot="10800000">
              <a:off x="4116365" y="2507783"/>
              <a:ext cx="5600" cy="6350"/>
            </a:xfrm>
            <a:custGeom>
              <a:avLst/>
              <a:gdLst/>
              <a:ahLst/>
              <a:cxnLst/>
              <a:rect l="l" t="t" r="r" b="b"/>
              <a:pathLst>
                <a:path w="224" h="254" extrusionOk="0">
                  <a:moveTo>
                    <a:pt x="120" y="1"/>
                  </a:moveTo>
                  <a:cubicBezTo>
                    <a:pt x="101" y="1"/>
                    <a:pt x="78" y="12"/>
                    <a:pt x="54" y="24"/>
                  </a:cubicBezTo>
                  <a:cubicBezTo>
                    <a:pt x="38" y="45"/>
                    <a:pt x="17" y="78"/>
                    <a:pt x="1" y="111"/>
                  </a:cubicBezTo>
                  <a:cubicBezTo>
                    <a:pt x="1" y="148"/>
                    <a:pt x="1" y="181"/>
                    <a:pt x="17" y="197"/>
                  </a:cubicBezTo>
                  <a:cubicBezTo>
                    <a:pt x="38" y="230"/>
                    <a:pt x="54" y="251"/>
                    <a:pt x="87" y="251"/>
                  </a:cubicBezTo>
                  <a:cubicBezTo>
                    <a:pt x="96" y="253"/>
                    <a:pt x="104" y="254"/>
                    <a:pt x="112" y="254"/>
                  </a:cubicBezTo>
                  <a:cubicBezTo>
                    <a:pt x="169" y="254"/>
                    <a:pt x="209" y="206"/>
                    <a:pt x="223" y="148"/>
                  </a:cubicBezTo>
                  <a:cubicBezTo>
                    <a:pt x="223" y="111"/>
                    <a:pt x="223" y="78"/>
                    <a:pt x="207" y="61"/>
                  </a:cubicBezTo>
                  <a:cubicBezTo>
                    <a:pt x="207" y="45"/>
                    <a:pt x="207" y="45"/>
                    <a:pt x="190" y="24"/>
                  </a:cubicBezTo>
                  <a:cubicBezTo>
                    <a:pt x="174" y="8"/>
                    <a:pt x="157" y="8"/>
                    <a:pt x="141" y="8"/>
                  </a:cubicBezTo>
                  <a:cubicBezTo>
                    <a:pt x="135" y="3"/>
                    <a:pt x="128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16"/>
            <p:cNvSpPr/>
            <p:nvPr/>
          </p:nvSpPr>
          <p:spPr>
            <a:xfrm rot="10800000">
              <a:off x="4112865" y="2554633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1" y="1"/>
                  </a:moveTo>
                  <a:cubicBezTo>
                    <a:pt x="103" y="1"/>
                    <a:pt x="77" y="13"/>
                    <a:pt x="54" y="24"/>
                  </a:cubicBezTo>
                  <a:cubicBezTo>
                    <a:pt x="37" y="41"/>
                    <a:pt x="21" y="78"/>
                    <a:pt x="0" y="111"/>
                  </a:cubicBezTo>
                  <a:cubicBezTo>
                    <a:pt x="0" y="144"/>
                    <a:pt x="0" y="181"/>
                    <a:pt x="21" y="197"/>
                  </a:cubicBezTo>
                  <a:cubicBezTo>
                    <a:pt x="37" y="230"/>
                    <a:pt x="54" y="247"/>
                    <a:pt x="87" y="247"/>
                  </a:cubicBezTo>
                  <a:cubicBezTo>
                    <a:pt x="97" y="250"/>
                    <a:pt x="107" y="251"/>
                    <a:pt x="117" y="251"/>
                  </a:cubicBezTo>
                  <a:cubicBezTo>
                    <a:pt x="171" y="251"/>
                    <a:pt x="210" y="204"/>
                    <a:pt x="227" y="144"/>
                  </a:cubicBezTo>
                  <a:cubicBezTo>
                    <a:pt x="244" y="111"/>
                    <a:pt x="227" y="78"/>
                    <a:pt x="206" y="61"/>
                  </a:cubicBezTo>
                  <a:cubicBezTo>
                    <a:pt x="206" y="41"/>
                    <a:pt x="206" y="41"/>
                    <a:pt x="190" y="24"/>
                  </a:cubicBezTo>
                  <a:cubicBezTo>
                    <a:pt x="190" y="8"/>
                    <a:pt x="174" y="8"/>
                    <a:pt x="141" y="8"/>
                  </a:cubicBezTo>
                  <a:cubicBezTo>
                    <a:pt x="136" y="3"/>
                    <a:pt x="129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16"/>
            <p:cNvSpPr/>
            <p:nvPr/>
          </p:nvSpPr>
          <p:spPr>
            <a:xfrm rot="10800000">
              <a:off x="4244290" y="2497858"/>
              <a:ext cx="6100" cy="6375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31" y="1"/>
                  </a:moveTo>
                  <a:cubicBezTo>
                    <a:pt x="98" y="1"/>
                    <a:pt x="65" y="13"/>
                    <a:pt x="38" y="40"/>
                  </a:cubicBezTo>
                  <a:cubicBezTo>
                    <a:pt x="1" y="110"/>
                    <a:pt x="1" y="181"/>
                    <a:pt x="38" y="230"/>
                  </a:cubicBezTo>
                  <a:cubicBezTo>
                    <a:pt x="54" y="247"/>
                    <a:pt x="71" y="247"/>
                    <a:pt x="87" y="247"/>
                  </a:cubicBezTo>
                  <a:cubicBezTo>
                    <a:pt x="97" y="252"/>
                    <a:pt x="109" y="255"/>
                    <a:pt x="120" y="255"/>
                  </a:cubicBezTo>
                  <a:cubicBezTo>
                    <a:pt x="150" y="255"/>
                    <a:pt x="183" y="237"/>
                    <a:pt x="207" y="214"/>
                  </a:cubicBezTo>
                  <a:cubicBezTo>
                    <a:pt x="244" y="164"/>
                    <a:pt x="244" y="110"/>
                    <a:pt x="227" y="77"/>
                  </a:cubicBezTo>
                  <a:cubicBezTo>
                    <a:pt x="227" y="61"/>
                    <a:pt x="207" y="40"/>
                    <a:pt x="207" y="24"/>
                  </a:cubicBezTo>
                  <a:cubicBezTo>
                    <a:pt x="185" y="9"/>
                    <a:pt x="158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16"/>
            <p:cNvSpPr/>
            <p:nvPr/>
          </p:nvSpPr>
          <p:spPr>
            <a:xfrm rot="10800000">
              <a:off x="4250365" y="2468883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41" y="0"/>
                  </a:moveTo>
                  <a:cubicBezTo>
                    <a:pt x="125" y="0"/>
                    <a:pt x="112" y="4"/>
                    <a:pt x="104" y="13"/>
                  </a:cubicBezTo>
                  <a:cubicBezTo>
                    <a:pt x="33" y="50"/>
                    <a:pt x="1" y="116"/>
                    <a:pt x="17" y="186"/>
                  </a:cubicBezTo>
                  <a:cubicBezTo>
                    <a:pt x="33" y="219"/>
                    <a:pt x="54" y="235"/>
                    <a:pt x="71" y="256"/>
                  </a:cubicBezTo>
                  <a:cubicBezTo>
                    <a:pt x="87" y="264"/>
                    <a:pt x="104" y="268"/>
                    <a:pt x="119" y="268"/>
                  </a:cubicBezTo>
                  <a:cubicBezTo>
                    <a:pt x="133" y="268"/>
                    <a:pt x="147" y="264"/>
                    <a:pt x="157" y="256"/>
                  </a:cubicBezTo>
                  <a:cubicBezTo>
                    <a:pt x="190" y="235"/>
                    <a:pt x="207" y="219"/>
                    <a:pt x="223" y="186"/>
                  </a:cubicBezTo>
                  <a:cubicBezTo>
                    <a:pt x="240" y="153"/>
                    <a:pt x="240" y="116"/>
                    <a:pt x="240" y="83"/>
                  </a:cubicBezTo>
                  <a:cubicBezTo>
                    <a:pt x="240" y="66"/>
                    <a:pt x="223" y="50"/>
                    <a:pt x="207" y="29"/>
                  </a:cubicBezTo>
                  <a:lnTo>
                    <a:pt x="190" y="13"/>
                  </a:lnTo>
                  <a:cubicBezTo>
                    <a:pt x="174" y="4"/>
                    <a:pt x="156" y="0"/>
                    <a:pt x="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16"/>
            <p:cNvSpPr/>
            <p:nvPr/>
          </p:nvSpPr>
          <p:spPr>
            <a:xfrm rot="10800000">
              <a:off x="4245615" y="2512833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29" y="0"/>
                  </a:moveTo>
                  <a:cubicBezTo>
                    <a:pt x="74" y="0"/>
                    <a:pt x="31" y="49"/>
                    <a:pt x="17" y="107"/>
                  </a:cubicBezTo>
                  <a:cubicBezTo>
                    <a:pt x="0" y="144"/>
                    <a:pt x="17" y="177"/>
                    <a:pt x="17" y="210"/>
                  </a:cubicBezTo>
                  <a:cubicBezTo>
                    <a:pt x="33" y="226"/>
                    <a:pt x="70" y="247"/>
                    <a:pt x="87" y="247"/>
                  </a:cubicBezTo>
                  <a:cubicBezTo>
                    <a:pt x="96" y="251"/>
                    <a:pt x="106" y="253"/>
                    <a:pt x="115" y="253"/>
                  </a:cubicBezTo>
                  <a:cubicBezTo>
                    <a:pt x="138" y="253"/>
                    <a:pt x="159" y="241"/>
                    <a:pt x="173" y="226"/>
                  </a:cubicBezTo>
                  <a:cubicBezTo>
                    <a:pt x="206" y="210"/>
                    <a:pt x="223" y="177"/>
                    <a:pt x="223" y="144"/>
                  </a:cubicBezTo>
                  <a:cubicBezTo>
                    <a:pt x="239" y="107"/>
                    <a:pt x="239" y="74"/>
                    <a:pt x="223" y="57"/>
                  </a:cubicBezTo>
                  <a:cubicBezTo>
                    <a:pt x="206" y="41"/>
                    <a:pt x="206" y="41"/>
                    <a:pt x="206" y="20"/>
                  </a:cubicBezTo>
                  <a:cubicBezTo>
                    <a:pt x="190" y="3"/>
                    <a:pt x="173" y="3"/>
                    <a:pt x="153" y="3"/>
                  </a:cubicBezTo>
                  <a:cubicBezTo>
                    <a:pt x="145" y="1"/>
                    <a:pt x="137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16"/>
            <p:cNvSpPr/>
            <p:nvPr/>
          </p:nvSpPr>
          <p:spPr>
            <a:xfrm rot="10800000">
              <a:off x="4252015" y="2485933"/>
              <a:ext cx="6100" cy="6450"/>
            </a:xfrm>
            <a:custGeom>
              <a:avLst/>
              <a:gdLst/>
              <a:ahLst/>
              <a:cxnLst/>
              <a:rect l="l" t="t" r="r" b="b"/>
              <a:pathLst>
                <a:path w="244" h="258" extrusionOk="0">
                  <a:moveTo>
                    <a:pt x="134" y="1"/>
                  </a:moveTo>
                  <a:cubicBezTo>
                    <a:pt x="103" y="1"/>
                    <a:pt x="67" y="20"/>
                    <a:pt x="38" y="49"/>
                  </a:cubicBezTo>
                  <a:cubicBezTo>
                    <a:pt x="21" y="65"/>
                    <a:pt x="21" y="82"/>
                    <a:pt x="21" y="102"/>
                  </a:cubicBezTo>
                  <a:cubicBezTo>
                    <a:pt x="0" y="152"/>
                    <a:pt x="0" y="205"/>
                    <a:pt x="38" y="238"/>
                  </a:cubicBezTo>
                  <a:cubicBezTo>
                    <a:pt x="57" y="248"/>
                    <a:pt x="82" y="257"/>
                    <a:pt x="107" y="257"/>
                  </a:cubicBezTo>
                  <a:cubicBezTo>
                    <a:pt x="126" y="257"/>
                    <a:pt x="143" y="252"/>
                    <a:pt x="157" y="238"/>
                  </a:cubicBezTo>
                  <a:cubicBezTo>
                    <a:pt x="174" y="238"/>
                    <a:pt x="190" y="222"/>
                    <a:pt x="207" y="205"/>
                  </a:cubicBezTo>
                  <a:cubicBezTo>
                    <a:pt x="244" y="152"/>
                    <a:pt x="244" y="65"/>
                    <a:pt x="190" y="32"/>
                  </a:cubicBezTo>
                  <a:cubicBezTo>
                    <a:pt x="176" y="10"/>
                    <a:pt x="15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16"/>
            <p:cNvSpPr/>
            <p:nvPr/>
          </p:nvSpPr>
          <p:spPr>
            <a:xfrm rot="10800000">
              <a:off x="4247790" y="2561883"/>
              <a:ext cx="5575" cy="4850"/>
            </a:xfrm>
            <a:custGeom>
              <a:avLst/>
              <a:gdLst/>
              <a:ahLst/>
              <a:cxnLst/>
              <a:rect l="l" t="t" r="r" b="b"/>
              <a:pathLst>
                <a:path w="223" h="194" extrusionOk="0">
                  <a:moveTo>
                    <a:pt x="17" y="1"/>
                  </a:moveTo>
                  <a:cubicBezTo>
                    <a:pt x="17" y="17"/>
                    <a:pt x="17" y="34"/>
                    <a:pt x="0" y="34"/>
                  </a:cubicBezTo>
                  <a:cubicBezTo>
                    <a:pt x="0" y="67"/>
                    <a:pt x="0" y="104"/>
                    <a:pt x="17" y="137"/>
                  </a:cubicBezTo>
                  <a:cubicBezTo>
                    <a:pt x="37" y="170"/>
                    <a:pt x="54" y="190"/>
                    <a:pt x="87" y="190"/>
                  </a:cubicBezTo>
                  <a:cubicBezTo>
                    <a:pt x="95" y="192"/>
                    <a:pt x="104" y="193"/>
                    <a:pt x="112" y="193"/>
                  </a:cubicBezTo>
                  <a:cubicBezTo>
                    <a:pt x="169" y="193"/>
                    <a:pt x="208" y="145"/>
                    <a:pt x="223" y="87"/>
                  </a:cubicBezTo>
                  <a:lnTo>
                    <a:pt x="2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16"/>
            <p:cNvSpPr/>
            <p:nvPr/>
          </p:nvSpPr>
          <p:spPr>
            <a:xfrm rot="10800000">
              <a:off x="4249015" y="2527308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27" y="1"/>
                  </a:moveTo>
                  <a:cubicBezTo>
                    <a:pt x="115" y="1"/>
                    <a:pt x="101" y="6"/>
                    <a:pt x="83" y="16"/>
                  </a:cubicBezTo>
                  <a:cubicBezTo>
                    <a:pt x="50" y="33"/>
                    <a:pt x="33" y="49"/>
                    <a:pt x="17" y="82"/>
                  </a:cubicBezTo>
                  <a:cubicBezTo>
                    <a:pt x="0" y="119"/>
                    <a:pt x="0" y="152"/>
                    <a:pt x="0" y="185"/>
                  </a:cubicBezTo>
                  <a:cubicBezTo>
                    <a:pt x="12" y="237"/>
                    <a:pt x="51" y="268"/>
                    <a:pt x="99" y="268"/>
                  </a:cubicBezTo>
                  <a:cubicBezTo>
                    <a:pt x="116" y="268"/>
                    <a:pt x="134" y="264"/>
                    <a:pt x="153" y="255"/>
                  </a:cubicBezTo>
                  <a:cubicBezTo>
                    <a:pt x="206" y="239"/>
                    <a:pt x="239" y="152"/>
                    <a:pt x="223" y="82"/>
                  </a:cubicBezTo>
                  <a:cubicBezTo>
                    <a:pt x="223" y="66"/>
                    <a:pt x="206" y="49"/>
                    <a:pt x="186" y="33"/>
                  </a:cubicBezTo>
                  <a:lnTo>
                    <a:pt x="169" y="16"/>
                  </a:lnTo>
                  <a:cubicBezTo>
                    <a:pt x="153" y="6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16"/>
            <p:cNvSpPr/>
            <p:nvPr/>
          </p:nvSpPr>
          <p:spPr>
            <a:xfrm rot="10800000">
              <a:off x="4253340" y="2547008"/>
              <a:ext cx="6025" cy="6325"/>
            </a:xfrm>
            <a:custGeom>
              <a:avLst/>
              <a:gdLst/>
              <a:ahLst/>
              <a:cxnLst/>
              <a:rect l="l" t="t" r="r" b="b"/>
              <a:pathLst>
                <a:path w="241" h="253" extrusionOk="0">
                  <a:moveTo>
                    <a:pt x="135" y="1"/>
                  </a:moveTo>
                  <a:cubicBezTo>
                    <a:pt x="121" y="1"/>
                    <a:pt x="104" y="5"/>
                    <a:pt x="88" y="13"/>
                  </a:cubicBezTo>
                  <a:cubicBezTo>
                    <a:pt x="34" y="29"/>
                    <a:pt x="1" y="116"/>
                    <a:pt x="17" y="170"/>
                  </a:cubicBezTo>
                  <a:cubicBezTo>
                    <a:pt x="17" y="203"/>
                    <a:pt x="34" y="236"/>
                    <a:pt x="71" y="252"/>
                  </a:cubicBezTo>
                  <a:lnTo>
                    <a:pt x="153" y="252"/>
                  </a:lnTo>
                  <a:cubicBezTo>
                    <a:pt x="207" y="219"/>
                    <a:pt x="240" y="149"/>
                    <a:pt x="224" y="83"/>
                  </a:cubicBezTo>
                  <a:cubicBezTo>
                    <a:pt x="224" y="67"/>
                    <a:pt x="224" y="46"/>
                    <a:pt x="207" y="29"/>
                  </a:cubicBezTo>
                  <a:cubicBezTo>
                    <a:pt x="191" y="13"/>
                    <a:pt x="191" y="13"/>
                    <a:pt x="174" y="13"/>
                  </a:cubicBezTo>
                  <a:cubicBezTo>
                    <a:pt x="164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16"/>
            <p:cNvSpPr/>
            <p:nvPr/>
          </p:nvSpPr>
          <p:spPr>
            <a:xfrm rot="10800000">
              <a:off x="4257165" y="2501158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38" y="0"/>
                  </a:moveTo>
                  <a:cubicBezTo>
                    <a:pt x="123" y="0"/>
                    <a:pt x="105" y="5"/>
                    <a:pt x="87" y="13"/>
                  </a:cubicBezTo>
                  <a:cubicBezTo>
                    <a:pt x="37" y="29"/>
                    <a:pt x="0" y="99"/>
                    <a:pt x="21" y="165"/>
                  </a:cubicBezTo>
                  <a:cubicBezTo>
                    <a:pt x="21" y="202"/>
                    <a:pt x="37" y="235"/>
                    <a:pt x="70" y="235"/>
                  </a:cubicBezTo>
                  <a:cubicBezTo>
                    <a:pt x="79" y="244"/>
                    <a:pt x="92" y="248"/>
                    <a:pt x="107" y="248"/>
                  </a:cubicBezTo>
                  <a:cubicBezTo>
                    <a:pt x="123" y="248"/>
                    <a:pt x="140" y="244"/>
                    <a:pt x="157" y="235"/>
                  </a:cubicBezTo>
                  <a:cubicBezTo>
                    <a:pt x="190" y="235"/>
                    <a:pt x="206" y="202"/>
                    <a:pt x="227" y="186"/>
                  </a:cubicBezTo>
                  <a:cubicBezTo>
                    <a:pt x="244" y="149"/>
                    <a:pt x="244" y="116"/>
                    <a:pt x="227" y="83"/>
                  </a:cubicBezTo>
                  <a:cubicBezTo>
                    <a:pt x="227" y="62"/>
                    <a:pt x="227" y="46"/>
                    <a:pt x="206" y="29"/>
                  </a:cubicBezTo>
                  <a:cubicBezTo>
                    <a:pt x="190" y="13"/>
                    <a:pt x="190" y="13"/>
                    <a:pt x="173" y="13"/>
                  </a:cubicBezTo>
                  <a:cubicBezTo>
                    <a:pt x="165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16"/>
            <p:cNvSpPr/>
            <p:nvPr/>
          </p:nvSpPr>
          <p:spPr>
            <a:xfrm rot="10800000">
              <a:off x="4232740" y="2512183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41" y="0"/>
                  </a:moveTo>
                  <a:cubicBezTo>
                    <a:pt x="107" y="0"/>
                    <a:pt x="71" y="19"/>
                    <a:pt x="50" y="50"/>
                  </a:cubicBezTo>
                  <a:cubicBezTo>
                    <a:pt x="0" y="99"/>
                    <a:pt x="0" y="186"/>
                    <a:pt x="50" y="223"/>
                  </a:cubicBezTo>
                  <a:cubicBezTo>
                    <a:pt x="66" y="239"/>
                    <a:pt x="87" y="239"/>
                    <a:pt x="103" y="256"/>
                  </a:cubicBezTo>
                  <a:cubicBezTo>
                    <a:pt x="136" y="256"/>
                    <a:pt x="169" y="239"/>
                    <a:pt x="206" y="202"/>
                  </a:cubicBezTo>
                  <a:cubicBezTo>
                    <a:pt x="239" y="169"/>
                    <a:pt x="256" y="120"/>
                    <a:pt x="239" y="66"/>
                  </a:cubicBezTo>
                  <a:cubicBezTo>
                    <a:pt x="223" y="50"/>
                    <a:pt x="223" y="33"/>
                    <a:pt x="206" y="33"/>
                  </a:cubicBezTo>
                  <a:cubicBezTo>
                    <a:pt x="190" y="10"/>
                    <a:pt x="166" y="0"/>
                    <a:pt x="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16"/>
            <p:cNvSpPr/>
            <p:nvPr/>
          </p:nvSpPr>
          <p:spPr>
            <a:xfrm rot="10800000">
              <a:off x="4163165" y="2468783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8" y="1"/>
                  </a:moveTo>
                  <a:cubicBezTo>
                    <a:pt x="71" y="1"/>
                    <a:pt x="17" y="49"/>
                    <a:pt x="17" y="107"/>
                  </a:cubicBezTo>
                  <a:cubicBezTo>
                    <a:pt x="0" y="160"/>
                    <a:pt x="17" y="193"/>
                    <a:pt x="33" y="210"/>
                  </a:cubicBezTo>
                  <a:cubicBezTo>
                    <a:pt x="50" y="247"/>
                    <a:pt x="71" y="247"/>
                    <a:pt x="87" y="263"/>
                  </a:cubicBezTo>
                  <a:cubicBezTo>
                    <a:pt x="120" y="263"/>
                    <a:pt x="153" y="263"/>
                    <a:pt x="174" y="226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40" y="90"/>
                    <a:pt x="223" y="57"/>
                  </a:cubicBezTo>
                  <a:cubicBezTo>
                    <a:pt x="207" y="41"/>
                    <a:pt x="207" y="41"/>
                    <a:pt x="207" y="20"/>
                  </a:cubicBezTo>
                  <a:lnTo>
                    <a:pt x="190" y="20"/>
                  </a:lnTo>
                  <a:cubicBezTo>
                    <a:pt x="174" y="4"/>
                    <a:pt x="153" y="4"/>
                    <a:pt x="153" y="4"/>
                  </a:cubicBezTo>
                  <a:cubicBezTo>
                    <a:pt x="145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16"/>
            <p:cNvSpPr/>
            <p:nvPr/>
          </p:nvSpPr>
          <p:spPr>
            <a:xfrm rot="10800000">
              <a:off x="4158415" y="2561558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9" y="0"/>
                  </a:moveTo>
                  <a:cubicBezTo>
                    <a:pt x="124" y="0"/>
                    <a:pt x="111" y="4"/>
                    <a:pt x="103" y="13"/>
                  </a:cubicBezTo>
                  <a:cubicBezTo>
                    <a:pt x="33" y="33"/>
                    <a:pt x="0" y="99"/>
                    <a:pt x="17" y="169"/>
                  </a:cubicBezTo>
                  <a:cubicBezTo>
                    <a:pt x="17" y="202"/>
                    <a:pt x="50" y="239"/>
                    <a:pt x="66" y="239"/>
                  </a:cubicBezTo>
                  <a:cubicBezTo>
                    <a:pt x="103" y="256"/>
                    <a:pt x="120" y="256"/>
                    <a:pt x="153" y="256"/>
                  </a:cubicBezTo>
                  <a:cubicBezTo>
                    <a:pt x="190" y="239"/>
                    <a:pt x="206" y="202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6"/>
                    <a:pt x="223" y="50"/>
                    <a:pt x="206" y="33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1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16"/>
            <p:cNvSpPr/>
            <p:nvPr/>
          </p:nvSpPr>
          <p:spPr>
            <a:xfrm rot="10800000">
              <a:off x="4151515" y="2527158"/>
              <a:ext cx="5600" cy="6475"/>
            </a:xfrm>
            <a:custGeom>
              <a:avLst/>
              <a:gdLst/>
              <a:ahLst/>
              <a:cxnLst/>
              <a:rect l="l" t="t" r="r" b="b"/>
              <a:pathLst>
                <a:path w="224" h="259" extrusionOk="0">
                  <a:moveTo>
                    <a:pt x="104" y="0"/>
                  </a:moveTo>
                  <a:cubicBezTo>
                    <a:pt x="67" y="17"/>
                    <a:pt x="17" y="50"/>
                    <a:pt x="1" y="103"/>
                  </a:cubicBezTo>
                  <a:cubicBezTo>
                    <a:pt x="1" y="136"/>
                    <a:pt x="1" y="169"/>
                    <a:pt x="17" y="206"/>
                  </a:cubicBezTo>
                  <a:cubicBezTo>
                    <a:pt x="34" y="239"/>
                    <a:pt x="50" y="256"/>
                    <a:pt x="83" y="256"/>
                  </a:cubicBezTo>
                  <a:cubicBezTo>
                    <a:pt x="90" y="258"/>
                    <a:pt x="98" y="259"/>
                    <a:pt x="105" y="259"/>
                  </a:cubicBezTo>
                  <a:cubicBezTo>
                    <a:pt x="154" y="259"/>
                    <a:pt x="209" y="214"/>
                    <a:pt x="224" y="153"/>
                  </a:cubicBezTo>
                  <a:lnTo>
                    <a:pt x="224" y="120"/>
                  </a:lnTo>
                  <a:cubicBezTo>
                    <a:pt x="224" y="83"/>
                    <a:pt x="207" y="50"/>
                    <a:pt x="186" y="33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16"/>
            <p:cNvSpPr/>
            <p:nvPr/>
          </p:nvSpPr>
          <p:spPr>
            <a:xfrm rot="10800000">
              <a:off x="4165740" y="2532083"/>
              <a:ext cx="6425" cy="6600"/>
            </a:xfrm>
            <a:custGeom>
              <a:avLst/>
              <a:gdLst/>
              <a:ahLst/>
              <a:cxnLst/>
              <a:rect l="l" t="t" r="r" b="b"/>
              <a:pathLst>
                <a:path w="257" h="264" extrusionOk="0">
                  <a:moveTo>
                    <a:pt x="140" y="0"/>
                  </a:moveTo>
                  <a:cubicBezTo>
                    <a:pt x="125" y="0"/>
                    <a:pt x="112" y="4"/>
                    <a:pt x="104" y="12"/>
                  </a:cubicBezTo>
                  <a:cubicBezTo>
                    <a:pt x="34" y="45"/>
                    <a:pt x="1" y="116"/>
                    <a:pt x="17" y="181"/>
                  </a:cubicBezTo>
                  <a:cubicBezTo>
                    <a:pt x="34" y="219"/>
                    <a:pt x="50" y="235"/>
                    <a:pt x="67" y="252"/>
                  </a:cubicBezTo>
                  <a:cubicBezTo>
                    <a:pt x="85" y="260"/>
                    <a:pt x="103" y="264"/>
                    <a:pt x="118" y="264"/>
                  </a:cubicBezTo>
                  <a:cubicBezTo>
                    <a:pt x="133" y="264"/>
                    <a:pt x="145" y="260"/>
                    <a:pt x="153" y="252"/>
                  </a:cubicBezTo>
                  <a:cubicBezTo>
                    <a:pt x="224" y="219"/>
                    <a:pt x="257" y="149"/>
                    <a:pt x="240" y="78"/>
                  </a:cubicBezTo>
                  <a:cubicBezTo>
                    <a:pt x="240" y="62"/>
                    <a:pt x="224" y="45"/>
                    <a:pt x="207" y="29"/>
                  </a:cubicBezTo>
                  <a:lnTo>
                    <a:pt x="191" y="12"/>
                  </a:lnTo>
                  <a:cubicBezTo>
                    <a:pt x="172" y="4"/>
                    <a:pt x="155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16"/>
            <p:cNvSpPr/>
            <p:nvPr/>
          </p:nvSpPr>
          <p:spPr>
            <a:xfrm rot="10800000">
              <a:off x="4199640" y="2553808"/>
              <a:ext cx="6425" cy="6650"/>
            </a:xfrm>
            <a:custGeom>
              <a:avLst/>
              <a:gdLst/>
              <a:ahLst/>
              <a:cxnLst/>
              <a:rect l="l" t="t" r="r" b="b"/>
              <a:pathLst>
                <a:path w="257" h="266" extrusionOk="0">
                  <a:moveTo>
                    <a:pt x="144" y="0"/>
                  </a:moveTo>
                  <a:cubicBezTo>
                    <a:pt x="108" y="0"/>
                    <a:pt x="70" y="17"/>
                    <a:pt x="50" y="59"/>
                  </a:cubicBezTo>
                  <a:cubicBezTo>
                    <a:pt x="0" y="108"/>
                    <a:pt x="0" y="195"/>
                    <a:pt x="50" y="228"/>
                  </a:cubicBezTo>
                  <a:cubicBezTo>
                    <a:pt x="66" y="249"/>
                    <a:pt x="83" y="249"/>
                    <a:pt x="104" y="265"/>
                  </a:cubicBezTo>
                  <a:cubicBezTo>
                    <a:pt x="137" y="265"/>
                    <a:pt x="170" y="249"/>
                    <a:pt x="207" y="211"/>
                  </a:cubicBezTo>
                  <a:cubicBezTo>
                    <a:pt x="240" y="178"/>
                    <a:pt x="256" y="125"/>
                    <a:pt x="240" y="75"/>
                  </a:cubicBezTo>
                  <a:cubicBezTo>
                    <a:pt x="223" y="59"/>
                    <a:pt x="223" y="42"/>
                    <a:pt x="207" y="22"/>
                  </a:cubicBezTo>
                  <a:cubicBezTo>
                    <a:pt x="192" y="8"/>
                    <a:pt x="168" y="0"/>
                    <a:pt x="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16"/>
            <p:cNvSpPr/>
            <p:nvPr/>
          </p:nvSpPr>
          <p:spPr>
            <a:xfrm rot="10800000">
              <a:off x="4163565" y="2512708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34" y="1"/>
                  </a:moveTo>
                  <a:cubicBezTo>
                    <a:pt x="100" y="1"/>
                    <a:pt x="65" y="19"/>
                    <a:pt x="34" y="50"/>
                  </a:cubicBezTo>
                  <a:cubicBezTo>
                    <a:pt x="1" y="100"/>
                    <a:pt x="1" y="186"/>
                    <a:pt x="34" y="219"/>
                  </a:cubicBezTo>
                  <a:cubicBezTo>
                    <a:pt x="57" y="242"/>
                    <a:pt x="82" y="252"/>
                    <a:pt x="107" y="252"/>
                  </a:cubicBezTo>
                  <a:cubicBezTo>
                    <a:pt x="141" y="252"/>
                    <a:pt x="176" y="233"/>
                    <a:pt x="207" y="203"/>
                  </a:cubicBezTo>
                  <a:cubicBezTo>
                    <a:pt x="240" y="153"/>
                    <a:pt x="240" y="67"/>
                    <a:pt x="207" y="34"/>
                  </a:cubicBezTo>
                  <a:cubicBezTo>
                    <a:pt x="184" y="11"/>
                    <a:pt x="159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16"/>
            <p:cNvSpPr/>
            <p:nvPr/>
          </p:nvSpPr>
          <p:spPr>
            <a:xfrm rot="10800000">
              <a:off x="4162740" y="2576933"/>
              <a:ext cx="6025" cy="6250"/>
            </a:xfrm>
            <a:custGeom>
              <a:avLst/>
              <a:gdLst/>
              <a:ahLst/>
              <a:cxnLst/>
              <a:rect l="l" t="t" r="r" b="b"/>
              <a:pathLst>
                <a:path w="241" h="250" extrusionOk="0">
                  <a:moveTo>
                    <a:pt x="118" y="0"/>
                  </a:moveTo>
                  <a:cubicBezTo>
                    <a:pt x="71" y="0"/>
                    <a:pt x="15" y="48"/>
                    <a:pt x="1" y="106"/>
                  </a:cubicBezTo>
                  <a:cubicBezTo>
                    <a:pt x="1" y="143"/>
                    <a:pt x="1" y="176"/>
                    <a:pt x="17" y="193"/>
                  </a:cubicBezTo>
                  <a:cubicBezTo>
                    <a:pt x="34" y="230"/>
                    <a:pt x="55" y="246"/>
                    <a:pt x="88" y="246"/>
                  </a:cubicBezTo>
                  <a:cubicBezTo>
                    <a:pt x="96" y="248"/>
                    <a:pt x="105" y="249"/>
                    <a:pt x="113" y="249"/>
                  </a:cubicBezTo>
                  <a:cubicBezTo>
                    <a:pt x="169" y="249"/>
                    <a:pt x="209" y="201"/>
                    <a:pt x="224" y="143"/>
                  </a:cubicBezTo>
                  <a:cubicBezTo>
                    <a:pt x="240" y="90"/>
                    <a:pt x="224" y="57"/>
                    <a:pt x="191" y="24"/>
                  </a:cubicBezTo>
                  <a:cubicBezTo>
                    <a:pt x="191" y="3"/>
                    <a:pt x="174" y="3"/>
                    <a:pt x="137" y="3"/>
                  </a:cubicBezTo>
                  <a:cubicBezTo>
                    <a:pt x="131" y="1"/>
                    <a:pt x="124" y="0"/>
                    <a:pt x="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16"/>
            <p:cNvSpPr/>
            <p:nvPr/>
          </p:nvSpPr>
          <p:spPr>
            <a:xfrm rot="10800000">
              <a:off x="4127090" y="2552883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5" y="1"/>
                  </a:moveTo>
                  <a:cubicBezTo>
                    <a:pt x="120" y="1"/>
                    <a:pt x="104" y="5"/>
                    <a:pt x="87" y="13"/>
                  </a:cubicBezTo>
                  <a:cubicBezTo>
                    <a:pt x="50" y="29"/>
                    <a:pt x="33" y="46"/>
                    <a:pt x="17" y="79"/>
                  </a:cubicBezTo>
                  <a:cubicBezTo>
                    <a:pt x="1" y="116"/>
                    <a:pt x="1" y="149"/>
                    <a:pt x="17" y="182"/>
                  </a:cubicBezTo>
                  <a:cubicBezTo>
                    <a:pt x="31" y="226"/>
                    <a:pt x="69" y="256"/>
                    <a:pt x="120" y="256"/>
                  </a:cubicBezTo>
                  <a:cubicBezTo>
                    <a:pt x="130" y="256"/>
                    <a:pt x="141" y="255"/>
                    <a:pt x="153" y="252"/>
                  </a:cubicBezTo>
                  <a:cubicBezTo>
                    <a:pt x="207" y="219"/>
                    <a:pt x="240" y="149"/>
                    <a:pt x="223" y="79"/>
                  </a:cubicBezTo>
                  <a:cubicBezTo>
                    <a:pt x="223" y="62"/>
                    <a:pt x="207" y="46"/>
                    <a:pt x="207" y="29"/>
                  </a:cubicBezTo>
                  <a:cubicBezTo>
                    <a:pt x="190" y="29"/>
                    <a:pt x="190" y="13"/>
                    <a:pt x="174" y="13"/>
                  </a:cubicBezTo>
                  <a:cubicBezTo>
                    <a:pt x="163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16"/>
            <p:cNvSpPr/>
            <p:nvPr/>
          </p:nvSpPr>
          <p:spPr>
            <a:xfrm rot="10800000">
              <a:off x="4130065" y="2511508"/>
              <a:ext cx="6025" cy="6175"/>
            </a:xfrm>
            <a:custGeom>
              <a:avLst/>
              <a:gdLst/>
              <a:ahLst/>
              <a:cxnLst/>
              <a:rect l="l" t="t" r="r" b="b"/>
              <a:pathLst>
                <a:path w="241" h="247" extrusionOk="0">
                  <a:moveTo>
                    <a:pt x="135" y="0"/>
                  </a:moveTo>
                  <a:cubicBezTo>
                    <a:pt x="100" y="0"/>
                    <a:pt x="65" y="18"/>
                    <a:pt x="34" y="47"/>
                  </a:cubicBezTo>
                  <a:cubicBezTo>
                    <a:pt x="34" y="63"/>
                    <a:pt x="17" y="84"/>
                    <a:pt x="17" y="100"/>
                  </a:cubicBezTo>
                  <a:cubicBezTo>
                    <a:pt x="1" y="150"/>
                    <a:pt x="17" y="187"/>
                    <a:pt x="34" y="220"/>
                  </a:cubicBezTo>
                  <a:cubicBezTo>
                    <a:pt x="53" y="239"/>
                    <a:pt x="80" y="247"/>
                    <a:pt x="105" y="247"/>
                  </a:cubicBezTo>
                  <a:cubicBezTo>
                    <a:pt x="123" y="247"/>
                    <a:pt x="140" y="243"/>
                    <a:pt x="153" y="236"/>
                  </a:cubicBezTo>
                  <a:cubicBezTo>
                    <a:pt x="170" y="236"/>
                    <a:pt x="191" y="220"/>
                    <a:pt x="207" y="203"/>
                  </a:cubicBezTo>
                  <a:cubicBezTo>
                    <a:pt x="240" y="150"/>
                    <a:pt x="240" y="63"/>
                    <a:pt x="207" y="30"/>
                  </a:cubicBezTo>
                  <a:cubicBezTo>
                    <a:pt x="185" y="9"/>
                    <a:pt x="160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16"/>
            <p:cNvSpPr/>
            <p:nvPr/>
          </p:nvSpPr>
          <p:spPr>
            <a:xfrm rot="10800000">
              <a:off x="4172540" y="2549483"/>
              <a:ext cx="5700" cy="6300"/>
            </a:xfrm>
            <a:custGeom>
              <a:avLst/>
              <a:gdLst/>
              <a:ahLst/>
              <a:cxnLst/>
              <a:rect l="l" t="t" r="r" b="b"/>
              <a:pathLst>
                <a:path w="228" h="252" extrusionOk="0">
                  <a:moveTo>
                    <a:pt x="119" y="1"/>
                  </a:moveTo>
                  <a:cubicBezTo>
                    <a:pt x="102" y="1"/>
                    <a:pt x="82" y="8"/>
                    <a:pt x="71" y="8"/>
                  </a:cubicBezTo>
                  <a:cubicBezTo>
                    <a:pt x="38" y="24"/>
                    <a:pt x="21" y="62"/>
                    <a:pt x="1" y="111"/>
                  </a:cubicBezTo>
                  <a:cubicBezTo>
                    <a:pt x="1" y="144"/>
                    <a:pt x="1" y="181"/>
                    <a:pt x="21" y="198"/>
                  </a:cubicBezTo>
                  <a:cubicBezTo>
                    <a:pt x="38" y="231"/>
                    <a:pt x="54" y="247"/>
                    <a:pt x="87" y="247"/>
                  </a:cubicBezTo>
                  <a:cubicBezTo>
                    <a:pt x="95" y="250"/>
                    <a:pt x="103" y="252"/>
                    <a:pt x="111" y="252"/>
                  </a:cubicBezTo>
                  <a:cubicBezTo>
                    <a:pt x="156" y="252"/>
                    <a:pt x="196" y="207"/>
                    <a:pt x="227" y="165"/>
                  </a:cubicBezTo>
                  <a:lnTo>
                    <a:pt x="227" y="144"/>
                  </a:lnTo>
                  <a:cubicBezTo>
                    <a:pt x="227" y="95"/>
                    <a:pt x="227" y="62"/>
                    <a:pt x="190" y="24"/>
                  </a:cubicBezTo>
                  <a:cubicBezTo>
                    <a:pt x="174" y="8"/>
                    <a:pt x="157" y="8"/>
                    <a:pt x="141" y="8"/>
                  </a:cubicBezTo>
                  <a:cubicBezTo>
                    <a:pt x="135" y="2"/>
                    <a:pt x="128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16"/>
            <p:cNvSpPr/>
            <p:nvPr/>
          </p:nvSpPr>
          <p:spPr>
            <a:xfrm rot="10800000">
              <a:off x="4128315" y="2494558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49" y="0"/>
                  </a:moveTo>
                  <a:cubicBezTo>
                    <a:pt x="136" y="0"/>
                    <a:pt x="123" y="4"/>
                    <a:pt x="104" y="12"/>
                  </a:cubicBezTo>
                  <a:cubicBezTo>
                    <a:pt x="38" y="33"/>
                    <a:pt x="1" y="116"/>
                    <a:pt x="22" y="169"/>
                  </a:cubicBezTo>
                  <a:cubicBezTo>
                    <a:pt x="38" y="202"/>
                    <a:pt x="55" y="239"/>
                    <a:pt x="71" y="239"/>
                  </a:cubicBezTo>
                  <a:cubicBezTo>
                    <a:pt x="104" y="256"/>
                    <a:pt x="141" y="256"/>
                    <a:pt x="158" y="256"/>
                  </a:cubicBezTo>
                  <a:cubicBezTo>
                    <a:pt x="191" y="239"/>
                    <a:pt x="207" y="202"/>
                    <a:pt x="228" y="186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44" y="66"/>
                    <a:pt x="228" y="50"/>
                    <a:pt x="207" y="33"/>
                  </a:cubicBezTo>
                  <a:cubicBezTo>
                    <a:pt x="207" y="12"/>
                    <a:pt x="191" y="12"/>
                    <a:pt x="191" y="12"/>
                  </a:cubicBezTo>
                  <a:cubicBezTo>
                    <a:pt x="174" y="4"/>
                    <a:pt x="162" y="0"/>
                    <a:pt x="1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16"/>
            <p:cNvSpPr/>
            <p:nvPr/>
          </p:nvSpPr>
          <p:spPr>
            <a:xfrm rot="10800000">
              <a:off x="4150690" y="2481783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87" y="0"/>
                    <a:pt x="50" y="17"/>
                    <a:pt x="33" y="54"/>
                  </a:cubicBezTo>
                  <a:cubicBezTo>
                    <a:pt x="17" y="70"/>
                    <a:pt x="0" y="103"/>
                    <a:pt x="0" y="120"/>
                  </a:cubicBezTo>
                  <a:cubicBezTo>
                    <a:pt x="0" y="173"/>
                    <a:pt x="17" y="206"/>
                    <a:pt x="33" y="223"/>
                  </a:cubicBezTo>
                  <a:cubicBezTo>
                    <a:pt x="56" y="246"/>
                    <a:pt x="81" y="256"/>
                    <a:pt x="106" y="256"/>
                  </a:cubicBezTo>
                  <a:cubicBezTo>
                    <a:pt x="141" y="256"/>
                    <a:pt x="176" y="237"/>
                    <a:pt x="207" y="206"/>
                  </a:cubicBezTo>
                  <a:cubicBezTo>
                    <a:pt x="239" y="157"/>
                    <a:pt x="239" y="70"/>
                    <a:pt x="190" y="17"/>
                  </a:cubicBezTo>
                  <a:cubicBezTo>
                    <a:pt x="169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16"/>
            <p:cNvSpPr/>
            <p:nvPr/>
          </p:nvSpPr>
          <p:spPr>
            <a:xfrm rot="10800000">
              <a:off x="4154515" y="2589908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7" y="0"/>
                  </a:moveTo>
                  <a:cubicBezTo>
                    <a:pt x="121" y="0"/>
                    <a:pt x="104" y="5"/>
                    <a:pt x="87" y="13"/>
                  </a:cubicBezTo>
                  <a:cubicBezTo>
                    <a:pt x="71" y="13"/>
                    <a:pt x="38" y="50"/>
                    <a:pt x="17" y="83"/>
                  </a:cubicBezTo>
                  <a:cubicBezTo>
                    <a:pt x="1" y="116"/>
                    <a:pt x="1" y="153"/>
                    <a:pt x="17" y="169"/>
                  </a:cubicBezTo>
                  <a:cubicBezTo>
                    <a:pt x="17" y="202"/>
                    <a:pt x="38" y="240"/>
                    <a:pt x="71" y="240"/>
                  </a:cubicBezTo>
                  <a:cubicBezTo>
                    <a:pt x="87" y="256"/>
                    <a:pt x="120" y="256"/>
                    <a:pt x="157" y="256"/>
                  </a:cubicBezTo>
                  <a:cubicBezTo>
                    <a:pt x="207" y="219"/>
                    <a:pt x="244" y="153"/>
                    <a:pt x="223" y="83"/>
                  </a:cubicBezTo>
                  <a:cubicBezTo>
                    <a:pt x="223" y="66"/>
                    <a:pt x="207" y="50"/>
                    <a:pt x="207" y="33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6" y="5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16"/>
            <p:cNvSpPr/>
            <p:nvPr/>
          </p:nvSpPr>
          <p:spPr>
            <a:xfrm rot="10800000">
              <a:off x="4155840" y="2545183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1"/>
                  </a:moveTo>
                  <a:cubicBezTo>
                    <a:pt x="87" y="1"/>
                    <a:pt x="33" y="50"/>
                    <a:pt x="17" y="120"/>
                  </a:cubicBezTo>
                  <a:cubicBezTo>
                    <a:pt x="0" y="153"/>
                    <a:pt x="17" y="186"/>
                    <a:pt x="33" y="207"/>
                  </a:cubicBezTo>
                  <a:cubicBezTo>
                    <a:pt x="33" y="240"/>
                    <a:pt x="66" y="256"/>
                    <a:pt x="103" y="256"/>
                  </a:cubicBezTo>
                  <a:cubicBezTo>
                    <a:pt x="110" y="258"/>
                    <a:pt x="117" y="259"/>
                    <a:pt x="124" y="259"/>
                  </a:cubicBezTo>
                  <a:cubicBezTo>
                    <a:pt x="170" y="259"/>
                    <a:pt x="225" y="214"/>
                    <a:pt x="239" y="153"/>
                  </a:cubicBezTo>
                  <a:cubicBezTo>
                    <a:pt x="239" y="120"/>
                    <a:pt x="239" y="83"/>
                    <a:pt x="223" y="50"/>
                  </a:cubicBezTo>
                  <a:lnTo>
                    <a:pt x="206" y="34"/>
                  </a:lnTo>
                  <a:cubicBezTo>
                    <a:pt x="190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16"/>
            <p:cNvSpPr/>
            <p:nvPr/>
          </p:nvSpPr>
          <p:spPr>
            <a:xfrm rot="10800000">
              <a:off x="4146765" y="2573433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58" y="1"/>
                  </a:moveTo>
                  <a:cubicBezTo>
                    <a:pt x="87" y="1"/>
                    <a:pt x="17" y="50"/>
                    <a:pt x="17" y="120"/>
                  </a:cubicBezTo>
                  <a:cubicBezTo>
                    <a:pt x="1" y="153"/>
                    <a:pt x="1" y="186"/>
                    <a:pt x="17" y="207"/>
                  </a:cubicBezTo>
                  <a:cubicBezTo>
                    <a:pt x="38" y="240"/>
                    <a:pt x="71" y="256"/>
                    <a:pt x="87" y="256"/>
                  </a:cubicBezTo>
                  <a:cubicBezTo>
                    <a:pt x="97" y="261"/>
                    <a:pt x="107" y="263"/>
                    <a:pt x="117" y="263"/>
                  </a:cubicBezTo>
                  <a:cubicBezTo>
                    <a:pt x="140" y="263"/>
                    <a:pt x="162" y="252"/>
                    <a:pt x="174" y="240"/>
                  </a:cubicBezTo>
                  <a:cubicBezTo>
                    <a:pt x="207" y="223"/>
                    <a:pt x="224" y="186"/>
                    <a:pt x="224" y="153"/>
                  </a:cubicBezTo>
                  <a:cubicBezTo>
                    <a:pt x="244" y="120"/>
                    <a:pt x="244" y="83"/>
                    <a:pt x="224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1" y="17"/>
                    <a:pt x="174" y="17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16"/>
            <p:cNvSpPr/>
            <p:nvPr/>
          </p:nvSpPr>
          <p:spPr>
            <a:xfrm rot="10800000">
              <a:off x="4167390" y="2487083"/>
              <a:ext cx="6525" cy="6575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41" y="1"/>
                  </a:moveTo>
                  <a:cubicBezTo>
                    <a:pt x="126" y="1"/>
                    <a:pt x="112" y="5"/>
                    <a:pt x="104" y="13"/>
                  </a:cubicBezTo>
                  <a:cubicBezTo>
                    <a:pt x="34" y="50"/>
                    <a:pt x="1" y="116"/>
                    <a:pt x="17" y="186"/>
                  </a:cubicBezTo>
                  <a:cubicBezTo>
                    <a:pt x="30" y="240"/>
                    <a:pt x="74" y="262"/>
                    <a:pt x="118" y="262"/>
                  </a:cubicBezTo>
                  <a:cubicBezTo>
                    <a:pt x="132" y="262"/>
                    <a:pt x="145" y="260"/>
                    <a:pt x="158" y="256"/>
                  </a:cubicBezTo>
                  <a:cubicBezTo>
                    <a:pt x="223" y="219"/>
                    <a:pt x="261" y="153"/>
                    <a:pt x="240" y="83"/>
                  </a:cubicBezTo>
                  <a:cubicBezTo>
                    <a:pt x="223" y="67"/>
                    <a:pt x="223" y="50"/>
                    <a:pt x="207" y="30"/>
                  </a:cubicBezTo>
                  <a:cubicBezTo>
                    <a:pt x="190" y="30"/>
                    <a:pt x="190" y="13"/>
                    <a:pt x="190" y="13"/>
                  </a:cubicBezTo>
                  <a:cubicBezTo>
                    <a:pt x="174" y="5"/>
                    <a:pt x="156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16"/>
            <p:cNvSpPr/>
            <p:nvPr/>
          </p:nvSpPr>
          <p:spPr>
            <a:xfrm rot="10800000">
              <a:off x="4207790" y="2538208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1" y="0"/>
                  </a:moveTo>
                  <a:cubicBezTo>
                    <a:pt x="122" y="0"/>
                    <a:pt x="113" y="2"/>
                    <a:pt x="103" y="7"/>
                  </a:cubicBezTo>
                  <a:cubicBezTo>
                    <a:pt x="83" y="7"/>
                    <a:pt x="50" y="28"/>
                    <a:pt x="33" y="44"/>
                  </a:cubicBezTo>
                  <a:cubicBezTo>
                    <a:pt x="17" y="77"/>
                    <a:pt x="0" y="94"/>
                    <a:pt x="0" y="131"/>
                  </a:cubicBezTo>
                  <a:cubicBezTo>
                    <a:pt x="0" y="164"/>
                    <a:pt x="17" y="197"/>
                    <a:pt x="33" y="234"/>
                  </a:cubicBezTo>
                  <a:cubicBezTo>
                    <a:pt x="55" y="248"/>
                    <a:pt x="81" y="257"/>
                    <a:pt x="107" y="257"/>
                  </a:cubicBezTo>
                  <a:cubicBezTo>
                    <a:pt x="141" y="257"/>
                    <a:pt x="176" y="243"/>
                    <a:pt x="206" y="213"/>
                  </a:cubicBezTo>
                  <a:cubicBezTo>
                    <a:pt x="239" y="147"/>
                    <a:pt x="239" y="77"/>
                    <a:pt x="186" y="28"/>
                  </a:cubicBezTo>
                  <a:cubicBezTo>
                    <a:pt x="174" y="13"/>
                    <a:pt x="154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16"/>
            <p:cNvSpPr/>
            <p:nvPr/>
          </p:nvSpPr>
          <p:spPr>
            <a:xfrm rot="10800000">
              <a:off x="4213365" y="2554158"/>
              <a:ext cx="6100" cy="6250"/>
            </a:xfrm>
            <a:custGeom>
              <a:avLst/>
              <a:gdLst/>
              <a:ahLst/>
              <a:cxnLst/>
              <a:rect l="l" t="t" r="r" b="b"/>
              <a:pathLst>
                <a:path w="244" h="250" extrusionOk="0">
                  <a:moveTo>
                    <a:pt x="131" y="0"/>
                  </a:moveTo>
                  <a:cubicBezTo>
                    <a:pt x="72" y="0"/>
                    <a:pt x="21" y="49"/>
                    <a:pt x="21" y="106"/>
                  </a:cubicBezTo>
                  <a:cubicBezTo>
                    <a:pt x="1" y="143"/>
                    <a:pt x="1" y="176"/>
                    <a:pt x="21" y="193"/>
                  </a:cubicBezTo>
                  <a:cubicBezTo>
                    <a:pt x="38" y="226"/>
                    <a:pt x="71" y="247"/>
                    <a:pt x="87" y="247"/>
                  </a:cubicBezTo>
                  <a:cubicBezTo>
                    <a:pt x="96" y="249"/>
                    <a:pt x="104" y="250"/>
                    <a:pt x="112" y="250"/>
                  </a:cubicBezTo>
                  <a:cubicBezTo>
                    <a:pt x="169" y="250"/>
                    <a:pt x="209" y="201"/>
                    <a:pt x="227" y="143"/>
                  </a:cubicBezTo>
                  <a:cubicBezTo>
                    <a:pt x="244" y="106"/>
                    <a:pt x="227" y="73"/>
                    <a:pt x="227" y="57"/>
                  </a:cubicBezTo>
                  <a:cubicBezTo>
                    <a:pt x="207" y="40"/>
                    <a:pt x="207" y="40"/>
                    <a:pt x="207" y="20"/>
                  </a:cubicBezTo>
                  <a:cubicBezTo>
                    <a:pt x="190" y="3"/>
                    <a:pt x="174" y="3"/>
                    <a:pt x="157" y="3"/>
                  </a:cubicBezTo>
                  <a:cubicBezTo>
                    <a:pt x="148" y="1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16"/>
            <p:cNvSpPr/>
            <p:nvPr/>
          </p:nvSpPr>
          <p:spPr>
            <a:xfrm rot="10800000">
              <a:off x="4206965" y="2465808"/>
              <a:ext cx="3425" cy="425"/>
            </a:xfrm>
            <a:custGeom>
              <a:avLst/>
              <a:gdLst/>
              <a:ahLst/>
              <a:cxnLst/>
              <a:rect l="l" t="t" r="r" b="b"/>
              <a:pathLst>
                <a:path w="137" h="17" extrusionOk="0">
                  <a:moveTo>
                    <a:pt x="87" y="0"/>
                  </a:moveTo>
                  <a:cubicBezTo>
                    <a:pt x="50" y="0"/>
                    <a:pt x="33" y="0"/>
                    <a:pt x="0" y="17"/>
                  </a:cubicBezTo>
                  <a:lnTo>
                    <a:pt x="136" y="17"/>
                  </a:lnTo>
                  <a:cubicBezTo>
                    <a:pt x="120" y="17"/>
                    <a:pt x="103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16"/>
            <p:cNvSpPr/>
            <p:nvPr/>
          </p:nvSpPr>
          <p:spPr>
            <a:xfrm rot="10800000">
              <a:off x="4206040" y="2521258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5" y="45"/>
                    <a:pt x="17" y="106"/>
                  </a:cubicBezTo>
                  <a:cubicBezTo>
                    <a:pt x="0" y="139"/>
                    <a:pt x="0" y="176"/>
                    <a:pt x="17" y="209"/>
                  </a:cubicBezTo>
                  <a:cubicBezTo>
                    <a:pt x="37" y="226"/>
                    <a:pt x="70" y="242"/>
                    <a:pt x="87" y="259"/>
                  </a:cubicBezTo>
                  <a:cubicBezTo>
                    <a:pt x="157" y="259"/>
                    <a:pt x="206" y="209"/>
                    <a:pt x="223" y="139"/>
                  </a:cubicBezTo>
                  <a:cubicBezTo>
                    <a:pt x="243" y="106"/>
                    <a:pt x="243" y="73"/>
                    <a:pt x="223" y="53"/>
                  </a:cubicBezTo>
                  <a:cubicBezTo>
                    <a:pt x="206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16"/>
            <p:cNvSpPr/>
            <p:nvPr/>
          </p:nvSpPr>
          <p:spPr>
            <a:xfrm rot="10800000">
              <a:off x="4205215" y="2505583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3" y="1"/>
                  </a:moveTo>
                  <a:cubicBezTo>
                    <a:pt x="86" y="1"/>
                    <a:pt x="31" y="46"/>
                    <a:pt x="17" y="107"/>
                  </a:cubicBezTo>
                  <a:cubicBezTo>
                    <a:pt x="0" y="177"/>
                    <a:pt x="33" y="243"/>
                    <a:pt x="103" y="243"/>
                  </a:cubicBezTo>
                  <a:cubicBezTo>
                    <a:pt x="113" y="249"/>
                    <a:pt x="122" y="252"/>
                    <a:pt x="129" y="252"/>
                  </a:cubicBezTo>
                  <a:cubicBezTo>
                    <a:pt x="148" y="252"/>
                    <a:pt x="163" y="238"/>
                    <a:pt x="186" y="227"/>
                  </a:cubicBezTo>
                  <a:cubicBezTo>
                    <a:pt x="206" y="210"/>
                    <a:pt x="223" y="177"/>
                    <a:pt x="239" y="140"/>
                  </a:cubicBezTo>
                  <a:cubicBezTo>
                    <a:pt x="239" y="107"/>
                    <a:pt x="239" y="74"/>
                    <a:pt x="223" y="58"/>
                  </a:cubicBezTo>
                  <a:cubicBezTo>
                    <a:pt x="223" y="37"/>
                    <a:pt x="223" y="37"/>
                    <a:pt x="206" y="21"/>
                  </a:cubicBezTo>
                  <a:cubicBezTo>
                    <a:pt x="186" y="4"/>
                    <a:pt x="169" y="4"/>
                    <a:pt x="153" y="4"/>
                  </a:cubicBezTo>
                  <a:cubicBezTo>
                    <a:pt x="146" y="2"/>
                    <a:pt x="140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16"/>
            <p:cNvSpPr/>
            <p:nvPr/>
          </p:nvSpPr>
          <p:spPr>
            <a:xfrm rot="10800000">
              <a:off x="4211715" y="2491558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7" y="1"/>
                  </a:moveTo>
                  <a:cubicBezTo>
                    <a:pt x="87" y="1"/>
                    <a:pt x="17" y="38"/>
                    <a:pt x="1" y="124"/>
                  </a:cubicBezTo>
                  <a:cubicBezTo>
                    <a:pt x="1" y="141"/>
                    <a:pt x="1" y="174"/>
                    <a:pt x="17" y="207"/>
                  </a:cubicBezTo>
                  <a:cubicBezTo>
                    <a:pt x="34" y="244"/>
                    <a:pt x="71" y="260"/>
                    <a:pt x="87" y="260"/>
                  </a:cubicBezTo>
                  <a:cubicBezTo>
                    <a:pt x="120" y="260"/>
                    <a:pt x="157" y="260"/>
                    <a:pt x="174" y="244"/>
                  </a:cubicBezTo>
                  <a:cubicBezTo>
                    <a:pt x="207" y="207"/>
                    <a:pt x="223" y="190"/>
                    <a:pt x="223" y="157"/>
                  </a:cubicBezTo>
                  <a:cubicBezTo>
                    <a:pt x="240" y="124"/>
                    <a:pt x="223" y="87"/>
                    <a:pt x="223" y="54"/>
                  </a:cubicBezTo>
                  <a:cubicBezTo>
                    <a:pt x="207" y="54"/>
                    <a:pt x="207" y="38"/>
                    <a:pt x="190" y="38"/>
                  </a:cubicBezTo>
                  <a:cubicBezTo>
                    <a:pt x="190" y="21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16"/>
            <p:cNvSpPr/>
            <p:nvPr/>
          </p:nvSpPr>
          <p:spPr>
            <a:xfrm rot="10800000">
              <a:off x="4208215" y="2476933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15" y="1"/>
                  </a:moveTo>
                  <a:cubicBezTo>
                    <a:pt x="66" y="1"/>
                    <a:pt x="15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7"/>
                    <a:pt x="50" y="264"/>
                    <a:pt x="83" y="264"/>
                  </a:cubicBezTo>
                  <a:cubicBezTo>
                    <a:pt x="120" y="264"/>
                    <a:pt x="136" y="264"/>
                    <a:pt x="169" y="227"/>
                  </a:cubicBezTo>
                  <a:cubicBezTo>
                    <a:pt x="186" y="210"/>
                    <a:pt x="223" y="194"/>
                    <a:pt x="223" y="161"/>
                  </a:cubicBezTo>
                  <a:cubicBezTo>
                    <a:pt x="223" y="124"/>
                    <a:pt x="223" y="91"/>
                    <a:pt x="206" y="58"/>
                  </a:cubicBezTo>
                  <a:cubicBezTo>
                    <a:pt x="206" y="37"/>
                    <a:pt x="206" y="37"/>
                    <a:pt x="186" y="37"/>
                  </a:cubicBezTo>
                  <a:cubicBezTo>
                    <a:pt x="169" y="20"/>
                    <a:pt x="153" y="4"/>
                    <a:pt x="136" y="4"/>
                  </a:cubicBezTo>
                  <a:cubicBezTo>
                    <a:pt x="129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16"/>
            <p:cNvSpPr/>
            <p:nvPr/>
          </p:nvSpPr>
          <p:spPr>
            <a:xfrm rot="10800000">
              <a:off x="4177690" y="2518683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4" y="45"/>
                    <a:pt x="17" y="106"/>
                  </a:cubicBezTo>
                  <a:cubicBezTo>
                    <a:pt x="0" y="139"/>
                    <a:pt x="17" y="176"/>
                    <a:pt x="37" y="209"/>
                  </a:cubicBezTo>
                  <a:cubicBezTo>
                    <a:pt x="37" y="226"/>
                    <a:pt x="70" y="242"/>
                    <a:pt x="103" y="259"/>
                  </a:cubicBezTo>
                  <a:cubicBezTo>
                    <a:pt x="157" y="259"/>
                    <a:pt x="223" y="209"/>
                    <a:pt x="243" y="139"/>
                  </a:cubicBezTo>
                  <a:cubicBezTo>
                    <a:pt x="243" y="106"/>
                    <a:pt x="243" y="73"/>
                    <a:pt x="223" y="53"/>
                  </a:cubicBezTo>
                  <a:cubicBezTo>
                    <a:pt x="223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16"/>
            <p:cNvSpPr/>
            <p:nvPr/>
          </p:nvSpPr>
          <p:spPr>
            <a:xfrm rot="10800000">
              <a:off x="4182840" y="2488908"/>
              <a:ext cx="6125" cy="6200"/>
            </a:xfrm>
            <a:custGeom>
              <a:avLst/>
              <a:gdLst/>
              <a:ahLst/>
              <a:cxnLst/>
              <a:rect l="l" t="t" r="r" b="b"/>
              <a:pathLst>
                <a:path w="245" h="248" extrusionOk="0">
                  <a:moveTo>
                    <a:pt x="128" y="1"/>
                  </a:moveTo>
                  <a:cubicBezTo>
                    <a:pt x="74" y="1"/>
                    <a:pt x="35" y="48"/>
                    <a:pt x="17" y="108"/>
                  </a:cubicBezTo>
                  <a:cubicBezTo>
                    <a:pt x="1" y="141"/>
                    <a:pt x="1" y="174"/>
                    <a:pt x="17" y="211"/>
                  </a:cubicBezTo>
                  <a:cubicBezTo>
                    <a:pt x="38" y="228"/>
                    <a:pt x="71" y="244"/>
                    <a:pt x="87" y="244"/>
                  </a:cubicBezTo>
                  <a:cubicBezTo>
                    <a:pt x="97" y="246"/>
                    <a:pt x="105" y="248"/>
                    <a:pt x="114" y="248"/>
                  </a:cubicBezTo>
                  <a:cubicBezTo>
                    <a:pt x="170" y="248"/>
                    <a:pt x="209" y="202"/>
                    <a:pt x="224" y="141"/>
                  </a:cubicBezTo>
                  <a:cubicBezTo>
                    <a:pt x="244" y="108"/>
                    <a:pt x="244" y="71"/>
                    <a:pt x="224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1" y="5"/>
                    <a:pt x="174" y="5"/>
                    <a:pt x="158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16"/>
            <p:cNvSpPr/>
            <p:nvPr/>
          </p:nvSpPr>
          <p:spPr>
            <a:xfrm rot="10800000">
              <a:off x="4178215" y="2472633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40" y="0"/>
                  </a:moveTo>
                  <a:cubicBezTo>
                    <a:pt x="120" y="0"/>
                    <a:pt x="87" y="17"/>
                    <a:pt x="54" y="33"/>
                  </a:cubicBezTo>
                  <a:cubicBezTo>
                    <a:pt x="37" y="50"/>
                    <a:pt x="17" y="87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7" y="239"/>
                    <a:pt x="54" y="256"/>
                    <a:pt x="87" y="256"/>
                  </a:cubicBezTo>
                  <a:cubicBezTo>
                    <a:pt x="96" y="258"/>
                    <a:pt x="105" y="259"/>
                    <a:pt x="113" y="259"/>
                  </a:cubicBezTo>
                  <a:cubicBezTo>
                    <a:pt x="169" y="259"/>
                    <a:pt x="208" y="214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206" y="50"/>
                    <a:pt x="206" y="33"/>
                    <a:pt x="190" y="33"/>
                  </a:cubicBezTo>
                  <a:cubicBezTo>
                    <a:pt x="173" y="17"/>
                    <a:pt x="157" y="17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16"/>
            <p:cNvSpPr/>
            <p:nvPr/>
          </p:nvSpPr>
          <p:spPr>
            <a:xfrm rot="10800000">
              <a:off x="4190165" y="2505683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19" y="1"/>
                  </a:moveTo>
                  <a:cubicBezTo>
                    <a:pt x="70" y="1"/>
                    <a:pt x="18" y="46"/>
                    <a:pt x="0" y="107"/>
                  </a:cubicBezTo>
                  <a:cubicBezTo>
                    <a:pt x="0" y="140"/>
                    <a:pt x="0" y="177"/>
                    <a:pt x="21" y="194"/>
                  </a:cubicBezTo>
                  <a:cubicBezTo>
                    <a:pt x="37" y="227"/>
                    <a:pt x="54" y="243"/>
                    <a:pt x="87" y="243"/>
                  </a:cubicBezTo>
                  <a:cubicBezTo>
                    <a:pt x="97" y="246"/>
                    <a:pt x="107" y="248"/>
                    <a:pt x="116" y="248"/>
                  </a:cubicBezTo>
                  <a:cubicBezTo>
                    <a:pt x="171" y="248"/>
                    <a:pt x="209" y="200"/>
                    <a:pt x="227" y="140"/>
                  </a:cubicBezTo>
                  <a:cubicBezTo>
                    <a:pt x="243" y="107"/>
                    <a:pt x="227" y="74"/>
                    <a:pt x="206" y="58"/>
                  </a:cubicBezTo>
                  <a:cubicBezTo>
                    <a:pt x="206" y="37"/>
                    <a:pt x="206" y="37"/>
                    <a:pt x="190" y="21"/>
                  </a:cubicBezTo>
                  <a:cubicBezTo>
                    <a:pt x="190" y="4"/>
                    <a:pt x="173" y="4"/>
                    <a:pt x="140" y="4"/>
                  </a:cubicBezTo>
                  <a:cubicBezTo>
                    <a:pt x="133" y="2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16"/>
            <p:cNvSpPr/>
            <p:nvPr/>
          </p:nvSpPr>
          <p:spPr>
            <a:xfrm rot="10800000">
              <a:off x="4179865" y="2534158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7" y="1"/>
                  </a:moveTo>
                  <a:cubicBezTo>
                    <a:pt x="103" y="1"/>
                    <a:pt x="67" y="17"/>
                    <a:pt x="38" y="55"/>
                  </a:cubicBezTo>
                  <a:cubicBezTo>
                    <a:pt x="0" y="109"/>
                    <a:pt x="0" y="179"/>
                    <a:pt x="38" y="229"/>
                  </a:cubicBezTo>
                  <a:cubicBezTo>
                    <a:pt x="58" y="251"/>
                    <a:pt x="82" y="260"/>
                    <a:pt x="107" y="260"/>
                  </a:cubicBezTo>
                  <a:cubicBezTo>
                    <a:pt x="141" y="260"/>
                    <a:pt x="178" y="241"/>
                    <a:pt x="207" y="212"/>
                  </a:cubicBezTo>
                  <a:cubicBezTo>
                    <a:pt x="244" y="158"/>
                    <a:pt x="244" y="76"/>
                    <a:pt x="207" y="22"/>
                  </a:cubicBezTo>
                  <a:cubicBezTo>
                    <a:pt x="186" y="9"/>
                    <a:pt x="162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16"/>
            <p:cNvSpPr/>
            <p:nvPr/>
          </p:nvSpPr>
          <p:spPr>
            <a:xfrm rot="10800000">
              <a:off x="4185415" y="2550933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35" y="1"/>
                  </a:moveTo>
                  <a:cubicBezTo>
                    <a:pt x="126" y="1"/>
                    <a:pt x="116" y="2"/>
                    <a:pt x="104" y="8"/>
                  </a:cubicBezTo>
                  <a:cubicBezTo>
                    <a:pt x="38" y="45"/>
                    <a:pt x="1" y="111"/>
                    <a:pt x="17" y="181"/>
                  </a:cubicBezTo>
                  <a:cubicBezTo>
                    <a:pt x="38" y="214"/>
                    <a:pt x="54" y="235"/>
                    <a:pt x="71" y="251"/>
                  </a:cubicBezTo>
                  <a:cubicBezTo>
                    <a:pt x="87" y="259"/>
                    <a:pt x="105" y="263"/>
                    <a:pt x="120" y="263"/>
                  </a:cubicBezTo>
                  <a:cubicBezTo>
                    <a:pt x="136" y="263"/>
                    <a:pt x="149" y="259"/>
                    <a:pt x="157" y="251"/>
                  </a:cubicBezTo>
                  <a:cubicBezTo>
                    <a:pt x="190" y="235"/>
                    <a:pt x="207" y="214"/>
                    <a:pt x="223" y="181"/>
                  </a:cubicBezTo>
                  <a:cubicBezTo>
                    <a:pt x="244" y="148"/>
                    <a:pt x="244" y="111"/>
                    <a:pt x="244" y="78"/>
                  </a:cubicBezTo>
                  <a:cubicBezTo>
                    <a:pt x="244" y="61"/>
                    <a:pt x="223" y="45"/>
                    <a:pt x="207" y="28"/>
                  </a:cubicBezTo>
                  <a:cubicBezTo>
                    <a:pt x="207" y="28"/>
                    <a:pt x="190" y="28"/>
                    <a:pt x="190" y="8"/>
                  </a:cubicBezTo>
                  <a:cubicBezTo>
                    <a:pt x="168" y="8"/>
                    <a:pt x="154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16"/>
            <p:cNvSpPr/>
            <p:nvPr/>
          </p:nvSpPr>
          <p:spPr>
            <a:xfrm rot="10800000">
              <a:off x="4173465" y="2564058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37" y="1"/>
                  </a:moveTo>
                  <a:cubicBezTo>
                    <a:pt x="120" y="1"/>
                    <a:pt x="87" y="1"/>
                    <a:pt x="54" y="38"/>
                  </a:cubicBezTo>
                  <a:cubicBezTo>
                    <a:pt x="34" y="55"/>
                    <a:pt x="17" y="71"/>
                    <a:pt x="1" y="104"/>
                  </a:cubicBezTo>
                  <a:cubicBezTo>
                    <a:pt x="1" y="141"/>
                    <a:pt x="1" y="174"/>
                    <a:pt x="17" y="207"/>
                  </a:cubicBezTo>
                  <a:cubicBezTo>
                    <a:pt x="34" y="244"/>
                    <a:pt x="54" y="261"/>
                    <a:pt x="87" y="261"/>
                  </a:cubicBezTo>
                  <a:cubicBezTo>
                    <a:pt x="93" y="263"/>
                    <a:pt x="100" y="264"/>
                    <a:pt x="106" y="264"/>
                  </a:cubicBezTo>
                  <a:cubicBezTo>
                    <a:pt x="153" y="264"/>
                    <a:pt x="209" y="215"/>
                    <a:pt x="223" y="158"/>
                  </a:cubicBezTo>
                  <a:cubicBezTo>
                    <a:pt x="223" y="121"/>
                    <a:pt x="223" y="88"/>
                    <a:pt x="207" y="55"/>
                  </a:cubicBezTo>
                  <a:cubicBezTo>
                    <a:pt x="207" y="55"/>
                    <a:pt x="207" y="38"/>
                    <a:pt x="190" y="38"/>
                  </a:cubicBezTo>
                  <a:cubicBezTo>
                    <a:pt x="174" y="17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16"/>
            <p:cNvSpPr/>
            <p:nvPr/>
          </p:nvSpPr>
          <p:spPr>
            <a:xfrm rot="10800000">
              <a:off x="4175640" y="2503258"/>
              <a:ext cx="6400" cy="6300"/>
            </a:xfrm>
            <a:custGeom>
              <a:avLst/>
              <a:gdLst/>
              <a:ahLst/>
              <a:cxnLst/>
              <a:rect l="l" t="t" r="r" b="b"/>
              <a:pathLst>
                <a:path w="256" h="252" extrusionOk="0">
                  <a:moveTo>
                    <a:pt x="144" y="1"/>
                  </a:moveTo>
                  <a:cubicBezTo>
                    <a:pt x="109" y="1"/>
                    <a:pt x="71" y="18"/>
                    <a:pt x="50" y="47"/>
                  </a:cubicBezTo>
                  <a:cubicBezTo>
                    <a:pt x="0" y="101"/>
                    <a:pt x="0" y="187"/>
                    <a:pt x="50" y="220"/>
                  </a:cubicBezTo>
                  <a:cubicBezTo>
                    <a:pt x="65" y="243"/>
                    <a:pt x="89" y="252"/>
                    <a:pt x="114" y="252"/>
                  </a:cubicBezTo>
                  <a:cubicBezTo>
                    <a:pt x="149" y="252"/>
                    <a:pt x="187" y="233"/>
                    <a:pt x="206" y="204"/>
                  </a:cubicBezTo>
                  <a:cubicBezTo>
                    <a:pt x="256" y="150"/>
                    <a:pt x="256" y="68"/>
                    <a:pt x="206" y="31"/>
                  </a:cubicBezTo>
                  <a:cubicBezTo>
                    <a:pt x="192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16"/>
            <p:cNvSpPr/>
            <p:nvPr/>
          </p:nvSpPr>
          <p:spPr>
            <a:xfrm rot="10800000">
              <a:off x="4118015" y="2570633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5" y="46"/>
                    <a:pt x="21" y="106"/>
                  </a:cubicBezTo>
                  <a:cubicBezTo>
                    <a:pt x="0" y="139"/>
                    <a:pt x="21" y="172"/>
                    <a:pt x="21" y="210"/>
                  </a:cubicBezTo>
                  <a:cubicBezTo>
                    <a:pt x="37" y="226"/>
                    <a:pt x="70" y="242"/>
                    <a:pt x="87" y="259"/>
                  </a:cubicBezTo>
                  <a:cubicBezTo>
                    <a:pt x="157" y="259"/>
                    <a:pt x="227" y="210"/>
                    <a:pt x="227" y="139"/>
                  </a:cubicBezTo>
                  <a:cubicBezTo>
                    <a:pt x="243" y="106"/>
                    <a:pt x="243" y="90"/>
                    <a:pt x="227" y="53"/>
                  </a:cubicBezTo>
                  <a:cubicBezTo>
                    <a:pt x="206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16"/>
            <p:cNvSpPr/>
            <p:nvPr/>
          </p:nvSpPr>
          <p:spPr>
            <a:xfrm rot="10800000">
              <a:off x="4356840" y="2549583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8" y="0"/>
                  </a:moveTo>
                  <a:cubicBezTo>
                    <a:pt x="74" y="0"/>
                    <a:pt x="31" y="46"/>
                    <a:pt x="17" y="107"/>
                  </a:cubicBezTo>
                  <a:cubicBezTo>
                    <a:pt x="1" y="139"/>
                    <a:pt x="1" y="177"/>
                    <a:pt x="17" y="210"/>
                  </a:cubicBezTo>
                  <a:cubicBezTo>
                    <a:pt x="34" y="226"/>
                    <a:pt x="67" y="243"/>
                    <a:pt x="87" y="259"/>
                  </a:cubicBezTo>
                  <a:cubicBezTo>
                    <a:pt x="153" y="259"/>
                    <a:pt x="207" y="210"/>
                    <a:pt x="223" y="139"/>
                  </a:cubicBezTo>
                  <a:cubicBezTo>
                    <a:pt x="240" y="107"/>
                    <a:pt x="240" y="74"/>
                    <a:pt x="223" y="53"/>
                  </a:cubicBezTo>
                  <a:cubicBezTo>
                    <a:pt x="207" y="36"/>
                    <a:pt x="207" y="36"/>
                    <a:pt x="207" y="20"/>
                  </a:cubicBezTo>
                  <a:cubicBezTo>
                    <a:pt x="190" y="20"/>
                    <a:pt x="170" y="3"/>
                    <a:pt x="153" y="3"/>
                  </a:cubicBezTo>
                  <a:cubicBezTo>
                    <a:pt x="144" y="1"/>
                    <a:pt x="136" y="0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16"/>
            <p:cNvSpPr/>
            <p:nvPr/>
          </p:nvSpPr>
          <p:spPr>
            <a:xfrm rot="10800000">
              <a:off x="4361990" y="2519833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13" y="1"/>
                  </a:moveTo>
                  <a:cubicBezTo>
                    <a:pt x="68" y="1"/>
                    <a:pt x="14" y="49"/>
                    <a:pt x="0" y="108"/>
                  </a:cubicBezTo>
                  <a:cubicBezTo>
                    <a:pt x="0" y="141"/>
                    <a:pt x="0" y="174"/>
                    <a:pt x="17" y="191"/>
                  </a:cubicBezTo>
                  <a:cubicBezTo>
                    <a:pt x="33" y="228"/>
                    <a:pt x="50" y="244"/>
                    <a:pt x="87" y="244"/>
                  </a:cubicBezTo>
                  <a:cubicBezTo>
                    <a:pt x="96" y="247"/>
                    <a:pt x="104" y="248"/>
                    <a:pt x="112" y="248"/>
                  </a:cubicBezTo>
                  <a:cubicBezTo>
                    <a:pt x="166" y="248"/>
                    <a:pt x="209" y="202"/>
                    <a:pt x="223" y="141"/>
                  </a:cubicBezTo>
                  <a:cubicBezTo>
                    <a:pt x="240" y="108"/>
                    <a:pt x="223" y="71"/>
                    <a:pt x="207" y="55"/>
                  </a:cubicBezTo>
                  <a:cubicBezTo>
                    <a:pt x="207" y="38"/>
                    <a:pt x="207" y="38"/>
                    <a:pt x="190" y="22"/>
                  </a:cubicBezTo>
                  <a:cubicBezTo>
                    <a:pt x="190" y="5"/>
                    <a:pt x="169" y="5"/>
                    <a:pt x="136" y="5"/>
                  </a:cubicBezTo>
                  <a:cubicBezTo>
                    <a:pt x="129" y="2"/>
                    <a:pt x="121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16"/>
            <p:cNvSpPr/>
            <p:nvPr/>
          </p:nvSpPr>
          <p:spPr>
            <a:xfrm rot="10800000">
              <a:off x="4366315" y="2472283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36" y="1"/>
                  </a:moveTo>
                  <a:cubicBezTo>
                    <a:pt x="101" y="1"/>
                    <a:pt x="64" y="18"/>
                    <a:pt x="33" y="47"/>
                  </a:cubicBezTo>
                  <a:cubicBezTo>
                    <a:pt x="0" y="101"/>
                    <a:pt x="0" y="187"/>
                    <a:pt x="33" y="220"/>
                  </a:cubicBezTo>
                  <a:cubicBezTo>
                    <a:pt x="54" y="237"/>
                    <a:pt x="70" y="237"/>
                    <a:pt x="87" y="253"/>
                  </a:cubicBezTo>
                  <a:cubicBezTo>
                    <a:pt x="120" y="253"/>
                    <a:pt x="173" y="237"/>
                    <a:pt x="206" y="204"/>
                  </a:cubicBezTo>
                  <a:cubicBezTo>
                    <a:pt x="223" y="171"/>
                    <a:pt x="239" y="117"/>
                    <a:pt x="223" y="68"/>
                  </a:cubicBezTo>
                  <a:cubicBezTo>
                    <a:pt x="223" y="47"/>
                    <a:pt x="206" y="31"/>
                    <a:pt x="206" y="31"/>
                  </a:cubicBezTo>
                  <a:cubicBezTo>
                    <a:pt x="186" y="10"/>
                    <a:pt x="161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16"/>
            <p:cNvSpPr/>
            <p:nvPr/>
          </p:nvSpPr>
          <p:spPr>
            <a:xfrm rot="10800000">
              <a:off x="4352515" y="2595058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83" y="0"/>
                    <a:pt x="50" y="17"/>
                  </a:cubicBezTo>
                  <a:cubicBezTo>
                    <a:pt x="33" y="54"/>
                    <a:pt x="0" y="70"/>
                    <a:pt x="0" y="103"/>
                  </a:cubicBezTo>
                  <a:cubicBezTo>
                    <a:pt x="0" y="140"/>
                    <a:pt x="0" y="173"/>
                    <a:pt x="17" y="206"/>
                  </a:cubicBezTo>
                  <a:cubicBezTo>
                    <a:pt x="33" y="223"/>
                    <a:pt x="50" y="260"/>
                    <a:pt x="83" y="260"/>
                  </a:cubicBezTo>
                  <a:cubicBezTo>
                    <a:pt x="136" y="260"/>
                    <a:pt x="206" y="223"/>
                    <a:pt x="223" y="157"/>
                  </a:cubicBezTo>
                  <a:cubicBezTo>
                    <a:pt x="223" y="120"/>
                    <a:pt x="223" y="87"/>
                    <a:pt x="206" y="54"/>
                  </a:cubicBezTo>
                  <a:cubicBezTo>
                    <a:pt x="206" y="37"/>
                    <a:pt x="186" y="37"/>
                    <a:pt x="186" y="37"/>
                  </a:cubicBezTo>
                  <a:cubicBezTo>
                    <a:pt x="169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16"/>
            <p:cNvSpPr/>
            <p:nvPr/>
          </p:nvSpPr>
          <p:spPr>
            <a:xfrm rot="10800000">
              <a:off x="4351690" y="2580408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120" y="1"/>
                    <a:pt x="104" y="1"/>
                    <a:pt x="87" y="17"/>
                  </a:cubicBezTo>
                  <a:cubicBezTo>
                    <a:pt x="50" y="34"/>
                    <a:pt x="17" y="71"/>
                    <a:pt x="17" y="120"/>
                  </a:cubicBezTo>
                  <a:cubicBezTo>
                    <a:pt x="1" y="153"/>
                    <a:pt x="17" y="190"/>
                    <a:pt x="17" y="207"/>
                  </a:cubicBezTo>
                  <a:cubicBezTo>
                    <a:pt x="34" y="240"/>
                    <a:pt x="67" y="256"/>
                    <a:pt x="104" y="256"/>
                  </a:cubicBezTo>
                  <a:cubicBezTo>
                    <a:pt x="111" y="259"/>
                    <a:pt x="119" y="261"/>
                    <a:pt x="126" y="261"/>
                  </a:cubicBezTo>
                  <a:cubicBezTo>
                    <a:pt x="169" y="261"/>
                    <a:pt x="209" y="216"/>
                    <a:pt x="223" y="174"/>
                  </a:cubicBezTo>
                  <a:cubicBezTo>
                    <a:pt x="223" y="153"/>
                    <a:pt x="223" y="153"/>
                    <a:pt x="240" y="153"/>
                  </a:cubicBezTo>
                  <a:cubicBezTo>
                    <a:pt x="240" y="104"/>
                    <a:pt x="223" y="71"/>
                    <a:pt x="207" y="34"/>
                  </a:cubicBezTo>
                  <a:cubicBezTo>
                    <a:pt x="19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16"/>
            <p:cNvSpPr/>
            <p:nvPr/>
          </p:nvSpPr>
          <p:spPr>
            <a:xfrm rot="10800000">
              <a:off x="4367565" y="2487233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6" y="0"/>
                  </a:moveTo>
                  <a:cubicBezTo>
                    <a:pt x="67" y="0"/>
                    <a:pt x="17" y="46"/>
                    <a:pt x="17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6"/>
                    <a:pt x="67" y="263"/>
                    <a:pt x="83" y="263"/>
                  </a:cubicBezTo>
                  <a:cubicBezTo>
                    <a:pt x="120" y="263"/>
                    <a:pt x="153" y="263"/>
                    <a:pt x="170" y="226"/>
                  </a:cubicBezTo>
                  <a:cubicBezTo>
                    <a:pt x="207" y="210"/>
                    <a:pt x="223" y="193"/>
                    <a:pt x="223" y="160"/>
                  </a:cubicBezTo>
                  <a:cubicBezTo>
                    <a:pt x="240" y="123"/>
                    <a:pt x="223" y="90"/>
                    <a:pt x="223" y="57"/>
                  </a:cubicBezTo>
                  <a:lnTo>
                    <a:pt x="207" y="37"/>
                  </a:lnTo>
                  <a:cubicBezTo>
                    <a:pt x="186" y="20"/>
                    <a:pt x="170" y="4"/>
                    <a:pt x="153" y="4"/>
                  </a:cubicBezTo>
                  <a:cubicBezTo>
                    <a:pt x="144" y="2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16"/>
            <p:cNvSpPr/>
            <p:nvPr/>
          </p:nvSpPr>
          <p:spPr>
            <a:xfrm rot="10800000">
              <a:off x="4355090" y="2486658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37" y="0"/>
                  </a:moveTo>
                  <a:cubicBezTo>
                    <a:pt x="104" y="0"/>
                    <a:pt x="73" y="19"/>
                    <a:pt x="54" y="50"/>
                  </a:cubicBezTo>
                  <a:cubicBezTo>
                    <a:pt x="1" y="99"/>
                    <a:pt x="1" y="186"/>
                    <a:pt x="54" y="239"/>
                  </a:cubicBezTo>
                  <a:cubicBezTo>
                    <a:pt x="71" y="239"/>
                    <a:pt x="71" y="256"/>
                    <a:pt x="87" y="256"/>
                  </a:cubicBezTo>
                  <a:cubicBezTo>
                    <a:pt x="100" y="260"/>
                    <a:pt x="112" y="262"/>
                    <a:pt x="123" y="262"/>
                  </a:cubicBezTo>
                  <a:cubicBezTo>
                    <a:pt x="157" y="262"/>
                    <a:pt x="182" y="243"/>
                    <a:pt x="207" y="202"/>
                  </a:cubicBezTo>
                  <a:cubicBezTo>
                    <a:pt x="244" y="169"/>
                    <a:pt x="244" y="116"/>
                    <a:pt x="244" y="83"/>
                  </a:cubicBezTo>
                  <a:cubicBezTo>
                    <a:pt x="227" y="66"/>
                    <a:pt x="227" y="50"/>
                    <a:pt x="207" y="33"/>
                  </a:cubicBezTo>
                  <a:cubicBezTo>
                    <a:pt x="186" y="10"/>
                    <a:pt x="161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16"/>
            <p:cNvSpPr/>
            <p:nvPr/>
          </p:nvSpPr>
          <p:spPr>
            <a:xfrm rot="10800000">
              <a:off x="4349515" y="2469608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15" y="1"/>
                  </a:moveTo>
                  <a:cubicBezTo>
                    <a:pt x="66" y="1"/>
                    <a:pt x="15" y="46"/>
                    <a:pt x="0" y="107"/>
                  </a:cubicBezTo>
                  <a:cubicBezTo>
                    <a:pt x="0" y="140"/>
                    <a:pt x="0" y="177"/>
                    <a:pt x="17" y="194"/>
                  </a:cubicBezTo>
                  <a:cubicBezTo>
                    <a:pt x="33" y="227"/>
                    <a:pt x="50" y="243"/>
                    <a:pt x="83" y="243"/>
                  </a:cubicBezTo>
                  <a:cubicBezTo>
                    <a:pt x="91" y="246"/>
                    <a:pt x="99" y="248"/>
                    <a:pt x="107" y="248"/>
                  </a:cubicBezTo>
                  <a:cubicBezTo>
                    <a:pt x="156" y="248"/>
                    <a:pt x="209" y="200"/>
                    <a:pt x="223" y="140"/>
                  </a:cubicBezTo>
                  <a:cubicBezTo>
                    <a:pt x="239" y="91"/>
                    <a:pt x="223" y="58"/>
                    <a:pt x="186" y="21"/>
                  </a:cubicBezTo>
                  <a:cubicBezTo>
                    <a:pt x="169" y="4"/>
                    <a:pt x="153" y="4"/>
                    <a:pt x="136" y="4"/>
                  </a:cubicBezTo>
                  <a:cubicBezTo>
                    <a:pt x="129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16"/>
            <p:cNvSpPr/>
            <p:nvPr/>
          </p:nvSpPr>
          <p:spPr>
            <a:xfrm rot="10800000">
              <a:off x="4370965" y="2501958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0" y="0"/>
                  </a:moveTo>
                  <a:cubicBezTo>
                    <a:pt x="117" y="0"/>
                    <a:pt x="104" y="6"/>
                    <a:pt x="87" y="16"/>
                  </a:cubicBezTo>
                  <a:cubicBezTo>
                    <a:pt x="54" y="16"/>
                    <a:pt x="38" y="49"/>
                    <a:pt x="17" y="65"/>
                  </a:cubicBezTo>
                  <a:cubicBezTo>
                    <a:pt x="1" y="98"/>
                    <a:pt x="1" y="135"/>
                    <a:pt x="1" y="168"/>
                  </a:cubicBezTo>
                  <a:cubicBezTo>
                    <a:pt x="13" y="220"/>
                    <a:pt x="54" y="251"/>
                    <a:pt x="96" y="251"/>
                  </a:cubicBezTo>
                  <a:cubicBezTo>
                    <a:pt x="111" y="251"/>
                    <a:pt x="127" y="247"/>
                    <a:pt x="141" y="238"/>
                  </a:cubicBezTo>
                  <a:cubicBezTo>
                    <a:pt x="207" y="222"/>
                    <a:pt x="244" y="152"/>
                    <a:pt x="223" y="82"/>
                  </a:cubicBezTo>
                  <a:cubicBezTo>
                    <a:pt x="223" y="49"/>
                    <a:pt x="207" y="32"/>
                    <a:pt x="190" y="32"/>
                  </a:cubicBezTo>
                  <a:cubicBezTo>
                    <a:pt x="190" y="16"/>
                    <a:pt x="174" y="16"/>
                    <a:pt x="174" y="16"/>
                  </a:cubicBezTo>
                  <a:cubicBezTo>
                    <a:pt x="157" y="6"/>
                    <a:pt x="144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16"/>
            <p:cNvSpPr/>
            <p:nvPr/>
          </p:nvSpPr>
          <p:spPr>
            <a:xfrm rot="10800000">
              <a:off x="4089665" y="2516933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8" y="1"/>
                  </a:moveTo>
                  <a:cubicBezTo>
                    <a:pt x="74" y="1"/>
                    <a:pt x="36" y="49"/>
                    <a:pt x="22" y="108"/>
                  </a:cubicBezTo>
                  <a:cubicBezTo>
                    <a:pt x="1" y="141"/>
                    <a:pt x="1" y="174"/>
                    <a:pt x="22" y="212"/>
                  </a:cubicBezTo>
                  <a:cubicBezTo>
                    <a:pt x="38" y="228"/>
                    <a:pt x="71" y="245"/>
                    <a:pt x="88" y="261"/>
                  </a:cubicBezTo>
                  <a:cubicBezTo>
                    <a:pt x="125" y="261"/>
                    <a:pt x="158" y="245"/>
                    <a:pt x="174" y="228"/>
                  </a:cubicBezTo>
                  <a:cubicBezTo>
                    <a:pt x="207" y="212"/>
                    <a:pt x="228" y="174"/>
                    <a:pt x="228" y="141"/>
                  </a:cubicBezTo>
                  <a:cubicBezTo>
                    <a:pt x="244" y="108"/>
                    <a:pt x="244" y="71"/>
                    <a:pt x="228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1" y="22"/>
                    <a:pt x="174" y="5"/>
                    <a:pt x="158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16"/>
            <p:cNvSpPr/>
            <p:nvPr/>
          </p:nvSpPr>
          <p:spPr>
            <a:xfrm rot="10800000">
              <a:off x="4105540" y="2520333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31" y="0"/>
                  </a:moveTo>
                  <a:cubicBezTo>
                    <a:pt x="70" y="0"/>
                    <a:pt x="15" y="48"/>
                    <a:pt x="0" y="106"/>
                  </a:cubicBezTo>
                  <a:cubicBezTo>
                    <a:pt x="0" y="143"/>
                    <a:pt x="0" y="176"/>
                    <a:pt x="17" y="209"/>
                  </a:cubicBezTo>
                  <a:cubicBezTo>
                    <a:pt x="37" y="226"/>
                    <a:pt x="54" y="246"/>
                    <a:pt x="87" y="263"/>
                  </a:cubicBezTo>
                  <a:cubicBezTo>
                    <a:pt x="157" y="263"/>
                    <a:pt x="206" y="226"/>
                    <a:pt x="223" y="160"/>
                  </a:cubicBezTo>
                  <a:cubicBezTo>
                    <a:pt x="243" y="106"/>
                    <a:pt x="223" y="57"/>
                    <a:pt x="190" y="4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16"/>
            <p:cNvSpPr/>
            <p:nvPr/>
          </p:nvSpPr>
          <p:spPr>
            <a:xfrm rot="10800000">
              <a:off x="4085865" y="2502533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18" y="1"/>
                  </a:moveTo>
                  <a:cubicBezTo>
                    <a:pt x="71" y="1"/>
                    <a:pt x="15" y="49"/>
                    <a:pt x="1" y="107"/>
                  </a:cubicBezTo>
                  <a:cubicBezTo>
                    <a:pt x="1" y="144"/>
                    <a:pt x="1" y="177"/>
                    <a:pt x="17" y="210"/>
                  </a:cubicBezTo>
                  <a:cubicBezTo>
                    <a:pt x="34" y="226"/>
                    <a:pt x="50" y="247"/>
                    <a:pt x="87" y="247"/>
                  </a:cubicBezTo>
                  <a:cubicBezTo>
                    <a:pt x="97" y="252"/>
                    <a:pt x="106" y="254"/>
                    <a:pt x="115" y="254"/>
                  </a:cubicBezTo>
                  <a:cubicBezTo>
                    <a:pt x="138" y="254"/>
                    <a:pt x="159" y="241"/>
                    <a:pt x="174" y="226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23" y="74"/>
                    <a:pt x="207" y="57"/>
                  </a:cubicBezTo>
                  <a:cubicBezTo>
                    <a:pt x="207" y="41"/>
                    <a:pt x="207" y="41"/>
                    <a:pt x="190" y="20"/>
                  </a:cubicBezTo>
                  <a:cubicBezTo>
                    <a:pt x="190" y="4"/>
                    <a:pt x="174" y="4"/>
                    <a:pt x="137" y="4"/>
                  </a:cubicBezTo>
                  <a:cubicBezTo>
                    <a:pt x="131" y="2"/>
                    <a:pt x="124" y="1"/>
                    <a:pt x="1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16"/>
            <p:cNvSpPr/>
            <p:nvPr/>
          </p:nvSpPr>
          <p:spPr>
            <a:xfrm rot="10800000">
              <a:off x="4043690" y="2557733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47" y="1"/>
                  </a:moveTo>
                  <a:cubicBezTo>
                    <a:pt x="133" y="1"/>
                    <a:pt x="120" y="5"/>
                    <a:pt x="103" y="13"/>
                  </a:cubicBezTo>
                  <a:cubicBezTo>
                    <a:pt x="33" y="30"/>
                    <a:pt x="0" y="116"/>
                    <a:pt x="17" y="166"/>
                  </a:cubicBezTo>
                  <a:cubicBezTo>
                    <a:pt x="33" y="203"/>
                    <a:pt x="54" y="236"/>
                    <a:pt x="70" y="252"/>
                  </a:cubicBezTo>
                  <a:lnTo>
                    <a:pt x="157" y="252"/>
                  </a:lnTo>
                  <a:cubicBezTo>
                    <a:pt x="223" y="219"/>
                    <a:pt x="260" y="149"/>
                    <a:pt x="239" y="83"/>
                  </a:cubicBezTo>
                  <a:cubicBezTo>
                    <a:pt x="239" y="63"/>
                    <a:pt x="223" y="46"/>
                    <a:pt x="206" y="30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3" y="5"/>
                    <a:pt x="160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16"/>
            <p:cNvSpPr/>
            <p:nvPr/>
          </p:nvSpPr>
          <p:spPr>
            <a:xfrm rot="10800000">
              <a:off x="4354665" y="2534158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38" y="1"/>
                  </a:moveTo>
                  <a:cubicBezTo>
                    <a:pt x="105" y="1"/>
                    <a:pt x="73" y="19"/>
                    <a:pt x="54" y="47"/>
                  </a:cubicBezTo>
                  <a:cubicBezTo>
                    <a:pt x="1" y="101"/>
                    <a:pt x="1" y="188"/>
                    <a:pt x="54" y="221"/>
                  </a:cubicBezTo>
                  <a:cubicBezTo>
                    <a:pt x="68" y="243"/>
                    <a:pt x="88" y="252"/>
                    <a:pt x="110" y="252"/>
                  </a:cubicBezTo>
                  <a:cubicBezTo>
                    <a:pt x="142" y="252"/>
                    <a:pt x="178" y="233"/>
                    <a:pt x="207" y="204"/>
                  </a:cubicBezTo>
                  <a:cubicBezTo>
                    <a:pt x="260" y="150"/>
                    <a:pt x="260" y="68"/>
                    <a:pt x="207" y="31"/>
                  </a:cubicBezTo>
                  <a:cubicBezTo>
                    <a:pt x="186" y="10"/>
                    <a:pt x="162" y="1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16"/>
            <p:cNvSpPr/>
            <p:nvPr/>
          </p:nvSpPr>
          <p:spPr>
            <a:xfrm rot="10800000">
              <a:off x="4041640" y="2538208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2" y="1"/>
                  </a:moveTo>
                  <a:cubicBezTo>
                    <a:pt x="101" y="1"/>
                    <a:pt x="72" y="14"/>
                    <a:pt x="54" y="43"/>
                  </a:cubicBezTo>
                  <a:cubicBezTo>
                    <a:pt x="0" y="109"/>
                    <a:pt x="0" y="179"/>
                    <a:pt x="54" y="233"/>
                  </a:cubicBezTo>
                  <a:cubicBezTo>
                    <a:pt x="68" y="247"/>
                    <a:pt x="90" y="256"/>
                    <a:pt x="114" y="256"/>
                  </a:cubicBezTo>
                  <a:cubicBezTo>
                    <a:pt x="145" y="256"/>
                    <a:pt x="179" y="242"/>
                    <a:pt x="207" y="212"/>
                  </a:cubicBezTo>
                  <a:cubicBezTo>
                    <a:pt x="240" y="146"/>
                    <a:pt x="240" y="76"/>
                    <a:pt x="207" y="27"/>
                  </a:cubicBezTo>
                  <a:cubicBezTo>
                    <a:pt x="184" y="10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16"/>
            <p:cNvSpPr/>
            <p:nvPr/>
          </p:nvSpPr>
          <p:spPr>
            <a:xfrm rot="10800000">
              <a:off x="4369715" y="2536608"/>
              <a:ext cx="5600" cy="6175"/>
            </a:xfrm>
            <a:custGeom>
              <a:avLst/>
              <a:gdLst/>
              <a:ahLst/>
              <a:cxnLst/>
              <a:rect l="l" t="t" r="r" b="b"/>
              <a:pathLst>
                <a:path w="224" h="247" extrusionOk="0">
                  <a:moveTo>
                    <a:pt x="116" y="0"/>
                  </a:moveTo>
                  <a:cubicBezTo>
                    <a:pt x="70" y="0"/>
                    <a:pt x="15" y="45"/>
                    <a:pt x="1" y="106"/>
                  </a:cubicBezTo>
                  <a:cubicBezTo>
                    <a:pt x="1" y="139"/>
                    <a:pt x="1" y="176"/>
                    <a:pt x="17" y="193"/>
                  </a:cubicBezTo>
                  <a:cubicBezTo>
                    <a:pt x="34" y="226"/>
                    <a:pt x="50" y="242"/>
                    <a:pt x="87" y="242"/>
                  </a:cubicBezTo>
                  <a:cubicBezTo>
                    <a:pt x="95" y="245"/>
                    <a:pt x="102" y="247"/>
                    <a:pt x="110" y="247"/>
                  </a:cubicBezTo>
                  <a:cubicBezTo>
                    <a:pt x="156" y="247"/>
                    <a:pt x="209" y="199"/>
                    <a:pt x="223" y="139"/>
                  </a:cubicBezTo>
                  <a:cubicBezTo>
                    <a:pt x="223" y="106"/>
                    <a:pt x="223" y="73"/>
                    <a:pt x="207" y="36"/>
                  </a:cubicBezTo>
                  <a:cubicBezTo>
                    <a:pt x="207" y="36"/>
                    <a:pt x="207" y="20"/>
                    <a:pt x="190" y="20"/>
                  </a:cubicBezTo>
                  <a:cubicBezTo>
                    <a:pt x="174" y="3"/>
                    <a:pt x="153" y="3"/>
                    <a:pt x="137" y="3"/>
                  </a:cubicBezTo>
                  <a:cubicBezTo>
                    <a:pt x="130" y="1"/>
                    <a:pt x="123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16"/>
            <p:cNvSpPr/>
            <p:nvPr/>
          </p:nvSpPr>
          <p:spPr>
            <a:xfrm rot="10800000">
              <a:off x="4082865" y="2531033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53" y="0"/>
                  </a:moveTo>
                  <a:cubicBezTo>
                    <a:pt x="104" y="0"/>
                    <a:pt x="34" y="54"/>
                    <a:pt x="17" y="120"/>
                  </a:cubicBezTo>
                  <a:cubicBezTo>
                    <a:pt x="1" y="190"/>
                    <a:pt x="50" y="260"/>
                    <a:pt x="104" y="260"/>
                  </a:cubicBezTo>
                  <a:cubicBezTo>
                    <a:pt x="137" y="260"/>
                    <a:pt x="174" y="260"/>
                    <a:pt x="190" y="240"/>
                  </a:cubicBezTo>
                  <a:cubicBezTo>
                    <a:pt x="223" y="223"/>
                    <a:pt x="240" y="190"/>
                    <a:pt x="240" y="157"/>
                  </a:cubicBezTo>
                  <a:cubicBezTo>
                    <a:pt x="256" y="120"/>
                    <a:pt x="240" y="87"/>
                    <a:pt x="223" y="54"/>
                  </a:cubicBezTo>
                  <a:cubicBezTo>
                    <a:pt x="223" y="54"/>
                    <a:pt x="223" y="33"/>
                    <a:pt x="207" y="33"/>
                  </a:cubicBezTo>
                  <a:cubicBezTo>
                    <a:pt x="190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16"/>
            <p:cNvSpPr/>
            <p:nvPr/>
          </p:nvSpPr>
          <p:spPr>
            <a:xfrm rot="10800000">
              <a:off x="4013290" y="2551783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40" y="0"/>
                  </a:moveTo>
                  <a:cubicBezTo>
                    <a:pt x="125" y="0"/>
                    <a:pt x="112" y="5"/>
                    <a:pt x="103" y="13"/>
                  </a:cubicBezTo>
                  <a:cubicBezTo>
                    <a:pt x="33" y="29"/>
                    <a:pt x="0" y="116"/>
                    <a:pt x="17" y="186"/>
                  </a:cubicBezTo>
                  <a:cubicBezTo>
                    <a:pt x="33" y="203"/>
                    <a:pt x="54" y="235"/>
                    <a:pt x="70" y="252"/>
                  </a:cubicBezTo>
                  <a:cubicBezTo>
                    <a:pt x="87" y="262"/>
                    <a:pt x="103" y="267"/>
                    <a:pt x="118" y="267"/>
                  </a:cubicBezTo>
                  <a:cubicBezTo>
                    <a:pt x="133" y="267"/>
                    <a:pt x="147" y="262"/>
                    <a:pt x="157" y="252"/>
                  </a:cubicBezTo>
                  <a:cubicBezTo>
                    <a:pt x="190" y="235"/>
                    <a:pt x="206" y="219"/>
                    <a:pt x="223" y="186"/>
                  </a:cubicBezTo>
                  <a:cubicBezTo>
                    <a:pt x="239" y="149"/>
                    <a:pt x="239" y="116"/>
                    <a:pt x="239" y="83"/>
                  </a:cubicBezTo>
                  <a:cubicBezTo>
                    <a:pt x="223" y="66"/>
                    <a:pt x="223" y="46"/>
                    <a:pt x="206" y="29"/>
                  </a:cubicBezTo>
                  <a:lnTo>
                    <a:pt x="190" y="13"/>
                  </a:lnTo>
                  <a:cubicBezTo>
                    <a:pt x="173" y="5"/>
                    <a:pt x="156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16"/>
            <p:cNvSpPr/>
            <p:nvPr/>
          </p:nvSpPr>
          <p:spPr>
            <a:xfrm rot="10800000">
              <a:off x="4387340" y="2507858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16" y="1"/>
                  </a:moveTo>
                  <a:cubicBezTo>
                    <a:pt x="70" y="1"/>
                    <a:pt x="15" y="46"/>
                    <a:pt x="1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7"/>
                    <a:pt x="54" y="243"/>
                    <a:pt x="87" y="264"/>
                  </a:cubicBezTo>
                  <a:cubicBezTo>
                    <a:pt x="104" y="264"/>
                    <a:pt x="137" y="243"/>
                    <a:pt x="174" y="227"/>
                  </a:cubicBezTo>
                  <a:cubicBezTo>
                    <a:pt x="190" y="210"/>
                    <a:pt x="207" y="177"/>
                    <a:pt x="223" y="140"/>
                  </a:cubicBezTo>
                  <a:cubicBezTo>
                    <a:pt x="223" y="107"/>
                    <a:pt x="223" y="74"/>
                    <a:pt x="207" y="58"/>
                  </a:cubicBezTo>
                  <a:cubicBezTo>
                    <a:pt x="207" y="37"/>
                    <a:pt x="190" y="37"/>
                    <a:pt x="190" y="21"/>
                  </a:cubicBezTo>
                  <a:cubicBezTo>
                    <a:pt x="174" y="21"/>
                    <a:pt x="157" y="4"/>
                    <a:pt x="137" y="4"/>
                  </a:cubicBezTo>
                  <a:cubicBezTo>
                    <a:pt x="130" y="2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16"/>
            <p:cNvSpPr/>
            <p:nvPr/>
          </p:nvSpPr>
          <p:spPr>
            <a:xfrm rot="10800000">
              <a:off x="4391165" y="2522483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36" y="1"/>
                  </a:moveTo>
                  <a:cubicBezTo>
                    <a:pt x="83" y="1"/>
                    <a:pt x="17" y="38"/>
                    <a:pt x="0" y="104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33" y="244"/>
                    <a:pt x="50" y="260"/>
                    <a:pt x="83" y="260"/>
                  </a:cubicBezTo>
                  <a:cubicBezTo>
                    <a:pt x="120" y="260"/>
                    <a:pt x="136" y="260"/>
                    <a:pt x="169" y="227"/>
                  </a:cubicBezTo>
                  <a:cubicBezTo>
                    <a:pt x="206" y="207"/>
                    <a:pt x="223" y="190"/>
                    <a:pt x="223" y="157"/>
                  </a:cubicBezTo>
                  <a:cubicBezTo>
                    <a:pt x="223" y="124"/>
                    <a:pt x="223" y="87"/>
                    <a:pt x="206" y="54"/>
                  </a:cubicBezTo>
                  <a:cubicBezTo>
                    <a:pt x="206" y="54"/>
                    <a:pt x="206" y="38"/>
                    <a:pt x="186" y="38"/>
                  </a:cubicBezTo>
                  <a:cubicBezTo>
                    <a:pt x="169" y="2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16"/>
            <p:cNvSpPr/>
            <p:nvPr/>
          </p:nvSpPr>
          <p:spPr>
            <a:xfrm rot="10800000">
              <a:off x="4381265" y="2599708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5" y="0"/>
                  </a:moveTo>
                  <a:cubicBezTo>
                    <a:pt x="102" y="0"/>
                    <a:pt x="82" y="14"/>
                    <a:pt x="70" y="26"/>
                  </a:cubicBezTo>
                  <a:cubicBezTo>
                    <a:pt x="37" y="42"/>
                    <a:pt x="17" y="75"/>
                    <a:pt x="17" y="112"/>
                  </a:cubicBezTo>
                  <a:cubicBezTo>
                    <a:pt x="0" y="145"/>
                    <a:pt x="17" y="178"/>
                    <a:pt x="37" y="195"/>
                  </a:cubicBezTo>
                  <a:cubicBezTo>
                    <a:pt x="54" y="232"/>
                    <a:pt x="70" y="248"/>
                    <a:pt x="103" y="248"/>
                  </a:cubicBezTo>
                  <a:cubicBezTo>
                    <a:pt x="110" y="250"/>
                    <a:pt x="118" y="251"/>
                    <a:pt x="125" y="251"/>
                  </a:cubicBezTo>
                  <a:cubicBezTo>
                    <a:pt x="173" y="251"/>
                    <a:pt x="226" y="206"/>
                    <a:pt x="244" y="145"/>
                  </a:cubicBezTo>
                  <a:cubicBezTo>
                    <a:pt x="244" y="112"/>
                    <a:pt x="244" y="75"/>
                    <a:pt x="223" y="59"/>
                  </a:cubicBezTo>
                  <a:cubicBezTo>
                    <a:pt x="223" y="42"/>
                    <a:pt x="206" y="42"/>
                    <a:pt x="206" y="26"/>
                  </a:cubicBezTo>
                  <a:cubicBezTo>
                    <a:pt x="190" y="9"/>
                    <a:pt x="173" y="9"/>
                    <a:pt x="157" y="9"/>
                  </a:cubicBezTo>
                  <a:cubicBezTo>
                    <a:pt x="146" y="3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16"/>
            <p:cNvSpPr/>
            <p:nvPr/>
          </p:nvSpPr>
          <p:spPr>
            <a:xfrm rot="10800000">
              <a:off x="4404040" y="2574508"/>
              <a:ext cx="5600" cy="6450"/>
            </a:xfrm>
            <a:custGeom>
              <a:avLst/>
              <a:gdLst/>
              <a:ahLst/>
              <a:cxnLst/>
              <a:rect l="l" t="t" r="r" b="b"/>
              <a:pathLst>
                <a:path w="224" h="258" extrusionOk="0">
                  <a:moveTo>
                    <a:pt x="67" y="1"/>
                  </a:moveTo>
                  <a:cubicBezTo>
                    <a:pt x="34" y="17"/>
                    <a:pt x="17" y="54"/>
                    <a:pt x="1" y="87"/>
                  </a:cubicBezTo>
                  <a:lnTo>
                    <a:pt x="1" y="190"/>
                  </a:lnTo>
                  <a:cubicBezTo>
                    <a:pt x="13" y="229"/>
                    <a:pt x="51" y="257"/>
                    <a:pt x="91" y="257"/>
                  </a:cubicBezTo>
                  <a:cubicBezTo>
                    <a:pt x="106" y="257"/>
                    <a:pt x="122" y="253"/>
                    <a:pt x="137" y="244"/>
                  </a:cubicBezTo>
                  <a:cubicBezTo>
                    <a:pt x="186" y="223"/>
                    <a:pt x="223" y="141"/>
                    <a:pt x="207" y="87"/>
                  </a:cubicBezTo>
                  <a:cubicBezTo>
                    <a:pt x="207" y="54"/>
                    <a:pt x="186" y="38"/>
                    <a:pt x="186" y="38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04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16"/>
            <p:cNvSpPr/>
            <p:nvPr/>
          </p:nvSpPr>
          <p:spPr>
            <a:xfrm rot="10800000">
              <a:off x="4008140" y="2536858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1" y="0"/>
                  </a:moveTo>
                  <a:cubicBezTo>
                    <a:pt x="97" y="0"/>
                    <a:pt x="63" y="13"/>
                    <a:pt x="33" y="40"/>
                  </a:cubicBezTo>
                  <a:cubicBezTo>
                    <a:pt x="33" y="56"/>
                    <a:pt x="17" y="77"/>
                    <a:pt x="17" y="110"/>
                  </a:cubicBezTo>
                  <a:cubicBezTo>
                    <a:pt x="0" y="143"/>
                    <a:pt x="17" y="196"/>
                    <a:pt x="54" y="229"/>
                  </a:cubicBezTo>
                  <a:cubicBezTo>
                    <a:pt x="64" y="249"/>
                    <a:pt x="85" y="257"/>
                    <a:pt x="108" y="257"/>
                  </a:cubicBezTo>
                  <a:cubicBezTo>
                    <a:pt x="124" y="257"/>
                    <a:pt x="142" y="253"/>
                    <a:pt x="157" y="246"/>
                  </a:cubicBezTo>
                  <a:cubicBezTo>
                    <a:pt x="173" y="229"/>
                    <a:pt x="190" y="229"/>
                    <a:pt x="206" y="213"/>
                  </a:cubicBezTo>
                  <a:cubicBezTo>
                    <a:pt x="239" y="143"/>
                    <a:pt x="239" y="77"/>
                    <a:pt x="206" y="23"/>
                  </a:cubicBezTo>
                  <a:cubicBezTo>
                    <a:pt x="184" y="8"/>
                    <a:pt x="158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16"/>
            <p:cNvSpPr/>
            <p:nvPr/>
          </p:nvSpPr>
          <p:spPr>
            <a:xfrm rot="10800000">
              <a:off x="4349940" y="2625158"/>
              <a:ext cx="2600" cy="1250"/>
            </a:xfrm>
            <a:custGeom>
              <a:avLst/>
              <a:gdLst/>
              <a:ahLst/>
              <a:cxnLst/>
              <a:rect l="l" t="t" r="r" b="b"/>
              <a:pathLst>
                <a:path w="104" h="50" extrusionOk="0">
                  <a:moveTo>
                    <a:pt x="1" y="0"/>
                  </a:moveTo>
                  <a:cubicBezTo>
                    <a:pt x="1" y="1"/>
                    <a:pt x="1" y="17"/>
                    <a:pt x="17" y="17"/>
                  </a:cubicBezTo>
                  <a:cubicBezTo>
                    <a:pt x="34" y="33"/>
                    <a:pt x="50" y="50"/>
                    <a:pt x="67" y="50"/>
                  </a:cubicBezTo>
                  <a:lnTo>
                    <a:pt x="104" y="50"/>
                  </a:lnTo>
                  <a:cubicBezTo>
                    <a:pt x="67" y="33"/>
                    <a:pt x="34" y="1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16"/>
            <p:cNvSpPr/>
            <p:nvPr/>
          </p:nvSpPr>
          <p:spPr>
            <a:xfrm rot="10800000">
              <a:off x="4036490" y="2587008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38"/>
                    <a:pt x="1" y="104"/>
                    <a:pt x="17" y="174"/>
                  </a:cubicBezTo>
                  <a:cubicBezTo>
                    <a:pt x="34" y="207"/>
                    <a:pt x="54" y="228"/>
                    <a:pt x="71" y="244"/>
                  </a:cubicBezTo>
                  <a:cubicBezTo>
                    <a:pt x="87" y="252"/>
                    <a:pt x="104" y="256"/>
                    <a:pt x="119" y="256"/>
                  </a:cubicBezTo>
                  <a:cubicBezTo>
                    <a:pt x="133" y="256"/>
                    <a:pt x="147" y="252"/>
                    <a:pt x="157" y="244"/>
                  </a:cubicBezTo>
                  <a:cubicBezTo>
                    <a:pt x="190" y="228"/>
                    <a:pt x="207" y="207"/>
                    <a:pt x="223" y="174"/>
                  </a:cubicBezTo>
                  <a:cubicBezTo>
                    <a:pt x="240" y="141"/>
                    <a:pt x="240" y="104"/>
                    <a:pt x="240" y="87"/>
                  </a:cubicBezTo>
                  <a:cubicBezTo>
                    <a:pt x="240" y="54"/>
                    <a:pt x="223" y="38"/>
                    <a:pt x="207" y="21"/>
                  </a:cubicBezTo>
                  <a:cubicBezTo>
                    <a:pt x="207" y="21"/>
                    <a:pt x="190" y="21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16"/>
            <p:cNvSpPr/>
            <p:nvPr/>
          </p:nvSpPr>
          <p:spPr>
            <a:xfrm rot="10800000">
              <a:off x="4033915" y="2570633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19" y="0"/>
                  </a:moveTo>
                  <a:cubicBezTo>
                    <a:pt x="69" y="0"/>
                    <a:pt x="14" y="46"/>
                    <a:pt x="0" y="106"/>
                  </a:cubicBezTo>
                  <a:cubicBezTo>
                    <a:pt x="0" y="139"/>
                    <a:pt x="0" y="172"/>
                    <a:pt x="17" y="210"/>
                  </a:cubicBezTo>
                  <a:cubicBezTo>
                    <a:pt x="37" y="226"/>
                    <a:pt x="54" y="242"/>
                    <a:pt x="87" y="259"/>
                  </a:cubicBezTo>
                  <a:cubicBezTo>
                    <a:pt x="140" y="259"/>
                    <a:pt x="206" y="226"/>
                    <a:pt x="223" y="139"/>
                  </a:cubicBezTo>
                  <a:cubicBezTo>
                    <a:pt x="223" y="106"/>
                    <a:pt x="223" y="90"/>
                    <a:pt x="206" y="53"/>
                  </a:cubicBezTo>
                  <a:cubicBezTo>
                    <a:pt x="206" y="36"/>
                    <a:pt x="190" y="36"/>
                    <a:pt x="190" y="36"/>
                  </a:cubicBezTo>
                  <a:cubicBezTo>
                    <a:pt x="173" y="20"/>
                    <a:pt x="157" y="3"/>
                    <a:pt x="140" y="3"/>
                  </a:cubicBezTo>
                  <a:cubicBezTo>
                    <a:pt x="133" y="1"/>
                    <a:pt x="126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16"/>
            <p:cNvSpPr/>
            <p:nvPr/>
          </p:nvSpPr>
          <p:spPr>
            <a:xfrm rot="10800000">
              <a:off x="4342615" y="2543608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35" y="1"/>
                  </a:moveTo>
                  <a:cubicBezTo>
                    <a:pt x="103" y="1"/>
                    <a:pt x="67" y="18"/>
                    <a:pt x="37" y="59"/>
                  </a:cubicBezTo>
                  <a:cubicBezTo>
                    <a:pt x="0" y="109"/>
                    <a:pt x="0" y="179"/>
                    <a:pt x="37" y="228"/>
                  </a:cubicBezTo>
                  <a:cubicBezTo>
                    <a:pt x="59" y="251"/>
                    <a:pt x="83" y="261"/>
                    <a:pt x="109" y="261"/>
                  </a:cubicBezTo>
                  <a:cubicBezTo>
                    <a:pt x="143" y="261"/>
                    <a:pt x="178" y="243"/>
                    <a:pt x="207" y="212"/>
                  </a:cubicBezTo>
                  <a:cubicBezTo>
                    <a:pt x="244" y="162"/>
                    <a:pt x="244" y="76"/>
                    <a:pt x="190" y="22"/>
                  </a:cubicBezTo>
                  <a:cubicBezTo>
                    <a:pt x="177" y="9"/>
                    <a:pt x="157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16"/>
            <p:cNvSpPr/>
            <p:nvPr/>
          </p:nvSpPr>
          <p:spPr>
            <a:xfrm rot="10800000">
              <a:off x="4346940" y="2518058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4" y="1"/>
                  </a:moveTo>
                  <a:cubicBezTo>
                    <a:pt x="119" y="1"/>
                    <a:pt x="101" y="5"/>
                    <a:pt x="83" y="13"/>
                  </a:cubicBezTo>
                  <a:cubicBezTo>
                    <a:pt x="33" y="30"/>
                    <a:pt x="0" y="116"/>
                    <a:pt x="17" y="186"/>
                  </a:cubicBezTo>
                  <a:cubicBezTo>
                    <a:pt x="31" y="228"/>
                    <a:pt x="67" y="261"/>
                    <a:pt x="120" y="261"/>
                  </a:cubicBezTo>
                  <a:cubicBezTo>
                    <a:pt x="130" y="261"/>
                    <a:pt x="141" y="259"/>
                    <a:pt x="153" y="257"/>
                  </a:cubicBezTo>
                  <a:cubicBezTo>
                    <a:pt x="206" y="219"/>
                    <a:pt x="239" y="153"/>
                    <a:pt x="223" y="83"/>
                  </a:cubicBezTo>
                  <a:cubicBezTo>
                    <a:pt x="223" y="67"/>
                    <a:pt x="223" y="50"/>
                    <a:pt x="206" y="30"/>
                  </a:cubicBezTo>
                  <a:cubicBezTo>
                    <a:pt x="186" y="30"/>
                    <a:pt x="186" y="13"/>
                    <a:pt x="169" y="13"/>
                  </a:cubicBezTo>
                  <a:cubicBezTo>
                    <a:pt x="161" y="5"/>
                    <a:pt x="149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16"/>
            <p:cNvSpPr/>
            <p:nvPr/>
          </p:nvSpPr>
          <p:spPr>
            <a:xfrm rot="10800000">
              <a:off x="4341365" y="2482608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29" y="0"/>
                  </a:moveTo>
                  <a:cubicBezTo>
                    <a:pt x="116" y="0"/>
                    <a:pt x="104" y="5"/>
                    <a:pt x="88" y="13"/>
                  </a:cubicBezTo>
                  <a:cubicBezTo>
                    <a:pt x="50" y="29"/>
                    <a:pt x="34" y="46"/>
                    <a:pt x="17" y="83"/>
                  </a:cubicBezTo>
                  <a:cubicBezTo>
                    <a:pt x="1" y="116"/>
                    <a:pt x="1" y="149"/>
                    <a:pt x="1" y="169"/>
                  </a:cubicBezTo>
                  <a:cubicBezTo>
                    <a:pt x="17" y="202"/>
                    <a:pt x="34" y="235"/>
                    <a:pt x="67" y="252"/>
                  </a:cubicBezTo>
                  <a:lnTo>
                    <a:pt x="154" y="252"/>
                  </a:lnTo>
                  <a:cubicBezTo>
                    <a:pt x="207" y="219"/>
                    <a:pt x="240" y="149"/>
                    <a:pt x="224" y="83"/>
                  </a:cubicBezTo>
                  <a:cubicBezTo>
                    <a:pt x="224" y="66"/>
                    <a:pt x="207" y="46"/>
                    <a:pt x="191" y="29"/>
                  </a:cubicBezTo>
                  <a:cubicBezTo>
                    <a:pt x="191" y="29"/>
                    <a:pt x="191" y="13"/>
                    <a:pt x="170" y="13"/>
                  </a:cubicBezTo>
                  <a:cubicBezTo>
                    <a:pt x="154" y="5"/>
                    <a:pt x="141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16"/>
            <p:cNvSpPr/>
            <p:nvPr/>
          </p:nvSpPr>
          <p:spPr>
            <a:xfrm rot="10800000">
              <a:off x="4029590" y="2552583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20" y="1"/>
                  </a:moveTo>
                  <a:cubicBezTo>
                    <a:pt x="70" y="1"/>
                    <a:pt x="17" y="50"/>
                    <a:pt x="0" y="104"/>
                  </a:cubicBezTo>
                  <a:cubicBezTo>
                    <a:pt x="0" y="137"/>
                    <a:pt x="0" y="170"/>
                    <a:pt x="17" y="207"/>
                  </a:cubicBezTo>
                  <a:cubicBezTo>
                    <a:pt x="33" y="224"/>
                    <a:pt x="50" y="240"/>
                    <a:pt x="87" y="256"/>
                  </a:cubicBezTo>
                  <a:cubicBezTo>
                    <a:pt x="136" y="256"/>
                    <a:pt x="206" y="207"/>
                    <a:pt x="223" y="137"/>
                  </a:cubicBezTo>
                  <a:lnTo>
                    <a:pt x="223" y="104"/>
                  </a:lnTo>
                  <a:cubicBezTo>
                    <a:pt x="223" y="67"/>
                    <a:pt x="206" y="50"/>
                    <a:pt x="190" y="17"/>
                  </a:cubicBezTo>
                  <a:cubicBezTo>
                    <a:pt x="173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16"/>
            <p:cNvSpPr/>
            <p:nvPr/>
          </p:nvSpPr>
          <p:spPr>
            <a:xfrm rot="10800000">
              <a:off x="4357240" y="2503533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37" y="0"/>
                  </a:moveTo>
                  <a:cubicBezTo>
                    <a:pt x="104" y="0"/>
                    <a:pt x="87" y="17"/>
                    <a:pt x="50" y="33"/>
                  </a:cubicBezTo>
                  <a:cubicBezTo>
                    <a:pt x="34" y="50"/>
                    <a:pt x="17" y="87"/>
                    <a:pt x="1" y="120"/>
                  </a:cubicBezTo>
                  <a:cubicBezTo>
                    <a:pt x="1" y="153"/>
                    <a:pt x="1" y="190"/>
                    <a:pt x="17" y="206"/>
                  </a:cubicBezTo>
                  <a:cubicBezTo>
                    <a:pt x="34" y="239"/>
                    <a:pt x="50" y="256"/>
                    <a:pt x="87" y="256"/>
                  </a:cubicBezTo>
                  <a:cubicBezTo>
                    <a:pt x="94" y="258"/>
                    <a:pt x="100" y="259"/>
                    <a:pt x="107" y="259"/>
                  </a:cubicBezTo>
                  <a:cubicBezTo>
                    <a:pt x="154" y="259"/>
                    <a:pt x="209" y="214"/>
                    <a:pt x="223" y="153"/>
                  </a:cubicBezTo>
                  <a:cubicBezTo>
                    <a:pt x="223" y="120"/>
                    <a:pt x="223" y="87"/>
                    <a:pt x="207" y="50"/>
                  </a:cubicBezTo>
                  <a:lnTo>
                    <a:pt x="190" y="33"/>
                  </a:lnTo>
                  <a:cubicBezTo>
                    <a:pt x="170" y="17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16"/>
            <p:cNvSpPr/>
            <p:nvPr/>
          </p:nvSpPr>
          <p:spPr>
            <a:xfrm rot="10800000">
              <a:off x="4342190" y="2499708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1" y="1"/>
                  </a:moveTo>
                  <a:cubicBezTo>
                    <a:pt x="72" y="1"/>
                    <a:pt x="19" y="49"/>
                    <a:pt x="1" y="107"/>
                  </a:cubicBezTo>
                  <a:cubicBezTo>
                    <a:pt x="1" y="144"/>
                    <a:pt x="1" y="193"/>
                    <a:pt x="21" y="210"/>
                  </a:cubicBezTo>
                  <a:cubicBezTo>
                    <a:pt x="38" y="226"/>
                    <a:pt x="71" y="247"/>
                    <a:pt x="87" y="264"/>
                  </a:cubicBezTo>
                  <a:cubicBezTo>
                    <a:pt x="125" y="264"/>
                    <a:pt x="158" y="247"/>
                    <a:pt x="174" y="226"/>
                  </a:cubicBezTo>
                  <a:cubicBezTo>
                    <a:pt x="207" y="210"/>
                    <a:pt x="228" y="177"/>
                    <a:pt x="228" y="144"/>
                  </a:cubicBezTo>
                  <a:cubicBezTo>
                    <a:pt x="244" y="107"/>
                    <a:pt x="228" y="74"/>
                    <a:pt x="207" y="57"/>
                  </a:cubicBezTo>
                  <a:cubicBezTo>
                    <a:pt x="207" y="41"/>
                    <a:pt x="207" y="41"/>
                    <a:pt x="191" y="20"/>
                  </a:cubicBezTo>
                  <a:cubicBezTo>
                    <a:pt x="174" y="4"/>
                    <a:pt x="158" y="4"/>
                    <a:pt x="141" y="4"/>
                  </a:cubicBezTo>
                  <a:cubicBezTo>
                    <a:pt x="134" y="2"/>
                    <a:pt x="128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16"/>
            <p:cNvSpPr/>
            <p:nvPr/>
          </p:nvSpPr>
          <p:spPr>
            <a:xfrm rot="10800000">
              <a:off x="4084115" y="2485508"/>
              <a:ext cx="5575" cy="6250"/>
            </a:xfrm>
            <a:custGeom>
              <a:avLst/>
              <a:gdLst/>
              <a:ahLst/>
              <a:cxnLst/>
              <a:rect l="l" t="t" r="r" b="b"/>
              <a:pathLst>
                <a:path w="223" h="250" extrusionOk="0">
                  <a:moveTo>
                    <a:pt x="111" y="0"/>
                  </a:moveTo>
                  <a:cubicBezTo>
                    <a:pt x="92" y="0"/>
                    <a:pt x="76" y="12"/>
                    <a:pt x="50" y="24"/>
                  </a:cubicBezTo>
                  <a:cubicBezTo>
                    <a:pt x="33" y="40"/>
                    <a:pt x="17" y="77"/>
                    <a:pt x="0" y="110"/>
                  </a:cubicBezTo>
                  <a:cubicBezTo>
                    <a:pt x="0" y="143"/>
                    <a:pt x="0" y="180"/>
                    <a:pt x="17" y="197"/>
                  </a:cubicBezTo>
                  <a:cubicBezTo>
                    <a:pt x="33" y="230"/>
                    <a:pt x="50" y="246"/>
                    <a:pt x="87" y="246"/>
                  </a:cubicBezTo>
                  <a:cubicBezTo>
                    <a:pt x="93" y="249"/>
                    <a:pt x="100" y="250"/>
                    <a:pt x="107" y="250"/>
                  </a:cubicBezTo>
                  <a:cubicBezTo>
                    <a:pt x="154" y="250"/>
                    <a:pt x="209" y="204"/>
                    <a:pt x="223" y="143"/>
                  </a:cubicBezTo>
                  <a:cubicBezTo>
                    <a:pt x="223" y="110"/>
                    <a:pt x="223" y="77"/>
                    <a:pt x="206" y="57"/>
                  </a:cubicBezTo>
                  <a:cubicBezTo>
                    <a:pt x="206" y="40"/>
                    <a:pt x="206" y="40"/>
                    <a:pt x="190" y="24"/>
                  </a:cubicBezTo>
                  <a:cubicBezTo>
                    <a:pt x="169" y="7"/>
                    <a:pt x="153" y="7"/>
                    <a:pt x="136" y="7"/>
                  </a:cubicBezTo>
                  <a:cubicBezTo>
                    <a:pt x="127" y="2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16"/>
            <p:cNvSpPr/>
            <p:nvPr/>
          </p:nvSpPr>
          <p:spPr>
            <a:xfrm rot="10800000">
              <a:off x="4085865" y="2563808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0"/>
                  </a:moveTo>
                  <a:cubicBezTo>
                    <a:pt x="87" y="21"/>
                    <a:pt x="50" y="38"/>
                    <a:pt x="34" y="54"/>
                  </a:cubicBezTo>
                  <a:cubicBezTo>
                    <a:pt x="17" y="71"/>
                    <a:pt x="17" y="104"/>
                    <a:pt x="1" y="141"/>
                  </a:cubicBezTo>
                  <a:cubicBezTo>
                    <a:pt x="1" y="174"/>
                    <a:pt x="17" y="207"/>
                    <a:pt x="34" y="227"/>
                  </a:cubicBezTo>
                  <a:cubicBezTo>
                    <a:pt x="56" y="248"/>
                    <a:pt x="80" y="257"/>
                    <a:pt x="104" y="257"/>
                  </a:cubicBezTo>
                  <a:cubicBezTo>
                    <a:pt x="140" y="257"/>
                    <a:pt x="175" y="238"/>
                    <a:pt x="207" y="207"/>
                  </a:cubicBezTo>
                  <a:cubicBezTo>
                    <a:pt x="240" y="157"/>
                    <a:pt x="240" y="71"/>
                    <a:pt x="207" y="38"/>
                  </a:cubicBezTo>
                  <a:cubicBezTo>
                    <a:pt x="174" y="0"/>
                    <a:pt x="137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16"/>
            <p:cNvSpPr/>
            <p:nvPr/>
          </p:nvSpPr>
          <p:spPr>
            <a:xfrm rot="10800000">
              <a:off x="4091415" y="2579508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53" y="1"/>
                  </a:moveTo>
                  <a:cubicBezTo>
                    <a:pt x="87" y="1"/>
                    <a:pt x="33" y="54"/>
                    <a:pt x="17" y="120"/>
                  </a:cubicBezTo>
                  <a:cubicBezTo>
                    <a:pt x="0" y="157"/>
                    <a:pt x="0" y="190"/>
                    <a:pt x="17" y="207"/>
                  </a:cubicBezTo>
                  <a:cubicBezTo>
                    <a:pt x="33" y="244"/>
                    <a:pt x="66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9" y="263"/>
                    <a:pt x="223" y="215"/>
                    <a:pt x="223" y="157"/>
                  </a:cubicBezTo>
                  <a:cubicBezTo>
                    <a:pt x="239" y="120"/>
                    <a:pt x="239" y="87"/>
                    <a:pt x="223" y="54"/>
                  </a:cubicBezTo>
                  <a:cubicBezTo>
                    <a:pt x="206" y="54"/>
                    <a:pt x="206" y="38"/>
                    <a:pt x="206" y="38"/>
                  </a:cubicBezTo>
                  <a:cubicBezTo>
                    <a:pt x="190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16"/>
            <p:cNvSpPr/>
            <p:nvPr/>
          </p:nvSpPr>
          <p:spPr>
            <a:xfrm rot="10800000">
              <a:off x="4084115" y="2546908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83" y="1"/>
                    <a:pt x="34" y="50"/>
                    <a:pt x="17" y="120"/>
                  </a:cubicBezTo>
                  <a:cubicBezTo>
                    <a:pt x="1" y="153"/>
                    <a:pt x="17" y="190"/>
                    <a:pt x="34" y="207"/>
                  </a:cubicBezTo>
                  <a:cubicBezTo>
                    <a:pt x="34" y="240"/>
                    <a:pt x="67" y="256"/>
                    <a:pt x="104" y="256"/>
                  </a:cubicBezTo>
                  <a:cubicBezTo>
                    <a:pt x="111" y="259"/>
                    <a:pt x="119" y="261"/>
                    <a:pt x="127" y="261"/>
                  </a:cubicBezTo>
                  <a:cubicBezTo>
                    <a:pt x="173" y="261"/>
                    <a:pt x="226" y="213"/>
                    <a:pt x="240" y="153"/>
                  </a:cubicBezTo>
                  <a:cubicBezTo>
                    <a:pt x="240" y="120"/>
                    <a:pt x="240" y="87"/>
                    <a:pt x="223" y="50"/>
                  </a:cubicBezTo>
                  <a:lnTo>
                    <a:pt x="207" y="33"/>
                  </a:lnTo>
                  <a:cubicBezTo>
                    <a:pt x="186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16"/>
            <p:cNvSpPr/>
            <p:nvPr/>
          </p:nvSpPr>
          <p:spPr>
            <a:xfrm rot="10800000">
              <a:off x="4077715" y="2579433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44" y="1"/>
                  </a:moveTo>
                  <a:cubicBezTo>
                    <a:pt x="114" y="1"/>
                    <a:pt x="80" y="14"/>
                    <a:pt x="50" y="43"/>
                  </a:cubicBezTo>
                  <a:cubicBezTo>
                    <a:pt x="1" y="109"/>
                    <a:pt x="17" y="179"/>
                    <a:pt x="50" y="233"/>
                  </a:cubicBezTo>
                  <a:cubicBezTo>
                    <a:pt x="71" y="249"/>
                    <a:pt x="87" y="249"/>
                    <a:pt x="104" y="249"/>
                  </a:cubicBezTo>
                  <a:cubicBezTo>
                    <a:pt x="113" y="254"/>
                    <a:pt x="123" y="256"/>
                    <a:pt x="133" y="256"/>
                  </a:cubicBezTo>
                  <a:cubicBezTo>
                    <a:pt x="163" y="256"/>
                    <a:pt x="195" y="240"/>
                    <a:pt x="207" y="212"/>
                  </a:cubicBezTo>
                  <a:cubicBezTo>
                    <a:pt x="240" y="163"/>
                    <a:pt x="256" y="109"/>
                    <a:pt x="240" y="76"/>
                  </a:cubicBezTo>
                  <a:cubicBezTo>
                    <a:pt x="240" y="60"/>
                    <a:pt x="224" y="43"/>
                    <a:pt x="207" y="27"/>
                  </a:cubicBezTo>
                  <a:cubicBezTo>
                    <a:pt x="192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16"/>
            <p:cNvSpPr/>
            <p:nvPr/>
          </p:nvSpPr>
          <p:spPr>
            <a:xfrm rot="10800000">
              <a:off x="4051015" y="2589483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124" y="1"/>
                    <a:pt x="87" y="1"/>
                    <a:pt x="54" y="21"/>
                  </a:cubicBezTo>
                  <a:cubicBezTo>
                    <a:pt x="37" y="38"/>
                    <a:pt x="21" y="71"/>
                    <a:pt x="0" y="104"/>
                  </a:cubicBezTo>
                  <a:cubicBezTo>
                    <a:pt x="0" y="141"/>
                    <a:pt x="0" y="174"/>
                    <a:pt x="21" y="207"/>
                  </a:cubicBezTo>
                  <a:cubicBezTo>
                    <a:pt x="37" y="228"/>
                    <a:pt x="54" y="244"/>
                    <a:pt x="87" y="260"/>
                  </a:cubicBezTo>
                  <a:cubicBezTo>
                    <a:pt x="157" y="260"/>
                    <a:pt x="206" y="207"/>
                    <a:pt x="227" y="141"/>
                  </a:cubicBezTo>
                  <a:cubicBezTo>
                    <a:pt x="243" y="104"/>
                    <a:pt x="227" y="71"/>
                    <a:pt x="206" y="54"/>
                  </a:cubicBezTo>
                  <a:cubicBezTo>
                    <a:pt x="206" y="38"/>
                    <a:pt x="206" y="38"/>
                    <a:pt x="190" y="21"/>
                  </a:cubicBezTo>
                  <a:cubicBezTo>
                    <a:pt x="190" y="21"/>
                    <a:pt x="173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16"/>
            <p:cNvSpPr/>
            <p:nvPr/>
          </p:nvSpPr>
          <p:spPr>
            <a:xfrm rot="10800000">
              <a:off x="4080290" y="2594133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0"/>
                  </a:moveTo>
                  <a:cubicBezTo>
                    <a:pt x="120" y="0"/>
                    <a:pt x="87" y="17"/>
                    <a:pt x="54" y="33"/>
                  </a:cubicBezTo>
                  <a:cubicBezTo>
                    <a:pt x="38" y="50"/>
                    <a:pt x="17" y="83"/>
                    <a:pt x="1" y="120"/>
                  </a:cubicBezTo>
                  <a:cubicBezTo>
                    <a:pt x="1" y="153"/>
                    <a:pt x="1" y="186"/>
                    <a:pt x="17" y="206"/>
                  </a:cubicBezTo>
                  <a:cubicBezTo>
                    <a:pt x="38" y="239"/>
                    <a:pt x="54" y="256"/>
                    <a:pt x="87" y="256"/>
                  </a:cubicBezTo>
                  <a:cubicBezTo>
                    <a:pt x="97" y="258"/>
                    <a:pt x="105" y="259"/>
                    <a:pt x="114" y="259"/>
                  </a:cubicBezTo>
                  <a:cubicBezTo>
                    <a:pt x="170" y="259"/>
                    <a:pt x="209" y="214"/>
                    <a:pt x="223" y="153"/>
                  </a:cubicBezTo>
                  <a:cubicBezTo>
                    <a:pt x="223" y="120"/>
                    <a:pt x="223" y="83"/>
                    <a:pt x="207" y="50"/>
                  </a:cubicBezTo>
                  <a:cubicBezTo>
                    <a:pt x="207" y="50"/>
                    <a:pt x="207" y="33"/>
                    <a:pt x="190" y="33"/>
                  </a:cubicBezTo>
                  <a:cubicBezTo>
                    <a:pt x="174" y="17"/>
                    <a:pt x="157" y="17"/>
                    <a:pt x="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16"/>
            <p:cNvSpPr/>
            <p:nvPr/>
          </p:nvSpPr>
          <p:spPr>
            <a:xfrm rot="10800000">
              <a:off x="4094415" y="2470883"/>
              <a:ext cx="5600" cy="6075"/>
            </a:xfrm>
            <a:custGeom>
              <a:avLst/>
              <a:gdLst/>
              <a:ahLst/>
              <a:cxnLst/>
              <a:rect l="l" t="t" r="r" b="b"/>
              <a:pathLst>
                <a:path w="224" h="243" extrusionOk="0">
                  <a:moveTo>
                    <a:pt x="121" y="1"/>
                  </a:moveTo>
                  <a:cubicBezTo>
                    <a:pt x="67" y="1"/>
                    <a:pt x="17" y="34"/>
                    <a:pt x="1" y="104"/>
                  </a:cubicBezTo>
                  <a:cubicBezTo>
                    <a:pt x="1" y="137"/>
                    <a:pt x="1" y="170"/>
                    <a:pt x="17" y="186"/>
                  </a:cubicBezTo>
                  <a:cubicBezTo>
                    <a:pt x="34" y="223"/>
                    <a:pt x="50" y="240"/>
                    <a:pt x="88" y="240"/>
                  </a:cubicBezTo>
                  <a:cubicBezTo>
                    <a:pt x="94" y="242"/>
                    <a:pt x="101" y="243"/>
                    <a:pt x="108" y="243"/>
                  </a:cubicBezTo>
                  <a:cubicBezTo>
                    <a:pt x="154" y="243"/>
                    <a:pt x="209" y="198"/>
                    <a:pt x="224" y="137"/>
                  </a:cubicBezTo>
                  <a:lnTo>
                    <a:pt x="224" y="104"/>
                  </a:lnTo>
                  <a:cubicBezTo>
                    <a:pt x="224" y="67"/>
                    <a:pt x="207" y="34"/>
                    <a:pt x="191" y="17"/>
                  </a:cubicBezTo>
                  <a:cubicBezTo>
                    <a:pt x="170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16"/>
            <p:cNvSpPr/>
            <p:nvPr/>
          </p:nvSpPr>
          <p:spPr>
            <a:xfrm rot="10800000">
              <a:off x="4101315" y="2504958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9" y="0"/>
                  </a:moveTo>
                  <a:cubicBezTo>
                    <a:pt x="124" y="0"/>
                    <a:pt x="112" y="4"/>
                    <a:pt x="103" y="13"/>
                  </a:cubicBezTo>
                  <a:cubicBezTo>
                    <a:pt x="33" y="50"/>
                    <a:pt x="0" y="116"/>
                    <a:pt x="17" y="186"/>
                  </a:cubicBezTo>
                  <a:cubicBezTo>
                    <a:pt x="33" y="219"/>
                    <a:pt x="50" y="235"/>
                    <a:pt x="70" y="256"/>
                  </a:cubicBezTo>
                  <a:cubicBezTo>
                    <a:pt x="87" y="264"/>
                    <a:pt x="99" y="268"/>
                    <a:pt x="112" y="268"/>
                  </a:cubicBezTo>
                  <a:cubicBezTo>
                    <a:pt x="124" y="268"/>
                    <a:pt x="136" y="264"/>
                    <a:pt x="153" y="256"/>
                  </a:cubicBezTo>
                  <a:cubicBezTo>
                    <a:pt x="190" y="235"/>
                    <a:pt x="206" y="219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6"/>
                    <a:pt x="223" y="50"/>
                    <a:pt x="206" y="29"/>
                  </a:cubicBezTo>
                  <a:lnTo>
                    <a:pt x="190" y="13"/>
                  </a:lnTo>
                  <a:cubicBezTo>
                    <a:pt x="171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16"/>
            <p:cNvSpPr/>
            <p:nvPr/>
          </p:nvSpPr>
          <p:spPr>
            <a:xfrm rot="10800000">
              <a:off x="4098740" y="2594733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3" y="1"/>
                  </a:moveTo>
                  <a:cubicBezTo>
                    <a:pt x="99" y="1"/>
                    <a:pt x="64" y="19"/>
                    <a:pt x="33" y="50"/>
                  </a:cubicBezTo>
                  <a:cubicBezTo>
                    <a:pt x="0" y="100"/>
                    <a:pt x="0" y="186"/>
                    <a:pt x="50" y="223"/>
                  </a:cubicBezTo>
                  <a:cubicBezTo>
                    <a:pt x="65" y="244"/>
                    <a:pt x="85" y="253"/>
                    <a:pt x="107" y="253"/>
                  </a:cubicBezTo>
                  <a:cubicBezTo>
                    <a:pt x="139" y="253"/>
                    <a:pt x="175" y="234"/>
                    <a:pt x="206" y="203"/>
                  </a:cubicBezTo>
                  <a:cubicBezTo>
                    <a:pt x="239" y="153"/>
                    <a:pt x="239" y="67"/>
                    <a:pt x="206" y="34"/>
                  </a:cubicBezTo>
                  <a:cubicBezTo>
                    <a:pt x="184" y="11"/>
                    <a:pt x="159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16"/>
            <p:cNvSpPr/>
            <p:nvPr/>
          </p:nvSpPr>
          <p:spPr>
            <a:xfrm rot="10800000">
              <a:off x="4100915" y="2614108"/>
              <a:ext cx="6400" cy="6325"/>
            </a:xfrm>
            <a:custGeom>
              <a:avLst/>
              <a:gdLst/>
              <a:ahLst/>
              <a:cxnLst/>
              <a:rect l="l" t="t" r="r" b="b"/>
              <a:pathLst>
                <a:path w="256" h="253" extrusionOk="0">
                  <a:moveTo>
                    <a:pt x="103" y="1"/>
                  </a:moveTo>
                  <a:cubicBezTo>
                    <a:pt x="33" y="34"/>
                    <a:pt x="0" y="104"/>
                    <a:pt x="17" y="174"/>
                  </a:cubicBezTo>
                  <a:cubicBezTo>
                    <a:pt x="33" y="207"/>
                    <a:pt x="50" y="223"/>
                    <a:pt x="70" y="240"/>
                  </a:cubicBezTo>
                  <a:cubicBezTo>
                    <a:pt x="87" y="248"/>
                    <a:pt x="103" y="252"/>
                    <a:pt x="118" y="252"/>
                  </a:cubicBezTo>
                  <a:cubicBezTo>
                    <a:pt x="132" y="252"/>
                    <a:pt x="145" y="248"/>
                    <a:pt x="153" y="240"/>
                  </a:cubicBezTo>
                  <a:cubicBezTo>
                    <a:pt x="223" y="223"/>
                    <a:pt x="256" y="137"/>
                    <a:pt x="239" y="87"/>
                  </a:cubicBezTo>
                  <a:cubicBezTo>
                    <a:pt x="239" y="50"/>
                    <a:pt x="223" y="34"/>
                    <a:pt x="206" y="17"/>
                  </a:cubicBezTo>
                  <a:cubicBezTo>
                    <a:pt x="206" y="17"/>
                    <a:pt x="190" y="17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16"/>
            <p:cNvSpPr/>
            <p:nvPr/>
          </p:nvSpPr>
          <p:spPr>
            <a:xfrm rot="10800000">
              <a:off x="4102565" y="2568958"/>
              <a:ext cx="6500" cy="6425"/>
            </a:xfrm>
            <a:custGeom>
              <a:avLst/>
              <a:gdLst/>
              <a:ahLst/>
              <a:cxnLst/>
              <a:rect l="l" t="t" r="r" b="b"/>
              <a:pathLst>
                <a:path w="260" h="257" extrusionOk="0">
                  <a:moveTo>
                    <a:pt x="103" y="0"/>
                  </a:moveTo>
                  <a:cubicBezTo>
                    <a:pt x="37" y="37"/>
                    <a:pt x="0" y="103"/>
                    <a:pt x="17" y="173"/>
                  </a:cubicBezTo>
                  <a:cubicBezTo>
                    <a:pt x="32" y="225"/>
                    <a:pt x="71" y="256"/>
                    <a:pt x="113" y="256"/>
                  </a:cubicBezTo>
                  <a:cubicBezTo>
                    <a:pt x="127" y="256"/>
                    <a:pt x="143" y="252"/>
                    <a:pt x="157" y="244"/>
                  </a:cubicBezTo>
                  <a:cubicBezTo>
                    <a:pt x="223" y="227"/>
                    <a:pt x="260" y="141"/>
                    <a:pt x="243" y="70"/>
                  </a:cubicBezTo>
                  <a:cubicBezTo>
                    <a:pt x="223" y="54"/>
                    <a:pt x="223" y="37"/>
                    <a:pt x="206" y="21"/>
                  </a:cubicBezTo>
                  <a:cubicBezTo>
                    <a:pt x="206" y="21"/>
                    <a:pt x="190" y="21"/>
                    <a:pt x="1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16"/>
            <p:cNvSpPr/>
            <p:nvPr/>
          </p:nvSpPr>
          <p:spPr>
            <a:xfrm rot="10800000">
              <a:off x="4097390" y="2533308"/>
              <a:ext cx="6125" cy="6725"/>
            </a:xfrm>
            <a:custGeom>
              <a:avLst/>
              <a:gdLst/>
              <a:ahLst/>
              <a:cxnLst/>
              <a:rect l="l" t="t" r="r" b="b"/>
              <a:pathLst>
                <a:path w="245" h="269" extrusionOk="0">
                  <a:moveTo>
                    <a:pt x="138" y="0"/>
                  </a:moveTo>
                  <a:cubicBezTo>
                    <a:pt x="123" y="0"/>
                    <a:pt x="106" y="5"/>
                    <a:pt x="87" y="13"/>
                  </a:cubicBezTo>
                  <a:cubicBezTo>
                    <a:pt x="71" y="29"/>
                    <a:pt x="38" y="50"/>
                    <a:pt x="21" y="83"/>
                  </a:cubicBezTo>
                  <a:cubicBezTo>
                    <a:pt x="1" y="116"/>
                    <a:pt x="1" y="153"/>
                    <a:pt x="21" y="186"/>
                  </a:cubicBezTo>
                  <a:cubicBezTo>
                    <a:pt x="21" y="219"/>
                    <a:pt x="38" y="235"/>
                    <a:pt x="71" y="256"/>
                  </a:cubicBezTo>
                  <a:cubicBezTo>
                    <a:pt x="79" y="264"/>
                    <a:pt x="93" y="268"/>
                    <a:pt x="108" y="268"/>
                  </a:cubicBezTo>
                  <a:cubicBezTo>
                    <a:pt x="123" y="268"/>
                    <a:pt x="141" y="264"/>
                    <a:pt x="157" y="256"/>
                  </a:cubicBezTo>
                  <a:cubicBezTo>
                    <a:pt x="207" y="235"/>
                    <a:pt x="244" y="153"/>
                    <a:pt x="228" y="83"/>
                  </a:cubicBezTo>
                  <a:cubicBezTo>
                    <a:pt x="228" y="66"/>
                    <a:pt x="228" y="50"/>
                    <a:pt x="207" y="29"/>
                  </a:cubicBezTo>
                  <a:cubicBezTo>
                    <a:pt x="190" y="29"/>
                    <a:pt x="190" y="29"/>
                    <a:pt x="174" y="13"/>
                  </a:cubicBezTo>
                  <a:cubicBezTo>
                    <a:pt x="166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16"/>
            <p:cNvSpPr/>
            <p:nvPr/>
          </p:nvSpPr>
          <p:spPr>
            <a:xfrm rot="10800000">
              <a:off x="4098340" y="2550833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7" y="1"/>
                  </a:moveTo>
                  <a:cubicBezTo>
                    <a:pt x="87" y="1"/>
                    <a:pt x="34" y="38"/>
                    <a:pt x="17" y="104"/>
                  </a:cubicBezTo>
                  <a:cubicBezTo>
                    <a:pt x="1" y="158"/>
                    <a:pt x="17" y="190"/>
                    <a:pt x="34" y="228"/>
                  </a:cubicBezTo>
                  <a:cubicBezTo>
                    <a:pt x="54" y="244"/>
                    <a:pt x="71" y="261"/>
                    <a:pt x="87" y="261"/>
                  </a:cubicBezTo>
                  <a:cubicBezTo>
                    <a:pt x="120" y="261"/>
                    <a:pt x="157" y="261"/>
                    <a:pt x="174" y="244"/>
                  </a:cubicBezTo>
                  <a:cubicBezTo>
                    <a:pt x="207" y="207"/>
                    <a:pt x="223" y="190"/>
                    <a:pt x="223" y="158"/>
                  </a:cubicBezTo>
                  <a:cubicBezTo>
                    <a:pt x="240" y="125"/>
                    <a:pt x="240" y="87"/>
                    <a:pt x="223" y="54"/>
                  </a:cubicBezTo>
                  <a:cubicBezTo>
                    <a:pt x="207" y="54"/>
                    <a:pt x="207" y="38"/>
                    <a:pt x="207" y="38"/>
                  </a:cubicBezTo>
                  <a:lnTo>
                    <a:pt x="190" y="21"/>
                  </a:lnTo>
                  <a:cubicBezTo>
                    <a:pt x="174" y="21"/>
                    <a:pt x="157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16"/>
            <p:cNvSpPr/>
            <p:nvPr/>
          </p:nvSpPr>
          <p:spPr>
            <a:xfrm rot="10800000">
              <a:off x="4078115" y="2470133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40" y="0"/>
                  </a:moveTo>
                  <a:cubicBezTo>
                    <a:pt x="125" y="0"/>
                    <a:pt x="112" y="4"/>
                    <a:pt x="104" y="13"/>
                  </a:cubicBezTo>
                  <a:cubicBezTo>
                    <a:pt x="34" y="29"/>
                    <a:pt x="1" y="116"/>
                    <a:pt x="17" y="165"/>
                  </a:cubicBezTo>
                  <a:cubicBezTo>
                    <a:pt x="17" y="202"/>
                    <a:pt x="50" y="235"/>
                    <a:pt x="71" y="235"/>
                  </a:cubicBezTo>
                  <a:cubicBezTo>
                    <a:pt x="104" y="252"/>
                    <a:pt x="120" y="252"/>
                    <a:pt x="153" y="252"/>
                  </a:cubicBezTo>
                  <a:cubicBezTo>
                    <a:pt x="191" y="235"/>
                    <a:pt x="207" y="202"/>
                    <a:pt x="224" y="186"/>
                  </a:cubicBezTo>
                  <a:cubicBezTo>
                    <a:pt x="240" y="149"/>
                    <a:pt x="240" y="116"/>
                    <a:pt x="240" y="83"/>
                  </a:cubicBezTo>
                  <a:cubicBezTo>
                    <a:pt x="224" y="62"/>
                    <a:pt x="224" y="46"/>
                    <a:pt x="207" y="29"/>
                  </a:cubicBezTo>
                  <a:cubicBezTo>
                    <a:pt x="207" y="13"/>
                    <a:pt x="191" y="13"/>
                    <a:pt x="191" y="13"/>
                  </a:cubicBezTo>
                  <a:cubicBezTo>
                    <a:pt x="172" y="4"/>
                    <a:pt x="154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16"/>
            <p:cNvSpPr/>
            <p:nvPr/>
          </p:nvSpPr>
          <p:spPr>
            <a:xfrm rot="10800000">
              <a:off x="4098740" y="2488583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5" y="1"/>
                  </a:moveTo>
                  <a:cubicBezTo>
                    <a:pt x="72" y="1"/>
                    <a:pt x="31" y="48"/>
                    <a:pt x="17" y="108"/>
                  </a:cubicBezTo>
                  <a:cubicBezTo>
                    <a:pt x="0" y="141"/>
                    <a:pt x="17" y="174"/>
                    <a:pt x="33" y="211"/>
                  </a:cubicBezTo>
                  <a:cubicBezTo>
                    <a:pt x="50" y="228"/>
                    <a:pt x="70" y="244"/>
                    <a:pt x="103" y="261"/>
                  </a:cubicBezTo>
                  <a:cubicBezTo>
                    <a:pt x="153" y="261"/>
                    <a:pt x="223" y="211"/>
                    <a:pt x="239" y="141"/>
                  </a:cubicBezTo>
                  <a:cubicBezTo>
                    <a:pt x="239" y="108"/>
                    <a:pt x="239" y="71"/>
                    <a:pt x="223" y="55"/>
                  </a:cubicBezTo>
                  <a:cubicBezTo>
                    <a:pt x="223" y="38"/>
                    <a:pt x="206" y="38"/>
                    <a:pt x="206" y="22"/>
                  </a:cubicBezTo>
                  <a:cubicBezTo>
                    <a:pt x="190" y="5"/>
                    <a:pt x="173" y="5"/>
                    <a:pt x="153" y="5"/>
                  </a:cubicBezTo>
                  <a:cubicBezTo>
                    <a:pt x="143" y="2"/>
                    <a:pt x="134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16"/>
            <p:cNvSpPr/>
            <p:nvPr/>
          </p:nvSpPr>
          <p:spPr>
            <a:xfrm rot="10800000">
              <a:off x="4055765" y="2544333"/>
              <a:ext cx="5575" cy="6200"/>
            </a:xfrm>
            <a:custGeom>
              <a:avLst/>
              <a:gdLst/>
              <a:ahLst/>
              <a:cxnLst/>
              <a:rect l="l" t="t" r="r" b="b"/>
              <a:pathLst>
                <a:path w="223" h="248" extrusionOk="0">
                  <a:moveTo>
                    <a:pt x="110" y="1"/>
                  </a:moveTo>
                  <a:cubicBezTo>
                    <a:pt x="54" y="1"/>
                    <a:pt x="14" y="46"/>
                    <a:pt x="0" y="107"/>
                  </a:cubicBezTo>
                  <a:cubicBezTo>
                    <a:pt x="0" y="140"/>
                    <a:pt x="0" y="177"/>
                    <a:pt x="17" y="194"/>
                  </a:cubicBezTo>
                  <a:cubicBezTo>
                    <a:pt x="33" y="227"/>
                    <a:pt x="50" y="243"/>
                    <a:pt x="87" y="243"/>
                  </a:cubicBezTo>
                  <a:cubicBezTo>
                    <a:pt x="94" y="246"/>
                    <a:pt x="102" y="248"/>
                    <a:pt x="110" y="248"/>
                  </a:cubicBezTo>
                  <a:cubicBezTo>
                    <a:pt x="156" y="248"/>
                    <a:pt x="209" y="200"/>
                    <a:pt x="223" y="140"/>
                  </a:cubicBezTo>
                  <a:cubicBezTo>
                    <a:pt x="223" y="107"/>
                    <a:pt x="223" y="74"/>
                    <a:pt x="206" y="58"/>
                  </a:cubicBezTo>
                  <a:cubicBezTo>
                    <a:pt x="206" y="37"/>
                    <a:pt x="190" y="37"/>
                    <a:pt x="190" y="21"/>
                  </a:cubicBezTo>
                  <a:cubicBezTo>
                    <a:pt x="169" y="4"/>
                    <a:pt x="153" y="4"/>
                    <a:pt x="136" y="4"/>
                  </a:cubicBezTo>
                  <a:cubicBezTo>
                    <a:pt x="127" y="2"/>
                    <a:pt x="118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16"/>
            <p:cNvSpPr/>
            <p:nvPr/>
          </p:nvSpPr>
          <p:spPr>
            <a:xfrm rot="10800000">
              <a:off x="4063090" y="2576608"/>
              <a:ext cx="6400" cy="6375"/>
            </a:xfrm>
            <a:custGeom>
              <a:avLst/>
              <a:gdLst/>
              <a:ahLst/>
              <a:cxnLst/>
              <a:rect l="l" t="t" r="r" b="b"/>
              <a:pathLst>
                <a:path w="256" h="255" extrusionOk="0">
                  <a:moveTo>
                    <a:pt x="145" y="0"/>
                  </a:moveTo>
                  <a:cubicBezTo>
                    <a:pt x="132" y="0"/>
                    <a:pt x="120" y="5"/>
                    <a:pt x="103" y="16"/>
                  </a:cubicBezTo>
                  <a:cubicBezTo>
                    <a:pt x="33" y="32"/>
                    <a:pt x="0" y="119"/>
                    <a:pt x="17" y="185"/>
                  </a:cubicBezTo>
                  <a:cubicBezTo>
                    <a:pt x="33" y="201"/>
                    <a:pt x="50" y="238"/>
                    <a:pt x="66" y="255"/>
                  </a:cubicBezTo>
                  <a:lnTo>
                    <a:pt x="153" y="255"/>
                  </a:lnTo>
                  <a:cubicBezTo>
                    <a:pt x="186" y="238"/>
                    <a:pt x="223" y="222"/>
                    <a:pt x="223" y="185"/>
                  </a:cubicBezTo>
                  <a:cubicBezTo>
                    <a:pt x="239" y="152"/>
                    <a:pt x="256" y="119"/>
                    <a:pt x="239" y="82"/>
                  </a:cubicBezTo>
                  <a:cubicBezTo>
                    <a:pt x="239" y="65"/>
                    <a:pt x="223" y="49"/>
                    <a:pt x="206" y="32"/>
                  </a:cubicBezTo>
                  <a:lnTo>
                    <a:pt x="186" y="16"/>
                  </a:lnTo>
                  <a:cubicBezTo>
                    <a:pt x="169" y="5"/>
                    <a:pt x="157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16"/>
            <p:cNvSpPr/>
            <p:nvPr/>
          </p:nvSpPr>
          <p:spPr>
            <a:xfrm rot="10800000">
              <a:off x="4057515" y="2605208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0" y="1"/>
                  </a:moveTo>
                  <a:cubicBezTo>
                    <a:pt x="99" y="1"/>
                    <a:pt x="70" y="14"/>
                    <a:pt x="50" y="43"/>
                  </a:cubicBezTo>
                  <a:cubicBezTo>
                    <a:pt x="0" y="109"/>
                    <a:pt x="0" y="179"/>
                    <a:pt x="50" y="233"/>
                  </a:cubicBezTo>
                  <a:cubicBezTo>
                    <a:pt x="50" y="233"/>
                    <a:pt x="71" y="250"/>
                    <a:pt x="87" y="250"/>
                  </a:cubicBezTo>
                  <a:cubicBezTo>
                    <a:pt x="100" y="254"/>
                    <a:pt x="112" y="256"/>
                    <a:pt x="124" y="256"/>
                  </a:cubicBezTo>
                  <a:cubicBezTo>
                    <a:pt x="156" y="256"/>
                    <a:pt x="182" y="240"/>
                    <a:pt x="207" y="212"/>
                  </a:cubicBezTo>
                  <a:cubicBezTo>
                    <a:pt x="240" y="163"/>
                    <a:pt x="240" y="109"/>
                    <a:pt x="240" y="76"/>
                  </a:cubicBezTo>
                  <a:cubicBezTo>
                    <a:pt x="223" y="60"/>
                    <a:pt x="223" y="43"/>
                    <a:pt x="207" y="27"/>
                  </a:cubicBezTo>
                  <a:cubicBezTo>
                    <a:pt x="182" y="10"/>
                    <a:pt x="155" y="1"/>
                    <a:pt x="1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16"/>
            <p:cNvSpPr/>
            <p:nvPr/>
          </p:nvSpPr>
          <p:spPr>
            <a:xfrm rot="10800000">
              <a:off x="4068240" y="2530958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53" y="0"/>
                  </a:moveTo>
                  <a:cubicBezTo>
                    <a:pt x="87" y="0"/>
                    <a:pt x="17" y="54"/>
                    <a:pt x="17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34" y="240"/>
                    <a:pt x="67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6" y="263"/>
                    <a:pt x="209" y="215"/>
                    <a:pt x="223" y="157"/>
                  </a:cubicBezTo>
                  <a:cubicBezTo>
                    <a:pt x="240" y="120"/>
                    <a:pt x="223" y="87"/>
                    <a:pt x="223" y="54"/>
                  </a:cubicBezTo>
                  <a:cubicBezTo>
                    <a:pt x="207" y="54"/>
                    <a:pt x="207" y="33"/>
                    <a:pt x="207" y="33"/>
                  </a:cubicBezTo>
                  <a:cubicBezTo>
                    <a:pt x="19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16"/>
            <p:cNvSpPr/>
            <p:nvPr/>
          </p:nvSpPr>
          <p:spPr>
            <a:xfrm rot="10800000">
              <a:off x="4069990" y="2547508"/>
              <a:ext cx="6400" cy="6500"/>
            </a:xfrm>
            <a:custGeom>
              <a:avLst/>
              <a:gdLst/>
              <a:ahLst/>
              <a:cxnLst/>
              <a:rect l="l" t="t" r="r" b="b"/>
              <a:pathLst>
                <a:path w="256" h="260" extrusionOk="0">
                  <a:moveTo>
                    <a:pt x="130" y="1"/>
                  </a:moveTo>
                  <a:cubicBezTo>
                    <a:pt x="99" y="1"/>
                    <a:pt x="70" y="13"/>
                    <a:pt x="50" y="40"/>
                  </a:cubicBezTo>
                  <a:cubicBezTo>
                    <a:pt x="0" y="110"/>
                    <a:pt x="0" y="176"/>
                    <a:pt x="50" y="230"/>
                  </a:cubicBezTo>
                  <a:cubicBezTo>
                    <a:pt x="65" y="250"/>
                    <a:pt x="89" y="260"/>
                    <a:pt x="115" y="260"/>
                  </a:cubicBezTo>
                  <a:cubicBezTo>
                    <a:pt x="150" y="260"/>
                    <a:pt x="187" y="242"/>
                    <a:pt x="206" y="213"/>
                  </a:cubicBezTo>
                  <a:cubicBezTo>
                    <a:pt x="256" y="160"/>
                    <a:pt x="256" y="73"/>
                    <a:pt x="206" y="24"/>
                  </a:cubicBezTo>
                  <a:cubicBezTo>
                    <a:pt x="182" y="9"/>
                    <a:pt x="156" y="1"/>
                    <a:pt x="1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16"/>
            <p:cNvSpPr/>
            <p:nvPr/>
          </p:nvSpPr>
          <p:spPr>
            <a:xfrm rot="10800000">
              <a:off x="4073790" y="2516108"/>
              <a:ext cx="6525" cy="6300"/>
            </a:xfrm>
            <a:custGeom>
              <a:avLst/>
              <a:gdLst/>
              <a:ahLst/>
              <a:cxnLst/>
              <a:rect l="l" t="t" r="r" b="b"/>
              <a:pathLst>
                <a:path w="261" h="252" extrusionOk="0">
                  <a:moveTo>
                    <a:pt x="142" y="0"/>
                  </a:moveTo>
                  <a:cubicBezTo>
                    <a:pt x="127" y="0"/>
                    <a:pt x="114" y="5"/>
                    <a:pt x="103" y="13"/>
                  </a:cubicBezTo>
                  <a:cubicBezTo>
                    <a:pt x="38" y="29"/>
                    <a:pt x="0" y="116"/>
                    <a:pt x="21" y="186"/>
                  </a:cubicBezTo>
                  <a:cubicBezTo>
                    <a:pt x="21" y="203"/>
                    <a:pt x="54" y="236"/>
                    <a:pt x="71" y="252"/>
                  </a:cubicBezTo>
                  <a:lnTo>
                    <a:pt x="157" y="252"/>
                  </a:lnTo>
                  <a:cubicBezTo>
                    <a:pt x="227" y="219"/>
                    <a:pt x="260" y="149"/>
                    <a:pt x="244" y="83"/>
                  </a:cubicBezTo>
                  <a:cubicBezTo>
                    <a:pt x="227" y="66"/>
                    <a:pt x="227" y="46"/>
                    <a:pt x="207" y="29"/>
                  </a:cubicBezTo>
                  <a:lnTo>
                    <a:pt x="190" y="13"/>
                  </a:lnTo>
                  <a:cubicBezTo>
                    <a:pt x="174" y="5"/>
                    <a:pt x="157" y="0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16"/>
            <p:cNvSpPr/>
            <p:nvPr/>
          </p:nvSpPr>
          <p:spPr>
            <a:xfrm rot="10800000">
              <a:off x="4057915" y="2559708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35" y="0"/>
                  </a:moveTo>
                  <a:cubicBezTo>
                    <a:pt x="100" y="0"/>
                    <a:pt x="65" y="18"/>
                    <a:pt x="34" y="47"/>
                  </a:cubicBezTo>
                  <a:cubicBezTo>
                    <a:pt x="1" y="100"/>
                    <a:pt x="1" y="187"/>
                    <a:pt x="50" y="236"/>
                  </a:cubicBezTo>
                  <a:cubicBezTo>
                    <a:pt x="66" y="252"/>
                    <a:pt x="87" y="261"/>
                    <a:pt x="110" y="261"/>
                  </a:cubicBezTo>
                  <a:cubicBezTo>
                    <a:pt x="141" y="261"/>
                    <a:pt x="176" y="244"/>
                    <a:pt x="207" y="203"/>
                  </a:cubicBezTo>
                  <a:cubicBezTo>
                    <a:pt x="240" y="150"/>
                    <a:pt x="240" y="84"/>
                    <a:pt x="207" y="30"/>
                  </a:cubicBezTo>
                  <a:cubicBezTo>
                    <a:pt x="185" y="9"/>
                    <a:pt x="160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16"/>
            <p:cNvSpPr/>
            <p:nvPr/>
          </p:nvSpPr>
          <p:spPr>
            <a:xfrm rot="10800000">
              <a:off x="4065240" y="2593533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34" y="0"/>
                  </a:moveTo>
                  <a:cubicBezTo>
                    <a:pt x="100" y="0"/>
                    <a:pt x="64" y="18"/>
                    <a:pt x="33" y="47"/>
                  </a:cubicBezTo>
                  <a:cubicBezTo>
                    <a:pt x="33" y="67"/>
                    <a:pt x="17" y="84"/>
                    <a:pt x="17" y="100"/>
                  </a:cubicBezTo>
                  <a:cubicBezTo>
                    <a:pt x="0" y="150"/>
                    <a:pt x="17" y="203"/>
                    <a:pt x="33" y="220"/>
                  </a:cubicBezTo>
                  <a:cubicBezTo>
                    <a:pt x="55" y="239"/>
                    <a:pt x="81" y="247"/>
                    <a:pt x="105" y="247"/>
                  </a:cubicBezTo>
                  <a:cubicBezTo>
                    <a:pt x="123" y="247"/>
                    <a:pt x="139" y="243"/>
                    <a:pt x="153" y="236"/>
                  </a:cubicBezTo>
                  <a:cubicBezTo>
                    <a:pt x="173" y="236"/>
                    <a:pt x="190" y="220"/>
                    <a:pt x="206" y="203"/>
                  </a:cubicBezTo>
                  <a:cubicBezTo>
                    <a:pt x="239" y="150"/>
                    <a:pt x="239" y="67"/>
                    <a:pt x="206" y="30"/>
                  </a:cubicBezTo>
                  <a:cubicBezTo>
                    <a:pt x="184" y="9"/>
                    <a:pt x="159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16"/>
            <p:cNvSpPr/>
            <p:nvPr/>
          </p:nvSpPr>
          <p:spPr>
            <a:xfrm rot="10800000">
              <a:off x="4053590" y="2528558"/>
              <a:ext cx="6525" cy="6550"/>
            </a:xfrm>
            <a:custGeom>
              <a:avLst/>
              <a:gdLst/>
              <a:ahLst/>
              <a:cxnLst/>
              <a:rect l="l" t="t" r="r" b="b"/>
              <a:pathLst>
                <a:path w="261" h="262" extrusionOk="0">
                  <a:moveTo>
                    <a:pt x="152" y="1"/>
                  </a:moveTo>
                  <a:cubicBezTo>
                    <a:pt x="120" y="1"/>
                    <a:pt x="83" y="18"/>
                    <a:pt x="54" y="59"/>
                  </a:cubicBezTo>
                  <a:cubicBezTo>
                    <a:pt x="1" y="109"/>
                    <a:pt x="1" y="179"/>
                    <a:pt x="54" y="228"/>
                  </a:cubicBezTo>
                  <a:cubicBezTo>
                    <a:pt x="75" y="251"/>
                    <a:pt x="100" y="261"/>
                    <a:pt x="124" y="261"/>
                  </a:cubicBezTo>
                  <a:cubicBezTo>
                    <a:pt x="156" y="261"/>
                    <a:pt x="188" y="242"/>
                    <a:pt x="207" y="212"/>
                  </a:cubicBezTo>
                  <a:cubicBezTo>
                    <a:pt x="260" y="162"/>
                    <a:pt x="260" y="76"/>
                    <a:pt x="207" y="22"/>
                  </a:cubicBezTo>
                  <a:cubicBezTo>
                    <a:pt x="193" y="9"/>
                    <a:pt x="174" y="1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16"/>
            <p:cNvSpPr/>
            <p:nvPr/>
          </p:nvSpPr>
          <p:spPr>
            <a:xfrm rot="10800000">
              <a:off x="4060915" y="2514258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0"/>
                  </a:moveTo>
                  <a:cubicBezTo>
                    <a:pt x="83" y="0"/>
                    <a:pt x="33" y="50"/>
                    <a:pt x="17" y="120"/>
                  </a:cubicBezTo>
                  <a:cubicBezTo>
                    <a:pt x="0" y="153"/>
                    <a:pt x="17" y="186"/>
                    <a:pt x="17" y="207"/>
                  </a:cubicBezTo>
                  <a:cubicBezTo>
                    <a:pt x="33" y="240"/>
                    <a:pt x="66" y="256"/>
                    <a:pt x="83" y="256"/>
                  </a:cubicBezTo>
                  <a:cubicBezTo>
                    <a:pt x="92" y="258"/>
                    <a:pt x="101" y="259"/>
                    <a:pt x="110" y="259"/>
                  </a:cubicBezTo>
                  <a:cubicBezTo>
                    <a:pt x="170" y="259"/>
                    <a:pt x="225" y="214"/>
                    <a:pt x="240" y="153"/>
                  </a:cubicBezTo>
                  <a:cubicBezTo>
                    <a:pt x="240" y="120"/>
                    <a:pt x="240" y="83"/>
                    <a:pt x="223" y="50"/>
                  </a:cubicBezTo>
                  <a:lnTo>
                    <a:pt x="207" y="33"/>
                  </a:lnTo>
                  <a:cubicBezTo>
                    <a:pt x="186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16"/>
            <p:cNvSpPr/>
            <p:nvPr/>
          </p:nvSpPr>
          <p:spPr>
            <a:xfrm rot="10800000">
              <a:off x="4055765" y="2498058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7" y="1"/>
                  </a:moveTo>
                  <a:cubicBezTo>
                    <a:pt x="120" y="1"/>
                    <a:pt x="83" y="1"/>
                    <a:pt x="50" y="34"/>
                  </a:cubicBezTo>
                  <a:cubicBezTo>
                    <a:pt x="34" y="50"/>
                    <a:pt x="17" y="71"/>
                    <a:pt x="1" y="104"/>
                  </a:cubicBezTo>
                  <a:cubicBezTo>
                    <a:pt x="1" y="137"/>
                    <a:pt x="1" y="174"/>
                    <a:pt x="17" y="207"/>
                  </a:cubicBezTo>
                  <a:cubicBezTo>
                    <a:pt x="34" y="240"/>
                    <a:pt x="50" y="257"/>
                    <a:pt x="83" y="257"/>
                  </a:cubicBezTo>
                  <a:cubicBezTo>
                    <a:pt x="153" y="257"/>
                    <a:pt x="207" y="224"/>
                    <a:pt x="223" y="153"/>
                  </a:cubicBezTo>
                  <a:cubicBezTo>
                    <a:pt x="240" y="120"/>
                    <a:pt x="223" y="87"/>
                    <a:pt x="207" y="50"/>
                  </a:cubicBezTo>
                  <a:cubicBezTo>
                    <a:pt x="207" y="50"/>
                    <a:pt x="207" y="34"/>
                    <a:pt x="186" y="34"/>
                  </a:cubicBezTo>
                  <a:cubicBezTo>
                    <a:pt x="186" y="17"/>
                    <a:pt x="170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16"/>
            <p:cNvSpPr/>
            <p:nvPr/>
          </p:nvSpPr>
          <p:spPr>
            <a:xfrm rot="10800000">
              <a:off x="4065240" y="2466933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8" y="0"/>
                  </a:moveTo>
                  <a:cubicBezTo>
                    <a:pt x="104" y="0"/>
                    <a:pt x="72" y="17"/>
                    <a:pt x="50" y="59"/>
                  </a:cubicBezTo>
                  <a:cubicBezTo>
                    <a:pt x="0" y="108"/>
                    <a:pt x="0" y="178"/>
                    <a:pt x="50" y="228"/>
                  </a:cubicBezTo>
                  <a:cubicBezTo>
                    <a:pt x="50" y="244"/>
                    <a:pt x="70" y="244"/>
                    <a:pt x="87" y="244"/>
                  </a:cubicBezTo>
                  <a:cubicBezTo>
                    <a:pt x="96" y="250"/>
                    <a:pt x="107" y="253"/>
                    <a:pt x="118" y="253"/>
                  </a:cubicBezTo>
                  <a:cubicBezTo>
                    <a:pt x="148" y="253"/>
                    <a:pt x="183" y="235"/>
                    <a:pt x="206" y="211"/>
                  </a:cubicBezTo>
                  <a:cubicBezTo>
                    <a:pt x="239" y="178"/>
                    <a:pt x="239" y="108"/>
                    <a:pt x="223" y="75"/>
                  </a:cubicBezTo>
                  <a:cubicBezTo>
                    <a:pt x="223" y="59"/>
                    <a:pt x="223" y="38"/>
                    <a:pt x="206" y="22"/>
                  </a:cubicBezTo>
                  <a:cubicBezTo>
                    <a:pt x="185" y="8"/>
                    <a:pt x="161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16"/>
            <p:cNvSpPr/>
            <p:nvPr/>
          </p:nvSpPr>
          <p:spPr>
            <a:xfrm rot="10800000">
              <a:off x="4072565" y="2564008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5" y="0"/>
                  </a:moveTo>
                  <a:cubicBezTo>
                    <a:pt x="101" y="0"/>
                    <a:pt x="64" y="19"/>
                    <a:pt x="33" y="50"/>
                  </a:cubicBezTo>
                  <a:cubicBezTo>
                    <a:pt x="1" y="99"/>
                    <a:pt x="1" y="186"/>
                    <a:pt x="33" y="239"/>
                  </a:cubicBezTo>
                  <a:cubicBezTo>
                    <a:pt x="55" y="253"/>
                    <a:pt x="80" y="261"/>
                    <a:pt x="105" y="261"/>
                  </a:cubicBezTo>
                  <a:cubicBezTo>
                    <a:pt x="141" y="261"/>
                    <a:pt x="177" y="244"/>
                    <a:pt x="207" y="202"/>
                  </a:cubicBezTo>
                  <a:cubicBezTo>
                    <a:pt x="240" y="153"/>
                    <a:pt x="240" y="66"/>
                    <a:pt x="207" y="33"/>
                  </a:cubicBezTo>
                  <a:cubicBezTo>
                    <a:pt x="186" y="10"/>
                    <a:pt x="161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16"/>
            <p:cNvSpPr/>
            <p:nvPr/>
          </p:nvSpPr>
          <p:spPr>
            <a:xfrm rot="10800000">
              <a:off x="4066490" y="2481658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32" y="0"/>
                  </a:moveTo>
                  <a:cubicBezTo>
                    <a:pt x="75" y="0"/>
                    <a:pt x="36" y="49"/>
                    <a:pt x="21" y="106"/>
                  </a:cubicBezTo>
                  <a:cubicBezTo>
                    <a:pt x="1" y="143"/>
                    <a:pt x="21" y="176"/>
                    <a:pt x="38" y="209"/>
                  </a:cubicBezTo>
                  <a:cubicBezTo>
                    <a:pt x="38" y="226"/>
                    <a:pt x="71" y="247"/>
                    <a:pt x="104" y="263"/>
                  </a:cubicBezTo>
                  <a:cubicBezTo>
                    <a:pt x="124" y="263"/>
                    <a:pt x="157" y="247"/>
                    <a:pt x="190" y="226"/>
                  </a:cubicBezTo>
                  <a:cubicBezTo>
                    <a:pt x="207" y="209"/>
                    <a:pt x="227" y="176"/>
                    <a:pt x="244" y="143"/>
                  </a:cubicBezTo>
                  <a:cubicBezTo>
                    <a:pt x="244" y="106"/>
                    <a:pt x="244" y="73"/>
                    <a:pt x="227" y="57"/>
                  </a:cubicBezTo>
                  <a:cubicBezTo>
                    <a:pt x="227" y="40"/>
                    <a:pt x="207" y="40"/>
                    <a:pt x="207" y="20"/>
                  </a:cubicBezTo>
                  <a:cubicBezTo>
                    <a:pt x="190" y="20"/>
                    <a:pt x="174" y="3"/>
                    <a:pt x="157" y="3"/>
                  </a:cubicBezTo>
                  <a:cubicBezTo>
                    <a:pt x="149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16"/>
            <p:cNvSpPr/>
            <p:nvPr/>
          </p:nvSpPr>
          <p:spPr>
            <a:xfrm rot="10800000">
              <a:off x="4070390" y="2608483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03" y="0"/>
                  </a:moveTo>
                  <a:cubicBezTo>
                    <a:pt x="33" y="33"/>
                    <a:pt x="0" y="103"/>
                    <a:pt x="17" y="173"/>
                  </a:cubicBezTo>
                  <a:cubicBezTo>
                    <a:pt x="33" y="206"/>
                    <a:pt x="50" y="223"/>
                    <a:pt x="70" y="239"/>
                  </a:cubicBezTo>
                  <a:cubicBezTo>
                    <a:pt x="87" y="250"/>
                    <a:pt x="99" y="255"/>
                    <a:pt x="111" y="255"/>
                  </a:cubicBezTo>
                  <a:cubicBezTo>
                    <a:pt x="124" y="255"/>
                    <a:pt x="136" y="250"/>
                    <a:pt x="153" y="239"/>
                  </a:cubicBezTo>
                  <a:cubicBezTo>
                    <a:pt x="190" y="239"/>
                    <a:pt x="206" y="206"/>
                    <a:pt x="223" y="173"/>
                  </a:cubicBezTo>
                  <a:cubicBezTo>
                    <a:pt x="239" y="157"/>
                    <a:pt x="239" y="120"/>
                    <a:pt x="239" y="87"/>
                  </a:cubicBezTo>
                  <a:cubicBezTo>
                    <a:pt x="223" y="54"/>
                    <a:pt x="223" y="33"/>
                    <a:pt x="206" y="33"/>
                  </a:cubicBezTo>
                  <a:cubicBezTo>
                    <a:pt x="206" y="17"/>
                    <a:pt x="190" y="17"/>
                    <a:pt x="190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16"/>
            <p:cNvSpPr/>
            <p:nvPr/>
          </p:nvSpPr>
          <p:spPr>
            <a:xfrm rot="10800000">
              <a:off x="4069990" y="2496408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87" y="1"/>
                  </a:moveTo>
                  <a:cubicBezTo>
                    <a:pt x="71" y="17"/>
                    <a:pt x="34" y="34"/>
                    <a:pt x="17" y="67"/>
                  </a:cubicBezTo>
                  <a:cubicBezTo>
                    <a:pt x="1" y="104"/>
                    <a:pt x="1" y="137"/>
                    <a:pt x="17" y="170"/>
                  </a:cubicBezTo>
                  <a:cubicBezTo>
                    <a:pt x="29" y="221"/>
                    <a:pt x="61" y="253"/>
                    <a:pt x="105" y="253"/>
                  </a:cubicBezTo>
                  <a:cubicBezTo>
                    <a:pt x="121" y="253"/>
                    <a:pt x="139" y="249"/>
                    <a:pt x="157" y="240"/>
                  </a:cubicBezTo>
                  <a:cubicBezTo>
                    <a:pt x="207" y="224"/>
                    <a:pt x="240" y="137"/>
                    <a:pt x="223" y="83"/>
                  </a:cubicBezTo>
                  <a:cubicBezTo>
                    <a:pt x="223" y="50"/>
                    <a:pt x="207" y="34"/>
                    <a:pt x="207" y="17"/>
                  </a:cubicBezTo>
                  <a:cubicBezTo>
                    <a:pt x="190" y="17"/>
                    <a:pt x="190" y="17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16"/>
            <p:cNvSpPr/>
            <p:nvPr/>
          </p:nvSpPr>
          <p:spPr>
            <a:xfrm rot="10800000">
              <a:off x="4156265" y="2497533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0"/>
                  </a:moveTo>
                  <a:cubicBezTo>
                    <a:pt x="83" y="0"/>
                    <a:pt x="17" y="33"/>
                    <a:pt x="17" y="103"/>
                  </a:cubicBezTo>
                  <a:cubicBezTo>
                    <a:pt x="1" y="136"/>
                    <a:pt x="1" y="174"/>
                    <a:pt x="17" y="207"/>
                  </a:cubicBezTo>
                  <a:cubicBezTo>
                    <a:pt x="34" y="240"/>
                    <a:pt x="67" y="260"/>
                    <a:pt x="83" y="260"/>
                  </a:cubicBezTo>
                  <a:cubicBezTo>
                    <a:pt x="153" y="260"/>
                    <a:pt x="207" y="223"/>
                    <a:pt x="223" y="157"/>
                  </a:cubicBezTo>
                  <a:cubicBezTo>
                    <a:pt x="240" y="120"/>
                    <a:pt x="240" y="87"/>
                    <a:pt x="223" y="54"/>
                  </a:cubicBezTo>
                  <a:cubicBezTo>
                    <a:pt x="207" y="54"/>
                    <a:pt x="207" y="33"/>
                    <a:pt x="207" y="33"/>
                  </a:cubicBezTo>
                  <a:cubicBezTo>
                    <a:pt x="186" y="17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16"/>
            <p:cNvSpPr/>
            <p:nvPr/>
          </p:nvSpPr>
          <p:spPr>
            <a:xfrm rot="10800000">
              <a:off x="4048440" y="2465808"/>
              <a:ext cx="6100" cy="4750"/>
            </a:xfrm>
            <a:custGeom>
              <a:avLst/>
              <a:gdLst/>
              <a:ahLst/>
              <a:cxnLst/>
              <a:rect l="l" t="t" r="r" b="b"/>
              <a:pathLst>
                <a:path w="244" h="190" extrusionOk="0">
                  <a:moveTo>
                    <a:pt x="157" y="0"/>
                  </a:moveTo>
                  <a:cubicBezTo>
                    <a:pt x="87" y="0"/>
                    <a:pt x="21" y="54"/>
                    <a:pt x="21" y="120"/>
                  </a:cubicBezTo>
                  <a:cubicBezTo>
                    <a:pt x="0" y="136"/>
                    <a:pt x="0" y="173"/>
                    <a:pt x="21" y="190"/>
                  </a:cubicBezTo>
                  <a:lnTo>
                    <a:pt x="206" y="190"/>
                  </a:lnTo>
                  <a:cubicBezTo>
                    <a:pt x="227" y="190"/>
                    <a:pt x="227" y="173"/>
                    <a:pt x="227" y="157"/>
                  </a:cubicBezTo>
                  <a:cubicBezTo>
                    <a:pt x="243" y="103"/>
                    <a:pt x="227" y="70"/>
                    <a:pt x="190" y="33"/>
                  </a:cubicBezTo>
                  <a:cubicBezTo>
                    <a:pt x="190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16"/>
            <p:cNvSpPr/>
            <p:nvPr/>
          </p:nvSpPr>
          <p:spPr>
            <a:xfrm rot="10800000">
              <a:off x="4022665" y="2537533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41" y="1"/>
                  </a:moveTo>
                  <a:cubicBezTo>
                    <a:pt x="125" y="1"/>
                    <a:pt x="87" y="1"/>
                    <a:pt x="54" y="17"/>
                  </a:cubicBezTo>
                  <a:cubicBezTo>
                    <a:pt x="38" y="34"/>
                    <a:pt x="21" y="67"/>
                    <a:pt x="1" y="104"/>
                  </a:cubicBezTo>
                  <a:cubicBezTo>
                    <a:pt x="1" y="137"/>
                    <a:pt x="1" y="170"/>
                    <a:pt x="21" y="207"/>
                  </a:cubicBezTo>
                  <a:cubicBezTo>
                    <a:pt x="38" y="223"/>
                    <a:pt x="54" y="240"/>
                    <a:pt x="87" y="256"/>
                  </a:cubicBezTo>
                  <a:cubicBezTo>
                    <a:pt x="158" y="256"/>
                    <a:pt x="207" y="207"/>
                    <a:pt x="228" y="137"/>
                  </a:cubicBezTo>
                  <a:cubicBezTo>
                    <a:pt x="244" y="104"/>
                    <a:pt x="228" y="67"/>
                    <a:pt x="207" y="50"/>
                  </a:cubicBezTo>
                  <a:cubicBezTo>
                    <a:pt x="207" y="34"/>
                    <a:pt x="207" y="34"/>
                    <a:pt x="191" y="17"/>
                  </a:cubicBezTo>
                  <a:cubicBezTo>
                    <a:pt x="174" y="17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16"/>
            <p:cNvSpPr/>
            <p:nvPr/>
          </p:nvSpPr>
          <p:spPr>
            <a:xfrm rot="10800000">
              <a:off x="4028765" y="2507283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3" y="0"/>
                  </a:moveTo>
                  <a:cubicBezTo>
                    <a:pt x="123" y="0"/>
                    <a:pt x="113" y="2"/>
                    <a:pt x="104" y="7"/>
                  </a:cubicBezTo>
                  <a:cubicBezTo>
                    <a:pt x="87" y="7"/>
                    <a:pt x="54" y="28"/>
                    <a:pt x="34" y="44"/>
                  </a:cubicBezTo>
                  <a:cubicBezTo>
                    <a:pt x="17" y="77"/>
                    <a:pt x="17" y="94"/>
                    <a:pt x="1" y="131"/>
                  </a:cubicBezTo>
                  <a:cubicBezTo>
                    <a:pt x="1" y="164"/>
                    <a:pt x="17" y="197"/>
                    <a:pt x="34" y="234"/>
                  </a:cubicBezTo>
                  <a:cubicBezTo>
                    <a:pt x="57" y="248"/>
                    <a:pt x="84" y="256"/>
                    <a:pt x="111" y="256"/>
                  </a:cubicBezTo>
                  <a:cubicBezTo>
                    <a:pt x="145" y="256"/>
                    <a:pt x="179" y="243"/>
                    <a:pt x="207" y="213"/>
                  </a:cubicBezTo>
                  <a:cubicBezTo>
                    <a:pt x="240" y="147"/>
                    <a:pt x="240" y="77"/>
                    <a:pt x="207" y="28"/>
                  </a:cubicBezTo>
                  <a:cubicBezTo>
                    <a:pt x="183" y="13"/>
                    <a:pt x="15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16"/>
            <p:cNvSpPr/>
            <p:nvPr/>
          </p:nvSpPr>
          <p:spPr>
            <a:xfrm rot="10800000">
              <a:off x="4027015" y="2490333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8" y="1"/>
                  </a:moveTo>
                  <a:cubicBezTo>
                    <a:pt x="74" y="1"/>
                    <a:pt x="32" y="46"/>
                    <a:pt x="17" y="107"/>
                  </a:cubicBezTo>
                  <a:cubicBezTo>
                    <a:pt x="1" y="140"/>
                    <a:pt x="17" y="177"/>
                    <a:pt x="34" y="210"/>
                  </a:cubicBezTo>
                  <a:cubicBezTo>
                    <a:pt x="34" y="227"/>
                    <a:pt x="67" y="243"/>
                    <a:pt x="104" y="260"/>
                  </a:cubicBezTo>
                  <a:cubicBezTo>
                    <a:pt x="153" y="260"/>
                    <a:pt x="223" y="210"/>
                    <a:pt x="240" y="140"/>
                  </a:cubicBezTo>
                  <a:cubicBezTo>
                    <a:pt x="240" y="107"/>
                    <a:pt x="240" y="74"/>
                    <a:pt x="223" y="54"/>
                  </a:cubicBezTo>
                  <a:cubicBezTo>
                    <a:pt x="223" y="37"/>
                    <a:pt x="207" y="37"/>
                    <a:pt x="207" y="21"/>
                  </a:cubicBezTo>
                  <a:cubicBezTo>
                    <a:pt x="190" y="21"/>
                    <a:pt x="170" y="4"/>
                    <a:pt x="153" y="4"/>
                  </a:cubicBezTo>
                  <a:cubicBezTo>
                    <a:pt x="145" y="2"/>
                    <a:pt x="136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16"/>
            <p:cNvSpPr/>
            <p:nvPr/>
          </p:nvSpPr>
          <p:spPr>
            <a:xfrm rot="10800000">
              <a:off x="4034315" y="2522908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29" y="0"/>
                  </a:moveTo>
                  <a:cubicBezTo>
                    <a:pt x="74" y="0"/>
                    <a:pt x="31" y="48"/>
                    <a:pt x="17" y="106"/>
                  </a:cubicBezTo>
                  <a:cubicBezTo>
                    <a:pt x="0" y="143"/>
                    <a:pt x="17" y="176"/>
                    <a:pt x="17" y="209"/>
                  </a:cubicBezTo>
                  <a:cubicBezTo>
                    <a:pt x="33" y="226"/>
                    <a:pt x="70" y="246"/>
                    <a:pt x="87" y="263"/>
                  </a:cubicBezTo>
                  <a:cubicBezTo>
                    <a:pt x="153" y="263"/>
                    <a:pt x="223" y="209"/>
                    <a:pt x="223" y="143"/>
                  </a:cubicBezTo>
                  <a:cubicBezTo>
                    <a:pt x="239" y="106"/>
                    <a:pt x="239" y="73"/>
                    <a:pt x="223" y="57"/>
                  </a:cubicBezTo>
                  <a:cubicBezTo>
                    <a:pt x="206" y="40"/>
                    <a:pt x="206" y="40"/>
                    <a:pt x="206" y="20"/>
                  </a:cubicBezTo>
                  <a:cubicBezTo>
                    <a:pt x="190" y="20"/>
                    <a:pt x="173" y="3"/>
                    <a:pt x="153" y="3"/>
                  </a:cubicBezTo>
                  <a:cubicBezTo>
                    <a:pt x="144" y="1"/>
                    <a:pt x="136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16"/>
            <p:cNvSpPr/>
            <p:nvPr/>
          </p:nvSpPr>
          <p:spPr>
            <a:xfrm rot="10800000">
              <a:off x="4384365" y="2536483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1" y="0"/>
                  </a:moveTo>
                  <a:cubicBezTo>
                    <a:pt x="74" y="0"/>
                    <a:pt x="32" y="45"/>
                    <a:pt x="17" y="106"/>
                  </a:cubicBezTo>
                  <a:cubicBezTo>
                    <a:pt x="1" y="176"/>
                    <a:pt x="34" y="242"/>
                    <a:pt x="104" y="242"/>
                  </a:cubicBezTo>
                  <a:cubicBezTo>
                    <a:pt x="109" y="249"/>
                    <a:pt x="116" y="251"/>
                    <a:pt x="123" y="251"/>
                  </a:cubicBezTo>
                  <a:cubicBezTo>
                    <a:pt x="142" y="251"/>
                    <a:pt x="167" y="237"/>
                    <a:pt x="190" y="226"/>
                  </a:cubicBezTo>
                  <a:cubicBezTo>
                    <a:pt x="207" y="209"/>
                    <a:pt x="223" y="176"/>
                    <a:pt x="240" y="139"/>
                  </a:cubicBezTo>
                  <a:cubicBezTo>
                    <a:pt x="240" y="106"/>
                    <a:pt x="240" y="73"/>
                    <a:pt x="223" y="57"/>
                  </a:cubicBezTo>
                  <a:cubicBezTo>
                    <a:pt x="223" y="36"/>
                    <a:pt x="207" y="36"/>
                    <a:pt x="207" y="20"/>
                  </a:cubicBezTo>
                  <a:cubicBezTo>
                    <a:pt x="190" y="3"/>
                    <a:pt x="174" y="3"/>
                    <a:pt x="157" y="3"/>
                  </a:cubicBezTo>
                  <a:cubicBezTo>
                    <a:pt x="148" y="1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16"/>
            <p:cNvSpPr/>
            <p:nvPr/>
          </p:nvSpPr>
          <p:spPr>
            <a:xfrm rot="10800000">
              <a:off x="4374865" y="2465808"/>
              <a:ext cx="4350" cy="1075"/>
            </a:xfrm>
            <a:custGeom>
              <a:avLst/>
              <a:gdLst/>
              <a:ahLst/>
              <a:cxnLst/>
              <a:rect l="l" t="t" r="r" b="b"/>
              <a:pathLst>
                <a:path w="174" h="43" extrusionOk="0">
                  <a:moveTo>
                    <a:pt x="94" y="0"/>
                  </a:moveTo>
                  <a:cubicBezTo>
                    <a:pt x="63" y="0"/>
                    <a:pt x="29" y="14"/>
                    <a:pt x="0" y="43"/>
                  </a:cubicBezTo>
                  <a:lnTo>
                    <a:pt x="173" y="43"/>
                  </a:lnTo>
                  <a:cubicBezTo>
                    <a:pt x="173" y="43"/>
                    <a:pt x="173" y="26"/>
                    <a:pt x="157" y="26"/>
                  </a:cubicBezTo>
                  <a:cubicBezTo>
                    <a:pt x="142" y="10"/>
                    <a:pt x="119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16"/>
            <p:cNvSpPr/>
            <p:nvPr/>
          </p:nvSpPr>
          <p:spPr>
            <a:xfrm rot="10800000">
              <a:off x="4385190" y="2490733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1"/>
                  </a:moveTo>
                  <a:cubicBezTo>
                    <a:pt x="120" y="1"/>
                    <a:pt x="87" y="1"/>
                    <a:pt x="67" y="17"/>
                  </a:cubicBezTo>
                  <a:cubicBezTo>
                    <a:pt x="34" y="34"/>
                    <a:pt x="17" y="67"/>
                    <a:pt x="17" y="104"/>
                  </a:cubicBezTo>
                  <a:cubicBezTo>
                    <a:pt x="1" y="137"/>
                    <a:pt x="17" y="170"/>
                    <a:pt x="34" y="207"/>
                  </a:cubicBezTo>
                  <a:cubicBezTo>
                    <a:pt x="34" y="223"/>
                    <a:pt x="67" y="240"/>
                    <a:pt x="104" y="256"/>
                  </a:cubicBezTo>
                  <a:cubicBezTo>
                    <a:pt x="153" y="256"/>
                    <a:pt x="223" y="207"/>
                    <a:pt x="240" y="137"/>
                  </a:cubicBezTo>
                  <a:cubicBezTo>
                    <a:pt x="240" y="104"/>
                    <a:pt x="240" y="67"/>
                    <a:pt x="223" y="50"/>
                  </a:cubicBezTo>
                  <a:cubicBezTo>
                    <a:pt x="223" y="34"/>
                    <a:pt x="207" y="34"/>
                    <a:pt x="207" y="17"/>
                  </a:cubicBezTo>
                  <a:cubicBezTo>
                    <a:pt x="19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16"/>
            <p:cNvSpPr/>
            <p:nvPr/>
          </p:nvSpPr>
          <p:spPr>
            <a:xfrm rot="10800000">
              <a:off x="4373540" y="2569558"/>
              <a:ext cx="6500" cy="6400"/>
            </a:xfrm>
            <a:custGeom>
              <a:avLst/>
              <a:gdLst/>
              <a:ahLst/>
              <a:cxnLst/>
              <a:rect l="l" t="t" r="r" b="b"/>
              <a:pathLst>
                <a:path w="260" h="256" extrusionOk="0">
                  <a:moveTo>
                    <a:pt x="141" y="1"/>
                  </a:moveTo>
                  <a:cubicBezTo>
                    <a:pt x="107" y="1"/>
                    <a:pt x="72" y="14"/>
                    <a:pt x="54" y="44"/>
                  </a:cubicBezTo>
                  <a:cubicBezTo>
                    <a:pt x="0" y="93"/>
                    <a:pt x="0" y="180"/>
                    <a:pt x="54" y="229"/>
                  </a:cubicBezTo>
                  <a:cubicBezTo>
                    <a:pt x="76" y="246"/>
                    <a:pt x="103" y="256"/>
                    <a:pt x="128" y="256"/>
                  </a:cubicBezTo>
                  <a:cubicBezTo>
                    <a:pt x="159" y="256"/>
                    <a:pt x="188" y="242"/>
                    <a:pt x="206" y="213"/>
                  </a:cubicBezTo>
                  <a:cubicBezTo>
                    <a:pt x="260" y="147"/>
                    <a:pt x="260" y="77"/>
                    <a:pt x="206" y="23"/>
                  </a:cubicBezTo>
                  <a:cubicBezTo>
                    <a:pt x="192" y="9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16"/>
            <p:cNvSpPr/>
            <p:nvPr/>
          </p:nvSpPr>
          <p:spPr>
            <a:xfrm rot="10800000">
              <a:off x="4371465" y="2614008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3" y="30"/>
                    <a:pt x="0" y="116"/>
                    <a:pt x="17" y="170"/>
                  </a:cubicBezTo>
                  <a:cubicBezTo>
                    <a:pt x="17" y="203"/>
                    <a:pt x="33" y="236"/>
                    <a:pt x="70" y="236"/>
                  </a:cubicBezTo>
                  <a:cubicBezTo>
                    <a:pt x="87" y="252"/>
                    <a:pt x="120" y="252"/>
                    <a:pt x="157" y="252"/>
                  </a:cubicBezTo>
                  <a:cubicBezTo>
                    <a:pt x="190" y="236"/>
                    <a:pt x="206" y="203"/>
                    <a:pt x="223" y="186"/>
                  </a:cubicBezTo>
                  <a:cubicBezTo>
                    <a:pt x="239" y="149"/>
                    <a:pt x="239" y="116"/>
                    <a:pt x="223" y="83"/>
                  </a:cubicBezTo>
                  <a:cubicBezTo>
                    <a:pt x="223" y="67"/>
                    <a:pt x="206" y="46"/>
                    <a:pt x="206" y="30"/>
                  </a:cubicBezTo>
                  <a:cubicBezTo>
                    <a:pt x="190" y="13"/>
                    <a:pt x="190" y="13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16"/>
            <p:cNvSpPr/>
            <p:nvPr/>
          </p:nvSpPr>
          <p:spPr>
            <a:xfrm rot="10800000">
              <a:off x="4379190" y="2475508"/>
              <a:ext cx="6025" cy="6500"/>
            </a:xfrm>
            <a:custGeom>
              <a:avLst/>
              <a:gdLst/>
              <a:ahLst/>
              <a:cxnLst/>
              <a:rect l="l" t="t" r="r" b="b"/>
              <a:pathLst>
                <a:path w="241" h="260" extrusionOk="0">
                  <a:moveTo>
                    <a:pt x="137" y="1"/>
                  </a:moveTo>
                  <a:cubicBezTo>
                    <a:pt x="121" y="1"/>
                    <a:pt x="104" y="5"/>
                    <a:pt x="87" y="13"/>
                  </a:cubicBezTo>
                  <a:cubicBezTo>
                    <a:pt x="34" y="30"/>
                    <a:pt x="1" y="116"/>
                    <a:pt x="17" y="182"/>
                  </a:cubicBezTo>
                  <a:cubicBezTo>
                    <a:pt x="17" y="203"/>
                    <a:pt x="34" y="236"/>
                    <a:pt x="71" y="252"/>
                  </a:cubicBezTo>
                  <a:cubicBezTo>
                    <a:pt x="82" y="252"/>
                    <a:pt x="100" y="260"/>
                    <a:pt x="122" y="260"/>
                  </a:cubicBezTo>
                  <a:cubicBezTo>
                    <a:pt x="133" y="260"/>
                    <a:pt x="145" y="258"/>
                    <a:pt x="158" y="252"/>
                  </a:cubicBezTo>
                  <a:cubicBezTo>
                    <a:pt x="174" y="236"/>
                    <a:pt x="207" y="219"/>
                    <a:pt x="224" y="182"/>
                  </a:cubicBezTo>
                  <a:cubicBezTo>
                    <a:pt x="240" y="149"/>
                    <a:pt x="240" y="116"/>
                    <a:pt x="224" y="79"/>
                  </a:cubicBezTo>
                  <a:cubicBezTo>
                    <a:pt x="224" y="63"/>
                    <a:pt x="207" y="46"/>
                    <a:pt x="207" y="30"/>
                  </a:cubicBezTo>
                  <a:cubicBezTo>
                    <a:pt x="191" y="30"/>
                    <a:pt x="191" y="13"/>
                    <a:pt x="174" y="13"/>
                  </a:cubicBezTo>
                  <a:cubicBezTo>
                    <a:pt x="166" y="5"/>
                    <a:pt x="152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16"/>
            <p:cNvSpPr/>
            <p:nvPr/>
          </p:nvSpPr>
          <p:spPr>
            <a:xfrm rot="10800000">
              <a:off x="4359815" y="2625558"/>
              <a:ext cx="6025" cy="4350"/>
            </a:xfrm>
            <a:custGeom>
              <a:avLst/>
              <a:gdLst/>
              <a:ahLst/>
              <a:cxnLst/>
              <a:rect l="l" t="t" r="r" b="b"/>
              <a:pathLst>
                <a:path w="241" h="174" extrusionOk="0">
                  <a:moveTo>
                    <a:pt x="17" y="0"/>
                  </a:moveTo>
                  <a:lnTo>
                    <a:pt x="17" y="17"/>
                  </a:lnTo>
                  <a:cubicBezTo>
                    <a:pt x="1" y="54"/>
                    <a:pt x="1" y="87"/>
                    <a:pt x="17" y="120"/>
                  </a:cubicBezTo>
                  <a:cubicBezTo>
                    <a:pt x="34" y="140"/>
                    <a:pt x="67" y="157"/>
                    <a:pt x="83" y="173"/>
                  </a:cubicBezTo>
                  <a:cubicBezTo>
                    <a:pt x="121" y="173"/>
                    <a:pt x="154" y="157"/>
                    <a:pt x="170" y="140"/>
                  </a:cubicBezTo>
                  <a:cubicBezTo>
                    <a:pt x="207" y="120"/>
                    <a:pt x="224" y="87"/>
                    <a:pt x="224" y="54"/>
                  </a:cubicBezTo>
                  <a:lnTo>
                    <a:pt x="240" y="37"/>
                  </a:lnTo>
                  <a:cubicBezTo>
                    <a:pt x="154" y="17"/>
                    <a:pt x="8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16"/>
            <p:cNvSpPr/>
            <p:nvPr/>
          </p:nvSpPr>
          <p:spPr>
            <a:xfrm rot="10800000">
              <a:off x="4019265" y="2567108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37" y="0"/>
                  </a:moveTo>
                  <a:cubicBezTo>
                    <a:pt x="120" y="0"/>
                    <a:pt x="87" y="0"/>
                    <a:pt x="50" y="17"/>
                  </a:cubicBezTo>
                  <a:cubicBezTo>
                    <a:pt x="34" y="33"/>
                    <a:pt x="17" y="71"/>
                    <a:pt x="1" y="103"/>
                  </a:cubicBezTo>
                  <a:cubicBezTo>
                    <a:pt x="1" y="136"/>
                    <a:pt x="1" y="174"/>
                    <a:pt x="17" y="207"/>
                  </a:cubicBezTo>
                  <a:cubicBezTo>
                    <a:pt x="34" y="223"/>
                    <a:pt x="50" y="240"/>
                    <a:pt x="87" y="260"/>
                  </a:cubicBezTo>
                  <a:cubicBezTo>
                    <a:pt x="153" y="260"/>
                    <a:pt x="207" y="207"/>
                    <a:pt x="223" y="136"/>
                  </a:cubicBezTo>
                  <a:cubicBezTo>
                    <a:pt x="223" y="103"/>
                    <a:pt x="223" y="71"/>
                    <a:pt x="207" y="54"/>
                  </a:cubicBezTo>
                  <a:cubicBezTo>
                    <a:pt x="207" y="33"/>
                    <a:pt x="207" y="33"/>
                    <a:pt x="190" y="17"/>
                  </a:cubicBezTo>
                  <a:cubicBezTo>
                    <a:pt x="174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16"/>
            <p:cNvSpPr/>
            <p:nvPr/>
          </p:nvSpPr>
          <p:spPr>
            <a:xfrm rot="10800000">
              <a:off x="4020515" y="2522908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2" y="0"/>
                  </a:moveTo>
                  <a:cubicBezTo>
                    <a:pt x="101" y="0"/>
                    <a:pt x="66" y="19"/>
                    <a:pt x="38" y="50"/>
                  </a:cubicBezTo>
                  <a:cubicBezTo>
                    <a:pt x="0" y="99"/>
                    <a:pt x="0" y="186"/>
                    <a:pt x="38" y="219"/>
                  </a:cubicBezTo>
                  <a:cubicBezTo>
                    <a:pt x="54" y="239"/>
                    <a:pt x="71" y="239"/>
                    <a:pt x="87" y="256"/>
                  </a:cubicBezTo>
                  <a:cubicBezTo>
                    <a:pt x="120" y="256"/>
                    <a:pt x="174" y="239"/>
                    <a:pt x="190" y="202"/>
                  </a:cubicBezTo>
                  <a:cubicBezTo>
                    <a:pt x="223" y="169"/>
                    <a:pt x="244" y="116"/>
                    <a:pt x="223" y="66"/>
                  </a:cubicBezTo>
                  <a:cubicBezTo>
                    <a:pt x="223" y="50"/>
                    <a:pt x="207" y="3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16"/>
            <p:cNvSpPr/>
            <p:nvPr/>
          </p:nvSpPr>
          <p:spPr>
            <a:xfrm rot="10800000">
              <a:off x="4025665" y="2474358"/>
              <a:ext cx="6525" cy="6600"/>
            </a:xfrm>
            <a:custGeom>
              <a:avLst/>
              <a:gdLst/>
              <a:ahLst/>
              <a:cxnLst/>
              <a:rect l="l" t="t" r="r" b="b"/>
              <a:pathLst>
                <a:path w="261" h="264" extrusionOk="0">
                  <a:moveTo>
                    <a:pt x="136" y="1"/>
                  </a:moveTo>
                  <a:cubicBezTo>
                    <a:pt x="86" y="1"/>
                    <a:pt x="32" y="46"/>
                    <a:pt x="17" y="107"/>
                  </a:cubicBezTo>
                  <a:cubicBezTo>
                    <a:pt x="1" y="177"/>
                    <a:pt x="54" y="243"/>
                    <a:pt x="104" y="264"/>
                  </a:cubicBezTo>
                  <a:cubicBezTo>
                    <a:pt x="137" y="264"/>
                    <a:pt x="174" y="243"/>
                    <a:pt x="190" y="227"/>
                  </a:cubicBezTo>
                  <a:cubicBezTo>
                    <a:pt x="223" y="210"/>
                    <a:pt x="240" y="177"/>
                    <a:pt x="240" y="140"/>
                  </a:cubicBezTo>
                  <a:cubicBezTo>
                    <a:pt x="261" y="107"/>
                    <a:pt x="240" y="74"/>
                    <a:pt x="223" y="58"/>
                  </a:cubicBezTo>
                  <a:cubicBezTo>
                    <a:pt x="223" y="37"/>
                    <a:pt x="223" y="37"/>
                    <a:pt x="207" y="21"/>
                  </a:cubicBezTo>
                  <a:cubicBezTo>
                    <a:pt x="207" y="21"/>
                    <a:pt x="190" y="4"/>
                    <a:pt x="157" y="4"/>
                  </a:cubicBezTo>
                  <a:cubicBezTo>
                    <a:pt x="150" y="2"/>
                    <a:pt x="14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16"/>
            <p:cNvSpPr/>
            <p:nvPr/>
          </p:nvSpPr>
          <p:spPr>
            <a:xfrm rot="10800000">
              <a:off x="4024840" y="2584333"/>
              <a:ext cx="2200" cy="3000"/>
            </a:xfrm>
            <a:custGeom>
              <a:avLst/>
              <a:gdLst/>
              <a:ahLst/>
              <a:cxnLst/>
              <a:rect l="l" t="t" r="r" b="b"/>
              <a:pathLst>
                <a:path w="88" h="120" extrusionOk="0">
                  <a:moveTo>
                    <a:pt x="1" y="0"/>
                  </a:moveTo>
                  <a:cubicBezTo>
                    <a:pt x="1" y="17"/>
                    <a:pt x="17" y="50"/>
                    <a:pt x="17" y="66"/>
                  </a:cubicBezTo>
                  <a:cubicBezTo>
                    <a:pt x="34" y="87"/>
                    <a:pt x="55" y="103"/>
                    <a:pt x="88" y="120"/>
                  </a:cubicBezTo>
                  <a:cubicBezTo>
                    <a:pt x="88" y="103"/>
                    <a:pt x="88" y="103"/>
                    <a:pt x="71" y="87"/>
                  </a:cubicBezTo>
                  <a:cubicBezTo>
                    <a:pt x="55" y="66"/>
                    <a:pt x="34" y="3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16"/>
            <p:cNvSpPr/>
            <p:nvPr/>
          </p:nvSpPr>
          <p:spPr>
            <a:xfrm rot="10800000">
              <a:off x="4078115" y="2623808"/>
              <a:ext cx="3450" cy="950"/>
            </a:xfrm>
            <a:custGeom>
              <a:avLst/>
              <a:gdLst/>
              <a:ahLst/>
              <a:cxnLst/>
              <a:rect l="l" t="t" r="r" b="b"/>
              <a:pathLst>
                <a:path w="138" h="38" extrusionOk="0">
                  <a:moveTo>
                    <a:pt x="1" y="0"/>
                  </a:moveTo>
                  <a:cubicBezTo>
                    <a:pt x="17" y="17"/>
                    <a:pt x="50" y="38"/>
                    <a:pt x="71" y="38"/>
                  </a:cubicBezTo>
                  <a:cubicBezTo>
                    <a:pt x="88" y="38"/>
                    <a:pt x="121" y="38"/>
                    <a:pt x="137" y="17"/>
                  </a:cubicBezTo>
                  <a:cubicBezTo>
                    <a:pt x="104" y="17"/>
                    <a:pt x="50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16"/>
            <p:cNvSpPr/>
            <p:nvPr/>
          </p:nvSpPr>
          <p:spPr>
            <a:xfrm rot="10800000">
              <a:off x="4326740" y="2604533"/>
              <a:ext cx="5175" cy="5600"/>
            </a:xfrm>
            <a:custGeom>
              <a:avLst/>
              <a:gdLst/>
              <a:ahLst/>
              <a:cxnLst/>
              <a:rect l="l" t="t" r="r" b="b"/>
              <a:pathLst>
                <a:path w="207" h="224" extrusionOk="0">
                  <a:moveTo>
                    <a:pt x="50" y="1"/>
                  </a:moveTo>
                  <a:cubicBezTo>
                    <a:pt x="33" y="34"/>
                    <a:pt x="17" y="50"/>
                    <a:pt x="0" y="87"/>
                  </a:cubicBezTo>
                  <a:cubicBezTo>
                    <a:pt x="0" y="120"/>
                    <a:pt x="0" y="153"/>
                    <a:pt x="17" y="174"/>
                  </a:cubicBezTo>
                  <a:cubicBezTo>
                    <a:pt x="33" y="207"/>
                    <a:pt x="50" y="224"/>
                    <a:pt x="87" y="224"/>
                  </a:cubicBezTo>
                  <a:cubicBezTo>
                    <a:pt x="120" y="224"/>
                    <a:pt x="153" y="224"/>
                    <a:pt x="169" y="207"/>
                  </a:cubicBezTo>
                  <a:cubicBezTo>
                    <a:pt x="190" y="191"/>
                    <a:pt x="190" y="191"/>
                    <a:pt x="207" y="174"/>
                  </a:cubicBezTo>
                  <a:cubicBezTo>
                    <a:pt x="153" y="120"/>
                    <a:pt x="103" y="71"/>
                    <a:pt x="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16"/>
            <p:cNvSpPr/>
            <p:nvPr/>
          </p:nvSpPr>
          <p:spPr>
            <a:xfrm rot="10800000">
              <a:off x="4337465" y="2592583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7" y="0"/>
                  </a:moveTo>
                  <a:cubicBezTo>
                    <a:pt x="121" y="0"/>
                    <a:pt x="104" y="4"/>
                    <a:pt x="87" y="13"/>
                  </a:cubicBezTo>
                  <a:cubicBezTo>
                    <a:pt x="38" y="33"/>
                    <a:pt x="1" y="99"/>
                    <a:pt x="17" y="169"/>
                  </a:cubicBezTo>
                  <a:cubicBezTo>
                    <a:pt x="17" y="202"/>
                    <a:pt x="38" y="239"/>
                    <a:pt x="71" y="239"/>
                  </a:cubicBezTo>
                  <a:cubicBezTo>
                    <a:pt x="79" y="248"/>
                    <a:pt x="91" y="252"/>
                    <a:pt x="106" y="252"/>
                  </a:cubicBezTo>
                  <a:cubicBezTo>
                    <a:pt x="121" y="252"/>
                    <a:pt x="139" y="248"/>
                    <a:pt x="157" y="239"/>
                  </a:cubicBezTo>
                  <a:cubicBezTo>
                    <a:pt x="190" y="239"/>
                    <a:pt x="207" y="202"/>
                    <a:pt x="223" y="169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23" y="50"/>
                    <a:pt x="223" y="33"/>
                    <a:pt x="207" y="33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5" y="4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16"/>
            <p:cNvSpPr/>
            <p:nvPr/>
          </p:nvSpPr>
          <p:spPr>
            <a:xfrm rot="10800000">
              <a:off x="4375290" y="2521358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4" y="1"/>
                  </a:moveTo>
                  <a:cubicBezTo>
                    <a:pt x="119" y="1"/>
                    <a:pt x="102" y="5"/>
                    <a:pt x="83" y="13"/>
                  </a:cubicBezTo>
                  <a:cubicBezTo>
                    <a:pt x="34" y="46"/>
                    <a:pt x="1" y="116"/>
                    <a:pt x="17" y="186"/>
                  </a:cubicBezTo>
                  <a:cubicBezTo>
                    <a:pt x="17" y="219"/>
                    <a:pt x="34" y="236"/>
                    <a:pt x="67" y="252"/>
                  </a:cubicBezTo>
                  <a:cubicBezTo>
                    <a:pt x="75" y="261"/>
                    <a:pt x="88" y="265"/>
                    <a:pt x="104" y="265"/>
                  </a:cubicBezTo>
                  <a:cubicBezTo>
                    <a:pt x="119" y="265"/>
                    <a:pt x="137" y="261"/>
                    <a:pt x="153" y="252"/>
                  </a:cubicBezTo>
                  <a:cubicBezTo>
                    <a:pt x="207" y="219"/>
                    <a:pt x="240" y="149"/>
                    <a:pt x="223" y="83"/>
                  </a:cubicBezTo>
                  <a:cubicBezTo>
                    <a:pt x="223" y="63"/>
                    <a:pt x="207" y="46"/>
                    <a:pt x="207" y="30"/>
                  </a:cubicBezTo>
                  <a:cubicBezTo>
                    <a:pt x="186" y="30"/>
                    <a:pt x="186" y="13"/>
                    <a:pt x="170" y="13"/>
                  </a:cubicBezTo>
                  <a:cubicBezTo>
                    <a:pt x="161" y="5"/>
                    <a:pt x="149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16"/>
            <p:cNvSpPr/>
            <p:nvPr/>
          </p:nvSpPr>
          <p:spPr>
            <a:xfrm rot="10800000">
              <a:off x="4330665" y="2558158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0" y="0"/>
                  </a:moveTo>
                  <a:cubicBezTo>
                    <a:pt x="71" y="0"/>
                    <a:pt x="34" y="50"/>
                    <a:pt x="17" y="103"/>
                  </a:cubicBezTo>
                  <a:cubicBezTo>
                    <a:pt x="1" y="136"/>
                    <a:pt x="17" y="169"/>
                    <a:pt x="34" y="206"/>
                  </a:cubicBezTo>
                  <a:cubicBezTo>
                    <a:pt x="34" y="223"/>
                    <a:pt x="71" y="256"/>
                    <a:pt x="104" y="256"/>
                  </a:cubicBezTo>
                  <a:cubicBezTo>
                    <a:pt x="153" y="256"/>
                    <a:pt x="223" y="223"/>
                    <a:pt x="240" y="153"/>
                  </a:cubicBezTo>
                  <a:lnTo>
                    <a:pt x="240" y="120"/>
                  </a:lnTo>
                  <a:cubicBezTo>
                    <a:pt x="240" y="83"/>
                    <a:pt x="223" y="50"/>
                    <a:pt x="207" y="33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16"/>
            <p:cNvSpPr/>
            <p:nvPr/>
          </p:nvSpPr>
          <p:spPr>
            <a:xfrm rot="10800000">
              <a:off x="4041640" y="2602358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37" y="1"/>
                  </a:moveTo>
                  <a:cubicBezTo>
                    <a:pt x="37" y="17"/>
                    <a:pt x="21" y="34"/>
                    <a:pt x="21" y="71"/>
                  </a:cubicBezTo>
                  <a:cubicBezTo>
                    <a:pt x="0" y="88"/>
                    <a:pt x="0" y="121"/>
                    <a:pt x="21" y="154"/>
                  </a:cubicBezTo>
                  <a:cubicBezTo>
                    <a:pt x="37" y="191"/>
                    <a:pt x="70" y="207"/>
                    <a:pt x="87" y="207"/>
                  </a:cubicBezTo>
                  <a:cubicBezTo>
                    <a:pt x="141" y="207"/>
                    <a:pt x="174" y="191"/>
                    <a:pt x="207" y="154"/>
                  </a:cubicBezTo>
                  <a:cubicBezTo>
                    <a:pt x="157" y="104"/>
                    <a:pt x="103" y="50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16"/>
            <p:cNvSpPr/>
            <p:nvPr/>
          </p:nvSpPr>
          <p:spPr>
            <a:xfrm rot="10800000">
              <a:off x="4086690" y="2609183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20" y="0"/>
                  </a:moveTo>
                  <a:cubicBezTo>
                    <a:pt x="66" y="17"/>
                    <a:pt x="17" y="50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3" y="239"/>
                    <a:pt x="50" y="256"/>
                    <a:pt x="87" y="256"/>
                  </a:cubicBezTo>
                  <a:cubicBezTo>
                    <a:pt x="93" y="258"/>
                    <a:pt x="100" y="259"/>
                    <a:pt x="107" y="259"/>
                  </a:cubicBezTo>
                  <a:cubicBezTo>
                    <a:pt x="154" y="259"/>
                    <a:pt x="208" y="214"/>
                    <a:pt x="223" y="153"/>
                  </a:cubicBezTo>
                  <a:lnTo>
                    <a:pt x="223" y="120"/>
                  </a:lnTo>
                  <a:cubicBezTo>
                    <a:pt x="223" y="87"/>
                    <a:pt x="206" y="50"/>
                    <a:pt x="190" y="33"/>
                  </a:cubicBezTo>
                  <a:cubicBezTo>
                    <a:pt x="169" y="17"/>
                    <a:pt x="153" y="17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16"/>
            <p:cNvSpPr/>
            <p:nvPr/>
          </p:nvSpPr>
          <p:spPr>
            <a:xfrm rot="10800000">
              <a:off x="4115015" y="2616183"/>
              <a:ext cx="5600" cy="4650"/>
            </a:xfrm>
            <a:custGeom>
              <a:avLst/>
              <a:gdLst/>
              <a:ahLst/>
              <a:cxnLst/>
              <a:rect l="l" t="t" r="r" b="b"/>
              <a:pathLst>
                <a:path w="224" h="186" extrusionOk="0">
                  <a:moveTo>
                    <a:pt x="207" y="0"/>
                  </a:moveTo>
                  <a:lnTo>
                    <a:pt x="207" y="0"/>
                  </a:lnTo>
                  <a:cubicBezTo>
                    <a:pt x="136" y="33"/>
                    <a:pt x="66" y="50"/>
                    <a:pt x="0" y="87"/>
                  </a:cubicBezTo>
                  <a:cubicBezTo>
                    <a:pt x="0" y="103"/>
                    <a:pt x="0" y="136"/>
                    <a:pt x="17" y="153"/>
                  </a:cubicBezTo>
                  <a:cubicBezTo>
                    <a:pt x="38" y="175"/>
                    <a:pt x="63" y="186"/>
                    <a:pt x="88" y="186"/>
                  </a:cubicBezTo>
                  <a:cubicBezTo>
                    <a:pt x="123" y="186"/>
                    <a:pt x="159" y="167"/>
                    <a:pt x="190" y="136"/>
                  </a:cubicBezTo>
                  <a:cubicBezTo>
                    <a:pt x="223" y="103"/>
                    <a:pt x="223" y="50"/>
                    <a:pt x="2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16"/>
            <p:cNvSpPr/>
            <p:nvPr/>
          </p:nvSpPr>
          <p:spPr>
            <a:xfrm rot="10800000">
              <a:off x="4334890" y="2576108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57" y="1"/>
                  </a:moveTo>
                  <a:cubicBezTo>
                    <a:pt x="87" y="1"/>
                    <a:pt x="38" y="34"/>
                    <a:pt x="17" y="104"/>
                  </a:cubicBezTo>
                  <a:cubicBezTo>
                    <a:pt x="1" y="137"/>
                    <a:pt x="17" y="170"/>
                    <a:pt x="17" y="207"/>
                  </a:cubicBezTo>
                  <a:cubicBezTo>
                    <a:pt x="38" y="240"/>
                    <a:pt x="71" y="256"/>
                    <a:pt x="87" y="256"/>
                  </a:cubicBezTo>
                  <a:cubicBezTo>
                    <a:pt x="96" y="259"/>
                    <a:pt x="105" y="260"/>
                    <a:pt x="114" y="260"/>
                  </a:cubicBezTo>
                  <a:cubicBezTo>
                    <a:pt x="173" y="260"/>
                    <a:pt x="223" y="214"/>
                    <a:pt x="223" y="153"/>
                  </a:cubicBezTo>
                  <a:cubicBezTo>
                    <a:pt x="244" y="120"/>
                    <a:pt x="244" y="83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16"/>
            <p:cNvSpPr/>
            <p:nvPr/>
          </p:nvSpPr>
          <p:spPr>
            <a:xfrm rot="10800000">
              <a:off x="4364565" y="2581858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9" y="1"/>
                  </a:moveTo>
                  <a:cubicBezTo>
                    <a:pt x="124" y="1"/>
                    <a:pt x="112" y="5"/>
                    <a:pt x="103" y="13"/>
                  </a:cubicBezTo>
                  <a:cubicBezTo>
                    <a:pt x="33" y="50"/>
                    <a:pt x="0" y="116"/>
                    <a:pt x="17" y="186"/>
                  </a:cubicBezTo>
                  <a:cubicBezTo>
                    <a:pt x="33" y="219"/>
                    <a:pt x="50" y="240"/>
                    <a:pt x="66" y="256"/>
                  </a:cubicBezTo>
                  <a:cubicBezTo>
                    <a:pt x="85" y="264"/>
                    <a:pt x="98" y="269"/>
                    <a:pt x="111" y="269"/>
                  </a:cubicBezTo>
                  <a:cubicBezTo>
                    <a:pt x="124" y="269"/>
                    <a:pt x="136" y="264"/>
                    <a:pt x="153" y="256"/>
                  </a:cubicBezTo>
                  <a:cubicBezTo>
                    <a:pt x="190" y="240"/>
                    <a:pt x="206" y="219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7"/>
                    <a:pt x="223" y="50"/>
                    <a:pt x="206" y="34"/>
                  </a:cubicBezTo>
                  <a:lnTo>
                    <a:pt x="190" y="13"/>
                  </a:lnTo>
                  <a:cubicBezTo>
                    <a:pt x="171" y="5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16"/>
            <p:cNvSpPr/>
            <p:nvPr/>
          </p:nvSpPr>
          <p:spPr>
            <a:xfrm rot="10800000">
              <a:off x="4341790" y="2607858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1"/>
                  </a:moveTo>
                  <a:cubicBezTo>
                    <a:pt x="83" y="1"/>
                    <a:pt x="17" y="54"/>
                    <a:pt x="0" y="120"/>
                  </a:cubicBezTo>
                  <a:cubicBezTo>
                    <a:pt x="0" y="157"/>
                    <a:pt x="0" y="190"/>
                    <a:pt x="17" y="207"/>
                  </a:cubicBezTo>
                  <a:cubicBezTo>
                    <a:pt x="33" y="244"/>
                    <a:pt x="50" y="260"/>
                    <a:pt x="83" y="260"/>
                  </a:cubicBezTo>
                  <a:cubicBezTo>
                    <a:pt x="90" y="263"/>
                    <a:pt x="97" y="264"/>
                    <a:pt x="104" y="264"/>
                  </a:cubicBezTo>
                  <a:cubicBezTo>
                    <a:pt x="153" y="264"/>
                    <a:pt x="209" y="215"/>
                    <a:pt x="223" y="157"/>
                  </a:cubicBezTo>
                  <a:cubicBezTo>
                    <a:pt x="240" y="104"/>
                    <a:pt x="223" y="71"/>
                    <a:pt x="186" y="38"/>
                  </a:cubicBezTo>
                  <a:cubicBezTo>
                    <a:pt x="170" y="17"/>
                    <a:pt x="153" y="17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16"/>
            <p:cNvSpPr/>
            <p:nvPr/>
          </p:nvSpPr>
          <p:spPr>
            <a:xfrm rot="10800000">
              <a:off x="4371465" y="2553083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01" y="0"/>
                    <a:pt x="64" y="17"/>
                    <a:pt x="33" y="58"/>
                  </a:cubicBezTo>
                  <a:cubicBezTo>
                    <a:pt x="0" y="111"/>
                    <a:pt x="0" y="194"/>
                    <a:pt x="33" y="231"/>
                  </a:cubicBezTo>
                  <a:cubicBezTo>
                    <a:pt x="56" y="252"/>
                    <a:pt x="81" y="261"/>
                    <a:pt x="106" y="261"/>
                  </a:cubicBezTo>
                  <a:cubicBezTo>
                    <a:pt x="142" y="261"/>
                    <a:pt x="177" y="243"/>
                    <a:pt x="206" y="215"/>
                  </a:cubicBezTo>
                  <a:cubicBezTo>
                    <a:pt x="239" y="161"/>
                    <a:pt x="239" y="74"/>
                    <a:pt x="206" y="25"/>
                  </a:cubicBezTo>
                  <a:cubicBezTo>
                    <a:pt x="185" y="9"/>
                    <a:pt x="161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16"/>
            <p:cNvSpPr/>
            <p:nvPr/>
          </p:nvSpPr>
          <p:spPr>
            <a:xfrm rot="10800000">
              <a:off x="4366315" y="2598783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3" y="1"/>
                  </a:moveTo>
                  <a:cubicBezTo>
                    <a:pt x="101" y="1"/>
                    <a:pt x="64" y="18"/>
                    <a:pt x="33" y="47"/>
                  </a:cubicBezTo>
                  <a:cubicBezTo>
                    <a:pt x="17" y="64"/>
                    <a:pt x="17" y="84"/>
                    <a:pt x="0" y="101"/>
                  </a:cubicBezTo>
                  <a:cubicBezTo>
                    <a:pt x="0" y="150"/>
                    <a:pt x="0" y="204"/>
                    <a:pt x="33" y="237"/>
                  </a:cubicBezTo>
                  <a:cubicBezTo>
                    <a:pt x="59" y="248"/>
                    <a:pt x="92" y="260"/>
                    <a:pt x="122" y="260"/>
                  </a:cubicBezTo>
                  <a:cubicBezTo>
                    <a:pt x="134" y="260"/>
                    <a:pt x="146" y="258"/>
                    <a:pt x="157" y="253"/>
                  </a:cubicBezTo>
                  <a:cubicBezTo>
                    <a:pt x="173" y="237"/>
                    <a:pt x="190" y="220"/>
                    <a:pt x="190" y="204"/>
                  </a:cubicBezTo>
                  <a:cubicBezTo>
                    <a:pt x="239" y="150"/>
                    <a:pt x="239" y="84"/>
                    <a:pt x="190" y="31"/>
                  </a:cubicBezTo>
                  <a:cubicBezTo>
                    <a:pt x="176" y="10"/>
                    <a:pt x="156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16"/>
            <p:cNvSpPr/>
            <p:nvPr/>
          </p:nvSpPr>
          <p:spPr>
            <a:xfrm rot="10800000">
              <a:off x="4344765" y="2562983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0" y="0"/>
                  </a:moveTo>
                  <a:cubicBezTo>
                    <a:pt x="125" y="0"/>
                    <a:pt x="112" y="4"/>
                    <a:pt x="103" y="13"/>
                  </a:cubicBezTo>
                  <a:cubicBezTo>
                    <a:pt x="37" y="29"/>
                    <a:pt x="0" y="116"/>
                    <a:pt x="17" y="182"/>
                  </a:cubicBezTo>
                  <a:cubicBezTo>
                    <a:pt x="17" y="202"/>
                    <a:pt x="54" y="235"/>
                    <a:pt x="70" y="252"/>
                  </a:cubicBezTo>
                  <a:cubicBezTo>
                    <a:pt x="87" y="260"/>
                    <a:pt x="99" y="264"/>
                    <a:pt x="112" y="264"/>
                  </a:cubicBezTo>
                  <a:cubicBezTo>
                    <a:pt x="125" y="264"/>
                    <a:pt x="138" y="260"/>
                    <a:pt x="157" y="252"/>
                  </a:cubicBezTo>
                  <a:cubicBezTo>
                    <a:pt x="223" y="219"/>
                    <a:pt x="260" y="149"/>
                    <a:pt x="244" y="79"/>
                  </a:cubicBezTo>
                  <a:cubicBezTo>
                    <a:pt x="223" y="62"/>
                    <a:pt x="223" y="46"/>
                    <a:pt x="206" y="29"/>
                  </a:cubicBezTo>
                  <a:lnTo>
                    <a:pt x="190" y="13"/>
                  </a:lnTo>
                  <a:cubicBezTo>
                    <a:pt x="173" y="4"/>
                    <a:pt x="156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16"/>
            <p:cNvSpPr/>
            <p:nvPr/>
          </p:nvSpPr>
          <p:spPr>
            <a:xfrm rot="10800000">
              <a:off x="4358990" y="2565308"/>
              <a:ext cx="6025" cy="6325"/>
            </a:xfrm>
            <a:custGeom>
              <a:avLst/>
              <a:gdLst/>
              <a:ahLst/>
              <a:cxnLst/>
              <a:rect l="l" t="t" r="r" b="b"/>
              <a:pathLst>
                <a:path w="241" h="253" extrusionOk="0">
                  <a:moveTo>
                    <a:pt x="127" y="1"/>
                  </a:moveTo>
                  <a:cubicBezTo>
                    <a:pt x="97" y="1"/>
                    <a:pt x="63" y="13"/>
                    <a:pt x="34" y="40"/>
                  </a:cubicBezTo>
                  <a:cubicBezTo>
                    <a:pt x="1" y="110"/>
                    <a:pt x="1" y="180"/>
                    <a:pt x="34" y="230"/>
                  </a:cubicBezTo>
                  <a:cubicBezTo>
                    <a:pt x="58" y="244"/>
                    <a:pt x="85" y="253"/>
                    <a:pt x="111" y="253"/>
                  </a:cubicBezTo>
                  <a:cubicBezTo>
                    <a:pt x="144" y="253"/>
                    <a:pt x="178" y="240"/>
                    <a:pt x="207" y="213"/>
                  </a:cubicBezTo>
                  <a:cubicBezTo>
                    <a:pt x="240" y="143"/>
                    <a:pt x="240" y="77"/>
                    <a:pt x="191" y="23"/>
                  </a:cubicBezTo>
                  <a:cubicBezTo>
                    <a:pt x="174" y="9"/>
                    <a:pt x="151" y="1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16"/>
            <p:cNvSpPr/>
            <p:nvPr/>
          </p:nvSpPr>
          <p:spPr>
            <a:xfrm rot="10800000">
              <a:off x="4358590" y="2610758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8" y="1"/>
                  </a:moveTo>
                  <a:cubicBezTo>
                    <a:pt x="103" y="1"/>
                    <a:pt x="65" y="18"/>
                    <a:pt x="33" y="59"/>
                  </a:cubicBezTo>
                  <a:cubicBezTo>
                    <a:pt x="0" y="109"/>
                    <a:pt x="0" y="179"/>
                    <a:pt x="33" y="228"/>
                  </a:cubicBezTo>
                  <a:cubicBezTo>
                    <a:pt x="54" y="249"/>
                    <a:pt x="71" y="249"/>
                    <a:pt x="87" y="249"/>
                  </a:cubicBezTo>
                  <a:cubicBezTo>
                    <a:pt x="96" y="253"/>
                    <a:pt x="106" y="255"/>
                    <a:pt x="117" y="255"/>
                  </a:cubicBezTo>
                  <a:cubicBezTo>
                    <a:pt x="147" y="255"/>
                    <a:pt x="182" y="239"/>
                    <a:pt x="207" y="212"/>
                  </a:cubicBezTo>
                  <a:cubicBezTo>
                    <a:pt x="240" y="162"/>
                    <a:pt x="240" y="109"/>
                    <a:pt x="223" y="76"/>
                  </a:cubicBezTo>
                  <a:cubicBezTo>
                    <a:pt x="223" y="59"/>
                    <a:pt x="207" y="43"/>
                    <a:pt x="207" y="22"/>
                  </a:cubicBezTo>
                  <a:cubicBezTo>
                    <a:pt x="186" y="9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16"/>
            <p:cNvSpPr/>
            <p:nvPr/>
          </p:nvSpPr>
          <p:spPr>
            <a:xfrm rot="10800000">
              <a:off x="4379190" y="2584983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40" y="1"/>
                  </a:moveTo>
                  <a:cubicBezTo>
                    <a:pt x="107" y="1"/>
                    <a:pt x="74" y="17"/>
                    <a:pt x="54" y="59"/>
                  </a:cubicBezTo>
                  <a:cubicBezTo>
                    <a:pt x="1" y="108"/>
                    <a:pt x="1" y="179"/>
                    <a:pt x="54" y="228"/>
                  </a:cubicBezTo>
                  <a:cubicBezTo>
                    <a:pt x="71" y="249"/>
                    <a:pt x="71" y="249"/>
                    <a:pt x="87" y="249"/>
                  </a:cubicBezTo>
                  <a:cubicBezTo>
                    <a:pt x="100" y="253"/>
                    <a:pt x="113" y="255"/>
                    <a:pt x="124" y="255"/>
                  </a:cubicBezTo>
                  <a:cubicBezTo>
                    <a:pt x="156" y="255"/>
                    <a:pt x="183" y="239"/>
                    <a:pt x="207" y="212"/>
                  </a:cubicBezTo>
                  <a:cubicBezTo>
                    <a:pt x="240" y="179"/>
                    <a:pt x="240" y="125"/>
                    <a:pt x="240" y="75"/>
                  </a:cubicBezTo>
                  <a:cubicBezTo>
                    <a:pt x="224" y="59"/>
                    <a:pt x="224" y="43"/>
                    <a:pt x="207" y="22"/>
                  </a:cubicBezTo>
                  <a:cubicBezTo>
                    <a:pt x="187" y="8"/>
                    <a:pt x="163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16"/>
            <p:cNvSpPr/>
            <p:nvPr/>
          </p:nvSpPr>
          <p:spPr>
            <a:xfrm rot="10800000">
              <a:off x="3996490" y="2472083"/>
              <a:ext cx="6525" cy="6550"/>
            </a:xfrm>
            <a:custGeom>
              <a:avLst/>
              <a:gdLst/>
              <a:ahLst/>
              <a:cxnLst/>
              <a:rect l="l" t="t" r="r" b="b"/>
              <a:pathLst>
                <a:path w="261" h="262" extrusionOk="0">
                  <a:moveTo>
                    <a:pt x="150" y="1"/>
                  </a:moveTo>
                  <a:cubicBezTo>
                    <a:pt x="119" y="1"/>
                    <a:pt x="83" y="18"/>
                    <a:pt x="54" y="47"/>
                  </a:cubicBezTo>
                  <a:cubicBezTo>
                    <a:pt x="1" y="101"/>
                    <a:pt x="1" y="187"/>
                    <a:pt x="54" y="237"/>
                  </a:cubicBezTo>
                  <a:cubicBezTo>
                    <a:pt x="75" y="252"/>
                    <a:pt x="100" y="261"/>
                    <a:pt x="123" y="261"/>
                  </a:cubicBezTo>
                  <a:cubicBezTo>
                    <a:pt x="156" y="261"/>
                    <a:pt x="188" y="244"/>
                    <a:pt x="207" y="204"/>
                  </a:cubicBezTo>
                  <a:cubicBezTo>
                    <a:pt x="260" y="150"/>
                    <a:pt x="260" y="68"/>
                    <a:pt x="207" y="31"/>
                  </a:cubicBezTo>
                  <a:cubicBezTo>
                    <a:pt x="193" y="10"/>
                    <a:pt x="173" y="1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16"/>
            <p:cNvSpPr/>
            <p:nvPr/>
          </p:nvSpPr>
          <p:spPr>
            <a:xfrm rot="10800000">
              <a:off x="3993090" y="2518558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16" y="0"/>
                  </a:moveTo>
                  <a:cubicBezTo>
                    <a:pt x="100" y="0"/>
                    <a:pt x="81" y="8"/>
                    <a:pt x="70" y="8"/>
                  </a:cubicBezTo>
                  <a:cubicBezTo>
                    <a:pt x="33" y="24"/>
                    <a:pt x="17" y="61"/>
                    <a:pt x="0" y="111"/>
                  </a:cubicBezTo>
                  <a:cubicBezTo>
                    <a:pt x="0" y="144"/>
                    <a:pt x="0" y="181"/>
                    <a:pt x="17" y="197"/>
                  </a:cubicBezTo>
                  <a:cubicBezTo>
                    <a:pt x="33" y="230"/>
                    <a:pt x="50" y="247"/>
                    <a:pt x="87" y="247"/>
                  </a:cubicBezTo>
                  <a:cubicBezTo>
                    <a:pt x="94" y="250"/>
                    <a:pt x="102" y="251"/>
                    <a:pt x="110" y="251"/>
                  </a:cubicBezTo>
                  <a:cubicBezTo>
                    <a:pt x="156" y="251"/>
                    <a:pt x="209" y="206"/>
                    <a:pt x="223" y="164"/>
                  </a:cubicBezTo>
                  <a:lnTo>
                    <a:pt x="223" y="144"/>
                  </a:lnTo>
                  <a:cubicBezTo>
                    <a:pt x="239" y="94"/>
                    <a:pt x="223" y="61"/>
                    <a:pt x="190" y="24"/>
                  </a:cubicBezTo>
                  <a:cubicBezTo>
                    <a:pt x="173" y="8"/>
                    <a:pt x="153" y="8"/>
                    <a:pt x="136" y="8"/>
                  </a:cubicBezTo>
                  <a:cubicBezTo>
                    <a:pt x="131" y="2"/>
                    <a:pt x="124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16"/>
            <p:cNvSpPr/>
            <p:nvPr/>
          </p:nvSpPr>
          <p:spPr>
            <a:xfrm rot="10800000">
              <a:off x="3993915" y="2533133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6" y="1"/>
                  </a:moveTo>
                  <a:cubicBezTo>
                    <a:pt x="120" y="1"/>
                    <a:pt x="83" y="17"/>
                    <a:pt x="50" y="38"/>
                  </a:cubicBezTo>
                  <a:cubicBezTo>
                    <a:pt x="33" y="54"/>
                    <a:pt x="17" y="87"/>
                    <a:pt x="0" y="120"/>
                  </a:cubicBezTo>
                  <a:cubicBezTo>
                    <a:pt x="0" y="158"/>
                    <a:pt x="0" y="191"/>
                    <a:pt x="17" y="207"/>
                  </a:cubicBezTo>
                  <a:cubicBezTo>
                    <a:pt x="33" y="244"/>
                    <a:pt x="50" y="261"/>
                    <a:pt x="83" y="261"/>
                  </a:cubicBezTo>
                  <a:cubicBezTo>
                    <a:pt x="91" y="263"/>
                    <a:pt x="100" y="264"/>
                    <a:pt x="108" y="264"/>
                  </a:cubicBezTo>
                  <a:cubicBezTo>
                    <a:pt x="166" y="264"/>
                    <a:pt x="208" y="215"/>
                    <a:pt x="223" y="158"/>
                  </a:cubicBezTo>
                  <a:cubicBezTo>
                    <a:pt x="239" y="120"/>
                    <a:pt x="223" y="87"/>
                    <a:pt x="206" y="54"/>
                  </a:cubicBezTo>
                  <a:cubicBezTo>
                    <a:pt x="206" y="54"/>
                    <a:pt x="206" y="38"/>
                    <a:pt x="186" y="38"/>
                  </a:cubicBezTo>
                  <a:cubicBezTo>
                    <a:pt x="186" y="17"/>
                    <a:pt x="169" y="17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16"/>
            <p:cNvSpPr/>
            <p:nvPr/>
          </p:nvSpPr>
          <p:spPr>
            <a:xfrm rot="10800000">
              <a:off x="4000815" y="2548658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87" y="17"/>
                    <a:pt x="71" y="38"/>
                    <a:pt x="54" y="54"/>
                  </a:cubicBezTo>
                  <a:cubicBezTo>
                    <a:pt x="1" y="103"/>
                    <a:pt x="1" y="190"/>
                    <a:pt x="54" y="223"/>
                  </a:cubicBezTo>
                  <a:cubicBezTo>
                    <a:pt x="54" y="244"/>
                    <a:pt x="71" y="244"/>
                    <a:pt x="87" y="260"/>
                  </a:cubicBezTo>
                  <a:cubicBezTo>
                    <a:pt x="137" y="260"/>
                    <a:pt x="174" y="244"/>
                    <a:pt x="207" y="207"/>
                  </a:cubicBezTo>
                  <a:cubicBezTo>
                    <a:pt x="207" y="207"/>
                    <a:pt x="207" y="190"/>
                    <a:pt x="223" y="190"/>
                  </a:cubicBezTo>
                  <a:cubicBezTo>
                    <a:pt x="174" y="141"/>
                    <a:pt x="137" y="71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16"/>
            <p:cNvSpPr/>
            <p:nvPr/>
          </p:nvSpPr>
          <p:spPr>
            <a:xfrm rot="10800000">
              <a:off x="4005965" y="2520008"/>
              <a:ext cx="6425" cy="6425"/>
            </a:xfrm>
            <a:custGeom>
              <a:avLst/>
              <a:gdLst/>
              <a:ahLst/>
              <a:cxnLst/>
              <a:rect l="l" t="t" r="r" b="b"/>
              <a:pathLst>
                <a:path w="257" h="257" extrusionOk="0">
                  <a:moveTo>
                    <a:pt x="103" y="1"/>
                  </a:moveTo>
                  <a:cubicBezTo>
                    <a:pt x="50" y="38"/>
                    <a:pt x="0" y="104"/>
                    <a:pt x="17" y="174"/>
                  </a:cubicBezTo>
                  <a:cubicBezTo>
                    <a:pt x="33" y="207"/>
                    <a:pt x="50" y="227"/>
                    <a:pt x="87" y="244"/>
                  </a:cubicBezTo>
                  <a:cubicBezTo>
                    <a:pt x="95" y="252"/>
                    <a:pt x="108" y="256"/>
                    <a:pt x="122" y="256"/>
                  </a:cubicBezTo>
                  <a:cubicBezTo>
                    <a:pt x="136" y="256"/>
                    <a:pt x="153" y="252"/>
                    <a:pt x="169" y="244"/>
                  </a:cubicBezTo>
                  <a:cubicBezTo>
                    <a:pt x="190" y="227"/>
                    <a:pt x="223" y="207"/>
                    <a:pt x="240" y="174"/>
                  </a:cubicBezTo>
                  <a:cubicBezTo>
                    <a:pt x="240" y="141"/>
                    <a:pt x="256" y="104"/>
                    <a:pt x="240" y="87"/>
                  </a:cubicBezTo>
                  <a:cubicBezTo>
                    <a:pt x="240" y="54"/>
                    <a:pt x="223" y="38"/>
                    <a:pt x="207" y="21"/>
                  </a:cubicBezTo>
                  <a:lnTo>
                    <a:pt x="1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16"/>
            <p:cNvSpPr/>
            <p:nvPr/>
          </p:nvSpPr>
          <p:spPr>
            <a:xfrm rot="10800000">
              <a:off x="3998665" y="2487758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16" y="1"/>
                  </a:moveTo>
                  <a:cubicBezTo>
                    <a:pt x="69" y="1"/>
                    <a:pt x="14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7"/>
                    <a:pt x="50" y="260"/>
                    <a:pt x="87" y="260"/>
                  </a:cubicBezTo>
                  <a:cubicBezTo>
                    <a:pt x="136" y="260"/>
                    <a:pt x="206" y="227"/>
                    <a:pt x="223" y="157"/>
                  </a:cubicBezTo>
                  <a:cubicBezTo>
                    <a:pt x="223" y="124"/>
                    <a:pt x="223" y="91"/>
                    <a:pt x="206" y="54"/>
                  </a:cubicBezTo>
                  <a:cubicBezTo>
                    <a:pt x="206" y="37"/>
                    <a:pt x="190" y="37"/>
                    <a:pt x="190" y="37"/>
                  </a:cubicBezTo>
                  <a:cubicBezTo>
                    <a:pt x="173" y="21"/>
                    <a:pt x="153" y="4"/>
                    <a:pt x="136" y="4"/>
                  </a:cubicBezTo>
                  <a:cubicBezTo>
                    <a:pt x="130" y="2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16"/>
            <p:cNvSpPr/>
            <p:nvPr/>
          </p:nvSpPr>
          <p:spPr>
            <a:xfrm rot="10800000">
              <a:off x="4000815" y="2503258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1"/>
                  </a:moveTo>
                  <a:cubicBezTo>
                    <a:pt x="103" y="1"/>
                    <a:pt x="71" y="17"/>
                    <a:pt x="50" y="55"/>
                  </a:cubicBezTo>
                  <a:cubicBezTo>
                    <a:pt x="0" y="109"/>
                    <a:pt x="0" y="195"/>
                    <a:pt x="50" y="228"/>
                  </a:cubicBezTo>
                  <a:cubicBezTo>
                    <a:pt x="65" y="251"/>
                    <a:pt x="85" y="260"/>
                    <a:pt x="107" y="260"/>
                  </a:cubicBezTo>
                  <a:cubicBezTo>
                    <a:pt x="139" y="260"/>
                    <a:pt x="175" y="241"/>
                    <a:pt x="206" y="212"/>
                  </a:cubicBezTo>
                  <a:cubicBezTo>
                    <a:pt x="239" y="158"/>
                    <a:pt x="239" y="76"/>
                    <a:pt x="206" y="22"/>
                  </a:cubicBezTo>
                  <a:cubicBezTo>
                    <a:pt x="184" y="9"/>
                    <a:pt x="160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16"/>
            <p:cNvSpPr/>
            <p:nvPr/>
          </p:nvSpPr>
          <p:spPr>
            <a:xfrm rot="10800000">
              <a:off x="4018865" y="2465808"/>
              <a:ext cx="1675" cy="25"/>
            </a:xfrm>
            <a:custGeom>
              <a:avLst/>
              <a:gdLst/>
              <a:ahLst/>
              <a:cxnLst/>
              <a:rect l="l" t="t" r="r" b="b"/>
              <a:pathLst>
                <a:path w="67" h="1" extrusionOk="0">
                  <a:moveTo>
                    <a:pt x="1" y="1"/>
                  </a:moveTo>
                  <a:lnTo>
                    <a:pt x="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16"/>
            <p:cNvSpPr/>
            <p:nvPr/>
          </p:nvSpPr>
          <p:spPr>
            <a:xfrm rot="10800000">
              <a:off x="4379190" y="2629258"/>
              <a:ext cx="2100" cy="650"/>
            </a:xfrm>
            <a:custGeom>
              <a:avLst/>
              <a:gdLst/>
              <a:ahLst/>
              <a:cxnLst/>
              <a:rect l="l" t="t" r="r" b="b"/>
              <a:pathLst>
                <a:path w="84" h="26" extrusionOk="0">
                  <a:moveTo>
                    <a:pt x="83" y="0"/>
                  </a:moveTo>
                  <a:cubicBezTo>
                    <a:pt x="50" y="0"/>
                    <a:pt x="34" y="17"/>
                    <a:pt x="1" y="17"/>
                  </a:cubicBezTo>
                  <a:lnTo>
                    <a:pt x="17" y="17"/>
                  </a:lnTo>
                  <a:cubicBezTo>
                    <a:pt x="22" y="23"/>
                    <a:pt x="28" y="25"/>
                    <a:pt x="35" y="25"/>
                  </a:cubicBezTo>
                  <a:cubicBezTo>
                    <a:pt x="52" y="25"/>
                    <a:pt x="71" y="12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16"/>
            <p:cNvSpPr/>
            <p:nvPr/>
          </p:nvSpPr>
          <p:spPr>
            <a:xfrm rot="10800000">
              <a:off x="4401890" y="2619683"/>
              <a:ext cx="6100" cy="4675"/>
            </a:xfrm>
            <a:custGeom>
              <a:avLst/>
              <a:gdLst/>
              <a:ahLst/>
              <a:cxnLst/>
              <a:rect l="l" t="t" r="r" b="b"/>
              <a:pathLst>
                <a:path w="244" h="187" extrusionOk="0">
                  <a:moveTo>
                    <a:pt x="207" y="1"/>
                  </a:moveTo>
                  <a:cubicBezTo>
                    <a:pt x="120" y="38"/>
                    <a:pt x="54" y="71"/>
                    <a:pt x="1" y="88"/>
                  </a:cubicBezTo>
                  <a:lnTo>
                    <a:pt x="1" y="104"/>
                  </a:lnTo>
                  <a:cubicBezTo>
                    <a:pt x="1" y="141"/>
                    <a:pt x="17" y="158"/>
                    <a:pt x="54" y="174"/>
                  </a:cubicBezTo>
                  <a:cubicBezTo>
                    <a:pt x="71" y="182"/>
                    <a:pt x="83" y="186"/>
                    <a:pt x="96" y="186"/>
                  </a:cubicBezTo>
                  <a:cubicBezTo>
                    <a:pt x="109" y="186"/>
                    <a:pt x="122" y="182"/>
                    <a:pt x="141" y="174"/>
                  </a:cubicBezTo>
                  <a:cubicBezTo>
                    <a:pt x="190" y="158"/>
                    <a:pt x="244" y="88"/>
                    <a:pt x="223" y="22"/>
                  </a:cubicBezTo>
                  <a:lnTo>
                    <a:pt x="2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16"/>
            <p:cNvSpPr/>
            <p:nvPr/>
          </p:nvSpPr>
          <p:spPr>
            <a:xfrm rot="10800000">
              <a:off x="4011140" y="2474358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7" y="1"/>
                  </a:moveTo>
                  <a:cubicBezTo>
                    <a:pt x="70" y="1"/>
                    <a:pt x="17" y="46"/>
                    <a:pt x="17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7"/>
                    <a:pt x="71" y="243"/>
                    <a:pt x="87" y="264"/>
                  </a:cubicBezTo>
                  <a:cubicBezTo>
                    <a:pt x="153" y="264"/>
                    <a:pt x="207" y="210"/>
                    <a:pt x="223" y="140"/>
                  </a:cubicBezTo>
                  <a:cubicBezTo>
                    <a:pt x="240" y="107"/>
                    <a:pt x="240" y="74"/>
                    <a:pt x="223" y="58"/>
                  </a:cubicBezTo>
                  <a:cubicBezTo>
                    <a:pt x="207" y="37"/>
                    <a:pt x="207" y="37"/>
                    <a:pt x="207" y="21"/>
                  </a:cubicBezTo>
                  <a:cubicBezTo>
                    <a:pt x="190" y="21"/>
                    <a:pt x="174" y="4"/>
                    <a:pt x="153" y="4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16"/>
            <p:cNvSpPr/>
            <p:nvPr/>
          </p:nvSpPr>
          <p:spPr>
            <a:xfrm rot="10800000">
              <a:off x="3975465" y="2496308"/>
              <a:ext cx="2600" cy="5175"/>
            </a:xfrm>
            <a:custGeom>
              <a:avLst/>
              <a:gdLst/>
              <a:ahLst/>
              <a:cxnLst/>
              <a:rect l="l" t="t" r="r" b="b"/>
              <a:pathLst>
                <a:path w="104" h="207" extrusionOk="0">
                  <a:moveTo>
                    <a:pt x="33" y="0"/>
                  </a:moveTo>
                  <a:cubicBezTo>
                    <a:pt x="17" y="17"/>
                    <a:pt x="17" y="33"/>
                    <a:pt x="0" y="71"/>
                  </a:cubicBezTo>
                  <a:cubicBezTo>
                    <a:pt x="0" y="104"/>
                    <a:pt x="0" y="137"/>
                    <a:pt x="17" y="157"/>
                  </a:cubicBezTo>
                  <a:cubicBezTo>
                    <a:pt x="33" y="190"/>
                    <a:pt x="54" y="207"/>
                    <a:pt x="87" y="207"/>
                  </a:cubicBezTo>
                  <a:lnTo>
                    <a:pt x="103" y="207"/>
                  </a:lnTo>
                  <a:cubicBezTo>
                    <a:pt x="70" y="137"/>
                    <a:pt x="54" y="71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16"/>
            <p:cNvSpPr/>
            <p:nvPr/>
          </p:nvSpPr>
          <p:spPr>
            <a:xfrm rot="10800000">
              <a:off x="4125340" y="2587308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7" y="0"/>
                  </a:moveTo>
                  <a:cubicBezTo>
                    <a:pt x="67" y="0"/>
                    <a:pt x="15" y="49"/>
                    <a:pt x="1" y="106"/>
                  </a:cubicBezTo>
                  <a:cubicBezTo>
                    <a:pt x="1" y="144"/>
                    <a:pt x="1" y="176"/>
                    <a:pt x="17" y="209"/>
                  </a:cubicBezTo>
                  <a:cubicBezTo>
                    <a:pt x="34" y="226"/>
                    <a:pt x="67" y="247"/>
                    <a:pt x="83" y="263"/>
                  </a:cubicBezTo>
                  <a:cubicBezTo>
                    <a:pt x="153" y="263"/>
                    <a:pt x="207" y="209"/>
                    <a:pt x="223" y="144"/>
                  </a:cubicBezTo>
                  <a:cubicBezTo>
                    <a:pt x="240" y="106"/>
                    <a:pt x="223" y="73"/>
                    <a:pt x="223" y="57"/>
                  </a:cubicBezTo>
                  <a:lnTo>
                    <a:pt x="186" y="20"/>
                  </a:lnTo>
                  <a:cubicBezTo>
                    <a:pt x="186" y="20"/>
                    <a:pt x="170" y="3"/>
                    <a:pt x="153" y="3"/>
                  </a:cubicBezTo>
                  <a:cubicBezTo>
                    <a:pt x="144" y="1"/>
                    <a:pt x="136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16"/>
            <p:cNvSpPr/>
            <p:nvPr/>
          </p:nvSpPr>
          <p:spPr>
            <a:xfrm rot="10800000">
              <a:off x="3986590" y="2501158"/>
              <a:ext cx="6525" cy="6500"/>
            </a:xfrm>
            <a:custGeom>
              <a:avLst/>
              <a:gdLst/>
              <a:ahLst/>
              <a:cxnLst/>
              <a:rect l="l" t="t" r="r" b="b"/>
              <a:pathLst>
                <a:path w="261" h="260" extrusionOk="0">
                  <a:moveTo>
                    <a:pt x="135" y="1"/>
                  </a:moveTo>
                  <a:cubicBezTo>
                    <a:pt x="126" y="1"/>
                    <a:pt x="116" y="3"/>
                    <a:pt x="103" y="8"/>
                  </a:cubicBezTo>
                  <a:cubicBezTo>
                    <a:pt x="38" y="41"/>
                    <a:pt x="0" y="111"/>
                    <a:pt x="17" y="177"/>
                  </a:cubicBezTo>
                  <a:cubicBezTo>
                    <a:pt x="38" y="214"/>
                    <a:pt x="54" y="231"/>
                    <a:pt x="70" y="247"/>
                  </a:cubicBezTo>
                  <a:cubicBezTo>
                    <a:pt x="87" y="256"/>
                    <a:pt x="105" y="260"/>
                    <a:pt x="120" y="260"/>
                  </a:cubicBezTo>
                  <a:cubicBezTo>
                    <a:pt x="135" y="260"/>
                    <a:pt x="149" y="256"/>
                    <a:pt x="157" y="247"/>
                  </a:cubicBezTo>
                  <a:cubicBezTo>
                    <a:pt x="223" y="231"/>
                    <a:pt x="260" y="144"/>
                    <a:pt x="244" y="74"/>
                  </a:cubicBezTo>
                  <a:cubicBezTo>
                    <a:pt x="244" y="58"/>
                    <a:pt x="223" y="41"/>
                    <a:pt x="207" y="25"/>
                  </a:cubicBezTo>
                  <a:cubicBezTo>
                    <a:pt x="207" y="25"/>
                    <a:pt x="190" y="25"/>
                    <a:pt x="190" y="8"/>
                  </a:cubicBezTo>
                  <a:cubicBezTo>
                    <a:pt x="168" y="8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16"/>
            <p:cNvSpPr/>
            <p:nvPr/>
          </p:nvSpPr>
          <p:spPr>
            <a:xfrm rot="10800000">
              <a:off x="3977215" y="2466558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57" y="0"/>
                  </a:moveTo>
                  <a:cubicBezTo>
                    <a:pt x="87" y="0"/>
                    <a:pt x="33" y="33"/>
                    <a:pt x="17" y="120"/>
                  </a:cubicBezTo>
                  <a:cubicBezTo>
                    <a:pt x="0" y="136"/>
                    <a:pt x="17" y="173"/>
                    <a:pt x="17" y="206"/>
                  </a:cubicBezTo>
                  <a:cubicBezTo>
                    <a:pt x="33" y="239"/>
                    <a:pt x="70" y="260"/>
                    <a:pt x="103" y="260"/>
                  </a:cubicBezTo>
                  <a:cubicBezTo>
                    <a:pt x="110" y="262"/>
                    <a:pt x="117" y="263"/>
                    <a:pt x="124" y="263"/>
                  </a:cubicBezTo>
                  <a:cubicBezTo>
                    <a:pt x="172" y="263"/>
                    <a:pt x="225" y="215"/>
                    <a:pt x="239" y="157"/>
                  </a:cubicBezTo>
                  <a:cubicBezTo>
                    <a:pt x="239" y="120"/>
                    <a:pt x="239" y="87"/>
                    <a:pt x="223" y="54"/>
                  </a:cubicBezTo>
                  <a:lnTo>
                    <a:pt x="206" y="33"/>
                  </a:lnTo>
                  <a:cubicBezTo>
                    <a:pt x="190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16"/>
            <p:cNvSpPr/>
            <p:nvPr/>
          </p:nvSpPr>
          <p:spPr>
            <a:xfrm rot="10800000">
              <a:off x="4399815" y="2494133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2" y="0"/>
                  </a:moveTo>
                  <a:cubicBezTo>
                    <a:pt x="74" y="0"/>
                    <a:pt x="31" y="49"/>
                    <a:pt x="17" y="107"/>
                  </a:cubicBezTo>
                  <a:cubicBezTo>
                    <a:pt x="0" y="144"/>
                    <a:pt x="0" y="177"/>
                    <a:pt x="17" y="210"/>
                  </a:cubicBezTo>
                  <a:cubicBezTo>
                    <a:pt x="33" y="230"/>
                    <a:pt x="70" y="247"/>
                    <a:pt x="87" y="263"/>
                  </a:cubicBezTo>
                  <a:cubicBezTo>
                    <a:pt x="157" y="263"/>
                    <a:pt x="206" y="210"/>
                    <a:pt x="223" y="144"/>
                  </a:cubicBezTo>
                  <a:cubicBezTo>
                    <a:pt x="239" y="107"/>
                    <a:pt x="239" y="90"/>
                    <a:pt x="223" y="57"/>
                  </a:cubicBezTo>
                  <a:cubicBezTo>
                    <a:pt x="206" y="41"/>
                    <a:pt x="206" y="41"/>
                    <a:pt x="206" y="24"/>
                  </a:cubicBezTo>
                  <a:cubicBezTo>
                    <a:pt x="190" y="24"/>
                    <a:pt x="173" y="3"/>
                    <a:pt x="157" y="3"/>
                  </a:cubicBezTo>
                  <a:cubicBezTo>
                    <a:pt x="148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16"/>
            <p:cNvSpPr/>
            <p:nvPr/>
          </p:nvSpPr>
          <p:spPr>
            <a:xfrm rot="10800000">
              <a:off x="4385190" y="2552508"/>
              <a:ext cx="6000" cy="6150"/>
            </a:xfrm>
            <a:custGeom>
              <a:avLst/>
              <a:gdLst/>
              <a:ahLst/>
              <a:cxnLst/>
              <a:rect l="l" t="t" r="r" b="b"/>
              <a:pathLst>
                <a:path w="240" h="246" extrusionOk="0">
                  <a:moveTo>
                    <a:pt x="116" y="0"/>
                  </a:moveTo>
                  <a:cubicBezTo>
                    <a:pt x="70" y="0"/>
                    <a:pt x="15" y="46"/>
                    <a:pt x="1" y="106"/>
                  </a:cubicBezTo>
                  <a:cubicBezTo>
                    <a:pt x="1" y="139"/>
                    <a:pt x="1" y="177"/>
                    <a:pt x="17" y="193"/>
                  </a:cubicBezTo>
                  <a:cubicBezTo>
                    <a:pt x="34" y="226"/>
                    <a:pt x="50" y="242"/>
                    <a:pt x="87" y="242"/>
                  </a:cubicBezTo>
                  <a:cubicBezTo>
                    <a:pt x="96" y="245"/>
                    <a:pt x="104" y="246"/>
                    <a:pt x="113" y="246"/>
                  </a:cubicBezTo>
                  <a:cubicBezTo>
                    <a:pt x="167" y="246"/>
                    <a:pt x="209" y="200"/>
                    <a:pt x="223" y="139"/>
                  </a:cubicBezTo>
                  <a:cubicBezTo>
                    <a:pt x="240" y="106"/>
                    <a:pt x="223" y="73"/>
                    <a:pt x="223" y="53"/>
                  </a:cubicBezTo>
                  <a:cubicBezTo>
                    <a:pt x="207" y="36"/>
                    <a:pt x="207" y="36"/>
                    <a:pt x="190" y="20"/>
                  </a:cubicBezTo>
                  <a:cubicBezTo>
                    <a:pt x="190" y="3"/>
                    <a:pt x="170" y="3"/>
                    <a:pt x="137" y="3"/>
                  </a:cubicBezTo>
                  <a:cubicBezTo>
                    <a:pt x="130" y="1"/>
                    <a:pt x="124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16"/>
            <p:cNvSpPr/>
            <p:nvPr/>
          </p:nvSpPr>
          <p:spPr>
            <a:xfrm rot="10800000">
              <a:off x="4395490" y="2476108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0" y="1"/>
                  </a:moveTo>
                  <a:cubicBezTo>
                    <a:pt x="66" y="1"/>
                    <a:pt x="33" y="55"/>
                    <a:pt x="17" y="104"/>
                  </a:cubicBezTo>
                  <a:cubicBezTo>
                    <a:pt x="0" y="141"/>
                    <a:pt x="17" y="174"/>
                    <a:pt x="17" y="207"/>
                  </a:cubicBezTo>
                  <a:cubicBezTo>
                    <a:pt x="33" y="228"/>
                    <a:pt x="66" y="244"/>
                    <a:pt x="104" y="261"/>
                  </a:cubicBezTo>
                  <a:cubicBezTo>
                    <a:pt x="153" y="261"/>
                    <a:pt x="223" y="207"/>
                    <a:pt x="240" y="141"/>
                  </a:cubicBezTo>
                  <a:lnTo>
                    <a:pt x="240" y="104"/>
                  </a:lnTo>
                  <a:cubicBezTo>
                    <a:pt x="240" y="71"/>
                    <a:pt x="223" y="55"/>
                    <a:pt x="207" y="22"/>
                  </a:cubicBezTo>
                  <a:cubicBezTo>
                    <a:pt x="190" y="22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16"/>
            <p:cNvSpPr/>
            <p:nvPr/>
          </p:nvSpPr>
          <p:spPr>
            <a:xfrm rot="10800000">
              <a:off x="4407040" y="2525883"/>
              <a:ext cx="2600" cy="6525"/>
            </a:xfrm>
            <a:custGeom>
              <a:avLst/>
              <a:gdLst/>
              <a:ahLst/>
              <a:cxnLst/>
              <a:rect l="l" t="t" r="r" b="b"/>
              <a:pathLst>
                <a:path w="104" h="261" extrusionOk="0">
                  <a:moveTo>
                    <a:pt x="1" y="1"/>
                  </a:moveTo>
                  <a:lnTo>
                    <a:pt x="1" y="260"/>
                  </a:lnTo>
                  <a:cubicBezTo>
                    <a:pt x="50" y="240"/>
                    <a:pt x="83" y="207"/>
                    <a:pt x="104" y="157"/>
                  </a:cubicBezTo>
                  <a:cubicBezTo>
                    <a:pt x="104" y="104"/>
                    <a:pt x="104" y="54"/>
                    <a:pt x="67" y="34"/>
                  </a:cubicBezTo>
                  <a:cubicBezTo>
                    <a:pt x="50" y="17"/>
                    <a:pt x="34" y="1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16"/>
            <p:cNvSpPr/>
            <p:nvPr/>
          </p:nvSpPr>
          <p:spPr>
            <a:xfrm rot="10800000">
              <a:off x="4402390" y="2510558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87" y="0"/>
                  </a:moveTo>
                  <a:cubicBezTo>
                    <a:pt x="33" y="33"/>
                    <a:pt x="0" y="103"/>
                    <a:pt x="17" y="173"/>
                  </a:cubicBezTo>
                  <a:cubicBezTo>
                    <a:pt x="17" y="206"/>
                    <a:pt x="33" y="223"/>
                    <a:pt x="70" y="239"/>
                  </a:cubicBezTo>
                  <a:cubicBezTo>
                    <a:pt x="79" y="249"/>
                    <a:pt x="91" y="255"/>
                    <a:pt x="106" y="255"/>
                  </a:cubicBezTo>
                  <a:cubicBezTo>
                    <a:pt x="121" y="255"/>
                    <a:pt x="138" y="249"/>
                    <a:pt x="157" y="239"/>
                  </a:cubicBezTo>
                  <a:cubicBezTo>
                    <a:pt x="190" y="223"/>
                    <a:pt x="206" y="206"/>
                    <a:pt x="223" y="173"/>
                  </a:cubicBezTo>
                  <a:cubicBezTo>
                    <a:pt x="239" y="136"/>
                    <a:pt x="239" y="103"/>
                    <a:pt x="223" y="87"/>
                  </a:cubicBezTo>
                  <a:cubicBezTo>
                    <a:pt x="223" y="54"/>
                    <a:pt x="223" y="33"/>
                    <a:pt x="206" y="17"/>
                  </a:cubicBezTo>
                  <a:cubicBezTo>
                    <a:pt x="190" y="17"/>
                    <a:pt x="190" y="17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16"/>
            <p:cNvSpPr/>
            <p:nvPr/>
          </p:nvSpPr>
          <p:spPr>
            <a:xfrm rot="10800000">
              <a:off x="4392490" y="2585083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17" y="0"/>
                  </a:moveTo>
                  <a:cubicBezTo>
                    <a:pt x="70" y="0"/>
                    <a:pt x="14" y="49"/>
                    <a:pt x="0" y="106"/>
                  </a:cubicBezTo>
                  <a:cubicBezTo>
                    <a:pt x="0" y="144"/>
                    <a:pt x="0" y="177"/>
                    <a:pt x="17" y="193"/>
                  </a:cubicBezTo>
                  <a:cubicBezTo>
                    <a:pt x="33" y="226"/>
                    <a:pt x="50" y="247"/>
                    <a:pt x="87" y="247"/>
                  </a:cubicBezTo>
                  <a:cubicBezTo>
                    <a:pt x="95" y="249"/>
                    <a:pt x="103" y="250"/>
                    <a:pt x="111" y="250"/>
                  </a:cubicBezTo>
                  <a:cubicBezTo>
                    <a:pt x="165" y="250"/>
                    <a:pt x="208" y="201"/>
                    <a:pt x="223" y="144"/>
                  </a:cubicBezTo>
                  <a:cubicBezTo>
                    <a:pt x="239" y="106"/>
                    <a:pt x="223" y="73"/>
                    <a:pt x="206" y="41"/>
                  </a:cubicBezTo>
                  <a:cubicBezTo>
                    <a:pt x="206" y="41"/>
                    <a:pt x="206" y="20"/>
                    <a:pt x="190" y="20"/>
                  </a:cubicBezTo>
                  <a:cubicBezTo>
                    <a:pt x="190" y="3"/>
                    <a:pt x="173" y="3"/>
                    <a:pt x="136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16"/>
            <p:cNvSpPr/>
            <p:nvPr/>
          </p:nvSpPr>
          <p:spPr>
            <a:xfrm rot="10800000">
              <a:off x="4386940" y="2569158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44" y="1"/>
                  </a:moveTo>
                  <a:cubicBezTo>
                    <a:pt x="131" y="1"/>
                    <a:pt x="117" y="5"/>
                    <a:pt x="104" y="11"/>
                  </a:cubicBezTo>
                  <a:cubicBezTo>
                    <a:pt x="71" y="11"/>
                    <a:pt x="54" y="32"/>
                    <a:pt x="34" y="48"/>
                  </a:cubicBezTo>
                  <a:cubicBezTo>
                    <a:pt x="17" y="65"/>
                    <a:pt x="1" y="98"/>
                    <a:pt x="1" y="135"/>
                  </a:cubicBezTo>
                  <a:cubicBezTo>
                    <a:pt x="1" y="168"/>
                    <a:pt x="17" y="201"/>
                    <a:pt x="34" y="238"/>
                  </a:cubicBezTo>
                  <a:cubicBezTo>
                    <a:pt x="55" y="252"/>
                    <a:pt x="80" y="259"/>
                    <a:pt x="104" y="259"/>
                  </a:cubicBezTo>
                  <a:cubicBezTo>
                    <a:pt x="138" y="259"/>
                    <a:pt x="171" y="243"/>
                    <a:pt x="190" y="201"/>
                  </a:cubicBezTo>
                  <a:cubicBezTo>
                    <a:pt x="240" y="152"/>
                    <a:pt x="240" y="65"/>
                    <a:pt x="190" y="32"/>
                  </a:cubicBezTo>
                  <a:cubicBezTo>
                    <a:pt x="180" y="10"/>
                    <a:pt x="163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16"/>
            <p:cNvSpPr/>
            <p:nvPr/>
          </p:nvSpPr>
          <p:spPr>
            <a:xfrm rot="10800000">
              <a:off x="4387765" y="2614758"/>
              <a:ext cx="6000" cy="6075"/>
            </a:xfrm>
            <a:custGeom>
              <a:avLst/>
              <a:gdLst/>
              <a:ahLst/>
              <a:cxnLst/>
              <a:rect l="l" t="t" r="r" b="b"/>
              <a:pathLst>
                <a:path w="240" h="243" extrusionOk="0">
                  <a:moveTo>
                    <a:pt x="120" y="0"/>
                  </a:moveTo>
                  <a:cubicBezTo>
                    <a:pt x="67" y="0"/>
                    <a:pt x="34" y="33"/>
                    <a:pt x="17" y="103"/>
                  </a:cubicBezTo>
                  <a:cubicBezTo>
                    <a:pt x="1" y="136"/>
                    <a:pt x="17" y="169"/>
                    <a:pt x="34" y="190"/>
                  </a:cubicBezTo>
                  <a:cubicBezTo>
                    <a:pt x="34" y="223"/>
                    <a:pt x="67" y="239"/>
                    <a:pt x="104" y="239"/>
                  </a:cubicBezTo>
                  <a:cubicBezTo>
                    <a:pt x="110" y="241"/>
                    <a:pt x="117" y="242"/>
                    <a:pt x="124" y="242"/>
                  </a:cubicBezTo>
                  <a:cubicBezTo>
                    <a:pt x="171" y="242"/>
                    <a:pt x="225" y="197"/>
                    <a:pt x="240" y="136"/>
                  </a:cubicBezTo>
                  <a:lnTo>
                    <a:pt x="240" y="103"/>
                  </a:lnTo>
                  <a:cubicBezTo>
                    <a:pt x="240" y="66"/>
                    <a:pt x="223" y="33"/>
                    <a:pt x="207" y="17"/>
                  </a:cubicBezTo>
                  <a:cubicBezTo>
                    <a:pt x="190" y="0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16"/>
            <p:cNvSpPr/>
            <p:nvPr/>
          </p:nvSpPr>
          <p:spPr>
            <a:xfrm rot="10800000">
              <a:off x="4389515" y="2465808"/>
              <a:ext cx="4650" cy="1775"/>
            </a:xfrm>
            <a:custGeom>
              <a:avLst/>
              <a:gdLst/>
              <a:ahLst/>
              <a:cxnLst/>
              <a:rect l="l" t="t" r="r" b="b"/>
              <a:pathLst>
                <a:path w="186" h="71" extrusionOk="0">
                  <a:moveTo>
                    <a:pt x="120" y="1"/>
                  </a:moveTo>
                  <a:cubicBezTo>
                    <a:pt x="83" y="1"/>
                    <a:pt x="50" y="1"/>
                    <a:pt x="33" y="17"/>
                  </a:cubicBezTo>
                  <a:cubicBezTo>
                    <a:pt x="17" y="38"/>
                    <a:pt x="0" y="54"/>
                    <a:pt x="0" y="71"/>
                  </a:cubicBezTo>
                  <a:lnTo>
                    <a:pt x="186" y="71"/>
                  </a:lnTo>
                  <a:lnTo>
                    <a:pt x="186" y="54"/>
                  </a:lnTo>
                  <a:cubicBezTo>
                    <a:pt x="186" y="38"/>
                    <a:pt x="169" y="38"/>
                    <a:pt x="169" y="17"/>
                  </a:cubicBezTo>
                  <a:cubicBezTo>
                    <a:pt x="15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16"/>
            <p:cNvSpPr/>
            <p:nvPr/>
          </p:nvSpPr>
          <p:spPr>
            <a:xfrm rot="10800000">
              <a:off x="4032990" y="2465808"/>
              <a:ext cx="4750" cy="1350"/>
            </a:xfrm>
            <a:custGeom>
              <a:avLst/>
              <a:gdLst/>
              <a:ahLst/>
              <a:cxnLst/>
              <a:rect l="l" t="t" r="r" b="b"/>
              <a:pathLst>
                <a:path w="190" h="54" extrusionOk="0">
                  <a:moveTo>
                    <a:pt x="120" y="0"/>
                  </a:moveTo>
                  <a:cubicBezTo>
                    <a:pt x="70" y="0"/>
                    <a:pt x="33" y="21"/>
                    <a:pt x="0" y="54"/>
                  </a:cubicBezTo>
                  <a:lnTo>
                    <a:pt x="190" y="54"/>
                  </a:lnTo>
                  <a:cubicBezTo>
                    <a:pt x="173" y="54"/>
                    <a:pt x="173" y="37"/>
                    <a:pt x="173" y="37"/>
                  </a:cubicBezTo>
                  <a:cubicBezTo>
                    <a:pt x="153" y="21"/>
                    <a:pt x="136" y="2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16"/>
            <p:cNvSpPr/>
            <p:nvPr/>
          </p:nvSpPr>
          <p:spPr>
            <a:xfrm rot="10800000">
              <a:off x="4015365" y="2507533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39" y="1"/>
                  </a:moveTo>
                  <a:cubicBezTo>
                    <a:pt x="104" y="1"/>
                    <a:pt x="67" y="18"/>
                    <a:pt x="38" y="59"/>
                  </a:cubicBezTo>
                  <a:cubicBezTo>
                    <a:pt x="1" y="109"/>
                    <a:pt x="1" y="179"/>
                    <a:pt x="38" y="228"/>
                  </a:cubicBezTo>
                  <a:cubicBezTo>
                    <a:pt x="59" y="251"/>
                    <a:pt x="83" y="261"/>
                    <a:pt x="109" y="261"/>
                  </a:cubicBezTo>
                  <a:cubicBezTo>
                    <a:pt x="143" y="261"/>
                    <a:pt x="178" y="243"/>
                    <a:pt x="207" y="212"/>
                  </a:cubicBezTo>
                  <a:cubicBezTo>
                    <a:pt x="244" y="162"/>
                    <a:pt x="244" y="76"/>
                    <a:pt x="207" y="22"/>
                  </a:cubicBezTo>
                  <a:cubicBezTo>
                    <a:pt x="187" y="9"/>
                    <a:pt x="163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16"/>
            <p:cNvSpPr/>
            <p:nvPr/>
          </p:nvSpPr>
          <p:spPr>
            <a:xfrm rot="10800000">
              <a:off x="4012790" y="2491233"/>
              <a:ext cx="6500" cy="6300"/>
            </a:xfrm>
            <a:custGeom>
              <a:avLst/>
              <a:gdLst/>
              <a:ahLst/>
              <a:cxnLst/>
              <a:rect l="l" t="t" r="r" b="b"/>
              <a:pathLst>
                <a:path w="260" h="252" extrusionOk="0">
                  <a:moveTo>
                    <a:pt x="138" y="0"/>
                  </a:moveTo>
                  <a:cubicBezTo>
                    <a:pt x="105" y="0"/>
                    <a:pt x="73" y="20"/>
                    <a:pt x="54" y="49"/>
                  </a:cubicBezTo>
                  <a:cubicBezTo>
                    <a:pt x="0" y="102"/>
                    <a:pt x="0" y="185"/>
                    <a:pt x="54" y="222"/>
                  </a:cubicBezTo>
                  <a:cubicBezTo>
                    <a:pt x="68" y="242"/>
                    <a:pt x="91" y="252"/>
                    <a:pt x="116" y="252"/>
                  </a:cubicBezTo>
                  <a:cubicBezTo>
                    <a:pt x="150" y="252"/>
                    <a:pt x="187" y="234"/>
                    <a:pt x="206" y="205"/>
                  </a:cubicBezTo>
                  <a:cubicBezTo>
                    <a:pt x="260" y="152"/>
                    <a:pt x="260" y="65"/>
                    <a:pt x="206" y="32"/>
                  </a:cubicBezTo>
                  <a:cubicBezTo>
                    <a:pt x="186" y="10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16"/>
            <p:cNvSpPr/>
            <p:nvPr/>
          </p:nvSpPr>
          <p:spPr>
            <a:xfrm rot="10800000">
              <a:off x="4407965" y="2465808"/>
              <a:ext cx="1675" cy="2175"/>
            </a:xfrm>
            <a:custGeom>
              <a:avLst/>
              <a:gdLst/>
              <a:ahLst/>
              <a:cxnLst/>
              <a:rect l="l" t="t" r="r" b="b"/>
              <a:pathLst>
                <a:path w="67" h="87" extrusionOk="0">
                  <a:moveTo>
                    <a:pt x="1" y="0"/>
                  </a:moveTo>
                  <a:lnTo>
                    <a:pt x="1" y="87"/>
                  </a:lnTo>
                  <a:lnTo>
                    <a:pt x="67" y="87"/>
                  </a:lnTo>
                  <a:cubicBezTo>
                    <a:pt x="67" y="70"/>
                    <a:pt x="50" y="33"/>
                    <a:pt x="34" y="17"/>
                  </a:cubicBezTo>
                  <a:cubicBezTo>
                    <a:pt x="34" y="17"/>
                    <a:pt x="17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16"/>
            <p:cNvSpPr/>
            <p:nvPr/>
          </p:nvSpPr>
          <p:spPr>
            <a:xfrm rot="10800000">
              <a:off x="4399290" y="2556408"/>
              <a:ext cx="6125" cy="6500"/>
            </a:xfrm>
            <a:custGeom>
              <a:avLst/>
              <a:gdLst/>
              <a:ahLst/>
              <a:cxnLst/>
              <a:rect l="l" t="t" r="r" b="b"/>
              <a:pathLst>
                <a:path w="245" h="260" extrusionOk="0">
                  <a:moveTo>
                    <a:pt x="141" y="0"/>
                  </a:moveTo>
                  <a:cubicBezTo>
                    <a:pt x="87" y="0"/>
                    <a:pt x="17" y="54"/>
                    <a:pt x="1" y="120"/>
                  </a:cubicBezTo>
                  <a:cubicBezTo>
                    <a:pt x="1" y="157"/>
                    <a:pt x="1" y="190"/>
                    <a:pt x="17" y="223"/>
                  </a:cubicBezTo>
                  <a:cubicBezTo>
                    <a:pt x="38" y="243"/>
                    <a:pt x="71" y="260"/>
                    <a:pt x="87" y="260"/>
                  </a:cubicBezTo>
                  <a:cubicBezTo>
                    <a:pt x="120" y="260"/>
                    <a:pt x="157" y="260"/>
                    <a:pt x="174" y="243"/>
                  </a:cubicBezTo>
                  <a:cubicBezTo>
                    <a:pt x="207" y="223"/>
                    <a:pt x="223" y="190"/>
                    <a:pt x="223" y="157"/>
                  </a:cubicBezTo>
                  <a:cubicBezTo>
                    <a:pt x="244" y="120"/>
                    <a:pt x="223" y="87"/>
                    <a:pt x="207" y="54"/>
                  </a:cubicBezTo>
                  <a:cubicBezTo>
                    <a:pt x="207" y="54"/>
                    <a:pt x="207" y="37"/>
                    <a:pt x="190" y="37"/>
                  </a:cubicBezTo>
                  <a:cubicBezTo>
                    <a:pt x="190" y="37"/>
                    <a:pt x="190" y="17"/>
                    <a:pt x="174" y="17"/>
                  </a:cubicBezTo>
                  <a:cubicBezTo>
                    <a:pt x="174" y="17"/>
                    <a:pt x="157" y="17"/>
                    <a:pt x="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16"/>
            <p:cNvSpPr/>
            <p:nvPr/>
          </p:nvSpPr>
          <p:spPr>
            <a:xfrm rot="10800000">
              <a:off x="4398465" y="2538908"/>
              <a:ext cx="6025" cy="6375"/>
            </a:xfrm>
            <a:custGeom>
              <a:avLst/>
              <a:gdLst/>
              <a:ahLst/>
              <a:cxnLst/>
              <a:rect l="l" t="t" r="r" b="b"/>
              <a:pathLst>
                <a:path w="241" h="255" extrusionOk="0">
                  <a:moveTo>
                    <a:pt x="83" y="0"/>
                  </a:moveTo>
                  <a:cubicBezTo>
                    <a:pt x="50" y="17"/>
                    <a:pt x="34" y="54"/>
                    <a:pt x="17" y="70"/>
                  </a:cubicBezTo>
                  <a:cubicBezTo>
                    <a:pt x="1" y="103"/>
                    <a:pt x="1" y="136"/>
                    <a:pt x="1" y="173"/>
                  </a:cubicBezTo>
                  <a:cubicBezTo>
                    <a:pt x="17" y="206"/>
                    <a:pt x="34" y="223"/>
                    <a:pt x="50" y="239"/>
                  </a:cubicBezTo>
                  <a:cubicBezTo>
                    <a:pt x="67" y="250"/>
                    <a:pt x="84" y="255"/>
                    <a:pt x="100" y="255"/>
                  </a:cubicBezTo>
                  <a:cubicBezTo>
                    <a:pt x="115" y="255"/>
                    <a:pt x="129" y="250"/>
                    <a:pt x="137" y="239"/>
                  </a:cubicBezTo>
                  <a:cubicBezTo>
                    <a:pt x="207" y="223"/>
                    <a:pt x="240" y="136"/>
                    <a:pt x="224" y="87"/>
                  </a:cubicBezTo>
                  <a:cubicBezTo>
                    <a:pt x="224" y="54"/>
                    <a:pt x="207" y="33"/>
                    <a:pt x="186" y="17"/>
                  </a:cubicBezTo>
                  <a:cubicBezTo>
                    <a:pt x="186" y="17"/>
                    <a:pt x="170" y="17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16"/>
            <p:cNvSpPr/>
            <p:nvPr/>
          </p:nvSpPr>
          <p:spPr>
            <a:xfrm rot="10800000">
              <a:off x="4399815" y="2600083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2" y="0"/>
                  </a:moveTo>
                  <a:cubicBezTo>
                    <a:pt x="100" y="0"/>
                    <a:pt x="64" y="19"/>
                    <a:pt x="33" y="50"/>
                  </a:cubicBezTo>
                  <a:cubicBezTo>
                    <a:pt x="0" y="99"/>
                    <a:pt x="0" y="186"/>
                    <a:pt x="33" y="239"/>
                  </a:cubicBezTo>
                  <a:cubicBezTo>
                    <a:pt x="55" y="253"/>
                    <a:pt x="80" y="261"/>
                    <a:pt x="104" y="261"/>
                  </a:cubicBezTo>
                  <a:cubicBezTo>
                    <a:pt x="141" y="261"/>
                    <a:pt x="177" y="244"/>
                    <a:pt x="206" y="202"/>
                  </a:cubicBezTo>
                  <a:cubicBezTo>
                    <a:pt x="239" y="153"/>
                    <a:pt x="239" y="8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16"/>
            <p:cNvSpPr/>
            <p:nvPr/>
          </p:nvSpPr>
          <p:spPr>
            <a:xfrm rot="10800000">
              <a:off x="3984440" y="2481783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7" y="1"/>
                  </a:moveTo>
                  <a:cubicBezTo>
                    <a:pt x="104" y="1"/>
                    <a:pt x="73" y="19"/>
                    <a:pt x="54" y="50"/>
                  </a:cubicBezTo>
                  <a:cubicBezTo>
                    <a:pt x="0" y="99"/>
                    <a:pt x="0" y="186"/>
                    <a:pt x="54" y="219"/>
                  </a:cubicBezTo>
                  <a:cubicBezTo>
                    <a:pt x="68" y="242"/>
                    <a:pt x="89" y="252"/>
                    <a:pt x="112" y="252"/>
                  </a:cubicBezTo>
                  <a:cubicBezTo>
                    <a:pt x="143" y="252"/>
                    <a:pt x="178" y="233"/>
                    <a:pt x="207" y="202"/>
                  </a:cubicBezTo>
                  <a:cubicBezTo>
                    <a:pt x="244" y="153"/>
                    <a:pt x="244" y="66"/>
                    <a:pt x="207" y="33"/>
                  </a:cubicBezTo>
                  <a:cubicBezTo>
                    <a:pt x="186" y="11"/>
                    <a:pt x="161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16"/>
            <p:cNvSpPr/>
            <p:nvPr/>
          </p:nvSpPr>
          <p:spPr>
            <a:xfrm rot="10800000">
              <a:off x="4262315" y="2561958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70" y="17"/>
                    <a:pt x="37" y="71"/>
                    <a:pt x="21" y="120"/>
                  </a:cubicBezTo>
                  <a:cubicBezTo>
                    <a:pt x="0" y="190"/>
                    <a:pt x="37" y="240"/>
                    <a:pt x="103" y="260"/>
                  </a:cubicBezTo>
                  <a:cubicBezTo>
                    <a:pt x="140" y="260"/>
                    <a:pt x="157" y="260"/>
                    <a:pt x="190" y="240"/>
                  </a:cubicBezTo>
                  <a:cubicBezTo>
                    <a:pt x="206" y="207"/>
                    <a:pt x="227" y="190"/>
                    <a:pt x="243" y="157"/>
                  </a:cubicBezTo>
                  <a:cubicBezTo>
                    <a:pt x="243" y="120"/>
                    <a:pt x="243" y="87"/>
                    <a:pt x="227" y="54"/>
                  </a:cubicBezTo>
                  <a:cubicBezTo>
                    <a:pt x="227" y="54"/>
                    <a:pt x="227" y="34"/>
                    <a:pt x="206" y="34"/>
                  </a:cubicBezTo>
                  <a:cubicBezTo>
                    <a:pt x="206" y="34"/>
                    <a:pt x="206" y="17"/>
                    <a:pt x="190" y="17"/>
                  </a:cubicBezTo>
                  <a:cubicBezTo>
                    <a:pt x="173" y="17"/>
                    <a:pt x="140" y="17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16"/>
            <p:cNvSpPr/>
            <p:nvPr/>
          </p:nvSpPr>
          <p:spPr>
            <a:xfrm rot="10800000">
              <a:off x="4297565" y="2477683"/>
              <a:ext cx="6425" cy="6500"/>
            </a:xfrm>
            <a:custGeom>
              <a:avLst/>
              <a:gdLst/>
              <a:ahLst/>
              <a:cxnLst/>
              <a:rect l="l" t="t" r="r" b="b"/>
              <a:pathLst>
                <a:path w="257" h="260" extrusionOk="0">
                  <a:moveTo>
                    <a:pt x="135" y="0"/>
                  </a:moveTo>
                  <a:cubicBezTo>
                    <a:pt x="101" y="0"/>
                    <a:pt x="69" y="18"/>
                    <a:pt x="50" y="46"/>
                  </a:cubicBezTo>
                  <a:cubicBezTo>
                    <a:pt x="1" y="100"/>
                    <a:pt x="1" y="187"/>
                    <a:pt x="50" y="236"/>
                  </a:cubicBezTo>
                  <a:cubicBezTo>
                    <a:pt x="65" y="251"/>
                    <a:pt x="91" y="259"/>
                    <a:pt x="118" y="259"/>
                  </a:cubicBezTo>
                  <a:cubicBezTo>
                    <a:pt x="151" y="259"/>
                    <a:pt x="186" y="247"/>
                    <a:pt x="207" y="220"/>
                  </a:cubicBezTo>
                  <a:cubicBezTo>
                    <a:pt x="256" y="150"/>
                    <a:pt x="256" y="84"/>
                    <a:pt x="207" y="30"/>
                  </a:cubicBezTo>
                  <a:cubicBezTo>
                    <a:pt x="184" y="9"/>
                    <a:pt x="159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16"/>
            <p:cNvSpPr/>
            <p:nvPr/>
          </p:nvSpPr>
          <p:spPr>
            <a:xfrm rot="10800000">
              <a:off x="4301890" y="2508858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33" y="0"/>
                  </a:moveTo>
                  <a:cubicBezTo>
                    <a:pt x="101" y="0"/>
                    <a:pt x="64" y="18"/>
                    <a:pt x="33" y="47"/>
                  </a:cubicBezTo>
                  <a:cubicBezTo>
                    <a:pt x="0" y="100"/>
                    <a:pt x="0" y="187"/>
                    <a:pt x="33" y="220"/>
                  </a:cubicBezTo>
                  <a:cubicBezTo>
                    <a:pt x="55" y="240"/>
                    <a:pt x="81" y="250"/>
                    <a:pt x="106" y="250"/>
                  </a:cubicBezTo>
                  <a:cubicBezTo>
                    <a:pt x="142" y="250"/>
                    <a:pt x="177" y="232"/>
                    <a:pt x="206" y="203"/>
                  </a:cubicBezTo>
                  <a:cubicBezTo>
                    <a:pt x="239" y="150"/>
                    <a:pt x="239" y="63"/>
                    <a:pt x="190" y="30"/>
                  </a:cubicBezTo>
                  <a:cubicBezTo>
                    <a:pt x="176" y="9"/>
                    <a:pt x="156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16"/>
            <p:cNvSpPr/>
            <p:nvPr/>
          </p:nvSpPr>
          <p:spPr>
            <a:xfrm rot="10800000">
              <a:off x="4301390" y="2554233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38" y="0"/>
                  </a:moveTo>
                  <a:cubicBezTo>
                    <a:pt x="103" y="0"/>
                    <a:pt x="67" y="19"/>
                    <a:pt x="38" y="50"/>
                  </a:cubicBezTo>
                  <a:cubicBezTo>
                    <a:pt x="1" y="100"/>
                    <a:pt x="1" y="186"/>
                    <a:pt x="38" y="219"/>
                  </a:cubicBezTo>
                  <a:cubicBezTo>
                    <a:pt x="54" y="236"/>
                    <a:pt x="71" y="257"/>
                    <a:pt x="87" y="257"/>
                  </a:cubicBezTo>
                  <a:cubicBezTo>
                    <a:pt x="120" y="257"/>
                    <a:pt x="174" y="257"/>
                    <a:pt x="207" y="203"/>
                  </a:cubicBezTo>
                  <a:cubicBezTo>
                    <a:pt x="244" y="170"/>
                    <a:pt x="244" y="116"/>
                    <a:pt x="223" y="67"/>
                  </a:cubicBezTo>
                  <a:cubicBezTo>
                    <a:pt x="223" y="50"/>
                    <a:pt x="207" y="30"/>
                    <a:pt x="207" y="30"/>
                  </a:cubicBezTo>
                  <a:cubicBezTo>
                    <a:pt x="186" y="9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16"/>
            <p:cNvSpPr/>
            <p:nvPr/>
          </p:nvSpPr>
          <p:spPr>
            <a:xfrm rot="10800000">
              <a:off x="4316440" y="2513108"/>
              <a:ext cx="6500" cy="6325"/>
            </a:xfrm>
            <a:custGeom>
              <a:avLst/>
              <a:gdLst/>
              <a:ahLst/>
              <a:cxnLst/>
              <a:rect l="l" t="t" r="r" b="b"/>
              <a:pathLst>
                <a:path w="260" h="253" extrusionOk="0">
                  <a:moveTo>
                    <a:pt x="151" y="0"/>
                  </a:moveTo>
                  <a:cubicBezTo>
                    <a:pt x="119" y="0"/>
                    <a:pt x="83" y="19"/>
                    <a:pt x="54" y="51"/>
                  </a:cubicBezTo>
                  <a:cubicBezTo>
                    <a:pt x="0" y="100"/>
                    <a:pt x="0" y="187"/>
                    <a:pt x="54" y="220"/>
                  </a:cubicBezTo>
                  <a:cubicBezTo>
                    <a:pt x="75" y="242"/>
                    <a:pt x="99" y="252"/>
                    <a:pt x="124" y="252"/>
                  </a:cubicBezTo>
                  <a:cubicBezTo>
                    <a:pt x="156" y="252"/>
                    <a:pt x="187" y="234"/>
                    <a:pt x="206" y="203"/>
                  </a:cubicBezTo>
                  <a:cubicBezTo>
                    <a:pt x="260" y="154"/>
                    <a:pt x="260" y="67"/>
                    <a:pt x="206" y="30"/>
                  </a:cubicBezTo>
                  <a:cubicBezTo>
                    <a:pt x="193" y="10"/>
                    <a:pt x="173" y="0"/>
                    <a:pt x="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16"/>
            <p:cNvSpPr/>
            <p:nvPr/>
          </p:nvSpPr>
          <p:spPr>
            <a:xfrm rot="10800000">
              <a:off x="4320340" y="2572783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1"/>
                  </a:moveTo>
                  <a:cubicBezTo>
                    <a:pt x="120" y="1"/>
                    <a:pt x="87" y="1"/>
                    <a:pt x="70" y="17"/>
                  </a:cubicBezTo>
                  <a:cubicBezTo>
                    <a:pt x="33" y="50"/>
                    <a:pt x="17" y="71"/>
                    <a:pt x="17" y="104"/>
                  </a:cubicBezTo>
                  <a:cubicBezTo>
                    <a:pt x="0" y="137"/>
                    <a:pt x="17" y="174"/>
                    <a:pt x="33" y="207"/>
                  </a:cubicBezTo>
                  <a:cubicBezTo>
                    <a:pt x="50" y="223"/>
                    <a:pt x="70" y="240"/>
                    <a:pt x="103" y="256"/>
                  </a:cubicBezTo>
                  <a:cubicBezTo>
                    <a:pt x="153" y="256"/>
                    <a:pt x="223" y="223"/>
                    <a:pt x="239" y="137"/>
                  </a:cubicBezTo>
                  <a:cubicBezTo>
                    <a:pt x="239" y="120"/>
                    <a:pt x="239" y="87"/>
                    <a:pt x="223" y="50"/>
                  </a:cubicBezTo>
                  <a:cubicBezTo>
                    <a:pt x="223" y="34"/>
                    <a:pt x="206" y="34"/>
                    <a:pt x="206" y="34"/>
                  </a:cubicBezTo>
                  <a:cubicBezTo>
                    <a:pt x="190" y="17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16"/>
            <p:cNvSpPr/>
            <p:nvPr/>
          </p:nvSpPr>
          <p:spPr>
            <a:xfrm rot="10800000">
              <a:off x="4321990" y="2528458"/>
              <a:ext cx="6125" cy="6450"/>
            </a:xfrm>
            <a:custGeom>
              <a:avLst/>
              <a:gdLst/>
              <a:ahLst/>
              <a:cxnLst/>
              <a:rect l="l" t="t" r="r" b="b"/>
              <a:pathLst>
                <a:path w="245" h="258" extrusionOk="0">
                  <a:moveTo>
                    <a:pt x="139" y="1"/>
                  </a:moveTo>
                  <a:cubicBezTo>
                    <a:pt x="106" y="1"/>
                    <a:pt x="74" y="20"/>
                    <a:pt x="55" y="51"/>
                  </a:cubicBezTo>
                  <a:cubicBezTo>
                    <a:pt x="1" y="101"/>
                    <a:pt x="1" y="187"/>
                    <a:pt x="55" y="220"/>
                  </a:cubicBezTo>
                  <a:cubicBezTo>
                    <a:pt x="71" y="237"/>
                    <a:pt x="71" y="257"/>
                    <a:pt x="88" y="257"/>
                  </a:cubicBezTo>
                  <a:cubicBezTo>
                    <a:pt x="141" y="257"/>
                    <a:pt x="174" y="257"/>
                    <a:pt x="207" y="204"/>
                  </a:cubicBezTo>
                  <a:cubicBezTo>
                    <a:pt x="244" y="171"/>
                    <a:pt x="244" y="117"/>
                    <a:pt x="244" y="68"/>
                  </a:cubicBezTo>
                  <a:cubicBezTo>
                    <a:pt x="224" y="51"/>
                    <a:pt x="224" y="51"/>
                    <a:pt x="207" y="30"/>
                  </a:cubicBezTo>
                  <a:cubicBezTo>
                    <a:pt x="187" y="10"/>
                    <a:pt x="163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16"/>
            <p:cNvSpPr/>
            <p:nvPr/>
          </p:nvSpPr>
          <p:spPr>
            <a:xfrm rot="10800000">
              <a:off x="4327140" y="2480033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36" y="0"/>
                  </a:moveTo>
                  <a:cubicBezTo>
                    <a:pt x="87" y="0"/>
                    <a:pt x="35" y="46"/>
                    <a:pt x="17" y="106"/>
                  </a:cubicBezTo>
                  <a:cubicBezTo>
                    <a:pt x="1" y="177"/>
                    <a:pt x="38" y="243"/>
                    <a:pt x="104" y="259"/>
                  </a:cubicBezTo>
                  <a:cubicBezTo>
                    <a:pt x="120" y="259"/>
                    <a:pt x="157" y="259"/>
                    <a:pt x="190" y="226"/>
                  </a:cubicBezTo>
                  <a:cubicBezTo>
                    <a:pt x="207" y="210"/>
                    <a:pt x="223" y="193"/>
                    <a:pt x="244" y="156"/>
                  </a:cubicBezTo>
                  <a:cubicBezTo>
                    <a:pt x="244" y="123"/>
                    <a:pt x="244" y="90"/>
                    <a:pt x="223" y="53"/>
                  </a:cubicBezTo>
                  <a:cubicBezTo>
                    <a:pt x="223" y="36"/>
                    <a:pt x="207" y="36"/>
                    <a:pt x="207" y="36"/>
                  </a:cubicBezTo>
                  <a:cubicBezTo>
                    <a:pt x="190" y="20"/>
                    <a:pt x="174" y="3"/>
                    <a:pt x="157" y="3"/>
                  </a:cubicBezTo>
                  <a:cubicBezTo>
                    <a:pt x="150" y="1"/>
                    <a:pt x="143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16"/>
            <p:cNvSpPr/>
            <p:nvPr/>
          </p:nvSpPr>
          <p:spPr>
            <a:xfrm rot="10800000">
              <a:off x="4299740" y="2493233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1"/>
                  </a:moveTo>
                  <a:cubicBezTo>
                    <a:pt x="87" y="1"/>
                    <a:pt x="34" y="34"/>
                    <a:pt x="17" y="120"/>
                  </a:cubicBezTo>
                  <a:cubicBezTo>
                    <a:pt x="1" y="137"/>
                    <a:pt x="1" y="170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96" y="258"/>
                    <a:pt x="104" y="259"/>
                    <a:pt x="112" y="259"/>
                  </a:cubicBezTo>
                  <a:cubicBezTo>
                    <a:pt x="167" y="259"/>
                    <a:pt x="209" y="214"/>
                    <a:pt x="223" y="153"/>
                  </a:cubicBezTo>
                  <a:cubicBezTo>
                    <a:pt x="240" y="120"/>
                    <a:pt x="240" y="87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16"/>
            <p:cNvSpPr/>
            <p:nvPr/>
          </p:nvSpPr>
          <p:spPr>
            <a:xfrm rot="10800000">
              <a:off x="4314265" y="2496608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5" y="1"/>
                  </a:moveTo>
                  <a:cubicBezTo>
                    <a:pt x="101" y="1"/>
                    <a:pt x="66" y="19"/>
                    <a:pt x="37" y="50"/>
                  </a:cubicBezTo>
                  <a:cubicBezTo>
                    <a:pt x="0" y="99"/>
                    <a:pt x="0" y="186"/>
                    <a:pt x="37" y="240"/>
                  </a:cubicBezTo>
                  <a:cubicBezTo>
                    <a:pt x="57" y="253"/>
                    <a:pt x="81" y="261"/>
                    <a:pt x="105" y="261"/>
                  </a:cubicBezTo>
                  <a:cubicBezTo>
                    <a:pt x="140" y="261"/>
                    <a:pt x="177" y="244"/>
                    <a:pt x="206" y="203"/>
                  </a:cubicBezTo>
                  <a:cubicBezTo>
                    <a:pt x="243" y="153"/>
                    <a:pt x="243" y="83"/>
                    <a:pt x="206" y="33"/>
                  </a:cubicBezTo>
                  <a:cubicBezTo>
                    <a:pt x="185" y="11"/>
                    <a:pt x="161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16"/>
            <p:cNvSpPr/>
            <p:nvPr/>
          </p:nvSpPr>
          <p:spPr>
            <a:xfrm rot="10800000">
              <a:off x="4314265" y="2557433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7" y="46"/>
                    <a:pt x="0" y="116"/>
                    <a:pt x="17" y="186"/>
                  </a:cubicBezTo>
                  <a:cubicBezTo>
                    <a:pt x="17" y="219"/>
                    <a:pt x="37" y="236"/>
                    <a:pt x="70" y="252"/>
                  </a:cubicBezTo>
                  <a:cubicBezTo>
                    <a:pt x="79" y="261"/>
                    <a:pt x="91" y="265"/>
                    <a:pt x="106" y="265"/>
                  </a:cubicBezTo>
                  <a:cubicBezTo>
                    <a:pt x="121" y="265"/>
                    <a:pt x="138" y="261"/>
                    <a:pt x="157" y="252"/>
                  </a:cubicBezTo>
                  <a:cubicBezTo>
                    <a:pt x="190" y="236"/>
                    <a:pt x="206" y="219"/>
                    <a:pt x="223" y="186"/>
                  </a:cubicBezTo>
                  <a:cubicBezTo>
                    <a:pt x="243" y="149"/>
                    <a:pt x="243" y="116"/>
                    <a:pt x="223" y="83"/>
                  </a:cubicBezTo>
                  <a:cubicBezTo>
                    <a:pt x="223" y="63"/>
                    <a:pt x="223" y="46"/>
                    <a:pt x="206" y="30"/>
                  </a:cubicBezTo>
                  <a:cubicBezTo>
                    <a:pt x="190" y="30"/>
                    <a:pt x="190" y="30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16"/>
            <p:cNvSpPr/>
            <p:nvPr/>
          </p:nvSpPr>
          <p:spPr>
            <a:xfrm rot="10800000">
              <a:off x="4312615" y="2480033"/>
              <a:ext cx="5600" cy="6475"/>
            </a:xfrm>
            <a:custGeom>
              <a:avLst/>
              <a:gdLst/>
              <a:ahLst/>
              <a:cxnLst/>
              <a:rect l="l" t="t" r="r" b="b"/>
              <a:pathLst>
                <a:path w="224" h="259" extrusionOk="0">
                  <a:moveTo>
                    <a:pt x="117" y="0"/>
                  </a:moveTo>
                  <a:cubicBezTo>
                    <a:pt x="70" y="0"/>
                    <a:pt x="15" y="46"/>
                    <a:pt x="1" y="106"/>
                  </a:cubicBezTo>
                  <a:cubicBezTo>
                    <a:pt x="1" y="139"/>
                    <a:pt x="1" y="177"/>
                    <a:pt x="17" y="210"/>
                  </a:cubicBezTo>
                  <a:cubicBezTo>
                    <a:pt x="34" y="226"/>
                    <a:pt x="54" y="243"/>
                    <a:pt x="87" y="259"/>
                  </a:cubicBezTo>
                  <a:cubicBezTo>
                    <a:pt x="137" y="259"/>
                    <a:pt x="207" y="226"/>
                    <a:pt x="223" y="139"/>
                  </a:cubicBezTo>
                  <a:cubicBezTo>
                    <a:pt x="223" y="123"/>
                    <a:pt x="223" y="90"/>
                    <a:pt x="207" y="53"/>
                  </a:cubicBezTo>
                  <a:cubicBezTo>
                    <a:pt x="207" y="36"/>
                    <a:pt x="207" y="36"/>
                    <a:pt x="190" y="36"/>
                  </a:cubicBezTo>
                  <a:cubicBezTo>
                    <a:pt x="174" y="20"/>
                    <a:pt x="157" y="3"/>
                    <a:pt x="137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16"/>
            <p:cNvSpPr/>
            <p:nvPr/>
          </p:nvSpPr>
          <p:spPr>
            <a:xfrm rot="10800000">
              <a:off x="4309115" y="2542408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34" y="1"/>
                  </a:moveTo>
                  <a:cubicBezTo>
                    <a:pt x="102" y="1"/>
                    <a:pt x="66" y="17"/>
                    <a:pt x="37" y="56"/>
                  </a:cubicBezTo>
                  <a:cubicBezTo>
                    <a:pt x="17" y="72"/>
                    <a:pt x="17" y="93"/>
                    <a:pt x="17" y="109"/>
                  </a:cubicBezTo>
                  <a:cubicBezTo>
                    <a:pt x="0" y="142"/>
                    <a:pt x="0" y="196"/>
                    <a:pt x="37" y="229"/>
                  </a:cubicBezTo>
                  <a:cubicBezTo>
                    <a:pt x="57" y="248"/>
                    <a:pt x="82" y="256"/>
                    <a:pt x="107" y="256"/>
                  </a:cubicBezTo>
                  <a:cubicBezTo>
                    <a:pt x="124" y="256"/>
                    <a:pt x="142" y="252"/>
                    <a:pt x="157" y="245"/>
                  </a:cubicBezTo>
                  <a:cubicBezTo>
                    <a:pt x="173" y="245"/>
                    <a:pt x="190" y="229"/>
                    <a:pt x="190" y="212"/>
                  </a:cubicBezTo>
                  <a:cubicBezTo>
                    <a:pt x="244" y="159"/>
                    <a:pt x="244" y="72"/>
                    <a:pt x="190" y="23"/>
                  </a:cubicBezTo>
                  <a:cubicBezTo>
                    <a:pt x="176" y="9"/>
                    <a:pt x="15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16"/>
            <p:cNvSpPr/>
            <p:nvPr/>
          </p:nvSpPr>
          <p:spPr>
            <a:xfrm rot="10800000">
              <a:off x="4295415" y="2538708"/>
              <a:ext cx="5575" cy="6350"/>
            </a:xfrm>
            <a:custGeom>
              <a:avLst/>
              <a:gdLst/>
              <a:ahLst/>
              <a:cxnLst/>
              <a:rect l="l" t="t" r="r" b="b"/>
              <a:pathLst>
                <a:path w="223" h="254" extrusionOk="0">
                  <a:moveTo>
                    <a:pt x="111" y="1"/>
                  </a:moveTo>
                  <a:cubicBezTo>
                    <a:pt x="92" y="1"/>
                    <a:pt x="76" y="13"/>
                    <a:pt x="50" y="24"/>
                  </a:cubicBezTo>
                  <a:cubicBezTo>
                    <a:pt x="33" y="45"/>
                    <a:pt x="17" y="78"/>
                    <a:pt x="0" y="111"/>
                  </a:cubicBezTo>
                  <a:cubicBezTo>
                    <a:pt x="0" y="148"/>
                    <a:pt x="0" y="181"/>
                    <a:pt x="17" y="197"/>
                  </a:cubicBezTo>
                  <a:cubicBezTo>
                    <a:pt x="33" y="230"/>
                    <a:pt x="50" y="251"/>
                    <a:pt x="87" y="251"/>
                  </a:cubicBezTo>
                  <a:cubicBezTo>
                    <a:pt x="93" y="253"/>
                    <a:pt x="99" y="254"/>
                    <a:pt x="106" y="254"/>
                  </a:cubicBezTo>
                  <a:cubicBezTo>
                    <a:pt x="153" y="254"/>
                    <a:pt x="208" y="206"/>
                    <a:pt x="223" y="148"/>
                  </a:cubicBezTo>
                  <a:cubicBezTo>
                    <a:pt x="223" y="111"/>
                    <a:pt x="223" y="78"/>
                    <a:pt x="206" y="45"/>
                  </a:cubicBezTo>
                  <a:lnTo>
                    <a:pt x="190" y="24"/>
                  </a:lnTo>
                  <a:cubicBezTo>
                    <a:pt x="169" y="8"/>
                    <a:pt x="153" y="8"/>
                    <a:pt x="136" y="8"/>
                  </a:cubicBez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16"/>
            <p:cNvSpPr/>
            <p:nvPr/>
          </p:nvSpPr>
          <p:spPr>
            <a:xfrm rot="10800000">
              <a:off x="4302715" y="2569283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87" y="1"/>
                    <a:pt x="33" y="54"/>
                    <a:pt x="17" y="120"/>
                  </a:cubicBezTo>
                  <a:cubicBezTo>
                    <a:pt x="0" y="158"/>
                    <a:pt x="0" y="190"/>
                    <a:pt x="17" y="207"/>
                  </a:cubicBezTo>
                  <a:cubicBezTo>
                    <a:pt x="33" y="244"/>
                    <a:pt x="66" y="261"/>
                    <a:pt x="87" y="261"/>
                  </a:cubicBezTo>
                  <a:cubicBezTo>
                    <a:pt x="120" y="261"/>
                    <a:pt x="153" y="261"/>
                    <a:pt x="169" y="244"/>
                  </a:cubicBezTo>
                  <a:cubicBezTo>
                    <a:pt x="206" y="207"/>
                    <a:pt x="223" y="190"/>
                    <a:pt x="223" y="158"/>
                  </a:cubicBezTo>
                  <a:cubicBezTo>
                    <a:pt x="239" y="120"/>
                    <a:pt x="239" y="87"/>
                    <a:pt x="223" y="54"/>
                  </a:cubicBezTo>
                  <a:cubicBezTo>
                    <a:pt x="206" y="54"/>
                    <a:pt x="206" y="38"/>
                    <a:pt x="206" y="38"/>
                  </a:cubicBezTo>
                  <a:cubicBezTo>
                    <a:pt x="190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16"/>
            <p:cNvSpPr/>
            <p:nvPr/>
          </p:nvSpPr>
          <p:spPr>
            <a:xfrm rot="10800000">
              <a:off x="4307465" y="2525583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9" y="0"/>
                  </a:moveTo>
                  <a:cubicBezTo>
                    <a:pt x="124" y="0"/>
                    <a:pt x="112" y="4"/>
                    <a:pt x="103" y="13"/>
                  </a:cubicBezTo>
                  <a:cubicBezTo>
                    <a:pt x="33" y="33"/>
                    <a:pt x="0" y="99"/>
                    <a:pt x="17" y="169"/>
                  </a:cubicBezTo>
                  <a:cubicBezTo>
                    <a:pt x="33" y="202"/>
                    <a:pt x="50" y="239"/>
                    <a:pt x="71" y="239"/>
                  </a:cubicBezTo>
                  <a:cubicBezTo>
                    <a:pt x="87" y="248"/>
                    <a:pt x="103" y="252"/>
                    <a:pt x="118" y="252"/>
                  </a:cubicBezTo>
                  <a:cubicBezTo>
                    <a:pt x="132" y="252"/>
                    <a:pt x="145" y="248"/>
                    <a:pt x="153" y="239"/>
                  </a:cubicBezTo>
                  <a:cubicBezTo>
                    <a:pt x="190" y="239"/>
                    <a:pt x="207" y="202"/>
                    <a:pt x="223" y="169"/>
                  </a:cubicBezTo>
                  <a:cubicBezTo>
                    <a:pt x="240" y="153"/>
                    <a:pt x="240" y="116"/>
                    <a:pt x="240" y="83"/>
                  </a:cubicBezTo>
                  <a:cubicBezTo>
                    <a:pt x="223" y="66"/>
                    <a:pt x="223" y="33"/>
                    <a:pt x="207" y="33"/>
                  </a:cubicBezTo>
                  <a:cubicBezTo>
                    <a:pt x="207" y="13"/>
                    <a:pt x="190" y="13"/>
                    <a:pt x="190" y="13"/>
                  </a:cubicBezTo>
                  <a:cubicBezTo>
                    <a:pt x="172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16"/>
            <p:cNvSpPr/>
            <p:nvPr/>
          </p:nvSpPr>
          <p:spPr>
            <a:xfrm rot="10800000">
              <a:off x="4202215" y="2568458"/>
              <a:ext cx="5600" cy="6000"/>
            </a:xfrm>
            <a:custGeom>
              <a:avLst/>
              <a:gdLst/>
              <a:ahLst/>
              <a:cxnLst/>
              <a:rect l="l" t="t" r="r" b="b"/>
              <a:pathLst>
                <a:path w="224" h="240" extrusionOk="0">
                  <a:moveTo>
                    <a:pt x="190" y="0"/>
                  </a:moveTo>
                  <a:cubicBezTo>
                    <a:pt x="174" y="0"/>
                    <a:pt x="153" y="17"/>
                    <a:pt x="136" y="17"/>
                  </a:cubicBezTo>
                  <a:cubicBezTo>
                    <a:pt x="87" y="33"/>
                    <a:pt x="50" y="50"/>
                    <a:pt x="17" y="50"/>
                  </a:cubicBezTo>
                  <a:cubicBezTo>
                    <a:pt x="0" y="66"/>
                    <a:pt x="0" y="66"/>
                    <a:pt x="0" y="87"/>
                  </a:cubicBezTo>
                  <a:cubicBezTo>
                    <a:pt x="0" y="120"/>
                    <a:pt x="0" y="153"/>
                    <a:pt x="17" y="190"/>
                  </a:cubicBezTo>
                  <a:cubicBezTo>
                    <a:pt x="33" y="207"/>
                    <a:pt x="50" y="223"/>
                    <a:pt x="87" y="240"/>
                  </a:cubicBezTo>
                  <a:cubicBezTo>
                    <a:pt x="136" y="240"/>
                    <a:pt x="207" y="190"/>
                    <a:pt x="223" y="120"/>
                  </a:cubicBezTo>
                  <a:cubicBezTo>
                    <a:pt x="223" y="87"/>
                    <a:pt x="223" y="50"/>
                    <a:pt x="207" y="33"/>
                  </a:cubicBezTo>
                  <a:cubicBezTo>
                    <a:pt x="207" y="17"/>
                    <a:pt x="207" y="17"/>
                    <a:pt x="1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16"/>
            <p:cNvSpPr/>
            <p:nvPr/>
          </p:nvSpPr>
          <p:spPr>
            <a:xfrm rot="10800000">
              <a:off x="4040290" y="2476933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34" y="0"/>
                  </a:moveTo>
                  <a:cubicBezTo>
                    <a:pt x="120" y="0"/>
                    <a:pt x="102" y="4"/>
                    <a:pt x="83" y="12"/>
                  </a:cubicBezTo>
                  <a:cubicBezTo>
                    <a:pt x="67" y="12"/>
                    <a:pt x="34" y="50"/>
                    <a:pt x="17" y="83"/>
                  </a:cubicBezTo>
                  <a:cubicBezTo>
                    <a:pt x="17" y="99"/>
                    <a:pt x="1" y="132"/>
                    <a:pt x="17" y="169"/>
                  </a:cubicBezTo>
                  <a:cubicBezTo>
                    <a:pt x="17" y="202"/>
                    <a:pt x="34" y="235"/>
                    <a:pt x="67" y="235"/>
                  </a:cubicBezTo>
                  <a:cubicBezTo>
                    <a:pt x="83" y="256"/>
                    <a:pt x="121" y="256"/>
                    <a:pt x="154" y="256"/>
                  </a:cubicBezTo>
                  <a:cubicBezTo>
                    <a:pt x="207" y="219"/>
                    <a:pt x="240" y="153"/>
                    <a:pt x="224" y="83"/>
                  </a:cubicBezTo>
                  <a:cubicBezTo>
                    <a:pt x="224" y="66"/>
                    <a:pt x="224" y="50"/>
                    <a:pt x="207" y="29"/>
                  </a:cubicBezTo>
                  <a:cubicBezTo>
                    <a:pt x="187" y="12"/>
                    <a:pt x="187" y="12"/>
                    <a:pt x="170" y="12"/>
                  </a:cubicBezTo>
                  <a:cubicBezTo>
                    <a:pt x="162" y="4"/>
                    <a:pt x="149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16"/>
            <p:cNvSpPr/>
            <p:nvPr/>
          </p:nvSpPr>
          <p:spPr>
            <a:xfrm rot="10800000">
              <a:off x="4137390" y="2482183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2" y="0"/>
                  </a:moveTo>
                  <a:cubicBezTo>
                    <a:pt x="100" y="0"/>
                    <a:pt x="65" y="19"/>
                    <a:pt x="33" y="50"/>
                  </a:cubicBezTo>
                  <a:cubicBezTo>
                    <a:pt x="0" y="100"/>
                    <a:pt x="0" y="186"/>
                    <a:pt x="33" y="219"/>
                  </a:cubicBezTo>
                  <a:cubicBezTo>
                    <a:pt x="56" y="242"/>
                    <a:pt x="81" y="252"/>
                    <a:pt x="106" y="252"/>
                  </a:cubicBezTo>
                  <a:cubicBezTo>
                    <a:pt x="141" y="252"/>
                    <a:pt x="176" y="234"/>
                    <a:pt x="206" y="203"/>
                  </a:cubicBezTo>
                  <a:cubicBezTo>
                    <a:pt x="239" y="153"/>
                    <a:pt x="239" y="67"/>
                    <a:pt x="190" y="30"/>
                  </a:cubicBezTo>
                  <a:cubicBezTo>
                    <a:pt x="175" y="9"/>
                    <a:pt x="154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16"/>
            <p:cNvSpPr/>
            <p:nvPr/>
          </p:nvSpPr>
          <p:spPr>
            <a:xfrm rot="10800000">
              <a:off x="4142540" y="2497383"/>
              <a:ext cx="6425" cy="6600"/>
            </a:xfrm>
            <a:custGeom>
              <a:avLst/>
              <a:gdLst/>
              <a:ahLst/>
              <a:cxnLst/>
              <a:rect l="l" t="t" r="r" b="b"/>
              <a:pathLst>
                <a:path w="257" h="264" extrusionOk="0">
                  <a:moveTo>
                    <a:pt x="144" y="1"/>
                  </a:moveTo>
                  <a:cubicBezTo>
                    <a:pt x="109" y="1"/>
                    <a:pt x="72" y="19"/>
                    <a:pt x="50" y="51"/>
                  </a:cubicBezTo>
                  <a:cubicBezTo>
                    <a:pt x="1" y="100"/>
                    <a:pt x="1" y="187"/>
                    <a:pt x="50" y="237"/>
                  </a:cubicBezTo>
                  <a:cubicBezTo>
                    <a:pt x="67" y="237"/>
                    <a:pt x="87" y="257"/>
                    <a:pt x="104" y="257"/>
                  </a:cubicBezTo>
                  <a:cubicBezTo>
                    <a:pt x="112" y="261"/>
                    <a:pt x="121" y="263"/>
                    <a:pt x="131" y="263"/>
                  </a:cubicBezTo>
                  <a:cubicBezTo>
                    <a:pt x="161" y="263"/>
                    <a:pt x="194" y="244"/>
                    <a:pt x="207" y="204"/>
                  </a:cubicBezTo>
                  <a:cubicBezTo>
                    <a:pt x="240" y="171"/>
                    <a:pt x="256" y="117"/>
                    <a:pt x="240" y="84"/>
                  </a:cubicBezTo>
                  <a:cubicBezTo>
                    <a:pt x="223" y="67"/>
                    <a:pt x="223" y="51"/>
                    <a:pt x="207" y="30"/>
                  </a:cubicBezTo>
                  <a:cubicBezTo>
                    <a:pt x="191" y="10"/>
                    <a:pt x="168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16"/>
            <p:cNvSpPr/>
            <p:nvPr/>
          </p:nvSpPr>
          <p:spPr>
            <a:xfrm rot="10800000">
              <a:off x="4127090" y="2604058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35" y="1"/>
                  </a:moveTo>
                  <a:cubicBezTo>
                    <a:pt x="102" y="1"/>
                    <a:pt x="71" y="18"/>
                    <a:pt x="49" y="47"/>
                  </a:cubicBezTo>
                  <a:cubicBezTo>
                    <a:pt x="0" y="100"/>
                    <a:pt x="0" y="187"/>
                    <a:pt x="49" y="220"/>
                  </a:cubicBezTo>
                  <a:cubicBezTo>
                    <a:pt x="67" y="243"/>
                    <a:pt x="94" y="255"/>
                    <a:pt x="121" y="255"/>
                  </a:cubicBezTo>
                  <a:cubicBezTo>
                    <a:pt x="153" y="255"/>
                    <a:pt x="186" y="239"/>
                    <a:pt x="206" y="204"/>
                  </a:cubicBezTo>
                  <a:cubicBezTo>
                    <a:pt x="256" y="150"/>
                    <a:pt x="256" y="63"/>
                    <a:pt x="206" y="30"/>
                  </a:cubicBezTo>
                  <a:cubicBezTo>
                    <a:pt x="184" y="10"/>
                    <a:pt x="159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16"/>
            <p:cNvSpPr/>
            <p:nvPr/>
          </p:nvSpPr>
          <p:spPr>
            <a:xfrm rot="10800000">
              <a:off x="4140390" y="2587308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4" y="0"/>
                  </a:moveTo>
                  <a:cubicBezTo>
                    <a:pt x="87" y="0"/>
                    <a:pt x="32" y="49"/>
                    <a:pt x="17" y="106"/>
                  </a:cubicBezTo>
                  <a:cubicBezTo>
                    <a:pt x="1" y="176"/>
                    <a:pt x="34" y="247"/>
                    <a:pt x="104" y="263"/>
                  </a:cubicBezTo>
                  <a:cubicBezTo>
                    <a:pt x="137" y="263"/>
                    <a:pt x="153" y="247"/>
                    <a:pt x="190" y="226"/>
                  </a:cubicBezTo>
                  <a:cubicBezTo>
                    <a:pt x="223" y="209"/>
                    <a:pt x="240" y="176"/>
                    <a:pt x="240" y="144"/>
                  </a:cubicBezTo>
                  <a:cubicBezTo>
                    <a:pt x="240" y="106"/>
                    <a:pt x="240" y="73"/>
                    <a:pt x="223" y="57"/>
                  </a:cubicBezTo>
                  <a:cubicBezTo>
                    <a:pt x="223" y="40"/>
                    <a:pt x="223" y="40"/>
                    <a:pt x="207" y="20"/>
                  </a:cubicBezTo>
                  <a:cubicBezTo>
                    <a:pt x="190" y="20"/>
                    <a:pt x="170" y="3"/>
                    <a:pt x="153" y="3"/>
                  </a:cubicBezTo>
                  <a:cubicBezTo>
                    <a:pt x="147" y="1"/>
                    <a:pt x="141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16"/>
            <p:cNvSpPr/>
            <p:nvPr/>
          </p:nvSpPr>
          <p:spPr>
            <a:xfrm rot="10800000">
              <a:off x="4130890" y="2572408"/>
              <a:ext cx="6525" cy="6375"/>
            </a:xfrm>
            <a:custGeom>
              <a:avLst/>
              <a:gdLst/>
              <a:ahLst/>
              <a:cxnLst/>
              <a:rect l="l" t="t" r="r" b="b"/>
              <a:pathLst>
                <a:path w="261" h="255" extrusionOk="0">
                  <a:moveTo>
                    <a:pt x="103" y="0"/>
                  </a:moveTo>
                  <a:cubicBezTo>
                    <a:pt x="37" y="33"/>
                    <a:pt x="0" y="103"/>
                    <a:pt x="17" y="173"/>
                  </a:cubicBezTo>
                  <a:cubicBezTo>
                    <a:pt x="17" y="206"/>
                    <a:pt x="37" y="223"/>
                    <a:pt x="70" y="239"/>
                  </a:cubicBezTo>
                  <a:cubicBezTo>
                    <a:pt x="87" y="250"/>
                    <a:pt x="99" y="255"/>
                    <a:pt x="112" y="255"/>
                  </a:cubicBezTo>
                  <a:cubicBezTo>
                    <a:pt x="125" y="255"/>
                    <a:pt x="138" y="250"/>
                    <a:pt x="157" y="239"/>
                  </a:cubicBezTo>
                  <a:cubicBezTo>
                    <a:pt x="223" y="223"/>
                    <a:pt x="260" y="136"/>
                    <a:pt x="244" y="87"/>
                  </a:cubicBezTo>
                  <a:cubicBezTo>
                    <a:pt x="223" y="54"/>
                    <a:pt x="223" y="33"/>
                    <a:pt x="206" y="33"/>
                  </a:cubicBezTo>
                  <a:lnTo>
                    <a:pt x="190" y="17"/>
                  </a:lnTo>
                  <a:cubicBezTo>
                    <a:pt x="157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16"/>
            <p:cNvSpPr/>
            <p:nvPr/>
          </p:nvSpPr>
          <p:spPr>
            <a:xfrm rot="10800000">
              <a:off x="4135240" y="2526508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04" y="0"/>
                  </a:moveTo>
                  <a:cubicBezTo>
                    <a:pt x="34" y="33"/>
                    <a:pt x="1" y="103"/>
                    <a:pt x="17" y="173"/>
                  </a:cubicBezTo>
                  <a:cubicBezTo>
                    <a:pt x="17" y="206"/>
                    <a:pt x="50" y="223"/>
                    <a:pt x="67" y="239"/>
                  </a:cubicBezTo>
                  <a:cubicBezTo>
                    <a:pt x="85" y="247"/>
                    <a:pt x="99" y="252"/>
                    <a:pt x="112" y="252"/>
                  </a:cubicBezTo>
                  <a:cubicBezTo>
                    <a:pt x="124" y="252"/>
                    <a:pt x="137" y="247"/>
                    <a:pt x="153" y="239"/>
                  </a:cubicBezTo>
                  <a:cubicBezTo>
                    <a:pt x="190" y="223"/>
                    <a:pt x="207" y="206"/>
                    <a:pt x="223" y="173"/>
                  </a:cubicBezTo>
                  <a:cubicBezTo>
                    <a:pt x="240" y="136"/>
                    <a:pt x="240" y="103"/>
                    <a:pt x="240" y="70"/>
                  </a:cubicBezTo>
                  <a:cubicBezTo>
                    <a:pt x="223" y="50"/>
                    <a:pt x="223" y="33"/>
                    <a:pt x="207" y="17"/>
                  </a:cubicBezTo>
                  <a:cubicBezTo>
                    <a:pt x="207" y="17"/>
                    <a:pt x="190" y="17"/>
                    <a:pt x="1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16"/>
            <p:cNvSpPr/>
            <p:nvPr/>
          </p:nvSpPr>
          <p:spPr>
            <a:xfrm rot="10800000">
              <a:off x="4179440" y="2579583"/>
              <a:ext cx="5600" cy="6100"/>
            </a:xfrm>
            <a:custGeom>
              <a:avLst/>
              <a:gdLst/>
              <a:ahLst/>
              <a:cxnLst/>
              <a:rect l="l" t="t" r="r" b="b"/>
              <a:pathLst>
                <a:path w="224" h="244" extrusionOk="0">
                  <a:moveTo>
                    <a:pt x="190" y="0"/>
                  </a:moveTo>
                  <a:cubicBezTo>
                    <a:pt x="120" y="54"/>
                    <a:pt x="50" y="87"/>
                    <a:pt x="1" y="124"/>
                  </a:cubicBezTo>
                  <a:cubicBezTo>
                    <a:pt x="1" y="157"/>
                    <a:pt x="1" y="190"/>
                    <a:pt x="34" y="206"/>
                  </a:cubicBezTo>
                  <a:cubicBezTo>
                    <a:pt x="34" y="227"/>
                    <a:pt x="50" y="227"/>
                    <a:pt x="67" y="243"/>
                  </a:cubicBezTo>
                  <a:cubicBezTo>
                    <a:pt x="104" y="243"/>
                    <a:pt x="153" y="227"/>
                    <a:pt x="190" y="190"/>
                  </a:cubicBezTo>
                  <a:cubicBezTo>
                    <a:pt x="223" y="157"/>
                    <a:pt x="223" y="103"/>
                    <a:pt x="207" y="54"/>
                  </a:cubicBezTo>
                  <a:cubicBezTo>
                    <a:pt x="207" y="37"/>
                    <a:pt x="207" y="21"/>
                    <a:pt x="1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16"/>
            <p:cNvSpPr/>
            <p:nvPr/>
          </p:nvSpPr>
          <p:spPr>
            <a:xfrm rot="10800000">
              <a:off x="4122340" y="2523158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0"/>
                  </a:moveTo>
                  <a:cubicBezTo>
                    <a:pt x="103" y="0"/>
                    <a:pt x="71" y="19"/>
                    <a:pt x="50" y="50"/>
                  </a:cubicBezTo>
                  <a:cubicBezTo>
                    <a:pt x="0" y="100"/>
                    <a:pt x="0" y="186"/>
                    <a:pt x="50" y="236"/>
                  </a:cubicBezTo>
                  <a:cubicBezTo>
                    <a:pt x="50" y="236"/>
                    <a:pt x="66" y="256"/>
                    <a:pt x="87" y="256"/>
                  </a:cubicBezTo>
                  <a:cubicBezTo>
                    <a:pt x="95" y="260"/>
                    <a:pt x="104" y="263"/>
                    <a:pt x="114" y="263"/>
                  </a:cubicBezTo>
                  <a:cubicBezTo>
                    <a:pt x="143" y="263"/>
                    <a:pt x="178" y="243"/>
                    <a:pt x="206" y="203"/>
                  </a:cubicBezTo>
                  <a:cubicBezTo>
                    <a:pt x="239" y="170"/>
                    <a:pt x="239" y="116"/>
                    <a:pt x="223" y="83"/>
                  </a:cubicBezTo>
                  <a:cubicBezTo>
                    <a:pt x="223" y="67"/>
                    <a:pt x="223" y="50"/>
                    <a:pt x="206" y="30"/>
                  </a:cubicBezTo>
                  <a:cubicBezTo>
                    <a:pt x="184" y="9"/>
                    <a:pt x="160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16"/>
            <p:cNvSpPr/>
            <p:nvPr/>
          </p:nvSpPr>
          <p:spPr>
            <a:xfrm rot="10800000">
              <a:off x="4141215" y="2603183"/>
              <a:ext cx="5575" cy="5700"/>
            </a:xfrm>
            <a:custGeom>
              <a:avLst/>
              <a:gdLst/>
              <a:ahLst/>
              <a:cxnLst/>
              <a:rect l="l" t="t" r="r" b="b"/>
              <a:pathLst>
                <a:path w="223" h="228" extrusionOk="0">
                  <a:moveTo>
                    <a:pt x="186" y="0"/>
                  </a:moveTo>
                  <a:cubicBezTo>
                    <a:pt x="120" y="37"/>
                    <a:pt x="50" y="70"/>
                    <a:pt x="0" y="103"/>
                  </a:cubicBezTo>
                  <a:lnTo>
                    <a:pt x="0" y="174"/>
                  </a:lnTo>
                  <a:cubicBezTo>
                    <a:pt x="17" y="190"/>
                    <a:pt x="50" y="207"/>
                    <a:pt x="66" y="227"/>
                  </a:cubicBezTo>
                  <a:cubicBezTo>
                    <a:pt x="136" y="227"/>
                    <a:pt x="206" y="190"/>
                    <a:pt x="223" y="103"/>
                  </a:cubicBezTo>
                  <a:cubicBezTo>
                    <a:pt x="223" y="87"/>
                    <a:pt x="223" y="54"/>
                    <a:pt x="206" y="21"/>
                  </a:cubicBezTo>
                  <a:lnTo>
                    <a:pt x="1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16"/>
            <p:cNvSpPr/>
            <p:nvPr/>
          </p:nvSpPr>
          <p:spPr>
            <a:xfrm rot="10800000">
              <a:off x="4143365" y="2558983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37" y="0"/>
                  </a:moveTo>
                  <a:cubicBezTo>
                    <a:pt x="87" y="0"/>
                    <a:pt x="17" y="37"/>
                    <a:pt x="1" y="120"/>
                  </a:cubicBezTo>
                  <a:cubicBezTo>
                    <a:pt x="1" y="157"/>
                    <a:pt x="1" y="173"/>
                    <a:pt x="17" y="206"/>
                  </a:cubicBezTo>
                  <a:cubicBezTo>
                    <a:pt x="34" y="243"/>
                    <a:pt x="50" y="260"/>
                    <a:pt x="87" y="260"/>
                  </a:cubicBezTo>
                  <a:cubicBezTo>
                    <a:pt x="120" y="260"/>
                    <a:pt x="153" y="260"/>
                    <a:pt x="170" y="243"/>
                  </a:cubicBezTo>
                  <a:cubicBezTo>
                    <a:pt x="207" y="206"/>
                    <a:pt x="223" y="190"/>
                    <a:pt x="223" y="157"/>
                  </a:cubicBezTo>
                  <a:cubicBezTo>
                    <a:pt x="223" y="120"/>
                    <a:pt x="223" y="87"/>
                    <a:pt x="207" y="54"/>
                  </a:cubicBezTo>
                  <a:cubicBezTo>
                    <a:pt x="207" y="54"/>
                    <a:pt x="207" y="37"/>
                    <a:pt x="190" y="37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16"/>
            <p:cNvSpPr/>
            <p:nvPr/>
          </p:nvSpPr>
          <p:spPr>
            <a:xfrm rot="10800000">
              <a:off x="4304890" y="2465808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117" y="0"/>
                  </a:moveTo>
                  <a:cubicBezTo>
                    <a:pt x="71" y="0"/>
                    <a:pt x="15" y="49"/>
                    <a:pt x="0" y="106"/>
                  </a:cubicBezTo>
                  <a:lnTo>
                    <a:pt x="0" y="160"/>
                  </a:lnTo>
                  <a:lnTo>
                    <a:pt x="223" y="160"/>
                  </a:lnTo>
                  <a:cubicBezTo>
                    <a:pt x="240" y="127"/>
                    <a:pt x="223" y="90"/>
                    <a:pt x="223" y="57"/>
                  </a:cubicBezTo>
                  <a:cubicBezTo>
                    <a:pt x="207" y="40"/>
                    <a:pt x="207" y="40"/>
                    <a:pt x="190" y="40"/>
                  </a:cubicBezTo>
                  <a:cubicBezTo>
                    <a:pt x="190" y="24"/>
                    <a:pt x="174" y="3"/>
                    <a:pt x="137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16"/>
            <p:cNvSpPr/>
            <p:nvPr/>
          </p:nvSpPr>
          <p:spPr>
            <a:xfrm rot="10800000">
              <a:off x="4145115" y="2512108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37" y="1"/>
                  </a:moveTo>
                  <a:cubicBezTo>
                    <a:pt x="104" y="1"/>
                    <a:pt x="87" y="1"/>
                    <a:pt x="54" y="38"/>
                  </a:cubicBezTo>
                  <a:cubicBezTo>
                    <a:pt x="33" y="55"/>
                    <a:pt x="17" y="88"/>
                    <a:pt x="0" y="125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33" y="244"/>
                    <a:pt x="54" y="261"/>
                    <a:pt x="87" y="261"/>
                  </a:cubicBezTo>
                  <a:cubicBezTo>
                    <a:pt x="94" y="263"/>
                    <a:pt x="100" y="264"/>
                    <a:pt x="107" y="264"/>
                  </a:cubicBezTo>
                  <a:cubicBezTo>
                    <a:pt x="154" y="264"/>
                    <a:pt x="209" y="219"/>
                    <a:pt x="223" y="158"/>
                  </a:cubicBezTo>
                  <a:cubicBezTo>
                    <a:pt x="223" y="125"/>
                    <a:pt x="223" y="88"/>
                    <a:pt x="207" y="55"/>
                  </a:cubicBezTo>
                  <a:cubicBezTo>
                    <a:pt x="207" y="55"/>
                    <a:pt x="207" y="38"/>
                    <a:pt x="190" y="38"/>
                  </a:cubicBezTo>
                  <a:cubicBezTo>
                    <a:pt x="174" y="22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16"/>
            <p:cNvSpPr/>
            <p:nvPr/>
          </p:nvSpPr>
          <p:spPr>
            <a:xfrm rot="10800000">
              <a:off x="4134815" y="2465808"/>
              <a:ext cx="6425" cy="6225"/>
            </a:xfrm>
            <a:custGeom>
              <a:avLst/>
              <a:gdLst/>
              <a:ahLst/>
              <a:cxnLst/>
              <a:rect l="l" t="t" r="r" b="b"/>
              <a:pathLst>
                <a:path w="257" h="249" extrusionOk="0">
                  <a:moveTo>
                    <a:pt x="130" y="0"/>
                  </a:moveTo>
                  <a:cubicBezTo>
                    <a:pt x="99" y="0"/>
                    <a:pt x="71" y="14"/>
                    <a:pt x="50" y="43"/>
                  </a:cubicBezTo>
                  <a:cubicBezTo>
                    <a:pt x="1" y="92"/>
                    <a:pt x="1" y="179"/>
                    <a:pt x="50" y="232"/>
                  </a:cubicBezTo>
                  <a:cubicBezTo>
                    <a:pt x="50" y="249"/>
                    <a:pt x="67" y="249"/>
                    <a:pt x="87" y="249"/>
                  </a:cubicBezTo>
                  <a:lnTo>
                    <a:pt x="137" y="249"/>
                  </a:lnTo>
                  <a:cubicBezTo>
                    <a:pt x="153" y="249"/>
                    <a:pt x="190" y="232"/>
                    <a:pt x="207" y="216"/>
                  </a:cubicBezTo>
                  <a:cubicBezTo>
                    <a:pt x="256" y="146"/>
                    <a:pt x="256" y="76"/>
                    <a:pt x="207" y="26"/>
                  </a:cubicBezTo>
                  <a:cubicBezTo>
                    <a:pt x="183" y="9"/>
                    <a:pt x="156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16"/>
            <p:cNvSpPr/>
            <p:nvPr/>
          </p:nvSpPr>
          <p:spPr>
            <a:xfrm rot="10800000">
              <a:off x="4122765" y="2477933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34" y="0"/>
                  </a:moveTo>
                  <a:cubicBezTo>
                    <a:pt x="98" y="0"/>
                    <a:pt x="62" y="18"/>
                    <a:pt x="34" y="46"/>
                  </a:cubicBezTo>
                  <a:cubicBezTo>
                    <a:pt x="1" y="100"/>
                    <a:pt x="1" y="187"/>
                    <a:pt x="34" y="220"/>
                  </a:cubicBezTo>
                  <a:cubicBezTo>
                    <a:pt x="54" y="240"/>
                    <a:pt x="79" y="249"/>
                    <a:pt x="104" y="249"/>
                  </a:cubicBezTo>
                  <a:cubicBezTo>
                    <a:pt x="139" y="249"/>
                    <a:pt x="176" y="232"/>
                    <a:pt x="207" y="203"/>
                  </a:cubicBezTo>
                  <a:cubicBezTo>
                    <a:pt x="240" y="150"/>
                    <a:pt x="240" y="63"/>
                    <a:pt x="207" y="30"/>
                  </a:cubicBezTo>
                  <a:cubicBezTo>
                    <a:pt x="184" y="9"/>
                    <a:pt x="159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16"/>
            <p:cNvSpPr/>
            <p:nvPr/>
          </p:nvSpPr>
          <p:spPr>
            <a:xfrm rot="10800000">
              <a:off x="4141215" y="2541758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36" y="1"/>
                  </a:moveTo>
                  <a:cubicBezTo>
                    <a:pt x="103" y="1"/>
                    <a:pt x="83" y="1"/>
                    <a:pt x="50" y="34"/>
                  </a:cubicBezTo>
                  <a:cubicBezTo>
                    <a:pt x="33" y="50"/>
                    <a:pt x="17" y="71"/>
                    <a:pt x="0" y="104"/>
                  </a:cubicBezTo>
                  <a:cubicBezTo>
                    <a:pt x="0" y="137"/>
                    <a:pt x="0" y="174"/>
                    <a:pt x="17" y="207"/>
                  </a:cubicBezTo>
                  <a:cubicBezTo>
                    <a:pt x="33" y="240"/>
                    <a:pt x="50" y="256"/>
                    <a:pt x="83" y="256"/>
                  </a:cubicBezTo>
                  <a:cubicBezTo>
                    <a:pt x="91" y="259"/>
                    <a:pt x="99" y="261"/>
                    <a:pt x="107" y="261"/>
                  </a:cubicBezTo>
                  <a:cubicBezTo>
                    <a:pt x="156" y="261"/>
                    <a:pt x="209" y="213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206" y="50"/>
                    <a:pt x="206" y="34"/>
                    <a:pt x="186" y="34"/>
                  </a:cubicBezTo>
                  <a:cubicBezTo>
                    <a:pt x="169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16"/>
            <p:cNvSpPr/>
            <p:nvPr/>
          </p:nvSpPr>
          <p:spPr>
            <a:xfrm rot="10800000">
              <a:off x="4335390" y="2528458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6" y="0"/>
                  </a:moveTo>
                  <a:cubicBezTo>
                    <a:pt x="69" y="0"/>
                    <a:pt x="14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6"/>
                    <a:pt x="54" y="243"/>
                    <a:pt x="87" y="263"/>
                  </a:cubicBezTo>
                  <a:cubicBezTo>
                    <a:pt x="157" y="263"/>
                    <a:pt x="206" y="226"/>
                    <a:pt x="223" y="140"/>
                  </a:cubicBezTo>
                  <a:cubicBezTo>
                    <a:pt x="239" y="107"/>
                    <a:pt x="223" y="90"/>
                    <a:pt x="206" y="57"/>
                  </a:cubicBezTo>
                  <a:cubicBezTo>
                    <a:pt x="206" y="36"/>
                    <a:pt x="206" y="36"/>
                    <a:pt x="190" y="36"/>
                  </a:cubicBezTo>
                  <a:cubicBezTo>
                    <a:pt x="190" y="20"/>
                    <a:pt x="173" y="4"/>
                    <a:pt x="136" y="4"/>
                  </a:cubicBezTo>
                  <a:cubicBezTo>
                    <a:pt x="130" y="1"/>
                    <a:pt x="123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16"/>
            <p:cNvSpPr/>
            <p:nvPr/>
          </p:nvSpPr>
          <p:spPr>
            <a:xfrm rot="10800000">
              <a:off x="4333640" y="2466033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17" y="0"/>
                  </a:moveTo>
                  <a:cubicBezTo>
                    <a:pt x="70" y="0"/>
                    <a:pt x="15" y="49"/>
                    <a:pt x="0" y="106"/>
                  </a:cubicBezTo>
                  <a:cubicBezTo>
                    <a:pt x="0" y="143"/>
                    <a:pt x="0" y="176"/>
                    <a:pt x="17" y="193"/>
                  </a:cubicBezTo>
                  <a:cubicBezTo>
                    <a:pt x="33" y="230"/>
                    <a:pt x="50" y="246"/>
                    <a:pt x="87" y="246"/>
                  </a:cubicBezTo>
                  <a:cubicBezTo>
                    <a:pt x="96" y="251"/>
                    <a:pt x="106" y="253"/>
                    <a:pt x="115" y="253"/>
                  </a:cubicBezTo>
                  <a:cubicBezTo>
                    <a:pt x="138" y="253"/>
                    <a:pt x="158" y="242"/>
                    <a:pt x="169" y="230"/>
                  </a:cubicBezTo>
                  <a:cubicBezTo>
                    <a:pt x="206" y="209"/>
                    <a:pt x="223" y="176"/>
                    <a:pt x="223" y="143"/>
                  </a:cubicBezTo>
                  <a:cubicBezTo>
                    <a:pt x="239" y="106"/>
                    <a:pt x="223" y="73"/>
                    <a:pt x="206" y="57"/>
                  </a:cubicBezTo>
                  <a:cubicBezTo>
                    <a:pt x="206" y="40"/>
                    <a:pt x="206" y="40"/>
                    <a:pt x="190" y="24"/>
                  </a:cubicBezTo>
                  <a:cubicBezTo>
                    <a:pt x="190" y="3"/>
                    <a:pt x="153" y="3"/>
                    <a:pt x="136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16"/>
            <p:cNvSpPr/>
            <p:nvPr/>
          </p:nvSpPr>
          <p:spPr>
            <a:xfrm rot="10800000">
              <a:off x="4318190" y="2465808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35" y="0"/>
                  </a:moveTo>
                  <a:cubicBezTo>
                    <a:pt x="120" y="0"/>
                    <a:pt x="104" y="5"/>
                    <a:pt x="87" y="13"/>
                  </a:cubicBezTo>
                  <a:cubicBezTo>
                    <a:pt x="34" y="29"/>
                    <a:pt x="1" y="99"/>
                    <a:pt x="17" y="165"/>
                  </a:cubicBezTo>
                  <a:cubicBezTo>
                    <a:pt x="17" y="186"/>
                    <a:pt x="34" y="202"/>
                    <a:pt x="34" y="219"/>
                  </a:cubicBezTo>
                  <a:lnTo>
                    <a:pt x="190" y="219"/>
                  </a:lnTo>
                  <a:cubicBezTo>
                    <a:pt x="223" y="186"/>
                    <a:pt x="240" y="132"/>
                    <a:pt x="223" y="83"/>
                  </a:cubicBezTo>
                  <a:cubicBezTo>
                    <a:pt x="223" y="46"/>
                    <a:pt x="207" y="29"/>
                    <a:pt x="207" y="29"/>
                  </a:cubicBezTo>
                  <a:cubicBezTo>
                    <a:pt x="190" y="13"/>
                    <a:pt x="190" y="13"/>
                    <a:pt x="170" y="13"/>
                  </a:cubicBezTo>
                  <a:cubicBezTo>
                    <a:pt x="161" y="5"/>
                    <a:pt x="149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16"/>
            <p:cNvSpPr/>
            <p:nvPr/>
          </p:nvSpPr>
          <p:spPr>
            <a:xfrm rot="10800000">
              <a:off x="4294590" y="2523833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53" y="0"/>
                  </a:moveTo>
                  <a:cubicBezTo>
                    <a:pt x="120" y="0"/>
                    <a:pt x="104" y="0"/>
                    <a:pt x="87" y="17"/>
                  </a:cubicBezTo>
                  <a:cubicBezTo>
                    <a:pt x="50" y="33"/>
                    <a:pt x="17" y="70"/>
                    <a:pt x="17" y="103"/>
                  </a:cubicBezTo>
                  <a:cubicBezTo>
                    <a:pt x="1" y="136"/>
                    <a:pt x="17" y="173"/>
                    <a:pt x="34" y="206"/>
                  </a:cubicBezTo>
                  <a:cubicBezTo>
                    <a:pt x="34" y="223"/>
                    <a:pt x="71" y="239"/>
                    <a:pt x="104" y="256"/>
                  </a:cubicBezTo>
                  <a:cubicBezTo>
                    <a:pt x="153" y="256"/>
                    <a:pt x="207" y="223"/>
                    <a:pt x="223" y="153"/>
                  </a:cubicBezTo>
                  <a:cubicBezTo>
                    <a:pt x="223" y="153"/>
                    <a:pt x="240" y="153"/>
                    <a:pt x="240" y="136"/>
                  </a:cubicBezTo>
                  <a:cubicBezTo>
                    <a:pt x="240" y="103"/>
                    <a:pt x="223" y="50"/>
                    <a:pt x="207" y="17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16"/>
            <p:cNvSpPr/>
            <p:nvPr/>
          </p:nvSpPr>
          <p:spPr>
            <a:xfrm rot="10800000">
              <a:off x="4290240" y="2465808"/>
              <a:ext cx="5200" cy="2175"/>
            </a:xfrm>
            <a:custGeom>
              <a:avLst/>
              <a:gdLst/>
              <a:ahLst/>
              <a:cxnLst/>
              <a:rect l="l" t="t" r="r" b="b"/>
              <a:pathLst>
                <a:path w="208" h="87" extrusionOk="0">
                  <a:moveTo>
                    <a:pt x="71" y="0"/>
                  </a:moveTo>
                  <a:cubicBezTo>
                    <a:pt x="34" y="17"/>
                    <a:pt x="17" y="54"/>
                    <a:pt x="1" y="87"/>
                  </a:cubicBezTo>
                  <a:lnTo>
                    <a:pt x="207" y="87"/>
                  </a:lnTo>
                  <a:cubicBezTo>
                    <a:pt x="207" y="54"/>
                    <a:pt x="207" y="33"/>
                    <a:pt x="191" y="17"/>
                  </a:cubicBezTo>
                  <a:cubicBezTo>
                    <a:pt x="174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16"/>
            <p:cNvSpPr/>
            <p:nvPr/>
          </p:nvSpPr>
          <p:spPr>
            <a:xfrm rot="10800000">
              <a:off x="4329715" y="2512708"/>
              <a:ext cx="6125" cy="6575"/>
            </a:xfrm>
            <a:custGeom>
              <a:avLst/>
              <a:gdLst/>
              <a:ahLst/>
              <a:cxnLst/>
              <a:rect l="l" t="t" r="r" b="b"/>
              <a:pathLst>
                <a:path w="245" h="263" extrusionOk="0">
                  <a:moveTo>
                    <a:pt x="135" y="1"/>
                  </a:moveTo>
                  <a:cubicBezTo>
                    <a:pt x="125" y="1"/>
                    <a:pt x="115" y="3"/>
                    <a:pt x="104" y="7"/>
                  </a:cubicBezTo>
                  <a:cubicBezTo>
                    <a:pt x="71" y="7"/>
                    <a:pt x="54" y="24"/>
                    <a:pt x="38" y="61"/>
                  </a:cubicBezTo>
                  <a:cubicBezTo>
                    <a:pt x="17" y="78"/>
                    <a:pt x="1" y="111"/>
                    <a:pt x="1" y="127"/>
                  </a:cubicBezTo>
                  <a:cubicBezTo>
                    <a:pt x="1" y="164"/>
                    <a:pt x="17" y="214"/>
                    <a:pt x="38" y="230"/>
                  </a:cubicBezTo>
                  <a:cubicBezTo>
                    <a:pt x="59" y="253"/>
                    <a:pt x="84" y="263"/>
                    <a:pt x="108" y="263"/>
                  </a:cubicBezTo>
                  <a:cubicBezTo>
                    <a:pt x="140" y="263"/>
                    <a:pt x="171" y="244"/>
                    <a:pt x="190" y="214"/>
                  </a:cubicBezTo>
                  <a:cubicBezTo>
                    <a:pt x="244" y="164"/>
                    <a:pt x="244" y="78"/>
                    <a:pt x="190" y="24"/>
                  </a:cubicBezTo>
                  <a:cubicBezTo>
                    <a:pt x="179" y="12"/>
                    <a:pt x="159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16"/>
            <p:cNvSpPr/>
            <p:nvPr/>
          </p:nvSpPr>
          <p:spPr>
            <a:xfrm rot="10800000">
              <a:off x="4328090" y="2495883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0"/>
                  </a:moveTo>
                  <a:cubicBezTo>
                    <a:pt x="87" y="0"/>
                    <a:pt x="17" y="33"/>
                    <a:pt x="17" y="104"/>
                  </a:cubicBezTo>
                  <a:cubicBezTo>
                    <a:pt x="1" y="137"/>
                    <a:pt x="1" y="170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153" y="256"/>
                    <a:pt x="207" y="223"/>
                    <a:pt x="223" y="153"/>
                  </a:cubicBezTo>
                  <a:cubicBezTo>
                    <a:pt x="240" y="120"/>
                    <a:pt x="223" y="87"/>
                    <a:pt x="223" y="50"/>
                  </a:cubicBezTo>
                  <a:cubicBezTo>
                    <a:pt x="207" y="50"/>
                    <a:pt x="207" y="33"/>
                    <a:pt x="207" y="33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16"/>
            <p:cNvSpPr/>
            <p:nvPr/>
          </p:nvSpPr>
          <p:spPr>
            <a:xfrm rot="10800000">
              <a:off x="4322515" y="2589908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0"/>
                  </a:moveTo>
                  <a:cubicBezTo>
                    <a:pt x="88" y="0"/>
                    <a:pt x="17" y="37"/>
                    <a:pt x="1" y="103"/>
                  </a:cubicBezTo>
                  <a:cubicBezTo>
                    <a:pt x="1" y="140"/>
                    <a:pt x="1" y="173"/>
                    <a:pt x="17" y="206"/>
                  </a:cubicBezTo>
                  <a:cubicBezTo>
                    <a:pt x="38" y="244"/>
                    <a:pt x="55" y="260"/>
                    <a:pt x="88" y="260"/>
                  </a:cubicBezTo>
                  <a:cubicBezTo>
                    <a:pt x="121" y="260"/>
                    <a:pt x="141" y="260"/>
                    <a:pt x="174" y="244"/>
                  </a:cubicBezTo>
                  <a:cubicBezTo>
                    <a:pt x="191" y="206"/>
                    <a:pt x="207" y="190"/>
                    <a:pt x="224" y="157"/>
                  </a:cubicBezTo>
                  <a:cubicBezTo>
                    <a:pt x="224" y="120"/>
                    <a:pt x="224" y="87"/>
                    <a:pt x="207" y="54"/>
                  </a:cubicBezTo>
                  <a:cubicBezTo>
                    <a:pt x="207" y="54"/>
                    <a:pt x="207" y="37"/>
                    <a:pt x="191" y="37"/>
                  </a:cubicBezTo>
                  <a:cubicBezTo>
                    <a:pt x="174" y="17"/>
                    <a:pt x="158" y="0"/>
                    <a:pt x="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16"/>
            <p:cNvSpPr/>
            <p:nvPr/>
          </p:nvSpPr>
          <p:spPr>
            <a:xfrm rot="10800000">
              <a:off x="4220665" y="2465808"/>
              <a:ext cx="5600" cy="4000"/>
            </a:xfrm>
            <a:custGeom>
              <a:avLst/>
              <a:gdLst/>
              <a:ahLst/>
              <a:cxnLst/>
              <a:rect l="l" t="t" r="r" b="b"/>
              <a:pathLst>
                <a:path w="224" h="160" extrusionOk="0">
                  <a:moveTo>
                    <a:pt x="111" y="0"/>
                  </a:moveTo>
                  <a:cubicBezTo>
                    <a:pt x="55" y="0"/>
                    <a:pt x="15" y="49"/>
                    <a:pt x="0" y="106"/>
                  </a:cubicBezTo>
                  <a:lnTo>
                    <a:pt x="0" y="160"/>
                  </a:lnTo>
                  <a:lnTo>
                    <a:pt x="223" y="160"/>
                  </a:lnTo>
                  <a:cubicBezTo>
                    <a:pt x="223" y="127"/>
                    <a:pt x="223" y="90"/>
                    <a:pt x="207" y="57"/>
                  </a:cubicBezTo>
                  <a:cubicBezTo>
                    <a:pt x="207" y="40"/>
                    <a:pt x="190" y="40"/>
                    <a:pt x="190" y="40"/>
                  </a:cubicBezTo>
                  <a:cubicBezTo>
                    <a:pt x="169" y="24"/>
                    <a:pt x="153" y="3"/>
                    <a:pt x="136" y="3"/>
                  </a:cubicBezTo>
                  <a:cubicBezTo>
                    <a:pt x="128" y="1"/>
                    <a:pt x="119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16"/>
            <p:cNvSpPr/>
            <p:nvPr/>
          </p:nvSpPr>
          <p:spPr>
            <a:xfrm rot="10800000">
              <a:off x="4041115" y="2494383"/>
              <a:ext cx="6125" cy="6350"/>
            </a:xfrm>
            <a:custGeom>
              <a:avLst/>
              <a:gdLst/>
              <a:ahLst/>
              <a:cxnLst/>
              <a:rect l="l" t="t" r="r" b="b"/>
              <a:pathLst>
                <a:path w="245" h="254" extrusionOk="0">
                  <a:moveTo>
                    <a:pt x="132" y="0"/>
                  </a:moveTo>
                  <a:cubicBezTo>
                    <a:pt x="76" y="0"/>
                    <a:pt x="35" y="49"/>
                    <a:pt x="17" y="107"/>
                  </a:cubicBezTo>
                  <a:cubicBezTo>
                    <a:pt x="1" y="144"/>
                    <a:pt x="17" y="177"/>
                    <a:pt x="38" y="210"/>
                  </a:cubicBezTo>
                  <a:cubicBezTo>
                    <a:pt x="54" y="230"/>
                    <a:pt x="71" y="247"/>
                    <a:pt x="87" y="247"/>
                  </a:cubicBezTo>
                  <a:cubicBezTo>
                    <a:pt x="97" y="252"/>
                    <a:pt x="107" y="254"/>
                    <a:pt x="117" y="254"/>
                  </a:cubicBezTo>
                  <a:cubicBezTo>
                    <a:pt x="140" y="254"/>
                    <a:pt x="162" y="242"/>
                    <a:pt x="174" y="230"/>
                  </a:cubicBezTo>
                  <a:cubicBezTo>
                    <a:pt x="207" y="210"/>
                    <a:pt x="224" y="177"/>
                    <a:pt x="224" y="144"/>
                  </a:cubicBezTo>
                  <a:cubicBezTo>
                    <a:pt x="244" y="107"/>
                    <a:pt x="244" y="74"/>
                    <a:pt x="224" y="57"/>
                  </a:cubicBezTo>
                  <a:cubicBezTo>
                    <a:pt x="207" y="41"/>
                    <a:pt x="207" y="41"/>
                    <a:pt x="207" y="24"/>
                  </a:cubicBezTo>
                  <a:lnTo>
                    <a:pt x="191" y="24"/>
                  </a:lnTo>
                  <a:cubicBezTo>
                    <a:pt x="174" y="3"/>
                    <a:pt x="174" y="3"/>
                    <a:pt x="158" y="3"/>
                  </a:cubicBezTo>
                  <a:cubicBezTo>
                    <a:pt x="149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16"/>
            <p:cNvSpPr/>
            <p:nvPr/>
          </p:nvSpPr>
          <p:spPr>
            <a:xfrm rot="10800000">
              <a:off x="4050615" y="2574858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20" y="0"/>
                    <a:pt x="87" y="0"/>
                    <a:pt x="66" y="17"/>
                  </a:cubicBezTo>
                  <a:cubicBezTo>
                    <a:pt x="33" y="33"/>
                    <a:pt x="17" y="70"/>
                    <a:pt x="0" y="103"/>
                  </a:cubicBezTo>
                  <a:cubicBezTo>
                    <a:pt x="0" y="136"/>
                    <a:pt x="0" y="173"/>
                    <a:pt x="17" y="206"/>
                  </a:cubicBezTo>
                  <a:cubicBezTo>
                    <a:pt x="33" y="239"/>
                    <a:pt x="50" y="260"/>
                    <a:pt x="87" y="260"/>
                  </a:cubicBezTo>
                  <a:cubicBezTo>
                    <a:pt x="136" y="260"/>
                    <a:pt x="190" y="223"/>
                    <a:pt x="223" y="157"/>
                  </a:cubicBezTo>
                  <a:cubicBezTo>
                    <a:pt x="223" y="103"/>
                    <a:pt x="223" y="54"/>
                    <a:pt x="190" y="33"/>
                  </a:cubicBezTo>
                  <a:cubicBezTo>
                    <a:pt x="169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16"/>
            <p:cNvSpPr/>
            <p:nvPr/>
          </p:nvSpPr>
          <p:spPr>
            <a:xfrm rot="10800000">
              <a:off x="4045465" y="2512483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42" y="1"/>
                  </a:moveTo>
                  <a:cubicBezTo>
                    <a:pt x="127" y="1"/>
                    <a:pt x="114" y="5"/>
                    <a:pt x="103" y="13"/>
                  </a:cubicBezTo>
                  <a:cubicBezTo>
                    <a:pt x="37" y="34"/>
                    <a:pt x="0" y="116"/>
                    <a:pt x="21" y="170"/>
                  </a:cubicBezTo>
                  <a:cubicBezTo>
                    <a:pt x="35" y="228"/>
                    <a:pt x="82" y="260"/>
                    <a:pt x="129" y="260"/>
                  </a:cubicBezTo>
                  <a:cubicBezTo>
                    <a:pt x="138" y="260"/>
                    <a:pt x="148" y="259"/>
                    <a:pt x="157" y="256"/>
                  </a:cubicBezTo>
                  <a:cubicBezTo>
                    <a:pt x="227" y="219"/>
                    <a:pt x="260" y="153"/>
                    <a:pt x="243" y="83"/>
                  </a:cubicBezTo>
                  <a:cubicBezTo>
                    <a:pt x="227" y="67"/>
                    <a:pt x="227" y="50"/>
                    <a:pt x="206" y="34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3" y="5"/>
                    <a:pt x="157" y="1"/>
                    <a:pt x="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16"/>
            <p:cNvSpPr/>
            <p:nvPr/>
          </p:nvSpPr>
          <p:spPr>
            <a:xfrm rot="10800000">
              <a:off x="4053590" y="2481258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2" y="0"/>
                  </a:moveTo>
                  <a:cubicBezTo>
                    <a:pt x="101" y="0"/>
                    <a:pt x="66" y="19"/>
                    <a:pt x="37" y="49"/>
                  </a:cubicBezTo>
                  <a:cubicBezTo>
                    <a:pt x="0" y="99"/>
                    <a:pt x="0" y="185"/>
                    <a:pt x="37" y="223"/>
                  </a:cubicBezTo>
                  <a:cubicBezTo>
                    <a:pt x="54" y="239"/>
                    <a:pt x="70" y="256"/>
                    <a:pt x="87" y="256"/>
                  </a:cubicBezTo>
                  <a:cubicBezTo>
                    <a:pt x="124" y="256"/>
                    <a:pt x="173" y="239"/>
                    <a:pt x="190" y="202"/>
                  </a:cubicBezTo>
                  <a:cubicBezTo>
                    <a:pt x="227" y="169"/>
                    <a:pt x="243" y="119"/>
                    <a:pt x="227" y="66"/>
                  </a:cubicBezTo>
                  <a:cubicBezTo>
                    <a:pt x="227" y="49"/>
                    <a:pt x="206" y="3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16"/>
            <p:cNvSpPr/>
            <p:nvPr/>
          </p:nvSpPr>
          <p:spPr>
            <a:xfrm rot="10800000">
              <a:off x="4148940" y="2465808"/>
              <a:ext cx="6100" cy="5575"/>
            </a:xfrm>
            <a:custGeom>
              <a:avLst/>
              <a:gdLst/>
              <a:ahLst/>
              <a:cxnLst/>
              <a:rect l="l" t="t" r="r" b="b"/>
              <a:pathLst>
                <a:path w="244" h="223" extrusionOk="0">
                  <a:moveTo>
                    <a:pt x="157" y="0"/>
                  </a:moveTo>
                  <a:cubicBezTo>
                    <a:pt x="87" y="0"/>
                    <a:pt x="37" y="33"/>
                    <a:pt x="21" y="120"/>
                  </a:cubicBezTo>
                  <a:cubicBezTo>
                    <a:pt x="0" y="136"/>
                    <a:pt x="21" y="169"/>
                    <a:pt x="21" y="206"/>
                  </a:cubicBezTo>
                  <a:cubicBezTo>
                    <a:pt x="37" y="206"/>
                    <a:pt x="37" y="223"/>
                    <a:pt x="37" y="223"/>
                  </a:cubicBezTo>
                  <a:lnTo>
                    <a:pt x="190" y="223"/>
                  </a:lnTo>
                  <a:cubicBezTo>
                    <a:pt x="206" y="206"/>
                    <a:pt x="227" y="190"/>
                    <a:pt x="227" y="153"/>
                  </a:cubicBezTo>
                  <a:cubicBezTo>
                    <a:pt x="244" y="120"/>
                    <a:pt x="244" y="87"/>
                    <a:pt x="227" y="50"/>
                  </a:cubicBezTo>
                  <a:cubicBezTo>
                    <a:pt x="206" y="50"/>
                    <a:pt x="206" y="33"/>
                    <a:pt x="206" y="33"/>
                  </a:cubicBezTo>
                  <a:cubicBezTo>
                    <a:pt x="190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16"/>
            <p:cNvSpPr/>
            <p:nvPr/>
          </p:nvSpPr>
          <p:spPr>
            <a:xfrm rot="10800000">
              <a:off x="4120590" y="2465808"/>
              <a:ext cx="5600" cy="3000"/>
            </a:xfrm>
            <a:custGeom>
              <a:avLst/>
              <a:gdLst/>
              <a:ahLst/>
              <a:cxnLst/>
              <a:rect l="l" t="t" r="r" b="b"/>
              <a:pathLst>
                <a:path w="224" h="120" extrusionOk="0">
                  <a:moveTo>
                    <a:pt x="137" y="0"/>
                  </a:moveTo>
                  <a:cubicBezTo>
                    <a:pt x="67" y="0"/>
                    <a:pt x="17" y="50"/>
                    <a:pt x="1" y="120"/>
                  </a:cubicBezTo>
                  <a:lnTo>
                    <a:pt x="223" y="120"/>
                  </a:lnTo>
                  <a:cubicBezTo>
                    <a:pt x="223" y="103"/>
                    <a:pt x="223" y="66"/>
                    <a:pt x="207" y="50"/>
                  </a:cubicBezTo>
                  <a:lnTo>
                    <a:pt x="186" y="33"/>
                  </a:lnTo>
                  <a:cubicBezTo>
                    <a:pt x="170" y="17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16"/>
            <p:cNvSpPr/>
            <p:nvPr/>
          </p:nvSpPr>
          <p:spPr>
            <a:xfrm rot="10800000">
              <a:off x="4324165" y="2543108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82" y="0"/>
                    <a:pt x="49" y="21"/>
                  </a:cubicBezTo>
                  <a:cubicBezTo>
                    <a:pt x="16" y="54"/>
                    <a:pt x="0" y="70"/>
                    <a:pt x="0" y="103"/>
                  </a:cubicBezTo>
                  <a:cubicBezTo>
                    <a:pt x="0" y="140"/>
                    <a:pt x="0" y="173"/>
                    <a:pt x="16" y="206"/>
                  </a:cubicBezTo>
                  <a:cubicBezTo>
                    <a:pt x="33" y="243"/>
                    <a:pt x="49" y="260"/>
                    <a:pt x="82" y="260"/>
                  </a:cubicBezTo>
                  <a:cubicBezTo>
                    <a:pt x="136" y="260"/>
                    <a:pt x="206" y="227"/>
                    <a:pt x="223" y="157"/>
                  </a:cubicBezTo>
                  <a:cubicBezTo>
                    <a:pt x="223" y="124"/>
                    <a:pt x="223" y="87"/>
                    <a:pt x="206" y="54"/>
                  </a:cubicBezTo>
                  <a:lnTo>
                    <a:pt x="186" y="37"/>
                  </a:lnTo>
                  <a:cubicBezTo>
                    <a:pt x="169" y="21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16"/>
            <p:cNvSpPr/>
            <p:nvPr/>
          </p:nvSpPr>
          <p:spPr>
            <a:xfrm rot="10800000">
              <a:off x="4280365" y="2535883"/>
              <a:ext cx="6100" cy="6725"/>
            </a:xfrm>
            <a:custGeom>
              <a:avLst/>
              <a:gdLst/>
              <a:ahLst/>
              <a:cxnLst/>
              <a:rect l="l" t="t" r="r" b="b"/>
              <a:pathLst>
                <a:path w="244" h="269" extrusionOk="0">
                  <a:moveTo>
                    <a:pt x="138" y="0"/>
                  </a:moveTo>
                  <a:cubicBezTo>
                    <a:pt x="123" y="0"/>
                    <a:pt x="106" y="5"/>
                    <a:pt x="87" y="13"/>
                  </a:cubicBezTo>
                  <a:cubicBezTo>
                    <a:pt x="38" y="29"/>
                    <a:pt x="1" y="116"/>
                    <a:pt x="21" y="186"/>
                  </a:cubicBezTo>
                  <a:cubicBezTo>
                    <a:pt x="21" y="202"/>
                    <a:pt x="38" y="235"/>
                    <a:pt x="71" y="256"/>
                  </a:cubicBezTo>
                  <a:cubicBezTo>
                    <a:pt x="87" y="264"/>
                    <a:pt x="101" y="268"/>
                    <a:pt x="114" y="268"/>
                  </a:cubicBezTo>
                  <a:cubicBezTo>
                    <a:pt x="127" y="268"/>
                    <a:pt x="141" y="264"/>
                    <a:pt x="157" y="256"/>
                  </a:cubicBezTo>
                  <a:cubicBezTo>
                    <a:pt x="190" y="235"/>
                    <a:pt x="207" y="219"/>
                    <a:pt x="227" y="186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27" y="66"/>
                    <a:pt x="227" y="50"/>
                    <a:pt x="207" y="29"/>
                  </a:cubicBezTo>
                  <a:cubicBezTo>
                    <a:pt x="190" y="29"/>
                    <a:pt x="190" y="13"/>
                    <a:pt x="174" y="13"/>
                  </a:cubicBezTo>
                  <a:cubicBezTo>
                    <a:pt x="166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16"/>
            <p:cNvSpPr/>
            <p:nvPr/>
          </p:nvSpPr>
          <p:spPr>
            <a:xfrm rot="10800000">
              <a:off x="4277790" y="2519833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28" y="1"/>
                  </a:moveTo>
                  <a:cubicBezTo>
                    <a:pt x="73" y="1"/>
                    <a:pt x="35" y="49"/>
                    <a:pt x="21" y="108"/>
                  </a:cubicBezTo>
                  <a:cubicBezTo>
                    <a:pt x="1" y="141"/>
                    <a:pt x="21" y="174"/>
                    <a:pt x="21" y="191"/>
                  </a:cubicBezTo>
                  <a:cubicBezTo>
                    <a:pt x="38" y="228"/>
                    <a:pt x="71" y="244"/>
                    <a:pt x="87" y="244"/>
                  </a:cubicBezTo>
                  <a:cubicBezTo>
                    <a:pt x="96" y="247"/>
                    <a:pt x="106" y="248"/>
                    <a:pt x="115" y="248"/>
                  </a:cubicBezTo>
                  <a:cubicBezTo>
                    <a:pt x="175" y="248"/>
                    <a:pt x="227" y="202"/>
                    <a:pt x="227" y="141"/>
                  </a:cubicBezTo>
                  <a:cubicBezTo>
                    <a:pt x="244" y="108"/>
                    <a:pt x="244" y="71"/>
                    <a:pt x="227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0" y="5"/>
                    <a:pt x="174" y="5"/>
                    <a:pt x="157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16"/>
            <p:cNvSpPr/>
            <p:nvPr/>
          </p:nvSpPr>
          <p:spPr>
            <a:xfrm rot="10800000">
              <a:off x="4276540" y="2564233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5" y="1"/>
                  </a:moveTo>
                  <a:cubicBezTo>
                    <a:pt x="120" y="1"/>
                    <a:pt x="103" y="5"/>
                    <a:pt x="87" y="13"/>
                  </a:cubicBezTo>
                  <a:cubicBezTo>
                    <a:pt x="50" y="29"/>
                    <a:pt x="33" y="50"/>
                    <a:pt x="17" y="83"/>
                  </a:cubicBezTo>
                  <a:cubicBezTo>
                    <a:pt x="0" y="116"/>
                    <a:pt x="0" y="153"/>
                    <a:pt x="17" y="186"/>
                  </a:cubicBezTo>
                  <a:cubicBezTo>
                    <a:pt x="17" y="219"/>
                    <a:pt x="33" y="236"/>
                    <a:pt x="70" y="256"/>
                  </a:cubicBezTo>
                  <a:cubicBezTo>
                    <a:pt x="79" y="264"/>
                    <a:pt x="91" y="269"/>
                    <a:pt x="105" y="269"/>
                  </a:cubicBezTo>
                  <a:cubicBezTo>
                    <a:pt x="120" y="269"/>
                    <a:pt x="136" y="264"/>
                    <a:pt x="153" y="256"/>
                  </a:cubicBezTo>
                  <a:cubicBezTo>
                    <a:pt x="206" y="219"/>
                    <a:pt x="239" y="153"/>
                    <a:pt x="223" y="83"/>
                  </a:cubicBezTo>
                  <a:cubicBezTo>
                    <a:pt x="223" y="67"/>
                    <a:pt x="206" y="50"/>
                    <a:pt x="206" y="29"/>
                  </a:cubicBezTo>
                  <a:cubicBezTo>
                    <a:pt x="190" y="29"/>
                    <a:pt x="190" y="13"/>
                    <a:pt x="173" y="13"/>
                  </a:cubicBezTo>
                  <a:cubicBezTo>
                    <a:pt x="163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16"/>
            <p:cNvSpPr/>
            <p:nvPr/>
          </p:nvSpPr>
          <p:spPr>
            <a:xfrm rot="10800000">
              <a:off x="4285515" y="2487133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8" y="0"/>
                  </a:moveTo>
                  <a:cubicBezTo>
                    <a:pt x="103" y="0"/>
                    <a:pt x="67" y="19"/>
                    <a:pt x="38" y="50"/>
                  </a:cubicBezTo>
                  <a:cubicBezTo>
                    <a:pt x="0" y="100"/>
                    <a:pt x="0" y="186"/>
                    <a:pt x="38" y="236"/>
                  </a:cubicBezTo>
                  <a:cubicBezTo>
                    <a:pt x="58" y="251"/>
                    <a:pt x="83" y="260"/>
                    <a:pt x="108" y="260"/>
                  </a:cubicBezTo>
                  <a:cubicBezTo>
                    <a:pt x="142" y="260"/>
                    <a:pt x="178" y="243"/>
                    <a:pt x="207" y="203"/>
                  </a:cubicBezTo>
                  <a:cubicBezTo>
                    <a:pt x="244" y="153"/>
                    <a:pt x="244" y="67"/>
                    <a:pt x="207" y="30"/>
                  </a:cubicBezTo>
                  <a:cubicBezTo>
                    <a:pt x="186" y="9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16"/>
            <p:cNvSpPr/>
            <p:nvPr/>
          </p:nvSpPr>
          <p:spPr>
            <a:xfrm rot="10800000">
              <a:off x="4287665" y="2506708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03" y="1"/>
                  </a:moveTo>
                  <a:cubicBezTo>
                    <a:pt x="38" y="34"/>
                    <a:pt x="0" y="104"/>
                    <a:pt x="21" y="170"/>
                  </a:cubicBezTo>
                  <a:cubicBezTo>
                    <a:pt x="21" y="207"/>
                    <a:pt x="54" y="223"/>
                    <a:pt x="70" y="240"/>
                  </a:cubicBezTo>
                  <a:cubicBezTo>
                    <a:pt x="87" y="248"/>
                    <a:pt x="100" y="252"/>
                    <a:pt x="114" y="252"/>
                  </a:cubicBezTo>
                  <a:cubicBezTo>
                    <a:pt x="127" y="252"/>
                    <a:pt x="141" y="248"/>
                    <a:pt x="157" y="240"/>
                  </a:cubicBezTo>
                  <a:cubicBezTo>
                    <a:pt x="227" y="223"/>
                    <a:pt x="260" y="137"/>
                    <a:pt x="244" y="83"/>
                  </a:cubicBezTo>
                  <a:cubicBezTo>
                    <a:pt x="227" y="50"/>
                    <a:pt x="227" y="34"/>
                    <a:pt x="207" y="34"/>
                  </a:cubicBezTo>
                  <a:cubicBezTo>
                    <a:pt x="207" y="17"/>
                    <a:pt x="190" y="17"/>
                    <a:pt x="190" y="17"/>
                  </a:cubicBez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16"/>
            <p:cNvSpPr/>
            <p:nvPr/>
          </p:nvSpPr>
          <p:spPr>
            <a:xfrm rot="10800000">
              <a:off x="4290240" y="2568708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36" y="0"/>
                  </a:moveTo>
                  <a:cubicBezTo>
                    <a:pt x="102" y="0"/>
                    <a:pt x="68" y="14"/>
                    <a:pt x="50" y="43"/>
                  </a:cubicBezTo>
                  <a:cubicBezTo>
                    <a:pt x="1" y="113"/>
                    <a:pt x="1" y="179"/>
                    <a:pt x="50" y="233"/>
                  </a:cubicBezTo>
                  <a:cubicBezTo>
                    <a:pt x="67" y="249"/>
                    <a:pt x="83" y="249"/>
                    <a:pt x="104" y="249"/>
                  </a:cubicBezTo>
                  <a:cubicBezTo>
                    <a:pt x="113" y="253"/>
                    <a:pt x="122" y="256"/>
                    <a:pt x="131" y="256"/>
                  </a:cubicBezTo>
                  <a:cubicBezTo>
                    <a:pt x="155" y="256"/>
                    <a:pt x="180" y="240"/>
                    <a:pt x="207" y="216"/>
                  </a:cubicBezTo>
                  <a:cubicBezTo>
                    <a:pt x="240" y="162"/>
                    <a:pt x="240" y="113"/>
                    <a:pt x="240" y="76"/>
                  </a:cubicBezTo>
                  <a:cubicBezTo>
                    <a:pt x="224" y="59"/>
                    <a:pt x="224" y="43"/>
                    <a:pt x="207" y="26"/>
                  </a:cubicBezTo>
                  <a:cubicBezTo>
                    <a:pt x="190" y="10"/>
                    <a:pt x="163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16"/>
            <p:cNvSpPr/>
            <p:nvPr/>
          </p:nvSpPr>
          <p:spPr>
            <a:xfrm rot="10800000">
              <a:off x="4284690" y="2551233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7" y="0"/>
                  </a:moveTo>
                  <a:cubicBezTo>
                    <a:pt x="71" y="0"/>
                    <a:pt x="15" y="49"/>
                    <a:pt x="1" y="106"/>
                  </a:cubicBezTo>
                  <a:cubicBezTo>
                    <a:pt x="1" y="144"/>
                    <a:pt x="1" y="177"/>
                    <a:pt x="17" y="209"/>
                  </a:cubicBezTo>
                  <a:cubicBezTo>
                    <a:pt x="34" y="226"/>
                    <a:pt x="50" y="247"/>
                    <a:pt x="87" y="263"/>
                  </a:cubicBezTo>
                  <a:cubicBezTo>
                    <a:pt x="153" y="263"/>
                    <a:pt x="207" y="209"/>
                    <a:pt x="223" y="144"/>
                  </a:cubicBezTo>
                  <a:cubicBezTo>
                    <a:pt x="240" y="106"/>
                    <a:pt x="223" y="57"/>
                    <a:pt x="190" y="20"/>
                  </a:cubicBezTo>
                  <a:cubicBezTo>
                    <a:pt x="170" y="20"/>
                    <a:pt x="153" y="3"/>
                    <a:pt x="137" y="3"/>
                  </a:cubicBezTo>
                  <a:cubicBezTo>
                    <a:pt x="131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16"/>
            <p:cNvSpPr/>
            <p:nvPr/>
          </p:nvSpPr>
          <p:spPr>
            <a:xfrm rot="10800000">
              <a:off x="4268815" y="2547833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14" y="0"/>
                  </a:moveTo>
                  <a:cubicBezTo>
                    <a:pt x="68" y="0"/>
                    <a:pt x="15" y="48"/>
                    <a:pt x="1" y="108"/>
                  </a:cubicBezTo>
                  <a:cubicBezTo>
                    <a:pt x="1" y="141"/>
                    <a:pt x="1" y="174"/>
                    <a:pt x="17" y="211"/>
                  </a:cubicBezTo>
                  <a:cubicBezTo>
                    <a:pt x="33" y="227"/>
                    <a:pt x="50" y="244"/>
                    <a:pt x="87" y="260"/>
                  </a:cubicBezTo>
                  <a:cubicBezTo>
                    <a:pt x="120" y="260"/>
                    <a:pt x="153" y="244"/>
                    <a:pt x="174" y="227"/>
                  </a:cubicBezTo>
                  <a:cubicBezTo>
                    <a:pt x="207" y="211"/>
                    <a:pt x="223" y="174"/>
                    <a:pt x="223" y="141"/>
                  </a:cubicBezTo>
                  <a:cubicBezTo>
                    <a:pt x="240" y="108"/>
                    <a:pt x="223" y="70"/>
                    <a:pt x="207" y="54"/>
                  </a:cubicBezTo>
                  <a:cubicBezTo>
                    <a:pt x="207" y="38"/>
                    <a:pt x="207" y="38"/>
                    <a:pt x="190" y="21"/>
                  </a:cubicBezTo>
                  <a:cubicBezTo>
                    <a:pt x="190" y="21"/>
                    <a:pt x="174" y="5"/>
                    <a:pt x="137" y="5"/>
                  </a:cubicBezTo>
                  <a:cubicBezTo>
                    <a:pt x="129" y="1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16"/>
            <p:cNvSpPr/>
            <p:nvPr/>
          </p:nvSpPr>
          <p:spPr>
            <a:xfrm rot="10800000">
              <a:off x="4264890" y="2472083"/>
              <a:ext cx="6100" cy="6375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32" y="1"/>
                  </a:moveTo>
                  <a:cubicBezTo>
                    <a:pt x="101" y="1"/>
                    <a:pt x="72" y="13"/>
                    <a:pt x="54" y="40"/>
                  </a:cubicBezTo>
                  <a:cubicBezTo>
                    <a:pt x="0" y="110"/>
                    <a:pt x="0" y="180"/>
                    <a:pt x="54" y="230"/>
                  </a:cubicBezTo>
                  <a:cubicBezTo>
                    <a:pt x="70" y="246"/>
                    <a:pt x="70" y="246"/>
                    <a:pt x="87" y="246"/>
                  </a:cubicBezTo>
                  <a:cubicBezTo>
                    <a:pt x="101" y="252"/>
                    <a:pt x="115" y="254"/>
                    <a:pt x="127" y="254"/>
                  </a:cubicBezTo>
                  <a:cubicBezTo>
                    <a:pt x="158" y="254"/>
                    <a:pt x="182" y="237"/>
                    <a:pt x="206" y="213"/>
                  </a:cubicBezTo>
                  <a:cubicBezTo>
                    <a:pt x="243" y="164"/>
                    <a:pt x="243" y="110"/>
                    <a:pt x="243" y="77"/>
                  </a:cubicBezTo>
                  <a:cubicBezTo>
                    <a:pt x="227" y="61"/>
                    <a:pt x="227" y="40"/>
                    <a:pt x="206" y="24"/>
                  </a:cubicBezTo>
                  <a:cubicBezTo>
                    <a:pt x="184" y="9"/>
                    <a:pt x="158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16"/>
            <p:cNvSpPr/>
            <p:nvPr/>
          </p:nvSpPr>
          <p:spPr>
            <a:xfrm rot="10800000">
              <a:off x="4263240" y="2516433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1"/>
                  </a:moveTo>
                  <a:cubicBezTo>
                    <a:pt x="104" y="1"/>
                    <a:pt x="87" y="17"/>
                    <a:pt x="54" y="34"/>
                  </a:cubicBezTo>
                  <a:cubicBezTo>
                    <a:pt x="38" y="50"/>
                    <a:pt x="1" y="87"/>
                    <a:pt x="1" y="120"/>
                  </a:cubicBezTo>
                  <a:cubicBezTo>
                    <a:pt x="1" y="153"/>
                    <a:pt x="1" y="191"/>
                    <a:pt x="17" y="207"/>
                  </a:cubicBezTo>
                  <a:cubicBezTo>
                    <a:pt x="38" y="240"/>
                    <a:pt x="54" y="257"/>
                    <a:pt x="87" y="257"/>
                  </a:cubicBezTo>
                  <a:cubicBezTo>
                    <a:pt x="94" y="259"/>
                    <a:pt x="101" y="260"/>
                    <a:pt x="109" y="260"/>
                  </a:cubicBezTo>
                  <a:cubicBezTo>
                    <a:pt x="157" y="260"/>
                    <a:pt x="209" y="214"/>
                    <a:pt x="223" y="153"/>
                  </a:cubicBezTo>
                  <a:cubicBezTo>
                    <a:pt x="223" y="120"/>
                    <a:pt x="223" y="87"/>
                    <a:pt x="207" y="50"/>
                  </a:cubicBezTo>
                  <a:lnTo>
                    <a:pt x="190" y="34"/>
                  </a:lnTo>
                  <a:cubicBezTo>
                    <a:pt x="174" y="17"/>
                    <a:pt x="157" y="17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16"/>
            <p:cNvSpPr/>
            <p:nvPr/>
          </p:nvSpPr>
          <p:spPr>
            <a:xfrm rot="10800000">
              <a:off x="4267065" y="2486758"/>
              <a:ext cx="5575" cy="6350"/>
            </a:xfrm>
            <a:custGeom>
              <a:avLst/>
              <a:gdLst/>
              <a:ahLst/>
              <a:cxnLst/>
              <a:rect l="l" t="t" r="r" b="b"/>
              <a:pathLst>
                <a:path w="223" h="254" extrusionOk="0">
                  <a:moveTo>
                    <a:pt x="111" y="1"/>
                  </a:moveTo>
                  <a:cubicBezTo>
                    <a:pt x="92" y="1"/>
                    <a:pt x="76" y="14"/>
                    <a:pt x="50" y="28"/>
                  </a:cubicBezTo>
                  <a:cubicBezTo>
                    <a:pt x="33" y="45"/>
                    <a:pt x="0" y="78"/>
                    <a:pt x="0" y="111"/>
                  </a:cubicBezTo>
                  <a:cubicBezTo>
                    <a:pt x="0" y="148"/>
                    <a:pt x="0" y="181"/>
                    <a:pt x="17" y="197"/>
                  </a:cubicBezTo>
                  <a:cubicBezTo>
                    <a:pt x="33" y="234"/>
                    <a:pt x="50" y="251"/>
                    <a:pt x="87" y="251"/>
                  </a:cubicBezTo>
                  <a:cubicBezTo>
                    <a:pt x="93" y="253"/>
                    <a:pt x="99" y="254"/>
                    <a:pt x="106" y="254"/>
                  </a:cubicBezTo>
                  <a:cubicBezTo>
                    <a:pt x="153" y="254"/>
                    <a:pt x="208" y="206"/>
                    <a:pt x="223" y="148"/>
                  </a:cubicBezTo>
                  <a:cubicBezTo>
                    <a:pt x="223" y="111"/>
                    <a:pt x="223" y="78"/>
                    <a:pt x="206" y="61"/>
                  </a:cubicBezTo>
                  <a:cubicBezTo>
                    <a:pt x="206" y="45"/>
                    <a:pt x="190" y="45"/>
                    <a:pt x="190" y="28"/>
                  </a:cubicBezTo>
                  <a:cubicBezTo>
                    <a:pt x="169" y="8"/>
                    <a:pt x="153" y="8"/>
                    <a:pt x="136" y="8"/>
                  </a:cubicBezTo>
                  <a:cubicBezTo>
                    <a:pt x="127" y="3"/>
                    <a:pt x="119" y="1"/>
                    <a:pt x="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16"/>
            <p:cNvSpPr/>
            <p:nvPr/>
          </p:nvSpPr>
          <p:spPr>
            <a:xfrm rot="10800000">
              <a:off x="4306540" y="2583808"/>
              <a:ext cx="5700" cy="5700"/>
            </a:xfrm>
            <a:custGeom>
              <a:avLst/>
              <a:gdLst/>
              <a:ahLst/>
              <a:cxnLst/>
              <a:rect l="l" t="t" r="r" b="b"/>
              <a:pathLst>
                <a:path w="228" h="228" extrusionOk="0">
                  <a:moveTo>
                    <a:pt x="54" y="0"/>
                  </a:moveTo>
                  <a:cubicBezTo>
                    <a:pt x="38" y="17"/>
                    <a:pt x="38" y="33"/>
                    <a:pt x="22" y="50"/>
                  </a:cubicBezTo>
                  <a:cubicBezTo>
                    <a:pt x="1" y="87"/>
                    <a:pt x="1" y="120"/>
                    <a:pt x="1" y="137"/>
                  </a:cubicBezTo>
                  <a:cubicBezTo>
                    <a:pt x="18" y="195"/>
                    <a:pt x="66" y="227"/>
                    <a:pt x="113" y="227"/>
                  </a:cubicBezTo>
                  <a:cubicBezTo>
                    <a:pt x="122" y="227"/>
                    <a:pt x="132" y="226"/>
                    <a:pt x="141" y="223"/>
                  </a:cubicBezTo>
                  <a:cubicBezTo>
                    <a:pt x="174" y="207"/>
                    <a:pt x="207" y="174"/>
                    <a:pt x="228" y="137"/>
                  </a:cubicBezTo>
                  <a:cubicBezTo>
                    <a:pt x="158" y="87"/>
                    <a:pt x="104" y="50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16"/>
            <p:cNvSpPr/>
            <p:nvPr/>
          </p:nvSpPr>
          <p:spPr>
            <a:xfrm rot="10800000">
              <a:off x="4273565" y="2501783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0"/>
                  </a:moveTo>
                  <a:cubicBezTo>
                    <a:pt x="71" y="21"/>
                    <a:pt x="34" y="54"/>
                    <a:pt x="17" y="124"/>
                  </a:cubicBezTo>
                  <a:cubicBezTo>
                    <a:pt x="1" y="157"/>
                    <a:pt x="17" y="190"/>
                    <a:pt x="34" y="206"/>
                  </a:cubicBezTo>
                  <a:cubicBezTo>
                    <a:pt x="54" y="243"/>
                    <a:pt x="71" y="260"/>
                    <a:pt x="104" y="260"/>
                  </a:cubicBezTo>
                  <a:cubicBezTo>
                    <a:pt x="111" y="262"/>
                    <a:pt x="118" y="263"/>
                    <a:pt x="125" y="263"/>
                  </a:cubicBezTo>
                  <a:cubicBezTo>
                    <a:pt x="174" y="263"/>
                    <a:pt x="226" y="218"/>
                    <a:pt x="240" y="157"/>
                  </a:cubicBezTo>
                  <a:lnTo>
                    <a:pt x="240" y="124"/>
                  </a:lnTo>
                  <a:cubicBezTo>
                    <a:pt x="240" y="87"/>
                    <a:pt x="223" y="54"/>
                    <a:pt x="207" y="37"/>
                  </a:cubicBezTo>
                  <a:cubicBezTo>
                    <a:pt x="191" y="21"/>
                    <a:pt x="174" y="21"/>
                    <a:pt x="158" y="21"/>
                  </a:cubicBezTo>
                  <a:cubicBezTo>
                    <a:pt x="137" y="0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16"/>
            <p:cNvSpPr/>
            <p:nvPr/>
          </p:nvSpPr>
          <p:spPr>
            <a:xfrm rot="10800000">
              <a:off x="4278190" y="2472183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87" y="1"/>
                    <a:pt x="17" y="50"/>
                    <a:pt x="0" y="120"/>
                  </a:cubicBezTo>
                  <a:cubicBezTo>
                    <a:pt x="0" y="153"/>
                    <a:pt x="0" y="190"/>
                    <a:pt x="17" y="207"/>
                  </a:cubicBezTo>
                  <a:cubicBezTo>
                    <a:pt x="37" y="240"/>
                    <a:pt x="54" y="256"/>
                    <a:pt x="87" y="256"/>
                  </a:cubicBezTo>
                  <a:cubicBezTo>
                    <a:pt x="97" y="259"/>
                    <a:pt x="107" y="261"/>
                    <a:pt x="116" y="261"/>
                  </a:cubicBezTo>
                  <a:cubicBezTo>
                    <a:pt x="171" y="261"/>
                    <a:pt x="209" y="213"/>
                    <a:pt x="223" y="153"/>
                  </a:cubicBezTo>
                  <a:cubicBezTo>
                    <a:pt x="243" y="120"/>
                    <a:pt x="223" y="87"/>
                    <a:pt x="206" y="50"/>
                  </a:cubicBezTo>
                  <a:cubicBezTo>
                    <a:pt x="206" y="50"/>
                    <a:pt x="206" y="34"/>
                    <a:pt x="190" y="34"/>
                  </a:cubicBezTo>
                  <a:cubicBezTo>
                    <a:pt x="190" y="17"/>
                    <a:pt x="173" y="17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16"/>
            <p:cNvSpPr/>
            <p:nvPr/>
          </p:nvSpPr>
          <p:spPr>
            <a:xfrm rot="10800000">
              <a:off x="4265315" y="2533458"/>
              <a:ext cx="5675" cy="6350"/>
            </a:xfrm>
            <a:custGeom>
              <a:avLst/>
              <a:gdLst/>
              <a:ahLst/>
              <a:cxnLst/>
              <a:rect l="l" t="t" r="r" b="b"/>
              <a:pathLst>
                <a:path w="227" h="254" extrusionOk="0">
                  <a:moveTo>
                    <a:pt x="120" y="1"/>
                  </a:moveTo>
                  <a:cubicBezTo>
                    <a:pt x="71" y="1"/>
                    <a:pt x="18" y="49"/>
                    <a:pt x="0" y="107"/>
                  </a:cubicBezTo>
                  <a:cubicBezTo>
                    <a:pt x="0" y="144"/>
                    <a:pt x="0" y="177"/>
                    <a:pt x="21" y="194"/>
                  </a:cubicBezTo>
                  <a:cubicBezTo>
                    <a:pt x="37" y="226"/>
                    <a:pt x="54" y="247"/>
                    <a:pt x="87" y="247"/>
                  </a:cubicBezTo>
                  <a:cubicBezTo>
                    <a:pt x="97" y="252"/>
                    <a:pt x="106" y="254"/>
                    <a:pt x="114" y="254"/>
                  </a:cubicBezTo>
                  <a:cubicBezTo>
                    <a:pt x="135" y="254"/>
                    <a:pt x="150" y="241"/>
                    <a:pt x="173" y="226"/>
                  </a:cubicBezTo>
                  <a:cubicBezTo>
                    <a:pt x="190" y="210"/>
                    <a:pt x="206" y="177"/>
                    <a:pt x="227" y="144"/>
                  </a:cubicBezTo>
                  <a:cubicBezTo>
                    <a:pt x="227" y="107"/>
                    <a:pt x="227" y="74"/>
                    <a:pt x="206" y="57"/>
                  </a:cubicBezTo>
                  <a:cubicBezTo>
                    <a:pt x="206" y="41"/>
                    <a:pt x="206" y="41"/>
                    <a:pt x="190" y="20"/>
                  </a:cubicBezTo>
                  <a:cubicBezTo>
                    <a:pt x="173" y="4"/>
                    <a:pt x="157" y="4"/>
                    <a:pt x="140" y="4"/>
                  </a:cubicBezTo>
                  <a:cubicBezTo>
                    <a:pt x="134" y="2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4">
  <p:cSld name="CUSTOM_30_1">
    <p:spTree>
      <p:nvGrpSpPr>
        <p:cNvPr id="1" name="Shape 10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2" name="Google Shape;10282;p27"/>
          <p:cNvSpPr txBox="1">
            <a:spLocks noGrp="1"/>
          </p:cNvSpPr>
          <p:nvPr>
            <p:ph type="subTitle" idx="1"/>
          </p:nvPr>
        </p:nvSpPr>
        <p:spPr>
          <a:xfrm>
            <a:off x="1237225" y="3822532"/>
            <a:ext cx="1923300" cy="29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0283" name="Google Shape;10283;p27"/>
          <p:cNvSpPr txBox="1">
            <a:spLocks noGrp="1"/>
          </p:cNvSpPr>
          <p:nvPr>
            <p:ph type="subTitle" idx="2"/>
          </p:nvPr>
        </p:nvSpPr>
        <p:spPr>
          <a:xfrm>
            <a:off x="1235125" y="4090282"/>
            <a:ext cx="1927500" cy="55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0284" name="Google Shape;10284;p27"/>
          <p:cNvSpPr txBox="1">
            <a:spLocks noGrp="1"/>
          </p:cNvSpPr>
          <p:nvPr>
            <p:ph type="title" hasCustomPrompt="1"/>
          </p:nvPr>
        </p:nvSpPr>
        <p:spPr>
          <a:xfrm>
            <a:off x="1561400" y="2719944"/>
            <a:ext cx="1275000" cy="44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10285" name="Google Shape;10285;p27"/>
          <p:cNvSpPr txBox="1">
            <a:spLocks noGrp="1"/>
          </p:cNvSpPr>
          <p:nvPr>
            <p:ph type="title" idx="3"/>
          </p:nvPr>
        </p:nvSpPr>
        <p:spPr>
          <a:xfrm>
            <a:off x="720000" y="540000"/>
            <a:ext cx="7704000" cy="69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286" name="Google Shape;10286;p27"/>
          <p:cNvSpPr txBox="1">
            <a:spLocks noGrp="1"/>
          </p:cNvSpPr>
          <p:nvPr>
            <p:ph type="subTitle" idx="4"/>
          </p:nvPr>
        </p:nvSpPr>
        <p:spPr>
          <a:xfrm>
            <a:off x="2812325" y="1271582"/>
            <a:ext cx="1923300" cy="29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0287" name="Google Shape;10287;p27"/>
          <p:cNvSpPr txBox="1">
            <a:spLocks noGrp="1"/>
          </p:cNvSpPr>
          <p:nvPr>
            <p:ph type="subTitle" idx="5"/>
          </p:nvPr>
        </p:nvSpPr>
        <p:spPr>
          <a:xfrm>
            <a:off x="2810225" y="1539332"/>
            <a:ext cx="1927500" cy="55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0288" name="Google Shape;10288;p27"/>
          <p:cNvSpPr txBox="1">
            <a:spLocks noGrp="1"/>
          </p:cNvSpPr>
          <p:nvPr>
            <p:ph type="title" idx="6" hasCustomPrompt="1"/>
          </p:nvPr>
        </p:nvSpPr>
        <p:spPr>
          <a:xfrm>
            <a:off x="3136500" y="2719944"/>
            <a:ext cx="1275000" cy="44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10289" name="Google Shape;10289;p27"/>
          <p:cNvSpPr txBox="1">
            <a:spLocks noGrp="1"/>
          </p:cNvSpPr>
          <p:nvPr>
            <p:ph type="subTitle" idx="7"/>
          </p:nvPr>
        </p:nvSpPr>
        <p:spPr>
          <a:xfrm>
            <a:off x="4384725" y="3822532"/>
            <a:ext cx="1923300" cy="29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0290" name="Google Shape;10290;p27"/>
          <p:cNvSpPr txBox="1">
            <a:spLocks noGrp="1"/>
          </p:cNvSpPr>
          <p:nvPr>
            <p:ph type="subTitle" idx="8"/>
          </p:nvPr>
        </p:nvSpPr>
        <p:spPr>
          <a:xfrm>
            <a:off x="4382625" y="4090282"/>
            <a:ext cx="1927500" cy="55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0291" name="Google Shape;10291;p27"/>
          <p:cNvSpPr txBox="1">
            <a:spLocks noGrp="1"/>
          </p:cNvSpPr>
          <p:nvPr>
            <p:ph type="title" idx="9" hasCustomPrompt="1"/>
          </p:nvPr>
        </p:nvSpPr>
        <p:spPr>
          <a:xfrm>
            <a:off x="4708900" y="2719944"/>
            <a:ext cx="1275000" cy="44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10292" name="Google Shape;10292;p27"/>
          <p:cNvSpPr txBox="1">
            <a:spLocks noGrp="1"/>
          </p:cNvSpPr>
          <p:nvPr>
            <p:ph type="subTitle" idx="13"/>
          </p:nvPr>
        </p:nvSpPr>
        <p:spPr>
          <a:xfrm>
            <a:off x="5951613" y="1271582"/>
            <a:ext cx="1923300" cy="29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0293" name="Google Shape;10293;p27"/>
          <p:cNvSpPr txBox="1">
            <a:spLocks noGrp="1"/>
          </p:cNvSpPr>
          <p:nvPr>
            <p:ph type="subTitle" idx="14"/>
          </p:nvPr>
        </p:nvSpPr>
        <p:spPr>
          <a:xfrm>
            <a:off x="5949513" y="1539332"/>
            <a:ext cx="1927500" cy="55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0294" name="Google Shape;10294;p27"/>
          <p:cNvSpPr txBox="1">
            <a:spLocks noGrp="1"/>
          </p:cNvSpPr>
          <p:nvPr>
            <p:ph type="title" idx="15" hasCustomPrompt="1"/>
          </p:nvPr>
        </p:nvSpPr>
        <p:spPr>
          <a:xfrm>
            <a:off x="6275788" y="2719944"/>
            <a:ext cx="1275000" cy="44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10295" name="Google Shape;10295;p27"/>
          <p:cNvSpPr/>
          <p:nvPr/>
        </p:nvSpPr>
        <p:spPr>
          <a:xfrm>
            <a:off x="8186073" y="4249223"/>
            <a:ext cx="957891" cy="894304"/>
          </a:xfrm>
          <a:custGeom>
            <a:avLst/>
            <a:gdLst/>
            <a:ahLst/>
            <a:cxnLst/>
            <a:rect l="l" t="t" r="r" b="b"/>
            <a:pathLst>
              <a:path w="16696" h="15587" extrusionOk="0">
                <a:moveTo>
                  <a:pt x="16486" y="1"/>
                </a:moveTo>
                <a:cubicBezTo>
                  <a:pt x="14526" y="1"/>
                  <a:pt x="12489" y="383"/>
                  <a:pt x="10453" y="1204"/>
                </a:cubicBezTo>
                <a:cubicBezTo>
                  <a:pt x="4098" y="3840"/>
                  <a:pt x="731" y="9197"/>
                  <a:pt x="0" y="15586"/>
                </a:cubicBezTo>
                <a:lnTo>
                  <a:pt x="16695" y="15586"/>
                </a:lnTo>
                <a:lnTo>
                  <a:pt x="16695" y="2"/>
                </a:lnTo>
                <a:cubicBezTo>
                  <a:pt x="16626" y="1"/>
                  <a:pt x="16556" y="1"/>
                  <a:pt x="1648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96" name="Google Shape;10296;p27"/>
          <p:cNvSpPr/>
          <p:nvPr/>
        </p:nvSpPr>
        <p:spPr>
          <a:xfrm rot="10800000">
            <a:off x="565600" y="280096"/>
            <a:ext cx="343650" cy="281174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297" name="Google Shape;10297;p27"/>
          <p:cNvGrpSpPr/>
          <p:nvPr/>
        </p:nvGrpSpPr>
        <p:grpSpPr>
          <a:xfrm rot="10800000" flipH="1">
            <a:off x="-40014" y="-28802"/>
            <a:ext cx="1777950" cy="1118873"/>
            <a:chOff x="4560800" y="2780575"/>
            <a:chExt cx="421775" cy="265425"/>
          </a:xfrm>
        </p:grpSpPr>
        <p:sp>
          <p:nvSpPr>
            <p:cNvPr id="10298" name="Google Shape;10298;p27"/>
            <p:cNvSpPr/>
            <p:nvPr/>
          </p:nvSpPr>
          <p:spPr>
            <a:xfrm>
              <a:off x="4696950" y="281757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7" y="0"/>
                  </a:moveTo>
                  <a:cubicBezTo>
                    <a:pt x="87" y="0"/>
                    <a:pt x="45" y="32"/>
                    <a:pt x="33" y="83"/>
                  </a:cubicBezTo>
                  <a:cubicBezTo>
                    <a:pt x="0" y="153"/>
                    <a:pt x="33" y="236"/>
                    <a:pt x="87" y="256"/>
                  </a:cubicBezTo>
                  <a:cubicBezTo>
                    <a:pt x="103" y="256"/>
                    <a:pt x="120" y="273"/>
                    <a:pt x="136" y="273"/>
                  </a:cubicBezTo>
                  <a:cubicBezTo>
                    <a:pt x="169" y="256"/>
                    <a:pt x="223" y="236"/>
                    <a:pt x="240" y="186"/>
                  </a:cubicBezTo>
                  <a:cubicBezTo>
                    <a:pt x="240" y="133"/>
                    <a:pt x="240" y="83"/>
                    <a:pt x="207" y="50"/>
                  </a:cubicBezTo>
                  <a:cubicBezTo>
                    <a:pt x="207" y="30"/>
                    <a:pt x="190" y="13"/>
                    <a:pt x="169" y="13"/>
                  </a:cubicBezTo>
                  <a:cubicBezTo>
                    <a:pt x="156" y="4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27"/>
            <p:cNvSpPr/>
            <p:nvPr/>
          </p:nvSpPr>
          <p:spPr>
            <a:xfrm>
              <a:off x="4693950" y="28315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3" y="1"/>
                  </a:moveTo>
                  <a:cubicBezTo>
                    <a:pt x="79" y="1"/>
                    <a:pt x="31" y="33"/>
                    <a:pt x="17" y="72"/>
                  </a:cubicBezTo>
                  <a:cubicBezTo>
                    <a:pt x="17" y="110"/>
                    <a:pt x="1" y="126"/>
                    <a:pt x="17" y="143"/>
                  </a:cubicBezTo>
                  <a:cubicBezTo>
                    <a:pt x="17" y="192"/>
                    <a:pt x="34" y="229"/>
                    <a:pt x="83" y="246"/>
                  </a:cubicBezTo>
                  <a:cubicBezTo>
                    <a:pt x="99" y="252"/>
                    <a:pt x="113" y="256"/>
                    <a:pt x="128" y="256"/>
                  </a:cubicBezTo>
                  <a:cubicBezTo>
                    <a:pt x="148" y="256"/>
                    <a:pt x="167" y="248"/>
                    <a:pt x="186" y="229"/>
                  </a:cubicBezTo>
                  <a:cubicBezTo>
                    <a:pt x="207" y="213"/>
                    <a:pt x="223" y="192"/>
                    <a:pt x="223" y="176"/>
                  </a:cubicBezTo>
                  <a:cubicBezTo>
                    <a:pt x="240" y="110"/>
                    <a:pt x="223" y="39"/>
                    <a:pt x="153" y="6"/>
                  </a:cubicBezTo>
                  <a:cubicBezTo>
                    <a:pt x="144" y="2"/>
                    <a:pt x="133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27"/>
            <p:cNvSpPr/>
            <p:nvPr/>
          </p:nvSpPr>
          <p:spPr>
            <a:xfrm>
              <a:off x="4704675" y="287622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3" y="1"/>
                  </a:moveTo>
                  <a:cubicBezTo>
                    <a:pt x="98" y="1"/>
                    <a:pt x="47" y="33"/>
                    <a:pt x="34" y="91"/>
                  </a:cubicBezTo>
                  <a:cubicBezTo>
                    <a:pt x="1" y="141"/>
                    <a:pt x="34" y="227"/>
                    <a:pt x="87" y="244"/>
                  </a:cubicBezTo>
                  <a:cubicBezTo>
                    <a:pt x="105" y="254"/>
                    <a:pt x="122" y="259"/>
                    <a:pt x="138" y="259"/>
                  </a:cubicBezTo>
                  <a:cubicBezTo>
                    <a:pt x="181" y="259"/>
                    <a:pt x="216" y="226"/>
                    <a:pt x="240" y="178"/>
                  </a:cubicBezTo>
                  <a:cubicBezTo>
                    <a:pt x="256" y="108"/>
                    <a:pt x="223" y="38"/>
                    <a:pt x="170" y="5"/>
                  </a:cubicBezTo>
                  <a:cubicBezTo>
                    <a:pt x="161" y="2"/>
                    <a:pt x="152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27"/>
            <p:cNvSpPr/>
            <p:nvPr/>
          </p:nvSpPr>
          <p:spPr>
            <a:xfrm>
              <a:off x="4701700" y="28466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20" y="0"/>
                  </a:moveTo>
                  <a:cubicBezTo>
                    <a:pt x="103" y="0"/>
                    <a:pt x="66" y="0"/>
                    <a:pt x="50" y="3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44"/>
                    <a:pt x="66" y="260"/>
                    <a:pt x="103" y="260"/>
                  </a:cubicBezTo>
                  <a:cubicBezTo>
                    <a:pt x="136" y="260"/>
                    <a:pt x="153" y="260"/>
                    <a:pt x="186" y="227"/>
                  </a:cubicBezTo>
                  <a:cubicBezTo>
                    <a:pt x="206" y="206"/>
                    <a:pt x="223" y="173"/>
                    <a:pt x="223" y="140"/>
                  </a:cubicBezTo>
                  <a:cubicBezTo>
                    <a:pt x="223" y="103"/>
                    <a:pt x="223" y="70"/>
                    <a:pt x="206" y="54"/>
                  </a:cubicBezTo>
                  <a:cubicBezTo>
                    <a:pt x="186" y="37"/>
                    <a:pt x="169" y="2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27"/>
            <p:cNvSpPr/>
            <p:nvPr/>
          </p:nvSpPr>
          <p:spPr>
            <a:xfrm>
              <a:off x="4713650" y="2814475"/>
              <a:ext cx="5575" cy="6650"/>
            </a:xfrm>
            <a:custGeom>
              <a:avLst/>
              <a:gdLst/>
              <a:ahLst/>
              <a:cxnLst/>
              <a:rect l="l" t="t" r="r" b="b"/>
              <a:pathLst>
                <a:path w="223" h="266" extrusionOk="0">
                  <a:moveTo>
                    <a:pt x="103" y="1"/>
                  </a:moveTo>
                  <a:cubicBezTo>
                    <a:pt x="54" y="17"/>
                    <a:pt x="0" y="88"/>
                    <a:pt x="17" y="154"/>
                  </a:cubicBezTo>
                  <a:cubicBezTo>
                    <a:pt x="17" y="191"/>
                    <a:pt x="37" y="224"/>
                    <a:pt x="54" y="240"/>
                  </a:cubicBezTo>
                  <a:cubicBezTo>
                    <a:pt x="77" y="252"/>
                    <a:pt x="92" y="265"/>
                    <a:pt x="112" y="265"/>
                  </a:cubicBezTo>
                  <a:cubicBezTo>
                    <a:pt x="120" y="265"/>
                    <a:pt x="129" y="263"/>
                    <a:pt x="140" y="257"/>
                  </a:cubicBezTo>
                  <a:cubicBezTo>
                    <a:pt x="190" y="257"/>
                    <a:pt x="223" y="224"/>
                    <a:pt x="223" y="174"/>
                  </a:cubicBezTo>
                  <a:cubicBezTo>
                    <a:pt x="206" y="121"/>
                    <a:pt x="173" y="71"/>
                    <a:pt x="157" y="17"/>
                  </a:cubicBezTo>
                  <a:cubicBezTo>
                    <a:pt x="14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27"/>
            <p:cNvSpPr/>
            <p:nvPr/>
          </p:nvSpPr>
          <p:spPr>
            <a:xfrm>
              <a:off x="4702925" y="28001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1" y="0"/>
                  </a:moveTo>
                  <a:cubicBezTo>
                    <a:pt x="83" y="0"/>
                    <a:pt x="31" y="35"/>
                    <a:pt x="17" y="91"/>
                  </a:cubicBezTo>
                  <a:cubicBezTo>
                    <a:pt x="1" y="144"/>
                    <a:pt x="17" y="231"/>
                    <a:pt x="87" y="247"/>
                  </a:cubicBezTo>
                  <a:cubicBezTo>
                    <a:pt x="87" y="264"/>
                    <a:pt x="120" y="264"/>
                    <a:pt x="120" y="264"/>
                  </a:cubicBezTo>
                  <a:cubicBezTo>
                    <a:pt x="174" y="247"/>
                    <a:pt x="207" y="231"/>
                    <a:pt x="223" y="177"/>
                  </a:cubicBezTo>
                  <a:cubicBezTo>
                    <a:pt x="240" y="128"/>
                    <a:pt x="223" y="74"/>
                    <a:pt x="207" y="41"/>
                  </a:cubicBezTo>
                  <a:cubicBezTo>
                    <a:pt x="190" y="25"/>
                    <a:pt x="174" y="25"/>
                    <a:pt x="157" y="4"/>
                  </a:cubicBezTo>
                  <a:cubicBezTo>
                    <a:pt x="149" y="1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27"/>
            <p:cNvSpPr/>
            <p:nvPr/>
          </p:nvSpPr>
          <p:spPr>
            <a:xfrm>
              <a:off x="4712400" y="2890975"/>
              <a:ext cx="3025" cy="5575"/>
            </a:xfrm>
            <a:custGeom>
              <a:avLst/>
              <a:gdLst/>
              <a:ahLst/>
              <a:cxnLst/>
              <a:rect l="l" t="t" r="r" b="b"/>
              <a:pathLst>
                <a:path w="121" h="223" extrusionOk="0">
                  <a:moveTo>
                    <a:pt x="104" y="0"/>
                  </a:moveTo>
                  <a:cubicBezTo>
                    <a:pt x="50" y="17"/>
                    <a:pt x="1" y="83"/>
                    <a:pt x="17" y="153"/>
                  </a:cubicBezTo>
                  <a:cubicBezTo>
                    <a:pt x="17" y="186"/>
                    <a:pt x="34" y="206"/>
                    <a:pt x="34" y="223"/>
                  </a:cubicBezTo>
                  <a:cubicBezTo>
                    <a:pt x="67" y="153"/>
                    <a:pt x="104" y="83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27"/>
            <p:cNvSpPr/>
            <p:nvPr/>
          </p:nvSpPr>
          <p:spPr>
            <a:xfrm>
              <a:off x="4686650" y="28489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6" y="1"/>
                  </a:moveTo>
                  <a:cubicBezTo>
                    <a:pt x="85" y="1"/>
                    <a:pt x="41" y="32"/>
                    <a:pt x="17" y="83"/>
                  </a:cubicBezTo>
                  <a:cubicBezTo>
                    <a:pt x="0" y="154"/>
                    <a:pt x="33" y="220"/>
                    <a:pt x="87" y="257"/>
                  </a:cubicBezTo>
                  <a:lnTo>
                    <a:pt x="136" y="257"/>
                  </a:lnTo>
                  <a:cubicBezTo>
                    <a:pt x="169" y="257"/>
                    <a:pt x="223" y="220"/>
                    <a:pt x="223" y="170"/>
                  </a:cubicBezTo>
                  <a:cubicBezTo>
                    <a:pt x="239" y="137"/>
                    <a:pt x="239" y="83"/>
                    <a:pt x="206" y="50"/>
                  </a:cubicBezTo>
                  <a:cubicBezTo>
                    <a:pt x="206" y="34"/>
                    <a:pt x="190" y="13"/>
                    <a:pt x="169" y="13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27"/>
            <p:cNvSpPr/>
            <p:nvPr/>
          </p:nvSpPr>
          <p:spPr>
            <a:xfrm>
              <a:off x="4690875" y="2804175"/>
              <a:ext cx="5675" cy="6425"/>
            </a:xfrm>
            <a:custGeom>
              <a:avLst/>
              <a:gdLst/>
              <a:ahLst/>
              <a:cxnLst/>
              <a:rect l="l" t="t" r="r" b="b"/>
              <a:pathLst>
                <a:path w="227" h="257" extrusionOk="0">
                  <a:moveTo>
                    <a:pt x="103" y="1"/>
                  </a:moveTo>
                  <a:cubicBezTo>
                    <a:pt x="37" y="1"/>
                    <a:pt x="0" y="71"/>
                    <a:pt x="0" y="137"/>
                  </a:cubicBezTo>
                  <a:cubicBezTo>
                    <a:pt x="21" y="174"/>
                    <a:pt x="37" y="207"/>
                    <a:pt x="54" y="223"/>
                  </a:cubicBezTo>
                  <a:cubicBezTo>
                    <a:pt x="70" y="256"/>
                    <a:pt x="103" y="256"/>
                    <a:pt x="140" y="256"/>
                  </a:cubicBezTo>
                  <a:cubicBezTo>
                    <a:pt x="157" y="240"/>
                    <a:pt x="190" y="223"/>
                    <a:pt x="206" y="207"/>
                  </a:cubicBezTo>
                  <a:cubicBezTo>
                    <a:pt x="227" y="174"/>
                    <a:pt x="227" y="137"/>
                    <a:pt x="227" y="104"/>
                  </a:cubicBezTo>
                  <a:cubicBezTo>
                    <a:pt x="227" y="71"/>
                    <a:pt x="206" y="34"/>
                    <a:pt x="190" y="17"/>
                  </a:cubicBezTo>
                  <a:cubicBezTo>
                    <a:pt x="173" y="17"/>
                    <a:pt x="17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27"/>
            <p:cNvSpPr/>
            <p:nvPr/>
          </p:nvSpPr>
          <p:spPr>
            <a:xfrm>
              <a:off x="4669850" y="2899425"/>
              <a:ext cx="6500" cy="6500"/>
            </a:xfrm>
            <a:custGeom>
              <a:avLst/>
              <a:gdLst/>
              <a:ahLst/>
              <a:cxnLst/>
              <a:rect l="l" t="t" r="r" b="b"/>
              <a:pathLst>
                <a:path w="260" h="260" extrusionOk="0">
                  <a:moveTo>
                    <a:pt x="145" y="0"/>
                  </a:moveTo>
                  <a:cubicBezTo>
                    <a:pt x="99" y="0"/>
                    <a:pt x="51" y="33"/>
                    <a:pt x="37" y="91"/>
                  </a:cubicBezTo>
                  <a:cubicBezTo>
                    <a:pt x="0" y="157"/>
                    <a:pt x="37" y="227"/>
                    <a:pt x="87" y="243"/>
                  </a:cubicBezTo>
                  <a:cubicBezTo>
                    <a:pt x="103" y="260"/>
                    <a:pt x="120" y="260"/>
                    <a:pt x="140" y="260"/>
                  </a:cubicBezTo>
                  <a:cubicBezTo>
                    <a:pt x="190" y="260"/>
                    <a:pt x="223" y="227"/>
                    <a:pt x="243" y="178"/>
                  </a:cubicBezTo>
                  <a:cubicBezTo>
                    <a:pt x="260" y="124"/>
                    <a:pt x="243" y="74"/>
                    <a:pt x="206" y="37"/>
                  </a:cubicBezTo>
                  <a:lnTo>
                    <a:pt x="173" y="4"/>
                  </a:lnTo>
                  <a:cubicBezTo>
                    <a:pt x="164" y="2"/>
                    <a:pt x="155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27"/>
            <p:cNvSpPr/>
            <p:nvPr/>
          </p:nvSpPr>
          <p:spPr>
            <a:xfrm>
              <a:off x="4681075" y="29139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20" y="1"/>
                  </a:moveTo>
                  <a:cubicBezTo>
                    <a:pt x="115" y="1"/>
                    <a:pt x="109" y="3"/>
                    <a:pt x="104" y="10"/>
                  </a:cubicBezTo>
                  <a:cubicBezTo>
                    <a:pt x="33" y="10"/>
                    <a:pt x="0" y="76"/>
                    <a:pt x="17" y="146"/>
                  </a:cubicBezTo>
                  <a:cubicBezTo>
                    <a:pt x="17" y="179"/>
                    <a:pt x="33" y="216"/>
                    <a:pt x="50" y="232"/>
                  </a:cubicBezTo>
                  <a:cubicBezTo>
                    <a:pt x="66" y="249"/>
                    <a:pt x="104" y="265"/>
                    <a:pt x="137" y="265"/>
                  </a:cubicBezTo>
                  <a:cubicBezTo>
                    <a:pt x="186" y="249"/>
                    <a:pt x="240" y="179"/>
                    <a:pt x="223" y="113"/>
                  </a:cubicBezTo>
                  <a:cubicBezTo>
                    <a:pt x="223" y="59"/>
                    <a:pt x="186" y="26"/>
                    <a:pt x="153" y="10"/>
                  </a:cubicBezTo>
                  <a:cubicBezTo>
                    <a:pt x="142" y="10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27"/>
            <p:cNvSpPr/>
            <p:nvPr/>
          </p:nvSpPr>
          <p:spPr>
            <a:xfrm>
              <a:off x="4681475" y="2942925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104" y="0"/>
                  </a:moveTo>
                  <a:cubicBezTo>
                    <a:pt x="67" y="17"/>
                    <a:pt x="50" y="17"/>
                    <a:pt x="34" y="33"/>
                  </a:cubicBezTo>
                  <a:cubicBezTo>
                    <a:pt x="17" y="66"/>
                    <a:pt x="1" y="120"/>
                    <a:pt x="1" y="153"/>
                  </a:cubicBezTo>
                  <a:cubicBezTo>
                    <a:pt x="17" y="190"/>
                    <a:pt x="34" y="223"/>
                    <a:pt x="50" y="239"/>
                  </a:cubicBezTo>
                  <a:cubicBezTo>
                    <a:pt x="62" y="251"/>
                    <a:pt x="84" y="263"/>
                    <a:pt x="108" y="263"/>
                  </a:cubicBezTo>
                  <a:cubicBezTo>
                    <a:pt x="117" y="263"/>
                    <a:pt x="127" y="261"/>
                    <a:pt x="137" y="256"/>
                  </a:cubicBezTo>
                  <a:cubicBezTo>
                    <a:pt x="191" y="256"/>
                    <a:pt x="224" y="190"/>
                    <a:pt x="224" y="120"/>
                  </a:cubicBezTo>
                  <a:cubicBezTo>
                    <a:pt x="224" y="66"/>
                    <a:pt x="191" y="33"/>
                    <a:pt x="154" y="17"/>
                  </a:cubicBezTo>
                  <a:cubicBezTo>
                    <a:pt x="137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27"/>
            <p:cNvSpPr/>
            <p:nvPr/>
          </p:nvSpPr>
          <p:spPr>
            <a:xfrm>
              <a:off x="4666850" y="28672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1"/>
                  </a:moveTo>
                  <a:cubicBezTo>
                    <a:pt x="104" y="1"/>
                    <a:pt x="71" y="1"/>
                    <a:pt x="54" y="38"/>
                  </a:cubicBezTo>
                  <a:cubicBezTo>
                    <a:pt x="1" y="71"/>
                    <a:pt x="1" y="158"/>
                    <a:pt x="33" y="207"/>
                  </a:cubicBezTo>
                  <a:cubicBezTo>
                    <a:pt x="54" y="245"/>
                    <a:pt x="82" y="263"/>
                    <a:pt x="113" y="263"/>
                  </a:cubicBezTo>
                  <a:cubicBezTo>
                    <a:pt x="139" y="263"/>
                    <a:pt x="166" y="250"/>
                    <a:pt x="190" y="228"/>
                  </a:cubicBezTo>
                  <a:cubicBezTo>
                    <a:pt x="240" y="191"/>
                    <a:pt x="240" y="104"/>
                    <a:pt x="207" y="54"/>
                  </a:cubicBezTo>
                  <a:cubicBezTo>
                    <a:pt x="190" y="38"/>
                    <a:pt x="174" y="21"/>
                    <a:pt x="157" y="21"/>
                  </a:cubicBezTo>
                  <a:cubicBezTo>
                    <a:pt x="157" y="1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27"/>
            <p:cNvSpPr/>
            <p:nvPr/>
          </p:nvSpPr>
          <p:spPr>
            <a:xfrm>
              <a:off x="4664275" y="291700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7" y="0"/>
                  </a:moveTo>
                  <a:cubicBezTo>
                    <a:pt x="81" y="0"/>
                    <a:pt x="45" y="22"/>
                    <a:pt x="17" y="72"/>
                  </a:cubicBezTo>
                  <a:cubicBezTo>
                    <a:pt x="0" y="142"/>
                    <a:pt x="33" y="229"/>
                    <a:pt x="87" y="245"/>
                  </a:cubicBezTo>
                  <a:cubicBezTo>
                    <a:pt x="104" y="262"/>
                    <a:pt x="120" y="262"/>
                    <a:pt x="136" y="262"/>
                  </a:cubicBezTo>
                  <a:cubicBezTo>
                    <a:pt x="174" y="245"/>
                    <a:pt x="207" y="229"/>
                    <a:pt x="223" y="175"/>
                  </a:cubicBezTo>
                  <a:cubicBezTo>
                    <a:pt x="240" y="126"/>
                    <a:pt x="240" y="72"/>
                    <a:pt x="207" y="39"/>
                  </a:cubicBezTo>
                  <a:cubicBezTo>
                    <a:pt x="190" y="23"/>
                    <a:pt x="190" y="6"/>
                    <a:pt x="174" y="6"/>
                  </a:cubicBezTo>
                  <a:cubicBezTo>
                    <a:pt x="157" y="2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27"/>
            <p:cNvSpPr/>
            <p:nvPr/>
          </p:nvSpPr>
          <p:spPr>
            <a:xfrm>
              <a:off x="4675925" y="292962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83" y="0"/>
                  </a:moveTo>
                  <a:cubicBezTo>
                    <a:pt x="66" y="0"/>
                    <a:pt x="33" y="17"/>
                    <a:pt x="17" y="50"/>
                  </a:cubicBezTo>
                  <a:cubicBezTo>
                    <a:pt x="0" y="66"/>
                    <a:pt x="0" y="103"/>
                    <a:pt x="0" y="136"/>
                  </a:cubicBezTo>
                  <a:cubicBezTo>
                    <a:pt x="0" y="169"/>
                    <a:pt x="17" y="206"/>
                    <a:pt x="50" y="223"/>
                  </a:cubicBezTo>
                  <a:cubicBezTo>
                    <a:pt x="66" y="256"/>
                    <a:pt x="103" y="256"/>
                    <a:pt x="120" y="256"/>
                  </a:cubicBezTo>
                  <a:cubicBezTo>
                    <a:pt x="186" y="239"/>
                    <a:pt x="223" y="169"/>
                    <a:pt x="223" y="103"/>
                  </a:cubicBezTo>
                  <a:cubicBezTo>
                    <a:pt x="206" y="66"/>
                    <a:pt x="206" y="33"/>
                    <a:pt x="169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27"/>
            <p:cNvSpPr/>
            <p:nvPr/>
          </p:nvSpPr>
          <p:spPr>
            <a:xfrm>
              <a:off x="4662525" y="2884475"/>
              <a:ext cx="5700" cy="6525"/>
            </a:xfrm>
            <a:custGeom>
              <a:avLst/>
              <a:gdLst/>
              <a:ahLst/>
              <a:cxnLst/>
              <a:rect l="l" t="t" r="r" b="b"/>
              <a:pathLst>
                <a:path w="228" h="261" extrusionOk="0">
                  <a:moveTo>
                    <a:pt x="103" y="0"/>
                  </a:moveTo>
                  <a:cubicBezTo>
                    <a:pt x="70" y="0"/>
                    <a:pt x="37" y="17"/>
                    <a:pt x="21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21" y="207"/>
                    <a:pt x="54" y="240"/>
                  </a:cubicBezTo>
                  <a:cubicBezTo>
                    <a:pt x="70" y="260"/>
                    <a:pt x="103" y="260"/>
                    <a:pt x="141" y="260"/>
                  </a:cubicBezTo>
                  <a:cubicBezTo>
                    <a:pt x="190" y="240"/>
                    <a:pt x="227" y="174"/>
                    <a:pt x="227" y="103"/>
                  </a:cubicBezTo>
                  <a:cubicBezTo>
                    <a:pt x="227" y="70"/>
                    <a:pt x="206" y="54"/>
                    <a:pt x="174" y="17"/>
                  </a:cubicBezTo>
                  <a:cubicBezTo>
                    <a:pt x="174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27"/>
            <p:cNvSpPr/>
            <p:nvPr/>
          </p:nvSpPr>
          <p:spPr>
            <a:xfrm>
              <a:off x="4684475" y="28989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2" y="0"/>
                  </a:moveTo>
                  <a:cubicBezTo>
                    <a:pt x="84" y="0"/>
                    <a:pt x="60" y="12"/>
                    <a:pt x="34" y="23"/>
                  </a:cubicBezTo>
                  <a:cubicBezTo>
                    <a:pt x="17" y="40"/>
                    <a:pt x="1" y="73"/>
                    <a:pt x="1" y="110"/>
                  </a:cubicBezTo>
                  <a:cubicBezTo>
                    <a:pt x="1" y="143"/>
                    <a:pt x="1" y="176"/>
                    <a:pt x="17" y="213"/>
                  </a:cubicBezTo>
                  <a:cubicBezTo>
                    <a:pt x="50" y="229"/>
                    <a:pt x="71" y="246"/>
                    <a:pt x="104" y="262"/>
                  </a:cubicBezTo>
                  <a:cubicBezTo>
                    <a:pt x="137" y="262"/>
                    <a:pt x="153" y="246"/>
                    <a:pt x="190" y="229"/>
                  </a:cubicBezTo>
                  <a:cubicBezTo>
                    <a:pt x="223" y="176"/>
                    <a:pt x="240" y="110"/>
                    <a:pt x="207" y="40"/>
                  </a:cubicBezTo>
                  <a:cubicBezTo>
                    <a:pt x="190" y="23"/>
                    <a:pt x="174" y="7"/>
                    <a:pt x="153" y="7"/>
                  </a:cubicBezTo>
                  <a:lnTo>
                    <a:pt x="120" y="7"/>
                  </a:lnTo>
                  <a:cubicBezTo>
                    <a:pt x="115" y="2"/>
                    <a:pt x="109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27"/>
            <p:cNvSpPr/>
            <p:nvPr/>
          </p:nvSpPr>
          <p:spPr>
            <a:xfrm>
              <a:off x="4881550" y="29845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71" y="1"/>
                    <a:pt x="54" y="17"/>
                    <a:pt x="38" y="50"/>
                  </a:cubicBezTo>
                  <a:cubicBezTo>
                    <a:pt x="21" y="87"/>
                    <a:pt x="1" y="120"/>
                    <a:pt x="21" y="153"/>
                  </a:cubicBezTo>
                  <a:cubicBezTo>
                    <a:pt x="21" y="190"/>
                    <a:pt x="38" y="207"/>
                    <a:pt x="54" y="223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207" y="240"/>
                    <a:pt x="244" y="174"/>
                    <a:pt x="227" y="104"/>
                  </a:cubicBezTo>
                  <a:cubicBezTo>
                    <a:pt x="227" y="71"/>
                    <a:pt x="207" y="3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27"/>
            <p:cNvSpPr/>
            <p:nvPr/>
          </p:nvSpPr>
          <p:spPr>
            <a:xfrm>
              <a:off x="4673350" y="28067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66" y="1"/>
                    <a:pt x="33" y="17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17" y="207"/>
                    <a:pt x="50" y="240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86" y="240"/>
                    <a:pt x="239" y="174"/>
                    <a:pt x="223" y="104"/>
                  </a:cubicBezTo>
                  <a:cubicBezTo>
                    <a:pt x="223" y="71"/>
                    <a:pt x="206" y="50"/>
                    <a:pt x="169" y="17"/>
                  </a:cubicBezTo>
                  <a:cubicBezTo>
                    <a:pt x="169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27"/>
            <p:cNvSpPr/>
            <p:nvPr/>
          </p:nvSpPr>
          <p:spPr>
            <a:xfrm>
              <a:off x="4641500" y="2952800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37" y="17"/>
                    <a:pt x="0" y="83"/>
                    <a:pt x="0" y="153"/>
                  </a:cubicBezTo>
                  <a:cubicBezTo>
                    <a:pt x="0" y="186"/>
                    <a:pt x="17" y="207"/>
                    <a:pt x="54" y="240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23" y="67"/>
                    <a:pt x="206" y="50"/>
                    <a:pt x="173" y="17"/>
                  </a:cubicBezTo>
                  <a:cubicBezTo>
                    <a:pt x="173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27"/>
            <p:cNvSpPr/>
            <p:nvPr/>
          </p:nvSpPr>
          <p:spPr>
            <a:xfrm>
              <a:off x="4628600" y="3029975"/>
              <a:ext cx="6125" cy="6725"/>
            </a:xfrm>
            <a:custGeom>
              <a:avLst/>
              <a:gdLst/>
              <a:ahLst/>
              <a:cxnLst/>
              <a:rect l="l" t="t" r="r" b="b"/>
              <a:pathLst>
                <a:path w="245" h="269" extrusionOk="0">
                  <a:moveTo>
                    <a:pt x="126" y="0"/>
                  </a:moveTo>
                  <a:cubicBezTo>
                    <a:pt x="80" y="0"/>
                    <a:pt x="31" y="35"/>
                    <a:pt x="1" y="89"/>
                  </a:cubicBezTo>
                  <a:lnTo>
                    <a:pt x="1" y="142"/>
                  </a:lnTo>
                  <a:cubicBezTo>
                    <a:pt x="1" y="192"/>
                    <a:pt x="38" y="229"/>
                    <a:pt x="71" y="262"/>
                  </a:cubicBezTo>
                  <a:cubicBezTo>
                    <a:pt x="84" y="266"/>
                    <a:pt x="97" y="268"/>
                    <a:pt x="108" y="268"/>
                  </a:cubicBezTo>
                  <a:cubicBezTo>
                    <a:pt x="140" y="268"/>
                    <a:pt x="166" y="253"/>
                    <a:pt x="191" y="229"/>
                  </a:cubicBezTo>
                  <a:cubicBezTo>
                    <a:pt x="207" y="212"/>
                    <a:pt x="207" y="192"/>
                    <a:pt x="224" y="175"/>
                  </a:cubicBezTo>
                  <a:cubicBezTo>
                    <a:pt x="244" y="109"/>
                    <a:pt x="207" y="39"/>
                    <a:pt x="158" y="6"/>
                  </a:cubicBezTo>
                  <a:cubicBezTo>
                    <a:pt x="148" y="2"/>
                    <a:pt x="137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27"/>
            <p:cNvSpPr/>
            <p:nvPr/>
          </p:nvSpPr>
          <p:spPr>
            <a:xfrm>
              <a:off x="4881150" y="29418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5" y="0"/>
                  </a:moveTo>
                  <a:cubicBezTo>
                    <a:pt x="75" y="0"/>
                    <a:pt x="32" y="22"/>
                    <a:pt x="17" y="76"/>
                  </a:cubicBezTo>
                  <a:cubicBezTo>
                    <a:pt x="0" y="146"/>
                    <a:pt x="37" y="233"/>
                    <a:pt x="87" y="249"/>
                  </a:cubicBezTo>
                  <a:cubicBezTo>
                    <a:pt x="101" y="258"/>
                    <a:pt x="116" y="262"/>
                    <a:pt x="131" y="262"/>
                  </a:cubicBezTo>
                  <a:cubicBezTo>
                    <a:pt x="172" y="262"/>
                    <a:pt x="211" y="231"/>
                    <a:pt x="223" y="179"/>
                  </a:cubicBezTo>
                  <a:cubicBezTo>
                    <a:pt x="243" y="109"/>
                    <a:pt x="223" y="43"/>
                    <a:pt x="173" y="6"/>
                  </a:cubicBezTo>
                  <a:cubicBezTo>
                    <a:pt x="157" y="2"/>
                    <a:pt x="141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27"/>
            <p:cNvSpPr/>
            <p:nvPr/>
          </p:nvSpPr>
          <p:spPr>
            <a:xfrm>
              <a:off x="4631600" y="301620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29" y="0"/>
                  </a:moveTo>
                  <a:cubicBezTo>
                    <a:pt x="83" y="0"/>
                    <a:pt x="35" y="33"/>
                    <a:pt x="21" y="91"/>
                  </a:cubicBezTo>
                  <a:cubicBezTo>
                    <a:pt x="0" y="145"/>
                    <a:pt x="21" y="227"/>
                    <a:pt x="87" y="248"/>
                  </a:cubicBezTo>
                  <a:cubicBezTo>
                    <a:pt x="104" y="264"/>
                    <a:pt x="124" y="264"/>
                    <a:pt x="141" y="264"/>
                  </a:cubicBezTo>
                  <a:cubicBezTo>
                    <a:pt x="174" y="264"/>
                    <a:pt x="207" y="227"/>
                    <a:pt x="227" y="178"/>
                  </a:cubicBezTo>
                  <a:cubicBezTo>
                    <a:pt x="244" y="124"/>
                    <a:pt x="227" y="75"/>
                    <a:pt x="207" y="42"/>
                  </a:cubicBezTo>
                  <a:cubicBezTo>
                    <a:pt x="190" y="21"/>
                    <a:pt x="174" y="21"/>
                    <a:pt x="157" y="5"/>
                  </a:cubicBezTo>
                  <a:cubicBezTo>
                    <a:pt x="148" y="2"/>
                    <a:pt x="139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27"/>
            <p:cNvSpPr/>
            <p:nvPr/>
          </p:nvSpPr>
          <p:spPr>
            <a:xfrm>
              <a:off x="4634175" y="29665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1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1" y="70"/>
                    <a:pt x="1" y="153"/>
                    <a:pt x="38" y="206"/>
                  </a:cubicBezTo>
                  <a:cubicBezTo>
                    <a:pt x="57" y="247"/>
                    <a:pt x="88" y="264"/>
                    <a:pt x="121" y="264"/>
                  </a:cubicBezTo>
                  <a:cubicBezTo>
                    <a:pt x="145" y="264"/>
                    <a:pt x="169" y="255"/>
                    <a:pt x="190" y="239"/>
                  </a:cubicBezTo>
                  <a:cubicBezTo>
                    <a:pt x="244" y="190"/>
                    <a:pt x="244" y="103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57" y="0"/>
                    <a:pt x="141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27"/>
            <p:cNvSpPr/>
            <p:nvPr/>
          </p:nvSpPr>
          <p:spPr>
            <a:xfrm>
              <a:off x="4637275" y="29985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9" y="1"/>
                  </a:moveTo>
                  <a:cubicBezTo>
                    <a:pt x="87" y="1"/>
                    <a:pt x="44" y="36"/>
                    <a:pt x="17" y="91"/>
                  </a:cubicBezTo>
                  <a:cubicBezTo>
                    <a:pt x="0" y="161"/>
                    <a:pt x="33" y="231"/>
                    <a:pt x="83" y="264"/>
                  </a:cubicBezTo>
                  <a:lnTo>
                    <a:pt x="136" y="264"/>
                  </a:lnTo>
                  <a:cubicBezTo>
                    <a:pt x="169" y="264"/>
                    <a:pt x="223" y="231"/>
                    <a:pt x="223" y="178"/>
                  </a:cubicBezTo>
                  <a:cubicBezTo>
                    <a:pt x="239" y="145"/>
                    <a:pt x="239" y="91"/>
                    <a:pt x="206" y="58"/>
                  </a:cubicBezTo>
                  <a:cubicBezTo>
                    <a:pt x="206" y="42"/>
                    <a:pt x="186" y="25"/>
                    <a:pt x="169" y="5"/>
                  </a:cubicBezTo>
                  <a:cubicBezTo>
                    <a:pt x="159" y="2"/>
                    <a:pt x="149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27"/>
            <p:cNvSpPr/>
            <p:nvPr/>
          </p:nvSpPr>
          <p:spPr>
            <a:xfrm>
              <a:off x="4696950" y="2861375"/>
              <a:ext cx="6425" cy="6750"/>
            </a:xfrm>
            <a:custGeom>
              <a:avLst/>
              <a:gdLst/>
              <a:ahLst/>
              <a:cxnLst/>
              <a:rect l="l" t="t" r="r" b="b"/>
              <a:pathLst>
                <a:path w="257" h="270" extrusionOk="0">
                  <a:moveTo>
                    <a:pt x="120" y="0"/>
                  </a:moveTo>
                  <a:cubicBezTo>
                    <a:pt x="76" y="0"/>
                    <a:pt x="41" y="32"/>
                    <a:pt x="17" y="83"/>
                  </a:cubicBezTo>
                  <a:cubicBezTo>
                    <a:pt x="0" y="153"/>
                    <a:pt x="33" y="236"/>
                    <a:pt x="87" y="256"/>
                  </a:cubicBezTo>
                  <a:cubicBezTo>
                    <a:pt x="100" y="265"/>
                    <a:pt x="115" y="269"/>
                    <a:pt x="129" y="269"/>
                  </a:cubicBezTo>
                  <a:cubicBezTo>
                    <a:pt x="170" y="269"/>
                    <a:pt x="211" y="238"/>
                    <a:pt x="223" y="186"/>
                  </a:cubicBezTo>
                  <a:cubicBezTo>
                    <a:pt x="256" y="116"/>
                    <a:pt x="223" y="50"/>
                    <a:pt x="169" y="13"/>
                  </a:cubicBezTo>
                  <a:cubicBezTo>
                    <a:pt x="152" y="4"/>
                    <a:pt x="135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27"/>
            <p:cNvSpPr/>
            <p:nvPr/>
          </p:nvSpPr>
          <p:spPr>
            <a:xfrm>
              <a:off x="4690450" y="29265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41" y="1"/>
                  </a:moveTo>
                  <a:cubicBezTo>
                    <a:pt x="104" y="1"/>
                    <a:pt x="71" y="21"/>
                    <a:pt x="54" y="38"/>
                  </a:cubicBezTo>
                  <a:cubicBezTo>
                    <a:pt x="1" y="87"/>
                    <a:pt x="1" y="157"/>
                    <a:pt x="38" y="227"/>
                  </a:cubicBezTo>
                  <a:cubicBezTo>
                    <a:pt x="54" y="244"/>
                    <a:pt x="87" y="260"/>
                    <a:pt x="104" y="260"/>
                  </a:cubicBezTo>
                  <a:cubicBezTo>
                    <a:pt x="115" y="265"/>
                    <a:pt x="125" y="267"/>
                    <a:pt x="135" y="267"/>
                  </a:cubicBezTo>
                  <a:cubicBezTo>
                    <a:pt x="159" y="267"/>
                    <a:pt x="179" y="255"/>
                    <a:pt x="190" y="244"/>
                  </a:cubicBezTo>
                  <a:cubicBezTo>
                    <a:pt x="207" y="227"/>
                    <a:pt x="223" y="190"/>
                    <a:pt x="223" y="157"/>
                  </a:cubicBezTo>
                  <a:cubicBezTo>
                    <a:pt x="244" y="124"/>
                    <a:pt x="223" y="87"/>
                    <a:pt x="207" y="54"/>
                  </a:cubicBezTo>
                  <a:cubicBezTo>
                    <a:pt x="190" y="38"/>
                    <a:pt x="174" y="21"/>
                    <a:pt x="157" y="21"/>
                  </a:cubicBezTo>
                  <a:lnTo>
                    <a:pt x="1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27"/>
            <p:cNvSpPr/>
            <p:nvPr/>
          </p:nvSpPr>
          <p:spPr>
            <a:xfrm>
              <a:off x="4714050" y="2843650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04" y="1"/>
                  </a:moveTo>
                  <a:cubicBezTo>
                    <a:pt x="87" y="1"/>
                    <a:pt x="54" y="17"/>
                    <a:pt x="54" y="38"/>
                  </a:cubicBezTo>
                  <a:cubicBezTo>
                    <a:pt x="21" y="71"/>
                    <a:pt x="1" y="104"/>
                    <a:pt x="21" y="157"/>
                  </a:cubicBezTo>
                  <a:cubicBezTo>
                    <a:pt x="21" y="190"/>
                    <a:pt x="38" y="223"/>
                    <a:pt x="54" y="244"/>
                  </a:cubicBezTo>
                  <a:cubicBezTo>
                    <a:pt x="78" y="256"/>
                    <a:pt x="93" y="267"/>
                    <a:pt x="113" y="267"/>
                  </a:cubicBezTo>
                  <a:cubicBezTo>
                    <a:pt x="121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8" y="120"/>
                  </a:cubicBezTo>
                  <a:cubicBezTo>
                    <a:pt x="228" y="71"/>
                    <a:pt x="190" y="38"/>
                    <a:pt x="157" y="17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27"/>
            <p:cNvSpPr/>
            <p:nvPr/>
          </p:nvSpPr>
          <p:spPr>
            <a:xfrm>
              <a:off x="4712400" y="28605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11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49"/>
                    <a:pt x="17" y="219"/>
                    <a:pt x="87" y="252"/>
                  </a:cubicBezTo>
                  <a:cubicBezTo>
                    <a:pt x="96" y="255"/>
                    <a:pt x="106" y="257"/>
                    <a:pt x="115" y="257"/>
                  </a:cubicBezTo>
                  <a:cubicBezTo>
                    <a:pt x="160" y="257"/>
                    <a:pt x="210" y="227"/>
                    <a:pt x="223" y="186"/>
                  </a:cubicBezTo>
                  <a:cubicBezTo>
                    <a:pt x="240" y="116"/>
                    <a:pt x="223" y="30"/>
                    <a:pt x="153" y="13"/>
                  </a:cubicBezTo>
                  <a:cubicBezTo>
                    <a:pt x="140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27"/>
            <p:cNvSpPr/>
            <p:nvPr/>
          </p:nvSpPr>
          <p:spPr>
            <a:xfrm>
              <a:off x="4720150" y="2875500"/>
              <a:ext cx="425" cy="2100"/>
            </a:xfrm>
            <a:custGeom>
              <a:avLst/>
              <a:gdLst/>
              <a:ahLst/>
              <a:cxnLst/>
              <a:rect l="l" t="t" r="r" b="b"/>
              <a:pathLst>
                <a:path w="17" h="84" extrusionOk="0">
                  <a:moveTo>
                    <a:pt x="17" y="1"/>
                  </a:moveTo>
                  <a:cubicBezTo>
                    <a:pt x="0" y="34"/>
                    <a:pt x="0" y="50"/>
                    <a:pt x="0" y="83"/>
                  </a:cubicBezTo>
                  <a:cubicBezTo>
                    <a:pt x="0" y="67"/>
                    <a:pt x="17" y="34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27"/>
            <p:cNvSpPr/>
            <p:nvPr/>
          </p:nvSpPr>
          <p:spPr>
            <a:xfrm>
              <a:off x="4697350" y="291157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4" y="1"/>
                  </a:moveTo>
                  <a:cubicBezTo>
                    <a:pt x="34" y="17"/>
                    <a:pt x="1" y="83"/>
                    <a:pt x="1" y="153"/>
                  </a:cubicBezTo>
                  <a:cubicBezTo>
                    <a:pt x="1" y="186"/>
                    <a:pt x="17" y="223"/>
                    <a:pt x="50" y="240"/>
                  </a:cubicBezTo>
                  <a:cubicBezTo>
                    <a:pt x="65" y="252"/>
                    <a:pt x="86" y="263"/>
                    <a:pt x="102" y="263"/>
                  </a:cubicBezTo>
                  <a:cubicBezTo>
                    <a:pt x="109" y="263"/>
                    <a:pt x="116" y="261"/>
                    <a:pt x="120" y="256"/>
                  </a:cubicBezTo>
                  <a:cubicBezTo>
                    <a:pt x="153" y="256"/>
                    <a:pt x="191" y="240"/>
                    <a:pt x="207" y="207"/>
                  </a:cubicBezTo>
                  <a:cubicBezTo>
                    <a:pt x="224" y="186"/>
                    <a:pt x="224" y="153"/>
                    <a:pt x="224" y="120"/>
                  </a:cubicBezTo>
                  <a:cubicBezTo>
                    <a:pt x="224" y="83"/>
                    <a:pt x="207" y="50"/>
                    <a:pt x="174" y="34"/>
                  </a:cubicBezTo>
                  <a:cubicBezTo>
                    <a:pt x="174" y="17"/>
                    <a:pt x="153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27"/>
            <p:cNvSpPr/>
            <p:nvPr/>
          </p:nvSpPr>
          <p:spPr>
            <a:xfrm>
              <a:off x="4708500" y="283017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21" y="1"/>
                  </a:moveTo>
                  <a:cubicBezTo>
                    <a:pt x="115" y="1"/>
                    <a:pt x="109" y="2"/>
                    <a:pt x="103" y="8"/>
                  </a:cubicBezTo>
                  <a:cubicBezTo>
                    <a:pt x="70" y="8"/>
                    <a:pt x="37" y="24"/>
                    <a:pt x="17" y="61"/>
                  </a:cubicBezTo>
                  <a:cubicBezTo>
                    <a:pt x="0" y="78"/>
                    <a:pt x="0" y="111"/>
                    <a:pt x="0" y="144"/>
                  </a:cubicBezTo>
                  <a:cubicBezTo>
                    <a:pt x="0" y="181"/>
                    <a:pt x="17" y="214"/>
                    <a:pt x="54" y="231"/>
                  </a:cubicBezTo>
                  <a:cubicBezTo>
                    <a:pt x="70" y="247"/>
                    <a:pt x="103" y="268"/>
                    <a:pt x="140" y="268"/>
                  </a:cubicBezTo>
                  <a:cubicBezTo>
                    <a:pt x="190" y="247"/>
                    <a:pt x="223" y="181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7" y="8"/>
                  </a:lnTo>
                  <a:cubicBezTo>
                    <a:pt x="146" y="8"/>
                    <a:pt x="133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27"/>
            <p:cNvSpPr/>
            <p:nvPr/>
          </p:nvSpPr>
          <p:spPr>
            <a:xfrm>
              <a:off x="4698600" y="289612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54" y="17"/>
                    <a:pt x="0" y="83"/>
                    <a:pt x="21" y="153"/>
                  </a:cubicBezTo>
                  <a:cubicBezTo>
                    <a:pt x="21" y="214"/>
                    <a:pt x="71" y="259"/>
                    <a:pt x="119" y="259"/>
                  </a:cubicBezTo>
                  <a:cubicBezTo>
                    <a:pt x="126" y="259"/>
                    <a:pt x="134" y="258"/>
                    <a:pt x="141" y="256"/>
                  </a:cubicBezTo>
                  <a:cubicBezTo>
                    <a:pt x="174" y="256"/>
                    <a:pt x="190" y="239"/>
                    <a:pt x="207" y="206"/>
                  </a:cubicBezTo>
                  <a:cubicBezTo>
                    <a:pt x="227" y="186"/>
                    <a:pt x="244" y="153"/>
                    <a:pt x="227" y="120"/>
                  </a:cubicBezTo>
                  <a:cubicBezTo>
                    <a:pt x="227" y="83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27"/>
            <p:cNvSpPr/>
            <p:nvPr/>
          </p:nvSpPr>
          <p:spPr>
            <a:xfrm>
              <a:off x="4692200" y="288147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34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40"/>
                  </a:cubicBezTo>
                  <a:cubicBezTo>
                    <a:pt x="76" y="252"/>
                    <a:pt x="92" y="265"/>
                    <a:pt x="111" y="265"/>
                  </a:cubicBezTo>
                  <a:cubicBezTo>
                    <a:pt x="119" y="265"/>
                    <a:pt x="127" y="263"/>
                    <a:pt x="137" y="256"/>
                  </a:cubicBezTo>
                  <a:cubicBezTo>
                    <a:pt x="190" y="256"/>
                    <a:pt x="240" y="190"/>
                    <a:pt x="223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27"/>
            <p:cNvSpPr/>
            <p:nvPr/>
          </p:nvSpPr>
          <p:spPr>
            <a:xfrm>
              <a:off x="4672825" y="30232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54" y="17"/>
                    <a:pt x="1" y="87"/>
                    <a:pt x="21" y="153"/>
                  </a:cubicBezTo>
                  <a:cubicBezTo>
                    <a:pt x="21" y="190"/>
                    <a:pt x="38" y="223"/>
                    <a:pt x="54" y="240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174" y="256"/>
                    <a:pt x="190" y="240"/>
                    <a:pt x="207" y="207"/>
                  </a:cubicBezTo>
                  <a:cubicBezTo>
                    <a:pt x="227" y="174"/>
                    <a:pt x="244" y="137"/>
                    <a:pt x="227" y="104"/>
                  </a:cubicBezTo>
                  <a:cubicBezTo>
                    <a:pt x="227" y="71"/>
                    <a:pt x="207" y="50"/>
                    <a:pt x="190" y="17"/>
                  </a:cubicBezTo>
                  <a:lnTo>
                    <a:pt x="157" y="17"/>
                  </a:ln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27"/>
            <p:cNvSpPr/>
            <p:nvPr/>
          </p:nvSpPr>
          <p:spPr>
            <a:xfrm>
              <a:off x="4672000" y="2975400"/>
              <a:ext cx="4350" cy="6600"/>
            </a:xfrm>
            <a:custGeom>
              <a:avLst/>
              <a:gdLst/>
              <a:ahLst/>
              <a:cxnLst/>
              <a:rect l="l" t="t" r="r" b="b"/>
              <a:pathLst>
                <a:path w="174" h="264" extrusionOk="0">
                  <a:moveTo>
                    <a:pt x="142" y="0"/>
                  </a:moveTo>
                  <a:cubicBezTo>
                    <a:pt x="88" y="0"/>
                    <a:pt x="48" y="35"/>
                    <a:pt x="17" y="90"/>
                  </a:cubicBezTo>
                  <a:cubicBezTo>
                    <a:pt x="1" y="161"/>
                    <a:pt x="34" y="231"/>
                    <a:pt x="87" y="247"/>
                  </a:cubicBezTo>
                  <a:cubicBezTo>
                    <a:pt x="104" y="264"/>
                    <a:pt x="120" y="264"/>
                    <a:pt x="120" y="264"/>
                  </a:cubicBezTo>
                  <a:cubicBezTo>
                    <a:pt x="120" y="247"/>
                    <a:pt x="120" y="231"/>
                    <a:pt x="137" y="210"/>
                  </a:cubicBezTo>
                  <a:cubicBezTo>
                    <a:pt x="137" y="144"/>
                    <a:pt x="157" y="74"/>
                    <a:pt x="174" y="25"/>
                  </a:cubicBezTo>
                  <a:lnTo>
                    <a:pt x="174" y="4"/>
                  </a:lnTo>
                  <a:cubicBezTo>
                    <a:pt x="163" y="1"/>
                    <a:pt x="152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27"/>
            <p:cNvSpPr/>
            <p:nvPr/>
          </p:nvSpPr>
          <p:spPr>
            <a:xfrm>
              <a:off x="4653550" y="285492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8" y="1"/>
                  </a:moveTo>
                  <a:cubicBezTo>
                    <a:pt x="86" y="1"/>
                    <a:pt x="46" y="34"/>
                    <a:pt x="34" y="82"/>
                  </a:cubicBezTo>
                  <a:cubicBezTo>
                    <a:pt x="1" y="152"/>
                    <a:pt x="34" y="222"/>
                    <a:pt x="87" y="255"/>
                  </a:cubicBezTo>
                  <a:cubicBezTo>
                    <a:pt x="103" y="259"/>
                    <a:pt x="117" y="261"/>
                    <a:pt x="131" y="261"/>
                  </a:cubicBezTo>
                  <a:cubicBezTo>
                    <a:pt x="177" y="261"/>
                    <a:pt x="214" y="238"/>
                    <a:pt x="240" y="185"/>
                  </a:cubicBezTo>
                  <a:cubicBezTo>
                    <a:pt x="256" y="119"/>
                    <a:pt x="223" y="32"/>
                    <a:pt x="174" y="16"/>
                  </a:cubicBezTo>
                  <a:cubicBezTo>
                    <a:pt x="159" y="6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27"/>
            <p:cNvSpPr/>
            <p:nvPr/>
          </p:nvSpPr>
          <p:spPr>
            <a:xfrm>
              <a:off x="4668600" y="29459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7" y="1"/>
                  </a:moveTo>
                  <a:cubicBezTo>
                    <a:pt x="120" y="1"/>
                    <a:pt x="87" y="1"/>
                    <a:pt x="67" y="34"/>
                  </a:cubicBezTo>
                  <a:cubicBezTo>
                    <a:pt x="17" y="71"/>
                    <a:pt x="1" y="153"/>
                    <a:pt x="50" y="207"/>
                  </a:cubicBezTo>
                  <a:cubicBezTo>
                    <a:pt x="67" y="240"/>
                    <a:pt x="87" y="256"/>
                    <a:pt x="120" y="256"/>
                  </a:cubicBezTo>
                  <a:cubicBezTo>
                    <a:pt x="153" y="256"/>
                    <a:pt x="170" y="256"/>
                    <a:pt x="207" y="223"/>
                  </a:cubicBezTo>
                  <a:cubicBezTo>
                    <a:pt x="223" y="207"/>
                    <a:pt x="240" y="174"/>
                    <a:pt x="240" y="137"/>
                  </a:cubicBezTo>
                  <a:cubicBezTo>
                    <a:pt x="240" y="104"/>
                    <a:pt x="240" y="71"/>
                    <a:pt x="223" y="50"/>
                  </a:cubicBezTo>
                  <a:cubicBezTo>
                    <a:pt x="207" y="34"/>
                    <a:pt x="190" y="17"/>
                    <a:pt x="170" y="17"/>
                  </a:cubicBezTo>
                  <a:cubicBezTo>
                    <a:pt x="153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27"/>
            <p:cNvSpPr/>
            <p:nvPr/>
          </p:nvSpPr>
          <p:spPr>
            <a:xfrm>
              <a:off x="4664275" y="29608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7" y="0"/>
                  </a:moveTo>
                  <a:cubicBezTo>
                    <a:pt x="80" y="0"/>
                    <a:pt x="31" y="30"/>
                    <a:pt x="17" y="71"/>
                  </a:cubicBezTo>
                  <a:cubicBezTo>
                    <a:pt x="0" y="141"/>
                    <a:pt x="17" y="227"/>
                    <a:pt x="87" y="244"/>
                  </a:cubicBezTo>
                  <a:cubicBezTo>
                    <a:pt x="100" y="252"/>
                    <a:pt x="115" y="257"/>
                    <a:pt x="129" y="257"/>
                  </a:cubicBezTo>
                  <a:cubicBezTo>
                    <a:pt x="170" y="257"/>
                    <a:pt x="211" y="225"/>
                    <a:pt x="223" y="174"/>
                  </a:cubicBezTo>
                  <a:cubicBezTo>
                    <a:pt x="240" y="108"/>
                    <a:pt x="223" y="38"/>
                    <a:pt x="157" y="5"/>
                  </a:cubicBezTo>
                  <a:cubicBezTo>
                    <a:pt x="148" y="2"/>
                    <a:pt x="13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27"/>
            <p:cNvSpPr/>
            <p:nvPr/>
          </p:nvSpPr>
          <p:spPr>
            <a:xfrm>
              <a:off x="4766925" y="3020950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6" y="0"/>
                  </a:moveTo>
                  <a:cubicBezTo>
                    <a:pt x="98" y="0"/>
                    <a:pt x="48" y="33"/>
                    <a:pt x="34" y="91"/>
                  </a:cubicBezTo>
                  <a:cubicBezTo>
                    <a:pt x="1" y="140"/>
                    <a:pt x="34" y="227"/>
                    <a:pt x="87" y="243"/>
                  </a:cubicBezTo>
                  <a:cubicBezTo>
                    <a:pt x="105" y="253"/>
                    <a:pt x="122" y="258"/>
                    <a:pt x="138" y="258"/>
                  </a:cubicBezTo>
                  <a:cubicBezTo>
                    <a:pt x="181" y="258"/>
                    <a:pt x="216" y="225"/>
                    <a:pt x="240" y="177"/>
                  </a:cubicBezTo>
                  <a:cubicBezTo>
                    <a:pt x="256" y="107"/>
                    <a:pt x="223" y="37"/>
                    <a:pt x="174" y="4"/>
                  </a:cubicBezTo>
                  <a:cubicBezTo>
                    <a:pt x="165" y="1"/>
                    <a:pt x="155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27"/>
            <p:cNvSpPr/>
            <p:nvPr/>
          </p:nvSpPr>
          <p:spPr>
            <a:xfrm>
              <a:off x="4658300" y="29033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1"/>
                  </a:moveTo>
                  <a:cubicBezTo>
                    <a:pt x="33" y="22"/>
                    <a:pt x="0" y="71"/>
                    <a:pt x="0" y="158"/>
                  </a:cubicBezTo>
                  <a:cubicBezTo>
                    <a:pt x="0" y="191"/>
                    <a:pt x="17" y="207"/>
                    <a:pt x="50" y="228"/>
                  </a:cubicBezTo>
                  <a:cubicBezTo>
                    <a:pt x="66" y="261"/>
                    <a:pt x="103" y="261"/>
                    <a:pt x="120" y="261"/>
                  </a:cubicBezTo>
                  <a:cubicBezTo>
                    <a:pt x="153" y="261"/>
                    <a:pt x="190" y="228"/>
                    <a:pt x="206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6" y="38"/>
                    <a:pt x="169" y="22"/>
                  </a:cubicBezTo>
                  <a:cubicBezTo>
                    <a:pt x="169" y="22"/>
                    <a:pt x="153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27"/>
            <p:cNvSpPr/>
            <p:nvPr/>
          </p:nvSpPr>
          <p:spPr>
            <a:xfrm>
              <a:off x="4661275" y="2930750"/>
              <a:ext cx="6025" cy="6450"/>
            </a:xfrm>
            <a:custGeom>
              <a:avLst/>
              <a:gdLst/>
              <a:ahLst/>
              <a:cxnLst/>
              <a:rect l="l" t="t" r="r" b="b"/>
              <a:pathLst>
                <a:path w="241" h="258" extrusionOk="0">
                  <a:moveTo>
                    <a:pt x="127" y="1"/>
                  </a:moveTo>
                  <a:cubicBezTo>
                    <a:pt x="82" y="1"/>
                    <a:pt x="31" y="33"/>
                    <a:pt x="17" y="91"/>
                  </a:cubicBezTo>
                  <a:cubicBezTo>
                    <a:pt x="1" y="108"/>
                    <a:pt x="1" y="124"/>
                    <a:pt x="1" y="141"/>
                  </a:cubicBezTo>
                  <a:cubicBezTo>
                    <a:pt x="17" y="194"/>
                    <a:pt x="34" y="227"/>
                    <a:pt x="71" y="244"/>
                  </a:cubicBezTo>
                  <a:cubicBezTo>
                    <a:pt x="92" y="253"/>
                    <a:pt x="110" y="258"/>
                    <a:pt x="127" y="258"/>
                  </a:cubicBezTo>
                  <a:cubicBezTo>
                    <a:pt x="149" y="258"/>
                    <a:pt x="169" y="249"/>
                    <a:pt x="191" y="227"/>
                  </a:cubicBezTo>
                  <a:cubicBezTo>
                    <a:pt x="207" y="211"/>
                    <a:pt x="207" y="194"/>
                    <a:pt x="224" y="178"/>
                  </a:cubicBezTo>
                  <a:cubicBezTo>
                    <a:pt x="240" y="108"/>
                    <a:pt x="207" y="38"/>
                    <a:pt x="153" y="5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27"/>
            <p:cNvSpPr/>
            <p:nvPr/>
          </p:nvSpPr>
          <p:spPr>
            <a:xfrm>
              <a:off x="4679725" y="2960025"/>
              <a:ext cx="2200" cy="4350"/>
            </a:xfrm>
            <a:custGeom>
              <a:avLst/>
              <a:gdLst/>
              <a:ahLst/>
              <a:cxnLst/>
              <a:rect l="l" t="t" r="r" b="b"/>
              <a:pathLst>
                <a:path w="88" h="174" extrusionOk="0">
                  <a:moveTo>
                    <a:pt x="87" y="0"/>
                  </a:moveTo>
                  <a:cubicBezTo>
                    <a:pt x="54" y="0"/>
                    <a:pt x="17" y="38"/>
                    <a:pt x="17" y="71"/>
                  </a:cubicBezTo>
                  <a:cubicBezTo>
                    <a:pt x="1" y="104"/>
                    <a:pt x="1" y="141"/>
                    <a:pt x="17" y="174"/>
                  </a:cubicBezTo>
                  <a:cubicBezTo>
                    <a:pt x="34" y="104"/>
                    <a:pt x="71" y="54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27"/>
            <p:cNvSpPr/>
            <p:nvPr/>
          </p:nvSpPr>
          <p:spPr>
            <a:xfrm>
              <a:off x="4827025" y="298065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54" y="21"/>
                    <a:pt x="1" y="70"/>
                    <a:pt x="17" y="157"/>
                  </a:cubicBezTo>
                  <a:cubicBezTo>
                    <a:pt x="17" y="190"/>
                    <a:pt x="38" y="206"/>
                    <a:pt x="54" y="227"/>
                  </a:cubicBezTo>
                  <a:cubicBezTo>
                    <a:pt x="87" y="260"/>
                    <a:pt x="120" y="260"/>
                    <a:pt x="141" y="260"/>
                  </a:cubicBezTo>
                  <a:cubicBezTo>
                    <a:pt x="207" y="243"/>
                    <a:pt x="244" y="173"/>
                    <a:pt x="244" y="103"/>
                  </a:cubicBezTo>
                  <a:cubicBezTo>
                    <a:pt x="223" y="54"/>
                    <a:pt x="207" y="2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27"/>
            <p:cNvSpPr/>
            <p:nvPr/>
          </p:nvSpPr>
          <p:spPr>
            <a:xfrm>
              <a:off x="4810325" y="2983600"/>
              <a:ext cx="6425" cy="6550"/>
            </a:xfrm>
            <a:custGeom>
              <a:avLst/>
              <a:gdLst/>
              <a:ahLst/>
              <a:cxnLst/>
              <a:rect l="l" t="t" r="r" b="b"/>
              <a:pathLst>
                <a:path w="257" h="262" extrusionOk="0">
                  <a:moveTo>
                    <a:pt x="140" y="0"/>
                  </a:moveTo>
                  <a:cubicBezTo>
                    <a:pt x="96" y="0"/>
                    <a:pt x="47" y="35"/>
                    <a:pt x="34" y="88"/>
                  </a:cubicBezTo>
                  <a:cubicBezTo>
                    <a:pt x="1" y="158"/>
                    <a:pt x="34" y="228"/>
                    <a:pt x="87" y="245"/>
                  </a:cubicBezTo>
                  <a:cubicBezTo>
                    <a:pt x="104" y="261"/>
                    <a:pt x="120" y="261"/>
                    <a:pt x="137" y="261"/>
                  </a:cubicBezTo>
                  <a:cubicBezTo>
                    <a:pt x="190" y="261"/>
                    <a:pt x="223" y="228"/>
                    <a:pt x="240" y="175"/>
                  </a:cubicBezTo>
                  <a:cubicBezTo>
                    <a:pt x="256" y="125"/>
                    <a:pt x="240" y="72"/>
                    <a:pt x="207" y="39"/>
                  </a:cubicBezTo>
                  <a:cubicBezTo>
                    <a:pt x="207" y="22"/>
                    <a:pt x="190" y="22"/>
                    <a:pt x="170" y="6"/>
                  </a:cubicBezTo>
                  <a:cubicBezTo>
                    <a:pt x="160" y="2"/>
                    <a:pt x="15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10343;p27"/>
            <p:cNvSpPr/>
            <p:nvPr/>
          </p:nvSpPr>
          <p:spPr>
            <a:xfrm>
              <a:off x="4823625" y="29493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33" y="17"/>
                    <a:pt x="0" y="87"/>
                    <a:pt x="17" y="157"/>
                  </a:cubicBezTo>
                  <a:cubicBezTo>
                    <a:pt x="17" y="190"/>
                    <a:pt x="33" y="223"/>
                    <a:pt x="71" y="244"/>
                  </a:cubicBezTo>
                  <a:cubicBezTo>
                    <a:pt x="82" y="256"/>
                    <a:pt x="94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74" y="260"/>
                    <a:pt x="190" y="244"/>
                    <a:pt x="207" y="207"/>
                  </a:cubicBezTo>
                  <a:cubicBezTo>
                    <a:pt x="223" y="190"/>
                    <a:pt x="240" y="157"/>
                    <a:pt x="223" y="120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74" y="17"/>
                    <a:pt x="174" y="17"/>
                    <a:pt x="153" y="17"/>
                  </a:cubicBezTo>
                  <a:lnTo>
                    <a:pt x="137" y="17"/>
                  </a:ln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4" name="Google Shape;10344;p27"/>
            <p:cNvSpPr/>
            <p:nvPr/>
          </p:nvSpPr>
          <p:spPr>
            <a:xfrm>
              <a:off x="4797450" y="29849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66" y="0"/>
                    <a:pt x="50" y="33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39"/>
                    <a:pt x="87" y="260"/>
                    <a:pt x="103" y="260"/>
                  </a:cubicBezTo>
                  <a:cubicBezTo>
                    <a:pt x="136" y="260"/>
                    <a:pt x="169" y="260"/>
                    <a:pt x="190" y="239"/>
                  </a:cubicBezTo>
                  <a:cubicBezTo>
                    <a:pt x="206" y="206"/>
                    <a:pt x="223" y="173"/>
                    <a:pt x="223" y="136"/>
                  </a:cubicBezTo>
                  <a:cubicBezTo>
                    <a:pt x="239" y="103"/>
                    <a:pt x="223" y="70"/>
                    <a:pt x="206" y="54"/>
                  </a:cubicBezTo>
                  <a:cubicBezTo>
                    <a:pt x="190" y="33"/>
                    <a:pt x="169" y="17"/>
                    <a:pt x="153" y="17"/>
                  </a:cubicBezTo>
                  <a:cubicBezTo>
                    <a:pt x="153" y="0"/>
                    <a:pt x="136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27"/>
            <p:cNvSpPr/>
            <p:nvPr/>
          </p:nvSpPr>
          <p:spPr>
            <a:xfrm>
              <a:off x="4781975" y="29899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5" y="0"/>
                    <a:pt x="109" y="2"/>
                    <a:pt x="104" y="7"/>
                  </a:cubicBezTo>
                  <a:lnTo>
                    <a:pt x="67" y="7"/>
                  </a:lnTo>
                  <a:cubicBezTo>
                    <a:pt x="34" y="24"/>
                    <a:pt x="1" y="94"/>
                    <a:pt x="17" y="143"/>
                  </a:cubicBezTo>
                  <a:cubicBezTo>
                    <a:pt x="17" y="181"/>
                    <a:pt x="34" y="214"/>
                    <a:pt x="50" y="230"/>
                  </a:cubicBezTo>
                  <a:cubicBezTo>
                    <a:pt x="67" y="246"/>
                    <a:pt x="104" y="267"/>
                    <a:pt x="137" y="267"/>
                  </a:cubicBezTo>
                  <a:cubicBezTo>
                    <a:pt x="190" y="246"/>
                    <a:pt x="240" y="181"/>
                    <a:pt x="223" y="110"/>
                  </a:cubicBezTo>
                  <a:lnTo>
                    <a:pt x="223" y="77"/>
                  </a:lnTo>
                  <a:cubicBezTo>
                    <a:pt x="207" y="40"/>
                    <a:pt x="190" y="24"/>
                    <a:pt x="153" y="7"/>
                  </a:cubicBezTo>
                  <a:cubicBezTo>
                    <a:pt x="142" y="7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27"/>
            <p:cNvSpPr/>
            <p:nvPr/>
          </p:nvSpPr>
          <p:spPr>
            <a:xfrm>
              <a:off x="4766525" y="29905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7"/>
                    <a:pt x="50" y="54"/>
                    <a:pt x="17" y="87"/>
                  </a:cubicBezTo>
                  <a:cubicBezTo>
                    <a:pt x="0" y="120"/>
                    <a:pt x="17" y="174"/>
                    <a:pt x="33" y="207"/>
                  </a:cubicBezTo>
                  <a:cubicBezTo>
                    <a:pt x="50" y="223"/>
                    <a:pt x="87" y="244"/>
                    <a:pt x="103" y="261"/>
                  </a:cubicBezTo>
                  <a:cubicBezTo>
                    <a:pt x="136" y="261"/>
                    <a:pt x="169" y="244"/>
                    <a:pt x="190" y="223"/>
                  </a:cubicBezTo>
                  <a:cubicBezTo>
                    <a:pt x="239" y="174"/>
                    <a:pt x="239" y="87"/>
                    <a:pt x="207" y="38"/>
                  </a:cubicBezTo>
                  <a:cubicBezTo>
                    <a:pt x="190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27"/>
            <p:cNvSpPr/>
            <p:nvPr/>
          </p:nvSpPr>
          <p:spPr>
            <a:xfrm>
              <a:off x="4775500" y="3007850"/>
              <a:ext cx="6100" cy="6450"/>
            </a:xfrm>
            <a:custGeom>
              <a:avLst/>
              <a:gdLst/>
              <a:ahLst/>
              <a:cxnLst/>
              <a:rect l="l" t="t" r="r" b="b"/>
              <a:pathLst>
                <a:path w="244" h="258" extrusionOk="0">
                  <a:moveTo>
                    <a:pt x="113" y="0"/>
                  </a:moveTo>
                  <a:cubicBezTo>
                    <a:pt x="71" y="0"/>
                    <a:pt x="32" y="31"/>
                    <a:pt x="17" y="83"/>
                  </a:cubicBezTo>
                  <a:cubicBezTo>
                    <a:pt x="0" y="149"/>
                    <a:pt x="17" y="219"/>
                    <a:pt x="70" y="252"/>
                  </a:cubicBezTo>
                  <a:cubicBezTo>
                    <a:pt x="83" y="256"/>
                    <a:pt x="96" y="258"/>
                    <a:pt x="109" y="258"/>
                  </a:cubicBezTo>
                  <a:cubicBezTo>
                    <a:pt x="163" y="258"/>
                    <a:pt x="209" y="223"/>
                    <a:pt x="223" y="170"/>
                  </a:cubicBezTo>
                  <a:cubicBezTo>
                    <a:pt x="243" y="99"/>
                    <a:pt x="206" y="29"/>
                    <a:pt x="157" y="13"/>
                  </a:cubicBezTo>
                  <a:cubicBezTo>
                    <a:pt x="142" y="4"/>
                    <a:pt x="127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27"/>
            <p:cNvSpPr/>
            <p:nvPr/>
          </p:nvSpPr>
          <p:spPr>
            <a:xfrm>
              <a:off x="4780225" y="30331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1"/>
                  </a:moveTo>
                  <a:cubicBezTo>
                    <a:pt x="104" y="1"/>
                    <a:pt x="71" y="17"/>
                    <a:pt x="54" y="34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4" y="250"/>
                    <a:pt x="83" y="263"/>
                    <a:pt x="114" y="263"/>
                  </a:cubicBezTo>
                  <a:cubicBezTo>
                    <a:pt x="140" y="263"/>
                    <a:pt x="166" y="255"/>
                    <a:pt x="190" y="240"/>
                  </a:cubicBezTo>
                  <a:cubicBezTo>
                    <a:pt x="240" y="190"/>
                    <a:pt x="240" y="104"/>
                    <a:pt x="207" y="50"/>
                  </a:cubicBezTo>
                  <a:cubicBezTo>
                    <a:pt x="190" y="34"/>
                    <a:pt x="190" y="17"/>
                    <a:pt x="174" y="17"/>
                  </a:cubicBezTo>
                  <a:cubicBezTo>
                    <a:pt x="157" y="17"/>
                    <a:pt x="13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27"/>
            <p:cNvSpPr/>
            <p:nvPr/>
          </p:nvSpPr>
          <p:spPr>
            <a:xfrm>
              <a:off x="4679725" y="28359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71" y="1"/>
                    <a:pt x="54" y="17"/>
                    <a:pt x="34" y="54"/>
                  </a:cubicBezTo>
                  <a:cubicBezTo>
                    <a:pt x="17" y="87"/>
                    <a:pt x="1" y="120"/>
                    <a:pt x="17" y="157"/>
                  </a:cubicBezTo>
                  <a:cubicBezTo>
                    <a:pt x="17" y="190"/>
                    <a:pt x="34" y="207"/>
                    <a:pt x="54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1" y="244"/>
                    <a:pt x="240" y="174"/>
                    <a:pt x="224" y="104"/>
                  </a:cubicBezTo>
                  <a:cubicBezTo>
                    <a:pt x="224" y="71"/>
                    <a:pt x="207" y="54"/>
                    <a:pt x="191" y="17"/>
                  </a:cubicBezTo>
                  <a:cubicBezTo>
                    <a:pt x="174" y="17"/>
                    <a:pt x="174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27"/>
            <p:cNvSpPr/>
            <p:nvPr/>
          </p:nvSpPr>
          <p:spPr>
            <a:xfrm>
              <a:off x="4668600" y="28239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87" y="0"/>
                    <a:pt x="87" y="17"/>
                    <a:pt x="67" y="17"/>
                  </a:cubicBezTo>
                  <a:cubicBezTo>
                    <a:pt x="34" y="33"/>
                    <a:pt x="1" y="83"/>
                    <a:pt x="1" y="153"/>
                  </a:cubicBezTo>
                  <a:cubicBezTo>
                    <a:pt x="17" y="186"/>
                    <a:pt x="34" y="223"/>
                    <a:pt x="50" y="239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90" y="256"/>
                    <a:pt x="240" y="186"/>
                    <a:pt x="223" y="120"/>
                  </a:cubicBezTo>
                  <a:lnTo>
                    <a:pt x="223" y="83"/>
                  </a:lnTo>
                  <a:cubicBezTo>
                    <a:pt x="207" y="50"/>
                    <a:pt x="190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27"/>
            <p:cNvSpPr/>
            <p:nvPr/>
          </p:nvSpPr>
          <p:spPr>
            <a:xfrm>
              <a:off x="4652225" y="2871000"/>
              <a:ext cx="5675" cy="6600"/>
            </a:xfrm>
            <a:custGeom>
              <a:avLst/>
              <a:gdLst/>
              <a:ahLst/>
              <a:cxnLst/>
              <a:rect l="l" t="t" r="r" b="b"/>
              <a:pathLst>
                <a:path w="227" h="264" extrusionOk="0">
                  <a:moveTo>
                    <a:pt x="123" y="0"/>
                  </a:moveTo>
                  <a:cubicBezTo>
                    <a:pt x="116" y="0"/>
                    <a:pt x="110" y="2"/>
                    <a:pt x="103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81"/>
                    <a:pt x="21" y="214"/>
                    <a:pt x="54" y="230"/>
                  </a:cubicBezTo>
                  <a:cubicBezTo>
                    <a:pt x="70" y="247"/>
                    <a:pt x="103" y="263"/>
                    <a:pt x="140" y="263"/>
                  </a:cubicBezTo>
                  <a:cubicBezTo>
                    <a:pt x="190" y="247"/>
                    <a:pt x="227" y="181"/>
                    <a:pt x="227" y="111"/>
                  </a:cubicBezTo>
                  <a:cubicBezTo>
                    <a:pt x="227" y="78"/>
                    <a:pt x="206" y="41"/>
                    <a:pt x="173" y="24"/>
                  </a:cubicBezTo>
                  <a:lnTo>
                    <a:pt x="157" y="8"/>
                  </a:lnTo>
                  <a:cubicBezTo>
                    <a:pt x="146" y="8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27"/>
            <p:cNvSpPr/>
            <p:nvPr/>
          </p:nvSpPr>
          <p:spPr>
            <a:xfrm>
              <a:off x="4674175" y="28535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7"/>
                    <a:pt x="0" y="71"/>
                    <a:pt x="0" y="157"/>
                  </a:cubicBezTo>
                  <a:cubicBezTo>
                    <a:pt x="17" y="190"/>
                    <a:pt x="17" y="207"/>
                    <a:pt x="50" y="240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73" y="17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27"/>
            <p:cNvSpPr/>
            <p:nvPr/>
          </p:nvSpPr>
          <p:spPr>
            <a:xfrm>
              <a:off x="4665100" y="27913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3" y="0"/>
                  </a:moveTo>
                  <a:cubicBezTo>
                    <a:pt x="54" y="17"/>
                    <a:pt x="0" y="87"/>
                    <a:pt x="21" y="153"/>
                  </a:cubicBezTo>
                  <a:cubicBezTo>
                    <a:pt x="21" y="190"/>
                    <a:pt x="38" y="223"/>
                    <a:pt x="71" y="239"/>
                  </a:cubicBezTo>
                  <a:cubicBezTo>
                    <a:pt x="87" y="256"/>
                    <a:pt x="124" y="256"/>
                    <a:pt x="141" y="256"/>
                  </a:cubicBezTo>
                  <a:cubicBezTo>
                    <a:pt x="174" y="256"/>
                    <a:pt x="207" y="239"/>
                    <a:pt x="227" y="206"/>
                  </a:cubicBezTo>
                  <a:cubicBezTo>
                    <a:pt x="244" y="190"/>
                    <a:pt x="244" y="153"/>
                    <a:pt x="244" y="120"/>
                  </a:cubicBezTo>
                  <a:cubicBezTo>
                    <a:pt x="227" y="87"/>
                    <a:pt x="227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7" y="0"/>
                    <a:pt x="141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27"/>
            <p:cNvSpPr/>
            <p:nvPr/>
          </p:nvSpPr>
          <p:spPr>
            <a:xfrm>
              <a:off x="4682725" y="279152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91" y="1"/>
                  </a:moveTo>
                  <a:cubicBezTo>
                    <a:pt x="69" y="1"/>
                    <a:pt x="49" y="13"/>
                    <a:pt x="38" y="24"/>
                  </a:cubicBezTo>
                  <a:cubicBezTo>
                    <a:pt x="17" y="61"/>
                    <a:pt x="0" y="78"/>
                    <a:pt x="0" y="111"/>
                  </a:cubicBezTo>
                  <a:cubicBezTo>
                    <a:pt x="0" y="144"/>
                    <a:pt x="0" y="181"/>
                    <a:pt x="17" y="214"/>
                  </a:cubicBezTo>
                  <a:cubicBezTo>
                    <a:pt x="38" y="245"/>
                    <a:pt x="69" y="263"/>
                    <a:pt x="102" y="263"/>
                  </a:cubicBezTo>
                  <a:cubicBezTo>
                    <a:pt x="126" y="263"/>
                    <a:pt x="151" y="253"/>
                    <a:pt x="174" y="230"/>
                  </a:cubicBezTo>
                  <a:cubicBezTo>
                    <a:pt x="223" y="181"/>
                    <a:pt x="223" y="111"/>
                    <a:pt x="190" y="41"/>
                  </a:cubicBezTo>
                  <a:cubicBezTo>
                    <a:pt x="174" y="24"/>
                    <a:pt x="174" y="24"/>
                    <a:pt x="157" y="8"/>
                  </a:cubicBezTo>
                  <a:lnTo>
                    <a:pt x="120" y="8"/>
                  </a:lnTo>
                  <a:cubicBezTo>
                    <a:pt x="110" y="3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27"/>
            <p:cNvSpPr/>
            <p:nvPr/>
          </p:nvSpPr>
          <p:spPr>
            <a:xfrm>
              <a:off x="4684900" y="28664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57" y="1"/>
                  </a:moveTo>
                  <a:cubicBezTo>
                    <a:pt x="120" y="1"/>
                    <a:pt x="87" y="1"/>
                    <a:pt x="54" y="17"/>
                  </a:cubicBezTo>
                  <a:cubicBezTo>
                    <a:pt x="33" y="34"/>
                    <a:pt x="17" y="54"/>
                    <a:pt x="0" y="87"/>
                  </a:cubicBezTo>
                  <a:lnTo>
                    <a:pt x="0" y="174"/>
                  </a:lnTo>
                  <a:cubicBezTo>
                    <a:pt x="17" y="207"/>
                    <a:pt x="33" y="240"/>
                    <a:pt x="70" y="261"/>
                  </a:cubicBezTo>
                  <a:cubicBezTo>
                    <a:pt x="78" y="263"/>
                    <a:pt x="86" y="265"/>
                    <a:pt x="95" y="265"/>
                  </a:cubicBezTo>
                  <a:cubicBezTo>
                    <a:pt x="141" y="265"/>
                    <a:pt x="192" y="229"/>
                    <a:pt x="206" y="174"/>
                  </a:cubicBezTo>
                  <a:cubicBezTo>
                    <a:pt x="239" y="104"/>
                    <a:pt x="206" y="34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10356;p27"/>
            <p:cNvSpPr/>
            <p:nvPr/>
          </p:nvSpPr>
          <p:spPr>
            <a:xfrm>
              <a:off x="4793125" y="30017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3" y="0"/>
                  </a:moveTo>
                  <a:cubicBezTo>
                    <a:pt x="70" y="17"/>
                    <a:pt x="54" y="33"/>
                    <a:pt x="33" y="50"/>
                  </a:cubicBezTo>
                  <a:cubicBezTo>
                    <a:pt x="17" y="83"/>
                    <a:pt x="0" y="120"/>
                    <a:pt x="17" y="153"/>
                  </a:cubicBezTo>
                  <a:cubicBezTo>
                    <a:pt x="17" y="186"/>
                    <a:pt x="33" y="223"/>
                    <a:pt x="54" y="239"/>
                  </a:cubicBezTo>
                  <a:cubicBezTo>
                    <a:pt x="77" y="251"/>
                    <a:pt x="92" y="263"/>
                    <a:pt x="111" y="263"/>
                  </a:cubicBezTo>
                  <a:cubicBezTo>
                    <a:pt x="118" y="263"/>
                    <a:pt x="126" y="261"/>
                    <a:pt x="136" y="256"/>
                  </a:cubicBezTo>
                  <a:cubicBezTo>
                    <a:pt x="206" y="256"/>
                    <a:pt x="239" y="186"/>
                    <a:pt x="223" y="120"/>
                  </a:cubicBezTo>
                  <a:cubicBezTo>
                    <a:pt x="223" y="83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10357;p27"/>
            <p:cNvSpPr/>
            <p:nvPr/>
          </p:nvSpPr>
          <p:spPr>
            <a:xfrm>
              <a:off x="4661700" y="2841850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41" y="1"/>
                  </a:moveTo>
                  <a:cubicBezTo>
                    <a:pt x="96" y="1"/>
                    <a:pt x="50" y="33"/>
                    <a:pt x="33" y="73"/>
                  </a:cubicBezTo>
                  <a:cubicBezTo>
                    <a:pt x="0" y="143"/>
                    <a:pt x="33" y="229"/>
                    <a:pt x="87" y="246"/>
                  </a:cubicBezTo>
                  <a:cubicBezTo>
                    <a:pt x="106" y="255"/>
                    <a:pt x="123" y="259"/>
                    <a:pt x="138" y="259"/>
                  </a:cubicBezTo>
                  <a:cubicBezTo>
                    <a:pt x="182" y="259"/>
                    <a:pt x="215" y="227"/>
                    <a:pt x="239" y="176"/>
                  </a:cubicBezTo>
                  <a:cubicBezTo>
                    <a:pt x="260" y="110"/>
                    <a:pt x="223" y="40"/>
                    <a:pt x="174" y="7"/>
                  </a:cubicBezTo>
                  <a:cubicBezTo>
                    <a:pt x="163" y="3"/>
                    <a:pt x="152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27"/>
            <p:cNvSpPr/>
            <p:nvPr/>
          </p:nvSpPr>
          <p:spPr>
            <a:xfrm>
              <a:off x="4677575" y="28827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7" y="21"/>
                    <a:pt x="0" y="87"/>
                    <a:pt x="0" y="157"/>
                  </a:cubicBezTo>
                  <a:cubicBezTo>
                    <a:pt x="17" y="190"/>
                    <a:pt x="37" y="227"/>
                    <a:pt x="54" y="244"/>
                  </a:cubicBezTo>
                  <a:cubicBezTo>
                    <a:pt x="87" y="260"/>
                    <a:pt x="103" y="260"/>
                    <a:pt x="140" y="260"/>
                  </a:cubicBezTo>
                  <a:cubicBezTo>
                    <a:pt x="157" y="260"/>
                    <a:pt x="190" y="244"/>
                    <a:pt x="206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6" y="54"/>
                    <a:pt x="173" y="37"/>
                  </a:cubicBezTo>
                  <a:cubicBezTo>
                    <a:pt x="173" y="21"/>
                    <a:pt x="173" y="21"/>
                    <a:pt x="157" y="21"/>
                  </a:cubicBezTo>
                  <a:cubicBezTo>
                    <a:pt x="157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9" name="Google Shape;10359;p27"/>
            <p:cNvSpPr/>
            <p:nvPr/>
          </p:nvSpPr>
          <p:spPr>
            <a:xfrm>
              <a:off x="4658300" y="28085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3" y="1"/>
                  </a:moveTo>
                  <a:cubicBezTo>
                    <a:pt x="33" y="17"/>
                    <a:pt x="0" y="83"/>
                    <a:pt x="0" y="153"/>
                  </a:cubicBezTo>
                  <a:cubicBezTo>
                    <a:pt x="17" y="186"/>
                    <a:pt x="33" y="223"/>
                    <a:pt x="50" y="240"/>
                  </a:cubicBezTo>
                  <a:cubicBezTo>
                    <a:pt x="61" y="252"/>
                    <a:pt x="83" y="263"/>
                    <a:pt x="107" y="263"/>
                  </a:cubicBezTo>
                  <a:cubicBezTo>
                    <a:pt x="117" y="263"/>
                    <a:pt x="127" y="261"/>
                    <a:pt x="136" y="256"/>
                  </a:cubicBezTo>
                  <a:cubicBezTo>
                    <a:pt x="190" y="256"/>
                    <a:pt x="239" y="186"/>
                    <a:pt x="223" y="120"/>
                  </a:cubicBezTo>
                  <a:cubicBezTo>
                    <a:pt x="223" y="83"/>
                    <a:pt x="206" y="50"/>
                    <a:pt x="190" y="34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0" name="Google Shape;10360;p27"/>
            <p:cNvSpPr/>
            <p:nvPr/>
          </p:nvSpPr>
          <p:spPr>
            <a:xfrm>
              <a:off x="4650975" y="29183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20" y="1"/>
                    <a:pt x="87" y="1"/>
                    <a:pt x="71" y="17"/>
                  </a:cubicBezTo>
                  <a:cubicBezTo>
                    <a:pt x="17" y="71"/>
                    <a:pt x="1" y="158"/>
                    <a:pt x="50" y="207"/>
                  </a:cubicBezTo>
                  <a:cubicBezTo>
                    <a:pt x="71" y="244"/>
                    <a:pt x="87" y="261"/>
                    <a:pt x="120" y="261"/>
                  </a:cubicBezTo>
                  <a:cubicBezTo>
                    <a:pt x="153" y="261"/>
                    <a:pt x="174" y="261"/>
                    <a:pt x="207" y="223"/>
                  </a:cubicBezTo>
                  <a:cubicBezTo>
                    <a:pt x="223" y="207"/>
                    <a:pt x="240" y="174"/>
                    <a:pt x="240" y="141"/>
                  </a:cubicBezTo>
                  <a:cubicBezTo>
                    <a:pt x="240" y="104"/>
                    <a:pt x="240" y="71"/>
                    <a:pt x="223" y="54"/>
                  </a:cubicBezTo>
                  <a:cubicBezTo>
                    <a:pt x="207" y="38"/>
                    <a:pt x="190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1" name="Google Shape;10361;p27"/>
            <p:cNvSpPr/>
            <p:nvPr/>
          </p:nvSpPr>
          <p:spPr>
            <a:xfrm>
              <a:off x="4649625" y="2890975"/>
              <a:ext cx="6125" cy="6325"/>
            </a:xfrm>
            <a:custGeom>
              <a:avLst/>
              <a:gdLst/>
              <a:ahLst/>
              <a:cxnLst/>
              <a:rect l="l" t="t" r="r" b="b"/>
              <a:pathLst>
                <a:path w="245" h="253" extrusionOk="0">
                  <a:moveTo>
                    <a:pt x="141" y="0"/>
                  </a:moveTo>
                  <a:cubicBezTo>
                    <a:pt x="104" y="0"/>
                    <a:pt x="71" y="0"/>
                    <a:pt x="55" y="17"/>
                  </a:cubicBezTo>
                  <a:cubicBezTo>
                    <a:pt x="38" y="50"/>
                    <a:pt x="22" y="66"/>
                    <a:pt x="22" y="103"/>
                  </a:cubicBezTo>
                  <a:cubicBezTo>
                    <a:pt x="1" y="136"/>
                    <a:pt x="22" y="169"/>
                    <a:pt x="38" y="206"/>
                  </a:cubicBezTo>
                  <a:cubicBezTo>
                    <a:pt x="57" y="235"/>
                    <a:pt x="89" y="253"/>
                    <a:pt x="122" y="253"/>
                  </a:cubicBezTo>
                  <a:cubicBezTo>
                    <a:pt x="146" y="253"/>
                    <a:pt x="170" y="244"/>
                    <a:pt x="191" y="223"/>
                  </a:cubicBezTo>
                  <a:cubicBezTo>
                    <a:pt x="244" y="186"/>
                    <a:pt x="244" y="103"/>
                    <a:pt x="207" y="50"/>
                  </a:cubicBezTo>
                  <a:cubicBezTo>
                    <a:pt x="191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2" name="Google Shape;10362;p27"/>
            <p:cNvSpPr/>
            <p:nvPr/>
          </p:nvSpPr>
          <p:spPr>
            <a:xfrm>
              <a:off x="4647050" y="293517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04" y="1"/>
                  </a:moveTo>
                  <a:cubicBezTo>
                    <a:pt x="71" y="1"/>
                    <a:pt x="55" y="17"/>
                    <a:pt x="38" y="50"/>
                  </a:cubicBezTo>
                  <a:cubicBezTo>
                    <a:pt x="22" y="87"/>
                    <a:pt x="1" y="120"/>
                    <a:pt x="1" y="153"/>
                  </a:cubicBezTo>
                  <a:cubicBezTo>
                    <a:pt x="22" y="191"/>
                    <a:pt x="38" y="207"/>
                    <a:pt x="55" y="240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91" y="240"/>
                    <a:pt x="244" y="191"/>
                    <a:pt x="228" y="104"/>
                  </a:cubicBezTo>
                  <a:cubicBezTo>
                    <a:pt x="228" y="67"/>
                    <a:pt x="207" y="50"/>
                    <a:pt x="191" y="17"/>
                  </a:cubicBezTo>
                  <a:cubicBezTo>
                    <a:pt x="174" y="17"/>
                    <a:pt x="174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3" name="Google Shape;10363;p27"/>
            <p:cNvSpPr/>
            <p:nvPr/>
          </p:nvSpPr>
          <p:spPr>
            <a:xfrm>
              <a:off x="4653150" y="2824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66" y="1"/>
                    <a:pt x="50" y="34"/>
                  </a:cubicBezTo>
                  <a:cubicBezTo>
                    <a:pt x="0" y="67"/>
                    <a:pt x="0" y="153"/>
                    <a:pt x="33" y="207"/>
                  </a:cubicBezTo>
                  <a:cubicBezTo>
                    <a:pt x="50" y="240"/>
                    <a:pt x="66" y="256"/>
                    <a:pt x="103" y="256"/>
                  </a:cubicBezTo>
                  <a:cubicBezTo>
                    <a:pt x="136" y="256"/>
                    <a:pt x="169" y="256"/>
                    <a:pt x="190" y="223"/>
                  </a:cubicBezTo>
                  <a:cubicBezTo>
                    <a:pt x="239" y="190"/>
                    <a:pt x="239" y="104"/>
                    <a:pt x="206" y="50"/>
                  </a:cubicBezTo>
                  <a:cubicBezTo>
                    <a:pt x="190" y="34"/>
                    <a:pt x="169" y="17"/>
                    <a:pt x="153" y="17"/>
                  </a:cubicBezTo>
                  <a:cubicBezTo>
                    <a:pt x="153" y="1"/>
                    <a:pt x="13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27"/>
            <p:cNvSpPr/>
            <p:nvPr/>
          </p:nvSpPr>
          <p:spPr>
            <a:xfrm>
              <a:off x="4650150" y="27941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7" y="0"/>
                  </a:moveTo>
                  <a:cubicBezTo>
                    <a:pt x="84" y="0"/>
                    <a:pt x="62" y="12"/>
                    <a:pt x="50" y="23"/>
                  </a:cubicBezTo>
                  <a:cubicBezTo>
                    <a:pt x="1" y="77"/>
                    <a:pt x="1" y="164"/>
                    <a:pt x="34" y="213"/>
                  </a:cubicBezTo>
                  <a:cubicBezTo>
                    <a:pt x="50" y="230"/>
                    <a:pt x="83" y="246"/>
                    <a:pt x="104" y="267"/>
                  </a:cubicBezTo>
                  <a:cubicBezTo>
                    <a:pt x="137" y="267"/>
                    <a:pt x="170" y="246"/>
                    <a:pt x="186" y="230"/>
                  </a:cubicBezTo>
                  <a:cubicBezTo>
                    <a:pt x="223" y="213"/>
                    <a:pt x="223" y="180"/>
                    <a:pt x="240" y="143"/>
                  </a:cubicBezTo>
                  <a:cubicBezTo>
                    <a:pt x="240" y="110"/>
                    <a:pt x="223" y="77"/>
                    <a:pt x="207" y="40"/>
                  </a:cubicBezTo>
                  <a:cubicBezTo>
                    <a:pt x="186" y="23"/>
                    <a:pt x="186" y="23"/>
                    <a:pt x="153" y="7"/>
                  </a:cubicBezTo>
                  <a:lnTo>
                    <a:pt x="137" y="7"/>
                  </a:lnTo>
                  <a:cubicBezTo>
                    <a:pt x="127" y="2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27"/>
            <p:cNvSpPr/>
            <p:nvPr/>
          </p:nvSpPr>
          <p:spPr>
            <a:xfrm>
              <a:off x="4646650" y="28410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1"/>
                    <a:pt x="0" y="71"/>
                    <a:pt x="17" y="141"/>
                  </a:cubicBezTo>
                  <a:cubicBezTo>
                    <a:pt x="17" y="174"/>
                    <a:pt x="38" y="207"/>
                    <a:pt x="54" y="223"/>
                  </a:cubicBezTo>
                  <a:cubicBezTo>
                    <a:pt x="87" y="260"/>
                    <a:pt x="103" y="260"/>
                    <a:pt x="141" y="260"/>
                  </a:cubicBezTo>
                  <a:cubicBezTo>
                    <a:pt x="207" y="244"/>
                    <a:pt x="244" y="174"/>
                    <a:pt x="223" y="104"/>
                  </a:cubicBezTo>
                  <a:cubicBezTo>
                    <a:pt x="223" y="71"/>
                    <a:pt x="207" y="38"/>
                    <a:pt x="190" y="17"/>
                  </a:cubicBezTo>
                  <a:cubicBezTo>
                    <a:pt x="174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27"/>
            <p:cNvSpPr/>
            <p:nvPr/>
          </p:nvSpPr>
          <p:spPr>
            <a:xfrm>
              <a:off x="4684075" y="281905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07" y="1"/>
                  </a:moveTo>
                  <a:cubicBezTo>
                    <a:pt x="83" y="1"/>
                    <a:pt x="61" y="12"/>
                    <a:pt x="50" y="24"/>
                  </a:cubicBezTo>
                  <a:cubicBezTo>
                    <a:pt x="0" y="74"/>
                    <a:pt x="0" y="160"/>
                    <a:pt x="33" y="214"/>
                  </a:cubicBezTo>
                  <a:cubicBezTo>
                    <a:pt x="50" y="247"/>
                    <a:pt x="66" y="263"/>
                    <a:pt x="103" y="263"/>
                  </a:cubicBezTo>
                  <a:cubicBezTo>
                    <a:pt x="136" y="263"/>
                    <a:pt x="169" y="247"/>
                    <a:pt x="190" y="230"/>
                  </a:cubicBezTo>
                  <a:cubicBezTo>
                    <a:pt x="206" y="214"/>
                    <a:pt x="223" y="177"/>
                    <a:pt x="223" y="144"/>
                  </a:cubicBezTo>
                  <a:cubicBezTo>
                    <a:pt x="223" y="111"/>
                    <a:pt x="223" y="74"/>
                    <a:pt x="206" y="41"/>
                  </a:cubicBezTo>
                  <a:cubicBezTo>
                    <a:pt x="190" y="24"/>
                    <a:pt x="169" y="24"/>
                    <a:pt x="153" y="8"/>
                  </a:cubicBezTo>
                  <a:lnTo>
                    <a:pt x="136" y="8"/>
                  </a:lnTo>
                  <a:cubicBezTo>
                    <a:pt x="126" y="3"/>
                    <a:pt x="116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27"/>
            <p:cNvSpPr/>
            <p:nvPr/>
          </p:nvSpPr>
          <p:spPr>
            <a:xfrm>
              <a:off x="4589550" y="285097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87" y="0"/>
                  </a:moveTo>
                  <a:cubicBezTo>
                    <a:pt x="70" y="17"/>
                    <a:pt x="33" y="33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23"/>
                    <a:pt x="54" y="240"/>
                  </a:cubicBezTo>
                  <a:cubicBezTo>
                    <a:pt x="66" y="254"/>
                    <a:pt x="86" y="267"/>
                    <a:pt x="102" y="267"/>
                  </a:cubicBezTo>
                  <a:cubicBezTo>
                    <a:pt x="109" y="267"/>
                    <a:pt x="115" y="265"/>
                    <a:pt x="120" y="260"/>
                  </a:cubicBezTo>
                  <a:cubicBezTo>
                    <a:pt x="190" y="260"/>
                    <a:pt x="223" y="190"/>
                    <a:pt x="223" y="120"/>
                  </a:cubicBezTo>
                  <a:cubicBezTo>
                    <a:pt x="206" y="87"/>
                    <a:pt x="206" y="54"/>
                    <a:pt x="173" y="33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36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27"/>
            <p:cNvSpPr/>
            <p:nvPr/>
          </p:nvSpPr>
          <p:spPr>
            <a:xfrm>
              <a:off x="4586550" y="2947650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04" y="1"/>
                  </a:moveTo>
                  <a:cubicBezTo>
                    <a:pt x="34" y="17"/>
                    <a:pt x="1" y="67"/>
                    <a:pt x="1" y="153"/>
                  </a:cubicBezTo>
                  <a:cubicBezTo>
                    <a:pt x="1" y="186"/>
                    <a:pt x="17" y="207"/>
                    <a:pt x="50" y="240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23" y="67"/>
                    <a:pt x="207" y="50"/>
                    <a:pt x="174" y="17"/>
                  </a:cubicBezTo>
                  <a:cubicBezTo>
                    <a:pt x="174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27"/>
            <p:cNvSpPr/>
            <p:nvPr/>
          </p:nvSpPr>
          <p:spPr>
            <a:xfrm>
              <a:off x="4591300" y="29273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0" y="157"/>
                    <a:pt x="17" y="227"/>
                    <a:pt x="87" y="260"/>
                  </a:cubicBezTo>
                  <a:cubicBezTo>
                    <a:pt x="95" y="263"/>
                    <a:pt x="104" y="264"/>
                    <a:pt x="114" y="264"/>
                  </a:cubicBezTo>
                  <a:cubicBezTo>
                    <a:pt x="159" y="264"/>
                    <a:pt x="209" y="232"/>
                    <a:pt x="223" y="174"/>
                  </a:cubicBezTo>
                  <a:cubicBezTo>
                    <a:pt x="240" y="108"/>
                    <a:pt x="223" y="38"/>
                    <a:pt x="153" y="5"/>
                  </a:cubicBez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27"/>
            <p:cNvSpPr/>
            <p:nvPr/>
          </p:nvSpPr>
          <p:spPr>
            <a:xfrm>
              <a:off x="4591300" y="29776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50" y="0"/>
                    <a:pt x="0" y="71"/>
                    <a:pt x="17" y="141"/>
                  </a:cubicBezTo>
                  <a:cubicBezTo>
                    <a:pt x="17" y="174"/>
                    <a:pt x="33" y="207"/>
                    <a:pt x="50" y="223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69" y="244"/>
                    <a:pt x="190" y="223"/>
                    <a:pt x="207" y="207"/>
                  </a:cubicBezTo>
                  <a:cubicBezTo>
                    <a:pt x="223" y="174"/>
                    <a:pt x="240" y="141"/>
                    <a:pt x="223" y="104"/>
                  </a:cubicBezTo>
                  <a:cubicBezTo>
                    <a:pt x="223" y="71"/>
                    <a:pt x="207" y="38"/>
                    <a:pt x="190" y="17"/>
                  </a:cubicBezTo>
                  <a:cubicBezTo>
                    <a:pt x="169" y="17"/>
                    <a:pt x="169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27"/>
            <p:cNvSpPr/>
            <p:nvPr/>
          </p:nvSpPr>
          <p:spPr>
            <a:xfrm>
              <a:off x="4765600" y="303692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21" y="190"/>
                    <a:pt x="37" y="206"/>
                    <a:pt x="54" y="243"/>
                  </a:cubicBezTo>
                  <a:cubicBezTo>
                    <a:pt x="70" y="260"/>
                    <a:pt x="103" y="260"/>
                    <a:pt x="140" y="260"/>
                  </a:cubicBezTo>
                  <a:cubicBezTo>
                    <a:pt x="190" y="243"/>
                    <a:pt x="244" y="173"/>
                    <a:pt x="227" y="103"/>
                  </a:cubicBezTo>
                  <a:cubicBezTo>
                    <a:pt x="227" y="70"/>
                    <a:pt x="206" y="54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27"/>
            <p:cNvSpPr/>
            <p:nvPr/>
          </p:nvSpPr>
          <p:spPr>
            <a:xfrm>
              <a:off x="4625200" y="30026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06"/>
                    <a:pt x="50" y="239"/>
                  </a:cubicBezTo>
                  <a:cubicBezTo>
                    <a:pt x="87" y="256"/>
                    <a:pt x="120" y="256"/>
                    <a:pt x="137" y="256"/>
                  </a:cubicBezTo>
                  <a:cubicBezTo>
                    <a:pt x="174" y="256"/>
                    <a:pt x="191" y="239"/>
                    <a:pt x="207" y="206"/>
                  </a:cubicBezTo>
                  <a:cubicBezTo>
                    <a:pt x="223" y="173"/>
                    <a:pt x="240" y="136"/>
                    <a:pt x="240" y="103"/>
                  </a:cubicBezTo>
                  <a:cubicBezTo>
                    <a:pt x="223" y="70"/>
                    <a:pt x="207" y="50"/>
                    <a:pt x="191" y="17"/>
                  </a:cubicBezTo>
                  <a:cubicBezTo>
                    <a:pt x="191" y="17"/>
                    <a:pt x="174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27"/>
            <p:cNvSpPr/>
            <p:nvPr/>
          </p:nvSpPr>
          <p:spPr>
            <a:xfrm>
              <a:off x="4752700" y="3023625"/>
              <a:ext cx="6125" cy="6675"/>
            </a:xfrm>
            <a:custGeom>
              <a:avLst/>
              <a:gdLst/>
              <a:ahLst/>
              <a:cxnLst/>
              <a:rect l="l" t="t" r="r" b="b"/>
              <a:pathLst>
                <a:path w="245" h="267" extrusionOk="0">
                  <a:moveTo>
                    <a:pt x="104" y="0"/>
                  </a:moveTo>
                  <a:cubicBezTo>
                    <a:pt x="54" y="17"/>
                    <a:pt x="1" y="87"/>
                    <a:pt x="22" y="157"/>
                  </a:cubicBezTo>
                  <a:cubicBezTo>
                    <a:pt x="22" y="190"/>
                    <a:pt x="38" y="223"/>
                    <a:pt x="54" y="239"/>
                  </a:cubicBezTo>
                  <a:cubicBezTo>
                    <a:pt x="78" y="254"/>
                    <a:pt x="93" y="267"/>
                    <a:pt x="113" y="267"/>
                  </a:cubicBezTo>
                  <a:cubicBezTo>
                    <a:pt x="122" y="267"/>
                    <a:pt x="130" y="265"/>
                    <a:pt x="141" y="260"/>
                  </a:cubicBezTo>
                  <a:cubicBezTo>
                    <a:pt x="207" y="260"/>
                    <a:pt x="244" y="190"/>
                    <a:pt x="228" y="120"/>
                  </a:cubicBezTo>
                  <a:cubicBezTo>
                    <a:pt x="228" y="87"/>
                    <a:pt x="207" y="54"/>
                    <a:pt x="191" y="33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41" y="0"/>
                    <a:pt x="125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27"/>
            <p:cNvSpPr/>
            <p:nvPr/>
          </p:nvSpPr>
          <p:spPr>
            <a:xfrm>
              <a:off x="4645000" y="2981975"/>
              <a:ext cx="5600" cy="6625"/>
            </a:xfrm>
            <a:custGeom>
              <a:avLst/>
              <a:gdLst/>
              <a:ahLst/>
              <a:cxnLst/>
              <a:rect l="l" t="t" r="r" b="b"/>
              <a:pathLst>
                <a:path w="224" h="265" extrusionOk="0">
                  <a:moveTo>
                    <a:pt x="83" y="1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0" y="190"/>
                    <a:pt x="33" y="223"/>
                    <a:pt x="50" y="240"/>
                  </a:cubicBezTo>
                  <a:cubicBezTo>
                    <a:pt x="61" y="251"/>
                    <a:pt x="83" y="265"/>
                    <a:pt x="101" y="265"/>
                  </a:cubicBezTo>
                  <a:cubicBezTo>
                    <a:pt x="108" y="265"/>
                    <a:pt x="115" y="262"/>
                    <a:pt x="120" y="256"/>
                  </a:cubicBezTo>
                  <a:cubicBezTo>
                    <a:pt x="153" y="256"/>
                    <a:pt x="186" y="240"/>
                    <a:pt x="207" y="207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7" y="50"/>
                    <a:pt x="169" y="34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7" y="17"/>
                    <a:pt x="13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27"/>
            <p:cNvSpPr/>
            <p:nvPr/>
          </p:nvSpPr>
          <p:spPr>
            <a:xfrm>
              <a:off x="4614075" y="2940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34" y="17"/>
                    <a:pt x="1" y="66"/>
                    <a:pt x="1" y="153"/>
                  </a:cubicBezTo>
                  <a:cubicBezTo>
                    <a:pt x="17" y="190"/>
                    <a:pt x="34" y="206"/>
                    <a:pt x="50" y="239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86" y="239"/>
                    <a:pt x="240" y="169"/>
                    <a:pt x="223" y="103"/>
                  </a:cubicBezTo>
                  <a:cubicBezTo>
                    <a:pt x="223" y="66"/>
                    <a:pt x="207" y="49"/>
                    <a:pt x="186" y="17"/>
                  </a:cubicBezTo>
                  <a:cubicBezTo>
                    <a:pt x="17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27"/>
            <p:cNvSpPr/>
            <p:nvPr/>
          </p:nvSpPr>
          <p:spPr>
            <a:xfrm>
              <a:off x="4595525" y="291240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1" y="1"/>
                  </a:moveTo>
                  <a:cubicBezTo>
                    <a:pt x="104" y="1"/>
                    <a:pt x="87" y="17"/>
                    <a:pt x="54" y="34"/>
                  </a:cubicBezTo>
                  <a:cubicBezTo>
                    <a:pt x="21" y="87"/>
                    <a:pt x="0" y="153"/>
                    <a:pt x="38" y="223"/>
                  </a:cubicBezTo>
                  <a:cubicBezTo>
                    <a:pt x="54" y="240"/>
                    <a:pt x="87" y="256"/>
                    <a:pt x="124" y="256"/>
                  </a:cubicBezTo>
                  <a:cubicBezTo>
                    <a:pt x="129" y="262"/>
                    <a:pt x="135" y="265"/>
                    <a:pt x="143" y="265"/>
                  </a:cubicBezTo>
                  <a:cubicBezTo>
                    <a:pt x="159" y="265"/>
                    <a:pt x="179" y="251"/>
                    <a:pt x="190" y="240"/>
                  </a:cubicBezTo>
                  <a:cubicBezTo>
                    <a:pt x="227" y="223"/>
                    <a:pt x="244" y="190"/>
                    <a:pt x="244" y="153"/>
                  </a:cubicBezTo>
                  <a:cubicBezTo>
                    <a:pt x="244" y="120"/>
                    <a:pt x="244" y="87"/>
                    <a:pt x="207" y="50"/>
                  </a:cubicBezTo>
                  <a:cubicBezTo>
                    <a:pt x="207" y="34"/>
                    <a:pt x="190" y="17"/>
                    <a:pt x="174" y="17"/>
                  </a:cubicBezTo>
                  <a:cubicBezTo>
                    <a:pt x="157" y="17"/>
                    <a:pt x="157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27"/>
            <p:cNvSpPr/>
            <p:nvPr/>
          </p:nvSpPr>
          <p:spPr>
            <a:xfrm>
              <a:off x="4599025" y="294212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19" y="1"/>
                  </a:moveTo>
                  <a:cubicBezTo>
                    <a:pt x="76" y="1"/>
                    <a:pt x="41" y="34"/>
                    <a:pt x="17" y="82"/>
                  </a:cubicBezTo>
                  <a:cubicBezTo>
                    <a:pt x="1" y="152"/>
                    <a:pt x="34" y="222"/>
                    <a:pt x="87" y="255"/>
                  </a:cubicBezTo>
                  <a:cubicBezTo>
                    <a:pt x="96" y="258"/>
                    <a:pt x="105" y="259"/>
                    <a:pt x="115" y="259"/>
                  </a:cubicBezTo>
                  <a:cubicBezTo>
                    <a:pt x="160" y="259"/>
                    <a:pt x="210" y="229"/>
                    <a:pt x="223" y="185"/>
                  </a:cubicBezTo>
                  <a:cubicBezTo>
                    <a:pt x="256" y="119"/>
                    <a:pt x="223" y="32"/>
                    <a:pt x="170" y="16"/>
                  </a:cubicBezTo>
                  <a:cubicBezTo>
                    <a:pt x="152" y="5"/>
                    <a:pt x="135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8" name="Google Shape;10378;p27"/>
            <p:cNvSpPr/>
            <p:nvPr/>
          </p:nvSpPr>
          <p:spPr>
            <a:xfrm>
              <a:off x="4591300" y="28835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0" y="157"/>
                    <a:pt x="33" y="227"/>
                    <a:pt x="87" y="260"/>
                  </a:cubicBezTo>
                  <a:lnTo>
                    <a:pt x="136" y="260"/>
                  </a:lnTo>
                  <a:cubicBezTo>
                    <a:pt x="169" y="260"/>
                    <a:pt x="207" y="227"/>
                    <a:pt x="223" y="173"/>
                  </a:cubicBezTo>
                  <a:cubicBezTo>
                    <a:pt x="240" y="124"/>
                    <a:pt x="223" y="70"/>
                    <a:pt x="207" y="37"/>
                  </a:cubicBezTo>
                  <a:cubicBezTo>
                    <a:pt x="190" y="37"/>
                    <a:pt x="169" y="21"/>
                    <a:pt x="153" y="4"/>
                  </a:cubicBez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9" name="Google Shape;10379;p27"/>
            <p:cNvSpPr/>
            <p:nvPr/>
          </p:nvSpPr>
          <p:spPr>
            <a:xfrm>
              <a:off x="4592950" y="2962200"/>
              <a:ext cx="5700" cy="6500"/>
            </a:xfrm>
            <a:custGeom>
              <a:avLst/>
              <a:gdLst/>
              <a:ahLst/>
              <a:cxnLst/>
              <a:rect l="l" t="t" r="r" b="b"/>
              <a:pathLst>
                <a:path w="228" h="260" extrusionOk="0">
                  <a:moveTo>
                    <a:pt x="103" y="0"/>
                  </a:moveTo>
                  <a:cubicBezTo>
                    <a:pt x="37" y="0"/>
                    <a:pt x="0" y="70"/>
                    <a:pt x="0" y="140"/>
                  </a:cubicBezTo>
                  <a:cubicBezTo>
                    <a:pt x="21" y="223"/>
                    <a:pt x="70" y="260"/>
                    <a:pt x="141" y="260"/>
                  </a:cubicBezTo>
                  <a:cubicBezTo>
                    <a:pt x="157" y="243"/>
                    <a:pt x="190" y="223"/>
                    <a:pt x="207" y="206"/>
                  </a:cubicBezTo>
                  <a:cubicBezTo>
                    <a:pt x="227" y="173"/>
                    <a:pt x="227" y="140"/>
                    <a:pt x="227" y="103"/>
                  </a:cubicBezTo>
                  <a:cubicBezTo>
                    <a:pt x="227" y="70"/>
                    <a:pt x="207" y="37"/>
                    <a:pt x="174" y="17"/>
                  </a:cubicBezTo>
                  <a:cubicBezTo>
                    <a:pt x="174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10380;p27"/>
            <p:cNvSpPr/>
            <p:nvPr/>
          </p:nvSpPr>
          <p:spPr>
            <a:xfrm>
              <a:off x="4602850" y="289612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87" y="0"/>
                  </a:moveTo>
                  <a:cubicBezTo>
                    <a:pt x="70" y="0"/>
                    <a:pt x="37" y="17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23"/>
                    <a:pt x="37" y="239"/>
                  </a:cubicBezTo>
                  <a:cubicBezTo>
                    <a:pt x="70" y="256"/>
                    <a:pt x="87" y="256"/>
                    <a:pt x="120" y="256"/>
                  </a:cubicBezTo>
                  <a:cubicBezTo>
                    <a:pt x="190" y="239"/>
                    <a:pt x="223" y="186"/>
                    <a:pt x="223" y="103"/>
                  </a:cubicBezTo>
                  <a:cubicBezTo>
                    <a:pt x="206" y="66"/>
                    <a:pt x="190" y="50"/>
                    <a:pt x="173" y="17"/>
                  </a:cubicBezTo>
                  <a:lnTo>
                    <a:pt x="157" y="17"/>
                  </a:lnTo>
                  <a:cubicBezTo>
                    <a:pt x="120" y="0"/>
                    <a:pt x="103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10381;p27"/>
            <p:cNvSpPr/>
            <p:nvPr/>
          </p:nvSpPr>
          <p:spPr>
            <a:xfrm>
              <a:off x="4588300" y="28974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11" y="0"/>
                  </a:moveTo>
                  <a:cubicBezTo>
                    <a:pt x="71" y="0"/>
                    <a:pt x="29" y="32"/>
                    <a:pt x="17" y="83"/>
                  </a:cubicBezTo>
                  <a:cubicBezTo>
                    <a:pt x="1" y="100"/>
                    <a:pt x="1" y="116"/>
                    <a:pt x="1" y="133"/>
                  </a:cubicBezTo>
                  <a:cubicBezTo>
                    <a:pt x="1" y="186"/>
                    <a:pt x="34" y="236"/>
                    <a:pt x="67" y="257"/>
                  </a:cubicBezTo>
                  <a:cubicBezTo>
                    <a:pt x="81" y="261"/>
                    <a:pt x="94" y="263"/>
                    <a:pt x="105" y="263"/>
                  </a:cubicBezTo>
                  <a:cubicBezTo>
                    <a:pt x="138" y="263"/>
                    <a:pt x="162" y="247"/>
                    <a:pt x="186" y="219"/>
                  </a:cubicBezTo>
                  <a:cubicBezTo>
                    <a:pt x="207" y="219"/>
                    <a:pt x="207" y="203"/>
                    <a:pt x="223" y="170"/>
                  </a:cubicBezTo>
                  <a:cubicBezTo>
                    <a:pt x="240" y="116"/>
                    <a:pt x="207" y="30"/>
                    <a:pt x="153" y="13"/>
                  </a:cubicBezTo>
                  <a:cubicBezTo>
                    <a:pt x="140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27"/>
            <p:cNvSpPr/>
            <p:nvPr/>
          </p:nvSpPr>
          <p:spPr>
            <a:xfrm>
              <a:off x="4592525" y="300715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6" y="1"/>
                  </a:moveTo>
                  <a:cubicBezTo>
                    <a:pt x="117" y="1"/>
                    <a:pt x="109" y="2"/>
                    <a:pt x="104" y="8"/>
                  </a:cubicBezTo>
                  <a:cubicBezTo>
                    <a:pt x="54" y="8"/>
                    <a:pt x="1" y="74"/>
                    <a:pt x="17" y="144"/>
                  </a:cubicBezTo>
                  <a:cubicBezTo>
                    <a:pt x="17" y="177"/>
                    <a:pt x="38" y="214"/>
                    <a:pt x="71" y="231"/>
                  </a:cubicBezTo>
                  <a:cubicBezTo>
                    <a:pt x="87" y="247"/>
                    <a:pt x="120" y="264"/>
                    <a:pt x="141" y="264"/>
                  </a:cubicBezTo>
                  <a:cubicBezTo>
                    <a:pt x="207" y="247"/>
                    <a:pt x="244" y="177"/>
                    <a:pt x="244" y="111"/>
                  </a:cubicBezTo>
                  <a:cubicBezTo>
                    <a:pt x="224" y="74"/>
                    <a:pt x="224" y="41"/>
                    <a:pt x="191" y="24"/>
                  </a:cubicBezTo>
                  <a:lnTo>
                    <a:pt x="174" y="8"/>
                  </a:lnTo>
                  <a:cubicBezTo>
                    <a:pt x="163" y="8"/>
                    <a:pt x="143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27"/>
            <p:cNvSpPr/>
            <p:nvPr/>
          </p:nvSpPr>
          <p:spPr>
            <a:xfrm>
              <a:off x="4587375" y="3022800"/>
              <a:ext cx="6525" cy="6575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41" y="0"/>
                  </a:moveTo>
                  <a:cubicBezTo>
                    <a:pt x="104" y="0"/>
                    <a:pt x="87" y="17"/>
                    <a:pt x="54" y="33"/>
                  </a:cubicBezTo>
                  <a:cubicBezTo>
                    <a:pt x="17" y="87"/>
                    <a:pt x="1" y="153"/>
                    <a:pt x="38" y="223"/>
                  </a:cubicBezTo>
                  <a:cubicBezTo>
                    <a:pt x="71" y="239"/>
                    <a:pt x="87" y="256"/>
                    <a:pt x="120" y="256"/>
                  </a:cubicBezTo>
                  <a:cubicBezTo>
                    <a:pt x="126" y="261"/>
                    <a:pt x="133" y="263"/>
                    <a:pt x="141" y="263"/>
                  </a:cubicBezTo>
                  <a:cubicBezTo>
                    <a:pt x="159" y="263"/>
                    <a:pt x="179" y="251"/>
                    <a:pt x="190" y="239"/>
                  </a:cubicBezTo>
                  <a:cubicBezTo>
                    <a:pt x="244" y="190"/>
                    <a:pt x="260" y="103"/>
                    <a:pt x="207" y="50"/>
                  </a:cubicBezTo>
                  <a:cubicBezTo>
                    <a:pt x="207" y="33"/>
                    <a:pt x="190" y="17"/>
                    <a:pt x="174" y="17"/>
                  </a:cubicBezTo>
                  <a:cubicBezTo>
                    <a:pt x="157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27"/>
            <p:cNvSpPr/>
            <p:nvPr/>
          </p:nvSpPr>
          <p:spPr>
            <a:xfrm>
              <a:off x="4732600" y="3014150"/>
              <a:ext cx="6025" cy="6675"/>
            </a:xfrm>
            <a:custGeom>
              <a:avLst/>
              <a:gdLst/>
              <a:ahLst/>
              <a:cxnLst/>
              <a:rect l="l" t="t" r="r" b="b"/>
              <a:pathLst>
                <a:path w="241" h="267" extrusionOk="0">
                  <a:moveTo>
                    <a:pt x="104" y="0"/>
                  </a:moveTo>
                  <a:cubicBezTo>
                    <a:pt x="34" y="21"/>
                    <a:pt x="1" y="87"/>
                    <a:pt x="17" y="157"/>
                  </a:cubicBezTo>
                  <a:cubicBezTo>
                    <a:pt x="17" y="190"/>
                    <a:pt x="34" y="227"/>
                    <a:pt x="50" y="243"/>
                  </a:cubicBezTo>
                  <a:cubicBezTo>
                    <a:pt x="74" y="255"/>
                    <a:pt x="91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86" y="260"/>
                    <a:pt x="240" y="190"/>
                    <a:pt x="224" y="124"/>
                  </a:cubicBezTo>
                  <a:cubicBezTo>
                    <a:pt x="224" y="87"/>
                    <a:pt x="207" y="54"/>
                    <a:pt x="186" y="37"/>
                  </a:cubicBezTo>
                  <a:cubicBezTo>
                    <a:pt x="170" y="21"/>
                    <a:pt x="170" y="21"/>
                    <a:pt x="153" y="21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27"/>
            <p:cNvSpPr/>
            <p:nvPr/>
          </p:nvSpPr>
          <p:spPr>
            <a:xfrm>
              <a:off x="4717975" y="30154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20" y="1"/>
                  </a:moveTo>
                  <a:cubicBezTo>
                    <a:pt x="104" y="1"/>
                    <a:pt x="87" y="17"/>
                    <a:pt x="50" y="17"/>
                  </a:cubicBezTo>
                  <a:cubicBezTo>
                    <a:pt x="17" y="34"/>
                    <a:pt x="0" y="87"/>
                    <a:pt x="0" y="153"/>
                  </a:cubicBezTo>
                  <a:cubicBezTo>
                    <a:pt x="17" y="190"/>
                    <a:pt x="33" y="223"/>
                    <a:pt x="50" y="240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53" y="256"/>
                    <a:pt x="190" y="240"/>
                    <a:pt x="207" y="207"/>
                  </a:cubicBezTo>
                  <a:cubicBezTo>
                    <a:pt x="223" y="174"/>
                    <a:pt x="223" y="137"/>
                    <a:pt x="223" y="104"/>
                  </a:cubicBezTo>
                  <a:cubicBezTo>
                    <a:pt x="223" y="71"/>
                    <a:pt x="207" y="50"/>
                    <a:pt x="174" y="17"/>
                  </a:cubicBezTo>
                  <a:cubicBezTo>
                    <a:pt x="174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27"/>
            <p:cNvSpPr/>
            <p:nvPr/>
          </p:nvSpPr>
          <p:spPr>
            <a:xfrm>
              <a:off x="4702925" y="3017650"/>
              <a:ext cx="5600" cy="6000"/>
            </a:xfrm>
            <a:custGeom>
              <a:avLst/>
              <a:gdLst/>
              <a:ahLst/>
              <a:cxnLst/>
              <a:rect l="l" t="t" r="r" b="b"/>
              <a:pathLst>
                <a:path w="224" h="240" extrusionOk="0">
                  <a:moveTo>
                    <a:pt x="54" y="0"/>
                  </a:moveTo>
                  <a:cubicBezTo>
                    <a:pt x="34" y="0"/>
                    <a:pt x="34" y="17"/>
                    <a:pt x="17" y="33"/>
                  </a:cubicBezTo>
                  <a:cubicBezTo>
                    <a:pt x="1" y="50"/>
                    <a:pt x="1" y="87"/>
                    <a:pt x="1" y="120"/>
                  </a:cubicBezTo>
                  <a:cubicBezTo>
                    <a:pt x="1" y="153"/>
                    <a:pt x="17" y="190"/>
                    <a:pt x="54" y="206"/>
                  </a:cubicBezTo>
                  <a:cubicBezTo>
                    <a:pt x="71" y="239"/>
                    <a:pt x="104" y="239"/>
                    <a:pt x="120" y="239"/>
                  </a:cubicBezTo>
                  <a:cubicBezTo>
                    <a:pt x="190" y="223"/>
                    <a:pt x="223" y="153"/>
                    <a:pt x="223" y="87"/>
                  </a:cubicBezTo>
                  <a:cubicBezTo>
                    <a:pt x="223" y="50"/>
                    <a:pt x="207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27"/>
            <p:cNvSpPr/>
            <p:nvPr/>
          </p:nvSpPr>
          <p:spPr>
            <a:xfrm>
              <a:off x="4608000" y="28806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37" y="17"/>
                    <a:pt x="0" y="67"/>
                    <a:pt x="0" y="153"/>
                  </a:cubicBezTo>
                  <a:cubicBezTo>
                    <a:pt x="17" y="186"/>
                    <a:pt x="37" y="207"/>
                    <a:pt x="54" y="240"/>
                  </a:cubicBezTo>
                  <a:cubicBezTo>
                    <a:pt x="70" y="256"/>
                    <a:pt x="103" y="256"/>
                    <a:pt x="141" y="256"/>
                  </a:cubicBezTo>
                  <a:cubicBezTo>
                    <a:pt x="190" y="240"/>
                    <a:pt x="244" y="170"/>
                    <a:pt x="223" y="104"/>
                  </a:cubicBezTo>
                  <a:cubicBezTo>
                    <a:pt x="223" y="67"/>
                    <a:pt x="190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27"/>
            <p:cNvSpPr/>
            <p:nvPr/>
          </p:nvSpPr>
          <p:spPr>
            <a:xfrm>
              <a:off x="4710250" y="30320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46" y="1"/>
                  </a:moveTo>
                  <a:cubicBezTo>
                    <a:pt x="98" y="1"/>
                    <a:pt x="47" y="33"/>
                    <a:pt x="33" y="75"/>
                  </a:cubicBezTo>
                  <a:cubicBezTo>
                    <a:pt x="0" y="145"/>
                    <a:pt x="33" y="231"/>
                    <a:pt x="87" y="248"/>
                  </a:cubicBezTo>
                  <a:cubicBezTo>
                    <a:pt x="103" y="264"/>
                    <a:pt x="120" y="264"/>
                    <a:pt x="136" y="264"/>
                  </a:cubicBezTo>
                  <a:cubicBezTo>
                    <a:pt x="190" y="248"/>
                    <a:pt x="223" y="231"/>
                    <a:pt x="239" y="178"/>
                  </a:cubicBezTo>
                  <a:cubicBezTo>
                    <a:pt x="239" y="128"/>
                    <a:pt x="239" y="75"/>
                    <a:pt x="206" y="42"/>
                  </a:cubicBezTo>
                  <a:cubicBezTo>
                    <a:pt x="206" y="25"/>
                    <a:pt x="190" y="25"/>
                    <a:pt x="173" y="5"/>
                  </a:cubicBezTo>
                  <a:cubicBezTo>
                    <a:pt x="165" y="2"/>
                    <a:pt x="155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27"/>
            <p:cNvSpPr/>
            <p:nvPr/>
          </p:nvSpPr>
          <p:spPr>
            <a:xfrm>
              <a:off x="4724875" y="30313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20" y="1"/>
                  </a:moveTo>
                  <a:cubicBezTo>
                    <a:pt x="83" y="1"/>
                    <a:pt x="67" y="17"/>
                    <a:pt x="34" y="34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" y="190"/>
                    <a:pt x="17" y="223"/>
                  </a:cubicBezTo>
                  <a:cubicBezTo>
                    <a:pt x="50" y="240"/>
                    <a:pt x="67" y="260"/>
                    <a:pt x="104" y="260"/>
                  </a:cubicBezTo>
                  <a:cubicBezTo>
                    <a:pt x="108" y="265"/>
                    <a:pt x="115" y="267"/>
                    <a:pt x="122" y="267"/>
                  </a:cubicBezTo>
                  <a:cubicBezTo>
                    <a:pt x="139" y="267"/>
                    <a:pt x="163" y="254"/>
                    <a:pt x="186" y="240"/>
                  </a:cubicBezTo>
                  <a:cubicBezTo>
                    <a:pt x="223" y="190"/>
                    <a:pt x="240" y="104"/>
                    <a:pt x="186" y="54"/>
                  </a:cubicBezTo>
                  <a:cubicBezTo>
                    <a:pt x="186" y="34"/>
                    <a:pt x="170" y="17"/>
                    <a:pt x="153" y="17"/>
                  </a:cubicBezTo>
                  <a:cubicBezTo>
                    <a:pt x="137" y="17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27"/>
            <p:cNvSpPr/>
            <p:nvPr/>
          </p:nvSpPr>
          <p:spPr>
            <a:xfrm>
              <a:off x="4580075" y="2793050"/>
              <a:ext cx="6100" cy="4425"/>
            </a:xfrm>
            <a:custGeom>
              <a:avLst/>
              <a:gdLst/>
              <a:ahLst/>
              <a:cxnLst/>
              <a:rect l="l" t="t" r="r" b="b"/>
              <a:pathLst>
                <a:path w="244" h="177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57" y="17"/>
                    <a:pt x="70" y="33"/>
                    <a:pt x="0" y="50"/>
                  </a:cubicBezTo>
                  <a:cubicBezTo>
                    <a:pt x="0" y="83"/>
                    <a:pt x="21" y="103"/>
                    <a:pt x="37" y="136"/>
                  </a:cubicBezTo>
                  <a:cubicBezTo>
                    <a:pt x="54" y="153"/>
                    <a:pt x="70" y="169"/>
                    <a:pt x="103" y="169"/>
                  </a:cubicBezTo>
                  <a:cubicBezTo>
                    <a:pt x="114" y="174"/>
                    <a:pt x="123" y="176"/>
                    <a:pt x="131" y="176"/>
                  </a:cubicBezTo>
                  <a:cubicBezTo>
                    <a:pt x="151" y="176"/>
                    <a:pt x="166" y="165"/>
                    <a:pt x="190" y="153"/>
                  </a:cubicBezTo>
                  <a:cubicBezTo>
                    <a:pt x="227" y="120"/>
                    <a:pt x="243" y="5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27"/>
            <p:cNvSpPr/>
            <p:nvPr/>
          </p:nvSpPr>
          <p:spPr>
            <a:xfrm>
              <a:off x="4939175" y="29742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17" y="223"/>
                    <a:pt x="50" y="240"/>
                  </a:cubicBezTo>
                  <a:cubicBezTo>
                    <a:pt x="61" y="251"/>
                    <a:pt x="83" y="265"/>
                    <a:pt x="106" y="265"/>
                  </a:cubicBezTo>
                  <a:cubicBezTo>
                    <a:pt x="116" y="265"/>
                    <a:pt x="126" y="262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27"/>
            <p:cNvSpPr/>
            <p:nvPr/>
          </p:nvSpPr>
          <p:spPr>
            <a:xfrm>
              <a:off x="4969675" y="3016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"/>
                    <a:pt x="1" y="71"/>
                    <a:pt x="17" y="141"/>
                  </a:cubicBezTo>
                  <a:cubicBezTo>
                    <a:pt x="17" y="190"/>
                    <a:pt x="34" y="223"/>
                    <a:pt x="67" y="244"/>
                  </a:cubicBezTo>
                  <a:cubicBezTo>
                    <a:pt x="83" y="260"/>
                    <a:pt x="120" y="260"/>
                    <a:pt x="137" y="260"/>
                  </a:cubicBezTo>
                  <a:cubicBezTo>
                    <a:pt x="170" y="244"/>
                    <a:pt x="186" y="223"/>
                    <a:pt x="223" y="207"/>
                  </a:cubicBezTo>
                  <a:cubicBezTo>
                    <a:pt x="240" y="174"/>
                    <a:pt x="240" y="141"/>
                    <a:pt x="240" y="104"/>
                  </a:cubicBezTo>
                  <a:cubicBezTo>
                    <a:pt x="223" y="71"/>
                    <a:pt x="207" y="38"/>
                    <a:pt x="186" y="17"/>
                  </a:cubicBezTo>
                  <a:lnTo>
                    <a:pt x="1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27"/>
            <p:cNvSpPr/>
            <p:nvPr/>
          </p:nvSpPr>
          <p:spPr>
            <a:xfrm>
              <a:off x="4787550" y="301930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4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40" y="190"/>
                    <a:pt x="223" y="124"/>
                  </a:cubicBezTo>
                  <a:cubicBezTo>
                    <a:pt x="223" y="87"/>
                    <a:pt x="207" y="54"/>
                    <a:pt x="190" y="37"/>
                  </a:cubicBezTo>
                  <a:cubicBezTo>
                    <a:pt x="174" y="21"/>
                    <a:pt x="174" y="21"/>
                    <a:pt x="153" y="21"/>
                  </a:cubicBezTo>
                  <a:cubicBezTo>
                    <a:pt x="136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27"/>
            <p:cNvSpPr/>
            <p:nvPr/>
          </p:nvSpPr>
          <p:spPr>
            <a:xfrm>
              <a:off x="4866100" y="2941150"/>
              <a:ext cx="5675" cy="6525"/>
            </a:xfrm>
            <a:custGeom>
              <a:avLst/>
              <a:gdLst/>
              <a:ahLst/>
              <a:cxnLst/>
              <a:rect l="l" t="t" r="r" b="b"/>
              <a:pathLst>
                <a:path w="227" h="261" extrusionOk="0">
                  <a:moveTo>
                    <a:pt x="103" y="1"/>
                  </a:moveTo>
                  <a:cubicBezTo>
                    <a:pt x="37" y="1"/>
                    <a:pt x="0" y="71"/>
                    <a:pt x="0" y="137"/>
                  </a:cubicBezTo>
                  <a:cubicBezTo>
                    <a:pt x="0" y="174"/>
                    <a:pt x="21" y="207"/>
                    <a:pt x="54" y="224"/>
                  </a:cubicBezTo>
                  <a:cubicBezTo>
                    <a:pt x="70" y="261"/>
                    <a:pt x="103" y="261"/>
                    <a:pt x="124" y="261"/>
                  </a:cubicBezTo>
                  <a:cubicBezTo>
                    <a:pt x="190" y="240"/>
                    <a:pt x="227" y="174"/>
                    <a:pt x="227" y="104"/>
                  </a:cubicBezTo>
                  <a:cubicBezTo>
                    <a:pt x="227" y="71"/>
                    <a:pt x="206" y="34"/>
                    <a:pt x="173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27"/>
            <p:cNvSpPr/>
            <p:nvPr/>
          </p:nvSpPr>
          <p:spPr>
            <a:xfrm>
              <a:off x="4787550" y="2974650"/>
              <a:ext cx="5175" cy="4525"/>
            </a:xfrm>
            <a:custGeom>
              <a:avLst/>
              <a:gdLst/>
              <a:ahLst/>
              <a:cxnLst/>
              <a:rect l="l" t="t" r="r" b="b"/>
              <a:pathLst>
                <a:path w="207" h="181" extrusionOk="0">
                  <a:moveTo>
                    <a:pt x="190" y="1"/>
                  </a:moveTo>
                  <a:cubicBezTo>
                    <a:pt x="120" y="55"/>
                    <a:pt x="71" y="88"/>
                    <a:pt x="0" y="137"/>
                  </a:cubicBezTo>
                  <a:lnTo>
                    <a:pt x="17" y="158"/>
                  </a:lnTo>
                  <a:cubicBezTo>
                    <a:pt x="29" y="169"/>
                    <a:pt x="51" y="181"/>
                    <a:pt x="74" y="181"/>
                  </a:cubicBezTo>
                  <a:cubicBezTo>
                    <a:pt x="84" y="181"/>
                    <a:pt x="94" y="179"/>
                    <a:pt x="104" y="174"/>
                  </a:cubicBezTo>
                  <a:cubicBezTo>
                    <a:pt x="153" y="174"/>
                    <a:pt x="207" y="104"/>
                    <a:pt x="190" y="34"/>
                  </a:cubicBezTo>
                  <a:lnTo>
                    <a:pt x="1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27"/>
            <p:cNvSpPr/>
            <p:nvPr/>
          </p:nvSpPr>
          <p:spPr>
            <a:xfrm>
              <a:off x="4896600" y="29828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4" y="1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8" y="223"/>
                    <a:pt x="71" y="244"/>
                  </a:cubicBezTo>
                  <a:cubicBezTo>
                    <a:pt x="87" y="260"/>
                    <a:pt x="120" y="260"/>
                    <a:pt x="141" y="260"/>
                  </a:cubicBezTo>
                  <a:cubicBezTo>
                    <a:pt x="174" y="260"/>
                    <a:pt x="190" y="244"/>
                    <a:pt x="207" y="207"/>
                  </a:cubicBezTo>
                  <a:cubicBezTo>
                    <a:pt x="223" y="174"/>
                    <a:pt x="244" y="141"/>
                    <a:pt x="244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27"/>
            <p:cNvSpPr/>
            <p:nvPr/>
          </p:nvSpPr>
          <p:spPr>
            <a:xfrm>
              <a:off x="4567700" y="28724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83" y="0"/>
                  </a:moveTo>
                  <a:cubicBezTo>
                    <a:pt x="66" y="21"/>
                    <a:pt x="33" y="37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27"/>
                    <a:pt x="33" y="243"/>
                  </a:cubicBezTo>
                  <a:cubicBezTo>
                    <a:pt x="57" y="255"/>
                    <a:pt x="82" y="267"/>
                    <a:pt x="101" y="267"/>
                  </a:cubicBezTo>
                  <a:cubicBezTo>
                    <a:pt x="108" y="267"/>
                    <a:pt x="115" y="265"/>
                    <a:pt x="120" y="260"/>
                  </a:cubicBezTo>
                  <a:cubicBezTo>
                    <a:pt x="186" y="260"/>
                    <a:pt x="223" y="190"/>
                    <a:pt x="223" y="124"/>
                  </a:cubicBezTo>
                  <a:cubicBezTo>
                    <a:pt x="206" y="87"/>
                    <a:pt x="186" y="54"/>
                    <a:pt x="169" y="37"/>
                  </a:cubicBezTo>
                  <a:cubicBezTo>
                    <a:pt x="169" y="21"/>
                    <a:pt x="153" y="21"/>
                    <a:pt x="153" y="21"/>
                  </a:cubicBezTo>
                  <a:cubicBezTo>
                    <a:pt x="136" y="0"/>
                    <a:pt x="103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27"/>
            <p:cNvSpPr/>
            <p:nvPr/>
          </p:nvSpPr>
          <p:spPr>
            <a:xfrm>
              <a:off x="4690050" y="30234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8" y="0"/>
                  </a:moveTo>
                  <a:cubicBezTo>
                    <a:pt x="85" y="0"/>
                    <a:pt x="65" y="12"/>
                    <a:pt x="54" y="24"/>
                  </a:cubicBezTo>
                  <a:cubicBezTo>
                    <a:pt x="33" y="40"/>
                    <a:pt x="17" y="77"/>
                    <a:pt x="17" y="110"/>
                  </a:cubicBezTo>
                  <a:cubicBezTo>
                    <a:pt x="0" y="143"/>
                    <a:pt x="17" y="180"/>
                    <a:pt x="33" y="213"/>
                  </a:cubicBezTo>
                  <a:cubicBezTo>
                    <a:pt x="54" y="244"/>
                    <a:pt x="85" y="263"/>
                    <a:pt x="118" y="263"/>
                  </a:cubicBezTo>
                  <a:cubicBezTo>
                    <a:pt x="142" y="263"/>
                    <a:pt x="167" y="253"/>
                    <a:pt x="190" y="230"/>
                  </a:cubicBezTo>
                  <a:cubicBezTo>
                    <a:pt x="239" y="180"/>
                    <a:pt x="239" y="110"/>
                    <a:pt x="206" y="40"/>
                  </a:cubicBezTo>
                  <a:cubicBezTo>
                    <a:pt x="190" y="24"/>
                    <a:pt x="173" y="7"/>
                    <a:pt x="157" y="7"/>
                  </a:cubicBezTo>
                  <a:lnTo>
                    <a:pt x="136" y="7"/>
                  </a:lnTo>
                  <a:cubicBezTo>
                    <a:pt x="127" y="2"/>
                    <a:pt x="117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27"/>
            <p:cNvSpPr/>
            <p:nvPr/>
          </p:nvSpPr>
          <p:spPr>
            <a:xfrm>
              <a:off x="4606750" y="28024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67" y="17"/>
                    <a:pt x="50" y="38"/>
                    <a:pt x="34" y="54"/>
                  </a:cubicBezTo>
                  <a:cubicBezTo>
                    <a:pt x="17" y="87"/>
                    <a:pt x="1" y="120"/>
                    <a:pt x="1" y="157"/>
                  </a:cubicBezTo>
                  <a:cubicBezTo>
                    <a:pt x="17" y="190"/>
                    <a:pt x="34" y="223"/>
                    <a:pt x="50" y="244"/>
                  </a:cubicBezTo>
                  <a:cubicBezTo>
                    <a:pt x="62" y="255"/>
                    <a:pt x="84" y="267"/>
                    <a:pt x="107" y="267"/>
                  </a:cubicBezTo>
                  <a:cubicBezTo>
                    <a:pt x="117" y="267"/>
                    <a:pt x="127" y="265"/>
                    <a:pt x="137" y="260"/>
                  </a:cubicBezTo>
                  <a:cubicBezTo>
                    <a:pt x="191" y="260"/>
                    <a:pt x="240" y="190"/>
                    <a:pt x="223" y="120"/>
                  </a:cubicBezTo>
                  <a:cubicBezTo>
                    <a:pt x="223" y="87"/>
                    <a:pt x="207" y="54"/>
                    <a:pt x="191" y="38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27"/>
            <p:cNvSpPr/>
            <p:nvPr/>
          </p:nvSpPr>
          <p:spPr>
            <a:xfrm>
              <a:off x="4954225" y="2975175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19" y="0"/>
                  </a:moveTo>
                  <a:cubicBezTo>
                    <a:pt x="76" y="0"/>
                    <a:pt x="41" y="32"/>
                    <a:pt x="17" y="83"/>
                  </a:cubicBezTo>
                  <a:cubicBezTo>
                    <a:pt x="0" y="153"/>
                    <a:pt x="33" y="219"/>
                    <a:pt x="83" y="256"/>
                  </a:cubicBezTo>
                  <a:cubicBezTo>
                    <a:pt x="92" y="259"/>
                    <a:pt x="101" y="260"/>
                    <a:pt x="111" y="260"/>
                  </a:cubicBezTo>
                  <a:cubicBezTo>
                    <a:pt x="159" y="260"/>
                    <a:pt x="209" y="228"/>
                    <a:pt x="223" y="170"/>
                  </a:cubicBezTo>
                  <a:cubicBezTo>
                    <a:pt x="256" y="116"/>
                    <a:pt x="223" y="34"/>
                    <a:pt x="169" y="13"/>
                  </a:cubicBezTo>
                  <a:cubicBezTo>
                    <a:pt x="152" y="4"/>
                    <a:pt x="135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27"/>
            <p:cNvSpPr/>
            <p:nvPr/>
          </p:nvSpPr>
          <p:spPr>
            <a:xfrm>
              <a:off x="4760025" y="300692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4" y="0"/>
                  </a:moveTo>
                  <a:cubicBezTo>
                    <a:pt x="54" y="17"/>
                    <a:pt x="1" y="83"/>
                    <a:pt x="17" y="153"/>
                  </a:cubicBezTo>
                  <a:cubicBezTo>
                    <a:pt x="17" y="186"/>
                    <a:pt x="38" y="223"/>
                    <a:pt x="54" y="240"/>
                  </a:cubicBezTo>
                  <a:cubicBezTo>
                    <a:pt x="78" y="251"/>
                    <a:pt x="93" y="263"/>
                    <a:pt x="113" y="263"/>
                  </a:cubicBezTo>
                  <a:cubicBezTo>
                    <a:pt x="121" y="263"/>
                    <a:pt x="130" y="261"/>
                    <a:pt x="141" y="256"/>
                  </a:cubicBezTo>
                  <a:cubicBezTo>
                    <a:pt x="207" y="256"/>
                    <a:pt x="244" y="186"/>
                    <a:pt x="223" y="120"/>
                  </a:cubicBezTo>
                  <a:cubicBezTo>
                    <a:pt x="223" y="83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27"/>
            <p:cNvSpPr/>
            <p:nvPr/>
          </p:nvSpPr>
          <p:spPr>
            <a:xfrm>
              <a:off x="4623875" y="278427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39" y="1"/>
                  </a:moveTo>
                  <a:cubicBezTo>
                    <a:pt x="87" y="1"/>
                    <a:pt x="48" y="33"/>
                    <a:pt x="21" y="92"/>
                  </a:cubicBezTo>
                  <a:cubicBezTo>
                    <a:pt x="0" y="162"/>
                    <a:pt x="37" y="228"/>
                    <a:pt x="87" y="248"/>
                  </a:cubicBezTo>
                  <a:cubicBezTo>
                    <a:pt x="103" y="265"/>
                    <a:pt x="124" y="265"/>
                    <a:pt x="140" y="265"/>
                  </a:cubicBezTo>
                  <a:cubicBezTo>
                    <a:pt x="173" y="265"/>
                    <a:pt x="206" y="228"/>
                    <a:pt x="227" y="178"/>
                  </a:cubicBezTo>
                  <a:cubicBezTo>
                    <a:pt x="244" y="125"/>
                    <a:pt x="244" y="75"/>
                    <a:pt x="206" y="42"/>
                  </a:cubicBezTo>
                  <a:cubicBezTo>
                    <a:pt x="190" y="22"/>
                    <a:pt x="190" y="22"/>
                    <a:pt x="173" y="5"/>
                  </a:cubicBezTo>
                  <a:cubicBezTo>
                    <a:pt x="161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27"/>
            <p:cNvSpPr/>
            <p:nvPr/>
          </p:nvSpPr>
          <p:spPr>
            <a:xfrm>
              <a:off x="4631600" y="28429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2" y="0"/>
                  </a:moveTo>
                  <a:cubicBezTo>
                    <a:pt x="78" y="0"/>
                    <a:pt x="45" y="32"/>
                    <a:pt x="21" y="83"/>
                  </a:cubicBezTo>
                  <a:cubicBezTo>
                    <a:pt x="0" y="149"/>
                    <a:pt x="38" y="219"/>
                    <a:pt x="87" y="252"/>
                  </a:cubicBezTo>
                  <a:cubicBezTo>
                    <a:pt x="97" y="256"/>
                    <a:pt x="108" y="258"/>
                    <a:pt x="118" y="258"/>
                  </a:cubicBezTo>
                  <a:cubicBezTo>
                    <a:pt x="164" y="258"/>
                    <a:pt x="210" y="224"/>
                    <a:pt x="227" y="170"/>
                  </a:cubicBezTo>
                  <a:cubicBezTo>
                    <a:pt x="260" y="100"/>
                    <a:pt x="227" y="30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27"/>
            <p:cNvSpPr/>
            <p:nvPr/>
          </p:nvSpPr>
          <p:spPr>
            <a:xfrm>
              <a:off x="4628200" y="28131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36" y="0"/>
                  </a:moveTo>
                  <a:cubicBezTo>
                    <a:pt x="120" y="0"/>
                    <a:pt x="87" y="21"/>
                    <a:pt x="71" y="37"/>
                  </a:cubicBezTo>
                  <a:cubicBezTo>
                    <a:pt x="17" y="87"/>
                    <a:pt x="0" y="157"/>
                    <a:pt x="54" y="227"/>
                  </a:cubicBezTo>
                  <a:cubicBezTo>
                    <a:pt x="71" y="244"/>
                    <a:pt x="87" y="260"/>
                    <a:pt x="120" y="260"/>
                  </a:cubicBezTo>
                  <a:cubicBezTo>
                    <a:pt x="131" y="265"/>
                    <a:pt x="140" y="267"/>
                    <a:pt x="148" y="267"/>
                  </a:cubicBezTo>
                  <a:cubicBezTo>
                    <a:pt x="168" y="267"/>
                    <a:pt x="183" y="255"/>
                    <a:pt x="207" y="244"/>
                  </a:cubicBezTo>
                  <a:cubicBezTo>
                    <a:pt x="223" y="207"/>
                    <a:pt x="240" y="190"/>
                    <a:pt x="240" y="157"/>
                  </a:cubicBezTo>
                  <a:cubicBezTo>
                    <a:pt x="240" y="124"/>
                    <a:pt x="240" y="87"/>
                    <a:pt x="223" y="54"/>
                  </a:cubicBezTo>
                  <a:cubicBezTo>
                    <a:pt x="207" y="37"/>
                    <a:pt x="190" y="21"/>
                    <a:pt x="174" y="21"/>
                  </a:cubicBezTo>
                  <a:cubicBezTo>
                    <a:pt x="157" y="21"/>
                    <a:pt x="15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27"/>
            <p:cNvSpPr/>
            <p:nvPr/>
          </p:nvSpPr>
          <p:spPr>
            <a:xfrm>
              <a:off x="4638925" y="2827275"/>
              <a:ext cx="6500" cy="6475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44" y="0"/>
                  </a:moveTo>
                  <a:cubicBezTo>
                    <a:pt x="98" y="0"/>
                    <a:pt x="51" y="30"/>
                    <a:pt x="37" y="74"/>
                  </a:cubicBezTo>
                  <a:cubicBezTo>
                    <a:pt x="0" y="140"/>
                    <a:pt x="37" y="227"/>
                    <a:pt x="87" y="243"/>
                  </a:cubicBezTo>
                  <a:cubicBezTo>
                    <a:pt x="106" y="254"/>
                    <a:pt x="123" y="258"/>
                    <a:pt x="140" y="258"/>
                  </a:cubicBezTo>
                  <a:cubicBezTo>
                    <a:pt x="183" y="258"/>
                    <a:pt x="216" y="225"/>
                    <a:pt x="243" y="177"/>
                  </a:cubicBezTo>
                  <a:cubicBezTo>
                    <a:pt x="260" y="107"/>
                    <a:pt x="223" y="37"/>
                    <a:pt x="173" y="4"/>
                  </a:cubicBezTo>
                  <a:cubicBezTo>
                    <a:pt x="164" y="1"/>
                    <a:pt x="154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27"/>
            <p:cNvSpPr/>
            <p:nvPr/>
          </p:nvSpPr>
          <p:spPr>
            <a:xfrm>
              <a:off x="4635525" y="27968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1"/>
                  </a:moveTo>
                  <a:cubicBezTo>
                    <a:pt x="70" y="1"/>
                    <a:pt x="33" y="17"/>
                    <a:pt x="17" y="55"/>
                  </a:cubicBezTo>
                  <a:cubicBezTo>
                    <a:pt x="0" y="88"/>
                    <a:pt x="0" y="121"/>
                    <a:pt x="0" y="158"/>
                  </a:cubicBezTo>
                  <a:cubicBezTo>
                    <a:pt x="0" y="191"/>
                    <a:pt x="17" y="207"/>
                    <a:pt x="50" y="240"/>
                  </a:cubicBezTo>
                  <a:cubicBezTo>
                    <a:pt x="70" y="261"/>
                    <a:pt x="103" y="261"/>
                    <a:pt x="120" y="261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23" y="71"/>
                    <a:pt x="206" y="55"/>
                    <a:pt x="173" y="17"/>
                  </a:cubicBezTo>
                  <a:cubicBezTo>
                    <a:pt x="173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27"/>
            <p:cNvSpPr/>
            <p:nvPr/>
          </p:nvSpPr>
          <p:spPr>
            <a:xfrm>
              <a:off x="4638925" y="2873750"/>
              <a:ext cx="6500" cy="6625"/>
            </a:xfrm>
            <a:custGeom>
              <a:avLst/>
              <a:gdLst/>
              <a:ahLst/>
              <a:cxnLst/>
              <a:rect l="l" t="t" r="r" b="b"/>
              <a:pathLst>
                <a:path w="260" h="265" extrusionOk="0">
                  <a:moveTo>
                    <a:pt x="140" y="1"/>
                  </a:moveTo>
                  <a:cubicBezTo>
                    <a:pt x="103" y="1"/>
                    <a:pt x="87" y="17"/>
                    <a:pt x="54" y="34"/>
                  </a:cubicBezTo>
                  <a:cubicBezTo>
                    <a:pt x="0" y="87"/>
                    <a:pt x="0" y="153"/>
                    <a:pt x="37" y="223"/>
                  </a:cubicBezTo>
                  <a:cubicBezTo>
                    <a:pt x="54" y="240"/>
                    <a:pt x="87" y="256"/>
                    <a:pt x="120" y="256"/>
                  </a:cubicBezTo>
                  <a:cubicBezTo>
                    <a:pt x="126" y="262"/>
                    <a:pt x="133" y="265"/>
                    <a:pt x="141" y="265"/>
                  </a:cubicBezTo>
                  <a:cubicBezTo>
                    <a:pt x="159" y="265"/>
                    <a:pt x="178" y="251"/>
                    <a:pt x="190" y="240"/>
                  </a:cubicBezTo>
                  <a:cubicBezTo>
                    <a:pt x="243" y="190"/>
                    <a:pt x="260" y="104"/>
                    <a:pt x="206" y="50"/>
                  </a:cubicBezTo>
                  <a:cubicBezTo>
                    <a:pt x="206" y="34"/>
                    <a:pt x="190" y="17"/>
                    <a:pt x="173" y="17"/>
                  </a:cubicBezTo>
                  <a:cubicBezTo>
                    <a:pt x="157" y="17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27"/>
            <p:cNvSpPr/>
            <p:nvPr/>
          </p:nvSpPr>
          <p:spPr>
            <a:xfrm>
              <a:off x="4640675" y="290590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1"/>
                  </a:moveTo>
                  <a:cubicBezTo>
                    <a:pt x="70" y="1"/>
                    <a:pt x="33" y="38"/>
                    <a:pt x="17" y="55"/>
                  </a:cubicBezTo>
                  <a:cubicBezTo>
                    <a:pt x="0" y="88"/>
                    <a:pt x="0" y="125"/>
                    <a:pt x="0" y="158"/>
                  </a:cubicBezTo>
                  <a:cubicBezTo>
                    <a:pt x="0" y="191"/>
                    <a:pt x="17" y="228"/>
                    <a:pt x="50" y="244"/>
                  </a:cubicBezTo>
                  <a:cubicBezTo>
                    <a:pt x="70" y="261"/>
                    <a:pt x="103" y="261"/>
                    <a:pt x="120" y="261"/>
                  </a:cubicBezTo>
                  <a:cubicBezTo>
                    <a:pt x="190" y="244"/>
                    <a:pt x="223" y="191"/>
                    <a:pt x="223" y="104"/>
                  </a:cubicBezTo>
                  <a:cubicBezTo>
                    <a:pt x="223" y="71"/>
                    <a:pt x="206" y="55"/>
                    <a:pt x="173" y="22"/>
                  </a:cubicBezTo>
                  <a:lnTo>
                    <a:pt x="153" y="22"/>
                  </a:ln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27"/>
            <p:cNvSpPr/>
            <p:nvPr/>
          </p:nvSpPr>
          <p:spPr>
            <a:xfrm>
              <a:off x="4641075" y="2810375"/>
              <a:ext cx="5600" cy="6725"/>
            </a:xfrm>
            <a:custGeom>
              <a:avLst/>
              <a:gdLst/>
              <a:ahLst/>
              <a:cxnLst/>
              <a:rect l="l" t="t" r="r" b="b"/>
              <a:pathLst>
                <a:path w="224" h="269" extrusionOk="0">
                  <a:moveTo>
                    <a:pt x="121" y="1"/>
                  </a:moveTo>
                  <a:cubicBezTo>
                    <a:pt x="115" y="1"/>
                    <a:pt x="109" y="3"/>
                    <a:pt x="104" y="8"/>
                  </a:cubicBezTo>
                  <a:cubicBezTo>
                    <a:pt x="87" y="8"/>
                    <a:pt x="54" y="29"/>
                    <a:pt x="34" y="45"/>
                  </a:cubicBezTo>
                  <a:cubicBezTo>
                    <a:pt x="17" y="62"/>
                    <a:pt x="1" y="111"/>
                    <a:pt x="17" y="148"/>
                  </a:cubicBezTo>
                  <a:cubicBezTo>
                    <a:pt x="17" y="181"/>
                    <a:pt x="34" y="214"/>
                    <a:pt x="54" y="235"/>
                  </a:cubicBezTo>
                  <a:cubicBezTo>
                    <a:pt x="71" y="252"/>
                    <a:pt x="104" y="268"/>
                    <a:pt x="137" y="268"/>
                  </a:cubicBezTo>
                  <a:cubicBezTo>
                    <a:pt x="190" y="252"/>
                    <a:pt x="223" y="198"/>
                    <a:pt x="223" y="132"/>
                  </a:cubicBezTo>
                  <a:lnTo>
                    <a:pt x="223" y="111"/>
                  </a:lnTo>
                  <a:cubicBezTo>
                    <a:pt x="223" y="62"/>
                    <a:pt x="190" y="29"/>
                    <a:pt x="157" y="8"/>
                  </a:cubicBezTo>
                  <a:cubicBezTo>
                    <a:pt x="144" y="8"/>
                    <a:pt x="132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27"/>
            <p:cNvSpPr/>
            <p:nvPr/>
          </p:nvSpPr>
          <p:spPr>
            <a:xfrm>
              <a:off x="4620875" y="2954125"/>
              <a:ext cx="6525" cy="6750"/>
            </a:xfrm>
            <a:custGeom>
              <a:avLst/>
              <a:gdLst/>
              <a:ahLst/>
              <a:cxnLst/>
              <a:rect l="l" t="t" r="r" b="b"/>
              <a:pathLst>
                <a:path w="261" h="270" extrusionOk="0">
                  <a:moveTo>
                    <a:pt x="122" y="1"/>
                  </a:moveTo>
                  <a:cubicBezTo>
                    <a:pt x="78" y="1"/>
                    <a:pt x="44" y="32"/>
                    <a:pt x="17" y="84"/>
                  </a:cubicBezTo>
                  <a:cubicBezTo>
                    <a:pt x="1" y="154"/>
                    <a:pt x="38" y="236"/>
                    <a:pt x="87" y="257"/>
                  </a:cubicBezTo>
                  <a:cubicBezTo>
                    <a:pt x="102" y="266"/>
                    <a:pt x="117" y="270"/>
                    <a:pt x="131" y="270"/>
                  </a:cubicBezTo>
                  <a:cubicBezTo>
                    <a:pt x="172" y="270"/>
                    <a:pt x="211" y="238"/>
                    <a:pt x="223" y="187"/>
                  </a:cubicBezTo>
                  <a:cubicBezTo>
                    <a:pt x="260" y="117"/>
                    <a:pt x="223" y="30"/>
                    <a:pt x="174" y="14"/>
                  </a:cubicBezTo>
                  <a:cubicBezTo>
                    <a:pt x="155" y="5"/>
                    <a:pt x="138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27"/>
            <p:cNvSpPr/>
            <p:nvPr/>
          </p:nvSpPr>
          <p:spPr>
            <a:xfrm>
              <a:off x="4618300" y="301765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41" y="0"/>
                  </a:moveTo>
                  <a:cubicBezTo>
                    <a:pt x="104" y="0"/>
                    <a:pt x="87" y="0"/>
                    <a:pt x="54" y="33"/>
                  </a:cubicBezTo>
                  <a:cubicBezTo>
                    <a:pt x="17" y="66"/>
                    <a:pt x="1" y="153"/>
                    <a:pt x="38" y="206"/>
                  </a:cubicBezTo>
                  <a:cubicBezTo>
                    <a:pt x="54" y="239"/>
                    <a:pt x="87" y="256"/>
                    <a:pt x="120" y="256"/>
                  </a:cubicBezTo>
                  <a:cubicBezTo>
                    <a:pt x="141" y="256"/>
                    <a:pt x="174" y="256"/>
                    <a:pt x="190" y="223"/>
                  </a:cubicBezTo>
                  <a:cubicBezTo>
                    <a:pt x="223" y="206"/>
                    <a:pt x="244" y="169"/>
                    <a:pt x="244" y="136"/>
                  </a:cubicBezTo>
                  <a:cubicBezTo>
                    <a:pt x="244" y="103"/>
                    <a:pt x="244" y="66"/>
                    <a:pt x="207" y="50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27"/>
            <p:cNvSpPr/>
            <p:nvPr/>
          </p:nvSpPr>
          <p:spPr>
            <a:xfrm>
              <a:off x="4639325" y="28578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38" y="1"/>
                    <a:pt x="1" y="67"/>
                    <a:pt x="21" y="137"/>
                  </a:cubicBezTo>
                  <a:cubicBezTo>
                    <a:pt x="21" y="170"/>
                    <a:pt x="38" y="207"/>
                    <a:pt x="54" y="223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190" y="240"/>
                    <a:pt x="244" y="170"/>
                    <a:pt x="227" y="104"/>
                  </a:cubicBezTo>
                  <a:cubicBezTo>
                    <a:pt x="227" y="67"/>
                    <a:pt x="207" y="34"/>
                    <a:pt x="190" y="17"/>
                  </a:cubicBezTo>
                  <a:cubicBezTo>
                    <a:pt x="174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27"/>
            <p:cNvSpPr/>
            <p:nvPr/>
          </p:nvSpPr>
          <p:spPr>
            <a:xfrm>
              <a:off x="4614500" y="303435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03" y="0"/>
                  </a:moveTo>
                  <a:cubicBezTo>
                    <a:pt x="66" y="17"/>
                    <a:pt x="33" y="3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23"/>
                    <a:pt x="50" y="24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60"/>
                    <a:pt x="223" y="190"/>
                    <a:pt x="223" y="120"/>
                  </a:cubicBezTo>
                  <a:cubicBezTo>
                    <a:pt x="223" y="87"/>
                    <a:pt x="206" y="54"/>
                    <a:pt x="169" y="37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27"/>
            <p:cNvSpPr/>
            <p:nvPr/>
          </p:nvSpPr>
          <p:spPr>
            <a:xfrm>
              <a:off x="4617475" y="28935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7" y="0"/>
                  </a:moveTo>
                  <a:cubicBezTo>
                    <a:pt x="104" y="0"/>
                    <a:pt x="71" y="0"/>
                    <a:pt x="50" y="17"/>
                  </a:cubicBezTo>
                  <a:cubicBezTo>
                    <a:pt x="1" y="66"/>
                    <a:pt x="1" y="153"/>
                    <a:pt x="34" y="206"/>
                  </a:cubicBezTo>
                  <a:cubicBezTo>
                    <a:pt x="50" y="239"/>
                    <a:pt x="87" y="256"/>
                    <a:pt x="104" y="256"/>
                  </a:cubicBezTo>
                  <a:cubicBezTo>
                    <a:pt x="137" y="256"/>
                    <a:pt x="174" y="239"/>
                    <a:pt x="190" y="223"/>
                  </a:cubicBezTo>
                  <a:cubicBezTo>
                    <a:pt x="207" y="206"/>
                    <a:pt x="223" y="169"/>
                    <a:pt x="223" y="136"/>
                  </a:cubicBezTo>
                  <a:cubicBezTo>
                    <a:pt x="240" y="103"/>
                    <a:pt x="223" y="66"/>
                    <a:pt x="207" y="50"/>
                  </a:cubicBezTo>
                  <a:cubicBezTo>
                    <a:pt x="190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27"/>
            <p:cNvSpPr/>
            <p:nvPr/>
          </p:nvSpPr>
          <p:spPr>
            <a:xfrm>
              <a:off x="4617075" y="29901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0" y="0"/>
                  </a:moveTo>
                  <a:cubicBezTo>
                    <a:pt x="103" y="0"/>
                    <a:pt x="66" y="0"/>
                    <a:pt x="50" y="33"/>
                  </a:cubicBezTo>
                  <a:cubicBezTo>
                    <a:pt x="17" y="54"/>
                    <a:pt x="17" y="87"/>
                    <a:pt x="0" y="120"/>
                  </a:cubicBezTo>
                  <a:cubicBezTo>
                    <a:pt x="0" y="157"/>
                    <a:pt x="17" y="190"/>
                    <a:pt x="33" y="207"/>
                  </a:cubicBezTo>
                  <a:cubicBezTo>
                    <a:pt x="52" y="237"/>
                    <a:pt x="83" y="256"/>
                    <a:pt x="117" y="256"/>
                  </a:cubicBezTo>
                  <a:cubicBezTo>
                    <a:pt x="141" y="256"/>
                    <a:pt x="167" y="246"/>
                    <a:pt x="190" y="223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27"/>
            <p:cNvSpPr/>
            <p:nvPr/>
          </p:nvSpPr>
          <p:spPr>
            <a:xfrm>
              <a:off x="4619225" y="28484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34" y="0"/>
                    <a:pt x="1" y="70"/>
                    <a:pt x="1" y="136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67" y="260"/>
                    <a:pt x="104" y="260"/>
                    <a:pt x="137" y="260"/>
                  </a:cubicBezTo>
                  <a:cubicBezTo>
                    <a:pt x="186" y="240"/>
                    <a:pt x="240" y="174"/>
                    <a:pt x="223" y="103"/>
                  </a:cubicBezTo>
                  <a:cubicBezTo>
                    <a:pt x="223" y="70"/>
                    <a:pt x="207" y="33"/>
                    <a:pt x="186" y="17"/>
                  </a:cubicBezTo>
                  <a:cubicBezTo>
                    <a:pt x="170" y="17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27"/>
            <p:cNvSpPr/>
            <p:nvPr/>
          </p:nvSpPr>
          <p:spPr>
            <a:xfrm>
              <a:off x="4620875" y="27982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12" y="0"/>
                  </a:moveTo>
                  <a:cubicBezTo>
                    <a:pt x="71" y="0"/>
                    <a:pt x="32" y="33"/>
                    <a:pt x="17" y="81"/>
                  </a:cubicBezTo>
                  <a:cubicBezTo>
                    <a:pt x="1" y="102"/>
                    <a:pt x="1" y="118"/>
                    <a:pt x="1" y="135"/>
                  </a:cubicBezTo>
                  <a:cubicBezTo>
                    <a:pt x="17" y="184"/>
                    <a:pt x="38" y="238"/>
                    <a:pt x="71" y="254"/>
                  </a:cubicBezTo>
                  <a:cubicBezTo>
                    <a:pt x="84" y="259"/>
                    <a:pt x="96" y="261"/>
                    <a:pt x="108" y="261"/>
                  </a:cubicBezTo>
                  <a:cubicBezTo>
                    <a:pt x="140" y="261"/>
                    <a:pt x="166" y="245"/>
                    <a:pt x="190" y="221"/>
                  </a:cubicBezTo>
                  <a:cubicBezTo>
                    <a:pt x="207" y="205"/>
                    <a:pt x="207" y="184"/>
                    <a:pt x="223" y="168"/>
                  </a:cubicBezTo>
                  <a:cubicBezTo>
                    <a:pt x="244" y="102"/>
                    <a:pt x="207" y="32"/>
                    <a:pt x="157" y="15"/>
                  </a:cubicBezTo>
                  <a:cubicBezTo>
                    <a:pt x="143" y="5"/>
                    <a:pt x="127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27"/>
            <p:cNvSpPr/>
            <p:nvPr/>
          </p:nvSpPr>
          <p:spPr>
            <a:xfrm>
              <a:off x="4606350" y="29732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6" y="1"/>
                  </a:moveTo>
                  <a:cubicBezTo>
                    <a:pt x="83" y="1"/>
                    <a:pt x="61" y="14"/>
                    <a:pt x="50" y="26"/>
                  </a:cubicBezTo>
                  <a:cubicBezTo>
                    <a:pt x="0" y="75"/>
                    <a:pt x="0" y="162"/>
                    <a:pt x="33" y="216"/>
                  </a:cubicBezTo>
                  <a:cubicBezTo>
                    <a:pt x="50" y="232"/>
                    <a:pt x="83" y="249"/>
                    <a:pt x="103" y="265"/>
                  </a:cubicBezTo>
                  <a:cubicBezTo>
                    <a:pt x="136" y="265"/>
                    <a:pt x="169" y="249"/>
                    <a:pt x="186" y="232"/>
                  </a:cubicBezTo>
                  <a:cubicBezTo>
                    <a:pt x="239" y="178"/>
                    <a:pt x="239" y="113"/>
                    <a:pt x="207" y="42"/>
                  </a:cubicBezTo>
                  <a:cubicBezTo>
                    <a:pt x="186" y="26"/>
                    <a:pt x="169" y="9"/>
                    <a:pt x="153" y="9"/>
                  </a:cubicBezTo>
                  <a:lnTo>
                    <a:pt x="136" y="9"/>
                  </a:lnTo>
                  <a:cubicBezTo>
                    <a:pt x="127" y="3"/>
                    <a:pt x="116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27"/>
            <p:cNvSpPr/>
            <p:nvPr/>
          </p:nvSpPr>
          <p:spPr>
            <a:xfrm>
              <a:off x="4629950" y="298372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87" y="1"/>
                  </a:moveTo>
                  <a:cubicBezTo>
                    <a:pt x="66" y="1"/>
                    <a:pt x="33" y="17"/>
                    <a:pt x="17" y="50"/>
                  </a:cubicBezTo>
                  <a:cubicBezTo>
                    <a:pt x="1" y="83"/>
                    <a:pt x="1" y="120"/>
                    <a:pt x="1" y="153"/>
                  </a:cubicBezTo>
                  <a:cubicBezTo>
                    <a:pt x="1" y="186"/>
                    <a:pt x="17" y="223"/>
                    <a:pt x="50" y="240"/>
                  </a:cubicBezTo>
                  <a:cubicBezTo>
                    <a:pt x="66" y="256"/>
                    <a:pt x="104" y="256"/>
                    <a:pt x="120" y="256"/>
                  </a:cubicBezTo>
                  <a:cubicBezTo>
                    <a:pt x="190" y="240"/>
                    <a:pt x="223" y="186"/>
                    <a:pt x="223" y="104"/>
                  </a:cubicBezTo>
                  <a:cubicBezTo>
                    <a:pt x="207" y="67"/>
                    <a:pt x="207" y="50"/>
                    <a:pt x="170" y="17"/>
                  </a:cubicBezTo>
                  <a:lnTo>
                    <a:pt x="153" y="17"/>
                  </a:lnTo>
                  <a:cubicBezTo>
                    <a:pt x="137" y="1"/>
                    <a:pt x="10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27"/>
            <p:cNvSpPr/>
            <p:nvPr/>
          </p:nvSpPr>
          <p:spPr>
            <a:xfrm>
              <a:off x="4608400" y="2909825"/>
              <a:ext cx="5700" cy="6425"/>
            </a:xfrm>
            <a:custGeom>
              <a:avLst/>
              <a:gdLst/>
              <a:ahLst/>
              <a:cxnLst/>
              <a:rect l="l" t="t" r="r" b="b"/>
              <a:pathLst>
                <a:path w="228" h="257" extrusionOk="0">
                  <a:moveTo>
                    <a:pt x="104" y="1"/>
                  </a:moveTo>
                  <a:cubicBezTo>
                    <a:pt x="71" y="1"/>
                    <a:pt x="54" y="17"/>
                    <a:pt x="38" y="34"/>
                  </a:cubicBezTo>
                  <a:cubicBezTo>
                    <a:pt x="21" y="50"/>
                    <a:pt x="1" y="104"/>
                    <a:pt x="1" y="137"/>
                  </a:cubicBezTo>
                  <a:cubicBezTo>
                    <a:pt x="21" y="174"/>
                    <a:pt x="21" y="207"/>
                    <a:pt x="54" y="223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90" y="240"/>
                    <a:pt x="228" y="190"/>
                    <a:pt x="228" y="120"/>
                  </a:cubicBezTo>
                  <a:lnTo>
                    <a:pt x="228" y="104"/>
                  </a:lnTo>
                  <a:cubicBezTo>
                    <a:pt x="228" y="50"/>
                    <a:pt x="190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27"/>
            <p:cNvSpPr/>
            <p:nvPr/>
          </p:nvSpPr>
          <p:spPr>
            <a:xfrm>
              <a:off x="4608000" y="3005175"/>
              <a:ext cx="5575" cy="6625"/>
            </a:xfrm>
            <a:custGeom>
              <a:avLst/>
              <a:gdLst/>
              <a:ahLst/>
              <a:cxnLst/>
              <a:rect l="l" t="t" r="r" b="b"/>
              <a:pathLst>
                <a:path w="223" h="265" extrusionOk="0">
                  <a:moveTo>
                    <a:pt x="87" y="0"/>
                  </a:moveTo>
                  <a:cubicBezTo>
                    <a:pt x="70" y="17"/>
                    <a:pt x="37" y="33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0" y="190"/>
                    <a:pt x="17" y="223"/>
                    <a:pt x="37" y="239"/>
                  </a:cubicBezTo>
                  <a:cubicBezTo>
                    <a:pt x="61" y="251"/>
                    <a:pt x="76" y="265"/>
                    <a:pt x="94" y="265"/>
                  </a:cubicBezTo>
                  <a:cubicBezTo>
                    <a:pt x="102" y="265"/>
                    <a:pt x="110" y="262"/>
                    <a:pt x="120" y="256"/>
                  </a:cubicBezTo>
                  <a:cubicBezTo>
                    <a:pt x="190" y="256"/>
                    <a:pt x="223" y="190"/>
                    <a:pt x="223" y="120"/>
                  </a:cubicBezTo>
                  <a:cubicBezTo>
                    <a:pt x="206" y="87"/>
                    <a:pt x="190" y="50"/>
                    <a:pt x="173" y="33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20" y="0"/>
                    <a:pt x="103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27"/>
            <p:cNvSpPr/>
            <p:nvPr/>
          </p:nvSpPr>
          <p:spPr>
            <a:xfrm>
              <a:off x="4611500" y="28656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0" y="1"/>
                  </a:moveTo>
                  <a:cubicBezTo>
                    <a:pt x="83" y="1"/>
                    <a:pt x="66" y="1"/>
                    <a:pt x="33" y="34"/>
                  </a:cubicBezTo>
                  <a:cubicBezTo>
                    <a:pt x="17" y="50"/>
                    <a:pt x="1" y="87"/>
                    <a:pt x="1" y="120"/>
                  </a:cubicBezTo>
                  <a:cubicBezTo>
                    <a:pt x="1" y="153"/>
                    <a:pt x="1" y="191"/>
                    <a:pt x="17" y="207"/>
                  </a:cubicBezTo>
                  <a:cubicBezTo>
                    <a:pt x="33" y="240"/>
                    <a:pt x="66" y="257"/>
                    <a:pt x="104" y="257"/>
                  </a:cubicBezTo>
                  <a:cubicBezTo>
                    <a:pt x="120" y="257"/>
                    <a:pt x="153" y="257"/>
                    <a:pt x="170" y="224"/>
                  </a:cubicBezTo>
                  <a:cubicBezTo>
                    <a:pt x="223" y="191"/>
                    <a:pt x="240" y="104"/>
                    <a:pt x="186" y="50"/>
                  </a:cubicBezTo>
                  <a:cubicBezTo>
                    <a:pt x="186" y="34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27"/>
            <p:cNvSpPr/>
            <p:nvPr/>
          </p:nvSpPr>
          <p:spPr>
            <a:xfrm>
              <a:off x="4603250" y="3022375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87" y="1"/>
                  </a:moveTo>
                  <a:cubicBezTo>
                    <a:pt x="87" y="17"/>
                    <a:pt x="71" y="17"/>
                    <a:pt x="71" y="17"/>
                  </a:cubicBezTo>
                  <a:cubicBezTo>
                    <a:pt x="21" y="34"/>
                    <a:pt x="1" y="104"/>
                    <a:pt x="1" y="153"/>
                  </a:cubicBezTo>
                  <a:cubicBezTo>
                    <a:pt x="1" y="186"/>
                    <a:pt x="21" y="223"/>
                    <a:pt x="54" y="240"/>
                  </a:cubicBezTo>
                  <a:cubicBezTo>
                    <a:pt x="66" y="252"/>
                    <a:pt x="86" y="263"/>
                    <a:pt x="104" y="263"/>
                  </a:cubicBezTo>
                  <a:cubicBezTo>
                    <a:pt x="111" y="263"/>
                    <a:pt x="118" y="261"/>
                    <a:pt x="124" y="256"/>
                  </a:cubicBezTo>
                  <a:cubicBezTo>
                    <a:pt x="190" y="256"/>
                    <a:pt x="227" y="186"/>
                    <a:pt x="227" y="120"/>
                  </a:cubicBezTo>
                  <a:cubicBezTo>
                    <a:pt x="227" y="104"/>
                    <a:pt x="207" y="83"/>
                    <a:pt x="207" y="83"/>
                  </a:cubicBezTo>
                  <a:cubicBezTo>
                    <a:pt x="207" y="50"/>
                    <a:pt x="174" y="34"/>
                    <a:pt x="157" y="17"/>
                  </a:cubicBezTo>
                  <a:cubicBezTo>
                    <a:pt x="141" y="1"/>
                    <a:pt x="10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27"/>
            <p:cNvSpPr/>
            <p:nvPr/>
          </p:nvSpPr>
          <p:spPr>
            <a:xfrm>
              <a:off x="4599850" y="29897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34" y="17"/>
                    <a:pt x="1" y="87"/>
                    <a:pt x="17" y="153"/>
                  </a:cubicBezTo>
                  <a:cubicBezTo>
                    <a:pt x="17" y="191"/>
                    <a:pt x="34" y="224"/>
                    <a:pt x="54" y="240"/>
                  </a:cubicBezTo>
                  <a:cubicBezTo>
                    <a:pt x="77" y="252"/>
                    <a:pt x="92" y="265"/>
                    <a:pt x="111" y="265"/>
                  </a:cubicBezTo>
                  <a:cubicBezTo>
                    <a:pt x="118" y="265"/>
                    <a:pt x="127" y="263"/>
                    <a:pt x="137" y="256"/>
                  </a:cubicBezTo>
                  <a:cubicBezTo>
                    <a:pt x="174" y="256"/>
                    <a:pt x="190" y="240"/>
                    <a:pt x="207" y="207"/>
                  </a:cubicBezTo>
                  <a:cubicBezTo>
                    <a:pt x="223" y="191"/>
                    <a:pt x="240" y="153"/>
                    <a:pt x="223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27"/>
            <p:cNvSpPr/>
            <p:nvPr/>
          </p:nvSpPr>
          <p:spPr>
            <a:xfrm>
              <a:off x="4606750" y="2957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34" y="17"/>
                    <a:pt x="1" y="87"/>
                    <a:pt x="1" y="158"/>
                  </a:cubicBezTo>
                  <a:cubicBezTo>
                    <a:pt x="17" y="191"/>
                    <a:pt x="34" y="207"/>
                    <a:pt x="50" y="244"/>
                  </a:cubicBezTo>
                  <a:cubicBezTo>
                    <a:pt x="67" y="261"/>
                    <a:pt x="104" y="261"/>
                    <a:pt x="137" y="261"/>
                  </a:cubicBezTo>
                  <a:cubicBezTo>
                    <a:pt x="191" y="244"/>
                    <a:pt x="240" y="174"/>
                    <a:pt x="223" y="104"/>
                  </a:cubicBezTo>
                  <a:cubicBezTo>
                    <a:pt x="223" y="71"/>
                    <a:pt x="207" y="55"/>
                    <a:pt x="191" y="17"/>
                  </a:cubicBezTo>
                  <a:cubicBezTo>
                    <a:pt x="17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27"/>
            <p:cNvSpPr/>
            <p:nvPr/>
          </p:nvSpPr>
          <p:spPr>
            <a:xfrm>
              <a:off x="4606350" y="2926425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44" y="1"/>
                  </a:moveTo>
                  <a:cubicBezTo>
                    <a:pt x="99" y="1"/>
                    <a:pt x="47" y="36"/>
                    <a:pt x="33" y="91"/>
                  </a:cubicBezTo>
                  <a:cubicBezTo>
                    <a:pt x="0" y="145"/>
                    <a:pt x="33" y="231"/>
                    <a:pt x="83" y="248"/>
                  </a:cubicBezTo>
                  <a:cubicBezTo>
                    <a:pt x="97" y="257"/>
                    <a:pt x="112" y="261"/>
                    <a:pt x="128" y="261"/>
                  </a:cubicBezTo>
                  <a:cubicBezTo>
                    <a:pt x="171" y="261"/>
                    <a:pt x="215" y="229"/>
                    <a:pt x="239" y="178"/>
                  </a:cubicBezTo>
                  <a:cubicBezTo>
                    <a:pt x="256" y="108"/>
                    <a:pt x="223" y="42"/>
                    <a:pt x="169" y="5"/>
                  </a:cubicBezTo>
                  <a:cubicBezTo>
                    <a:pt x="162" y="2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27"/>
            <p:cNvSpPr/>
            <p:nvPr/>
          </p:nvSpPr>
          <p:spPr>
            <a:xfrm>
              <a:off x="4632525" y="28904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70" y="260"/>
                    <a:pt x="190" y="244"/>
                    <a:pt x="207" y="207"/>
                  </a:cubicBezTo>
                  <a:cubicBezTo>
                    <a:pt x="223" y="190"/>
                    <a:pt x="240" y="157"/>
                    <a:pt x="240" y="124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70" y="21"/>
                    <a:pt x="170" y="21"/>
                    <a:pt x="153" y="21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27"/>
            <p:cNvSpPr/>
            <p:nvPr/>
          </p:nvSpPr>
          <p:spPr>
            <a:xfrm>
              <a:off x="4620050" y="292352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37" y="1"/>
                  </a:moveTo>
                  <a:cubicBezTo>
                    <a:pt x="120" y="1"/>
                    <a:pt x="87" y="17"/>
                    <a:pt x="71" y="38"/>
                  </a:cubicBezTo>
                  <a:cubicBezTo>
                    <a:pt x="17" y="71"/>
                    <a:pt x="1" y="158"/>
                    <a:pt x="50" y="207"/>
                  </a:cubicBezTo>
                  <a:cubicBezTo>
                    <a:pt x="71" y="244"/>
                    <a:pt x="87" y="261"/>
                    <a:pt x="120" y="261"/>
                  </a:cubicBezTo>
                  <a:cubicBezTo>
                    <a:pt x="153" y="261"/>
                    <a:pt x="174" y="261"/>
                    <a:pt x="207" y="244"/>
                  </a:cubicBezTo>
                  <a:cubicBezTo>
                    <a:pt x="240" y="191"/>
                    <a:pt x="256" y="104"/>
                    <a:pt x="223" y="55"/>
                  </a:cubicBezTo>
                  <a:cubicBezTo>
                    <a:pt x="207" y="38"/>
                    <a:pt x="190" y="17"/>
                    <a:pt x="174" y="17"/>
                  </a:cubicBezTo>
                  <a:cubicBezTo>
                    <a:pt x="153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27"/>
            <p:cNvSpPr/>
            <p:nvPr/>
          </p:nvSpPr>
          <p:spPr>
            <a:xfrm>
              <a:off x="4629025" y="2941050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47" y="1"/>
                  </a:moveTo>
                  <a:cubicBezTo>
                    <a:pt x="101" y="1"/>
                    <a:pt x="48" y="33"/>
                    <a:pt x="21" y="92"/>
                  </a:cubicBezTo>
                  <a:cubicBezTo>
                    <a:pt x="0" y="162"/>
                    <a:pt x="38" y="228"/>
                    <a:pt x="87" y="244"/>
                  </a:cubicBezTo>
                  <a:cubicBezTo>
                    <a:pt x="102" y="254"/>
                    <a:pt x="117" y="259"/>
                    <a:pt x="133" y="259"/>
                  </a:cubicBezTo>
                  <a:cubicBezTo>
                    <a:pt x="174" y="259"/>
                    <a:pt x="217" y="226"/>
                    <a:pt x="244" y="178"/>
                  </a:cubicBezTo>
                  <a:cubicBezTo>
                    <a:pt x="260" y="108"/>
                    <a:pt x="227" y="38"/>
                    <a:pt x="174" y="5"/>
                  </a:cubicBezTo>
                  <a:cubicBezTo>
                    <a:pt x="165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27"/>
            <p:cNvSpPr/>
            <p:nvPr/>
          </p:nvSpPr>
          <p:spPr>
            <a:xfrm>
              <a:off x="4635925" y="2923125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87" y="0"/>
                    <a:pt x="87" y="17"/>
                    <a:pt x="71" y="17"/>
                  </a:cubicBezTo>
                  <a:cubicBezTo>
                    <a:pt x="17" y="33"/>
                    <a:pt x="1" y="104"/>
                    <a:pt x="1" y="157"/>
                  </a:cubicBezTo>
                  <a:cubicBezTo>
                    <a:pt x="1" y="190"/>
                    <a:pt x="17" y="223"/>
                    <a:pt x="54" y="240"/>
                  </a:cubicBezTo>
                  <a:cubicBezTo>
                    <a:pt x="66" y="254"/>
                    <a:pt x="86" y="267"/>
                    <a:pt x="109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90" y="260"/>
                    <a:pt x="223" y="190"/>
                    <a:pt x="223" y="120"/>
                  </a:cubicBezTo>
                  <a:cubicBezTo>
                    <a:pt x="223" y="104"/>
                    <a:pt x="223" y="87"/>
                    <a:pt x="207" y="87"/>
                  </a:cubicBezTo>
                  <a:cubicBezTo>
                    <a:pt x="207" y="54"/>
                    <a:pt x="174" y="17"/>
                    <a:pt x="157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27"/>
            <p:cNvSpPr/>
            <p:nvPr/>
          </p:nvSpPr>
          <p:spPr>
            <a:xfrm>
              <a:off x="4625625" y="2907775"/>
              <a:ext cx="5575" cy="6825"/>
            </a:xfrm>
            <a:custGeom>
              <a:avLst/>
              <a:gdLst/>
              <a:ahLst/>
              <a:cxnLst/>
              <a:rect l="l" t="t" r="r" b="b"/>
              <a:pathLst>
                <a:path w="223" h="273" extrusionOk="0">
                  <a:moveTo>
                    <a:pt x="129" y="0"/>
                  </a:moveTo>
                  <a:cubicBezTo>
                    <a:pt x="120" y="0"/>
                    <a:pt x="112" y="4"/>
                    <a:pt x="103" y="13"/>
                  </a:cubicBezTo>
                  <a:cubicBezTo>
                    <a:pt x="33" y="13"/>
                    <a:pt x="0" y="83"/>
                    <a:pt x="0" y="153"/>
                  </a:cubicBezTo>
                  <a:cubicBezTo>
                    <a:pt x="0" y="186"/>
                    <a:pt x="17" y="219"/>
                    <a:pt x="54" y="235"/>
                  </a:cubicBezTo>
                  <a:cubicBezTo>
                    <a:pt x="70" y="256"/>
                    <a:pt x="103" y="272"/>
                    <a:pt x="136" y="272"/>
                  </a:cubicBezTo>
                  <a:cubicBezTo>
                    <a:pt x="190" y="256"/>
                    <a:pt x="223" y="186"/>
                    <a:pt x="223" y="116"/>
                  </a:cubicBezTo>
                  <a:cubicBezTo>
                    <a:pt x="223" y="83"/>
                    <a:pt x="206" y="50"/>
                    <a:pt x="174" y="29"/>
                  </a:cubicBezTo>
                  <a:lnTo>
                    <a:pt x="157" y="13"/>
                  </a:lnTo>
                  <a:cubicBezTo>
                    <a:pt x="147" y="4"/>
                    <a:pt x="137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27"/>
            <p:cNvSpPr/>
            <p:nvPr/>
          </p:nvSpPr>
          <p:spPr>
            <a:xfrm>
              <a:off x="4623875" y="28783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7" y="1"/>
                  </a:moveTo>
                  <a:cubicBezTo>
                    <a:pt x="118" y="1"/>
                    <a:pt x="110" y="3"/>
                    <a:pt x="103" y="8"/>
                  </a:cubicBezTo>
                  <a:cubicBezTo>
                    <a:pt x="54" y="8"/>
                    <a:pt x="0" y="74"/>
                    <a:pt x="21" y="144"/>
                  </a:cubicBezTo>
                  <a:cubicBezTo>
                    <a:pt x="21" y="177"/>
                    <a:pt x="37" y="214"/>
                    <a:pt x="70" y="231"/>
                  </a:cubicBezTo>
                  <a:cubicBezTo>
                    <a:pt x="87" y="247"/>
                    <a:pt x="124" y="264"/>
                    <a:pt x="140" y="264"/>
                  </a:cubicBezTo>
                  <a:cubicBezTo>
                    <a:pt x="173" y="247"/>
                    <a:pt x="206" y="231"/>
                    <a:pt x="227" y="214"/>
                  </a:cubicBezTo>
                  <a:cubicBezTo>
                    <a:pt x="244" y="177"/>
                    <a:pt x="244" y="144"/>
                    <a:pt x="244" y="111"/>
                  </a:cubicBezTo>
                  <a:cubicBezTo>
                    <a:pt x="227" y="74"/>
                    <a:pt x="227" y="41"/>
                    <a:pt x="190" y="25"/>
                  </a:cubicBezTo>
                  <a:lnTo>
                    <a:pt x="173" y="8"/>
                  </a:lnTo>
                  <a:cubicBezTo>
                    <a:pt x="162" y="8"/>
                    <a:pt x="144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27"/>
            <p:cNvSpPr/>
            <p:nvPr/>
          </p:nvSpPr>
          <p:spPr>
            <a:xfrm>
              <a:off x="4623875" y="28281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29" y="0"/>
                  </a:moveTo>
                  <a:cubicBezTo>
                    <a:pt x="82" y="0"/>
                    <a:pt x="35" y="33"/>
                    <a:pt x="21" y="91"/>
                  </a:cubicBezTo>
                  <a:cubicBezTo>
                    <a:pt x="0" y="161"/>
                    <a:pt x="37" y="227"/>
                    <a:pt x="87" y="248"/>
                  </a:cubicBezTo>
                  <a:cubicBezTo>
                    <a:pt x="101" y="256"/>
                    <a:pt x="116" y="260"/>
                    <a:pt x="131" y="260"/>
                  </a:cubicBezTo>
                  <a:cubicBezTo>
                    <a:pt x="172" y="260"/>
                    <a:pt x="212" y="229"/>
                    <a:pt x="227" y="177"/>
                  </a:cubicBezTo>
                  <a:cubicBezTo>
                    <a:pt x="244" y="107"/>
                    <a:pt x="227" y="41"/>
                    <a:pt x="157" y="4"/>
                  </a:cubicBezTo>
                  <a:cubicBezTo>
                    <a:pt x="148" y="1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27"/>
            <p:cNvSpPr/>
            <p:nvPr/>
          </p:nvSpPr>
          <p:spPr>
            <a:xfrm>
              <a:off x="4625625" y="28628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cubicBezTo>
                    <a:pt x="33" y="8"/>
                    <a:pt x="0" y="74"/>
                    <a:pt x="17" y="144"/>
                  </a:cubicBezTo>
                  <a:cubicBezTo>
                    <a:pt x="17" y="214"/>
                    <a:pt x="70" y="263"/>
                    <a:pt x="136" y="263"/>
                  </a:cubicBezTo>
                  <a:cubicBezTo>
                    <a:pt x="174" y="247"/>
                    <a:pt x="190" y="230"/>
                    <a:pt x="206" y="214"/>
                  </a:cubicBezTo>
                  <a:cubicBezTo>
                    <a:pt x="223" y="177"/>
                    <a:pt x="239" y="144"/>
                    <a:pt x="223" y="111"/>
                  </a:cubicBezTo>
                  <a:cubicBezTo>
                    <a:pt x="223" y="74"/>
                    <a:pt x="206" y="41"/>
                    <a:pt x="190" y="24"/>
                  </a:cubicBezTo>
                  <a:cubicBezTo>
                    <a:pt x="174" y="24"/>
                    <a:pt x="174" y="8"/>
                    <a:pt x="157" y="8"/>
                  </a:cubicBezTo>
                  <a:cubicBezTo>
                    <a:pt x="143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27"/>
            <p:cNvSpPr/>
            <p:nvPr/>
          </p:nvSpPr>
          <p:spPr>
            <a:xfrm>
              <a:off x="4619225" y="2970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"/>
                    <a:pt x="1" y="71"/>
                    <a:pt x="17" y="141"/>
                  </a:cubicBezTo>
                  <a:cubicBezTo>
                    <a:pt x="17" y="174"/>
                    <a:pt x="34" y="207"/>
                    <a:pt x="67" y="228"/>
                  </a:cubicBezTo>
                  <a:cubicBezTo>
                    <a:pt x="83" y="261"/>
                    <a:pt x="120" y="261"/>
                    <a:pt x="137" y="261"/>
                  </a:cubicBezTo>
                  <a:cubicBezTo>
                    <a:pt x="207" y="244"/>
                    <a:pt x="240" y="174"/>
                    <a:pt x="240" y="104"/>
                  </a:cubicBezTo>
                  <a:cubicBezTo>
                    <a:pt x="223" y="71"/>
                    <a:pt x="223" y="38"/>
                    <a:pt x="186" y="21"/>
                  </a:cubicBezTo>
                  <a:lnTo>
                    <a:pt x="1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27"/>
            <p:cNvSpPr/>
            <p:nvPr/>
          </p:nvSpPr>
          <p:spPr>
            <a:xfrm>
              <a:off x="4818475" y="3042150"/>
              <a:ext cx="5575" cy="3450"/>
            </a:xfrm>
            <a:custGeom>
              <a:avLst/>
              <a:gdLst/>
              <a:ahLst/>
              <a:cxnLst/>
              <a:rect l="l" t="t" r="r" b="b"/>
              <a:pathLst>
                <a:path w="223" h="138" extrusionOk="0">
                  <a:moveTo>
                    <a:pt x="110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00"/>
                    <a:pt x="0" y="117"/>
                    <a:pt x="0" y="117"/>
                  </a:cubicBezTo>
                  <a:lnTo>
                    <a:pt x="223" y="137"/>
                  </a:lnTo>
                  <a:cubicBezTo>
                    <a:pt x="223" y="84"/>
                    <a:pt x="206" y="34"/>
                    <a:pt x="153" y="14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27"/>
            <p:cNvSpPr/>
            <p:nvPr/>
          </p:nvSpPr>
          <p:spPr>
            <a:xfrm>
              <a:off x="4739000" y="30287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0"/>
                  </a:moveTo>
                  <a:cubicBezTo>
                    <a:pt x="34" y="17"/>
                    <a:pt x="1" y="87"/>
                    <a:pt x="17" y="157"/>
                  </a:cubicBezTo>
                  <a:cubicBezTo>
                    <a:pt x="17" y="215"/>
                    <a:pt x="58" y="263"/>
                    <a:pt x="113" y="263"/>
                  </a:cubicBezTo>
                  <a:cubicBezTo>
                    <a:pt x="120" y="263"/>
                    <a:pt x="128" y="262"/>
                    <a:pt x="137" y="260"/>
                  </a:cubicBezTo>
                  <a:cubicBezTo>
                    <a:pt x="174" y="260"/>
                    <a:pt x="190" y="240"/>
                    <a:pt x="207" y="207"/>
                  </a:cubicBezTo>
                  <a:cubicBezTo>
                    <a:pt x="223" y="174"/>
                    <a:pt x="240" y="137"/>
                    <a:pt x="223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27"/>
            <p:cNvSpPr/>
            <p:nvPr/>
          </p:nvSpPr>
          <p:spPr>
            <a:xfrm>
              <a:off x="4664275" y="30107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54" y="17"/>
                    <a:pt x="0" y="88"/>
                    <a:pt x="17" y="158"/>
                  </a:cubicBezTo>
                  <a:cubicBezTo>
                    <a:pt x="17" y="191"/>
                    <a:pt x="33" y="224"/>
                    <a:pt x="54" y="240"/>
                  </a:cubicBezTo>
                  <a:cubicBezTo>
                    <a:pt x="78" y="255"/>
                    <a:pt x="101" y="267"/>
                    <a:pt x="119" y="267"/>
                  </a:cubicBezTo>
                  <a:cubicBezTo>
                    <a:pt x="126" y="267"/>
                    <a:pt x="132" y="265"/>
                    <a:pt x="136" y="261"/>
                  </a:cubicBezTo>
                  <a:cubicBezTo>
                    <a:pt x="174" y="261"/>
                    <a:pt x="190" y="240"/>
                    <a:pt x="207" y="207"/>
                  </a:cubicBezTo>
                  <a:cubicBezTo>
                    <a:pt x="223" y="191"/>
                    <a:pt x="240" y="158"/>
                    <a:pt x="240" y="121"/>
                  </a:cubicBezTo>
                  <a:cubicBezTo>
                    <a:pt x="223" y="88"/>
                    <a:pt x="207" y="55"/>
                    <a:pt x="190" y="34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27"/>
            <p:cNvSpPr/>
            <p:nvPr/>
          </p:nvSpPr>
          <p:spPr>
            <a:xfrm>
              <a:off x="4752300" y="3039900"/>
              <a:ext cx="6100" cy="4775"/>
            </a:xfrm>
            <a:custGeom>
              <a:avLst/>
              <a:gdLst/>
              <a:ahLst/>
              <a:cxnLst/>
              <a:rect l="l" t="t" r="r" b="b"/>
              <a:pathLst>
                <a:path w="244" h="191" extrusionOk="0">
                  <a:moveTo>
                    <a:pt x="141" y="1"/>
                  </a:moveTo>
                  <a:cubicBezTo>
                    <a:pt x="103" y="1"/>
                    <a:pt x="87" y="1"/>
                    <a:pt x="54" y="21"/>
                  </a:cubicBezTo>
                  <a:cubicBezTo>
                    <a:pt x="17" y="71"/>
                    <a:pt x="0" y="141"/>
                    <a:pt x="38" y="190"/>
                  </a:cubicBezTo>
                  <a:lnTo>
                    <a:pt x="223" y="190"/>
                  </a:lnTo>
                  <a:cubicBezTo>
                    <a:pt x="244" y="157"/>
                    <a:pt x="244" y="87"/>
                    <a:pt x="207" y="54"/>
                  </a:cubicBezTo>
                  <a:cubicBezTo>
                    <a:pt x="207" y="38"/>
                    <a:pt x="190" y="2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27"/>
            <p:cNvSpPr/>
            <p:nvPr/>
          </p:nvSpPr>
          <p:spPr>
            <a:xfrm>
              <a:off x="4744975" y="3008650"/>
              <a:ext cx="6525" cy="6750"/>
            </a:xfrm>
            <a:custGeom>
              <a:avLst/>
              <a:gdLst/>
              <a:ahLst/>
              <a:cxnLst/>
              <a:rect l="l" t="t" r="r" b="b"/>
              <a:pathLst>
                <a:path w="261" h="270" extrusionOk="0">
                  <a:moveTo>
                    <a:pt x="131" y="1"/>
                  </a:moveTo>
                  <a:cubicBezTo>
                    <a:pt x="91" y="1"/>
                    <a:pt x="50" y="32"/>
                    <a:pt x="38" y="84"/>
                  </a:cubicBezTo>
                  <a:cubicBezTo>
                    <a:pt x="1" y="154"/>
                    <a:pt x="38" y="241"/>
                    <a:pt x="87" y="257"/>
                  </a:cubicBezTo>
                  <a:cubicBezTo>
                    <a:pt x="106" y="266"/>
                    <a:pt x="123" y="270"/>
                    <a:pt x="139" y="270"/>
                  </a:cubicBezTo>
                  <a:cubicBezTo>
                    <a:pt x="183" y="270"/>
                    <a:pt x="217" y="239"/>
                    <a:pt x="244" y="187"/>
                  </a:cubicBezTo>
                  <a:cubicBezTo>
                    <a:pt x="260" y="117"/>
                    <a:pt x="227" y="34"/>
                    <a:pt x="174" y="14"/>
                  </a:cubicBezTo>
                  <a:cubicBezTo>
                    <a:pt x="161" y="5"/>
                    <a:pt x="146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27"/>
            <p:cNvSpPr/>
            <p:nvPr/>
          </p:nvSpPr>
          <p:spPr>
            <a:xfrm>
              <a:off x="4698600" y="3035900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118" y="1"/>
                  </a:moveTo>
                  <a:cubicBezTo>
                    <a:pt x="109" y="1"/>
                    <a:pt x="99" y="3"/>
                    <a:pt x="87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81"/>
                    <a:pt x="21" y="214"/>
                    <a:pt x="54" y="231"/>
                  </a:cubicBezTo>
                  <a:cubicBezTo>
                    <a:pt x="70" y="247"/>
                    <a:pt x="103" y="264"/>
                    <a:pt x="124" y="264"/>
                  </a:cubicBezTo>
                  <a:cubicBezTo>
                    <a:pt x="157" y="247"/>
                    <a:pt x="190" y="231"/>
                    <a:pt x="207" y="214"/>
                  </a:cubicBezTo>
                  <a:cubicBezTo>
                    <a:pt x="227" y="181"/>
                    <a:pt x="227" y="144"/>
                    <a:pt x="227" y="111"/>
                  </a:cubicBezTo>
                  <a:cubicBezTo>
                    <a:pt x="227" y="78"/>
                    <a:pt x="207" y="41"/>
                    <a:pt x="174" y="25"/>
                  </a:cubicBezTo>
                  <a:lnTo>
                    <a:pt x="157" y="8"/>
                  </a:lnTo>
                  <a:cubicBezTo>
                    <a:pt x="146" y="8"/>
                    <a:pt x="135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27"/>
            <p:cNvSpPr/>
            <p:nvPr/>
          </p:nvSpPr>
          <p:spPr>
            <a:xfrm>
              <a:off x="4666025" y="299527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4" y="1"/>
                  </a:moveTo>
                  <a:cubicBezTo>
                    <a:pt x="34" y="17"/>
                    <a:pt x="1" y="87"/>
                    <a:pt x="1" y="157"/>
                  </a:cubicBezTo>
                  <a:cubicBezTo>
                    <a:pt x="15" y="215"/>
                    <a:pt x="55" y="263"/>
                    <a:pt x="111" y="263"/>
                  </a:cubicBezTo>
                  <a:cubicBezTo>
                    <a:pt x="120" y="263"/>
                    <a:pt x="128" y="262"/>
                    <a:pt x="137" y="260"/>
                  </a:cubicBezTo>
                  <a:cubicBezTo>
                    <a:pt x="170" y="260"/>
                    <a:pt x="190" y="240"/>
                    <a:pt x="207" y="207"/>
                  </a:cubicBezTo>
                  <a:cubicBezTo>
                    <a:pt x="223" y="190"/>
                    <a:pt x="223" y="157"/>
                    <a:pt x="223" y="120"/>
                  </a:cubicBezTo>
                  <a:cubicBezTo>
                    <a:pt x="223" y="87"/>
                    <a:pt x="207" y="54"/>
                    <a:pt x="190" y="33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27"/>
            <p:cNvSpPr/>
            <p:nvPr/>
          </p:nvSpPr>
          <p:spPr>
            <a:xfrm>
              <a:off x="4679325" y="3006925"/>
              <a:ext cx="5600" cy="6000"/>
            </a:xfrm>
            <a:custGeom>
              <a:avLst/>
              <a:gdLst/>
              <a:ahLst/>
              <a:cxnLst/>
              <a:rect l="l" t="t" r="r" b="b"/>
              <a:pathLst>
                <a:path w="224" h="240" extrusionOk="0">
                  <a:moveTo>
                    <a:pt x="70" y="0"/>
                  </a:moveTo>
                  <a:cubicBezTo>
                    <a:pt x="70" y="17"/>
                    <a:pt x="50" y="17"/>
                    <a:pt x="50" y="17"/>
                  </a:cubicBezTo>
                  <a:cubicBezTo>
                    <a:pt x="0" y="50"/>
                    <a:pt x="0" y="136"/>
                    <a:pt x="33" y="186"/>
                  </a:cubicBezTo>
                  <a:cubicBezTo>
                    <a:pt x="50" y="223"/>
                    <a:pt x="87" y="240"/>
                    <a:pt x="120" y="240"/>
                  </a:cubicBezTo>
                  <a:cubicBezTo>
                    <a:pt x="136" y="240"/>
                    <a:pt x="174" y="240"/>
                    <a:pt x="190" y="223"/>
                  </a:cubicBezTo>
                  <a:cubicBezTo>
                    <a:pt x="207" y="207"/>
                    <a:pt x="223" y="186"/>
                    <a:pt x="223" y="169"/>
                  </a:cubicBezTo>
                  <a:cubicBezTo>
                    <a:pt x="174" y="120"/>
                    <a:pt x="120" y="66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27"/>
            <p:cNvSpPr/>
            <p:nvPr/>
          </p:nvSpPr>
          <p:spPr>
            <a:xfrm>
              <a:off x="4755800" y="2998275"/>
              <a:ext cx="2100" cy="1350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83" y="0"/>
                  </a:moveTo>
                  <a:cubicBezTo>
                    <a:pt x="50" y="17"/>
                    <a:pt x="34" y="37"/>
                    <a:pt x="1" y="54"/>
                  </a:cubicBezTo>
                  <a:cubicBezTo>
                    <a:pt x="34" y="54"/>
                    <a:pt x="67" y="37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27"/>
            <p:cNvSpPr/>
            <p:nvPr/>
          </p:nvSpPr>
          <p:spPr>
            <a:xfrm>
              <a:off x="4911650" y="2981575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87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0" y="190"/>
                    <a:pt x="17" y="223"/>
                    <a:pt x="54" y="239"/>
                  </a:cubicBezTo>
                  <a:cubicBezTo>
                    <a:pt x="66" y="251"/>
                    <a:pt x="86" y="263"/>
                    <a:pt x="102" y="263"/>
                  </a:cubicBezTo>
                  <a:cubicBezTo>
                    <a:pt x="109" y="263"/>
                    <a:pt x="115" y="261"/>
                    <a:pt x="120" y="256"/>
                  </a:cubicBezTo>
                  <a:cubicBezTo>
                    <a:pt x="190" y="256"/>
                    <a:pt x="223" y="190"/>
                    <a:pt x="223" y="120"/>
                  </a:cubicBezTo>
                  <a:cubicBezTo>
                    <a:pt x="223" y="87"/>
                    <a:pt x="207" y="50"/>
                    <a:pt x="174" y="33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36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27"/>
            <p:cNvSpPr/>
            <p:nvPr/>
          </p:nvSpPr>
          <p:spPr>
            <a:xfrm>
              <a:off x="4903500" y="29986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7" y="1"/>
                  </a:moveTo>
                  <a:cubicBezTo>
                    <a:pt x="104" y="1"/>
                    <a:pt x="71" y="21"/>
                    <a:pt x="50" y="38"/>
                  </a:cubicBezTo>
                  <a:cubicBezTo>
                    <a:pt x="34" y="54"/>
                    <a:pt x="17" y="87"/>
                    <a:pt x="17" y="124"/>
                  </a:cubicBezTo>
                  <a:cubicBezTo>
                    <a:pt x="1" y="157"/>
                    <a:pt x="17" y="190"/>
                    <a:pt x="34" y="227"/>
                  </a:cubicBezTo>
                  <a:cubicBezTo>
                    <a:pt x="50" y="244"/>
                    <a:pt x="87" y="260"/>
                    <a:pt x="104" y="260"/>
                  </a:cubicBezTo>
                  <a:cubicBezTo>
                    <a:pt x="113" y="265"/>
                    <a:pt x="123" y="267"/>
                    <a:pt x="133" y="267"/>
                  </a:cubicBezTo>
                  <a:cubicBezTo>
                    <a:pt x="157" y="267"/>
                    <a:pt x="179" y="255"/>
                    <a:pt x="190" y="244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0" y="38"/>
                    <a:pt x="174" y="21"/>
                    <a:pt x="153" y="21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27"/>
            <p:cNvSpPr/>
            <p:nvPr/>
          </p:nvSpPr>
          <p:spPr>
            <a:xfrm>
              <a:off x="4903925" y="296652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57" y="0"/>
                  </a:moveTo>
                  <a:cubicBezTo>
                    <a:pt x="120" y="0"/>
                    <a:pt x="87" y="0"/>
                    <a:pt x="70" y="17"/>
                  </a:cubicBezTo>
                  <a:cubicBezTo>
                    <a:pt x="54" y="33"/>
                    <a:pt x="33" y="50"/>
                    <a:pt x="17" y="87"/>
                  </a:cubicBezTo>
                  <a:cubicBezTo>
                    <a:pt x="0" y="103"/>
                    <a:pt x="0" y="136"/>
                    <a:pt x="17" y="173"/>
                  </a:cubicBezTo>
                  <a:cubicBezTo>
                    <a:pt x="17" y="206"/>
                    <a:pt x="54" y="239"/>
                    <a:pt x="87" y="239"/>
                  </a:cubicBezTo>
                  <a:cubicBezTo>
                    <a:pt x="100" y="249"/>
                    <a:pt x="115" y="254"/>
                    <a:pt x="130" y="254"/>
                  </a:cubicBezTo>
                  <a:cubicBezTo>
                    <a:pt x="170" y="254"/>
                    <a:pt x="211" y="221"/>
                    <a:pt x="223" y="173"/>
                  </a:cubicBezTo>
                  <a:cubicBezTo>
                    <a:pt x="239" y="103"/>
                    <a:pt x="223" y="33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27"/>
            <p:cNvSpPr/>
            <p:nvPr/>
          </p:nvSpPr>
          <p:spPr>
            <a:xfrm>
              <a:off x="4909475" y="3026600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41" y="1"/>
                  </a:moveTo>
                  <a:cubicBezTo>
                    <a:pt x="120" y="1"/>
                    <a:pt x="87" y="17"/>
                    <a:pt x="71" y="38"/>
                  </a:cubicBezTo>
                  <a:cubicBezTo>
                    <a:pt x="17" y="87"/>
                    <a:pt x="1" y="158"/>
                    <a:pt x="54" y="224"/>
                  </a:cubicBezTo>
                  <a:cubicBezTo>
                    <a:pt x="71" y="244"/>
                    <a:pt x="87" y="261"/>
                    <a:pt x="120" y="261"/>
                  </a:cubicBezTo>
                  <a:cubicBezTo>
                    <a:pt x="131" y="265"/>
                    <a:pt x="140" y="267"/>
                    <a:pt x="149" y="267"/>
                  </a:cubicBezTo>
                  <a:cubicBezTo>
                    <a:pt x="169" y="267"/>
                    <a:pt x="184" y="256"/>
                    <a:pt x="207" y="244"/>
                  </a:cubicBezTo>
                  <a:cubicBezTo>
                    <a:pt x="223" y="207"/>
                    <a:pt x="244" y="191"/>
                    <a:pt x="244" y="158"/>
                  </a:cubicBezTo>
                  <a:cubicBezTo>
                    <a:pt x="244" y="120"/>
                    <a:pt x="244" y="87"/>
                    <a:pt x="223" y="54"/>
                  </a:cubicBezTo>
                  <a:cubicBezTo>
                    <a:pt x="207" y="38"/>
                    <a:pt x="190" y="17"/>
                    <a:pt x="174" y="17"/>
                  </a:cubicBezTo>
                  <a:cubicBezTo>
                    <a:pt x="157" y="17"/>
                    <a:pt x="157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27"/>
            <p:cNvSpPr/>
            <p:nvPr/>
          </p:nvSpPr>
          <p:spPr>
            <a:xfrm>
              <a:off x="4906075" y="29489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11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1" y="154"/>
                    <a:pt x="17" y="220"/>
                    <a:pt x="87" y="257"/>
                  </a:cubicBezTo>
                  <a:lnTo>
                    <a:pt x="137" y="257"/>
                  </a:lnTo>
                  <a:cubicBezTo>
                    <a:pt x="174" y="257"/>
                    <a:pt x="207" y="220"/>
                    <a:pt x="223" y="170"/>
                  </a:cubicBezTo>
                  <a:cubicBezTo>
                    <a:pt x="240" y="133"/>
                    <a:pt x="223" y="84"/>
                    <a:pt x="207" y="51"/>
                  </a:cubicBezTo>
                  <a:cubicBezTo>
                    <a:pt x="190" y="30"/>
                    <a:pt x="174" y="14"/>
                    <a:pt x="153" y="14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27"/>
            <p:cNvSpPr/>
            <p:nvPr/>
          </p:nvSpPr>
          <p:spPr>
            <a:xfrm>
              <a:off x="4848575" y="3041150"/>
              <a:ext cx="6000" cy="4450"/>
            </a:xfrm>
            <a:custGeom>
              <a:avLst/>
              <a:gdLst/>
              <a:ahLst/>
              <a:cxnLst/>
              <a:rect l="l" t="t" r="r" b="b"/>
              <a:pathLst>
                <a:path w="240" h="178" extrusionOk="0">
                  <a:moveTo>
                    <a:pt x="126" y="0"/>
                  </a:moveTo>
                  <a:cubicBezTo>
                    <a:pt x="81" y="0"/>
                    <a:pt x="30" y="33"/>
                    <a:pt x="17" y="91"/>
                  </a:cubicBezTo>
                  <a:cubicBezTo>
                    <a:pt x="0" y="107"/>
                    <a:pt x="0" y="140"/>
                    <a:pt x="17" y="177"/>
                  </a:cubicBezTo>
                  <a:lnTo>
                    <a:pt x="223" y="177"/>
                  </a:lnTo>
                  <a:cubicBezTo>
                    <a:pt x="239" y="107"/>
                    <a:pt x="223" y="37"/>
                    <a:pt x="153" y="4"/>
                  </a:cubicBezTo>
                  <a:cubicBezTo>
                    <a:pt x="144" y="2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27"/>
            <p:cNvSpPr/>
            <p:nvPr/>
          </p:nvSpPr>
          <p:spPr>
            <a:xfrm>
              <a:off x="4894950" y="30294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5" y="0"/>
                    <a:pt x="109" y="2"/>
                    <a:pt x="104" y="7"/>
                  </a:cubicBezTo>
                  <a:cubicBezTo>
                    <a:pt x="66" y="7"/>
                    <a:pt x="50" y="28"/>
                    <a:pt x="33" y="61"/>
                  </a:cubicBezTo>
                  <a:cubicBezTo>
                    <a:pt x="17" y="78"/>
                    <a:pt x="0" y="111"/>
                    <a:pt x="0" y="148"/>
                  </a:cubicBezTo>
                  <a:cubicBezTo>
                    <a:pt x="17" y="181"/>
                    <a:pt x="33" y="214"/>
                    <a:pt x="50" y="234"/>
                  </a:cubicBezTo>
                  <a:cubicBezTo>
                    <a:pt x="66" y="251"/>
                    <a:pt x="104" y="267"/>
                    <a:pt x="137" y="267"/>
                  </a:cubicBezTo>
                  <a:cubicBezTo>
                    <a:pt x="186" y="251"/>
                    <a:pt x="240" y="181"/>
                    <a:pt x="223" y="111"/>
                  </a:cubicBezTo>
                  <a:cubicBezTo>
                    <a:pt x="223" y="78"/>
                    <a:pt x="207" y="45"/>
                    <a:pt x="186" y="28"/>
                  </a:cubicBezTo>
                  <a:cubicBezTo>
                    <a:pt x="170" y="28"/>
                    <a:pt x="170" y="7"/>
                    <a:pt x="153" y="7"/>
                  </a:cubicBezTo>
                  <a:cubicBezTo>
                    <a:pt x="142" y="7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27"/>
            <p:cNvSpPr/>
            <p:nvPr/>
          </p:nvSpPr>
          <p:spPr>
            <a:xfrm>
              <a:off x="4900100" y="30138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43" y="1"/>
                  </a:moveTo>
                  <a:cubicBezTo>
                    <a:pt x="133" y="1"/>
                    <a:pt x="120" y="5"/>
                    <a:pt x="104" y="13"/>
                  </a:cubicBezTo>
                  <a:cubicBezTo>
                    <a:pt x="50" y="13"/>
                    <a:pt x="1" y="83"/>
                    <a:pt x="17" y="153"/>
                  </a:cubicBezTo>
                  <a:cubicBezTo>
                    <a:pt x="17" y="186"/>
                    <a:pt x="34" y="219"/>
                    <a:pt x="67" y="240"/>
                  </a:cubicBezTo>
                  <a:cubicBezTo>
                    <a:pt x="78" y="251"/>
                    <a:pt x="100" y="263"/>
                    <a:pt x="118" y="263"/>
                  </a:cubicBezTo>
                  <a:cubicBezTo>
                    <a:pt x="125" y="263"/>
                    <a:pt x="132" y="261"/>
                    <a:pt x="137" y="256"/>
                  </a:cubicBezTo>
                  <a:cubicBezTo>
                    <a:pt x="207" y="256"/>
                    <a:pt x="240" y="186"/>
                    <a:pt x="240" y="116"/>
                  </a:cubicBezTo>
                  <a:cubicBezTo>
                    <a:pt x="223" y="67"/>
                    <a:pt x="207" y="34"/>
                    <a:pt x="170" y="13"/>
                  </a:cubicBezTo>
                  <a:cubicBezTo>
                    <a:pt x="161" y="5"/>
                    <a:pt x="153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27"/>
            <p:cNvSpPr/>
            <p:nvPr/>
          </p:nvSpPr>
          <p:spPr>
            <a:xfrm>
              <a:off x="4833100" y="3040425"/>
              <a:ext cx="6000" cy="5175"/>
            </a:xfrm>
            <a:custGeom>
              <a:avLst/>
              <a:gdLst/>
              <a:ahLst/>
              <a:cxnLst/>
              <a:rect l="l" t="t" r="r" b="b"/>
              <a:pathLst>
                <a:path w="240" h="207" extrusionOk="0">
                  <a:moveTo>
                    <a:pt x="104" y="0"/>
                  </a:moveTo>
                  <a:cubicBezTo>
                    <a:pt x="50" y="17"/>
                    <a:pt x="1" y="66"/>
                    <a:pt x="17" y="153"/>
                  </a:cubicBezTo>
                  <a:cubicBezTo>
                    <a:pt x="17" y="169"/>
                    <a:pt x="17" y="186"/>
                    <a:pt x="34" y="206"/>
                  </a:cubicBezTo>
                  <a:lnTo>
                    <a:pt x="223" y="206"/>
                  </a:lnTo>
                  <a:cubicBezTo>
                    <a:pt x="223" y="169"/>
                    <a:pt x="240" y="136"/>
                    <a:pt x="240" y="103"/>
                  </a:cubicBezTo>
                  <a:cubicBezTo>
                    <a:pt x="223" y="66"/>
                    <a:pt x="207" y="33"/>
                    <a:pt x="186" y="17"/>
                  </a:cubicBezTo>
                  <a:cubicBezTo>
                    <a:pt x="186" y="17"/>
                    <a:pt x="170" y="17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27"/>
            <p:cNvSpPr/>
            <p:nvPr/>
          </p:nvSpPr>
          <p:spPr>
            <a:xfrm>
              <a:off x="4578825" y="29647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20" y="0"/>
                  </a:moveTo>
                  <a:cubicBezTo>
                    <a:pt x="87" y="0"/>
                    <a:pt x="50" y="0"/>
                    <a:pt x="34" y="37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" y="190"/>
                    <a:pt x="17" y="206"/>
                  </a:cubicBezTo>
                  <a:cubicBezTo>
                    <a:pt x="34" y="243"/>
                    <a:pt x="71" y="260"/>
                    <a:pt x="87" y="260"/>
                  </a:cubicBezTo>
                  <a:cubicBezTo>
                    <a:pt x="120" y="260"/>
                    <a:pt x="153" y="260"/>
                    <a:pt x="174" y="223"/>
                  </a:cubicBezTo>
                  <a:cubicBezTo>
                    <a:pt x="223" y="190"/>
                    <a:pt x="223" y="103"/>
                    <a:pt x="190" y="54"/>
                  </a:cubicBezTo>
                  <a:cubicBezTo>
                    <a:pt x="174" y="37"/>
                    <a:pt x="174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27"/>
            <p:cNvSpPr/>
            <p:nvPr/>
          </p:nvSpPr>
          <p:spPr>
            <a:xfrm>
              <a:off x="4575825" y="30089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8" y="1"/>
                  </a:moveTo>
                  <a:cubicBezTo>
                    <a:pt x="67" y="1"/>
                    <a:pt x="50" y="21"/>
                    <a:pt x="34" y="38"/>
                  </a:cubicBezTo>
                  <a:cubicBezTo>
                    <a:pt x="17" y="71"/>
                    <a:pt x="1" y="104"/>
                    <a:pt x="1" y="158"/>
                  </a:cubicBezTo>
                  <a:cubicBezTo>
                    <a:pt x="1" y="191"/>
                    <a:pt x="17" y="207"/>
                    <a:pt x="50" y="228"/>
                  </a:cubicBezTo>
                  <a:cubicBezTo>
                    <a:pt x="67" y="261"/>
                    <a:pt x="104" y="261"/>
                    <a:pt x="121" y="261"/>
                  </a:cubicBezTo>
                  <a:cubicBezTo>
                    <a:pt x="191" y="244"/>
                    <a:pt x="224" y="191"/>
                    <a:pt x="224" y="125"/>
                  </a:cubicBezTo>
                  <a:lnTo>
                    <a:pt x="224" y="104"/>
                  </a:lnTo>
                  <a:cubicBezTo>
                    <a:pt x="207" y="54"/>
                    <a:pt x="191" y="2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27"/>
            <p:cNvSpPr/>
            <p:nvPr/>
          </p:nvSpPr>
          <p:spPr>
            <a:xfrm>
              <a:off x="4579250" y="2932325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08" y="1"/>
                  </a:moveTo>
                  <a:cubicBezTo>
                    <a:pt x="92" y="1"/>
                    <a:pt x="73" y="9"/>
                    <a:pt x="54" y="28"/>
                  </a:cubicBezTo>
                  <a:cubicBezTo>
                    <a:pt x="33" y="28"/>
                    <a:pt x="17" y="61"/>
                    <a:pt x="0" y="78"/>
                  </a:cubicBezTo>
                  <a:lnTo>
                    <a:pt x="0" y="164"/>
                  </a:lnTo>
                  <a:cubicBezTo>
                    <a:pt x="17" y="201"/>
                    <a:pt x="33" y="234"/>
                    <a:pt x="70" y="251"/>
                  </a:cubicBezTo>
                  <a:cubicBezTo>
                    <a:pt x="83" y="260"/>
                    <a:pt x="98" y="264"/>
                    <a:pt x="112" y="264"/>
                  </a:cubicBezTo>
                  <a:cubicBezTo>
                    <a:pt x="153" y="264"/>
                    <a:pt x="194" y="232"/>
                    <a:pt x="206" y="181"/>
                  </a:cubicBezTo>
                  <a:cubicBezTo>
                    <a:pt x="223" y="115"/>
                    <a:pt x="206" y="28"/>
                    <a:pt x="136" y="12"/>
                  </a:cubicBezTo>
                  <a:cubicBezTo>
                    <a:pt x="129" y="5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27"/>
            <p:cNvSpPr/>
            <p:nvPr/>
          </p:nvSpPr>
          <p:spPr>
            <a:xfrm>
              <a:off x="4584400" y="29927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20" y="0"/>
                    <a:pt x="87" y="0"/>
                    <a:pt x="70" y="33"/>
                  </a:cubicBezTo>
                  <a:cubicBezTo>
                    <a:pt x="17" y="71"/>
                    <a:pt x="0" y="157"/>
                    <a:pt x="54" y="207"/>
                  </a:cubicBezTo>
                  <a:cubicBezTo>
                    <a:pt x="70" y="240"/>
                    <a:pt x="87" y="260"/>
                    <a:pt x="120" y="260"/>
                  </a:cubicBezTo>
                  <a:cubicBezTo>
                    <a:pt x="157" y="260"/>
                    <a:pt x="173" y="260"/>
                    <a:pt x="206" y="223"/>
                  </a:cubicBezTo>
                  <a:cubicBezTo>
                    <a:pt x="223" y="207"/>
                    <a:pt x="239" y="174"/>
                    <a:pt x="239" y="136"/>
                  </a:cubicBezTo>
                  <a:cubicBezTo>
                    <a:pt x="239" y="104"/>
                    <a:pt x="239" y="71"/>
                    <a:pt x="223" y="54"/>
                  </a:cubicBezTo>
                  <a:cubicBezTo>
                    <a:pt x="206" y="33"/>
                    <a:pt x="190" y="17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27"/>
            <p:cNvSpPr/>
            <p:nvPr/>
          </p:nvSpPr>
          <p:spPr>
            <a:xfrm>
              <a:off x="4581000" y="29148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5" y="1"/>
                  </a:moveTo>
                  <a:cubicBezTo>
                    <a:pt x="80" y="1"/>
                    <a:pt x="30" y="31"/>
                    <a:pt x="17" y="75"/>
                  </a:cubicBezTo>
                  <a:cubicBezTo>
                    <a:pt x="0" y="141"/>
                    <a:pt x="17" y="227"/>
                    <a:pt x="87" y="244"/>
                  </a:cubicBezTo>
                  <a:cubicBezTo>
                    <a:pt x="103" y="260"/>
                    <a:pt x="120" y="260"/>
                    <a:pt x="136" y="260"/>
                  </a:cubicBezTo>
                  <a:cubicBezTo>
                    <a:pt x="169" y="244"/>
                    <a:pt x="206" y="227"/>
                    <a:pt x="223" y="178"/>
                  </a:cubicBezTo>
                  <a:cubicBezTo>
                    <a:pt x="239" y="124"/>
                    <a:pt x="223" y="75"/>
                    <a:pt x="206" y="38"/>
                  </a:cubicBezTo>
                  <a:cubicBezTo>
                    <a:pt x="190" y="21"/>
                    <a:pt x="169" y="21"/>
                    <a:pt x="153" y="5"/>
                  </a:cubicBezTo>
                  <a:cubicBezTo>
                    <a:pt x="144" y="2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27"/>
            <p:cNvSpPr/>
            <p:nvPr/>
          </p:nvSpPr>
          <p:spPr>
            <a:xfrm>
              <a:off x="4564200" y="2965325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20" y="1"/>
                  </a:moveTo>
                  <a:cubicBezTo>
                    <a:pt x="77" y="1"/>
                    <a:pt x="44" y="33"/>
                    <a:pt x="17" y="81"/>
                  </a:cubicBezTo>
                  <a:cubicBezTo>
                    <a:pt x="0" y="151"/>
                    <a:pt x="37" y="221"/>
                    <a:pt x="87" y="254"/>
                  </a:cubicBezTo>
                  <a:cubicBezTo>
                    <a:pt x="98" y="254"/>
                    <a:pt x="109" y="262"/>
                    <a:pt x="121" y="262"/>
                  </a:cubicBezTo>
                  <a:cubicBezTo>
                    <a:pt x="127" y="262"/>
                    <a:pt x="133" y="260"/>
                    <a:pt x="140" y="254"/>
                  </a:cubicBezTo>
                  <a:cubicBezTo>
                    <a:pt x="173" y="254"/>
                    <a:pt x="206" y="221"/>
                    <a:pt x="223" y="184"/>
                  </a:cubicBezTo>
                  <a:cubicBezTo>
                    <a:pt x="243" y="135"/>
                    <a:pt x="243" y="81"/>
                    <a:pt x="206" y="48"/>
                  </a:cubicBezTo>
                  <a:cubicBezTo>
                    <a:pt x="190" y="32"/>
                    <a:pt x="190" y="15"/>
                    <a:pt x="173" y="15"/>
                  </a:cubicBezTo>
                  <a:cubicBezTo>
                    <a:pt x="154" y="5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10460;p27"/>
            <p:cNvSpPr/>
            <p:nvPr/>
          </p:nvSpPr>
          <p:spPr>
            <a:xfrm>
              <a:off x="4573675" y="3025675"/>
              <a:ext cx="6425" cy="6675"/>
            </a:xfrm>
            <a:custGeom>
              <a:avLst/>
              <a:gdLst/>
              <a:ahLst/>
              <a:cxnLst/>
              <a:rect l="l" t="t" r="r" b="b"/>
              <a:pathLst>
                <a:path w="257" h="267" extrusionOk="0">
                  <a:moveTo>
                    <a:pt x="139" y="1"/>
                  </a:moveTo>
                  <a:cubicBezTo>
                    <a:pt x="86" y="1"/>
                    <a:pt x="44" y="33"/>
                    <a:pt x="17" y="91"/>
                  </a:cubicBezTo>
                  <a:cubicBezTo>
                    <a:pt x="0" y="157"/>
                    <a:pt x="33" y="228"/>
                    <a:pt x="87" y="261"/>
                  </a:cubicBezTo>
                  <a:cubicBezTo>
                    <a:pt x="96" y="264"/>
                    <a:pt x="106" y="266"/>
                    <a:pt x="116" y="266"/>
                  </a:cubicBezTo>
                  <a:cubicBezTo>
                    <a:pt x="161" y="266"/>
                    <a:pt x="210" y="232"/>
                    <a:pt x="223" y="178"/>
                  </a:cubicBezTo>
                  <a:cubicBezTo>
                    <a:pt x="256" y="108"/>
                    <a:pt x="223" y="38"/>
                    <a:pt x="174" y="5"/>
                  </a:cubicBezTo>
                  <a:cubicBezTo>
                    <a:pt x="162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10461;p27"/>
            <p:cNvSpPr/>
            <p:nvPr/>
          </p:nvSpPr>
          <p:spPr>
            <a:xfrm>
              <a:off x="4562950" y="301185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11" y="1"/>
                  </a:moveTo>
                  <a:cubicBezTo>
                    <a:pt x="92" y="1"/>
                    <a:pt x="76" y="14"/>
                    <a:pt x="50" y="26"/>
                  </a:cubicBezTo>
                  <a:cubicBezTo>
                    <a:pt x="1" y="76"/>
                    <a:pt x="1" y="162"/>
                    <a:pt x="34" y="216"/>
                  </a:cubicBezTo>
                  <a:cubicBezTo>
                    <a:pt x="50" y="232"/>
                    <a:pt x="87" y="249"/>
                    <a:pt x="120" y="265"/>
                  </a:cubicBezTo>
                  <a:cubicBezTo>
                    <a:pt x="137" y="265"/>
                    <a:pt x="170" y="249"/>
                    <a:pt x="190" y="232"/>
                  </a:cubicBezTo>
                  <a:cubicBezTo>
                    <a:pt x="223" y="216"/>
                    <a:pt x="223" y="179"/>
                    <a:pt x="240" y="146"/>
                  </a:cubicBezTo>
                  <a:cubicBezTo>
                    <a:pt x="240" y="113"/>
                    <a:pt x="223" y="76"/>
                    <a:pt x="207" y="43"/>
                  </a:cubicBezTo>
                  <a:cubicBezTo>
                    <a:pt x="207" y="26"/>
                    <a:pt x="190" y="26"/>
                    <a:pt x="170" y="10"/>
                  </a:cubicBezTo>
                  <a:lnTo>
                    <a:pt x="137" y="10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27"/>
            <p:cNvSpPr/>
            <p:nvPr/>
          </p:nvSpPr>
          <p:spPr>
            <a:xfrm>
              <a:off x="4651800" y="299810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95" y="0"/>
                  </a:moveTo>
                  <a:cubicBezTo>
                    <a:pt x="76" y="0"/>
                    <a:pt x="61" y="12"/>
                    <a:pt x="38" y="24"/>
                  </a:cubicBezTo>
                  <a:cubicBezTo>
                    <a:pt x="17" y="61"/>
                    <a:pt x="1" y="77"/>
                    <a:pt x="1" y="110"/>
                  </a:cubicBezTo>
                  <a:cubicBezTo>
                    <a:pt x="1" y="147"/>
                    <a:pt x="1" y="180"/>
                    <a:pt x="17" y="213"/>
                  </a:cubicBezTo>
                  <a:cubicBezTo>
                    <a:pt x="38" y="230"/>
                    <a:pt x="71" y="250"/>
                    <a:pt x="104" y="267"/>
                  </a:cubicBezTo>
                  <a:cubicBezTo>
                    <a:pt x="120" y="267"/>
                    <a:pt x="157" y="250"/>
                    <a:pt x="174" y="230"/>
                  </a:cubicBezTo>
                  <a:cubicBezTo>
                    <a:pt x="223" y="180"/>
                    <a:pt x="244" y="110"/>
                    <a:pt x="190" y="44"/>
                  </a:cubicBezTo>
                  <a:cubicBezTo>
                    <a:pt x="190" y="24"/>
                    <a:pt x="174" y="24"/>
                    <a:pt x="157" y="7"/>
                  </a:cubicBezTo>
                  <a:lnTo>
                    <a:pt x="120" y="7"/>
                  </a:lnTo>
                  <a:cubicBezTo>
                    <a:pt x="110" y="2"/>
                    <a:pt x="102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27"/>
            <p:cNvSpPr/>
            <p:nvPr/>
          </p:nvSpPr>
          <p:spPr>
            <a:xfrm>
              <a:off x="4653975" y="29481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22" y="1"/>
                  </a:moveTo>
                  <a:cubicBezTo>
                    <a:pt x="78" y="1"/>
                    <a:pt x="44" y="32"/>
                    <a:pt x="17" y="84"/>
                  </a:cubicBezTo>
                  <a:cubicBezTo>
                    <a:pt x="0" y="150"/>
                    <a:pt x="33" y="220"/>
                    <a:pt x="87" y="253"/>
                  </a:cubicBezTo>
                  <a:lnTo>
                    <a:pt x="136" y="253"/>
                  </a:lnTo>
                  <a:cubicBezTo>
                    <a:pt x="173" y="253"/>
                    <a:pt x="206" y="220"/>
                    <a:pt x="223" y="187"/>
                  </a:cubicBezTo>
                  <a:cubicBezTo>
                    <a:pt x="239" y="133"/>
                    <a:pt x="239" y="84"/>
                    <a:pt x="206" y="47"/>
                  </a:cubicBezTo>
                  <a:cubicBezTo>
                    <a:pt x="190" y="30"/>
                    <a:pt x="190" y="14"/>
                    <a:pt x="173" y="14"/>
                  </a:cubicBezTo>
                  <a:cubicBezTo>
                    <a:pt x="155" y="5"/>
                    <a:pt x="138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27"/>
            <p:cNvSpPr/>
            <p:nvPr/>
          </p:nvSpPr>
          <p:spPr>
            <a:xfrm>
              <a:off x="4657875" y="3026025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07" y="1"/>
                  </a:moveTo>
                  <a:cubicBezTo>
                    <a:pt x="84" y="1"/>
                    <a:pt x="62" y="12"/>
                    <a:pt x="50" y="24"/>
                  </a:cubicBezTo>
                  <a:cubicBezTo>
                    <a:pt x="1" y="77"/>
                    <a:pt x="1" y="164"/>
                    <a:pt x="34" y="214"/>
                  </a:cubicBezTo>
                  <a:cubicBezTo>
                    <a:pt x="50" y="230"/>
                    <a:pt x="67" y="247"/>
                    <a:pt x="104" y="267"/>
                  </a:cubicBezTo>
                  <a:cubicBezTo>
                    <a:pt x="137" y="267"/>
                    <a:pt x="170" y="247"/>
                    <a:pt x="186" y="230"/>
                  </a:cubicBezTo>
                  <a:cubicBezTo>
                    <a:pt x="207" y="214"/>
                    <a:pt x="223" y="181"/>
                    <a:pt x="223" y="143"/>
                  </a:cubicBezTo>
                  <a:cubicBezTo>
                    <a:pt x="223" y="110"/>
                    <a:pt x="223" y="77"/>
                    <a:pt x="207" y="40"/>
                  </a:cubicBezTo>
                  <a:cubicBezTo>
                    <a:pt x="186" y="24"/>
                    <a:pt x="170" y="7"/>
                    <a:pt x="153" y="7"/>
                  </a:cubicBezTo>
                  <a:lnTo>
                    <a:pt x="137" y="7"/>
                  </a:lnTo>
                  <a:cubicBezTo>
                    <a:pt x="127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27"/>
            <p:cNvSpPr/>
            <p:nvPr/>
          </p:nvSpPr>
          <p:spPr>
            <a:xfrm>
              <a:off x="4596875" y="3040275"/>
              <a:ext cx="5575" cy="3575"/>
            </a:xfrm>
            <a:custGeom>
              <a:avLst/>
              <a:gdLst/>
              <a:ahLst/>
              <a:cxnLst/>
              <a:rect l="l" t="t" r="r" b="b"/>
              <a:pathLst>
                <a:path w="223" h="143" extrusionOk="0">
                  <a:moveTo>
                    <a:pt x="117" y="1"/>
                  </a:moveTo>
                  <a:cubicBezTo>
                    <a:pt x="67" y="1"/>
                    <a:pt x="27" y="35"/>
                    <a:pt x="0" y="89"/>
                  </a:cubicBezTo>
                  <a:lnTo>
                    <a:pt x="0" y="142"/>
                  </a:lnTo>
                  <a:lnTo>
                    <a:pt x="223" y="142"/>
                  </a:lnTo>
                  <a:cubicBezTo>
                    <a:pt x="223" y="89"/>
                    <a:pt x="190" y="39"/>
                    <a:pt x="153" y="6"/>
                  </a:cubicBezTo>
                  <a:cubicBezTo>
                    <a:pt x="140" y="2"/>
                    <a:pt x="128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27"/>
            <p:cNvSpPr/>
            <p:nvPr/>
          </p:nvSpPr>
          <p:spPr>
            <a:xfrm>
              <a:off x="4652225" y="29658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5" y="0"/>
                  </a:moveTo>
                  <a:cubicBezTo>
                    <a:pt x="88" y="0"/>
                    <a:pt x="70" y="4"/>
                    <a:pt x="54" y="13"/>
                  </a:cubicBezTo>
                  <a:cubicBezTo>
                    <a:pt x="37" y="29"/>
                    <a:pt x="21" y="46"/>
                    <a:pt x="0" y="79"/>
                  </a:cubicBezTo>
                  <a:lnTo>
                    <a:pt x="0" y="165"/>
                  </a:lnTo>
                  <a:cubicBezTo>
                    <a:pt x="21" y="202"/>
                    <a:pt x="37" y="235"/>
                    <a:pt x="70" y="252"/>
                  </a:cubicBezTo>
                  <a:cubicBezTo>
                    <a:pt x="79" y="255"/>
                    <a:pt x="89" y="256"/>
                    <a:pt x="98" y="256"/>
                  </a:cubicBezTo>
                  <a:cubicBezTo>
                    <a:pt x="145" y="256"/>
                    <a:pt x="193" y="223"/>
                    <a:pt x="206" y="165"/>
                  </a:cubicBezTo>
                  <a:cubicBezTo>
                    <a:pt x="243" y="116"/>
                    <a:pt x="206" y="29"/>
                    <a:pt x="157" y="13"/>
                  </a:cubicBezTo>
                  <a:cubicBezTo>
                    <a:pt x="140" y="4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27"/>
            <p:cNvSpPr/>
            <p:nvPr/>
          </p:nvSpPr>
          <p:spPr>
            <a:xfrm>
              <a:off x="4659525" y="2980925"/>
              <a:ext cx="6125" cy="6650"/>
            </a:xfrm>
            <a:custGeom>
              <a:avLst/>
              <a:gdLst/>
              <a:ahLst/>
              <a:cxnLst/>
              <a:rect l="l" t="t" r="r" b="b"/>
              <a:pathLst>
                <a:path w="245" h="266" extrusionOk="0">
                  <a:moveTo>
                    <a:pt x="121" y="1"/>
                  </a:moveTo>
                  <a:cubicBezTo>
                    <a:pt x="115" y="1"/>
                    <a:pt x="109" y="3"/>
                    <a:pt x="104" y="10"/>
                  </a:cubicBezTo>
                  <a:cubicBezTo>
                    <a:pt x="38" y="10"/>
                    <a:pt x="1" y="76"/>
                    <a:pt x="1" y="146"/>
                  </a:cubicBezTo>
                  <a:cubicBezTo>
                    <a:pt x="17" y="179"/>
                    <a:pt x="38" y="216"/>
                    <a:pt x="54" y="232"/>
                  </a:cubicBezTo>
                  <a:cubicBezTo>
                    <a:pt x="71" y="249"/>
                    <a:pt x="104" y="265"/>
                    <a:pt x="141" y="265"/>
                  </a:cubicBezTo>
                  <a:cubicBezTo>
                    <a:pt x="190" y="249"/>
                    <a:pt x="244" y="179"/>
                    <a:pt x="223" y="113"/>
                  </a:cubicBezTo>
                  <a:cubicBezTo>
                    <a:pt x="223" y="76"/>
                    <a:pt x="207" y="43"/>
                    <a:pt x="190" y="26"/>
                  </a:cubicBezTo>
                  <a:cubicBezTo>
                    <a:pt x="174" y="26"/>
                    <a:pt x="174" y="10"/>
                    <a:pt x="157" y="10"/>
                  </a:cubicBezTo>
                  <a:cubicBezTo>
                    <a:pt x="146" y="10"/>
                    <a:pt x="134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27"/>
            <p:cNvSpPr/>
            <p:nvPr/>
          </p:nvSpPr>
          <p:spPr>
            <a:xfrm>
              <a:off x="4643250" y="30287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7" y="0"/>
                  </a:moveTo>
                  <a:cubicBezTo>
                    <a:pt x="50" y="0"/>
                    <a:pt x="33" y="1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07"/>
                    <a:pt x="33" y="223"/>
                  </a:cubicBezTo>
                  <a:cubicBezTo>
                    <a:pt x="70" y="260"/>
                    <a:pt x="87" y="260"/>
                    <a:pt x="120" y="260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07" y="71"/>
                    <a:pt x="190" y="33"/>
                    <a:pt x="174" y="17"/>
                  </a:cubicBezTo>
                  <a:cubicBezTo>
                    <a:pt x="153" y="17"/>
                    <a:pt x="153" y="17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27"/>
            <p:cNvSpPr/>
            <p:nvPr/>
          </p:nvSpPr>
          <p:spPr>
            <a:xfrm>
              <a:off x="4648400" y="30133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33" y="0"/>
                    <a:pt x="1" y="70"/>
                    <a:pt x="1" y="136"/>
                  </a:cubicBezTo>
                  <a:cubicBezTo>
                    <a:pt x="17" y="173"/>
                    <a:pt x="17" y="206"/>
                    <a:pt x="50" y="223"/>
                  </a:cubicBezTo>
                  <a:cubicBezTo>
                    <a:pt x="71" y="260"/>
                    <a:pt x="104" y="260"/>
                    <a:pt x="137" y="260"/>
                  </a:cubicBezTo>
                  <a:cubicBezTo>
                    <a:pt x="190" y="239"/>
                    <a:pt x="240" y="173"/>
                    <a:pt x="223" y="103"/>
                  </a:cubicBezTo>
                  <a:cubicBezTo>
                    <a:pt x="223" y="54"/>
                    <a:pt x="19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27"/>
            <p:cNvSpPr/>
            <p:nvPr/>
          </p:nvSpPr>
          <p:spPr>
            <a:xfrm>
              <a:off x="4569750" y="299527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4" y="1"/>
                  </a:moveTo>
                  <a:cubicBezTo>
                    <a:pt x="71" y="17"/>
                    <a:pt x="54" y="33"/>
                    <a:pt x="38" y="54"/>
                  </a:cubicBezTo>
                  <a:cubicBezTo>
                    <a:pt x="21" y="87"/>
                    <a:pt x="1" y="120"/>
                    <a:pt x="21" y="157"/>
                  </a:cubicBezTo>
                  <a:cubicBezTo>
                    <a:pt x="21" y="190"/>
                    <a:pt x="38" y="223"/>
                    <a:pt x="54" y="240"/>
                  </a:cubicBezTo>
                  <a:cubicBezTo>
                    <a:pt x="78" y="254"/>
                    <a:pt x="93" y="267"/>
                    <a:pt x="113" y="267"/>
                  </a:cubicBezTo>
                  <a:cubicBezTo>
                    <a:pt x="121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0"/>
                  </a:cubicBezTo>
                  <a:cubicBezTo>
                    <a:pt x="227" y="87"/>
                    <a:pt x="207" y="54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27"/>
            <p:cNvSpPr/>
            <p:nvPr/>
          </p:nvSpPr>
          <p:spPr>
            <a:xfrm>
              <a:off x="4958850" y="3000675"/>
              <a:ext cx="6525" cy="6575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22" y="0"/>
                  </a:moveTo>
                  <a:cubicBezTo>
                    <a:pt x="104" y="0"/>
                    <a:pt x="82" y="12"/>
                    <a:pt x="71" y="24"/>
                  </a:cubicBezTo>
                  <a:cubicBezTo>
                    <a:pt x="21" y="77"/>
                    <a:pt x="1" y="164"/>
                    <a:pt x="54" y="213"/>
                  </a:cubicBezTo>
                  <a:cubicBezTo>
                    <a:pt x="73" y="244"/>
                    <a:pt x="105" y="263"/>
                    <a:pt x="137" y="263"/>
                  </a:cubicBezTo>
                  <a:cubicBezTo>
                    <a:pt x="161" y="263"/>
                    <a:pt x="186" y="253"/>
                    <a:pt x="207" y="230"/>
                  </a:cubicBezTo>
                  <a:cubicBezTo>
                    <a:pt x="260" y="180"/>
                    <a:pt x="260" y="110"/>
                    <a:pt x="227" y="44"/>
                  </a:cubicBezTo>
                  <a:cubicBezTo>
                    <a:pt x="207" y="24"/>
                    <a:pt x="190" y="24"/>
                    <a:pt x="174" y="7"/>
                  </a:cubicBezTo>
                  <a:lnTo>
                    <a:pt x="141" y="7"/>
                  </a:lnTo>
                  <a:cubicBezTo>
                    <a:pt x="136" y="2"/>
                    <a:pt x="129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27"/>
            <p:cNvSpPr/>
            <p:nvPr/>
          </p:nvSpPr>
          <p:spPr>
            <a:xfrm>
              <a:off x="4566350" y="2796025"/>
              <a:ext cx="5600" cy="4400"/>
            </a:xfrm>
            <a:custGeom>
              <a:avLst/>
              <a:gdLst/>
              <a:ahLst/>
              <a:cxnLst/>
              <a:rect l="l" t="t" r="r" b="b"/>
              <a:pathLst>
                <a:path w="224" h="176" extrusionOk="0">
                  <a:moveTo>
                    <a:pt x="223" y="1"/>
                  </a:moveTo>
                  <a:cubicBezTo>
                    <a:pt x="174" y="17"/>
                    <a:pt x="104" y="34"/>
                    <a:pt x="54" y="34"/>
                  </a:cubicBezTo>
                  <a:cubicBezTo>
                    <a:pt x="34" y="34"/>
                    <a:pt x="17" y="50"/>
                    <a:pt x="1" y="50"/>
                  </a:cubicBezTo>
                  <a:cubicBezTo>
                    <a:pt x="1" y="104"/>
                    <a:pt x="34" y="154"/>
                    <a:pt x="71" y="170"/>
                  </a:cubicBezTo>
                  <a:cubicBezTo>
                    <a:pt x="83" y="174"/>
                    <a:pt x="95" y="176"/>
                    <a:pt x="106" y="176"/>
                  </a:cubicBezTo>
                  <a:cubicBezTo>
                    <a:pt x="156" y="176"/>
                    <a:pt x="197" y="141"/>
                    <a:pt x="223" y="88"/>
                  </a:cubicBezTo>
                  <a:lnTo>
                    <a:pt x="2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27"/>
            <p:cNvSpPr/>
            <p:nvPr/>
          </p:nvSpPr>
          <p:spPr>
            <a:xfrm>
              <a:off x="4561200" y="3026600"/>
              <a:ext cx="3425" cy="6625"/>
            </a:xfrm>
            <a:custGeom>
              <a:avLst/>
              <a:gdLst/>
              <a:ahLst/>
              <a:cxnLst/>
              <a:rect l="l" t="t" r="r" b="b"/>
              <a:pathLst>
                <a:path w="137" h="265" extrusionOk="0">
                  <a:moveTo>
                    <a:pt x="1" y="1"/>
                  </a:moveTo>
                  <a:lnTo>
                    <a:pt x="1" y="261"/>
                  </a:lnTo>
                  <a:cubicBezTo>
                    <a:pt x="10" y="263"/>
                    <a:pt x="19" y="265"/>
                    <a:pt x="27" y="265"/>
                  </a:cubicBezTo>
                  <a:cubicBezTo>
                    <a:pt x="70" y="265"/>
                    <a:pt x="106" y="232"/>
                    <a:pt x="120" y="174"/>
                  </a:cubicBezTo>
                  <a:cubicBezTo>
                    <a:pt x="137" y="120"/>
                    <a:pt x="104" y="38"/>
                    <a:pt x="54" y="17"/>
                  </a:cubicBezTo>
                  <a:cubicBezTo>
                    <a:pt x="34" y="1"/>
                    <a:pt x="17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27"/>
            <p:cNvSpPr/>
            <p:nvPr/>
          </p:nvSpPr>
          <p:spPr>
            <a:xfrm>
              <a:off x="4977400" y="3003000"/>
              <a:ext cx="1675" cy="3025"/>
            </a:xfrm>
            <a:custGeom>
              <a:avLst/>
              <a:gdLst/>
              <a:ahLst/>
              <a:cxnLst/>
              <a:rect l="l" t="t" r="r" b="b"/>
              <a:pathLst>
                <a:path w="67" h="121" extrusionOk="0">
                  <a:moveTo>
                    <a:pt x="1" y="1"/>
                  </a:moveTo>
                  <a:lnTo>
                    <a:pt x="1" y="34"/>
                  </a:lnTo>
                  <a:cubicBezTo>
                    <a:pt x="17" y="71"/>
                    <a:pt x="34" y="104"/>
                    <a:pt x="67" y="120"/>
                  </a:cubicBezTo>
                  <a:cubicBezTo>
                    <a:pt x="34" y="71"/>
                    <a:pt x="17" y="3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27"/>
            <p:cNvSpPr/>
            <p:nvPr/>
          </p:nvSpPr>
          <p:spPr>
            <a:xfrm>
              <a:off x="4566775" y="3041325"/>
              <a:ext cx="5175" cy="2100"/>
            </a:xfrm>
            <a:custGeom>
              <a:avLst/>
              <a:gdLst/>
              <a:ahLst/>
              <a:cxnLst/>
              <a:rect l="l" t="t" r="r" b="b"/>
              <a:pathLst>
                <a:path w="207" h="84" extrusionOk="0">
                  <a:moveTo>
                    <a:pt x="96" y="1"/>
                  </a:moveTo>
                  <a:cubicBezTo>
                    <a:pt x="53" y="1"/>
                    <a:pt x="12" y="32"/>
                    <a:pt x="0" y="84"/>
                  </a:cubicBezTo>
                  <a:lnTo>
                    <a:pt x="206" y="84"/>
                  </a:lnTo>
                  <a:cubicBezTo>
                    <a:pt x="190" y="47"/>
                    <a:pt x="173" y="30"/>
                    <a:pt x="140" y="14"/>
                  </a:cubicBezTo>
                  <a:cubicBezTo>
                    <a:pt x="126" y="5"/>
                    <a:pt x="111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27"/>
            <p:cNvSpPr/>
            <p:nvPr/>
          </p:nvSpPr>
          <p:spPr>
            <a:xfrm>
              <a:off x="4962350" y="30327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19" y="1"/>
                  </a:moveTo>
                  <a:cubicBezTo>
                    <a:pt x="76" y="1"/>
                    <a:pt x="41" y="34"/>
                    <a:pt x="17" y="82"/>
                  </a:cubicBezTo>
                  <a:cubicBezTo>
                    <a:pt x="1" y="152"/>
                    <a:pt x="34" y="238"/>
                    <a:pt x="87" y="255"/>
                  </a:cubicBezTo>
                  <a:cubicBezTo>
                    <a:pt x="98" y="255"/>
                    <a:pt x="109" y="262"/>
                    <a:pt x="120" y="262"/>
                  </a:cubicBezTo>
                  <a:cubicBezTo>
                    <a:pt x="126" y="262"/>
                    <a:pt x="131" y="260"/>
                    <a:pt x="137" y="255"/>
                  </a:cubicBezTo>
                  <a:cubicBezTo>
                    <a:pt x="170" y="255"/>
                    <a:pt x="207" y="222"/>
                    <a:pt x="224" y="185"/>
                  </a:cubicBezTo>
                  <a:cubicBezTo>
                    <a:pt x="240" y="135"/>
                    <a:pt x="240" y="82"/>
                    <a:pt x="207" y="49"/>
                  </a:cubicBezTo>
                  <a:cubicBezTo>
                    <a:pt x="191" y="32"/>
                    <a:pt x="191" y="16"/>
                    <a:pt x="170" y="16"/>
                  </a:cubicBezTo>
                  <a:cubicBezTo>
                    <a:pt x="152" y="5"/>
                    <a:pt x="135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27"/>
            <p:cNvSpPr/>
            <p:nvPr/>
          </p:nvSpPr>
          <p:spPr>
            <a:xfrm>
              <a:off x="4966175" y="2987125"/>
              <a:ext cx="5175" cy="6175"/>
            </a:xfrm>
            <a:custGeom>
              <a:avLst/>
              <a:gdLst/>
              <a:ahLst/>
              <a:cxnLst/>
              <a:rect l="l" t="t" r="r" b="b"/>
              <a:pathLst>
                <a:path w="207" h="247" extrusionOk="0">
                  <a:moveTo>
                    <a:pt x="87" y="1"/>
                  </a:moveTo>
                  <a:cubicBezTo>
                    <a:pt x="38" y="17"/>
                    <a:pt x="0" y="71"/>
                    <a:pt x="17" y="137"/>
                  </a:cubicBezTo>
                  <a:cubicBezTo>
                    <a:pt x="17" y="174"/>
                    <a:pt x="38" y="207"/>
                    <a:pt x="71" y="223"/>
                  </a:cubicBezTo>
                  <a:cubicBezTo>
                    <a:pt x="82" y="235"/>
                    <a:pt x="102" y="247"/>
                    <a:pt x="120" y="247"/>
                  </a:cubicBezTo>
                  <a:cubicBezTo>
                    <a:pt x="127" y="247"/>
                    <a:pt x="135" y="245"/>
                    <a:pt x="141" y="240"/>
                  </a:cubicBezTo>
                  <a:cubicBezTo>
                    <a:pt x="174" y="240"/>
                    <a:pt x="190" y="223"/>
                    <a:pt x="207" y="207"/>
                  </a:cubicBezTo>
                  <a:cubicBezTo>
                    <a:pt x="174" y="137"/>
                    <a:pt x="141" y="7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27"/>
            <p:cNvSpPr/>
            <p:nvPr/>
          </p:nvSpPr>
          <p:spPr>
            <a:xfrm>
              <a:off x="4976900" y="3032175"/>
              <a:ext cx="5675" cy="6525"/>
            </a:xfrm>
            <a:custGeom>
              <a:avLst/>
              <a:gdLst/>
              <a:ahLst/>
              <a:cxnLst/>
              <a:rect l="l" t="t" r="r" b="b"/>
              <a:pathLst>
                <a:path w="227" h="261" extrusionOk="0">
                  <a:moveTo>
                    <a:pt x="124" y="1"/>
                  </a:moveTo>
                  <a:cubicBezTo>
                    <a:pt x="87" y="1"/>
                    <a:pt x="54" y="1"/>
                    <a:pt x="37" y="38"/>
                  </a:cubicBezTo>
                  <a:cubicBezTo>
                    <a:pt x="21" y="54"/>
                    <a:pt x="0" y="87"/>
                    <a:pt x="0" y="124"/>
                  </a:cubicBezTo>
                  <a:cubicBezTo>
                    <a:pt x="0" y="157"/>
                    <a:pt x="0" y="190"/>
                    <a:pt x="21" y="207"/>
                  </a:cubicBezTo>
                  <a:cubicBezTo>
                    <a:pt x="37" y="244"/>
                    <a:pt x="70" y="260"/>
                    <a:pt x="87" y="260"/>
                  </a:cubicBezTo>
                  <a:cubicBezTo>
                    <a:pt x="124" y="260"/>
                    <a:pt x="157" y="260"/>
                    <a:pt x="173" y="227"/>
                  </a:cubicBezTo>
                  <a:cubicBezTo>
                    <a:pt x="227" y="190"/>
                    <a:pt x="227" y="104"/>
                    <a:pt x="190" y="54"/>
                  </a:cubicBezTo>
                  <a:cubicBezTo>
                    <a:pt x="173" y="38"/>
                    <a:pt x="173" y="21"/>
                    <a:pt x="157" y="21"/>
                  </a:cubicBezTo>
                  <a:cubicBezTo>
                    <a:pt x="140" y="1"/>
                    <a:pt x="124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27"/>
            <p:cNvSpPr/>
            <p:nvPr/>
          </p:nvSpPr>
          <p:spPr>
            <a:xfrm>
              <a:off x="4610975" y="2786550"/>
              <a:ext cx="5700" cy="5600"/>
            </a:xfrm>
            <a:custGeom>
              <a:avLst/>
              <a:gdLst/>
              <a:ahLst/>
              <a:cxnLst/>
              <a:rect l="l" t="t" r="r" b="b"/>
              <a:pathLst>
                <a:path w="228" h="224" extrusionOk="0">
                  <a:moveTo>
                    <a:pt x="191" y="1"/>
                  </a:moveTo>
                  <a:cubicBezTo>
                    <a:pt x="125" y="1"/>
                    <a:pt x="71" y="17"/>
                    <a:pt x="22" y="17"/>
                  </a:cubicBezTo>
                  <a:cubicBezTo>
                    <a:pt x="1" y="71"/>
                    <a:pt x="1" y="137"/>
                    <a:pt x="38" y="174"/>
                  </a:cubicBezTo>
                  <a:cubicBezTo>
                    <a:pt x="54" y="207"/>
                    <a:pt x="71" y="223"/>
                    <a:pt x="104" y="223"/>
                  </a:cubicBezTo>
                  <a:cubicBezTo>
                    <a:pt x="141" y="223"/>
                    <a:pt x="158" y="223"/>
                    <a:pt x="191" y="190"/>
                  </a:cubicBezTo>
                  <a:cubicBezTo>
                    <a:pt x="207" y="174"/>
                    <a:pt x="228" y="137"/>
                    <a:pt x="228" y="104"/>
                  </a:cubicBezTo>
                  <a:cubicBezTo>
                    <a:pt x="228" y="71"/>
                    <a:pt x="228" y="34"/>
                    <a:pt x="207" y="17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27"/>
            <p:cNvSpPr/>
            <p:nvPr/>
          </p:nvSpPr>
          <p:spPr>
            <a:xfrm>
              <a:off x="4900925" y="3043000"/>
              <a:ext cx="5600" cy="3000"/>
            </a:xfrm>
            <a:custGeom>
              <a:avLst/>
              <a:gdLst/>
              <a:ahLst/>
              <a:cxnLst/>
              <a:rect l="l" t="t" r="r" b="b"/>
              <a:pathLst>
                <a:path w="224" h="120" extrusionOk="0">
                  <a:moveTo>
                    <a:pt x="87" y="0"/>
                  </a:moveTo>
                  <a:cubicBezTo>
                    <a:pt x="71" y="17"/>
                    <a:pt x="50" y="17"/>
                    <a:pt x="34" y="33"/>
                  </a:cubicBezTo>
                  <a:cubicBezTo>
                    <a:pt x="17" y="66"/>
                    <a:pt x="1" y="83"/>
                    <a:pt x="1" y="120"/>
                  </a:cubicBezTo>
                  <a:lnTo>
                    <a:pt x="223" y="120"/>
                  </a:lnTo>
                  <a:cubicBezTo>
                    <a:pt x="207" y="66"/>
                    <a:pt x="190" y="33"/>
                    <a:pt x="153" y="17"/>
                  </a:cubicBezTo>
                  <a:cubicBezTo>
                    <a:pt x="137" y="0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27"/>
            <p:cNvSpPr/>
            <p:nvPr/>
          </p:nvSpPr>
          <p:spPr>
            <a:xfrm>
              <a:off x="4739000" y="3044225"/>
              <a:ext cx="3025" cy="450"/>
            </a:xfrm>
            <a:custGeom>
              <a:avLst/>
              <a:gdLst/>
              <a:ahLst/>
              <a:cxnLst/>
              <a:rect l="l" t="t" r="r" b="b"/>
              <a:pathLst>
                <a:path w="121" h="18" extrusionOk="0">
                  <a:moveTo>
                    <a:pt x="34" y="1"/>
                  </a:moveTo>
                  <a:cubicBezTo>
                    <a:pt x="34" y="1"/>
                    <a:pt x="17" y="17"/>
                    <a:pt x="1" y="17"/>
                  </a:cubicBezTo>
                  <a:lnTo>
                    <a:pt x="120" y="17"/>
                  </a:lnTo>
                  <a:cubicBezTo>
                    <a:pt x="104" y="17"/>
                    <a:pt x="104" y="17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27"/>
            <p:cNvSpPr/>
            <p:nvPr/>
          </p:nvSpPr>
          <p:spPr>
            <a:xfrm>
              <a:off x="4581400" y="3039500"/>
              <a:ext cx="5600" cy="3925"/>
            </a:xfrm>
            <a:custGeom>
              <a:avLst/>
              <a:gdLst/>
              <a:ahLst/>
              <a:cxnLst/>
              <a:rect l="l" t="t" r="r" b="b"/>
              <a:pathLst>
                <a:path w="224" h="157" extrusionOk="0">
                  <a:moveTo>
                    <a:pt x="104" y="0"/>
                  </a:moveTo>
                  <a:cubicBezTo>
                    <a:pt x="34" y="17"/>
                    <a:pt x="1" y="87"/>
                    <a:pt x="1" y="157"/>
                  </a:cubicBezTo>
                  <a:lnTo>
                    <a:pt x="223" y="157"/>
                  </a:lnTo>
                  <a:lnTo>
                    <a:pt x="223" y="103"/>
                  </a:lnTo>
                  <a:cubicBezTo>
                    <a:pt x="223" y="70"/>
                    <a:pt x="207" y="54"/>
                    <a:pt x="174" y="17"/>
                  </a:cubicBezTo>
                  <a:lnTo>
                    <a:pt x="153" y="17"/>
                  </a:ln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27"/>
            <p:cNvSpPr/>
            <p:nvPr/>
          </p:nvSpPr>
          <p:spPr>
            <a:xfrm>
              <a:off x="4916400" y="29614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0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36"/>
                    <a:pt x="70" y="253"/>
                  </a:cubicBezTo>
                  <a:cubicBezTo>
                    <a:pt x="88" y="263"/>
                    <a:pt x="106" y="267"/>
                    <a:pt x="124" y="267"/>
                  </a:cubicBezTo>
                  <a:cubicBezTo>
                    <a:pt x="170" y="267"/>
                    <a:pt x="211" y="235"/>
                    <a:pt x="223" y="187"/>
                  </a:cubicBezTo>
                  <a:cubicBezTo>
                    <a:pt x="239" y="117"/>
                    <a:pt x="206" y="30"/>
                    <a:pt x="153" y="14"/>
                  </a:cubicBezTo>
                  <a:cubicBezTo>
                    <a:pt x="139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27"/>
            <p:cNvSpPr/>
            <p:nvPr/>
          </p:nvSpPr>
          <p:spPr>
            <a:xfrm>
              <a:off x="4649225" y="3042175"/>
              <a:ext cx="4775" cy="2075"/>
            </a:xfrm>
            <a:custGeom>
              <a:avLst/>
              <a:gdLst/>
              <a:ahLst/>
              <a:cxnLst/>
              <a:rect l="l" t="t" r="r" b="b"/>
              <a:pathLst>
                <a:path w="191" h="83" extrusionOk="0">
                  <a:moveTo>
                    <a:pt x="112" y="0"/>
                  </a:moveTo>
                  <a:cubicBezTo>
                    <a:pt x="104" y="0"/>
                    <a:pt x="95" y="5"/>
                    <a:pt x="87" y="13"/>
                  </a:cubicBezTo>
                  <a:cubicBezTo>
                    <a:pt x="54" y="13"/>
                    <a:pt x="38" y="33"/>
                    <a:pt x="17" y="50"/>
                  </a:cubicBezTo>
                  <a:lnTo>
                    <a:pt x="0" y="66"/>
                  </a:lnTo>
                  <a:lnTo>
                    <a:pt x="190" y="83"/>
                  </a:lnTo>
                  <a:cubicBezTo>
                    <a:pt x="190" y="50"/>
                    <a:pt x="157" y="33"/>
                    <a:pt x="141" y="13"/>
                  </a:cubicBezTo>
                  <a:cubicBezTo>
                    <a:pt x="130" y="5"/>
                    <a:pt x="121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27"/>
            <p:cNvSpPr/>
            <p:nvPr/>
          </p:nvSpPr>
          <p:spPr>
            <a:xfrm>
              <a:off x="4681075" y="3038675"/>
              <a:ext cx="5600" cy="5575"/>
            </a:xfrm>
            <a:custGeom>
              <a:avLst/>
              <a:gdLst/>
              <a:ahLst/>
              <a:cxnLst/>
              <a:rect l="l" t="t" r="r" b="b"/>
              <a:pathLst>
                <a:path w="224" h="223" extrusionOk="0">
                  <a:moveTo>
                    <a:pt x="83" y="0"/>
                  </a:moveTo>
                  <a:cubicBezTo>
                    <a:pt x="66" y="0"/>
                    <a:pt x="33" y="17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0" y="173"/>
                    <a:pt x="17" y="206"/>
                    <a:pt x="33" y="223"/>
                  </a:cubicBezTo>
                  <a:lnTo>
                    <a:pt x="186" y="223"/>
                  </a:lnTo>
                  <a:cubicBezTo>
                    <a:pt x="207" y="190"/>
                    <a:pt x="223" y="153"/>
                    <a:pt x="223" y="103"/>
                  </a:cubicBezTo>
                  <a:cubicBezTo>
                    <a:pt x="207" y="70"/>
                    <a:pt x="207" y="33"/>
                    <a:pt x="170" y="17"/>
                  </a:cubicBezTo>
                  <a:cubicBezTo>
                    <a:pt x="170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27"/>
            <p:cNvSpPr/>
            <p:nvPr/>
          </p:nvSpPr>
          <p:spPr>
            <a:xfrm>
              <a:off x="4666025" y="3040425"/>
              <a:ext cx="5600" cy="3825"/>
            </a:xfrm>
            <a:custGeom>
              <a:avLst/>
              <a:gdLst/>
              <a:ahLst/>
              <a:cxnLst/>
              <a:rect l="l" t="t" r="r" b="b"/>
              <a:pathLst>
                <a:path w="224" h="153" extrusionOk="0">
                  <a:moveTo>
                    <a:pt x="104" y="0"/>
                  </a:moveTo>
                  <a:cubicBezTo>
                    <a:pt x="34" y="17"/>
                    <a:pt x="1" y="83"/>
                    <a:pt x="1" y="153"/>
                  </a:cubicBezTo>
                  <a:lnTo>
                    <a:pt x="223" y="153"/>
                  </a:lnTo>
                  <a:lnTo>
                    <a:pt x="223" y="120"/>
                  </a:lnTo>
                  <a:cubicBezTo>
                    <a:pt x="223" y="83"/>
                    <a:pt x="207" y="50"/>
                    <a:pt x="170" y="33"/>
                  </a:cubicBezTo>
                  <a:cubicBezTo>
                    <a:pt x="170" y="17"/>
                    <a:pt x="153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27"/>
            <p:cNvSpPr/>
            <p:nvPr/>
          </p:nvSpPr>
          <p:spPr>
            <a:xfrm>
              <a:off x="4917625" y="3041250"/>
              <a:ext cx="6100" cy="4750"/>
            </a:xfrm>
            <a:custGeom>
              <a:avLst/>
              <a:gdLst/>
              <a:ahLst/>
              <a:cxnLst/>
              <a:rect l="l" t="t" r="r" b="b"/>
              <a:pathLst>
                <a:path w="244" h="190" extrusionOk="0">
                  <a:moveTo>
                    <a:pt x="104" y="0"/>
                  </a:moveTo>
                  <a:cubicBezTo>
                    <a:pt x="54" y="17"/>
                    <a:pt x="1" y="87"/>
                    <a:pt x="21" y="153"/>
                  </a:cubicBezTo>
                  <a:cubicBezTo>
                    <a:pt x="21" y="173"/>
                    <a:pt x="21" y="173"/>
                    <a:pt x="38" y="190"/>
                  </a:cubicBezTo>
                  <a:lnTo>
                    <a:pt x="227" y="190"/>
                  </a:lnTo>
                  <a:cubicBezTo>
                    <a:pt x="227" y="173"/>
                    <a:pt x="244" y="136"/>
                    <a:pt x="244" y="103"/>
                  </a:cubicBezTo>
                  <a:cubicBezTo>
                    <a:pt x="227" y="70"/>
                    <a:pt x="207" y="50"/>
                    <a:pt x="190" y="17"/>
                  </a:cubicBezTo>
                  <a:cubicBezTo>
                    <a:pt x="190" y="17"/>
                    <a:pt x="174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27"/>
            <p:cNvSpPr/>
            <p:nvPr/>
          </p:nvSpPr>
          <p:spPr>
            <a:xfrm>
              <a:off x="4924950" y="30240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1"/>
                  </a:moveTo>
                  <a:cubicBezTo>
                    <a:pt x="37" y="17"/>
                    <a:pt x="0" y="71"/>
                    <a:pt x="0" y="157"/>
                  </a:cubicBezTo>
                  <a:cubicBezTo>
                    <a:pt x="17" y="190"/>
                    <a:pt x="37" y="207"/>
                    <a:pt x="54" y="223"/>
                  </a:cubicBezTo>
                  <a:cubicBezTo>
                    <a:pt x="70" y="261"/>
                    <a:pt x="103" y="261"/>
                    <a:pt x="140" y="261"/>
                  </a:cubicBezTo>
                  <a:cubicBezTo>
                    <a:pt x="157" y="261"/>
                    <a:pt x="190" y="223"/>
                    <a:pt x="206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73" y="17"/>
                    <a:pt x="173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27"/>
            <p:cNvSpPr/>
            <p:nvPr/>
          </p:nvSpPr>
          <p:spPr>
            <a:xfrm>
              <a:off x="4924125" y="29763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5" y="1"/>
                  </a:moveTo>
                  <a:cubicBezTo>
                    <a:pt x="80" y="1"/>
                    <a:pt x="30" y="30"/>
                    <a:pt x="17" y="71"/>
                  </a:cubicBezTo>
                  <a:cubicBezTo>
                    <a:pt x="0" y="141"/>
                    <a:pt x="17" y="228"/>
                    <a:pt x="87" y="244"/>
                  </a:cubicBezTo>
                  <a:cubicBezTo>
                    <a:pt x="100" y="253"/>
                    <a:pt x="115" y="257"/>
                    <a:pt x="129" y="257"/>
                  </a:cubicBezTo>
                  <a:cubicBezTo>
                    <a:pt x="170" y="257"/>
                    <a:pt x="211" y="226"/>
                    <a:pt x="223" y="174"/>
                  </a:cubicBezTo>
                  <a:cubicBezTo>
                    <a:pt x="239" y="108"/>
                    <a:pt x="223" y="38"/>
                    <a:pt x="153" y="5"/>
                  </a:cubicBezTo>
                  <a:cubicBezTo>
                    <a:pt x="144" y="2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27"/>
            <p:cNvSpPr/>
            <p:nvPr/>
          </p:nvSpPr>
          <p:spPr>
            <a:xfrm>
              <a:off x="4931425" y="29605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19" y="1"/>
                  </a:moveTo>
                  <a:cubicBezTo>
                    <a:pt x="76" y="1"/>
                    <a:pt x="41" y="34"/>
                    <a:pt x="17" y="82"/>
                  </a:cubicBezTo>
                  <a:cubicBezTo>
                    <a:pt x="1" y="152"/>
                    <a:pt x="34" y="222"/>
                    <a:pt x="88" y="255"/>
                  </a:cubicBezTo>
                  <a:cubicBezTo>
                    <a:pt x="96" y="258"/>
                    <a:pt x="105" y="259"/>
                    <a:pt x="114" y="259"/>
                  </a:cubicBezTo>
                  <a:cubicBezTo>
                    <a:pt x="159" y="259"/>
                    <a:pt x="210" y="226"/>
                    <a:pt x="224" y="168"/>
                  </a:cubicBezTo>
                  <a:cubicBezTo>
                    <a:pt x="257" y="119"/>
                    <a:pt x="224" y="32"/>
                    <a:pt x="170" y="16"/>
                  </a:cubicBezTo>
                  <a:cubicBezTo>
                    <a:pt x="152" y="5"/>
                    <a:pt x="135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27"/>
            <p:cNvSpPr/>
            <p:nvPr/>
          </p:nvSpPr>
          <p:spPr>
            <a:xfrm>
              <a:off x="4931850" y="29909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4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17" y="227"/>
                    <a:pt x="50" y="244"/>
                  </a:cubicBezTo>
                  <a:cubicBezTo>
                    <a:pt x="65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7" y="260"/>
                  </a:cubicBezTo>
                  <a:cubicBezTo>
                    <a:pt x="190" y="260"/>
                    <a:pt x="240" y="190"/>
                    <a:pt x="223" y="124"/>
                  </a:cubicBezTo>
                  <a:cubicBezTo>
                    <a:pt x="223" y="87"/>
                    <a:pt x="207" y="54"/>
                    <a:pt x="174" y="37"/>
                  </a:cubicBezTo>
                  <a:cubicBezTo>
                    <a:pt x="174" y="21"/>
                    <a:pt x="153" y="21"/>
                    <a:pt x="153" y="21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27"/>
            <p:cNvSpPr/>
            <p:nvPr/>
          </p:nvSpPr>
          <p:spPr>
            <a:xfrm>
              <a:off x="4913400" y="2933850"/>
              <a:ext cx="5175" cy="4200"/>
            </a:xfrm>
            <a:custGeom>
              <a:avLst/>
              <a:gdLst/>
              <a:ahLst/>
              <a:cxnLst/>
              <a:rect l="l" t="t" r="r" b="b"/>
              <a:pathLst>
                <a:path w="207" h="168" extrusionOk="0">
                  <a:moveTo>
                    <a:pt x="0" y="0"/>
                  </a:moveTo>
                  <a:lnTo>
                    <a:pt x="0" y="54"/>
                  </a:lnTo>
                  <a:cubicBezTo>
                    <a:pt x="0" y="103"/>
                    <a:pt x="33" y="140"/>
                    <a:pt x="66" y="157"/>
                  </a:cubicBezTo>
                  <a:cubicBezTo>
                    <a:pt x="82" y="164"/>
                    <a:pt x="99" y="168"/>
                    <a:pt x="117" y="168"/>
                  </a:cubicBezTo>
                  <a:cubicBezTo>
                    <a:pt x="142" y="168"/>
                    <a:pt x="168" y="160"/>
                    <a:pt x="190" y="140"/>
                  </a:cubicBezTo>
                  <a:cubicBezTo>
                    <a:pt x="190" y="120"/>
                    <a:pt x="207" y="120"/>
                    <a:pt x="207" y="103"/>
                  </a:cubicBezTo>
                  <a:cubicBezTo>
                    <a:pt x="137" y="70"/>
                    <a:pt x="66" y="3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27"/>
            <p:cNvSpPr/>
            <p:nvPr/>
          </p:nvSpPr>
          <p:spPr>
            <a:xfrm>
              <a:off x="4955050" y="3017750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14" y="0"/>
                  </a:moveTo>
                  <a:cubicBezTo>
                    <a:pt x="103" y="0"/>
                    <a:pt x="95" y="4"/>
                    <a:pt x="87" y="13"/>
                  </a:cubicBezTo>
                  <a:cubicBezTo>
                    <a:pt x="70" y="13"/>
                    <a:pt x="33" y="29"/>
                    <a:pt x="17" y="62"/>
                  </a:cubicBezTo>
                  <a:cubicBezTo>
                    <a:pt x="0" y="83"/>
                    <a:pt x="0" y="116"/>
                    <a:pt x="0" y="149"/>
                  </a:cubicBezTo>
                  <a:cubicBezTo>
                    <a:pt x="0" y="186"/>
                    <a:pt x="17" y="219"/>
                    <a:pt x="33" y="235"/>
                  </a:cubicBezTo>
                  <a:cubicBezTo>
                    <a:pt x="59" y="247"/>
                    <a:pt x="75" y="259"/>
                    <a:pt x="94" y="259"/>
                  </a:cubicBezTo>
                  <a:cubicBezTo>
                    <a:pt x="102" y="259"/>
                    <a:pt x="110" y="257"/>
                    <a:pt x="120" y="252"/>
                  </a:cubicBezTo>
                  <a:cubicBezTo>
                    <a:pt x="190" y="252"/>
                    <a:pt x="223" y="186"/>
                    <a:pt x="223" y="116"/>
                  </a:cubicBezTo>
                  <a:cubicBezTo>
                    <a:pt x="206" y="83"/>
                    <a:pt x="190" y="46"/>
                    <a:pt x="173" y="29"/>
                  </a:cubicBezTo>
                  <a:cubicBezTo>
                    <a:pt x="173" y="13"/>
                    <a:pt x="153" y="13"/>
                    <a:pt x="153" y="13"/>
                  </a:cubicBezTo>
                  <a:cubicBezTo>
                    <a:pt x="136" y="4"/>
                    <a:pt x="124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27"/>
            <p:cNvSpPr/>
            <p:nvPr/>
          </p:nvSpPr>
          <p:spPr>
            <a:xfrm>
              <a:off x="4920725" y="29467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83" y="1"/>
                    <a:pt x="50" y="17"/>
                  </a:cubicBezTo>
                  <a:cubicBezTo>
                    <a:pt x="0" y="71"/>
                    <a:pt x="0" y="157"/>
                    <a:pt x="33" y="207"/>
                  </a:cubicBezTo>
                  <a:cubicBezTo>
                    <a:pt x="50" y="244"/>
                    <a:pt x="83" y="260"/>
                    <a:pt x="120" y="260"/>
                  </a:cubicBezTo>
                  <a:cubicBezTo>
                    <a:pt x="136" y="260"/>
                    <a:pt x="169" y="260"/>
                    <a:pt x="186" y="223"/>
                  </a:cubicBezTo>
                  <a:cubicBezTo>
                    <a:pt x="223" y="207"/>
                    <a:pt x="223" y="174"/>
                    <a:pt x="239" y="141"/>
                  </a:cubicBezTo>
                  <a:cubicBezTo>
                    <a:pt x="239" y="104"/>
                    <a:pt x="223" y="71"/>
                    <a:pt x="206" y="54"/>
                  </a:cubicBezTo>
                  <a:cubicBezTo>
                    <a:pt x="206" y="38"/>
                    <a:pt x="186" y="1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27"/>
            <p:cNvSpPr/>
            <p:nvPr/>
          </p:nvSpPr>
          <p:spPr>
            <a:xfrm>
              <a:off x="4918150" y="299610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4" y="218"/>
                    <a:pt x="54" y="263"/>
                    <a:pt x="110" y="263"/>
                  </a:cubicBezTo>
                  <a:cubicBezTo>
                    <a:pt x="118" y="263"/>
                    <a:pt x="127" y="262"/>
                    <a:pt x="136" y="260"/>
                  </a:cubicBezTo>
                  <a:cubicBezTo>
                    <a:pt x="153" y="260"/>
                    <a:pt x="186" y="244"/>
                    <a:pt x="206" y="207"/>
                  </a:cubicBezTo>
                  <a:cubicBezTo>
                    <a:pt x="223" y="190"/>
                    <a:pt x="223" y="157"/>
                    <a:pt x="223" y="124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21"/>
                    <a:pt x="153" y="21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27"/>
            <p:cNvSpPr/>
            <p:nvPr/>
          </p:nvSpPr>
          <p:spPr>
            <a:xfrm>
              <a:off x="4916400" y="30115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22"/>
                    <a:pt x="0" y="88"/>
                    <a:pt x="17" y="158"/>
                  </a:cubicBezTo>
                  <a:cubicBezTo>
                    <a:pt x="17" y="191"/>
                    <a:pt x="33" y="228"/>
                    <a:pt x="50" y="244"/>
                  </a:cubicBezTo>
                  <a:cubicBezTo>
                    <a:pt x="87" y="261"/>
                    <a:pt x="103" y="261"/>
                    <a:pt x="136" y="261"/>
                  </a:cubicBezTo>
                  <a:cubicBezTo>
                    <a:pt x="173" y="261"/>
                    <a:pt x="190" y="244"/>
                    <a:pt x="206" y="207"/>
                  </a:cubicBezTo>
                  <a:cubicBezTo>
                    <a:pt x="223" y="174"/>
                    <a:pt x="239" y="141"/>
                    <a:pt x="223" y="104"/>
                  </a:cubicBezTo>
                  <a:cubicBezTo>
                    <a:pt x="223" y="71"/>
                    <a:pt x="206" y="55"/>
                    <a:pt x="190" y="38"/>
                  </a:cubicBezTo>
                  <a:cubicBezTo>
                    <a:pt x="173" y="22"/>
                    <a:pt x="173" y="22"/>
                    <a:pt x="153" y="22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27"/>
            <p:cNvSpPr/>
            <p:nvPr/>
          </p:nvSpPr>
          <p:spPr>
            <a:xfrm>
              <a:off x="4931425" y="3007325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37" y="1"/>
                  </a:moveTo>
                  <a:cubicBezTo>
                    <a:pt x="104" y="1"/>
                    <a:pt x="67" y="1"/>
                    <a:pt x="50" y="34"/>
                  </a:cubicBezTo>
                  <a:cubicBezTo>
                    <a:pt x="1" y="67"/>
                    <a:pt x="1" y="153"/>
                    <a:pt x="34" y="207"/>
                  </a:cubicBezTo>
                  <a:cubicBezTo>
                    <a:pt x="50" y="240"/>
                    <a:pt x="88" y="257"/>
                    <a:pt x="104" y="257"/>
                  </a:cubicBezTo>
                  <a:cubicBezTo>
                    <a:pt x="137" y="257"/>
                    <a:pt x="170" y="257"/>
                    <a:pt x="191" y="224"/>
                  </a:cubicBezTo>
                  <a:cubicBezTo>
                    <a:pt x="240" y="191"/>
                    <a:pt x="240" y="104"/>
                    <a:pt x="207" y="50"/>
                  </a:cubicBezTo>
                  <a:cubicBezTo>
                    <a:pt x="191" y="34"/>
                    <a:pt x="170" y="17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27"/>
            <p:cNvSpPr/>
            <p:nvPr/>
          </p:nvSpPr>
          <p:spPr>
            <a:xfrm>
              <a:off x="4950300" y="30365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3" y="223"/>
                    <a:pt x="54" y="240"/>
                  </a:cubicBezTo>
                  <a:cubicBezTo>
                    <a:pt x="78" y="255"/>
                    <a:pt x="93" y="267"/>
                    <a:pt x="112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74" y="260"/>
                    <a:pt x="190" y="240"/>
                    <a:pt x="207" y="207"/>
                  </a:cubicBezTo>
                  <a:cubicBezTo>
                    <a:pt x="223" y="190"/>
                    <a:pt x="240" y="157"/>
                    <a:pt x="223" y="120"/>
                  </a:cubicBezTo>
                  <a:cubicBezTo>
                    <a:pt x="223" y="87"/>
                    <a:pt x="207" y="54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27"/>
            <p:cNvSpPr/>
            <p:nvPr/>
          </p:nvSpPr>
          <p:spPr>
            <a:xfrm>
              <a:off x="4944325" y="3004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50" y="17"/>
                    <a:pt x="0" y="83"/>
                    <a:pt x="17" y="153"/>
                  </a:cubicBezTo>
                  <a:cubicBezTo>
                    <a:pt x="17" y="186"/>
                    <a:pt x="33" y="223"/>
                    <a:pt x="50" y="239"/>
                  </a:cubicBezTo>
                  <a:cubicBezTo>
                    <a:pt x="87" y="256"/>
                    <a:pt x="120" y="256"/>
                    <a:pt x="136" y="256"/>
                  </a:cubicBezTo>
                  <a:cubicBezTo>
                    <a:pt x="207" y="239"/>
                    <a:pt x="239" y="186"/>
                    <a:pt x="239" y="103"/>
                  </a:cubicBezTo>
                  <a:cubicBezTo>
                    <a:pt x="223" y="66"/>
                    <a:pt x="207" y="50"/>
                    <a:pt x="190" y="33"/>
                  </a:cubicBezTo>
                  <a:cubicBezTo>
                    <a:pt x="190" y="17"/>
                    <a:pt x="169" y="1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27"/>
            <p:cNvSpPr/>
            <p:nvPr/>
          </p:nvSpPr>
          <p:spPr>
            <a:xfrm>
              <a:off x="4945975" y="29882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0"/>
                  </a:moveTo>
                  <a:cubicBezTo>
                    <a:pt x="84" y="0"/>
                    <a:pt x="35" y="35"/>
                    <a:pt x="21" y="91"/>
                  </a:cubicBezTo>
                  <a:cubicBezTo>
                    <a:pt x="0" y="161"/>
                    <a:pt x="37" y="231"/>
                    <a:pt x="87" y="248"/>
                  </a:cubicBezTo>
                  <a:cubicBezTo>
                    <a:pt x="101" y="256"/>
                    <a:pt x="116" y="260"/>
                    <a:pt x="131" y="260"/>
                  </a:cubicBezTo>
                  <a:cubicBezTo>
                    <a:pt x="172" y="260"/>
                    <a:pt x="212" y="229"/>
                    <a:pt x="227" y="177"/>
                  </a:cubicBezTo>
                  <a:cubicBezTo>
                    <a:pt x="244" y="107"/>
                    <a:pt x="227" y="41"/>
                    <a:pt x="173" y="4"/>
                  </a:cubicBezTo>
                  <a:cubicBezTo>
                    <a:pt x="162" y="2"/>
                    <a:pt x="151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27"/>
            <p:cNvSpPr/>
            <p:nvPr/>
          </p:nvSpPr>
          <p:spPr>
            <a:xfrm>
              <a:off x="4932675" y="3039300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1" y="1"/>
                  </a:moveTo>
                  <a:cubicBezTo>
                    <a:pt x="115" y="1"/>
                    <a:pt x="109" y="3"/>
                    <a:pt x="104" y="8"/>
                  </a:cubicBezTo>
                  <a:cubicBezTo>
                    <a:pt x="71" y="8"/>
                    <a:pt x="54" y="25"/>
                    <a:pt x="38" y="62"/>
                  </a:cubicBezTo>
                  <a:cubicBezTo>
                    <a:pt x="17" y="78"/>
                    <a:pt x="0" y="111"/>
                    <a:pt x="17" y="148"/>
                  </a:cubicBezTo>
                  <a:cubicBezTo>
                    <a:pt x="17" y="181"/>
                    <a:pt x="38" y="214"/>
                    <a:pt x="54" y="231"/>
                  </a:cubicBezTo>
                  <a:cubicBezTo>
                    <a:pt x="87" y="251"/>
                    <a:pt x="104" y="268"/>
                    <a:pt x="141" y="268"/>
                  </a:cubicBezTo>
                  <a:cubicBezTo>
                    <a:pt x="207" y="251"/>
                    <a:pt x="244" y="181"/>
                    <a:pt x="223" y="111"/>
                  </a:cubicBezTo>
                  <a:cubicBezTo>
                    <a:pt x="223" y="78"/>
                    <a:pt x="207" y="45"/>
                    <a:pt x="190" y="25"/>
                  </a:cubicBezTo>
                  <a:cubicBezTo>
                    <a:pt x="174" y="25"/>
                    <a:pt x="174" y="8"/>
                    <a:pt x="157" y="8"/>
                  </a:cubicBezTo>
                  <a:cubicBezTo>
                    <a:pt x="146" y="8"/>
                    <a:pt x="133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27"/>
            <p:cNvSpPr/>
            <p:nvPr/>
          </p:nvSpPr>
          <p:spPr>
            <a:xfrm>
              <a:off x="4942150" y="30240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20" y="1"/>
                  </a:moveTo>
                  <a:cubicBezTo>
                    <a:pt x="104" y="1"/>
                    <a:pt x="71" y="17"/>
                    <a:pt x="50" y="38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7" y="190"/>
                    <a:pt x="34" y="223"/>
                  </a:cubicBezTo>
                  <a:cubicBezTo>
                    <a:pt x="55" y="253"/>
                    <a:pt x="84" y="267"/>
                    <a:pt x="116" y="267"/>
                  </a:cubicBezTo>
                  <a:cubicBezTo>
                    <a:pt x="141" y="267"/>
                    <a:pt x="167" y="259"/>
                    <a:pt x="190" y="244"/>
                  </a:cubicBezTo>
                  <a:cubicBezTo>
                    <a:pt x="223" y="190"/>
                    <a:pt x="240" y="104"/>
                    <a:pt x="207" y="54"/>
                  </a:cubicBezTo>
                  <a:cubicBezTo>
                    <a:pt x="190" y="38"/>
                    <a:pt x="174" y="17"/>
                    <a:pt x="153" y="17"/>
                  </a:cubicBezTo>
                  <a:cubicBezTo>
                    <a:pt x="137" y="17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27"/>
            <p:cNvSpPr/>
            <p:nvPr/>
          </p:nvSpPr>
          <p:spPr>
            <a:xfrm>
              <a:off x="4933600" y="2946325"/>
              <a:ext cx="4250" cy="3925"/>
            </a:xfrm>
            <a:custGeom>
              <a:avLst/>
              <a:gdLst/>
              <a:ahLst/>
              <a:cxnLst/>
              <a:rect l="l" t="t" r="r" b="b"/>
              <a:pathLst>
                <a:path w="170" h="157" extrusionOk="0">
                  <a:moveTo>
                    <a:pt x="1" y="0"/>
                  </a:moveTo>
                  <a:lnTo>
                    <a:pt x="1" y="54"/>
                  </a:lnTo>
                  <a:cubicBezTo>
                    <a:pt x="1" y="87"/>
                    <a:pt x="17" y="120"/>
                    <a:pt x="50" y="136"/>
                  </a:cubicBezTo>
                  <a:cubicBezTo>
                    <a:pt x="67" y="157"/>
                    <a:pt x="104" y="157"/>
                    <a:pt x="137" y="157"/>
                  </a:cubicBezTo>
                  <a:cubicBezTo>
                    <a:pt x="137" y="157"/>
                    <a:pt x="153" y="157"/>
                    <a:pt x="170" y="136"/>
                  </a:cubicBezTo>
                  <a:cubicBezTo>
                    <a:pt x="120" y="103"/>
                    <a:pt x="50" y="5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27"/>
            <p:cNvSpPr/>
            <p:nvPr/>
          </p:nvSpPr>
          <p:spPr>
            <a:xfrm>
              <a:off x="4656950" y="2780575"/>
              <a:ext cx="5600" cy="4925"/>
            </a:xfrm>
            <a:custGeom>
              <a:avLst/>
              <a:gdLst/>
              <a:ahLst/>
              <a:cxnLst/>
              <a:rect l="l" t="t" r="r" b="b"/>
              <a:pathLst>
                <a:path w="224" h="197" extrusionOk="0">
                  <a:moveTo>
                    <a:pt x="17" y="1"/>
                  </a:moveTo>
                  <a:cubicBezTo>
                    <a:pt x="1" y="34"/>
                    <a:pt x="1" y="50"/>
                    <a:pt x="1" y="87"/>
                  </a:cubicBezTo>
                  <a:cubicBezTo>
                    <a:pt x="1" y="120"/>
                    <a:pt x="17" y="153"/>
                    <a:pt x="54" y="170"/>
                  </a:cubicBezTo>
                  <a:cubicBezTo>
                    <a:pt x="66" y="184"/>
                    <a:pt x="86" y="197"/>
                    <a:pt x="110" y="197"/>
                  </a:cubicBezTo>
                  <a:cubicBezTo>
                    <a:pt x="120" y="197"/>
                    <a:pt x="130" y="195"/>
                    <a:pt x="141" y="190"/>
                  </a:cubicBezTo>
                  <a:cubicBezTo>
                    <a:pt x="157" y="190"/>
                    <a:pt x="190" y="170"/>
                    <a:pt x="207" y="137"/>
                  </a:cubicBezTo>
                  <a:cubicBezTo>
                    <a:pt x="223" y="120"/>
                    <a:pt x="223" y="87"/>
                    <a:pt x="223" y="50"/>
                  </a:cubicBezTo>
                  <a:cubicBezTo>
                    <a:pt x="223" y="34"/>
                    <a:pt x="223" y="17"/>
                    <a:pt x="207" y="17"/>
                  </a:cubicBezTo>
                  <a:cubicBezTo>
                    <a:pt x="141" y="1"/>
                    <a:pt x="87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27"/>
            <p:cNvSpPr/>
            <p:nvPr/>
          </p:nvSpPr>
          <p:spPr>
            <a:xfrm>
              <a:off x="4851975" y="29905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03" y="1"/>
                  </a:moveTo>
                  <a:cubicBezTo>
                    <a:pt x="33" y="17"/>
                    <a:pt x="0" y="87"/>
                    <a:pt x="0" y="158"/>
                  </a:cubicBezTo>
                  <a:cubicBezTo>
                    <a:pt x="17" y="191"/>
                    <a:pt x="17" y="223"/>
                    <a:pt x="50" y="244"/>
                  </a:cubicBezTo>
                  <a:cubicBezTo>
                    <a:pt x="64" y="256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1"/>
                  </a:cubicBezTo>
                  <a:cubicBezTo>
                    <a:pt x="153" y="261"/>
                    <a:pt x="190" y="244"/>
                    <a:pt x="206" y="207"/>
                  </a:cubicBezTo>
                  <a:cubicBezTo>
                    <a:pt x="223" y="191"/>
                    <a:pt x="223" y="158"/>
                    <a:pt x="223" y="120"/>
                  </a:cubicBezTo>
                  <a:cubicBezTo>
                    <a:pt x="223" y="87"/>
                    <a:pt x="206" y="54"/>
                    <a:pt x="173" y="38"/>
                  </a:cubicBezTo>
                  <a:cubicBezTo>
                    <a:pt x="173" y="17"/>
                    <a:pt x="153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27"/>
            <p:cNvSpPr/>
            <p:nvPr/>
          </p:nvSpPr>
          <p:spPr>
            <a:xfrm>
              <a:off x="4859700" y="30060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71" y="0"/>
                    <a:pt x="50" y="17"/>
                    <a:pt x="33" y="54"/>
                  </a:cubicBezTo>
                  <a:cubicBezTo>
                    <a:pt x="17" y="87"/>
                    <a:pt x="0" y="120"/>
                    <a:pt x="17" y="157"/>
                  </a:cubicBezTo>
                  <a:cubicBezTo>
                    <a:pt x="17" y="190"/>
                    <a:pt x="33" y="206"/>
                    <a:pt x="50" y="244"/>
                  </a:cubicBezTo>
                  <a:cubicBezTo>
                    <a:pt x="71" y="260"/>
                    <a:pt x="104" y="260"/>
                    <a:pt x="137" y="260"/>
                  </a:cubicBezTo>
                  <a:cubicBezTo>
                    <a:pt x="190" y="244"/>
                    <a:pt x="240" y="173"/>
                    <a:pt x="223" y="103"/>
                  </a:cubicBezTo>
                  <a:cubicBezTo>
                    <a:pt x="223" y="70"/>
                    <a:pt x="207" y="54"/>
                    <a:pt x="190" y="17"/>
                  </a:cubicBezTo>
                  <a:cubicBezTo>
                    <a:pt x="174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27"/>
            <p:cNvSpPr/>
            <p:nvPr/>
          </p:nvSpPr>
          <p:spPr>
            <a:xfrm>
              <a:off x="4854950" y="30232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87" y="1"/>
                    <a:pt x="87" y="17"/>
                    <a:pt x="87" y="17"/>
                  </a:cubicBezTo>
                  <a:cubicBezTo>
                    <a:pt x="34" y="34"/>
                    <a:pt x="1" y="87"/>
                    <a:pt x="17" y="153"/>
                  </a:cubicBezTo>
                  <a:cubicBezTo>
                    <a:pt x="17" y="190"/>
                    <a:pt x="34" y="223"/>
                    <a:pt x="54" y="240"/>
                  </a:cubicBezTo>
                  <a:cubicBezTo>
                    <a:pt x="78" y="252"/>
                    <a:pt x="93" y="265"/>
                    <a:pt x="111" y="265"/>
                  </a:cubicBezTo>
                  <a:cubicBezTo>
                    <a:pt x="119" y="265"/>
                    <a:pt x="127" y="263"/>
                    <a:pt x="137" y="256"/>
                  </a:cubicBezTo>
                  <a:cubicBezTo>
                    <a:pt x="207" y="256"/>
                    <a:pt x="240" y="190"/>
                    <a:pt x="223" y="120"/>
                  </a:cubicBezTo>
                  <a:lnTo>
                    <a:pt x="223" y="87"/>
                  </a:lnTo>
                  <a:cubicBezTo>
                    <a:pt x="207" y="50"/>
                    <a:pt x="190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27"/>
            <p:cNvSpPr/>
            <p:nvPr/>
          </p:nvSpPr>
          <p:spPr>
            <a:xfrm>
              <a:off x="4872575" y="2925700"/>
              <a:ext cx="6000" cy="5175"/>
            </a:xfrm>
            <a:custGeom>
              <a:avLst/>
              <a:gdLst/>
              <a:ahLst/>
              <a:cxnLst/>
              <a:rect l="l" t="t" r="r" b="b"/>
              <a:pathLst>
                <a:path w="240" h="207" extrusionOk="0">
                  <a:moveTo>
                    <a:pt x="207" y="1"/>
                  </a:moveTo>
                  <a:cubicBezTo>
                    <a:pt x="137" y="1"/>
                    <a:pt x="71" y="1"/>
                    <a:pt x="17" y="17"/>
                  </a:cubicBezTo>
                  <a:cubicBezTo>
                    <a:pt x="1" y="54"/>
                    <a:pt x="1" y="120"/>
                    <a:pt x="17" y="157"/>
                  </a:cubicBezTo>
                  <a:cubicBezTo>
                    <a:pt x="34" y="190"/>
                    <a:pt x="71" y="207"/>
                    <a:pt x="104" y="207"/>
                  </a:cubicBezTo>
                  <a:cubicBezTo>
                    <a:pt x="120" y="207"/>
                    <a:pt x="153" y="207"/>
                    <a:pt x="174" y="174"/>
                  </a:cubicBezTo>
                  <a:cubicBezTo>
                    <a:pt x="223" y="137"/>
                    <a:pt x="240" y="54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27"/>
            <p:cNvSpPr/>
            <p:nvPr/>
          </p:nvSpPr>
          <p:spPr>
            <a:xfrm>
              <a:off x="4858350" y="2927875"/>
              <a:ext cx="6125" cy="5900"/>
            </a:xfrm>
            <a:custGeom>
              <a:avLst/>
              <a:gdLst/>
              <a:ahLst/>
              <a:cxnLst/>
              <a:rect l="l" t="t" r="r" b="b"/>
              <a:pathLst>
                <a:path w="245" h="236" extrusionOk="0">
                  <a:moveTo>
                    <a:pt x="191" y="0"/>
                  </a:moveTo>
                  <a:cubicBezTo>
                    <a:pt x="141" y="17"/>
                    <a:pt x="87" y="33"/>
                    <a:pt x="38" y="50"/>
                  </a:cubicBezTo>
                  <a:lnTo>
                    <a:pt x="21" y="50"/>
                  </a:lnTo>
                  <a:cubicBezTo>
                    <a:pt x="1" y="120"/>
                    <a:pt x="38" y="206"/>
                    <a:pt x="87" y="223"/>
                  </a:cubicBezTo>
                  <a:cubicBezTo>
                    <a:pt x="102" y="232"/>
                    <a:pt x="117" y="236"/>
                    <a:pt x="132" y="236"/>
                  </a:cubicBezTo>
                  <a:cubicBezTo>
                    <a:pt x="173" y="236"/>
                    <a:pt x="212" y="204"/>
                    <a:pt x="228" y="153"/>
                  </a:cubicBezTo>
                  <a:cubicBezTo>
                    <a:pt x="244" y="103"/>
                    <a:pt x="228" y="33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27"/>
            <p:cNvSpPr/>
            <p:nvPr/>
          </p:nvSpPr>
          <p:spPr>
            <a:xfrm>
              <a:off x="4851150" y="29428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6" y="1"/>
                  </a:moveTo>
                  <a:cubicBezTo>
                    <a:pt x="81" y="1"/>
                    <a:pt x="30" y="34"/>
                    <a:pt x="17" y="92"/>
                  </a:cubicBezTo>
                  <a:cubicBezTo>
                    <a:pt x="0" y="158"/>
                    <a:pt x="17" y="228"/>
                    <a:pt x="83" y="261"/>
                  </a:cubicBezTo>
                  <a:cubicBezTo>
                    <a:pt x="92" y="264"/>
                    <a:pt x="101" y="265"/>
                    <a:pt x="111" y="265"/>
                  </a:cubicBezTo>
                  <a:cubicBezTo>
                    <a:pt x="159" y="265"/>
                    <a:pt x="209" y="232"/>
                    <a:pt x="223" y="174"/>
                  </a:cubicBezTo>
                  <a:cubicBezTo>
                    <a:pt x="239" y="108"/>
                    <a:pt x="223" y="38"/>
                    <a:pt x="153" y="5"/>
                  </a:cubicBezTo>
                  <a:cubicBezTo>
                    <a:pt x="144" y="2"/>
                    <a:pt x="135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27"/>
            <p:cNvSpPr/>
            <p:nvPr/>
          </p:nvSpPr>
          <p:spPr>
            <a:xfrm>
              <a:off x="4858875" y="295797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3" y="0"/>
                  </a:moveTo>
                  <a:cubicBezTo>
                    <a:pt x="33" y="0"/>
                    <a:pt x="0" y="66"/>
                    <a:pt x="0" y="136"/>
                  </a:cubicBezTo>
                  <a:cubicBezTo>
                    <a:pt x="0" y="169"/>
                    <a:pt x="17" y="206"/>
                    <a:pt x="50" y="223"/>
                  </a:cubicBezTo>
                  <a:cubicBezTo>
                    <a:pt x="66" y="256"/>
                    <a:pt x="104" y="256"/>
                    <a:pt x="120" y="256"/>
                  </a:cubicBezTo>
                  <a:cubicBezTo>
                    <a:pt x="186" y="239"/>
                    <a:pt x="223" y="169"/>
                    <a:pt x="223" y="103"/>
                  </a:cubicBezTo>
                  <a:cubicBezTo>
                    <a:pt x="223" y="66"/>
                    <a:pt x="207" y="33"/>
                    <a:pt x="170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27"/>
            <p:cNvSpPr/>
            <p:nvPr/>
          </p:nvSpPr>
          <p:spPr>
            <a:xfrm>
              <a:off x="4858350" y="297382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5" y="1"/>
                  </a:moveTo>
                  <a:cubicBezTo>
                    <a:pt x="104" y="1"/>
                    <a:pt x="71" y="17"/>
                    <a:pt x="54" y="34"/>
                  </a:cubicBezTo>
                  <a:cubicBezTo>
                    <a:pt x="1" y="88"/>
                    <a:pt x="1" y="153"/>
                    <a:pt x="38" y="224"/>
                  </a:cubicBezTo>
                  <a:cubicBezTo>
                    <a:pt x="54" y="240"/>
                    <a:pt x="71" y="257"/>
                    <a:pt x="104" y="257"/>
                  </a:cubicBezTo>
                  <a:cubicBezTo>
                    <a:pt x="115" y="261"/>
                    <a:pt x="124" y="263"/>
                    <a:pt x="132" y="263"/>
                  </a:cubicBezTo>
                  <a:cubicBezTo>
                    <a:pt x="152" y="263"/>
                    <a:pt x="167" y="252"/>
                    <a:pt x="191" y="240"/>
                  </a:cubicBezTo>
                  <a:cubicBezTo>
                    <a:pt x="244" y="191"/>
                    <a:pt x="244" y="104"/>
                    <a:pt x="207" y="50"/>
                  </a:cubicBezTo>
                  <a:cubicBezTo>
                    <a:pt x="191" y="34"/>
                    <a:pt x="174" y="17"/>
                    <a:pt x="158" y="17"/>
                  </a:cubicBezTo>
                  <a:cubicBezTo>
                    <a:pt x="158" y="17"/>
                    <a:pt x="141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27"/>
            <p:cNvSpPr/>
            <p:nvPr/>
          </p:nvSpPr>
          <p:spPr>
            <a:xfrm>
              <a:off x="4880725" y="3030825"/>
              <a:ext cx="5600" cy="6375"/>
            </a:xfrm>
            <a:custGeom>
              <a:avLst/>
              <a:gdLst/>
              <a:ahLst/>
              <a:cxnLst/>
              <a:rect l="l" t="t" r="r" b="b"/>
              <a:pathLst>
                <a:path w="224" h="255" extrusionOk="0">
                  <a:moveTo>
                    <a:pt x="122" y="1"/>
                  </a:moveTo>
                  <a:cubicBezTo>
                    <a:pt x="65" y="1"/>
                    <a:pt x="14" y="33"/>
                    <a:pt x="1" y="92"/>
                  </a:cubicBezTo>
                  <a:lnTo>
                    <a:pt x="1" y="141"/>
                  </a:lnTo>
                  <a:cubicBezTo>
                    <a:pt x="1" y="195"/>
                    <a:pt x="34" y="228"/>
                    <a:pt x="71" y="244"/>
                  </a:cubicBezTo>
                  <a:cubicBezTo>
                    <a:pt x="84" y="251"/>
                    <a:pt x="101" y="255"/>
                    <a:pt x="118" y="255"/>
                  </a:cubicBezTo>
                  <a:cubicBezTo>
                    <a:pt x="142" y="255"/>
                    <a:pt x="164" y="247"/>
                    <a:pt x="174" y="228"/>
                  </a:cubicBezTo>
                  <a:cubicBezTo>
                    <a:pt x="190" y="211"/>
                    <a:pt x="207" y="195"/>
                    <a:pt x="207" y="178"/>
                  </a:cubicBezTo>
                  <a:cubicBezTo>
                    <a:pt x="223" y="108"/>
                    <a:pt x="207" y="38"/>
                    <a:pt x="157" y="5"/>
                  </a:cubicBezTo>
                  <a:cubicBezTo>
                    <a:pt x="145" y="2"/>
                    <a:pt x="133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27"/>
            <p:cNvSpPr/>
            <p:nvPr/>
          </p:nvSpPr>
          <p:spPr>
            <a:xfrm>
              <a:off x="4877325" y="30034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33" y="0"/>
                    <a:pt x="0" y="70"/>
                    <a:pt x="17" y="140"/>
                  </a:cubicBezTo>
                  <a:cubicBezTo>
                    <a:pt x="17" y="173"/>
                    <a:pt x="33" y="206"/>
                    <a:pt x="50" y="223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70" y="243"/>
                    <a:pt x="190" y="223"/>
                    <a:pt x="207" y="206"/>
                  </a:cubicBezTo>
                  <a:cubicBezTo>
                    <a:pt x="223" y="173"/>
                    <a:pt x="240" y="140"/>
                    <a:pt x="223" y="103"/>
                  </a:cubicBezTo>
                  <a:cubicBezTo>
                    <a:pt x="223" y="70"/>
                    <a:pt x="207" y="37"/>
                    <a:pt x="190" y="17"/>
                  </a:cubicBezTo>
                  <a:cubicBezTo>
                    <a:pt x="170" y="17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27"/>
            <p:cNvSpPr/>
            <p:nvPr/>
          </p:nvSpPr>
          <p:spPr>
            <a:xfrm>
              <a:off x="4846000" y="2933425"/>
              <a:ext cx="2600" cy="1375"/>
            </a:xfrm>
            <a:custGeom>
              <a:avLst/>
              <a:gdLst/>
              <a:ahLst/>
              <a:cxnLst/>
              <a:rect l="l" t="t" r="r" b="b"/>
              <a:pathLst>
                <a:path w="104" h="55" extrusionOk="0">
                  <a:moveTo>
                    <a:pt x="103" y="1"/>
                  </a:moveTo>
                  <a:lnTo>
                    <a:pt x="103" y="1"/>
                  </a:lnTo>
                  <a:cubicBezTo>
                    <a:pt x="66" y="17"/>
                    <a:pt x="33" y="34"/>
                    <a:pt x="0" y="54"/>
                  </a:cubicBezTo>
                  <a:cubicBezTo>
                    <a:pt x="33" y="54"/>
                    <a:pt x="66" y="34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27"/>
            <p:cNvSpPr/>
            <p:nvPr/>
          </p:nvSpPr>
          <p:spPr>
            <a:xfrm>
              <a:off x="4873000" y="2955025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11" y="0"/>
                  </a:moveTo>
                  <a:cubicBezTo>
                    <a:pt x="69" y="0"/>
                    <a:pt x="29" y="33"/>
                    <a:pt x="17" y="81"/>
                  </a:cubicBezTo>
                  <a:cubicBezTo>
                    <a:pt x="0" y="151"/>
                    <a:pt x="17" y="221"/>
                    <a:pt x="87" y="254"/>
                  </a:cubicBezTo>
                  <a:cubicBezTo>
                    <a:pt x="96" y="257"/>
                    <a:pt x="105" y="258"/>
                    <a:pt x="114" y="258"/>
                  </a:cubicBezTo>
                  <a:cubicBezTo>
                    <a:pt x="159" y="258"/>
                    <a:pt x="209" y="228"/>
                    <a:pt x="223" y="184"/>
                  </a:cubicBezTo>
                  <a:cubicBezTo>
                    <a:pt x="239" y="118"/>
                    <a:pt x="223" y="31"/>
                    <a:pt x="157" y="15"/>
                  </a:cubicBezTo>
                  <a:cubicBezTo>
                    <a:pt x="142" y="5"/>
                    <a:pt x="127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27"/>
            <p:cNvSpPr/>
            <p:nvPr/>
          </p:nvSpPr>
          <p:spPr>
            <a:xfrm>
              <a:off x="4883725" y="3016850"/>
              <a:ext cx="6100" cy="6800"/>
            </a:xfrm>
            <a:custGeom>
              <a:avLst/>
              <a:gdLst/>
              <a:ahLst/>
              <a:cxnLst/>
              <a:rect l="l" t="t" r="r" b="b"/>
              <a:pathLst>
                <a:path w="244" h="272" extrusionOk="0">
                  <a:moveTo>
                    <a:pt x="111" y="1"/>
                  </a:moveTo>
                  <a:cubicBezTo>
                    <a:pt x="71" y="1"/>
                    <a:pt x="32" y="34"/>
                    <a:pt x="17" y="82"/>
                  </a:cubicBezTo>
                  <a:cubicBezTo>
                    <a:pt x="0" y="152"/>
                    <a:pt x="17" y="238"/>
                    <a:pt x="70" y="255"/>
                  </a:cubicBezTo>
                  <a:cubicBezTo>
                    <a:pt x="87" y="271"/>
                    <a:pt x="103" y="271"/>
                    <a:pt x="120" y="271"/>
                  </a:cubicBezTo>
                  <a:cubicBezTo>
                    <a:pt x="173" y="255"/>
                    <a:pt x="206" y="238"/>
                    <a:pt x="223" y="185"/>
                  </a:cubicBezTo>
                  <a:cubicBezTo>
                    <a:pt x="243" y="135"/>
                    <a:pt x="223" y="82"/>
                    <a:pt x="206" y="49"/>
                  </a:cubicBezTo>
                  <a:cubicBezTo>
                    <a:pt x="190" y="32"/>
                    <a:pt x="173" y="16"/>
                    <a:pt x="157" y="16"/>
                  </a:cubicBezTo>
                  <a:cubicBezTo>
                    <a:pt x="142" y="6"/>
                    <a:pt x="127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27"/>
            <p:cNvSpPr/>
            <p:nvPr/>
          </p:nvSpPr>
          <p:spPr>
            <a:xfrm>
              <a:off x="4870425" y="30184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70" y="0"/>
                    <a:pt x="54" y="1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4" y="239"/>
                    <a:pt x="87" y="260"/>
                    <a:pt x="103" y="260"/>
                  </a:cubicBezTo>
                  <a:cubicBezTo>
                    <a:pt x="136" y="260"/>
                    <a:pt x="173" y="239"/>
                    <a:pt x="190" y="223"/>
                  </a:cubicBezTo>
                  <a:cubicBezTo>
                    <a:pt x="223" y="206"/>
                    <a:pt x="223" y="173"/>
                    <a:pt x="239" y="136"/>
                  </a:cubicBezTo>
                  <a:cubicBezTo>
                    <a:pt x="239" y="103"/>
                    <a:pt x="223" y="70"/>
                    <a:pt x="206" y="54"/>
                  </a:cubicBezTo>
                  <a:cubicBezTo>
                    <a:pt x="190" y="17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27"/>
            <p:cNvSpPr/>
            <p:nvPr/>
          </p:nvSpPr>
          <p:spPr>
            <a:xfrm>
              <a:off x="4871250" y="297095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2" y="1"/>
                  </a:moveTo>
                  <a:cubicBezTo>
                    <a:pt x="123" y="1"/>
                    <a:pt x="114" y="5"/>
                    <a:pt x="103" y="13"/>
                  </a:cubicBezTo>
                  <a:cubicBezTo>
                    <a:pt x="54" y="13"/>
                    <a:pt x="0" y="79"/>
                    <a:pt x="21" y="149"/>
                  </a:cubicBezTo>
                  <a:cubicBezTo>
                    <a:pt x="21" y="182"/>
                    <a:pt x="37" y="219"/>
                    <a:pt x="54" y="236"/>
                  </a:cubicBezTo>
                  <a:cubicBezTo>
                    <a:pt x="77" y="247"/>
                    <a:pt x="92" y="259"/>
                    <a:pt x="112" y="259"/>
                  </a:cubicBezTo>
                  <a:cubicBezTo>
                    <a:pt x="120" y="259"/>
                    <a:pt x="130" y="257"/>
                    <a:pt x="140" y="252"/>
                  </a:cubicBezTo>
                  <a:cubicBezTo>
                    <a:pt x="206" y="252"/>
                    <a:pt x="243" y="182"/>
                    <a:pt x="227" y="116"/>
                  </a:cubicBezTo>
                  <a:cubicBezTo>
                    <a:pt x="227" y="79"/>
                    <a:pt x="206" y="46"/>
                    <a:pt x="190" y="29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9" y="5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27"/>
            <p:cNvSpPr/>
            <p:nvPr/>
          </p:nvSpPr>
          <p:spPr>
            <a:xfrm>
              <a:off x="4866600" y="303527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3" y="0"/>
                  </a:moveTo>
                  <a:cubicBezTo>
                    <a:pt x="67" y="0"/>
                    <a:pt x="34" y="17"/>
                    <a:pt x="17" y="50"/>
                  </a:cubicBezTo>
                  <a:cubicBezTo>
                    <a:pt x="1" y="83"/>
                    <a:pt x="1" y="120"/>
                    <a:pt x="1" y="153"/>
                  </a:cubicBezTo>
                  <a:cubicBezTo>
                    <a:pt x="1" y="186"/>
                    <a:pt x="17" y="206"/>
                    <a:pt x="34" y="239"/>
                  </a:cubicBezTo>
                  <a:cubicBezTo>
                    <a:pt x="67" y="256"/>
                    <a:pt x="104" y="256"/>
                    <a:pt x="120" y="256"/>
                  </a:cubicBezTo>
                  <a:cubicBezTo>
                    <a:pt x="186" y="239"/>
                    <a:pt x="223" y="169"/>
                    <a:pt x="223" y="103"/>
                  </a:cubicBezTo>
                  <a:cubicBezTo>
                    <a:pt x="207" y="66"/>
                    <a:pt x="186" y="50"/>
                    <a:pt x="170" y="17"/>
                  </a:cubicBezTo>
                  <a:cubicBezTo>
                    <a:pt x="170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27"/>
            <p:cNvSpPr/>
            <p:nvPr/>
          </p:nvSpPr>
          <p:spPr>
            <a:xfrm>
              <a:off x="4869175" y="29907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93" y="1"/>
                  </a:moveTo>
                  <a:cubicBezTo>
                    <a:pt x="72" y="1"/>
                    <a:pt x="57" y="13"/>
                    <a:pt x="34" y="28"/>
                  </a:cubicBezTo>
                  <a:cubicBezTo>
                    <a:pt x="17" y="61"/>
                    <a:pt x="1" y="77"/>
                    <a:pt x="1" y="110"/>
                  </a:cubicBezTo>
                  <a:cubicBezTo>
                    <a:pt x="1" y="148"/>
                    <a:pt x="1" y="181"/>
                    <a:pt x="17" y="213"/>
                  </a:cubicBezTo>
                  <a:cubicBezTo>
                    <a:pt x="46" y="245"/>
                    <a:pt x="83" y="264"/>
                    <a:pt x="118" y="264"/>
                  </a:cubicBezTo>
                  <a:cubicBezTo>
                    <a:pt x="142" y="264"/>
                    <a:pt x="166" y="255"/>
                    <a:pt x="186" y="234"/>
                  </a:cubicBezTo>
                  <a:cubicBezTo>
                    <a:pt x="223" y="181"/>
                    <a:pt x="240" y="110"/>
                    <a:pt x="186" y="44"/>
                  </a:cubicBezTo>
                  <a:cubicBezTo>
                    <a:pt x="186" y="28"/>
                    <a:pt x="170" y="28"/>
                    <a:pt x="153" y="7"/>
                  </a:cubicBezTo>
                  <a:lnTo>
                    <a:pt x="120" y="7"/>
                  </a:lnTo>
                  <a:cubicBezTo>
                    <a:pt x="110" y="3"/>
                    <a:pt x="101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27"/>
            <p:cNvSpPr/>
            <p:nvPr/>
          </p:nvSpPr>
          <p:spPr>
            <a:xfrm>
              <a:off x="4839500" y="30236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03" y="0"/>
                    <a:pt x="70" y="0"/>
                    <a:pt x="54" y="33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4" y="239"/>
                    <a:pt x="87" y="260"/>
                    <a:pt x="103" y="260"/>
                  </a:cubicBezTo>
                  <a:cubicBezTo>
                    <a:pt x="136" y="260"/>
                    <a:pt x="174" y="260"/>
                    <a:pt x="190" y="239"/>
                  </a:cubicBezTo>
                  <a:cubicBezTo>
                    <a:pt x="239" y="190"/>
                    <a:pt x="239" y="103"/>
                    <a:pt x="207" y="54"/>
                  </a:cubicBezTo>
                  <a:cubicBezTo>
                    <a:pt x="190" y="33"/>
                    <a:pt x="190" y="17"/>
                    <a:pt x="174" y="17"/>
                  </a:cubicBezTo>
                  <a:cubicBezTo>
                    <a:pt x="157" y="0"/>
                    <a:pt x="136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27"/>
            <p:cNvSpPr/>
            <p:nvPr/>
          </p:nvSpPr>
          <p:spPr>
            <a:xfrm>
              <a:off x="4816300" y="296620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13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49"/>
                    <a:pt x="17" y="219"/>
                    <a:pt x="87" y="252"/>
                  </a:cubicBezTo>
                  <a:lnTo>
                    <a:pt x="137" y="252"/>
                  </a:lnTo>
                  <a:cubicBezTo>
                    <a:pt x="174" y="252"/>
                    <a:pt x="207" y="219"/>
                    <a:pt x="223" y="166"/>
                  </a:cubicBezTo>
                  <a:cubicBezTo>
                    <a:pt x="240" y="133"/>
                    <a:pt x="223" y="83"/>
                    <a:pt x="207" y="46"/>
                  </a:cubicBezTo>
                  <a:cubicBezTo>
                    <a:pt x="190" y="30"/>
                    <a:pt x="174" y="13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27"/>
            <p:cNvSpPr/>
            <p:nvPr/>
          </p:nvSpPr>
          <p:spPr>
            <a:xfrm>
              <a:off x="4815075" y="3012500"/>
              <a:ext cx="5575" cy="6575"/>
            </a:xfrm>
            <a:custGeom>
              <a:avLst/>
              <a:gdLst/>
              <a:ahLst/>
              <a:cxnLst/>
              <a:rect l="l" t="t" r="r" b="b"/>
              <a:pathLst>
                <a:path w="223" h="263" extrusionOk="0">
                  <a:moveTo>
                    <a:pt x="136" y="0"/>
                  </a:moveTo>
                  <a:cubicBezTo>
                    <a:pt x="103" y="0"/>
                    <a:pt x="66" y="17"/>
                    <a:pt x="50" y="33"/>
                  </a:cubicBezTo>
                  <a:cubicBezTo>
                    <a:pt x="0" y="87"/>
                    <a:pt x="0" y="153"/>
                    <a:pt x="33" y="223"/>
                  </a:cubicBezTo>
                  <a:cubicBezTo>
                    <a:pt x="50" y="239"/>
                    <a:pt x="83" y="256"/>
                    <a:pt x="103" y="256"/>
                  </a:cubicBezTo>
                  <a:cubicBezTo>
                    <a:pt x="113" y="260"/>
                    <a:pt x="123" y="262"/>
                    <a:pt x="132" y="262"/>
                  </a:cubicBezTo>
                  <a:cubicBezTo>
                    <a:pt x="154" y="262"/>
                    <a:pt x="174" y="251"/>
                    <a:pt x="186" y="239"/>
                  </a:cubicBezTo>
                  <a:cubicBezTo>
                    <a:pt x="206" y="206"/>
                    <a:pt x="223" y="190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186" y="33"/>
                    <a:pt x="169" y="17"/>
                    <a:pt x="153" y="17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27"/>
            <p:cNvSpPr/>
            <p:nvPr/>
          </p:nvSpPr>
          <p:spPr>
            <a:xfrm>
              <a:off x="4825800" y="30265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5" y="1"/>
                  </a:moveTo>
                  <a:cubicBezTo>
                    <a:pt x="80" y="1"/>
                    <a:pt x="30" y="31"/>
                    <a:pt x="17" y="75"/>
                  </a:cubicBezTo>
                  <a:cubicBezTo>
                    <a:pt x="0" y="145"/>
                    <a:pt x="17" y="228"/>
                    <a:pt x="87" y="248"/>
                  </a:cubicBezTo>
                  <a:cubicBezTo>
                    <a:pt x="100" y="257"/>
                    <a:pt x="114" y="261"/>
                    <a:pt x="129" y="261"/>
                  </a:cubicBezTo>
                  <a:cubicBezTo>
                    <a:pt x="170" y="261"/>
                    <a:pt x="211" y="230"/>
                    <a:pt x="223" y="178"/>
                  </a:cubicBezTo>
                  <a:cubicBezTo>
                    <a:pt x="239" y="108"/>
                    <a:pt x="223" y="42"/>
                    <a:pt x="153" y="5"/>
                  </a:cubicBezTo>
                  <a:cubicBezTo>
                    <a:pt x="144" y="2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27"/>
            <p:cNvSpPr/>
            <p:nvPr/>
          </p:nvSpPr>
          <p:spPr>
            <a:xfrm>
              <a:off x="4810325" y="3027400"/>
              <a:ext cx="6425" cy="6650"/>
            </a:xfrm>
            <a:custGeom>
              <a:avLst/>
              <a:gdLst/>
              <a:ahLst/>
              <a:cxnLst/>
              <a:rect l="l" t="t" r="r" b="b"/>
              <a:pathLst>
                <a:path w="257" h="266" extrusionOk="0">
                  <a:moveTo>
                    <a:pt x="134" y="0"/>
                  </a:moveTo>
                  <a:cubicBezTo>
                    <a:pt x="84" y="0"/>
                    <a:pt x="44" y="35"/>
                    <a:pt x="17" y="88"/>
                  </a:cubicBezTo>
                  <a:cubicBezTo>
                    <a:pt x="1" y="159"/>
                    <a:pt x="34" y="229"/>
                    <a:pt x="87" y="262"/>
                  </a:cubicBezTo>
                  <a:cubicBezTo>
                    <a:pt x="96" y="264"/>
                    <a:pt x="105" y="266"/>
                    <a:pt x="114" y="266"/>
                  </a:cubicBezTo>
                  <a:cubicBezTo>
                    <a:pt x="159" y="266"/>
                    <a:pt x="210" y="233"/>
                    <a:pt x="223" y="175"/>
                  </a:cubicBezTo>
                  <a:cubicBezTo>
                    <a:pt x="256" y="109"/>
                    <a:pt x="223" y="39"/>
                    <a:pt x="170" y="6"/>
                  </a:cubicBezTo>
                  <a:cubicBezTo>
                    <a:pt x="157" y="2"/>
                    <a:pt x="145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27"/>
            <p:cNvSpPr/>
            <p:nvPr/>
          </p:nvSpPr>
          <p:spPr>
            <a:xfrm>
              <a:off x="4821875" y="29961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0"/>
                  </a:moveTo>
                  <a:cubicBezTo>
                    <a:pt x="70" y="0"/>
                    <a:pt x="54" y="21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17" y="190"/>
                    <a:pt x="17" y="207"/>
                    <a:pt x="54" y="244"/>
                  </a:cubicBezTo>
                  <a:cubicBezTo>
                    <a:pt x="70" y="260"/>
                    <a:pt x="103" y="260"/>
                    <a:pt x="141" y="260"/>
                  </a:cubicBezTo>
                  <a:cubicBezTo>
                    <a:pt x="190" y="244"/>
                    <a:pt x="244" y="174"/>
                    <a:pt x="223" y="104"/>
                  </a:cubicBezTo>
                  <a:cubicBezTo>
                    <a:pt x="223" y="71"/>
                    <a:pt x="207" y="54"/>
                    <a:pt x="174" y="21"/>
                  </a:cubicBezTo>
                  <a:lnTo>
                    <a:pt x="1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27"/>
            <p:cNvSpPr/>
            <p:nvPr/>
          </p:nvSpPr>
          <p:spPr>
            <a:xfrm>
              <a:off x="4800025" y="301495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42" y="1"/>
                  </a:moveTo>
                  <a:cubicBezTo>
                    <a:pt x="97" y="1"/>
                    <a:pt x="47" y="30"/>
                    <a:pt x="33" y="71"/>
                  </a:cubicBezTo>
                  <a:cubicBezTo>
                    <a:pt x="0" y="141"/>
                    <a:pt x="33" y="228"/>
                    <a:pt x="87" y="244"/>
                  </a:cubicBezTo>
                  <a:cubicBezTo>
                    <a:pt x="103" y="261"/>
                    <a:pt x="120" y="261"/>
                    <a:pt x="136" y="261"/>
                  </a:cubicBezTo>
                  <a:cubicBezTo>
                    <a:pt x="190" y="244"/>
                    <a:pt x="223" y="228"/>
                    <a:pt x="239" y="174"/>
                  </a:cubicBezTo>
                  <a:cubicBezTo>
                    <a:pt x="256" y="125"/>
                    <a:pt x="239" y="71"/>
                    <a:pt x="206" y="38"/>
                  </a:cubicBezTo>
                  <a:cubicBezTo>
                    <a:pt x="206" y="22"/>
                    <a:pt x="190" y="22"/>
                    <a:pt x="169" y="5"/>
                  </a:cubicBezTo>
                  <a:cubicBezTo>
                    <a:pt x="161" y="2"/>
                    <a:pt x="151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27"/>
            <p:cNvSpPr/>
            <p:nvPr/>
          </p:nvSpPr>
          <p:spPr>
            <a:xfrm>
              <a:off x="4807750" y="299752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94" y="1"/>
                  </a:moveTo>
                  <a:cubicBezTo>
                    <a:pt x="54" y="1"/>
                    <a:pt x="13" y="32"/>
                    <a:pt x="1" y="84"/>
                  </a:cubicBezTo>
                  <a:lnTo>
                    <a:pt x="1" y="133"/>
                  </a:lnTo>
                  <a:cubicBezTo>
                    <a:pt x="1" y="187"/>
                    <a:pt x="17" y="236"/>
                    <a:pt x="66" y="253"/>
                  </a:cubicBezTo>
                  <a:cubicBezTo>
                    <a:pt x="77" y="258"/>
                    <a:pt x="88" y="261"/>
                    <a:pt x="99" y="261"/>
                  </a:cubicBezTo>
                  <a:cubicBezTo>
                    <a:pt x="128" y="261"/>
                    <a:pt x="158" y="244"/>
                    <a:pt x="170" y="220"/>
                  </a:cubicBezTo>
                  <a:cubicBezTo>
                    <a:pt x="190" y="203"/>
                    <a:pt x="207" y="203"/>
                    <a:pt x="207" y="170"/>
                  </a:cubicBezTo>
                  <a:cubicBezTo>
                    <a:pt x="223" y="100"/>
                    <a:pt x="207" y="30"/>
                    <a:pt x="137" y="14"/>
                  </a:cubicBezTo>
                  <a:cubicBezTo>
                    <a:pt x="123" y="5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27"/>
            <p:cNvSpPr/>
            <p:nvPr/>
          </p:nvSpPr>
          <p:spPr>
            <a:xfrm>
              <a:off x="4804250" y="2969925"/>
              <a:ext cx="5700" cy="6525"/>
            </a:xfrm>
            <a:custGeom>
              <a:avLst/>
              <a:gdLst/>
              <a:ahLst/>
              <a:cxnLst/>
              <a:rect l="l" t="t" r="r" b="b"/>
              <a:pathLst>
                <a:path w="228" h="261" extrusionOk="0">
                  <a:moveTo>
                    <a:pt x="103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21" y="190"/>
                    <a:pt x="37" y="223"/>
                    <a:pt x="54" y="244"/>
                  </a:cubicBezTo>
                  <a:cubicBezTo>
                    <a:pt x="70" y="260"/>
                    <a:pt x="103" y="260"/>
                    <a:pt x="141" y="260"/>
                  </a:cubicBezTo>
                  <a:cubicBezTo>
                    <a:pt x="157" y="260"/>
                    <a:pt x="190" y="244"/>
                    <a:pt x="206" y="206"/>
                  </a:cubicBezTo>
                  <a:cubicBezTo>
                    <a:pt x="227" y="173"/>
                    <a:pt x="227" y="140"/>
                    <a:pt x="227" y="103"/>
                  </a:cubicBezTo>
                  <a:cubicBezTo>
                    <a:pt x="227" y="70"/>
                    <a:pt x="206" y="54"/>
                    <a:pt x="190" y="37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27"/>
            <p:cNvSpPr/>
            <p:nvPr/>
          </p:nvSpPr>
          <p:spPr>
            <a:xfrm>
              <a:off x="4885875" y="2967350"/>
              <a:ext cx="6525" cy="6400"/>
            </a:xfrm>
            <a:custGeom>
              <a:avLst/>
              <a:gdLst/>
              <a:ahLst/>
              <a:cxnLst/>
              <a:rect l="l" t="t" r="r" b="b"/>
              <a:pathLst>
                <a:path w="261" h="256" extrusionOk="0">
                  <a:moveTo>
                    <a:pt x="137" y="0"/>
                  </a:moveTo>
                  <a:cubicBezTo>
                    <a:pt x="120" y="0"/>
                    <a:pt x="87" y="0"/>
                    <a:pt x="71" y="37"/>
                  </a:cubicBezTo>
                  <a:cubicBezTo>
                    <a:pt x="17" y="70"/>
                    <a:pt x="1" y="157"/>
                    <a:pt x="54" y="206"/>
                  </a:cubicBezTo>
                  <a:cubicBezTo>
                    <a:pt x="73" y="237"/>
                    <a:pt x="104" y="256"/>
                    <a:pt x="137" y="256"/>
                  </a:cubicBezTo>
                  <a:cubicBezTo>
                    <a:pt x="161" y="256"/>
                    <a:pt x="186" y="246"/>
                    <a:pt x="207" y="223"/>
                  </a:cubicBezTo>
                  <a:cubicBezTo>
                    <a:pt x="240" y="190"/>
                    <a:pt x="260" y="103"/>
                    <a:pt x="223" y="54"/>
                  </a:cubicBezTo>
                  <a:cubicBezTo>
                    <a:pt x="207" y="37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27"/>
            <p:cNvSpPr/>
            <p:nvPr/>
          </p:nvSpPr>
          <p:spPr>
            <a:xfrm>
              <a:off x="4836500" y="29933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2" y="1"/>
                  </a:moveTo>
                  <a:cubicBezTo>
                    <a:pt x="93" y="1"/>
                    <a:pt x="77" y="13"/>
                    <a:pt x="50" y="28"/>
                  </a:cubicBezTo>
                  <a:cubicBezTo>
                    <a:pt x="17" y="78"/>
                    <a:pt x="1" y="164"/>
                    <a:pt x="34" y="214"/>
                  </a:cubicBezTo>
                  <a:cubicBezTo>
                    <a:pt x="50" y="251"/>
                    <a:pt x="87" y="267"/>
                    <a:pt x="120" y="267"/>
                  </a:cubicBezTo>
                  <a:cubicBezTo>
                    <a:pt x="137" y="267"/>
                    <a:pt x="174" y="251"/>
                    <a:pt x="190" y="234"/>
                  </a:cubicBezTo>
                  <a:cubicBezTo>
                    <a:pt x="223" y="214"/>
                    <a:pt x="240" y="181"/>
                    <a:pt x="240" y="148"/>
                  </a:cubicBezTo>
                  <a:cubicBezTo>
                    <a:pt x="240" y="110"/>
                    <a:pt x="223" y="78"/>
                    <a:pt x="207" y="45"/>
                  </a:cubicBezTo>
                  <a:cubicBezTo>
                    <a:pt x="207" y="28"/>
                    <a:pt x="190" y="28"/>
                    <a:pt x="174" y="7"/>
                  </a:cubicBezTo>
                  <a:lnTo>
                    <a:pt x="137" y="7"/>
                  </a:lnTo>
                  <a:cubicBezTo>
                    <a:pt x="127" y="3"/>
                    <a:pt x="119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27"/>
            <p:cNvSpPr/>
            <p:nvPr/>
          </p:nvSpPr>
          <p:spPr>
            <a:xfrm>
              <a:off x="4844650" y="30077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4" y="0"/>
                  </a:moveTo>
                  <a:cubicBezTo>
                    <a:pt x="54" y="17"/>
                    <a:pt x="1" y="87"/>
                    <a:pt x="17" y="153"/>
                  </a:cubicBezTo>
                  <a:cubicBezTo>
                    <a:pt x="17" y="190"/>
                    <a:pt x="33" y="223"/>
                    <a:pt x="54" y="240"/>
                  </a:cubicBezTo>
                  <a:cubicBezTo>
                    <a:pt x="77" y="251"/>
                    <a:pt x="92" y="265"/>
                    <a:pt x="111" y="265"/>
                  </a:cubicBezTo>
                  <a:cubicBezTo>
                    <a:pt x="118" y="265"/>
                    <a:pt x="127" y="262"/>
                    <a:pt x="137" y="256"/>
                  </a:cubicBezTo>
                  <a:cubicBezTo>
                    <a:pt x="207" y="256"/>
                    <a:pt x="240" y="190"/>
                    <a:pt x="223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27"/>
            <p:cNvSpPr/>
            <p:nvPr/>
          </p:nvSpPr>
          <p:spPr>
            <a:xfrm>
              <a:off x="4843425" y="2978200"/>
              <a:ext cx="5575" cy="6550"/>
            </a:xfrm>
            <a:custGeom>
              <a:avLst/>
              <a:gdLst/>
              <a:ahLst/>
              <a:cxnLst/>
              <a:rect l="l" t="t" r="r" b="b"/>
              <a:pathLst>
                <a:path w="223" h="262" extrusionOk="0">
                  <a:moveTo>
                    <a:pt x="128" y="0"/>
                  </a:moveTo>
                  <a:cubicBezTo>
                    <a:pt x="120" y="0"/>
                    <a:pt x="111" y="5"/>
                    <a:pt x="103" y="16"/>
                  </a:cubicBezTo>
                  <a:cubicBezTo>
                    <a:pt x="33" y="16"/>
                    <a:pt x="0" y="82"/>
                    <a:pt x="0" y="152"/>
                  </a:cubicBezTo>
                  <a:cubicBezTo>
                    <a:pt x="17" y="185"/>
                    <a:pt x="33" y="222"/>
                    <a:pt x="50" y="238"/>
                  </a:cubicBezTo>
                  <a:cubicBezTo>
                    <a:pt x="61" y="250"/>
                    <a:pt x="83" y="262"/>
                    <a:pt x="107" y="262"/>
                  </a:cubicBezTo>
                  <a:cubicBezTo>
                    <a:pt x="116" y="262"/>
                    <a:pt x="126" y="260"/>
                    <a:pt x="136" y="255"/>
                  </a:cubicBezTo>
                  <a:cubicBezTo>
                    <a:pt x="169" y="255"/>
                    <a:pt x="186" y="238"/>
                    <a:pt x="206" y="201"/>
                  </a:cubicBezTo>
                  <a:cubicBezTo>
                    <a:pt x="223" y="185"/>
                    <a:pt x="223" y="152"/>
                    <a:pt x="223" y="119"/>
                  </a:cubicBezTo>
                  <a:cubicBezTo>
                    <a:pt x="223" y="82"/>
                    <a:pt x="206" y="49"/>
                    <a:pt x="186" y="32"/>
                  </a:cubicBezTo>
                  <a:cubicBezTo>
                    <a:pt x="169" y="16"/>
                    <a:pt x="169" y="16"/>
                    <a:pt x="153" y="16"/>
                  </a:cubicBezTo>
                  <a:cubicBezTo>
                    <a:pt x="144" y="5"/>
                    <a:pt x="136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27"/>
            <p:cNvSpPr/>
            <p:nvPr/>
          </p:nvSpPr>
          <p:spPr>
            <a:xfrm>
              <a:off x="4838250" y="2948475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3" y="256"/>
                    <a:pt x="120" y="256"/>
                    <a:pt x="137" y="256"/>
                  </a:cubicBezTo>
                  <a:cubicBezTo>
                    <a:pt x="207" y="240"/>
                    <a:pt x="240" y="174"/>
                    <a:pt x="240" y="104"/>
                  </a:cubicBezTo>
                  <a:cubicBezTo>
                    <a:pt x="224" y="71"/>
                    <a:pt x="207" y="34"/>
                    <a:pt x="186" y="17"/>
                  </a:cubicBezTo>
                  <a:lnTo>
                    <a:pt x="1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27"/>
            <p:cNvSpPr/>
            <p:nvPr/>
          </p:nvSpPr>
          <p:spPr>
            <a:xfrm>
              <a:off x="4844650" y="29629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3" y="0"/>
                  </a:moveTo>
                  <a:cubicBezTo>
                    <a:pt x="124" y="0"/>
                    <a:pt x="115" y="2"/>
                    <a:pt x="104" y="9"/>
                  </a:cubicBezTo>
                  <a:cubicBezTo>
                    <a:pt x="54" y="9"/>
                    <a:pt x="1" y="75"/>
                    <a:pt x="17" y="145"/>
                  </a:cubicBezTo>
                  <a:cubicBezTo>
                    <a:pt x="33" y="215"/>
                    <a:pt x="87" y="265"/>
                    <a:pt x="137" y="265"/>
                  </a:cubicBezTo>
                  <a:cubicBezTo>
                    <a:pt x="174" y="248"/>
                    <a:pt x="207" y="232"/>
                    <a:pt x="223" y="215"/>
                  </a:cubicBezTo>
                  <a:cubicBezTo>
                    <a:pt x="240" y="178"/>
                    <a:pt x="240" y="145"/>
                    <a:pt x="240" y="112"/>
                  </a:cubicBezTo>
                  <a:cubicBezTo>
                    <a:pt x="223" y="75"/>
                    <a:pt x="223" y="42"/>
                    <a:pt x="190" y="26"/>
                  </a:cubicBezTo>
                  <a:lnTo>
                    <a:pt x="174" y="9"/>
                  </a:lnTo>
                  <a:cubicBezTo>
                    <a:pt x="163" y="9"/>
                    <a:pt x="150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27"/>
            <p:cNvSpPr/>
            <p:nvPr/>
          </p:nvSpPr>
          <p:spPr>
            <a:xfrm>
              <a:off x="4830525" y="29657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7" y="0"/>
                  </a:moveTo>
                  <a:cubicBezTo>
                    <a:pt x="104" y="0"/>
                    <a:pt x="67" y="0"/>
                    <a:pt x="50" y="17"/>
                  </a:cubicBezTo>
                  <a:cubicBezTo>
                    <a:pt x="17" y="50"/>
                    <a:pt x="17" y="66"/>
                    <a:pt x="1" y="103"/>
                  </a:cubicBezTo>
                  <a:cubicBezTo>
                    <a:pt x="1" y="153"/>
                    <a:pt x="17" y="169"/>
                    <a:pt x="34" y="206"/>
                  </a:cubicBezTo>
                  <a:cubicBezTo>
                    <a:pt x="50" y="239"/>
                    <a:pt x="67" y="256"/>
                    <a:pt x="104" y="256"/>
                  </a:cubicBezTo>
                  <a:cubicBezTo>
                    <a:pt x="137" y="256"/>
                    <a:pt x="170" y="239"/>
                    <a:pt x="186" y="223"/>
                  </a:cubicBezTo>
                  <a:cubicBezTo>
                    <a:pt x="240" y="186"/>
                    <a:pt x="240" y="103"/>
                    <a:pt x="207" y="50"/>
                  </a:cubicBezTo>
                  <a:cubicBezTo>
                    <a:pt x="186" y="33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27"/>
            <p:cNvSpPr/>
            <p:nvPr/>
          </p:nvSpPr>
          <p:spPr>
            <a:xfrm>
              <a:off x="4827425" y="300972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3" y="1"/>
                  </a:moveTo>
                  <a:cubicBezTo>
                    <a:pt x="117" y="1"/>
                    <a:pt x="111" y="2"/>
                    <a:pt x="104" y="8"/>
                  </a:cubicBezTo>
                  <a:cubicBezTo>
                    <a:pt x="88" y="8"/>
                    <a:pt x="71" y="24"/>
                    <a:pt x="55" y="41"/>
                  </a:cubicBezTo>
                  <a:cubicBezTo>
                    <a:pt x="22" y="57"/>
                    <a:pt x="1" y="111"/>
                    <a:pt x="22" y="144"/>
                  </a:cubicBezTo>
                  <a:cubicBezTo>
                    <a:pt x="22" y="177"/>
                    <a:pt x="38" y="214"/>
                    <a:pt x="55" y="231"/>
                  </a:cubicBezTo>
                  <a:cubicBezTo>
                    <a:pt x="88" y="247"/>
                    <a:pt x="104" y="264"/>
                    <a:pt x="141" y="264"/>
                  </a:cubicBezTo>
                  <a:cubicBezTo>
                    <a:pt x="191" y="247"/>
                    <a:pt x="244" y="198"/>
                    <a:pt x="244" y="128"/>
                  </a:cubicBezTo>
                  <a:lnTo>
                    <a:pt x="244" y="111"/>
                  </a:lnTo>
                  <a:cubicBezTo>
                    <a:pt x="228" y="57"/>
                    <a:pt x="207" y="24"/>
                    <a:pt x="158" y="8"/>
                  </a:cubicBezTo>
                  <a:cubicBezTo>
                    <a:pt x="147" y="8"/>
                    <a:pt x="136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27"/>
            <p:cNvSpPr/>
            <p:nvPr/>
          </p:nvSpPr>
          <p:spPr>
            <a:xfrm>
              <a:off x="4595525" y="2790700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123" y="0"/>
                  </a:moveTo>
                  <a:cubicBezTo>
                    <a:pt x="117" y="0"/>
                    <a:pt x="110" y="2"/>
                    <a:pt x="104" y="8"/>
                  </a:cubicBezTo>
                  <a:lnTo>
                    <a:pt x="71" y="8"/>
                  </a:lnTo>
                  <a:cubicBezTo>
                    <a:pt x="21" y="24"/>
                    <a:pt x="0" y="94"/>
                    <a:pt x="0" y="144"/>
                  </a:cubicBezTo>
                  <a:cubicBezTo>
                    <a:pt x="0" y="177"/>
                    <a:pt x="21" y="214"/>
                    <a:pt x="54" y="230"/>
                  </a:cubicBezTo>
                  <a:cubicBezTo>
                    <a:pt x="71" y="247"/>
                    <a:pt x="104" y="263"/>
                    <a:pt x="141" y="263"/>
                  </a:cubicBezTo>
                  <a:cubicBezTo>
                    <a:pt x="190" y="247"/>
                    <a:pt x="227" y="177"/>
                    <a:pt x="227" y="111"/>
                  </a:cubicBezTo>
                  <a:cubicBezTo>
                    <a:pt x="227" y="94"/>
                    <a:pt x="227" y="94"/>
                    <a:pt x="207" y="74"/>
                  </a:cubicBezTo>
                  <a:cubicBezTo>
                    <a:pt x="207" y="41"/>
                    <a:pt x="174" y="24"/>
                    <a:pt x="157" y="8"/>
                  </a:cubicBezTo>
                  <a:cubicBezTo>
                    <a:pt x="146" y="8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27"/>
            <p:cNvSpPr/>
            <p:nvPr/>
          </p:nvSpPr>
          <p:spPr>
            <a:xfrm>
              <a:off x="4561625" y="2857250"/>
              <a:ext cx="3925" cy="6625"/>
            </a:xfrm>
            <a:custGeom>
              <a:avLst/>
              <a:gdLst/>
              <a:ahLst/>
              <a:cxnLst/>
              <a:rect l="l" t="t" r="r" b="b"/>
              <a:pathLst>
                <a:path w="157" h="265" extrusionOk="0">
                  <a:moveTo>
                    <a:pt x="36" y="0"/>
                  </a:moveTo>
                  <a:cubicBezTo>
                    <a:pt x="30" y="0"/>
                    <a:pt x="23" y="2"/>
                    <a:pt x="17" y="9"/>
                  </a:cubicBezTo>
                  <a:lnTo>
                    <a:pt x="0" y="9"/>
                  </a:lnTo>
                  <a:lnTo>
                    <a:pt x="0" y="248"/>
                  </a:lnTo>
                  <a:cubicBezTo>
                    <a:pt x="17" y="265"/>
                    <a:pt x="37" y="265"/>
                    <a:pt x="54" y="265"/>
                  </a:cubicBezTo>
                  <a:cubicBezTo>
                    <a:pt x="87" y="248"/>
                    <a:pt x="103" y="232"/>
                    <a:pt x="120" y="215"/>
                  </a:cubicBezTo>
                  <a:cubicBezTo>
                    <a:pt x="140" y="178"/>
                    <a:pt x="157" y="145"/>
                    <a:pt x="140" y="112"/>
                  </a:cubicBezTo>
                  <a:cubicBezTo>
                    <a:pt x="140" y="75"/>
                    <a:pt x="120" y="42"/>
                    <a:pt x="103" y="26"/>
                  </a:cubicBezTo>
                  <a:cubicBezTo>
                    <a:pt x="87" y="26"/>
                    <a:pt x="87" y="9"/>
                    <a:pt x="70" y="9"/>
                  </a:cubicBezTo>
                  <a:cubicBezTo>
                    <a:pt x="59" y="9"/>
                    <a:pt x="48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27"/>
            <p:cNvSpPr/>
            <p:nvPr/>
          </p:nvSpPr>
          <p:spPr>
            <a:xfrm>
              <a:off x="4578000" y="28848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83" y="17"/>
                    <a:pt x="50" y="38"/>
                  </a:cubicBezTo>
                  <a:cubicBezTo>
                    <a:pt x="17" y="71"/>
                    <a:pt x="1" y="158"/>
                    <a:pt x="34" y="207"/>
                  </a:cubicBezTo>
                  <a:cubicBezTo>
                    <a:pt x="67" y="244"/>
                    <a:pt x="83" y="261"/>
                    <a:pt x="120" y="261"/>
                  </a:cubicBezTo>
                  <a:cubicBezTo>
                    <a:pt x="153" y="261"/>
                    <a:pt x="170" y="261"/>
                    <a:pt x="207" y="244"/>
                  </a:cubicBezTo>
                  <a:cubicBezTo>
                    <a:pt x="223" y="207"/>
                    <a:pt x="240" y="191"/>
                    <a:pt x="240" y="158"/>
                  </a:cubicBezTo>
                  <a:cubicBezTo>
                    <a:pt x="240" y="120"/>
                    <a:pt x="240" y="87"/>
                    <a:pt x="207" y="54"/>
                  </a:cubicBezTo>
                  <a:cubicBezTo>
                    <a:pt x="207" y="38"/>
                    <a:pt x="186" y="17"/>
                    <a:pt x="170" y="17"/>
                  </a:cubicBezTo>
                  <a:cubicBezTo>
                    <a:pt x="153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27"/>
            <p:cNvSpPr/>
            <p:nvPr/>
          </p:nvSpPr>
          <p:spPr>
            <a:xfrm>
              <a:off x="4568100" y="29193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1"/>
                  </a:moveTo>
                  <a:cubicBezTo>
                    <a:pt x="50" y="17"/>
                    <a:pt x="1" y="83"/>
                    <a:pt x="17" y="153"/>
                  </a:cubicBezTo>
                  <a:cubicBezTo>
                    <a:pt x="17" y="186"/>
                    <a:pt x="34" y="224"/>
                    <a:pt x="67" y="240"/>
                  </a:cubicBezTo>
                  <a:cubicBezTo>
                    <a:pt x="81" y="252"/>
                    <a:pt x="102" y="263"/>
                    <a:pt x="119" y="263"/>
                  </a:cubicBezTo>
                  <a:cubicBezTo>
                    <a:pt x="126" y="263"/>
                    <a:pt x="132" y="261"/>
                    <a:pt x="137" y="257"/>
                  </a:cubicBezTo>
                  <a:cubicBezTo>
                    <a:pt x="207" y="257"/>
                    <a:pt x="240" y="186"/>
                    <a:pt x="240" y="121"/>
                  </a:cubicBezTo>
                  <a:cubicBezTo>
                    <a:pt x="223" y="83"/>
                    <a:pt x="223" y="50"/>
                    <a:pt x="190" y="34"/>
                  </a:cubicBezTo>
                  <a:cubicBezTo>
                    <a:pt x="190" y="17"/>
                    <a:pt x="170" y="17"/>
                    <a:pt x="170" y="17"/>
                  </a:cubicBez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27"/>
            <p:cNvSpPr/>
            <p:nvPr/>
          </p:nvSpPr>
          <p:spPr>
            <a:xfrm>
              <a:off x="4576650" y="2857475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37" y="0"/>
                  </a:moveTo>
                  <a:cubicBezTo>
                    <a:pt x="104" y="0"/>
                    <a:pt x="71" y="0"/>
                    <a:pt x="55" y="33"/>
                  </a:cubicBezTo>
                  <a:cubicBezTo>
                    <a:pt x="17" y="50"/>
                    <a:pt x="17" y="83"/>
                    <a:pt x="1" y="120"/>
                  </a:cubicBezTo>
                  <a:cubicBezTo>
                    <a:pt x="1" y="153"/>
                    <a:pt x="17" y="186"/>
                    <a:pt x="34" y="206"/>
                  </a:cubicBezTo>
                  <a:cubicBezTo>
                    <a:pt x="56" y="245"/>
                    <a:pt x="87" y="261"/>
                    <a:pt x="121" y="261"/>
                  </a:cubicBezTo>
                  <a:cubicBezTo>
                    <a:pt x="144" y="261"/>
                    <a:pt x="168" y="253"/>
                    <a:pt x="191" y="239"/>
                  </a:cubicBezTo>
                  <a:cubicBezTo>
                    <a:pt x="240" y="186"/>
                    <a:pt x="240" y="103"/>
                    <a:pt x="207" y="50"/>
                  </a:cubicBezTo>
                  <a:cubicBezTo>
                    <a:pt x="191" y="33"/>
                    <a:pt x="174" y="17"/>
                    <a:pt x="158" y="17"/>
                  </a:cubicBezTo>
                  <a:cubicBezTo>
                    <a:pt x="158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27"/>
            <p:cNvSpPr/>
            <p:nvPr/>
          </p:nvSpPr>
          <p:spPr>
            <a:xfrm>
              <a:off x="4573675" y="28075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60"/>
                    <a:pt x="240" y="190"/>
                    <a:pt x="223" y="120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27"/>
            <p:cNvSpPr/>
            <p:nvPr/>
          </p:nvSpPr>
          <p:spPr>
            <a:xfrm>
              <a:off x="4571500" y="29489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54" y="0"/>
                    <a:pt x="1" y="70"/>
                    <a:pt x="17" y="136"/>
                  </a:cubicBezTo>
                  <a:cubicBezTo>
                    <a:pt x="17" y="190"/>
                    <a:pt x="34" y="223"/>
                    <a:pt x="71" y="239"/>
                  </a:cubicBezTo>
                  <a:cubicBezTo>
                    <a:pt x="87" y="239"/>
                    <a:pt x="120" y="260"/>
                    <a:pt x="137" y="260"/>
                  </a:cubicBezTo>
                  <a:cubicBezTo>
                    <a:pt x="174" y="239"/>
                    <a:pt x="190" y="223"/>
                    <a:pt x="207" y="206"/>
                  </a:cubicBezTo>
                  <a:cubicBezTo>
                    <a:pt x="240" y="173"/>
                    <a:pt x="240" y="136"/>
                    <a:pt x="240" y="103"/>
                  </a:cubicBezTo>
                  <a:cubicBezTo>
                    <a:pt x="223" y="70"/>
                    <a:pt x="207" y="33"/>
                    <a:pt x="190" y="1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27"/>
            <p:cNvSpPr/>
            <p:nvPr/>
          </p:nvSpPr>
          <p:spPr>
            <a:xfrm>
              <a:off x="4574075" y="290167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04" y="1"/>
                  </a:moveTo>
                  <a:cubicBezTo>
                    <a:pt x="71" y="17"/>
                    <a:pt x="34" y="34"/>
                    <a:pt x="17" y="50"/>
                  </a:cubicBezTo>
                  <a:cubicBezTo>
                    <a:pt x="1" y="88"/>
                    <a:pt x="1" y="120"/>
                    <a:pt x="1" y="153"/>
                  </a:cubicBezTo>
                  <a:cubicBezTo>
                    <a:pt x="17" y="191"/>
                    <a:pt x="17" y="224"/>
                    <a:pt x="54" y="240"/>
                  </a:cubicBezTo>
                  <a:cubicBezTo>
                    <a:pt x="66" y="252"/>
                    <a:pt x="86" y="263"/>
                    <a:pt x="108" y="263"/>
                  </a:cubicBezTo>
                  <a:cubicBezTo>
                    <a:pt x="118" y="263"/>
                    <a:pt x="127" y="261"/>
                    <a:pt x="137" y="257"/>
                  </a:cubicBezTo>
                  <a:cubicBezTo>
                    <a:pt x="191" y="257"/>
                    <a:pt x="240" y="191"/>
                    <a:pt x="224" y="120"/>
                  </a:cubicBezTo>
                  <a:cubicBezTo>
                    <a:pt x="224" y="88"/>
                    <a:pt x="207" y="50"/>
                    <a:pt x="174" y="34"/>
                  </a:cubicBezTo>
                  <a:cubicBezTo>
                    <a:pt x="174" y="17"/>
                    <a:pt x="158" y="17"/>
                    <a:pt x="158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27"/>
            <p:cNvSpPr/>
            <p:nvPr/>
          </p:nvSpPr>
          <p:spPr>
            <a:xfrm>
              <a:off x="4575425" y="297982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04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0" y="190"/>
                    <a:pt x="17" y="223"/>
                    <a:pt x="50" y="239"/>
                  </a:cubicBezTo>
                  <a:cubicBezTo>
                    <a:pt x="66" y="260"/>
                    <a:pt x="104" y="260"/>
                    <a:pt x="137" y="260"/>
                  </a:cubicBezTo>
                  <a:cubicBezTo>
                    <a:pt x="186" y="239"/>
                    <a:pt x="223" y="190"/>
                    <a:pt x="223" y="103"/>
                  </a:cubicBezTo>
                  <a:cubicBezTo>
                    <a:pt x="223" y="70"/>
                    <a:pt x="186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27"/>
            <p:cNvSpPr/>
            <p:nvPr/>
          </p:nvSpPr>
          <p:spPr>
            <a:xfrm>
              <a:off x="4561625" y="2909000"/>
              <a:ext cx="425" cy="3025"/>
            </a:xfrm>
            <a:custGeom>
              <a:avLst/>
              <a:gdLst/>
              <a:ahLst/>
              <a:cxnLst/>
              <a:rect l="l" t="t" r="r" b="b"/>
              <a:pathLst>
                <a:path w="17" h="121" extrusionOk="0">
                  <a:moveTo>
                    <a:pt x="0" y="1"/>
                  </a:moveTo>
                  <a:lnTo>
                    <a:pt x="0" y="120"/>
                  </a:lnTo>
                  <a:cubicBezTo>
                    <a:pt x="17" y="83"/>
                    <a:pt x="17" y="3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27"/>
            <p:cNvSpPr/>
            <p:nvPr/>
          </p:nvSpPr>
          <p:spPr>
            <a:xfrm>
              <a:off x="4566350" y="2824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17"/>
                    <a:pt x="1" y="87"/>
                    <a:pt x="1" y="153"/>
                  </a:cubicBezTo>
                  <a:cubicBezTo>
                    <a:pt x="17" y="190"/>
                    <a:pt x="34" y="223"/>
                    <a:pt x="54" y="240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56"/>
                    <a:pt x="240" y="190"/>
                    <a:pt x="223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27"/>
            <p:cNvSpPr/>
            <p:nvPr/>
          </p:nvSpPr>
          <p:spPr>
            <a:xfrm>
              <a:off x="4565950" y="28406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70" y="0"/>
                    <a:pt x="50" y="1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39"/>
                    <a:pt x="87" y="260"/>
                    <a:pt x="103" y="260"/>
                  </a:cubicBezTo>
                  <a:cubicBezTo>
                    <a:pt x="136" y="260"/>
                    <a:pt x="173" y="239"/>
                    <a:pt x="190" y="223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9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27"/>
            <p:cNvSpPr/>
            <p:nvPr/>
          </p:nvSpPr>
          <p:spPr>
            <a:xfrm>
              <a:off x="4560800" y="2809425"/>
              <a:ext cx="4350" cy="6475"/>
            </a:xfrm>
            <a:custGeom>
              <a:avLst/>
              <a:gdLst/>
              <a:ahLst/>
              <a:cxnLst/>
              <a:rect l="l" t="t" r="r" b="b"/>
              <a:pathLst>
                <a:path w="174" h="259" extrusionOk="0">
                  <a:moveTo>
                    <a:pt x="42" y="1"/>
                  </a:moveTo>
                  <a:cubicBezTo>
                    <a:pt x="29" y="1"/>
                    <a:pt x="17" y="5"/>
                    <a:pt x="0" y="13"/>
                  </a:cubicBezTo>
                  <a:cubicBezTo>
                    <a:pt x="17" y="100"/>
                    <a:pt x="17" y="186"/>
                    <a:pt x="33" y="252"/>
                  </a:cubicBezTo>
                  <a:cubicBezTo>
                    <a:pt x="40" y="256"/>
                    <a:pt x="48" y="258"/>
                    <a:pt x="56" y="258"/>
                  </a:cubicBezTo>
                  <a:cubicBezTo>
                    <a:pt x="88" y="258"/>
                    <a:pt x="123" y="226"/>
                    <a:pt x="136" y="186"/>
                  </a:cubicBezTo>
                  <a:cubicBezTo>
                    <a:pt x="173" y="116"/>
                    <a:pt x="136" y="30"/>
                    <a:pt x="87" y="13"/>
                  </a:cubicBezTo>
                  <a:cubicBezTo>
                    <a:pt x="68" y="5"/>
                    <a:pt x="55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27"/>
            <p:cNvSpPr/>
            <p:nvPr/>
          </p:nvSpPr>
          <p:spPr>
            <a:xfrm>
              <a:off x="4562950" y="2889850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15" y="1"/>
                  </a:moveTo>
                  <a:cubicBezTo>
                    <a:pt x="107" y="1"/>
                    <a:pt x="98" y="3"/>
                    <a:pt x="87" y="8"/>
                  </a:cubicBezTo>
                  <a:lnTo>
                    <a:pt x="67" y="8"/>
                  </a:lnTo>
                  <a:cubicBezTo>
                    <a:pt x="17" y="45"/>
                    <a:pt x="1" y="95"/>
                    <a:pt x="1" y="148"/>
                  </a:cubicBezTo>
                  <a:cubicBezTo>
                    <a:pt x="1" y="181"/>
                    <a:pt x="17" y="214"/>
                    <a:pt x="50" y="231"/>
                  </a:cubicBezTo>
                  <a:cubicBezTo>
                    <a:pt x="67" y="268"/>
                    <a:pt x="104" y="268"/>
                    <a:pt x="120" y="268"/>
                  </a:cubicBezTo>
                  <a:cubicBezTo>
                    <a:pt x="190" y="251"/>
                    <a:pt x="223" y="181"/>
                    <a:pt x="223" y="111"/>
                  </a:cubicBezTo>
                  <a:cubicBezTo>
                    <a:pt x="223" y="95"/>
                    <a:pt x="207" y="95"/>
                    <a:pt x="207" y="78"/>
                  </a:cubicBezTo>
                  <a:cubicBezTo>
                    <a:pt x="207" y="45"/>
                    <a:pt x="170" y="25"/>
                    <a:pt x="153" y="8"/>
                  </a:cubicBezTo>
                  <a:cubicBezTo>
                    <a:pt x="142" y="8"/>
                    <a:pt x="131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27"/>
            <p:cNvSpPr/>
            <p:nvPr/>
          </p:nvSpPr>
          <p:spPr>
            <a:xfrm>
              <a:off x="4561625" y="2951050"/>
              <a:ext cx="950" cy="5175"/>
            </a:xfrm>
            <a:custGeom>
              <a:avLst/>
              <a:gdLst/>
              <a:ahLst/>
              <a:cxnLst/>
              <a:rect l="l" t="t" r="r" b="b"/>
              <a:pathLst>
                <a:path w="38" h="207" extrusionOk="0">
                  <a:moveTo>
                    <a:pt x="0" y="1"/>
                  </a:moveTo>
                  <a:lnTo>
                    <a:pt x="0" y="207"/>
                  </a:lnTo>
                  <a:cubicBezTo>
                    <a:pt x="17" y="174"/>
                    <a:pt x="37" y="120"/>
                    <a:pt x="37" y="87"/>
                  </a:cubicBezTo>
                  <a:cubicBezTo>
                    <a:pt x="17" y="50"/>
                    <a:pt x="17" y="3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27"/>
            <p:cNvSpPr/>
            <p:nvPr/>
          </p:nvSpPr>
          <p:spPr>
            <a:xfrm>
              <a:off x="4561625" y="293325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85" y="1"/>
                  </a:moveTo>
                  <a:cubicBezTo>
                    <a:pt x="69" y="1"/>
                    <a:pt x="49" y="13"/>
                    <a:pt x="37" y="24"/>
                  </a:cubicBezTo>
                  <a:cubicBezTo>
                    <a:pt x="17" y="41"/>
                    <a:pt x="0" y="61"/>
                    <a:pt x="0" y="94"/>
                  </a:cubicBezTo>
                  <a:lnTo>
                    <a:pt x="0" y="164"/>
                  </a:lnTo>
                  <a:cubicBezTo>
                    <a:pt x="0" y="181"/>
                    <a:pt x="0" y="197"/>
                    <a:pt x="17" y="214"/>
                  </a:cubicBezTo>
                  <a:cubicBezTo>
                    <a:pt x="38" y="245"/>
                    <a:pt x="69" y="263"/>
                    <a:pt x="101" y="263"/>
                  </a:cubicBezTo>
                  <a:cubicBezTo>
                    <a:pt x="125" y="263"/>
                    <a:pt x="150" y="253"/>
                    <a:pt x="173" y="230"/>
                  </a:cubicBezTo>
                  <a:cubicBezTo>
                    <a:pt x="206" y="181"/>
                    <a:pt x="223" y="111"/>
                    <a:pt x="190" y="41"/>
                  </a:cubicBezTo>
                  <a:cubicBezTo>
                    <a:pt x="173" y="24"/>
                    <a:pt x="157" y="8"/>
                    <a:pt x="140" y="8"/>
                  </a:cubicBezTo>
                  <a:lnTo>
                    <a:pt x="103" y="8"/>
                  </a:lnTo>
                  <a:cubicBezTo>
                    <a:pt x="98" y="3"/>
                    <a:pt x="92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27"/>
            <p:cNvSpPr/>
            <p:nvPr/>
          </p:nvSpPr>
          <p:spPr>
            <a:xfrm>
              <a:off x="4579250" y="28376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33" y="17"/>
                    <a:pt x="0" y="71"/>
                    <a:pt x="0" y="153"/>
                  </a:cubicBezTo>
                  <a:cubicBezTo>
                    <a:pt x="0" y="190"/>
                    <a:pt x="17" y="207"/>
                    <a:pt x="54" y="240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23" y="71"/>
                    <a:pt x="206" y="50"/>
                    <a:pt x="173" y="17"/>
                  </a:cubicBezTo>
                  <a:cubicBezTo>
                    <a:pt x="173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27"/>
            <p:cNvSpPr/>
            <p:nvPr/>
          </p:nvSpPr>
          <p:spPr>
            <a:xfrm>
              <a:off x="4613550" y="2815575"/>
              <a:ext cx="6125" cy="6675"/>
            </a:xfrm>
            <a:custGeom>
              <a:avLst/>
              <a:gdLst/>
              <a:ahLst/>
              <a:cxnLst/>
              <a:rect l="l" t="t" r="r" b="b"/>
              <a:pathLst>
                <a:path w="245" h="267" extrusionOk="0">
                  <a:moveTo>
                    <a:pt x="128" y="1"/>
                  </a:moveTo>
                  <a:cubicBezTo>
                    <a:pt x="82" y="1"/>
                    <a:pt x="47" y="23"/>
                    <a:pt x="22" y="77"/>
                  </a:cubicBezTo>
                  <a:cubicBezTo>
                    <a:pt x="1" y="147"/>
                    <a:pt x="38" y="233"/>
                    <a:pt x="88" y="250"/>
                  </a:cubicBezTo>
                  <a:cubicBezTo>
                    <a:pt x="104" y="266"/>
                    <a:pt x="125" y="266"/>
                    <a:pt x="141" y="266"/>
                  </a:cubicBezTo>
                  <a:cubicBezTo>
                    <a:pt x="174" y="250"/>
                    <a:pt x="207" y="233"/>
                    <a:pt x="228" y="180"/>
                  </a:cubicBezTo>
                  <a:cubicBezTo>
                    <a:pt x="244" y="130"/>
                    <a:pt x="244" y="77"/>
                    <a:pt x="207" y="44"/>
                  </a:cubicBezTo>
                  <a:cubicBezTo>
                    <a:pt x="191" y="27"/>
                    <a:pt x="191" y="6"/>
                    <a:pt x="174" y="6"/>
                  </a:cubicBezTo>
                  <a:cubicBezTo>
                    <a:pt x="158" y="3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27"/>
            <p:cNvSpPr/>
            <p:nvPr/>
          </p:nvSpPr>
          <p:spPr>
            <a:xfrm>
              <a:off x="4640675" y="27814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120" y="1"/>
                    <a:pt x="87" y="17"/>
                    <a:pt x="70" y="17"/>
                  </a:cubicBezTo>
                  <a:cubicBezTo>
                    <a:pt x="17" y="33"/>
                    <a:pt x="0" y="87"/>
                    <a:pt x="17" y="137"/>
                  </a:cubicBezTo>
                  <a:cubicBezTo>
                    <a:pt x="17" y="174"/>
                    <a:pt x="33" y="207"/>
                    <a:pt x="50" y="223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54"/>
                    <a:pt x="19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27"/>
            <p:cNvSpPr/>
            <p:nvPr/>
          </p:nvSpPr>
          <p:spPr>
            <a:xfrm>
              <a:off x="4611925" y="28330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03" y="0"/>
                  </a:moveTo>
                  <a:cubicBezTo>
                    <a:pt x="86" y="0"/>
                    <a:pt x="68" y="4"/>
                    <a:pt x="49" y="12"/>
                  </a:cubicBezTo>
                  <a:cubicBezTo>
                    <a:pt x="33" y="29"/>
                    <a:pt x="16" y="50"/>
                    <a:pt x="0" y="83"/>
                  </a:cubicBezTo>
                  <a:lnTo>
                    <a:pt x="0" y="169"/>
                  </a:lnTo>
                  <a:cubicBezTo>
                    <a:pt x="16" y="202"/>
                    <a:pt x="33" y="235"/>
                    <a:pt x="66" y="256"/>
                  </a:cubicBezTo>
                  <a:cubicBezTo>
                    <a:pt x="78" y="260"/>
                    <a:pt x="92" y="262"/>
                    <a:pt x="105" y="262"/>
                  </a:cubicBezTo>
                  <a:cubicBezTo>
                    <a:pt x="149" y="262"/>
                    <a:pt x="194" y="239"/>
                    <a:pt x="206" y="186"/>
                  </a:cubicBezTo>
                  <a:cubicBezTo>
                    <a:pt x="239" y="116"/>
                    <a:pt x="206" y="29"/>
                    <a:pt x="153" y="12"/>
                  </a:cubicBezTo>
                  <a:cubicBezTo>
                    <a:pt x="136" y="4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27"/>
            <p:cNvSpPr/>
            <p:nvPr/>
          </p:nvSpPr>
          <p:spPr>
            <a:xfrm>
              <a:off x="4798275" y="30323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04" y="1"/>
                  </a:moveTo>
                  <a:cubicBezTo>
                    <a:pt x="87" y="1"/>
                    <a:pt x="70" y="6"/>
                    <a:pt x="54" y="16"/>
                  </a:cubicBezTo>
                  <a:cubicBezTo>
                    <a:pt x="33" y="33"/>
                    <a:pt x="17" y="66"/>
                    <a:pt x="17" y="82"/>
                  </a:cubicBezTo>
                  <a:cubicBezTo>
                    <a:pt x="0" y="119"/>
                    <a:pt x="0" y="152"/>
                    <a:pt x="0" y="169"/>
                  </a:cubicBezTo>
                  <a:cubicBezTo>
                    <a:pt x="17" y="202"/>
                    <a:pt x="33" y="239"/>
                    <a:pt x="70" y="255"/>
                  </a:cubicBezTo>
                  <a:cubicBezTo>
                    <a:pt x="88" y="264"/>
                    <a:pt x="104" y="268"/>
                    <a:pt x="120" y="268"/>
                  </a:cubicBezTo>
                  <a:cubicBezTo>
                    <a:pt x="163" y="268"/>
                    <a:pt x="199" y="237"/>
                    <a:pt x="223" y="185"/>
                  </a:cubicBezTo>
                  <a:cubicBezTo>
                    <a:pt x="239" y="119"/>
                    <a:pt x="206" y="33"/>
                    <a:pt x="157" y="16"/>
                  </a:cubicBezTo>
                  <a:cubicBezTo>
                    <a:pt x="138" y="6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27"/>
            <p:cNvSpPr/>
            <p:nvPr/>
          </p:nvSpPr>
          <p:spPr>
            <a:xfrm>
              <a:off x="4580575" y="2821700"/>
              <a:ext cx="6425" cy="6425"/>
            </a:xfrm>
            <a:custGeom>
              <a:avLst/>
              <a:gdLst/>
              <a:ahLst/>
              <a:cxnLst/>
              <a:rect l="l" t="t" r="r" b="b"/>
              <a:pathLst>
                <a:path w="257" h="257" extrusionOk="0">
                  <a:moveTo>
                    <a:pt x="136" y="0"/>
                  </a:moveTo>
                  <a:cubicBezTo>
                    <a:pt x="85" y="0"/>
                    <a:pt x="44" y="30"/>
                    <a:pt x="17" y="71"/>
                  </a:cubicBezTo>
                  <a:cubicBezTo>
                    <a:pt x="1" y="141"/>
                    <a:pt x="34" y="227"/>
                    <a:pt x="83" y="244"/>
                  </a:cubicBezTo>
                  <a:cubicBezTo>
                    <a:pt x="97" y="253"/>
                    <a:pt x="113" y="257"/>
                    <a:pt x="128" y="257"/>
                  </a:cubicBezTo>
                  <a:cubicBezTo>
                    <a:pt x="170" y="257"/>
                    <a:pt x="211" y="225"/>
                    <a:pt x="223" y="174"/>
                  </a:cubicBezTo>
                  <a:cubicBezTo>
                    <a:pt x="256" y="108"/>
                    <a:pt x="223" y="38"/>
                    <a:pt x="170" y="5"/>
                  </a:cubicBezTo>
                  <a:cubicBezTo>
                    <a:pt x="158" y="2"/>
                    <a:pt x="14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27"/>
            <p:cNvSpPr/>
            <p:nvPr/>
          </p:nvSpPr>
          <p:spPr>
            <a:xfrm>
              <a:off x="4945150" y="2958375"/>
              <a:ext cx="5575" cy="6000"/>
            </a:xfrm>
            <a:custGeom>
              <a:avLst/>
              <a:gdLst/>
              <a:ahLst/>
              <a:cxnLst/>
              <a:rect l="l" t="t" r="r" b="b"/>
              <a:pathLst>
                <a:path w="223" h="240" extrusionOk="0">
                  <a:moveTo>
                    <a:pt x="54" y="1"/>
                  </a:moveTo>
                  <a:cubicBezTo>
                    <a:pt x="17" y="50"/>
                    <a:pt x="0" y="137"/>
                    <a:pt x="54" y="190"/>
                  </a:cubicBezTo>
                  <a:cubicBezTo>
                    <a:pt x="70" y="207"/>
                    <a:pt x="87" y="223"/>
                    <a:pt x="120" y="240"/>
                  </a:cubicBezTo>
                  <a:cubicBezTo>
                    <a:pt x="157" y="240"/>
                    <a:pt x="174" y="223"/>
                    <a:pt x="206" y="207"/>
                  </a:cubicBezTo>
                  <a:cubicBezTo>
                    <a:pt x="206" y="190"/>
                    <a:pt x="223" y="190"/>
                    <a:pt x="223" y="170"/>
                  </a:cubicBezTo>
                  <a:cubicBezTo>
                    <a:pt x="174" y="120"/>
                    <a:pt x="120" y="50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27"/>
            <p:cNvSpPr/>
            <p:nvPr/>
          </p:nvSpPr>
          <p:spPr>
            <a:xfrm>
              <a:off x="4893200" y="29536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3"/>
                  </a:cubicBezTo>
                  <a:cubicBezTo>
                    <a:pt x="87" y="256"/>
                    <a:pt x="103" y="256"/>
                    <a:pt x="136" y="256"/>
                  </a:cubicBezTo>
                  <a:cubicBezTo>
                    <a:pt x="207" y="240"/>
                    <a:pt x="240" y="174"/>
                    <a:pt x="240" y="104"/>
                  </a:cubicBezTo>
                  <a:cubicBezTo>
                    <a:pt x="223" y="71"/>
                    <a:pt x="207" y="34"/>
                    <a:pt x="190" y="17"/>
                  </a:cubicBezTo>
                  <a:cubicBezTo>
                    <a:pt x="190" y="17"/>
                    <a:pt x="17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27"/>
            <p:cNvSpPr/>
            <p:nvPr/>
          </p:nvSpPr>
          <p:spPr>
            <a:xfrm>
              <a:off x="4899175" y="293600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7" y="1"/>
                  </a:moveTo>
                  <a:cubicBezTo>
                    <a:pt x="71" y="1"/>
                    <a:pt x="38" y="17"/>
                    <a:pt x="17" y="54"/>
                  </a:cubicBezTo>
                  <a:cubicBezTo>
                    <a:pt x="1" y="71"/>
                    <a:pt x="1" y="104"/>
                    <a:pt x="1" y="137"/>
                  </a:cubicBezTo>
                  <a:cubicBezTo>
                    <a:pt x="1" y="174"/>
                    <a:pt x="17" y="207"/>
                    <a:pt x="54" y="223"/>
                  </a:cubicBezTo>
                  <a:cubicBezTo>
                    <a:pt x="71" y="261"/>
                    <a:pt x="104" y="261"/>
                    <a:pt x="120" y="261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23" y="71"/>
                    <a:pt x="207" y="34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27"/>
            <p:cNvSpPr/>
            <p:nvPr/>
          </p:nvSpPr>
          <p:spPr>
            <a:xfrm>
              <a:off x="4888050" y="2926525"/>
              <a:ext cx="5575" cy="3950"/>
            </a:xfrm>
            <a:custGeom>
              <a:avLst/>
              <a:gdLst/>
              <a:ahLst/>
              <a:cxnLst/>
              <a:rect l="l" t="t" r="r" b="b"/>
              <a:pathLst>
                <a:path w="223" h="158" extrusionOk="0">
                  <a:moveTo>
                    <a:pt x="0" y="1"/>
                  </a:moveTo>
                  <a:lnTo>
                    <a:pt x="0" y="54"/>
                  </a:lnTo>
                  <a:cubicBezTo>
                    <a:pt x="0" y="87"/>
                    <a:pt x="17" y="124"/>
                    <a:pt x="33" y="141"/>
                  </a:cubicBezTo>
                  <a:cubicBezTo>
                    <a:pt x="70" y="157"/>
                    <a:pt x="103" y="157"/>
                    <a:pt x="120" y="157"/>
                  </a:cubicBezTo>
                  <a:cubicBezTo>
                    <a:pt x="173" y="157"/>
                    <a:pt x="223" y="87"/>
                    <a:pt x="223" y="38"/>
                  </a:cubicBezTo>
                  <a:cubicBezTo>
                    <a:pt x="153" y="21"/>
                    <a:pt x="87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27"/>
            <p:cNvSpPr/>
            <p:nvPr/>
          </p:nvSpPr>
          <p:spPr>
            <a:xfrm>
              <a:off x="4889275" y="2999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29" y="0"/>
                  </a:moveTo>
                  <a:cubicBezTo>
                    <a:pt x="83" y="0"/>
                    <a:pt x="35" y="33"/>
                    <a:pt x="21" y="91"/>
                  </a:cubicBezTo>
                  <a:cubicBezTo>
                    <a:pt x="1" y="141"/>
                    <a:pt x="21" y="227"/>
                    <a:pt x="87" y="244"/>
                  </a:cubicBezTo>
                  <a:cubicBezTo>
                    <a:pt x="104" y="260"/>
                    <a:pt x="124" y="260"/>
                    <a:pt x="141" y="260"/>
                  </a:cubicBezTo>
                  <a:cubicBezTo>
                    <a:pt x="174" y="260"/>
                    <a:pt x="207" y="227"/>
                    <a:pt x="227" y="174"/>
                  </a:cubicBezTo>
                  <a:cubicBezTo>
                    <a:pt x="244" y="124"/>
                    <a:pt x="227" y="71"/>
                    <a:pt x="207" y="38"/>
                  </a:cubicBezTo>
                  <a:cubicBezTo>
                    <a:pt x="190" y="21"/>
                    <a:pt x="174" y="21"/>
                    <a:pt x="157" y="5"/>
                  </a:cubicBezTo>
                  <a:cubicBezTo>
                    <a:pt x="148" y="2"/>
                    <a:pt x="139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27"/>
            <p:cNvSpPr/>
            <p:nvPr/>
          </p:nvSpPr>
          <p:spPr>
            <a:xfrm>
              <a:off x="4588725" y="2808550"/>
              <a:ext cx="6400" cy="6475"/>
            </a:xfrm>
            <a:custGeom>
              <a:avLst/>
              <a:gdLst/>
              <a:ahLst/>
              <a:cxnLst/>
              <a:rect l="l" t="t" r="r" b="b"/>
              <a:pathLst>
                <a:path w="256" h="259" extrusionOk="0">
                  <a:moveTo>
                    <a:pt x="126" y="1"/>
                  </a:moveTo>
                  <a:cubicBezTo>
                    <a:pt x="86" y="1"/>
                    <a:pt x="45" y="33"/>
                    <a:pt x="33" y="81"/>
                  </a:cubicBezTo>
                  <a:cubicBezTo>
                    <a:pt x="0" y="151"/>
                    <a:pt x="33" y="221"/>
                    <a:pt x="87" y="254"/>
                  </a:cubicBezTo>
                  <a:cubicBezTo>
                    <a:pt x="98" y="257"/>
                    <a:pt x="109" y="259"/>
                    <a:pt x="120" y="259"/>
                  </a:cubicBezTo>
                  <a:cubicBezTo>
                    <a:pt x="171" y="259"/>
                    <a:pt x="212" y="226"/>
                    <a:pt x="239" y="168"/>
                  </a:cubicBezTo>
                  <a:cubicBezTo>
                    <a:pt x="256" y="102"/>
                    <a:pt x="223" y="32"/>
                    <a:pt x="169" y="15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27"/>
            <p:cNvSpPr/>
            <p:nvPr/>
          </p:nvSpPr>
          <p:spPr>
            <a:xfrm>
              <a:off x="4584800" y="28698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4" y="1"/>
                  </a:moveTo>
                  <a:cubicBezTo>
                    <a:pt x="54" y="22"/>
                    <a:pt x="1" y="88"/>
                    <a:pt x="17" y="158"/>
                  </a:cubicBezTo>
                  <a:cubicBezTo>
                    <a:pt x="17" y="191"/>
                    <a:pt x="38" y="228"/>
                    <a:pt x="71" y="244"/>
                  </a:cubicBezTo>
                  <a:cubicBezTo>
                    <a:pt x="82" y="256"/>
                    <a:pt x="102" y="268"/>
                    <a:pt x="120" y="268"/>
                  </a:cubicBezTo>
                  <a:cubicBezTo>
                    <a:pt x="128" y="268"/>
                    <a:pt x="135" y="266"/>
                    <a:pt x="141" y="261"/>
                  </a:cubicBezTo>
                  <a:cubicBezTo>
                    <a:pt x="174" y="261"/>
                    <a:pt x="207" y="244"/>
                    <a:pt x="223" y="207"/>
                  </a:cubicBezTo>
                  <a:cubicBezTo>
                    <a:pt x="244" y="191"/>
                    <a:pt x="244" y="158"/>
                    <a:pt x="244" y="125"/>
                  </a:cubicBezTo>
                  <a:cubicBezTo>
                    <a:pt x="223" y="88"/>
                    <a:pt x="223" y="55"/>
                    <a:pt x="190" y="38"/>
                  </a:cubicBezTo>
                  <a:cubicBezTo>
                    <a:pt x="190" y="22"/>
                    <a:pt x="174" y="22"/>
                    <a:pt x="174" y="22"/>
                  </a:cubicBezTo>
                  <a:cubicBezTo>
                    <a:pt x="15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27"/>
            <p:cNvSpPr/>
            <p:nvPr/>
          </p:nvSpPr>
          <p:spPr>
            <a:xfrm>
              <a:off x="4593875" y="28337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7" y="1"/>
                  </a:moveTo>
                  <a:cubicBezTo>
                    <a:pt x="104" y="1"/>
                    <a:pt x="66" y="22"/>
                    <a:pt x="50" y="38"/>
                  </a:cubicBezTo>
                  <a:cubicBezTo>
                    <a:pt x="0" y="88"/>
                    <a:pt x="0" y="158"/>
                    <a:pt x="33" y="228"/>
                  </a:cubicBezTo>
                  <a:cubicBezTo>
                    <a:pt x="52" y="255"/>
                    <a:pt x="81" y="267"/>
                    <a:pt x="113" y="267"/>
                  </a:cubicBezTo>
                  <a:cubicBezTo>
                    <a:pt x="139" y="267"/>
                    <a:pt x="166" y="259"/>
                    <a:pt x="190" y="244"/>
                  </a:cubicBezTo>
                  <a:cubicBezTo>
                    <a:pt x="240" y="191"/>
                    <a:pt x="240" y="104"/>
                    <a:pt x="207" y="55"/>
                  </a:cubicBezTo>
                  <a:cubicBezTo>
                    <a:pt x="190" y="38"/>
                    <a:pt x="170" y="22"/>
                    <a:pt x="153" y="22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27"/>
            <p:cNvSpPr/>
            <p:nvPr/>
          </p:nvSpPr>
          <p:spPr>
            <a:xfrm>
              <a:off x="4604600" y="2849350"/>
              <a:ext cx="5575" cy="6550"/>
            </a:xfrm>
            <a:custGeom>
              <a:avLst/>
              <a:gdLst/>
              <a:ahLst/>
              <a:cxnLst/>
              <a:rect l="l" t="t" r="r" b="b"/>
              <a:pathLst>
                <a:path w="223" h="262" extrusionOk="0">
                  <a:moveTo>
                    <a:pt x="114" y="1"/>
                  </a:moveTo>
                  <a:cubicBezTo>
                    <a:pt x="107" y="1"/>
                    <a:pt x="103" y="6"/>
                    <a:pt x="103" y="16"/>
                  </a:cubicBezTo>
                  <a:cubicBezTo>
                    <a:pt x="33" y="16"/>
                    <a:pt x="0" y="82"/>
                    <a:pt x="0" y="152"/>
                  </a:cubicBezTo>
                  <a:cubicBezTo>
                    <a:pt x="0" y="185"/>
                    <a:pt x="33" y="222"/>
                    <a:pt x="50" y="239"/>
                  </a:cubicBezTo>
                  <a:cubicBezTo>
                    <a:pt x="64" y="250"/>
                    <a:pt x="85" y="262"/>
                    <a:pt x="102" y="262"/>
                  </a:cubicBezTo>
                  <a:cubicBezTo>
                    <a:pt x="109" y="262"/>
                    <a:pt x="115" y="260"/>
                    <a:pt x="120" y="255"/>
                  </a:cubicBezTo>
                  <a:cubicBezTo>
                    <a:pt x="153" y="255"/>
                    <a:pt x="190" y="239"/>
                    <a:pt x="206" y="202"/>
                  </a:cubicBezTo>
                  <a:cubicBezTo>
                    <a:pt x="223" y="185"/>
                    <a:pt x="223" y="152"/>
                    <a:pt x="223" y="119"/>
                  </a:cubicBezTo>
                  <a:cubicBezTo>
                    <a:pt x="223" y="82"/>
                    <a:pt x="206" y="49"/>
                    <a:pt x="173" y="32"/>
                  </a:cubicBezTo>
                  <a:cubicBezTo>
                    <a:pt x="173" y="16"/>
                    <a:pt x="153" y="16"/>
                    <a:pt x="153" y="16"/>
                  </a:cubicBezTo>
                  <a:lnTo>
                    <a:pt x="136" y="16"/>
                  </a:lnTo>
                  <a:cubicBezTo>
                    <a:pt x="128" y="6"/>
                    <a:pt x="120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27"/>
            <p:cNvSpPr/>
            <p:nvPr/>
          </p:nvSpPr>
          <p:spPr>
            <a:xfrm>
              <a:off x="4561625" y="2982800"/>
              <a:ext cx="3000" cy="6525"/>
            </a:xfrm>
            <a:custGeom>
              <a:avLst/>
              <a:gdLst/>
              <a:ahLst/>
              <a:cxnLst/>
              <a:rect l="l" t="t" r="r" b="b"/>
              <a:pathLst>
                <a:path w="120" h="261" extrusionOk="0">
                  <a:moveTo>
                    <a:pt x="0" y="1"/>
                  </a:moveTo>
                  <a:lnTo>
                    <a:pt x="0" y="260"/>
                  </a:lnTo>
                  <a:cubicBezTo>
                    <a:pt x="54" y="260"/>
                    <a:pt x="87" y="223"/>
                    <a:pt x="103" y="174"/>
                  </a:cubicBezTo>
                  <a:cubicBezTo>
                    <a:pt x="120" y="141"/>
                    <a:pt x="103" y="87"/>
                    <a:pt x="87" y="38"/>
                  </a:cubicBezTo>
                  <a:cubicBezTo>
                    <a:pt x="70" y="38"/>
                    <a:pt x="54" y="17"/>
                    <a:pt x="37" y="17"/>
                  </a:cubicBezTo>
                  <a:cubicBezTo>
                    <a:pt x="17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27"/>
            <p:cNvSpPr/>
            <p:nvPr/>
          </p:nvSpPr>
          <p:spPr>
            <a:xfrm>
              <a:off x="4601200" y="282005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0" y="190"/>
                    <a:pt x="17" y="223"/>
                    <a:pt x="50" y="240"/>
                  </a:cubicBezTo>
                  <a:cubicBezTo>
                    <a:pt x="61" y="254"/>
                    <a:pt x="84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86" y="260"/>
                    <a:pt x="223" y="190"/>
                    <a:pt x="223" y="120"/>
                  </a:cubicBezTo>
                  <a:cubicBezTo>
                    <a:pt x="223" y="87"/>
                    <a:pt x="206" y="54"/>
                    <a:pt x="169" y="34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27"/>
            <p:cNvSpPr/>
            <p:nvPr/>
          </p:nvSpPr>
          <p:spPr>
            <a:xfrm>
              <a:off x="4596875" y="286612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21" y="0"/>
                  </a:moveTo>
                  <a:cubicBezTo>
                    <a:pt x="76" y="0"/>
                    <a:pt x="41" y="31"/>
                    <a:pt x="17" y="83"/>
                  </a:cubicBezTo>
                  <a:cubicBezTo>
                    <a:pt x="0" y="149"/>
                    <a:pt x="33" y="219"/>
                    <a:pt x="87" y="252"/>
                  </a:cubicBezTo>
                  <a:lnTo>
                    <a:pt x="136" y="252"/>
                  </a:lnTo>
                  <a:cubicBezTo>
                    <a:pt x="173" y="252"/>
                    <a:pt x="223" y="219"/>
                    <a:pt x="223" y="186"/>
                  </a:cubicBezTo>
                  <a:cubicBezTo>
                    <a:pt x="239" y="132"/>
                    <a:pt x="239" y="83"/>
                    <a:pt x="206" y="46"/>
                  </a:cubicBezTo>
                  <a:cubicBezTo>
                    <a:pt x="206" y="29"/>
                    <a:pt x="190" y="13"/>
                    <a:pt x="173" y="13"/>
                  </a:cubicBezTo>
                  <a:cubicBezTo>
                    <a:pt x="155" y="4"/>
                    <a:pt x="137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3">
    <p:spTree>
      <p:nvGrpSpPr>
        <p:cNvPr id="1" name="Shape 12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41" name="Google Shape;12041;p31"/>
          <p:cNvSpPr/>
          <p:nvPr/>
        </p:nvSpPr>
        <p:spPr>
          <a:xfrm rot="-5400000" flipH="1">
            <a:off x="-534526" y="3678799"/>
            <a:ext cx="1936872" cy="1891301"/>
          </a:xfrm>
          <a:custGeom>
            <a:avLst/>
            <a:gdLst/>
            <a:ahLst/>
            <a:cxnLst/>
            <a:rect l="l" t="t" r="r" b="b"/>
            <a:pathLst>
              <a:path w="6251" h="5584" extrusionOk="0">
                <a:moveTo>
                  <a:pt x="842" y="1"/>
                </a:moveTo>
                <a:cubicBezTo>
                  <a:pt x="549" y="1048"/>
                  <a:pt x="293" y="2099"/>
                  <a:pt x="67" y="3163"/>
                </a:cubicBezTo>
                <a:cubicBezTo>
                  <a:pt x="34" y="3316"/>
                  <a:pt x="1" y="3489"/>
                  <a:pt x="67" y="3625"/>
                </a:cubicBezTo>
                <a:cubicBezTo>
                  <a:pt x="137" y="3831"/>
                  <a:pt x="376" y="3934"/>
                  <a:pt x="603" y="3988"/>
                </a:cubicBezTo>
                <a:cubicBezTo>
                  <a:pt x="1200" y="4161"/>
                  <a:pt x="1872" y="4194"/>
                  <a:pt x="2355" y="4606"/>
                </a:cubicBezTo>
                <a:cubicBezTo>
                  <a:pt x="2627" y="4829"/>
                  <a:pt x="2833" y="5171"/>
                  <a:pt x="3159" y="5344"/>
                </a:cubicBezTo>
                <a:cubicBezTo>
                  <a:pt x="3365" y="5447"/>
                  <a:pt x="3625" y="5447"/>
                  <a:pt x="3847" y="5464"/>
                </a:cubicBezTo>
                <a:cubicBezTo>
                  <a:pt x="4655" y="5501"/>
                  <a:pt x="5447" y="5550"/>
                  <a:pt x="6251" y="5583"/>
                </a:cubicBezTo>
                <a:lnTo>
                  <a:pt x="6251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42" name="Google Shape;12042;p3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69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2043" name="Google Shape;12043;p31"/>
          <p:cNvGrpSpPr/>
          <p:nvPr/>
        </p:nvGrpSpPr>
        <p:grpSpPr>
          <a:xfrm rot="10800000" flipH="1">
            <a:off x="8101371" y="-267169"/>
            <a:ext cx="1685528" cy="1419220"/>
            <a:chOff x="3986575" y="2932600"/>
            <a:chExt cx="399850" cy="336675"/>
          </a:xfrm>
        </p:grpSpPr>
        <p:sp>
          <p:nvSpPr>
            <p:cNvPr id="12044" name="Google Shape;12044;p31"/>
            <p:cNvSpPr/>
            <p:nvPr/>
          </p:nvSpPr>
          <p:spPr>
            <a:xfrm>
              <a:off x="4179425" y="29956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1" y="1"/>
                  </a:moveTo>
                  <a:cubicBezTo>
                    <a:pt x="57" y="1"/>
                    <a:pt x="15" y="47"/>
                    <a:pt x="0" y="91"/>
                  </a:cubicBezTo>
                  <a:lnTo>
                    <a:pt x="0" y="144"/>
                  </a:lnTo>
                  <a:cubicBezTo>
                    <a:pt x="17" y="144"/>
                    <a:pt x="17" y="161"/>
                    <a:pt x="17" y="161"/>
                  </a:cubicBezTo>
                  <a:cubicBezTo>
                    <a:pt x="33" y="194"/>
                    <a:pt x="70" y="194"/>
                    <a:pt x="87" y="210"/>
                  </a:cubicBezTo>
                  <a:cubicBezTo>
                    <a:pt x="120" y="210"/>
                    <a:pt x="136" y="210"/>
                    <a:pt x="173" y="194"/>
                  </a:cubicBezTo>
                  <a:cubicBezTo>
                    <a:pt x="190" y="177"/>
                    <a:pt x="206" y="144"/>
                    <a:pt x="206" y="124"/>
                  </a:cubicBezTo>
                  <a:cubicBezTo>
                    <a:pt x="206" y="91"/>
                    <a:pt x="206" y="58"/>
                    <a:pt x="190" y="41"/>
                  </a:cubicBezTo>
                  <a:cubicBezTo>
                    <a:pt x="173" y="20"/>
                    <a:pt x="153" y="4"/>
                    <a:pt x="120" y="4"/>
                  </a:cubicBezTo>
                  <a:cubicBezTo>
                    <a:pt x="114" y="2"/>
                    <a:pt x="107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31"/>
            <p:cNvSpPr/>
            <p:nvPr/>
          </p:nvSpPr>
          <p:spPr>
            <a:xfrm>
              <a:off x="4172525" y="2959125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0" y="0"/>
                  </a:moveTo>
                  <a:cubicBezTo>
                    <a:pt x="57" y="0"/>
                    <a:pt x="17" y="44"/>
                    <a:pt x="17" y="90"/>
                  </a:cubicBezTo>
                  <a:cubicBezTo>
                    <a:pt x="0" y="107"/>
                    <a:pt x="0" y="123"/>
                    <a:pt x="17" y="140"/>
                  </a:cubicBezTo>
                  <a:cubicBezTo>
                    <a:pt x="17" y="140"/>
                    <a:pt x="17" y="160"/>
                    <a:pt x="37" y="160"/>
                  </a:cubicBezTo>
                  <a:cubicBezTo>
                    <a:pt x="54" y="193"/>
                    <a:pt x="70" y="193"/>
                    <a:pt x="103" y="210"/>
                  </a:cubicBezTo>
                  <a:cubicBezTo>
                    <a:pt x="120" y="210"/>
                    <a:pt x="157" y="210"/>
                    <a:pt x="173" y="193"/>
                  </a:cubicBezTo>
                  <a:cubicBezTo>
                    <a:pt x="190" y="177"/>
                    <a:pt x="206" y="140"/>
                    <a:pt x="223" y="123"/>
                  </a:cubicBezTo>
                  <a:cubicBezTo>
                    <a:pt x="223" y="90"/>
                    <a:pt x="206" y="74"/>
                    <a:pt x="190" y="36"/>
                  </a:cubicBezTo>
                  <a:cubicBezTo>
                    <a:pt x="190" y="20"/>
                    <a:pt x="157" y="3"/>
                    <a:pt x="120" y="3"/>
                  </a:cubicBezTo>
                  <a:cubicBezTo>
                    <a:pt x="113" y="1"/>
                    <a:pt x="106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31"/>
            <p:cNvSpPr/>
            <p:nvPr/>
          </p:nvSpPr>
          <p:spPr>
            <a:xfrm>
              <a:off x="4176025" y="300975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5" y="0"/>
                  </a:moveTo>
                  <a:cubicBezTo>
                    <a:pt x="64" y="0"/>
                    <a:pt x="35" y="13"/>
                    <a:pt x="17" y="40"/>
                  </a:cubicBezTo>
                  <a:cubicBezTo>
                    <a:pt x="0" y="56"/>
                    <a:pt x="0" y="73"/>
                    <a:pt x="0" y="110"/>
                  </a:cubicBezTo>
                  <a:lnTo>
                    <a:pt x="0" y="143"/>
                  </a:lnTo>
                  <a:cubicBezTo>
                    <a:pt x="17" y="160"/>
                    <a:pt x="17" y="160"/>
                    <a:pt x="33" y="176"/>
                  </a:cubicBezTo>
                  <a:cubicBezTo>
                    <a:pt x="56" y="193"/>
                    <a:pt x="82" y="202"/>
                    <a:pt x="108" y="202"/>
                  </a:cubicBezTo>
                  <a:cubicBezTo>
                    <a:pt x="139" y="202"/>
                    <a:pt x="168" y="189"/>
                    <a:pt x="186" y="160"/>
                  </a:cubicBezTo>
                  <a:cubicBezTo>
                    <a:pt x="206" y="143"/>
                    <a:pt x="206" y="110"/>
                    <a:pt x="206" y="94"/>
                  </a:cubicBezTo>
                  <a:cubicBezTo>
                    <a:pt x="206" y="56"/>
                    <a:pt x="186" y="40"/>
                    <a:pt x="169" y="23"/>
                  </a:cubicBezTo>
                  <a:cubicBezTo>
                    <a:pt x="147" y="9"/>
                    <a:pt x="121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31"/>
            <p:cNvSpPr/>
            <p:nvPr/>
          </p:nvSpPr>
          <p:spPr>
            <a:xfrm>
              <a:off x="4181175" y="29805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5" y="0"/>
                  </a:moveTo>
                  <a:cubicBezTo>
                    <a:pt x="51" y="0"/>
                    <a:pt x="14" y="35"/>
                    <a:pt x="0" y="91"/>
                  </a:cubicBezTo>
                  <a:cubicBezTo>
                    <a:pt x="0" y="107"/>
                    <a:pt x="0" y="128"/>
                    <a:pt x="17" y="144"/>
                  </a:cubicBezTo>
                  <a:cubicBezTo>
                    <a:pt x="33" y="177"/>
                    <a:pt x="50" y="194"/>
                    <a:pt x="103" y="210"/>
                  </a:cubicBezTo>
                  <a:cubicBezTo>
                    <a:pt x="153" y="210"/>
                    <a:pt x="207" y="177"/>
                    <a:pt x="223" y="128"/>
                  </a:cubicBezTo>
                  <a:cubicBezTo>
                    <a:pt x="223" y="91"/>
                    <a:pt x="207" y="58"/>
                    <a:pt x="186" y="41"/>
                  </a:cubicBezTo>
                  <a:cubicBezTo>
                    <a:pt x="169" y="25"/>
                    <a:pt x="153" y="4"/>
                    <a:pt x="120" y="4"/>
                  </a:cubicBezTo>
                  <a:cubicBezTo>
                    <a:pt x="111" y="1"/>
                    <a:pt x="103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31"/>
            <p:cNvSpPr/>
            <p:nvPr/>
          </p:nvSpPr>
          <p:spPr>
            <a:xfrm>
              <a:off x="4169125" y="297022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12" y="1"/>
                  </a:moveTo>
                  <a:cubicBezTo>
                    <a:pt x="103" y="1"/>
                    <a:pt x="95" y="2"/>
                    <a:pt x="87" y="5"/>
                  </a:cubicBezTo>
                  <a:cubicBezTo>
                    <a:pt x="33" y="42"/>
                    <a:pt x="0" y="91"/>
                    <a:pt x="33" y="145"/>
                  </a:cubicBezTo>
                  <a:cubicBezTo>
                    <a:pt x="33" y="161"/>
                    <a:pt x="49" y="178"/>
                    <a:pt x="49" y="194"/>
                  </a:cubicBezTo>
                  <a:cubicBezTo>
                    <a:pt x="87" y="211"/>
                    <a:pt x="120" y="211"/>
                    <a:pt x="173" y="211"/>
                  </a:cubicBezTo>
                  <a:cubicBezTo>
                    <a:pt x="206" y="194"/>
                    <a:pt x="223" y="161"/>
                    <a:pt x="223" y="128"/>
                  </a:cubicBezTo>
                  <a:lnTo>
                    <a:pt x="223" y="75"/>
                  </a:lnTo>
                  <a:cubicBezTo>
                    <a:pt x="209" y="34"/>
                    <a:pt x="158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31"/>
            <p:cNvSpPr/>
            <p:nvPr/>
          </p:nvSpPr>
          <p:spPr>
            <a:xfrm>
              <a:off x="4166950" y="29970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71" y="1"/>
                    <a:pt x="17" y="34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3" y="190"/>
                    <a:pt x="71" y="207"/>
                    <a:pt x="87" y="207"/>
                  </a:cubicBezTo>
                  <a:cubicBezTo>
                    <a:pt x="120" y="207"/>
                    <a:pt x="136" y="207"/>
                    <a:pt x="174" y="190"/>
                  </a:cubicBezTo>
                  <a:cubicBezTo>
                    <a:pt x="190" y="170"/>
                    <a:pt x="207" y="153"/>
                    <a:pt x="207" y="120"/>
                  </a:cubicBezTo>
                  <a:cubicBezTo>
                    <a:pt x="223" y="67"/>
                    <a:pt x="174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31"/>
            <p:cNvSpPr/>
            <p:nvPr/>
          </p:nvSpPr>
          <p:spPr>
            <a:xfrm>
              <a:off x="4162625" y="2951300"/>
              <a:ext cx="5700" cy="5100"/>
            </a:xfrm>
            <a:custGeom>
              <a:avLst/>
              <a:gdLst/>
              <a:ahLst/>
              <a:cxnLst/>
              <a:rect l="l" t="t" r="r" b="b"/>
              <a:pathLst>
                <a:path w="228" h="204" extrusionOk="0">
                  <a:moveTo>
                    <a:pt x="118" y="0"/>
                  </a:moveTo>
                  <a:cubicBezTo>
                    <a:pt x="108" y="0"/>
                    <a:pt x="98" y="2"/>
                    <a:pt x="87" y="7"/>
                  </a:cubicBezTo>
                  <a:cubicBezTo>
                    <a:pt x="70" y="7"/>
                    <a:pt x="37" y="24"/>
                    <a:pt x="21" y="40"/>
                  </a:cubicBezTo>
                  <a:cubicBezTo>
                    <a:pt x="0" y="61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4"/>
                    <a:pt x="21" y="180"/>
                    <a:pt x="37" y="180"/>
                  </a:cubicBezTo>
                  <a:cubicBezTo>
                    <a:pt x="60" y="195"/>
                    <a:pt x="86" y="203"/>
                    <a:pt x="111" y="203"/>
                  </a:cubicBezTo>
                  <a:cubicBezTo>
                    <a:pt x="142" y="203"/>
                    <a:pt x="172" y="191"/>
                    <a:pt x="190" y="164"/>
                  </a:cubicBezTo>
                  <a:cubicBezTo>
                    <a:pt x="227" y="127"/>
                    <a:pt x="227" y="61"/>
                    <a:pt x="173" y="24"/>
                  </a:cubicBezTo>
                  <a:cubicBezTo>
                    <a:pt x="162" y="12"/>
                    <a:pt x="142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31"/>
            <p:cNvSpPr/>
            <p:nvPr/>
          </p:nvSpPr>
          <p:spPr>
            <a:xfrm>
              <a:off x="4194475" y="2962000"/>
              <a:ext cx="6000" cy="5100"/>
            </a:xfrm>
            <a:custGeom>
              <a:avLst/>
              <a:gdLst/>
              <a:ahLst/>
              <a:cxnLst/>
              <a:rect l="l" t="t" r="r" b="b"/>
              <a:pathLst>
                <a:path w="240" h="204" extrusionOk="0">
                  <a:moveTo>
                    <a:pt x="120" y="1"/>
                  </a:moveTo>
                  <a:cubicBezTo>
                    <a:pt x="109" y="1"/>
                    <a:pt x="98" y="8"/>
                    <a:pt x="87" y="8"/>
                  </a:cubicBezTo>
                  <a:cubicBezTo>
                    <a:pt x="33" y="25"/>
                    <a:pt x="0" y="95"/>
                    <a:pt x="17" y="148"/>
                  </a:cubicBezTo>
                  <a:cubicBezTo>
                    <a:pt x="41" y="185"/>
                    <a:pt x="78" y="204"/>
                    <a:pt x="115" y="204"/>
                  </a:cubicBezTo>
                  <a:cubicBezTo>
                    <a:pt x="128" y="204"/>
                    <a:pt x="140" y="202"/>
                    <a:pt x="153" y="198"/>
                  </a:cubicBezTo>
                  <a:cubicBezTo>
                    <a:pt x="169" y="198"/>
                    <a:pt x="190" y="181"/>
                    <a:pt x="206" y="165"/>
                  </a:cubicBezTo>
                  <a:cubicBezTo>
                    <a:pt x="223" y="148"/>
                    <a:pt x="239" y="111"/>
                    <a:pt x="223" y="62"/>
                  </a:cubicBezTo>
                  <a:cubicBezTo>
                    <a:pt x="206" y="25"/>
                    <a:pt x="169" y="8"/>
                    <a:pt x="136" y="8"/>
                  </a:cubicBezTo>
                  <a:cubicBezTo>
                    <a:pt x="131" y="3"/>
                    <a:pt x="125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31"/>
            <p:cNvSpPr/>
            <p:nvPr/>
          </p:nvSpPr>
          <p:spPr>
            <a:xfrm>
              <a:off x="4169125" y="298372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03" y="1"/>
                  </a:moveTo>
                  <a:cubicBezTo>
                    <a:pt x="70" y="1"/>
                    <a:pt x="33" y="17"/>
                    <a:pt x="17" y="34"/>
                  </a:cubicBezTo>
                  <a:cubicBezTo>
                    <a:pt x="0" y="50"/>
                    <a:pt x="0" y="83"/>
                    <a:pt x="0" y="104"/>
                  </a:cubicBezTo>
                  <a:cubicBezTo>
                    <a:pt x="0" y="120"/>
                    <a:pt x="0" y="120"/>
                    <a:pt x="17" y="137"/>
                  </a:cubicBezTo>
                  <a:cubicBezTo>
                    <a:pt x="17" y="153"/>
                    <a:pt x="33" y="170"/>
                    <a:pt x="33" y="170"/>
                  </a:cubicBezTo>
                  <a:cubicBezTo>
                    <a:pt x="57" y="194"/>
                    <a:pt x="84" y="204"/>
                    <a:pt x="110" y="204"/>
                  </a:cubicBezTo>
                  <a:cubicBezTo>
                    <a:pt x="141" y="204"/>
                    <a:pt x="169" y="190"/>
                    <a:pt x="190" y="170"/>
                  </a:cubicBezTo>
                  <a:cubicBezTo>
                    <a:pt x="206" y="137"/>
                    <a:pt x="206" y="120"/>
                    <a:pt x="206" y="83"/>
                  </a:cubicBezTo>
                  <a:cubicBezTo>
                    <a:pt x="206" y="50"/>
                    <a:pt x="190" y="34"/>
                    <a:pt x="173" y="17"/>
                  </a:cubicBezTo>
                  <a:cubicBezTo>
                    <a:pt x="153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31"/>
            <p:cNvSpPr/>
            <p:nvPr/>
          </p:nvSpPr>
          <p:spPr>
            <a:xfrm>
              <a:off x="4157475" y="29631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87" y="0"/>
                    <a:pt x="70" y="0"/>
                    <a:pt x="54" y="17"/>
                  </a:cubicBezTo>
                  <a:cubicBezTo>
                    <a:pt x="21" y="33"/>
                    <a:pt x="0" y="66"/>
                    <a:pt x="0" y="83"/>
                  </a:cubicBezTo>
                  <a:lnTo>
                    <a:pt x="0" y="136"/>
                  </a:lnTo>
                  <a:cubicBezTo>
                    <a:pt x="21" y="153"/>
                    <a:pt x="21" y="153"/>
                    <a:pt x="21" y="169"/>
                  </a:cubicBezTo>
                  <a:cubicBezTo>
                    <a:pt x="37" y="186"/>
                    <a:pt x="70" y="206"/>
                    <a:pt x="87" y="206"/>
                  </a:cubicBezTo>
                  <a:cubicBezTo>
                    <a:pt x="96" y="208"/>
                    <a:pt x="104" y="209"/>
                    <a:pt x="112" y="209"/>
                  </a:cubicBezTo>
                  <a:cubicBezTo>
                    <a:pt x="168" y="209"/>
                    <a:pt x="206" y="163"/>
                    <a:pt x="206" y="120"/>
                  </a:cubicBezTo>
                  <a:cubicBezTo>
                    <a:pt x="206" y="83"/>
                    <a:pt x="206" y="66"/>
                    <a:pt x="190" y="50"/>
                  </a:cubicBezTo>
                  <a:cubicBezTo>
                    <a:pt x="173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31"/>
            <p:cNvSpPr/>
            <p:nvPr/>
          </p:nvSpPr>
          <p:spPr>
            <a:xfrm>
              <a:off x="4196125" y="3038550"/>
              <a:ext cx="5675" cy="5300"/>
            </a:xfrm>
            <a:custGeom>
              <a:avLst/>
              <a:gdLst/>
              <a:ahLst/>
              <a:cxnLst/>
              <a:rect l="l" t="t" r="r" b="b"/>
              <a:pathLst>
                <a:path w="227" h="212" extrusionOk="0">
                  <a:moveTo>
                    <a:pt x="115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37" y="22"/>
                    <a:pt x="0" y="92"/>
                    <a:pt x="21" y="141"/>
                  </a:cubicBezTo>
                  <a:cubicBezTo>
                    <a:pt x="37" y="158"/>
                    <a:pt x="37" y="178"/>
                    <a:pt x="54" y="178"/>
                  </a:cubicBezTo>
                  <a:cubicBezTo>
                    <a:pt x="87" y="211"/>
                    <a:pt x="124" y="211"/>
                    <a:pt x="157" y="211"/>
                  </a:cubicBezTo>
                  <a:cubicBezTo>
                    <a:pt x="190" y="195"/>
                    <a:pt x="227" y="158"/>
                    <a:pt x="227" y="125"/>
                  </a:cubicBezTo>
                  <a:lnTo>
                    <a:pt x="227" y="75"/>
                  </a:lnTo>
                  <a:cubicBezTo>
                    <a:pt x="196" y="31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31"/>
            <p:cNvSpPr/>
            <p:nvPr/>
          </p:nvSpPr>
          <p:spPr>
            <a:xfrm>
              <a:off x="4187150" y="3091575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32" y="1"/>
                  </a:moveTo>
                  <a:cubicBezTo>
                    <a:pt x="117" y="1"/>
                    <a:pt x="101" y="5"/>
                    <a:pt x="87" y="16"/>
                  </a:cubicBezTo>
                  <a:cubicBezTo>
                    <a:pt x="34" y="32"/>
                    <a:pt x="1" y="82"/>
                    <a:pt x="17" y="135"/>
                  </a:cubicBezTo>
                  <a:cubicBezTo>
                    <a:pt x="44" y="175"/>
                    <a:pt x="84" y="207"/>
                    <a:pt x="124" y="207"/>
                  </a:cubicBezTo>
                  <a:cubicBezTo>
                    <a:pt x="134" y="207"/>
                    <a:pt x="144" y="205"/>
                    <a:pt x="153" y="201"/>
                  </a:cubicBezTo>
                  <a:cubicBezTo>
                    <a:pt x="207" y="185"/>
                    <a:pt x="240" y="119"/>
                    <a:pt x="223" y="65"/>
                  </a:cubicBezTo>
                  <a:cubicBezTo>
                    <a:pt x="211" y="30"/>
                    <a:pt x="172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31"/>
            <p:cNvSpPr/>
            <p:nvPr/>
          </p:nvSpPr>
          <p:spPr>
            <a:xfrm>
              <a:off x="4183225" y="2965025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28" y="1"/>
                  </a:moveTo>
                  <a:cubicBezTo>
                    <a:pt x="115" y="1"/>
                    <a:pt x="101" y="3"/>
                    <a:pt x="87" y="7"/>
                  </a:cubicBezTo>
                  <a:cubicBezTo>
                    <a:pt x="38" y="27"/>
                    <a:pt x="1" y="93"/>
                    <a:pt x="21" y="147"/>
                  </a:cubicBezTo>
                  <a:cubicBezTo>
                    <a:pt x="38" y="163"/>
                    <a:pt x="38" y="163"/>
                    <a:pt x="54" y="180"/>
                  </a:cubicBezTo>
                  <a:cubicBezTo>
                    <a:pt x="74" y="199"/>
                    <a:pt x="95" y="207"/>
                    <a:pt x="115" y="207"/>
                  </a:cubicBezTo>
                  <a:cubicBezTo>
                    <a:pt x="130" y="207"/>
                    <a:pt x="144" y="203"/>
                    <a:pt x="158" y="196"/>
                  </a:cubicBezTo>
                  <a:cubicBezTo>
                    <a:pt x="207" y="180"/>
                    <a:pt x="228" y="147"/>
                    <a:pt x="228" y="110"/>
                  </a:cubicBezTo>
                  <a:lnTo>
                    <a:pt x="228" y="60"/>
                  </a:lnTo>
                  <a:cubicBezTo>
                    <a:pt x="212" y="20"/>
                    <a:pt x="171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31"/>
            <p:cNvSpPr/>
            <p:nvPr/>
          </p:nvSpPr>
          <p:spPr>
            <a:xfrm>
              <a:off x="4189725" y="30780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1" y="0"/>
                  </a:moveTo>
                  <a:cubicBezTo>
                    <a:pt x="58" y="0"/>
                    <a:pt x="15" y="47"/>
                    <a:pt x="1" y="90"/>
                  </a:cubicBezTo>
                  <a:cubicBezTo>
                    <a:pt x="1" y="106"/>
                    <a:pt x="1" y="123"/>
                    <a:pt x="17" y="143"/>
                  </a:cubicBezTo>
                  <a:lnTo>
                    <a:pt x="17" y="160"/>
                  </a:lnTo>
                  <a:cubicBezTo>
                    <a:pt x="34" y="193"/>
                    <a:pt x="71" y="209"/>
                    <a:pt x="87" y="209"/>
                  </a:cubicBezTo>
                  <a:cubicBezTo>
                    <a:pt x="153" y="209"/>
                    <a:pt x="207" y="176"/>
                    <a:pt x="207" y="123"/>
                  </a:cubicBezTo>
                  <a:cubicBezTo>
                    <a:pt x="223" y="90"/>
                    <a:pt x="207" y="73"/>
                    <a:pt x="190" y="40"/>
                  </a:cubicBezTo>
                  <a:cubicBezTo>
                    <a:pt x="174" y="20"/>
                    <a:pt x="153" y="3"/>
                    <a:pt x="120" y="3"/>
                  </a:cubicBez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31"/>
            <p:cNvSpPr/>
            <p:nvPr/>
          </p:nvSpPr>
          <p:spPr>
            <a:xfrm>
              <a:off x="4184575" y="30313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50" y="1"/>
                    <a:pt x="33" y="17"/>
                  </a:cubicBezTo>
                  <a:cubicBezTo>
                    <a:pt x="17" y="34"/>
                    <a:pt x="0" y="71"/>
                    <a:pt x="0" y="87"/>
                  </a:cubicBezTo>
                  <a:lnTo>
                    <a:pt x="0" y="137"/>
                  </a:lnTo>
                  <a:cubicBezTo>
                    <a:pt x="0" y="157"/>
                    <a:pt x="17" y="157"/>
                    <a:pt x="17" y="174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137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4"/>
                  </a:cubicBezTo>
                  <a:cubicBezTo>
                    <a:pt x="174" y="17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31"/>
            <p:cNvSpPr/>
            <p:nvPr/>
          </p:nvSpPr>
          <p:spPr>
            <a:xfrm>
              <a:off x="4196125" y="3051800"/>
              <a:ext cx="5175" cy="5100"/>
            </a:xfrm>
            <a:custGeom>
              <a:avLst/>
              <a:gdLst/>
              <a:ahLst/>
              <a:cxnLst/>
              <a:rect l="l" t="t" r="r" b="b"/>
              <a:pathLst>
                <a:path w="207" h="204" extrusionOk="0">
                  <a:moveTo>
                    <a:pt x="115" y="0"/>
                  </a:moveTo>
                  <a:cubicBezTo>
                    <a:pt x="107" y="0"/>
                    <a:pt x="98" y="2"/>
                    <a:pt x="87" y="7"/>
                  </a:cubicBezTo>
                  <a:cubicBezTo>
                    <a:pt x="70" y="7"/>
                    <a:pt x="37" y="24"/>
                    <a:pt x="21" y="40"/>
                  </a:cubicBezTo>
                  <a:cubicBezTo>
                    <a:pt x="0" y="61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4"/>
                    <a:pt x="21" y="180"/>
                    <a:pt x="37" y="180"/>
                  </a:cubicBezTo>
                  <a:cubicBezTo>
                    <a:pt x="60" y="195"/>
                    <a:pt x="86" y="203"/>
                    <a:pt x="111" y="203"/>
                  </a:cubicBezTo>
                  <a:cubicBezTo>
                    <a:pt x="142" y="203"/>
                    <a:pt x="172" y="191"/>
                    <a:pt x="190" y="164"/>
                  </a:cubicBezTo>
                  <a:cubicBezTo>
                    <a:pt x="206" y="143"/>
                    <a:pt x="206" y="127"/>
                    <a:pt x="206" y="94"/>
                  </a:cubicBezTo>
                  <a:cubicBezTo>
                    <a:pt x="206" y="61"/>
                    <a:pt x="190" y="40"/>
                    <a:pt x="173" y="24"/>
                  </a:cubicBezTo>
                  <a:cubicBezTo>
                    <a:pt x="150" y="12"/>
                    <a:pt x="135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31"/>
            <p:cNvSpPr/>
            <p:nvPr/>
          </p:nvSpPr>
          <p:spPr>
            <a:xfrm>
              <a:off x="4194050" y="30651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5" y="1"/>
                  </a:moveTo>
                  <a:cubicBezTo>
                    <a:pt x="39" y="1"/>
                    <a:pt x="1" y="47"/>
                    <a:pt x="1" y="91"/>
                  </a:cubicBezTo>
                  <a:lnTo>
                    <a:pt x="1" y="144"/>
                  </a:lnTo>
                  <a:cubicBezTo>
                    <a:pt x="1" y="161"/>
                    <a:pt x="17" y="161"/>
                    <a:pt x="17" y="161"/>
                  </a:cubicBezTo>
                  <a:cubicBezTo>
                    <a:pt x="34" y="194"/>
                    <a:pt x="50" y="210"/>
                    <a:pt x="83" y="210"/>
                  </a:cubicBezTo>
                  <a:cubicBezTo>
                    <a:pt x="120" y="210"/>
                    <a:pt x="137" y="210"/>
                    <a:pt x="153" y="194"/>
                  </a:cubicBezTo>
                  <a:cubicBezTo>
                    <a:pt x="186" y="177"/>
                    <a:pt x="207" y="144"/>
                    <a:pt x="207" y="124"/>
                  </a:cubicBezTo>
                  <a:cubicBezTo>
                    <a:pt x="207" y="74"/>
                    <a:pt x="170" y="4"/>
                    <a:pt x="120" y="4"/>
                  </a:cubicBezTo>
                  <a:cubicBezTo>
                    <a:pt x="111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31"/>
            <p:cNvSpPr/>
            <p:nvPr/>
          </p:nvSpPr>
          <p:spPr>
            <a:xfrm>
              <a:off x="4126125" y="30944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8" y="0"/>
                  </a:moveTo>
                  <a:cubicBezTo>
                    <a:pt x="56" y="0"/>
                    <a:pt x="15" y="45"/>
                    <a:pt x="1" y="87"/>
                  </a:cubicBezTo>
                  <a:cubicBezTo>
                    <a:pt x="1" y="108"/>
                    <a:pt x="1" y="124"/>
                    <a:pt x="17" y="141"/>
                  </a:cubicBezTo>
                  <a:lnTo>
                    <a:pt x="17" y="157"/>
                  </a:lnTo>
                  <a:cubicBezTo>
                    <a:pt x="38" y="190"/>
                    <a:pt x="71" y="190"/>
                    <a:pt x="87" y="211"/>
                  </a:cubicBezTo>
                  <a:cubicBezTo>
                    <a:pt x="120" y="211"/>
                    <a:pt x="157" y="211"/>
                    <a:pt x="174" y="190"/>
                  </a:cubicBezTo>
                  <a:cubicBezTo>
                    <a:pt x="190" y="174"/>
                    <a:pt x="207" y="141"/>
                    <a:pt x="207" y="124"/>
                  </a:cubicBezTo>
                  <a:cubicBezTo>
                    <a:pt x="223" y="87"/>
                    <a:pt x="207" y="71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3" y="2"/>
                    <a:pt x="105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31"/>
            <p:cNvSpPr/>
            <p:nvPr/>
          </p:nvSpPr>
          <p:spPr>
            <a:xfrm>
              <a:off x="4133450" y="295520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6" y="0"/>
                  </a:moveTo>
                  <a:cubicBezTo>
                    <a:pt x="113" y="0"/>
                    <a:pt x="100" y="3"/>
                    <a:pt x="87" y="8"/>
                  </a:cubicBezTo>
                  <a:cubicBezTo>
                    <a:pt x="17" y="24"/>
                    <a:pt x="1" y="90"/>
                    <a:pt x="17" y="144"/>
                  </a:cubicBezTo>
                  <a:cubicBezTo>
                    <a:pt x="29" y="181"/>
                    <a:pt x="71" y="201"/>
                    <a:pt x="113" y="201"/>
                  </a:cubicBezTo>
                  <a:cubicBezTo>
                    <a:pt x="128" y="201"/>
                    <a:pt x="143" y="199"/>
                    <a:pt x="157" y="193"/>
                  </a:cubicBezTo>
                  <a:cubicBezTo>
                    <a:pt x="207" y="177"/>
                    <a:pt x="240" y="111"/>
                    <a:pt x="207" y="57"/>
                  </a:cubicBezTo>
                  <a:cubicBezTo>
                    <a:pt x="194" y="21"/>
                    <a:pt x="162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31"/>
            <p:cNvSpPr/>
            <p:nvPr/>
          </p:nvSpPr>
          <p:spPr>
            <a:xfrm>
              <a:off x="4118400" y="29794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71" y="1"/>
                    <a:pt x="38" y="17"/>
                  </a:cubicBezTo>
                  <a:cubicBezTo>
                    <a:pt x="17" y="34"/>
                    <a:pt x="1" y="50"/>
                    <a:pt x="1" y="87"/>
                  </a:cubicBezTo>
                  <a:lnTo>
                    <a:pt x="1" y="137"/>
                  </a:lnTo>
                  <a:cubicBezTo>
                    <a:pt x="1" y="153"/>
                    <a:pt x="17" y="153"/>
                    <a:pt x="17" y="153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41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4"/>
                  </a:cubicBezTo>
                  <a:cubicBezTo>
                    <a:pt x="174" y="17"/>
                    <a:pt x="14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31"/>
            <p:cNvSpPr/>
            <p:nvPr/>
          </p:nvSpPr>
          <p:spPr>
            <a:xfrm>
              <a:off x="4122325" y="29484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20" y="1"/>
                  </a:moveTo>
                  <a:cubicBezTo>
                    <a:pt x="66" y="1"/>
                    <a:pt x="17" y="34"/>
                    <a:pt x="0" y="87"/>
                  </a:cubicBezTo>
                  <a:cubicBezTo>
                    <a:pt x="0" y="104"/>
                    <a:pt x="0" y="120"/>
                    <a:pt x="17" y="137"/>
                  </a:cubicBezTo>
                  <a:cubicBezTo>
                    <a:pt x="17" y="153"/>
                    <a:pt x="17" y="153"/>
                    <a:pt x="33" y="174"/>
                  </a:cubicBezTo>
                  <a:cubicBezTo>
                    <a:pt x="50" y="190"/>
                    <a:pt x="66" y="207"/>
                    <a:pt x="103" y="207"/>
                  </a:cubicBezTo>
                  <a:cubicBezTo>
                    <a:pt x="110" y="209"/>
                    <a:pt x="117" y="210"/>
                    <a:pt x="123" y="210"/>
                  </a:cubicBezTo>
                  <a:cubicBezTo>
                    <a:pt x="166" y="210"/>
                    <a:pt x="209" y="167"/>
                    <a:pt x="223" y="120"/>
                  </a:cubicBezTo>
                  <a:cubicBezTo>
                    <a:pt x="223" y="87"/>
                    <a:pt x="206" y="71"/>
                    <a:pt x="190" y="50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31"/>
            <p:cNvSpPr/>
            <p:nvPr/>
          </p:nvSpPr>
          <p:spPr>
            <a:xfrm>
              <a:off x="4123550" y="2934625"/>
              <a:ext cx="6100" cy="5175"/>
            </a:xfrm>
            <a:custGeom>
              <a:avLst/>
              <a:gdLst/>
              <a:ahLst/>
              <a:cxnLst/>
              <a:rect l="l" t="t" r="r" b="b"/>
              <a:pathLst>
                <a:path w="244" h="207" extrusionOk="0">
                  <a:moveTo>
                    <a:pt x="118" y="1"/>
                  </a:moveTo>
                  <a:cubicBezTo>
                    <a:pt x="108" y="1"/>
                    <a:pt x="98" y="2"/>
                    <a:pt x="87" y="6"/>
                  </a:cubicBezTo>
                  <a:cubicBezTo>
                    <a:pt x="38" y="23"/>
                    <a:pt x="1" y="89"/>
                    <a:pt x="17" y="142"/>
                  </a:cubicBezTo>
                  <a:cubicBezTo>
                    <a:pt x="44" y="178"/>
                    <a:pt x="77" y="207"/>
                    <a:pt x="113" y="207"/>
                  </a:cubicBezTo>
                  <a:cubicBezTo>
                    <a:pt x="127" y="207"/>
                    <a:pt x="142" y="202"/>
                    <a:pt x="157" y="192"/>
                  </a:cubicBezTo>
                  <a:cubicBezTo>
                    <a:pt x="207" y="175"/>
                    <a:pt x="244" y="126"/>
                    <a:pt x="223" y="72"/>
                  </a:cubicBezTo>
                  <a:cubicBezTo>
                    <a:pt x="197" y="32"/>
                    <a:pt x="159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31"/>
            <p:cNvSpPr/>
            <p:nvPr/>
          </p:nvSpPr>
          <p:spPr>
            <a:xfrm>
              <a:off x="4128300" y="298610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9"/>
                  </a:cubicBezTo>
                  <a:cubicBezTo>
                    <a:pt x="33" y="25"/>
                    <a:pt x="0" y="75"/>
                    <a:pt x="33" y="145"/>
                  </a:cubicBezTo>
                  <a:cubicBezTo>
                    <a:pt x="33" y="145"/>
                    <a:pt x="54" y="161"/>
                    <a:pt x="54" y="178"/>
                  </a:cubicBezTo>
                  <a:cubicBezTo>
                    <a:pt x="77" y="189"/>
                    <a:pt x="100" y="203"/>
                    <a:pt x="130" y="203"/>
                  </a:cubicBezTo>
                  <a:cubicBezTo>
                    <a:pt x="143" y="203"/>
                    <a:pt x="157" y="201"/>
                    <a:pt x="174" y="194"/>
                  </a:cubicBezTo>
                  <a:cubicBezTo>
                    <a:pt x="207" y="178"/>
                    <a:pt x="223" y="145"/>
                    <a:pt x="223" y="112"/>
                  </a:cubicBezTo>
                  <a:cubicBezTo>
                    <a:pt x="239" y="91"/>
                    <a:pt x="223" y="75"/>
                    <a:pt x="223" y="58"/>
                  </a:cubicBezTo>
                  <a:cubicBezTo>
                    <a:pt x="211" y="22"/>
                    <a:pt x="169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31"/>
            <p:cNvSpPr/>
            <p:nvPr/>
          </p:nvSpPr>
          <p:spPr>
            <a:xfrm>
              <a:off x="4132625" y="2974150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2" y="0"/>
                  </a:moveTo>
                  <a:cubicBezTo>
                    <a:pt x="46" y="0"/>
                    <a:pt x="1" y="33"/>
                    <a:pt x="1" y="91"/>
                  </a:cubicBezTo>
                  <a:lnTo>
                    <a:pt x="1" y="140"/>
                  </a:lnTo>
                  <a:lnTo>
                    <a:pt x="17" y="157"/>
                  </a:lnTo>
                  <a:cubicBezTo>
                    <a:pt x="34" y="178"/>
                    <a:pt x="50" y="194"/>
                    <a:pt x="87" y="194"/>
                  </a:cubicBezTo>
                  <a:cubicBezTo>
                    <a:pt x="96" y="197"/>
                    <a:pt x="104" y="198"/>
                    <a:pt x="113" y="198"/>
                  </a:cubicBezTo>
                  <a:cubicBezTo>
                    <a:pt x="154" y="198"/>
                    <a:pt x="193" y="166"/>
                    <a:pt x="207" y="108"/>
                  </a:cubicBezTo>
                  <a:cubicBezTo>
                    <a:pt x="207" y="91"/>
                    <a:pt x="207" y="54"/>
                    <a:pt x="190" y="37"/>
                  </a:cubicBezTo>
                  <a:cubicBezTo>
                    <a:pt x="170" y="21"/>
                    <a:pt x="153" y="4"/>
                    <a:pt x="120" y="4"/>
                  </a:cubicBezTo>
                  <a:cubicBezTo>
                    <a:pt x="111" y="2"/>
                    <a:pt x="101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31"/>
            <p:cNvSpPr/>
            <p:nvPr/>
          </p:nvSpPr>
          <p:spPr>
            <a:xfrm>
              <a:off x="4114600" y="2992700"/>
              <a:ext cx="5575" cy="4925"/>
            </a:xfrm>
            <a:custGeom>
              <a:avLst/>
              <a:gdLst/>
              <a:ahLst/>
              <a:cxnLst/>
              <a:rect l="l" t="t" r="r" b="b"/>
              <a:pathLst>
                <a:path w="223" h="197" extrusionOk="0">
                  <a:moveTo>
                    <a:pt x="66" y="0"/>
                  </a:moveTo>
                  <a:cubicBezTo>
                    <a:pt x="17" y="17"/>
                    <a:pt x="0" y="87"/>
                    <a:pt x="17" y="136"/>
                  </a:cubicBezTo>
                  <a:cubicBezTo>
                    <a:pt x="29" y="177"/>
                    <a:pt x="72" y="196"/>
                    <a:pt x="113" y="196"/>
                  </a:cubicBezTo>
                  <a:cubicBezTo>
                    <a:pt x="127" y="196"/>
                    <a:pt x="140" y="194"/>
                    <a:pt x="153" y="190"/>
                  </a:cubicBezTo>
                  <a:cubicBezTo>
                    <a:pt x="169" y="190"/>
                    <a:pt x="190" y="174"/>
                    <a:pt x="190" y="174"/>
                  </a:cubicBezTo>
                  <a:cubicBezTo>
                    <a:pt x="223" y="136"/>
                    <a:pt x="223" y="104"/>
                    <a:pt x="206" y="54"/>
                  </a:cubicBezTo>
                  <a:cubicBezTo>
                    <a:pt x="206" y="17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31"/>
            <p:cNvSpPr/>
            <p:nvPr/>
          </p:nvSpPr>
          <p:spPr>
            <a:xfrm>
              <a:off x="4104700" y="2983200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12" y="1"/>
                  </a:moveTo>
                  <a:cubicBezTo>
                    <a:pt x="83" y="1"/>
                    <a:pt x="56" y="16"/>
                    <a:pt x="33" y="38"/>
                  </a:cubicBezTo>
                  <a:cubicBezTo>
                    <a:pt x="0" y="71"/>
                    <a:pt x="0" y="88"/>
                    <a:pt x="0" y="125"/>
                  </a:cubicBezTo>
                  <a:cubicBezTo>
                    <a:pt x="0" y="125"/>
                    <a:pt x="0" y="141"/>
                    <a:pt x="17" y="141"/>
                  </a:cubicBezTo>
                  <a:cubicBezTo>
                    <a:pt x="17" y="158"/>
                    <a:pt x="33" y="174"/>
                    <a:pt x="33" y="191"/>
                  </a:cubicBezTo>
                  <a:cubicBezTo>
                    <a:pt x="70" y="207"/>
                    <a:pt x="87" y="207"/>
                    <a:pt x="120" y="207"/>
                  </a:cubicBezTo>
                  <a:cubicBezTo>
                    <a:pt x="153" y="207"/>
                    <a:pt x="173" y="191"/>
                    <a:pt x="190" y="174"/>
                  </a:cubicBezTo>
                  <a:cubicBezTo>
                    <a:pt x="206" y="158"/>
                    <a:pt x="223" y="125"/>
                    <a:pt x="206" y="88"/>
                  </a:cubicBezTo>
                  <a:cubicBezTo>
                    <a:pt x="206" y="71"/>
                    <a:pt x="190" y="38"/>
                    <a:pt x="173" y="22"/>
                  </a:cubicBezTo>
                  <a:cubicBezTo>
                    <a:pt x="152" y="7"/>
                    <a:pt x="132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31"/>
            <p:cNvSpPr/>
            <p:nvPr/>
          </p:nvSpPr>
          <p:spPr>
            <a:xfrm>
              <a:off x="4111075" y="2941475"/>
              <a:ext cx="6125" cy="5375"/>
            </a:xfrm>
            <a:custGeom>
              <a:avLst/>
              <a:gdLst/>
              <a:ahLst/>
              <a:cxnLst/>
              <a:rect l="l" t="t" r="r" b="b"/>
              <a:pathLst>
                <a:path w="245" h="215" extrusionOk="0">
                  <a:moveTo>
                    <a:pt x="106" y="0"/>
                  </a:moveTo>
                  <a:cubicBezTo>
                    <a:pt x="95" y="0"/>
                    <a:pt x="83" y="2"/>
                    <a:pt x="71" y="4"/>
                  </a:cubicBezTo>
                  <a:cubicBezTo>
                    <a:pt x="21" y="42"/>
                    <a:pt x="1" y="91"/>
                    <a:pt x="21" y="145"/>
                  </a:cubicBezTo>
                  <a:cubicBezTo>
                    <a:pt x="35" y="185"/>
                    <a:pt x="82" y="215"/>
                    <a:pt x="128" y="215"/>
                  </a:cubicBezTo>
                  <a:cubicBezTo>
                    <a:pt x="138" y="215"/>
                    <a:pt x="148" y="214"/>
                    <a:pt x="158" y="211"/>
                  </a:cubicBezTo>
                  <a:cubicBezTo>
                    <a:pt x="207" y="178"/>
                    <a:pt x="244" y="124"/>
                    <a:pt x="207" y="75"/>
                  </a:cubicBezTo>
                  <a:cubicBezTo>
                    <a:pt x="193" y="30"/>
                    <a:pt x="157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31"/>
            <p:cNvSpPr/>
            <p:nvPr/>
          </p:nvSpPr>
          <p:spPr>
            <a:xfrm>
              <a:off x="4156225" y="29771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0" y="1"/>
                  </a:moveTo>
                  <a:cubicBezTo>
                    <a:pt x="57" y="1"/>
                    <a:pt x="15" y="44"/>
                    <a:pt x="1" y="91"/>
                  </a:cubicBezTo>
                  <a:lnTo>
                    <a:pt x="1" y="124"/>
                  </a:lnTo>
                  <a:lnTo>
                    <a:pt x="1" y="140"/>
                  </a:lnTo>
                  <a:lnTo>
                    <a:pt x="17" y="161"/>
                  </a:lnTo>
                  <a:cubicBezTo>
                    <a:pt x="34" y="194"/>
                    <a:pt x="71" y="210"/>
                    <a:pt x="87" y="210"/>
                  </a:cubicBezTo>
                  <a:cubicBezTo>
                    <a:pt x="120" y="210"/>
                    <a:pt x="137" y="210"/>
                    <a:pt x="174" y="194"/>
                  </a:cubicBezTo>
                  <a:cubicBezTo>
                    <a:pt x="190" y="177"/>
                    <a:pt x="207" y="140"/>
                    <a:pt x="207" y="124"/>
                  </a:cubicBezTo>
                  <a:cubicBezTo>
                    <a:pt x="207" y="91"/>
                    <a:pt x="207" y="74"/>
                    <a:pt x="190" y="58"/>
                  </a:cubicBezTo>
                  <a:cubicBezTo>
                    <a:pt x="174" y="20"/>
                    <a:pt x="153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31"/>
            <p:cNvSpPr/>
            <p:nvPr/>
          </p:nvSpPr>
          <p:spPr>
            <a:xfrm>
              <a:off x="4146750" y="29535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4" y="1"/>
                  </a:moveTo>
                  <a:cubicBezTo>
                    <a:pt x="41" y="1"/>
                    <a:pt x="0" y="44"/>
                    <a:pt x="0" y="90"/>
                  </a:cubicBezTo>
                  <a:lnTo>
                    <a:pt x="0" y="140"/>
                  </a:lnTo>
                  <a:lnTo>
                    <a:pt x="17" y="156"/>
                  </a:lnTo>
                  <a:cubicBezTo>
                    <a:pt x="37" y="194"/>
                    <a:pt x="54" y="194"/>
                    <a:pt x="87" y="210"/>
                  </a:cubicBezTo>
                  <a:cubicBezTo>
                    <a:pt x="141" y="210"/>
                    <a:pt x="190" y="177"/>
                    <a:pt x="206" y="123"/>
                  </a:cubicBezTo>
                  <a:cubicBezTo>
                    <a:pt x="206" y="90"/>
                    <a:pt x="206" y="74"/>
                    <a:pt x="190" y="37"/>
                  </a:cubicBezTo>
                  <a:cubicBezTo>
                    <a:pt x="174" y="20"/>
                    <a:pt x="141" y="4"/>
                    <a:pt x="120" y="4"/>
                  </a:cubicBezTo>
                  <a:cubicBezTo>
                    <a:pt x="111" y="2"/>
                    <a:pt x="103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31"/>
            <p:cNvSpPr/>
            <p:nvPr/>
          </p:nvSpPr>
          <p:spPr>
            <a:xfrm>
              <a:off x="4150675" y="30028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14" y="1"/>
                  </a:moveTo>
                  <a:cubicBezTo>
                    <a:pt x="100" y="1"/>
                    <a:pt x="83" y="3"/>
                    <a:pt x="66" y="7"/>
                  </a:cubicBezTo>
                  <a:cubicBezTo>
                    <a:pt x="17" y="23"/>
                    <a:pt x="0" y="93"/>
                    <a:pt x="17" y="143"/>
                  </a:cubicBezTo>
                  <a:cubicBezTo>
                    <a:pt x="29" y="183"/>
                    <a:pt x="72" y="203"/>
                    <a:pt x="113" y="203"/>
                  </a:cubicBezTo>
                  <a:cubicBezTo>
                    <a:pt x="127" y="203"/>
                    <a:pt x="140" y="200"/>
                    <a:pt x="153" y="196"/>
                  </a:cubicBezTo>
                  <a:cubicBezTo>
                    <a:pt x="206" y="180"/>
                    <a:pt x="239" y="126"/>
                    <a:pt x="206" y="60"/>
                  </a:cubicBezTo>
                  <a:cubicBezTo>
                    <a:pt x="194" y="20"/>
                    <a:pt x="160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31"/>
            <p:cNvSpPr/>
            <p:nvPr/>
          </p:nvSpPr>
          <p:spPr>
            <a:xfrm>
              <a:off x="4148900" y="29414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3" y="0"/>
                  </a:moveTo>
                  <a:cubicBezTo>
                    <a:pt x="85" y="0"/>
                    <a:pt x="55" y="14"/>
                    <a:pt x="34" y="44"/>
                  </a:cubicBezTo>
                  <a:cubicBezTo>
                    <a:pt x="17" y="60"/>
                    <a:pt x="1" y="93"/>
                    <a:pt x="1" y="110"/>
                  </a:cubicBezTo>
                  <a:cubicBezTo>
                    <a:pt x="1" y="126"/>
                    <a:pt x="1" y="126"/>
                    <a:pt x="17" y="147"/>
                  </a:cubicBezTo>
                  <a:cubicBezTo>
                    <a:pt x="17" y="163"/>
                    <a:pt x="34" y="180"/>
                    <a:pt x="55" y="180"/>
                  </a:cubicBezTo>
                  <a:cubicBezTo>
                    <a:pt x="69" y="194"/>
                    <a:pt x="92" y="203"/>
                    <a:pt x="115" y="203"/>
                  </a:cubicBezTo>
                  <a:cubicBezTo>
                    <a:pt x="143" y="203"/>
                    <a:pt x="172" y="190"/>
                    <a:pt x="191" y="163"/>
                  </a:cubicBezTo>
                  <a:cubicBezTo>
                    <a:pt x="207" y="147"/>
                    <a:pt x="224" y="110"/>
                    <a:pt x="207" y="93"/>
                  </a:cubicBezTo>
                  <a:cubicBezTo>
                    <a:pt x="207" y="60"/>
                    <a:pt x="191" y="44"/>
                    <a:pt x="174" y="23"/>
                  </a:cubicBezTo>
                  <a:cubicBezTo>
                    <a:pt x="158" y="8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31"/>
            <p:cNvSpPr/>
            <p:nvPr/>
          </p:nvSpPr>
          <p:spPr>
            <a:xfrm>
              <a:off x="4155400" y="29909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50" y="0"/>
                    <a:pt x="1" y="37"/>
                    <a:pt x="1" y="87"/>
                  </a:cubicBezTo>
                  <a:lnTo>
                    <a:pt x="1" y="141"/>
                  </a:lnTo>
                  <a:cubicBezTo>
                    <a:pt x="1" y="157"/>
                    <a:pt x="17" y="157"/>
                    <a:pt x="17" y="174"/>
                  </a:cubicBezTo>
                  <a:cubicBezTo>
                    <a:pt x="34" y="190"/>
                    <a:pt x="50" y="206"/>
                    <a:pt x="83" y="206"/>
                  </a:cubicBezTo>
                  <a:cubicBezTo>
                    <a:pt x="137" y="206"/>
                    <a:pt x="186" y="174"/>
                    <a:pt x="207" y="124"/>
                  </a:cubicBezTo>
                  <a:cubicBezTo>
                    <a:pt x="207" y="87"/>
                    <a:pt x="207" y="70"/>
                    <a:pt x="186" y="37"/>
                  </a:cubicBezTo>
                  <a:cubicBezTo>
                    <a:pt x="170" y="21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31"/>
            <p:cNvSpPr/>
            <p:nvPr/>
          </p:nvSpPr>
          <p:spPr>
            <a:xfrm>
              <a:off x="4143750" y="29673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1" y="1"/>
                  </a:moveTo>
                  <a:cubicBezTo>
                    <a:pt x="75" y="1"/>
                    <a:pt x="41" y="16"/>
                    <a:pt x="17" y="39"/>
                  </a:cubicBezTo>
                  <a:cubicBezTo>
                    <a:pt x="1" y="56"/>
                    <a:pt x="1" y="89"/>
                    <a:pt x="1" y="122"/>
                  </a:cubicBezTo>
                  <a:lnTo>
                    <a:pt x="1" y="142"/>
                  </a:lnTo>
                  <a:cubicBezTo>
                    <a:pt x="17" y="159"/>
                    <a:pt x="17" y="175"/>
                    <a:pt x="34" y="192"/>
                  </a:cubicBezTo>
                  <a:cubicBezTo>
                    <a:pt x="54" y="204"/>
                    <a:pt x="77" y="210"/>
                    <a:pt x="99" y="210"/>
                  </a:cubicBezTo>
                  <a:cubicBezTo>
                    <a:pt x="136" y="210"/>
                    <a:pt x="170" y="196"/>
                    <a:pt x="190" y="175"/>
                  </a:cubicBezTo>
                  <a:cubicBezTo>
                    <a:pt x="223" y="122"/>
                    <a:pt x="207" y="56"/>
                    <a:pt x="174" y="19"/>
                  </a:cubicBezTo>
                  <a:cubicBezTo>
                    <a:pt x="154" y="6"/>
                    <a:pt x="132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31"/>
            <p:cNvSpPr/>
            <p:nvPr/>
          </p:nvSpPr>
          <p:spPr>
            <a:xfrm>
              <a:off x="4138600" y="29955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1"/>
                  </a:moveTo>
                  <a:cubicBezTo>
                    <a:pt x="113" y="1"/>
                    <a:pt x="99" y="3"/>
                    <a:pt x="87" y="7"/>
                  </a:cubicBezTo>
                  <a:cubicBezTo>
                    <a:pt x="34" y="23"/>
                    <a:pt x="1" y="94"/>
                    <a:pt x="17" y="147"/>
                  </a:cubicBezTo>
                  <a:cubicBezTo>
                    <a:pt x="45" y="184"/>
                    <a:pt x="80" y="203"/>
                    <a:pt x="118" y="203"/>
                  </a:cubicBezTo>
                  <a:cubicBezTo>
                    <a:pt x="131" y="203"/>
                    <a:pt x="144" y="201"/>
                    <a:pt x="157" y="197"/>
                  </a:cubicBezTo>
                  <a:cubicBezTo>
                    <a:pt x="207" y="180"/>
                    <a:pt x="240" y="110"/>
                    <a:pt x="223" y="61"/>
                  </a:cubicBezTo>
                  <a:cubicBezTo>
                    <a:pt x="211" y="20"/>
                    <a:pt x="168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31"/>
            <p:cNvSpPr/>
            <p:nvPr/>
          </p:nvSpPr>
          <p:spPr>
            <a:xfrm>
              <a:off x="4142925" y="2984150"/>
              <a:ext cx="5600" cy="4900"/>
            </a:xfrm>
            <a:custGeom>
              <a:avLst/>
              <a:gdLst/>
              <a:ahLst/>
              <a:cxnLst/>
              <a:rect l="l" t="t" r="r" b="b"/>
              <a:pathLst>
                <a:path w="224" h="196" extrusionOk="0">
                  <a:moveTo>
                    <a:pt x="67" y="0"/>
                  </a:moveTo>
                  <a:cubicBezTo>
                    <a:pt x="50" y="17"/>
                    <a:pt x="34" y="33"/>
                    <a:pt x="17" y="50"/>
                  </a:cubicBezTo>
                  <a:cubicBezTo>
                    <a:pt x="1" y="66"/>
                    <a:pt x="1" y="103"/>
                    <a:pt x="17" y="136"/>
                  </a:cubicBezTo>
                  <a:cubicBezTo>
                    <a:pt x="30" y="177"/>
                    <a:pt x="63" y="196"/>
                    <a:pt x="107" y="196"/>
                  </a:cubicBezTo>
                  <a:cubicBezTo>
                    <a:pt x="122" y="196"/>
                    <a:pt x="137" y="194"/>
                    <a:pt x="153" y="190"/>
                  </a:cubicBezTo>
                  <a:cubicBezTo>
                    <a:pt x="207" y="169"/>
                    <a:pt x="223" y="120"/>
                    <a:pt x="207" y="50"/>
                  </a:cubicBezTo>
                  <a:cubicBezTo>
                    <a:pt x="190" y="33"/>
                    <a:pt x="170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31"/>
            <p:cNvSpPr/>
            <p:nvPr/>
          </p:nvSpPr>
          <p:spPr>
            <a:xfrm>
              <a:off x="4136025" y="29415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71" y="0"/>
                    <a:pt x="1" y="38"/>
                    <a:pt x="1" y="87"/>
                  </a:cubicBezTo>
                  <a:lnTo>
                    <a:pt x="1" y="141"/>
                  </a:lnTo>
                  <a:cubicBezTo>
                    <a:pt x="1" y="157"/>
                    <a:pt x="17" y="157"/>
                    <a:pt x="17" y="174"/>
                  </a:cubicBezTo>
                  <a:cubicBezTo>
                    <a:pt x="34" y="190"/>
                    <a:pt x="54" y="207"/>
                    <a:pt x="87" y="207"/>
                  </a:cubicBezTo>
                  <a:cubicBezTo>
                    <a:pt x="94" y="209"/>
                    <a:pt x="101" y="210"/>
                    <a:pt x="108" y="210"/>
                  </a:cubicBezTo>
                  <a:cubicBezTo>
                    <a:pt x="154" y="210"/>
                    <a:pt x="207" y="166"/>
                    <a:pt x="207" y="120"/>
                  </a:cubicBezTo>
                  <a:cubicBezTo>
                    <a:pt x="207" y="87"/>
                    <a:pt x="207" y="71"/>
                    <a:pt x="190" y="54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31"/>
            <p:cNvSpPr/>
            <p:nvPr/>
          </p:nvSpPr>
          <p:spPr>
            <a:xfrm>
              <a:off x="4176425" y="30849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3" y="0"/>
                  </a:moveTo>
                  <a:cubicBezTo>
                    <a:pt x="38" y="0"/>
                    <a:pt x="1" y="44"/>
                    <a:pt x="1" y="90"/>
                  </a:cubicBezTo>
                  <a:lnTo>
                    <a:pt x="1" y="140"/>
                  </a:lnTo>
                  <a:lnTo>
                    <a:pt x="17" y="156"/>
                  </a:lnTo>
                  <a:cubicBezTo>
                    <a:pt x="34" y="193"/>
                    <a:pt x="50" y="193"/>
                    <a:pt x="87" y="210"/>
                  </a:cubicBezTo>
                  <a:cubicBezTo>
                    <a:pt x="137" y="210"/>
                    <a:pt x="190" y="177"/>
                    <a:pt x="207" y="123"/>
                  </a:cubicBezTo>
                  <a:cubicBezTo>
                    <a:pt x="207" y="90"/>
                    <a:pt x="207" y="74"/>
                    <a:pt x="190" y="37"/>
                  </a:cubicBezTo>
                  <a:cubicBezTo>
                    <a:pt x="170" y="20"/>
                    <a:pt x="137" y="4"/>
                    <a:pt x="120" y="4"/>
                  </a:cubicBezTo>
                  <a:cubicBezTo>
                    <a:pt x="111" y="1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31"/>
            <p:cNvSpPr/>
            <p:nvPr/>
          </p:nvSpPr>
          <p:spPr>
            <a:xfrm>
              <a:off x="4140775" y="30743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70" y="1"/>
                    <a:pt x="33" y="17"/>
                  </a:cubicBezTo>
                  <a:cubicBezTo>
                    <a:pt x="17" y="34"/>
                    <a:pt x="0" y="50"/>
                    <a:pt x="0" y="87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53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136" y="207"/>
                    <a:pt x="190" y="170"/>
                    <a:pt x="206" y="120"/>
                  </a:cubicBezTo>
                  <a:cubicBezTo>
                    <a:pt x="206" y="87"/>
                    <a:pt x="206" y="67"/>
                    <a:pt x="190" y="34"/>
                  </a:cubicBezTo>
                  <a:cubicBezTo>
                    <a:pt x="17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31"/>
            <p:cNvSpPr/>
            <p:nvPr/>
          </p:nvSpPr>
          <p:spPr>
            <a:xfrm>
              <a:off x="4145100" y="30476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0" y="1"/>
                  </a:moveTo>
                  <a:cubicBezTo>
                    <a:pt x="103" y="1"/>
                    <a:pt x="66" y="1"/>
                    <a:pt x="50" y="22"/>
                  </a:cubicBezTo>
                  <a:cubicBezTo>
                    <a:pt x="33" y="38"/>
                    <a:pt x="17" y="55"/>
                    <a:pt x="17" y="88"/>
                  </a:cubicBezTo>
                  <a:cubicBezTo>
                    <a:pt x="0" y="104"/>
                    <a:pt x="0" y="125"/>
                    <a:pt x="17" y="141"/>
                  </a:cubicBezTo>
                  <a:cubicBezTo>
                    <a:pt x="17" y="141"/>
                    <a:pt x="17" y="158"/>
                    <a:pt x="33" y="158"/>
                  </a:cubicBezTo>
                  <a:cubicBezTo>
                    <a:pt x="50" y="191"/>
                    <a:pt x="66" y="191"/>
                    <a:pt x="103" y="207"/>
                  </a:cubicBezTo>
                  <a:cubicBezTo>
                    <a:pt x="153" y="207"/>
                    <a:pt x="207" y="174"/>
                    <a:pt x="223" y="125"/>
                  </a:cubicBezTo>
                  <a:cubicBezTo>
                    <a:pt x="223" y="88"/>
                    <a:pt x="207" y="71"/>
                    <a:pt x="207" y="38"/>
                  </a:cubicBezTo>
                  <a:cubicBezTo>
                    <a:pt x="186" y="22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31"/>
            <p:cNvSpPr/>
            <p:nvPr/>
          </p:nvSpPr>
          <p:spPr>
            <a:xfrm>
              <a:off x="4141175" y="3060800"/>
              <a:ext cx="6000" cy="5100"/>
            </a:xfrm>
            <a:custGeom>
              <a:avLst/>
              <a:gdLst/>
              <a:ahLst/>
              <a:cxnLst/>
              <a:rect l="l" t="t" r="r" b="b"/>
              <a:pathLst>
                <a:path w="240" h="204" extrusionOk="0">
                  <a:moveTo>
                    <a:pt x="120" y="1"/>
                  </a:moveTo>
                  <a:cubicBezTo>
                    <a:pt x="109" y="1"/>
                    <a:pt x="98" y="10"/>
                    <a:pt x="87" y="10"/>
                  </a:cubicBezTo>
                  <a:cubicBezTo>
                    <a:pt x="34" y="26"/>
                    <a:pt x="1" y="92"/>
                    <a:pt x="34" y="146"/>
                  </a:cubicBezTo>
                  <a:cubicBezTo>
                    <a:pt x="49" y="183"/>
                    <a:pt x="80" y="203"/>
                    <a:pt x="124" y="203"/>
                  </a:cubicBezTo>
                  <a:cubicBezTo>
                    <a:pt x="139" y="203"/>
                    <a:pt x="156" y="201"/>
                    <a:pt x="174" y="195"/>
                  </a:cubicBezTo>
                  <a:cubicBezTo>
                    <a:pt x="174" y="195"/>
                    <a:pt x="190" y="179"/>
                    <a:pt x="207" y="179"/>
                  </a:cubicBezTo>
                  <a:cubicBezTo>
                    <a:pt x="223" y="146"/>
                    <a:pt x="240" y="113"/>
                    <a:pt x="223" y="59"/>
                  </a:cubicBezTo>
                  <a:cubicBezTo>
                    <a:pt x="207" y="26"/>
                    <a:pt x="174" y="10"/>
                    <a:pt x="137" y="10"/>
                  </a:cubicBezTo>
                  <a:cubicBezTo>
                    <a:pt x="131" y="3"/>
                    <a:pt x="12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31"/>
            <p:cNvSpPr/>
            <p:nvPr/>
          </p:nvSpPr>
          <p:spPr>
            <a:xfrm>
              <a:off x="4189325" y="3019300"/>
              <a:ext cx="6000" cy="5400"/>
            </a:xfrm>
            <a:custGeom>
              <a:avLst/>
              <a:gdLst/>
              <a:ahLst/>
              <a:cxnLst/>
              <a:rect l="l" t="t" r="r" b="b"/>
              <a:pathLst>
                <a:path w="240" h="216" extrusionOk="0">
                  <a:moveTo>
                    <a:pt x="103" y="0"/>
                  </a:moveTo>
                  <a:cubicBezTo>
                    <a:pt x="66" y="21"/>
                    <a:pt x="50" y="21"/>
                    <a:pt x="33" y="54"/>
                  </a:cubicBezTo>
                  <a:cubicBezTo>
                    <a:pt x="17" y="70"/>
                    <a:pt x="0" y="87"/>
                    <a:pt x="17" y="124"/>
                  </a:cubicBezTo>
                  <a:lnTo>
                    <a:pt x="17" y="157"/>
                  </a:lnTo>
                  <a:cubicBezTo>
                    <a:pt x="17" y="173"/>
                    <a:pt x="33" y="173"/>
                    <a:pt x="50" y="190"/>
                  </a:cubicBezTo>
                  <a:cubicBezTo>
                    <a:pt x="74" y="207"/>
                    <a:pt x="97" y="216"/>
                    <a:pt x="121" y="216"/>
                  </a:cubicBezTo>
                  <a:cubicBezTo>
                    <a:pt x="149" y="216"/>
                    <a:pt x="177" y="203"/>
                    <a:pt x="206" y="173"/>
                  </a:cubicBezTo>
                  <a:cubicBezTo>
                    <a:pt x="239" y="140"/>
                    <a:pt x="223" y="70"/>
                    <a:pt x="190" y="37"/>
                  </a:cubicBezTo>
                  <a:cubicBezTo>
                    <a:pt x="153" y="21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31"/>
            <p:cNvSpPr/>
            <p:nvPr/>
          </p:nvSpPr>
          <p:spPr>
            <a:xfrm>
              <a:off x="4149325" y="30166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1" y="0"/>
                  </a:moveTo>
                  <a:cubicBezTo>
                    <a:pt x="58" y="0"/>
                    <a:pt x="15" y="46"/>
                    <a:pt x="0" y="90"/>
                  </a:cubicBezTo>
                  <a:lnTo>
                    <a:pt x="0" y="143"/>
                  </a:lnTo>
                  <a:lnTo>
                    <a:pt x="17" y="160"/>
                  </a:lnTo>
                  <a:cubicBezTo>
                    <a:pt x="38" y="193"/>
                    <a:pt x="71" y="209"/>
                    <a:pt x="87" y="209"/>
                  </a:cubicBezTo>
                  <a:cubicBezTo>
                    <a:pt x="157" y="209"/>
                    <a:pt x="207" y="176"/>
                    <a:pt x="207" y="127"/>
                  </a:cubicBezTo>
                  <a:cubicBezTo>
                    <a:pt x="207" y="90"/>
                    <a:pt x="207" y="73"/>
                    <a:pt x="190" y="40"/>
                  </a:cubicBezTo>
                  <a:cubicBezTo>
                    <a:pt x="174" y="24"/>
                    <a:pt x="157" y="3"/>
                    <a:pt x="120" y="3"/>
                  </a:cubicBezTo>
                  <a:cubicBezTo>
                    <a:pt x="114" y="1"/>
                    <a:pt x="107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31"/>
            <p:cNvSpPr/>
            <p:nvPr/>
          </p:nvSpPr>
          <p:spPr>
            <a:xfrm>
              <a:off x="4151500" y="3079725"/>
              <a:ext cx="5575" cy="5050"/>
            </a:xfrm>
            <a:custGeom>
              <a:avLst/>
              <a:gdLst/>
              <a:ahLst/>
              <a:cxnLst/>
              <a:rect l="l" t="t" r="r" b="b"/>
              <a:pathLst>
                <a:path w="223" h="202" extrusionOk="0">
                  <a:moveTo>
                    <a:pt x="91" y="1"/>
                  </a:moveTo>
                  <a:cubicBezTo>
                    <a:pt x="68" y="1"/>
                    <a:pt x="48" y="12"/>
                    <a:pt x="33" y="24"/>
                  </a:cubicBezTo>
                  <a:cubicBezTo>
                    <a:pt x="16" y="40"/>
                    <a:pt x="0" y="57"/>
                    <a:pt x="0" y="94"/>
                  </a:cubicBezTo>
                  <a:cubicBezTo>
                    <a:pt x="0" y="110"/>
                    <a:pt x="0" y="127"/>
                    <a:pt x="16" y="143"/>
                  </a:cubicBezTo>
                  <a:cubicBezTo>
                    <a:pt x="16" y="181"/>
                    <a:pt x="54" y="197"/>
                    <a:pt x="87" y="197"/>
                  </a:cubicBezTo>
                  <a:lnTo>
                    <a:pt x="103" y="197"/>
                  </a:lnTo>
                  <a:cubicBezTo>
                    <a:pt x="112" y="200"/>
                    <a:pt x="121" y="201"/>
                    <a:pt x="130" y="201"/>
                  </a:cubicBezTo>
                  <a:cubicBezTo>
                    <a:pt x="172" y="201"/>
                    <a:pt x="206" y="169"/>
                    <a:pt x="206" y="110"/>
                  </a:cubicBezTo>
                  <a:cubicBezTo>
                    <a:pt x="223" y="94"/>
                    <a:pt x="206" y="57"/>
                    <a:pt x="190" y="40"/>
                  </a:cubicBezTo>
                  <a:cubicBezTo>
                    <a:pt x="173" y="24"/>
                    <a:pt x="157" y="7"/>
                    <a:pt x="120" y="7"/>
                  </a:cubicBezTo>
                  <a:cubicBezTo>
                    <a:pt x="110" y="3"/>
                    <a:pt x="100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31"/>
            <p:cNvSpPr/>
            <p:nvPr/>
          </p:nvSpPr>
          <p:spPr>
            <a:xfrm>
              <a:off x="4148500" y="31094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20" y="1"/>
                  </a:moveTo>
                  <a:cubicBezTo>
                    <a:pt x="104" y="1"/>
                    <a:pt x="71" y="1"/>
                    <a:pt x="50" y="21"/>
                  </a:cubicBezTo>
                  <a:cubicBezTo>
                    <a:pt x="17" y="38"/>
                    <a:pt x="17" y="71"/>
                    <a:pt x="0" y="87"/>
                  </a:cubicBezTo>
                  <a:cubicBezTo>
                    <a:pt x="0" y="104"/>
                    <a:pt x="0" y="124"/>
                    <a:pt x="17" y="141"/>
                  </a:cubicBezTo>
                  <a:lnTo>
                    <a:pt x="17" y="174"/>
                  </a:lnTo>
                  <a:cubicBezTo>
                    <a:pt x="33" y="190"/>
                    <a:pt x="71" y="207"/>
                    <a:pt x="87" y="207"/>
                  </a:cubicBezTo>
                  <a:cubicBezTo>
                    <a:pt x="97" y="210"/>
                    <a:pt x="107" y="211"/>
                    <a:pt x="116" y="211"/>
                  </a:cubicBezTo>
                  <a:cubicBezTo>
                    <a:pt x="168" y="211"/>
                    <a:pt x="207" y="166"/>
                    <a:pt x="207" y="124"/>
                  </a:cubicBezTo>
                  <a:cubicBezTo>
                    <a:pt x="223" y="104"/>
                    <a:pt x="207" y="71"/>
                    <a:pt x="190" y="54"/>
                  </a:cubicBezTo>
                  <a:cubicBezTo>
                    <a:pt x="174" y="21"/>
                    <a:pt x="153" y="2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31"/>
            <p:cNvSpPr/>
            <p:nvPr/>
          </p:nvSpPr>
          <p:spPr>
            <a:xfrm>
              <a:off x="4154075" y="3067900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96" y="1"/>
                  </a:moveTo>
                  <a:cubicBezTo>
                    <a:pt x="66" y="1"/>
                    <a:pt x="37" y="15"/>
                    <a:pt x="17" y="35"/>
                  </a:cubicBezTo>
                  <a:cubicBezTo>
                    <a:pt x="0" y="68"/>
                    <a:pt x="0" y="85"/>
                    <a:pt x="0" y="118"/>
                  </a:cubicBezTo>
                  <a:lnTo>
                    <a:pt x="0" y="138"/>
                  </a:lnTo>
                  <a:cubicBezTo>
                    <a:pt x="0" y="155"/>
                    <a:pt x="17" y="171"/>
                    <a:pt x="33" y="188"/>
                  </a:cubicBezTo>
                  <a:cubicBezTo>
                    <a:pt x="54" y="204"/>
                    <a:pt x="87" y="204"/>
                    <a:pt x="103" y="204"/>
                  </a:cubicBezTo>
                  <a:cubicBezTo>
                    <a:pt x="136" y="204"/>
                    <a:pt x="157" y="188"/>
                    <a:pt x="190" y="171"/>
                  </a:cubicBezTo>
                  <a:cubicBezTo>
                    <a:pt x="206" y="155"/>
                    <a:pt x="206" y="118"/>
                    <a:pt x="206" y="101"/>
                  </a:cubicBezTo>
                  <a:cubicBezTo>
                    <a:pt x="206" y="68"/>
                    <a:pt x="190" y="52"/>
                    <a:pt x="173" y="35"/>
                  </a:cubicBezTo>
                  <a:cubicBezTo>
                    <a:pt x="149" y="11"/>
                    <a:pt x="122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31"/>
            <p:cNvSpPr/>
            <p:nvPr/>
          </p:nvSpPr>
          <p:spPr>
            <a:xfrm>
              <a:off x="4150250" y="30957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8" y="0"/>
                  </a:moveTo>
                  <a:cubicBezTo>
                    <a:pt x="50" y="0"/>
                    <a:pt x="1" y="43"/>
                    <a:pt x="1" y="90"/>
                  </a:cubicBezTo>
                  <a:lnTo>
                    <a:pt x="1" y="139"/>
                  </a:lnTo>
                  <a:lnTo>
                    <a:pt x="17" y="160"/>
                  </a:lnTo>
                  <a:cubicBezTo>
                    <a:pt x="34" y="193"/>
                    <a:pt x="50" y="193"/>
                    <a:pt x="83" y="209"/>
                  </a:cubicBezTo>
                  <a:cubicBezTo>
                    <a:pt x="137" y="209"/>
                    <a:pt x="186" y="176"/>
                    <a:pt x="207" y="123"/>
                  </a:cubicBezTo>
                  <a:cubicBezTo>
                    <a:pt x="207" y="90"/>
                    <a:pt x="207" y="73"/>
                    <a:pt x="186" y="36"/>
                  </a:cubicBezTo>
                  <a:cubicBezTo>
                    <a:pt x="170" y="20"/>
                    <a:pt x="137" y="3"/>
                    <a:pt x="120" y="3"/>
                  </a:cubicBezTo>
                  <a:cubicBezTo>
                    <a:pt x="113" y="1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31"/>
            <p:cNvSpPr/>
            <p:nvPr/>
          </p:nvSpPr>
          <p:spPr>
            <a:xfrm>
              <a:off x="4130050" y="30638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7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3" y="23"/>
                    <a:pt x="0" y="93"/>
                    <a:pt x="33" y="143"/>
                  </a:cubicBezTo>
                  <a:cubicBezTo>
                    <a:pt x="33" y="159"/>
                    <a:pt x="50" y="159"/>
                    <a:pt x="50" y="176"/>
                  </a:cubicBezTo>
                  <a:cubicBezTo>
                    <a:pt x="72" y="198"/>
                    <a:pt x="93" y="207"/>
                    <a:pt x="117" y="207"/>
                  </a:cubicBezTo>
                  <a:cubicBezTo>
                    <a:pt x="133" y="207"/>
                    <a:pt x="150" y="203"/>
                    <a:pt x="169" y="196"/>
                  </a:cubicBezTo>
                  <a:cubicBezTo>
                    <a:pt x="207" y="176"/>
                    <a:pt x="223" y="143"/>
                    <a:pt x="223" y="110"/>
                  </a:cubicBezTo>
                  <a:lnTo>
                    <a:pt x="223" y="56"/>
                  </a:ln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31"/>
            <p:cNvSpPr/>
            <p:nvPr/>
          </p:nvSpPr>
          <p:spPr>
            <a:xfrm>
              <a:off x="4155400" y="30542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6" y="1"/>
                  </a:moveTo>
                  <a:cubicBezTo>
                    <a:pt x="112" y="1"/>
                    <a:pt x="98" y="5"/>
                    <a:pt x="83" y="14"/>
                  </a:cubicBezTo>
                  <a:cubicBezTo>
                    <a:pt x="34" y="31"/>
                    <a:pt x="1" y="84"/>
                    <a:pt x="17" y="134"/>
                  </a:cubicBezTo>
                  <a:cubicBezTo>
                    <a:pt x="34" y="150"/>
                    <a:pt x="34" y="171"/>
                    <a:pt x="50" y="187"/>
                  </a:cubicBezTo>
                  <a:cubicBezTo>
                    <a:pt x="73" y="199"/>
                    <a:pt x="99" y="211"/>
                    <a:pt x="123" y="211"/>
                  </a:cubicBezTo>
                  <a:cubicBezTo>
                    <a:pt x="134" y="211"/>
                    <a:pt x="144" y="209"/>
                    <a:pt x="153" y="204"/>
                  </a:cubicBezTo>
                  <a:cubicBezTo>
                    <a:pt x="186" y="187"/>
                    <a:pt x="223" y="150"/>
                    <a:pt x="223" y="117"/>
                  </a:cubicBezTo>
                  <a:lnTo>
                    <a:pt x="223" y="68"/>
                  </a:lnTo>
                  <a:cubicBezTo>
                    <a:pt x="196" y="29"/>
                    <a:pt x="163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31"/>
            <p:cNvSpPr/>
            <p:nvPr/>
          </p:nvSpPr>
          <p:spPr>
            <a:xfrm>
              <a:off x="4138200" y="30883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15" y="0"/>
                  </a:moveTo>
                  <a:cubicBezTo>
                    <a:pt x="84" y="0"/>
                    <a:pt x="54" y="14"/>
                    <a:pt x="33" y="44"/>
                  </a:cubicBezTo>
                  <a:cubicBezTo>
                    <a:pt x="17" y="60"/>
                    <a:pt x="0" y="77"/>
                    <a:pt x="17" y="110"/>
                  </a:cubicBezTo>
                  <a:lnTo>
                    <a:pt x="17" y="147"/>
                  </a:lnTo>
                  <a:cubicBezTo>
                    <a:pt x="17" y="163"/>
                    <a:pt x="33" y="163"/>
                    <a:pt x="50" y="180"/>
                  </a:cubicBezTo>
                  <a:cubicBezTo>
                    <a:pt x="64" y="191"/>
                    <a:pt x="85" y="203"/>
                    <a:pt x="102" y="203"/>
                  </a:cubicBezTo>
                  <a:cubicBezTo>
                    <a:pt x="109" y="203"/>
                    <a:pt x="115" y="201"/>
                    <a:pt x="120" y="196"/>
                  </a:cubicBezTo>
                  <a:cubicBezTo>
                    <a:pt x="153" y="196"/>
                    <a:pt x="173" y="180"/>
                    <a:pt x="190" y="163"/>
                  </a:cubicBezTo>
                  <a:cubicBezTo>
                    <a:pt x="206" y="147"/>
                    <a:pt x="223" y="110"/>
                    <a:pt x="223" y="93"/>
                  </a:cubicBezTo>
                  <a:cubicBezTo>
                    <a:pt x="223" y="60"/>
                    <a:pt x="206" y="44"/>
                    <a:pt x="190" y="23"/>
                  </a:cubicBezTo>
                  <a:cubicBezTo>
                    <a:pt x="166" y="9"/>
                    <a:pt x="140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31"/>
            <p:cNvSpPr/>
            <p:nvPr/>
          </p:nvSpPr>
          <p:spPr>
            <a:xfrm>
              <a:off x="4131700" y="305152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11" y="0"/>
                  </a:moveTo>
                  <a:cubicBezTo>
                    <a:pt x="76" y="0"/>
                    <a:pt x="41" y="14"/>
                    <a:pt x="21" y="35"/>
                  </a:cubicBezTo>
                  <a:cubicBezTo>
                    <a:pt x="0" y="51"/>
                    <a:pt x="0" y="88"/>
                    <a:pt x="0" y="121"/>
                  </a:cubicBezTo>
                  <a:lnTo>
                    <a:pt x="0" y="138"/>
                  </a:lnTo>
                  <a:cubicBezTo>
                    <a:pt x="21" y="154"/>
                    <a:pt x="21" y="175"/>
                    <a:pt x="38" y="191"/>
                  </a:cubicBezTo>
                  <a:cubicBezTo>
                    <a:pt x="54" y="208"/>
                    <a:pt x="87" y="208"/>
                    <a:pt x="124" y="208"/>
                  </a:cubicBezTo>
                  <a:cubicBezTo>
                    <a:pt x="141" y="208"/>
                    <a:pt x="174" y="191"/>
                    <a:pt x="190" y="175"/>
                  </a:cubicBezTo>
                  <a:cubicBezTo>
                    <a:pt x="207" y="154"/>
                    <a:pt x="207" y="121"/>
                    <a:pt x="207" y="88"/>
                  </a:cubicBezTo>
                  <a:cubicBezTo>
                    <a:pt x="207" y="72"/>
                    <a:pt x="190" y="35"/>
                    <a:pt x="174" y="18"/>
                  </a:cubicBezTo>
                  <a:cubicBezTo>
                    <a:pt x="155" y="6"/>
                    <a:pt x="133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31"/>
            <p:cNvSpPr/>
            <p:nvPr/>
          </p:nvSpPr>
          <p:spPr>
            <a:xfrm>
              <a:off x="4127875" y="30793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04" y="1"/>
                  </a:moveTo>
                  <a:cubicBezTo>
                    <a:pt x="54" y="1"/>
                    <a:pt x="17" y="33"/>
                    <a:pt x="17" y="91"/>
                  </a:cubicBezTo>
                  <a:cubicBezTo>
                    <a:pt x="1" y="108"/>
                    <a:pt x="17" y="124"/>
                    <a:pt x="17" y="141"/>
                  </a:cubicBezTo>
                  <a:cubicBezTo>
                    <a:pt x="34" y="174"/>
                    <a:pt x="50" y="195"/>
                    <a:pt x="104" y="211"/>
                  </a:cubicBezTo>
                  <a:cubicBezTo>
                    <a:pt x="153" y="211"/>
                    <a:pt x="207" y="174"/>
                    <a:pt x="224" y="124"/>
                  </a:cubicBezTo>
                  <a:cubicBezTo>
                    <a:pt x="224" y="91"/>
                    <a:pt x="224" y="54"/>
                    <a:pt x="207" y="38"/>
                  </a:cubicBezTo>
                  <a:cubicBezTo>
                    <a:pt x="191" y="21"/>
                    <a:pt x="153" y="5"/>
                    <a:pt x="137" y="5"/>
                  </a:cubicBezTo>
                  <a:cubicBezTo>
                    <a:pt x="126" y="2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31"/>
            <p:cNvSpPr/>
            <p:nvPr/>
          </p:nvSpPr>
          <p:spPr>
            <a:xfrm>
              <a:off x="4136025" y="30226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8" y="1"/>
                  </a:moveTo>
                  <a:cubicBezTo>
                    <a:pt x="67" y="1"/>
                    <a:pt x="37" y="13"/>
                    <a:pt x="17" y="40"/>
                  </a:cubicBezTo>
                  <a:cubicBezTo>
                    <a:pt x="1" y="57"/>
                    <a:pt x="1" y="94"/>
                    <a:pt x="1" y="110"/>
                  </a:cubicBezTo>
                  <a:lnTo>
                    <a:pt x="1" y="143"/>
                  </a:lnTo>
                  <a:cubicBezTo>
                    <a:pt x="17" y="160"/>
                    <a:pt x="17" y="176"/>
                    <a:pt x="34" y="176"/>
                  </a:cubicBezTo>
                  <a:cubicBezTo>
                    <a:pt x="58" y="201"/>
                    <a:pt x="86" y="211"/>
                    <a:pt x="112" y="211"/>
                  </a:cubicBezTo>
                  <a:cubicBezTo>
                    <a:pt x="143" y="211"/>
                    <a:pt x="172" y="197"/>
                    <a:pt x="190" y="176"/>
                  </a:cubicBezTo>
                  <a:cubicBezTo>
                    <a:pt x="207" y="143"/>
                    <a:pt x="207" y="127"/>
                    <a:pt x="207" y="94"/>
                  </a:cubicBezTo>
                  <a:cubicBezTo>
                    <a:pt x="207" y="73"/>
                    <a:pt x="190" y="40"/>
                    <a:pt x="174" y="24"/>
                  </a:cubicBezTo>
                  <a:cubicBezTo>
                    <a:pt x="150" y="9"/>
                    <a:pt x="123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31"/>
            <p:cNvSpPr/>
            <p:nvPr/>
          </p:nvSpPr>
          <p:spPr>
            <a:xfrm>
              <a:off x="4136025" y="31022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71" y="0"/>
                    <a:pt x="17" y="33"/>
                    <a:pt x="1" y="83"/>
                  </a:cubicBezTo>
                  <a:cubicBezTo>
                    <a:pt x="1" y="103"/>
                    <a:pt x="1" y="120"/>
                    <a:pt x="17" y="136"/>
                  </a:cubicBezTo>
                  <a:cubicBezTo>
                    <a:pt x="17" y="153"/>
                    <a:pt x="17" y="153"/>
                    <a:pt x="34" y="169"/>
                  </a:cubicBezTo>
                  <a:cubicBezTo>
                    <a:pt x="54" y="186"/>
                    <a:pt x="71" y="206"/>
                    <a:pt x="104" y="206"/>
                  </a:cubicBezTo>
                  <a:cubicBezTo>
                    <a:pt x="120" y="206"/>
                    <a:pt x="157" y="206"/>
                    <a:pt x="174" y="186"/>
                  </a:cubicBezTo>
                  <a:cubicBezTo>
                    <a:pt x="190" y="169"/>
                    <a:pt x="207" y="153"/>
                    <a:pt x="223" y="120"/>
                  </a:cubicBezTo>
                  <a:cubicBezTo>
                    <a:pt x="223" y="103"/>
                    <a:pt x="207" y="66"/>
                    <a:pt x="190" y="50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31"/>
            <p:cNvSpPr/>
            <p:nvPr/>
          </p:nvSpPr>
          <p:spPr>
            <a:xfrm>
              <a:off x="4137775" y="30098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4" y="21"/>
                    <a:pt x="1" y="92"/>
                    <a:pt x="34" y="141"/>
                  </a:cubicBezTo>
                  <a:cubicBezTo>
                    <a:pt x="46" y="180"/>
                    <a:pt x="77" y="208"/>
                    <a:pt x="112" y="208"/>
                  </a:cubicBezTo>
                  <a:cubicBezTo>
                    <a:pt x="126" y="208"/>
                    <a:pt x="140" y="204"/>
                    <a:pt x="153" y="195"/>
                  </a:cubicBezTo>
                  <a:cubicBezTo>
                    <a:pt x="223" y="174"/>
                    <a:pt x="240" y="125"/>
                    <a:pt x="223" y="71"/>
                  </a:cubicBezTo>
                  <a:cubicBezTo>
                    <a:pt x="210" y="30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31"/>
            <p:cNvSpPr/>
            <p:nvPr/>
          </p:nvSpPr>
          <p:spPr>
            <a:xfrm>
              <a:off x="4135625" y="30369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70" y="0"/>
                    <a:pt x="33" y="17"/>
                    <a:pt x="17" y="70"/>
                  </a:cubicBezTo>
                  <a:cubicBezTo>
                    <a:pt x="0" y="70"/>
                    <a:pt x="0" y="87"/>
                    <a:pt x="0" y="87"/>
                  </a:cubicBezTo>
                  <a:lnTo>
                    <a:pt x="0" y="140"/>
                  </a:lnTo>
                  <a:cubicBezTo>
                    <a:pt x="17" y="173"/>
                    <a:pt x="33" y="190"/>
                    <a:pt x="70" y="206"/>
                  </a:cubicBezTo>
                  <a:lnTo>
                    <a:pt x="87" y="206"/>
                  </a:lnTo>
                  <a:cubicBezTo>
                    <a:pt x="95" y="209"/>
                    <a:pt x="104" y="210"/>
                    <a:pt x="112" y="210"/>
                  </a:cubicBezTo>
                  <a:cubicBezTo>
                    <a:pt x="166" y="210"/>
                    <a:pt x="206" y="166"/>
                    <a:pt x="206" y="120"/>
                  </a:cubicBezTo>
                  <a:cubicBezTo>
                    <a:pt x="206" y="103"/>
                    <a:pt x="206" y="70"/>
                    <a:pt x="190" y="54"/>
                  </a:cubicBezTo>
                  <a:cubicBezTo>
                    <a:pt x="173" y="1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31"/>
            <p:cNvSpPr/>
            <p:nvPr/>
          </p:nvSpPr>
          <p:spPr>
            <a:xfrm>
              <a:off x="4149725" y="3031025"/>
              <a:ext cx="6125" cy="5250"/>
            </a:xfrm>
            <a:custGeom>
              <a:avLst/>
              <a:gdLst/>
              <a:ahLst/>
              <a:cxnLst/>
              <a:rect l="l" t="t" r="r" b="b"/>
              <a:pathLst>
                <a:path w="245" h="210" extrusionOk="0">
                  <a:moveTo>
                    <a:pt x="124" y="0"/>
                  </a:moveTo>
                  <a:cubicBezTo>
                    <a:pt x="108" y="0"/>
                    <a:pt x="90" y="4"/>
                    <a:pt x="71" y="14"/>
                  </a:cubicBezTo>
                  <a:cubicBezTo>
                    <a:pt x="22" y="30"/>
                    <a:pt x="1" y="84"/>
                    <a:pt x="22" y="133"/>
                  </a:cubicBezTo>
                  <a:cubicBezTo>
                    <a:pt x="34" y="187"/>
                    <a:pt x="76" y="209"/>
                    <a:pt x="119" y="209"/>
                  </a:cubicBezTo>
                  <a:cubicBezTo>
                    <a:pt x="132" y="209"/>
                    <a:pt x="145" y="207"/>
                    <a:pt x="158" y="203"/>
                  </a:cubicBezTo>
                  <a:cubicBezTo>
                    <a:pt x="207" y="187"/>
                    <a:pt x="244" y="117"/>
                    <a:pt x="207" y="67"/>
                  </a:cubicBezTo>
                  <a:cubicBezTo>
                    <a:pt x="195" y="28"/>
                    <a:pt x="166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31"/>
            <p:cNvSpPr/>
            <p:nvPr/>
          </p:nvSpPr>
          <p:spPr>
            <a:xfrm>
              <a:off x="4182000" y="30592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0" y="1"/>
                  </a:moveTo>
                  <a:cubicBezTo>
                    <a:pt x="57" y="1"/>
                    <a:pt x="15" y="44"/>
                    <a:pt x="0" y="90"/>
                  </a:cubicBezTo>
                  <a:cubicBezTo>
                    <a:pt x="0" y="107"/>
                    <a:pt x="0" y="123"/>
                    <a:pt x="17" y="140"/>
                  </a:cubicBezTo>
                  <a:cubicBezTo>
                    <a:pt x="17" y="140"/>
                    <a:pt x="17" y="156"/>
                    <a:pt x="33" y="156"/>
                  </a:cubicBezTo>
                  <a:cubicBezTo>
                    <a:pt x="50" y="193"/>
                    <a:pt x="70" y="210"/>
                    <a:pt x="103" y="210"/>
                  </a:cubicBezTo>
                  <a:cubicBezTo>
                    <a:pt x="153" y="210"/>
                    <a:pt x="207" y="177"/>
                    <a:pt x="223" y="123"/>
                  </a:cubicBezTo>
                  <a:cubicBezTo>
                    <a:pt x="223" y="90"/>
                    <a:pt x="207" y="74"/>
                    <a:pt x="190" y="37"/>
                  </a:cubicBezTo>
                  <a:cubicBezTo>
                    <a:pt x="190" y="20"/>
                    <a:pt x="153" y="4"/>
                    <a:pt x="120" y="4"/>
                  </a:cubicBezTo>
                  <a:cubicBezTo>
                    <a:pt x="113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31"/>
            <p:cNvSpPr/>
            <p:nvPr/>
          </p:nvSpPr>
          <p:spPr>
            <a:xfrm>
              <a:off x="4176425" y="30993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33" y="1"/>
                  </a:moveTo>
                  <a:cubicBezTo>
                    <a:pt x="117" y="1"/>
                    <a:pt x="101" y="5"/>
                    <a:pt x="87" y="16"/>
                  </a:cubicBezTo>
                  <a:cubicBezTo>
                    <a:pt x="34" y="32"/>
                    <a:pt x="1" y="82"/>
                    <a:pt x="34" y="136"/>
                  </a:cubicBezTo>
                  <a:cubicBezTo>
                    <a:pt x="47" y="175"/>
                    <a:pt x="84" y="207"/>
                    <a:pt x="133" y="207"/>
                  </a:cubicBezTo>
                  <a:cubicBezTo>
                    <a:pt x="145" y="207"/>
                    <a:pt x="157" y="206"/>
                    <a:pt x="170" y="202"/>
                  </a:cubicBezTo>
                  <a:cubicBezTo>
                    <a:pt x="223" y="185"/>
                    <a:pt x="240" y="119"/>
                    <a:pt x="223" y="65"/>
                  </a:cubicBezTo>
                  <a:cubicBezTo>
                    <a:pt x="212" y="30"/>
                    <a:pt x="172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31"/>
            <p:cNvSpPr/>
            <p:nvPr/>
          </p:nvSpPr>
          <p:spPr>
            <a:xfrm>
              <a:off x="4177250" y="307115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9" y="0"/>
                  </a:moveTo>
                  <a:cubicBezTo>
                    <a:pt x="114" y="0"/>
                    <a:pt x="100" y="3"/>
                    <a:pt x="87" y="8"/>
                  </a:cubicBezTo>
                  <a:cubicBezTo>
                    <a:pt x="34" y="25"/>
                    <a:pt x="1" y="91"/>
                    <a:pt x="34" y="144"/>
                  </a:cubicBezTo>
                  <a:cubicBezTo>
                    <a:pt x="49" y="181"/>
                    <a:pt x="80" y="202"/>
                    <a:pt x="124" y="202"/>
                  </a:cubicBezTo>
                  <a:cubicBezTo>
                    <a:pt x="139" y="202"/>
                    <a:pt x="156" y="199"/>
                    <a:pt x="174" y="194"/>
                  </a:cubicBezTo>
                  <a:cubicBezTo>
                    <a:pt x="223" y="177"/>
                    <a:pt x="240" y="111"/>
                    <a:pt x="223" y="58"/>
                  </a:cubicBezTo>
                  <a:cubicBezTo>
                    <a:pt x="211" y="21"/>
                    <a:pt x="170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31"/>
            <p:cNvSpPr/>
            <p:nvPr/>
          </p:nvSpPr>
          <p:spPr>
            <a:xfrm>
              <a:off x="4103350" y="2995575"/>
              <a:ext cx="5700" cy="5150"/>
            </a:xfrm>
            <a:custGeom>
              <a:avLst/>
              <a:gdLst/>
              <a:ahLst/>
              <a:cxnLst/>
              <a:rect l="l" t="t" r="r" b="b"/>
              <a:pathLst>
                <a:path w="228" h="206" extrusionOk="0">
                  <a:moveTo>
                    <a:pt x="106" y="1"/>
                  </a:moveTo>
                  <a:cubicBezTo>
                    <a:pt x="95" y="1"/>
                    <a:pt x="83" y="2"/>
                    <a:pt x="71" y="5"/>
                  </a:cubicBezTo>
                  <a:cubicBezTo>
                    <a:pt x="21" y="21"/>
                    <a:pt x="1" y="92"/>
                    <a:pt x="21" y="145"/>
                  </a:cubicBezTo>
                  <a:cubicBezTo>
                    <a:pt x="21" y="162"/>
                    <a:pt x="38" y="178"/>
                    <a:pt x="54" y="178"/>
                  </a:cubicBezTo>
                  <a:cubicBezTo>
                    <a:pt x="64" y="197"/>
                    <a:pt x="86" y="205"/>
                    <a:pt x="110" y="205"/>
                  </a:cubicBezTo>
                  <a:cubicBezTo>
                    <a:pt x="126" y="205"/>
                    <a:pt x="144" y="201"/>
                    <a:pt x="157" y="195"/>
                  </a:cubicBezTo>
                  <a:cubicBezTo>
                    <a:pt x="190" y="195"/>
                    <a:pt x="227" y="145"/>
                    <a:pt x="227" y="108"/>
                  </a:cubicBezTo>
                  <a:cubicBezTo>
                    <a:pt x="227" y="92"/>
                    <a:pt x="227" y="75"/>
                    <a:pt x="207" y="75"/>
                  </a:cubicBezTo>
                  <a:cubicBezTo>
                    <a:pt x="193" y="31"/>
                    <a:pt x="157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31"/>
            <p:cNvSpPr/>
            <p:nvPr/>
          </p:nvSpPr>
          <p:spPr>
            <a:xfrm>
              <a:off x="4173450" y="30217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4" y="0"/>
                  </a:moveTo>
                  <a:cubicBezTo>
                    <a:pt x="51" y="0"/>
                    <a:pt x="14" y="35"/>
                    <a:pt x="0" y="91"/>
                  </a:cubicBezTo>
                  <a:cubicBezTo>
                    <a:pt x="0" y="107"/>
                    <a:pt x="0" y="128"/>
                    <a:pt x="17" y="144"/>
                  </a:cubicBezTo>
                  <a:cubicBezTo>
                    <a:pt x="17" y="144"/>
                    <a:pt x="17" y="161"/>
                    <a:pt x="33" y="161"/>
                  </a:cubicBezTo>
                  <a:cubicBezTo>
                    <a:pt x="33" y="194"/>
                    <a:pt x="66" y="194"/>
                    <a:pt x="103" y="210"/>
                  </a:cubicBezTo>
                  <a:cubicBezTo>
                    <a:pt x="153" y="210"/>
                    <a:pt x="206" y="177"/>
                    <a:pt x="206" y="128"/>
                  </a:cubicBezTo>
                  <a:cubicBezTo>
                    <a:pt x="223" y="91"/>
                    <a:pt x="206" y="58"/>
                    <a:pt x="186" y="41"/>
                  </a:cubicBezTo>
                  <a:cubicBezTo>
                    <a:pt x="169" y="25"/>
                    <a:pt x="153" y="4"/>
                    <a:pt x="120" y="4"/>
                  </a:cubicBezTo>
                  <a:cubicBezTo>
                    <a:pt x="111" y="2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31"/>
            <p:cNvSpPr/>
            <p:nvPr/>
          </p:nvSpPr>
          <p:spPr>
            <a:xfrm>
              <a:off x="4183225" y="3045450"/>
              <a:ext cx="5200" cy="5300"/>
            </a:xfrm>
            <a:custGeom>
              <a:avLst/>
              <a:gdLst/>
              <a:ahLst/>
              <a:cxnLst/>
              <a:rect l="l" t="t" r="r" b="b"/>
              <a:pathLst>
                <a:path w="208" h="212" extrusionOk="0">
                  <a:moveTo>
                    <a:pt x="94" y="1"/>
                  </a:moveTo>
                  <a:cubicBezTo>
                    <a:pt x="40" y="1"/>
                    <a:pt x="1" y="46"/>
                    <a:pt x="1" y="88"/>
                  </a:cubicBezTo>
                  <a:lnTo>
                    <a:pt x="1" y="125"/>
                  </a:lnTo>
                  <a:lnTo>
                    <a:pt x="1" y="142"/>
                  </a:lnTo>
                  <a:cubicBezTo>
                    <a:pt x="1" y="142"/>
                    <a:pt x="1" y="158"/>
                    <a:pt x="21" y="158"/>
                  </a:cubicBezTo>
                  <a:cubicBezTo>
                    <a:pt x="38" y="191"/>
                    <a:pt x="54" y="212"/>
                    <a:pt x="87" y="212"/>
                  </a:cubicBezTo>
                  <a:cubicBezTo>
                    <a:pt x="104" y="212"/>
                    <a:pt x="141" y="212"/>
                    <a:pt x="158" y="191"/>
                  </a:cubicBezTo>
                  <a:cubicBezTo>
                    <a:pt x="191" y="175"/>
                    <a:pt x="191" y="142"/>
                    <a:pt x="207" y="125"/>
                  </a:cubicBezTo>
                  <a:cubicBezTo>
                    <a:pt x="207" y="88"/>
                    <a:pt x="207" y="71"/>
                    <a:pt x="191" y="55"/>
                  </a:cubicBezTo>
                  <a:cubicBezTo>
                    <a:pt x="174" y="22"/>
                    <a:pt x="158" y="5"/>
                    <a:pt x="125" y="5"/>
                  </a:cubicBezTo>
                  <a:cubicBezTo>
                    <a:pt x="114" y="2"/>
                    <a:pt x="104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31"/>
            <p:cNvSpPr/>
            <p:nvPr/>
          </p:nvSpPr>
          <p:spPr>
            <a:xfrm>
              <a:off x="4193550" y="2975475"/>
              <a:ext cx="5675" cy="5200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140" y="1"/>
                  </a:moveTo>
                  <a:cubicBezTo>
                    <a:pt x="103" y="1"/>
                    <a:pt x="70" y="1"/>
                    <a:pt x="54" y="22"/>
                  </a:cubicBezTo>
                  <a:cubicBezTo>
                    <a:pt x="37" y="38"/>
                    <a:pt x="21" y="55"/>
                    <a:pt x="21" y="87"/>
                  </a:cubicBezTo>
                  <a:cubicBezTo>
                    <a:pt x="0" y="104"/>
                    <a:pt x="21" y="125"/>
                    <a:pt x="21" y="141"/>
                  </a:cubicBezTo>
                  <a:cubicBezTo>
                    <a:pt x="21" y="158"/>
                    <a:pt x="21" y="158"/>
                    <a:pt x="37" y="158"/>
                  </a:cubicBezTo>
                  <a:cubicBezTo>
                    <a:pt x="54" y="191"/>
                    <a:pt x="70" y="207"/>
                    <a:pt x="103" y="207"/>
                  </a:cubicBezTo>
                  <a:cubicBezTo>
                    <a:pt x="157" y="207"/>
                    <a:pt x="206" y="174"/>
                    <a:pt x="227" y="125"/>
                  </a:cubicBezTo>
                  <a:cubicBezTo>
                    <a:pt x="227" y="87"/>
                    <a:pt x="227" y="71"/>
                    <a:pt x="206" y="38"/>
                  </a:cubicBezTo>
                  <a:cubicBezTo>
                    <a:pt x="190" y="22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31"/>
            <p:cNvSpPr/>
            <p:nvPr/>
          </p:nvSpPr>
          <p:spPr>
            <a:xfrm>
              <a:off x="4189325" y="3003425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20"/>
                    <a:pt x="17" y="140"/>
                  </a:cubicBezTo>
                  <a:lnTo>
                    <a:pt x="17" y="173"/>
                  </a:lnTo>
                  <a:cubicBezTo>
                    <a:pt x="33" y="190"/>
                    <a:pt x="66" y="206"/>
                    <a:pt x="87" y="206"/>
                  </a:cubicBezTo>
                  <a:cubicBezTo>
                    <a:pt x="120" y="206"/>
                    <a:pt x="153" y="206"/>
                    <a:pt x="169" y="190"/>
                  </a:cubicBezTo>
                  <a:cubicBezTo>
                    <a:pt x="190" y="173"/>
                    <a:pt x="206" y="157"/>
                    <a:pt x="206" y="120"/>
                  </a:cubicBezTo>
                  <a:cubicBezTo>
                    <a:pt x="223" y="103"/>
                    <a:pt x="206" y="70"/>
                    <a:pt x="190" y="54"/>
                  </a:cubicBezTo>
                  <a:cubicBezTo>
                    <a:pt x="169" y="1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31"/>
            <p:cNvSpPr/>
            <p:nvPr/>
          </p:nvSpPr>
          <p:spPr>
            <a:xfrm>
              <a:off x="4191475" y="2989550"/>
              <a:ext cx="5600" cy="4925"/>
            </a:xfrm>
            <a:custGeom>
              <a:avLst/>
              <a:gdLst/>
              <a:ahLst/>
              <a:cxnLst/>
              <a:rect l="l" t="t" r="r" b="b"/>
              <a:pathLst>
                <a:path w="224" h="197" extrusionOk="0">
                  <a:moveTo>
                    <a:pt x="110" y="0"/>
                  </a:moveTo>
                  <a:cubicBezTo>
                    <a:pt x="81" y="0"/>
                    <a:pt x="52" y="13"/>
                    <a:pt x="34" y="40"/>
                  </a:cubicBezTo>
                  <a:cubicBezTo>
                    <a:pt x="17" y="56"/>
                    <a:pt x="1" y="77"/>
                    <a:pt x="1" y="110"/>
                  </a:cubicBezTo>
                  <a:cubicBezTo>
                    <a:pt x="17" y="126"/>
                    <a:pt x="17" y="126"/>
                    <a:pt x="17" y="143"/>
                  </a:cubicBezTo>
                  <a:cubicBezTo>
                    <a:pt x="17" y="143"/>
                    <a:pt x="34" y="159"/>
                    <a:pt x="50" y="180"/>
                  </a:cubicBezTo>
                  <a:cubicBezTo>
                    <a:pt x="67" y="197"/>
                    <a:pt x="104" y="197"/>
                    <a:pt x="120" y="197"/>
                  </a:cubicBezTo>
                  <a:cubicBezTo>
                    <a:pt x="153" y="197"/>
                    <a:pt x="170" y="180"/>
                    <a:pt x="186" y="159"/>
                  </a:cubicBezTo>
                  <a:cubicBezTo>
                    <a:pt x="207" y="143"/>
                    <a:pt x="223" y="110"/>
                    <a:pt x="223" y="93"/>
                  </a:cubicBezTo>
                  <a:cubicBezTo>
                    <a:pt x="207" y="56"/>
                    <a:pt x="207" y="40"/>
                    <a:pt x="170" y="23"/>
                  </a:cubicBezTo>
                  <a:cubicBezTo>
                    <a:pt x="155" y="9"/>
                    <a:pt x="133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31"/>
            <p:cNvSpPr/>
            <p:nvPr/>
          </p:nvSpPr>
          <p:spPr>
            <a:xfrm>
              <a:off x="4160550" y="302347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08" y="0"/>
                  </a:moveTo>
                  <a:cubicBezTo>
                    <a:pt x="94" y="0"/>
                    <a:pt x="80" y="2"/>
                    <a:pt x="67" y="6"/>
                  </a:cubicBezTo>
                  <a:cubicBezTo>
                    <a:pt x="17" y="23"/>
                    <a:pt x="1" y="76"/>
                    <a:pt x="17" y="142"/>
                  </a:cubicBezTo>
                  <a:cubicBezTo>
                    <a:pt x="30" y="183"/>
                    <a:pt x="61" y="202"/>
                    <a:pt x="106" y="202"/>
                  </a:cubicBezTo>
                  <a:cubicBezTo>
                    <a:pt x="120" y="202"/>
                    <a:pt x="136" y="200"/>
                    <a:pt x="153" y="196"/>
                  </a:cubicBezTo>
                  <a:cubicBezTo>
                    <a:pt x="207" y="179"/>
                    <a:pt x="223" y="109"/>
                    <a:pt x="207" y="60"/>
                  </a:cubicBezTo>
                  <a:cubicBezTo>
                    <a:pt x="191" y="20"/>
                    <a:pt x="150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31"/>
            <p:cNvSpPr/>
            <p:nvPr/>
          </p:nvSpPr>
          <p:spPr>
            <a:xfrm>
              <a:off x="4162625" y="3090875"/>
              <a:ext cx="5700" cy="5075"/>
            </a:xfrm>
            <a:custGeom>
              <a:avLst/>
              <a:gdLst/>
              <a:ahLst/>
              <a:cxnLst/>
              <a:rect l="l" t="t" r="r" b="b"/>
              <a:pathLst>
                <a:path w="228" h="203" extrusionOk="0">
                  <a:moveTo>
                    <a:pt x="115" y="1"/>
                  </a:moveTo>
                  <a:cubicBezTo>
                    <a:pt x="86" y="1"/>
                    <a:pt x="56" y="14"/>
                    <a:pt x="37" y="44"/>
                  </a:cubicBezTo>
                  <a:cubicBezTo>
                    <a:pt x="21" y="60"/>
                    <a:pt x="0" y="93"/>
                    <a:pt x="0" y="110"/>
                  </a:cubicBezTo>
                  <a:cubicBezTo>
                    <a:pt x="21" y="126"/>
                    <a:pt x="21" y="126"/>
                    <a:pt x="21" y="147"/>
                  </a:cubicBezTo>
                  <a:cubicBezTo>
                    <a:pt x="21" y="163"/>
                    <a:pt x="37" y="180"/>
                    <a:pt x="54" y="180"/>
                  </a:cubicBezTo>
                  <a:cubicBezTo>
                    <a:pt x="69" y="195"/>
                    <a:pt x="91" y="203"/>
                    <a:pt x="114" y="203"/>
                  </a:cubicBezTo>
                  <a:cubicBezTo>
                    <a:pt x="142" y="203"/>
                    <a:pt x="172" y="191"/>
                    <a:pt x="190" y="163"/>
                  </a:cubicBezTo>
                  <a:cubicBezTo>
                    <a:pt x="206" y="147"/>
                    <a:pt x="227" y="126"/>
                    <a:pt x="227" y="93"/>
                  </a:cubicBezTo>
                  <a:cubicBezTo>
                    <a:pt x="206" y="60"/>
                    <a:pt x="206" y="44"/>
                    <a:pt x="173" y="23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31"/>
            <p:cNvSpPr/>
            <p:nvPr/>
          </p:nvSpPr>
          <p:spPr>
            <a:xfrm>
              <a:off x="4162625" y="31052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1"/>
                  </a:moveTo>
                  <a:cubicBezTo>
                    <a:pt x="70" y="1"/>
                    <a:pt x="21" y="17"/>
                    <a:pt x="0" y="67"/>
                  </a:cubicBezTo>
                  <a:lnTo>
                    <a:pt x="0" y="87"/>
                  </a:lnTo>
                  <a:lnTo>
                    <a:pt x="0" y="137"/>
                  </a:lnTo>
                  <a:cubicBezTo>
                    <a:pt x="21" y="170"/>
                    <a:pt x="37" y="190"/>
                    <a:pt x="54" y="207"/>
                  </a:cubicBezTo>
                  <a:lnTo>
                    <a:pt x="87" y="207"/>
                  </a:lnTo>
                  <a:cubicBezTo>
                    <a:pt x="94" y="209"/>
                    <a:pt x="100" y="210"/>
                    <a:pt x="107" y="210"/>
                  </a:cubicBezTo>
                  <a:cubicBezTo>
                    <a:pt x="152" y="210"/>
                    <a:pt x="192" y="163"/>
                    <a:pt x="206" y="120"/>
                  </a:cubicBezTo>
                  <a:cubicBezTo>
                    <a:pt x="206" y="87"/>
                    <a:pt x="206" y="67"/>
                    <a:pt x="190" y="50"/>
                  </a:cubicBezTo>
                  <a:cubicBezTo>
                    <a:pt x="173" y="17"/>
                    <a:pt x="140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31"/>
            <p:cNvSpPr/>
            <p:nvPr/>
          </p:nvSpPr>
          <p:spPr>
            <a:xfrm>
              <a:off x="4162625" y="3009900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40" y="1"/>
                  </a:moveTo>
                  <a:cubicBezTo>
                    <a:pt x="70" y="1"/>
                    <a:pt x="21" y="34"/>
                    <a:pt x="21" y="88"/>
                  </a:cubicBezTo>
                  <a:cubicBezTo>
                    <a:pt x="0" y="104"/>
                    <a:pt x="21" y="121"/>
                    <a:pt x="21" y="137"/>
                  </a:cubicBezTo>
                  <a:cubicBezTo>
                    <a:pt x="21" y="154"/>
                    <a:pt x="21" y="154"/>
                    <a:pt x="37" y="170"/>
                  </a:cubicBezTo>
                  <a:cubicBezTo>
                    <a:pt x="54" y="191"/>
                    <a:pt x="70" y="207"/>
                    <a:pt x="103" y="207"/>
                  </a:cubicBezTo>
                  <a:cubicBezTo>
                    <a:pt x="157" y="207"/>
                    <a:pt x="206" y="170"/>
                    <a:pt x="227" y="121"/>
                  </a:cubicBezTo>
                  <a:cubicBezTo>
                    <a:pt x="227" y="88"/>
                    <a:pt x="227" y="67"/>
                    <a:pt x="206" y="34"/>
                  </a:cubicBezTo>
                  <a:cubicBezTo>
                    <a:pt x="190" y="17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31"/>
            <p:cNvSpPr/>
            <p:nvPr/>
          </p:nvSpPr>
          <p:spPr>
            <a:xfrm>
              <a:off x="4159225" y="30420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0"/>
                  </a:moveTo>
                  <a:cubicBezTo>
                    <a:pt x="70" y="0"/>
                    <a:pt x="17" y="37"/>
                    <a:pt x="17" y="87"/>
                  </a:cubicBezTo>
                  <a:cubicBezTo>
                    <a:pt x="0" y="103"/>
                    <a:pt x="17" y="140"/>
                    <a:pt x="17" y="157"/>
                  </a:cubicBezTo>
                  <a:lnTo>
                    <a:pt x="33" y="173"/>
                  </a:lnTo>
                  <a:cubicBezTo>
                    <a:pt x="54" y="190"/>
                    <a:pt x="70" y="206"/>
                    <a:pt x="103" y="206"/>
                  </a:cubicBezTo>
                  <a:cubicBezTo>
                    <a:pt x="112" y="209"/>
                    <a:pt x="121" y="211"/>
                    <a:pt x="130" y="211"/>
                  </a:cubicBezTo>
                  <a:cubicBezTo>
                    <a:pt x="173" y="211"/>
                    <a:pt x="209" y="178"/>
                    <a:pt x="223" y="120"/>
                  </a:cubicBezTo>
                  <a:cubicBezTo>
                    <a:pt x="223" y="103"/>
                    <a:pt x="223" y="70"/>
                    <a:pt x="206" y="54"/>
                  </a:cubicBezTo>
                  <a:cubicBezTo>
                    <a:pt x="190" y="37"/>
                    <a:pt x="157" y="17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31"/>
            <p:cNvSpPr/>
            <p:nvPr/>
          </p:nvSpPr>
          <p:spPr>
            <a:xfrm>
              <a:off x="4165700" y="3063875"/>
              <a:ext cx="6025" cy="5075"/>
            </a:xfrm>
            <a:custGeom>
              <a:avLst/>
              <a:gdLst/>
              <a:ahLst/>
              <a:cxnLst/>
              <a:rect l="l" t="t" r="r" b="b"/>
              <a:pathLst>
                <a:path w="241" h="203" extrusionOk="0">
                  <a:moveTo>
                    <a:pt x="116" y="0"/>
                  </a:moveTo>
                  <a:cubicBezTo>
                    <a:pt x="101" y="0"/>
                    <a:pt x="84" y="2"/>
                    <a:pt x="67" y="6"/>
                  </a:cubicBezTo>
                  <a:cubicBezTo>
                    <a:pt x="17" y="23"/>
                    <a:pt x="1" y="93"/>
                    <a:pt x="17" y="143"/>
                  </a:cubicBezTo>
                  <a:cubicBezTo>
                    <a:pt x="30" y="183"/>
                    <a:pt x="73" y="202"/>
                    <a:pt x="114" y="202"/>
                  </a:cubicBezTo>
                  <a:cubicBezTo>
                    <a:pt x="128" y="202"/>
                    <a:pt x="141" y="200"/>
                    <a:pt x="154" y="196"/>
                  </a:cubicBezTo>
                  <a:cubicBezTo>
                    <a:pt x="207" y="176"/>
                    <a:pt x="240" y="110"/>
                    <a:pt x="207" y="56"/>
                  </a:cubicBezTo>
                  <a:cubicBezTo>
                    <a:pt x="192" y="19"/>
                    <a:pt x="160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31"/>
            <p:cNvSpPr/>
            <p:nvPr/>
          </p:nvSpPr>
          <p:spPr>
            <a:xfrm>
              <a:off x="4169950" y="3052075"/>
              <a:ext cx="5575" cy="5225"/>
            </a:xfrm>
            <a:custGeom>
              <a:avLst/>
              <a:gdLst/>
              <a:ahLst/>
              <a:cxnLst/>
              <a:rect l="l" t="t" r="r" b="b"/>
              <a:pathLst>
                <a:path w="223" h="209" extrusionOk="0">
                  <a:moveTo>
                    <a:pt x="97" y="0"/>
                  </a:moveTo>
                  <a:cubicBezTo>
                    <a:pt x="87" y="0"/>
                    <a:pt x="78" y="4"/>
                    <a:pt x="70" y="13"/>
                  </a:cubicBezTo>
                  <a:cubicBezTo>
                    <a:pt x="37" y="13"/>
                    <a:pt x="16" y="29"/>
                    <a:pt x="16" y="66"/>
                  </a:cubicBezTo>
                  <a:cubicBezTo>
                    <a:pt x="0" y="83"/>
                    <a:pt x="0" y="116"/>
                    <a:pt x="0" y="153"/>
                  </a:cubicBezTo>
                  <a:cubicBezTo>
                    <a:pt x="12" y="190"/>
                    <a:pt x="55" y="208"/>
                    <a:pt x="98" y="208"/>
                  </a:cubicBezTo>
                  <a:cubicBezTo>
                    <a:pt x="112" y="208"/>
                    <a:pt x="127" y="206"/>
                    <a:pt x="140" y="202"/>
                  </a:cubicBezTo>
                  <a:cubicBezTo>
                    <a:pt x="190" y="186"/>
                    <a:pt x="223" y="116"/>
                    <a:pt x="206" y="66"/>
                  </a:cubicBezTo>
                  <a:cubicBezTo>
                    <a:pt x="190" y="50"/>
                    <a:pt x="157" y="13"/>
                    <a:pt x="140" y="13"/>
                  </a:cubicBezTo>
                  <a:cubicBezTo>
                    <a:pt x="122" y="4"/>
                    <a:pt x="108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31"/>
            <p:cNvSpPr/>
            <p:nvPr/>
          </p:nvSpPr>
          <p:spPr>
            <a:xfrm>
              <a:off x="4164775" y="3078000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126" y="0"/>
                  </a:moveTo>
                  <a:cubicBezTo>
                    <a:pt x="114" y="0"/>
                    <a:pt x="101" y="2"/>
                    <a:pt x="87" y="6"/>
                  </a:cubicBezTo>
                  <a:cubicBezTo>
                    <a:pt x="38" y="23"/>
                    <a:pt x="1" y="93"/>
                    <a:pt x="17" y="146"/>
                  </a:cubicBezTo>
                  <a:cubicBezTo>
                    <a:pt x="33" y="184"/>
                    <a:pt x="74" y="202"/>
                    <a:pt x="116" y="202"/>
                  </a:cubicBezTo>
                  <a:cubicBezTo>
                    <a:pt x="130" y="202"/>
                    <a:pt x="144" y="200"/>
                    <a:pt x="158" y="196"/>
                  </a:cubicBezTo>
                  <a:cubicBezTo>
                    <a:pt x="207" y="179"/>
                    <a:pt x="244" y="126"/>
                    <a:pt x="223" y="60"/>
                  </a:cubicBezTo>
                  <a:cubicBezTo>
                    <a:pt x="199" y="20"/>
                    <a:pt x="164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31"/>
            <p:cNvSpPr/>
            <p:nvPr/>
          </p:nvSpPr>
          <p:spPr>
            <a:xfrm>
              <a:off x="4170350" y="3035650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24" y="0"/>
                  </a:moveTo>
                  <a:cubicBezTo>
                    <a:pt x="93" y="0"/>
                    <a:pt x="58" y="14"/>
                    <a:pt x="38" y="35"/>
                  </a:cubicBezTo>
                  <a:cubicBezTo>
                    <a:pt x="21" y="51"/>
                    <a:pt x="0" y="88"/>
                    <a:pt x="21" y="105"/>
                  </a:cubicBezTo>
                  <a:lnTo>
                    <a:pt x="21" y="138"/>
                  </a:lnTo>
                  <a:cubicBezTo>
                    <a:pt x="21" y="154"/>
                    <a:pt x="38" y="171"/>
                    <a:pt x="54" y="191"/>
                  </a:cubicBezTo>
                  <a:cubicBezTo>
                    <a:pt x="66" y="204"/>
                    <a:pt x="84" y="209"/>
                    <a:pt x="103" y="209"/>
                  </a:cubicBezTo>
                  <a:cubicBezTo>
                    <a:pt x="134" y="209"/>
                    <a:pt x="170" y="194"/>
                    <a:pt x="190" y="171"/>
                  </a:cubicBezTo>
                  <a:cubicBezTo>
                    <a:pt x="227" y="121"/>
                    <a:pt x="227" y="51"/>
                    <a:pt x="174" y="18"/>
                  </a:cubicBezTo>
                  <a:cubicBezTo>
                    <a:pt x="161" y="6"/>
                    <a:pt x="143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31"/>
            <p:cNvSpPr/>
            <p:nvPr/>
          </p:nvSpPr>
          <p:spPr>
            <a:xfrm>
              <a:off x="4184975" y="2952725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10" y="1"/>
                  </a:moveTo>
                  <a:cubicBezTo>
                    <a:pt x="75" y="1"/>
                    <a:pt x="41" y="16"/>
                    <a:pt x="17" y="37"/>
                  </a:cubicBezTo>
                  <a:cubicBezTo>
                    <a:pt x="1" y="53"/>
                    <a:pt x="1" y="86"/>
                    <a:pt x="1" y="123"/>
                  </a:cubicBezTo>
                  <a:lnTo>
                    <a:pt x="1" y="140"/>
                  </a:lnTo>
                  <a:cubicBezTo>
                    <a:pt x="1" y="156"/>
                    <a:pt x="17" y="173"/>
                    <a:pt x="34" y="189"/>
                  </a:cubicBezTo>
                  <a:cubicBezTo>
                    <a:pt x="55" y="210"/>
                    <a:pt x="88" y="210"/>
                    <a:pt x="104" y="210"/>
                  </a:cubicBezTo>
                  <a:cubicBezTo>
                    <a:pt x="137" y="210"/>
                    <a:pt x="174" y="189"/>
                    <a:pt x="191" y="173"/>
                  </a:cubicBezTo>
                  <a:cubicBezTo>
                    <a:pt x="207" y="156"/>
                    <a:pt x="207" y="123"/>
                    <a:pt x="207" y="86"/>
                  </a:cubicBezTo>
                  <a:cubicBezTo>
                    <a:pt x="207" y="70"/>
                    <a:pt x="191" y="37"/>
                    <a:pt x="174" y="20"/>
                  </a:cubicBezTo>
                  <a:cubicBezTo>
                    <a:pt x="154" y="6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31"/>
            <p:cNvSpPr/>
            <p:nvPr/>
          </p:nvSpPr>
          <p:spPr>
            <a:xfrm>
              <a:off x="4086650" y="30275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37" y="1"/>
                  </a:moveTo>
                  <a:cubicBezTo>
                    <a:pt x="71" y="1"/>
                    <a:pt x="17" y="34"/>
                    <a:pt x="17" y="83"/>
                  </a:cubicBezTo>
                  <a:cubicBezTo>
                    <a:pt x="1" y="104"/>
                    <a:pt x="17" y="121"/>
                    <a:pt x="17" y="137"/>
                  </a:cubicBezTo>
                  <a:cubicBezTo>
                    <a:pt x="17" y="154"/>
                    <a:pt x="17" y="154"/>
                    <a:pt x="34" y="170"/>
                  </a:cubicBezTo>
                  <a:cubicBezTo>
                    <a:pt x="50" y="187"/>
                    <a:pt x="71" y="207"/>
                    <a:pt x="104" y="207"/>
                  </a:cubicBezTo>
                  <a:cubicBezTo>
                    <a:pt x="120" y="207"/>
                    <a:pt x="153" y="207"/>
                    <a:pt x="174" y="187"/>
                  </a:cubicBezTo>
                  <a:cubicBezTo>
                    <a:pt x="207" y="170"/>
                    <a:pt x="207" y="154"/>
                    <a:pt x="223" y="121"/>
                  </a:cubicBezTo>
                  <a:cubicBezTo>
                    <a:pt x="223" y="67"/>
                    <a:pt x="190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31"/>
            <p:cNvSpPr/>
            <p:nvPr/>
          </p:nvSpPr>
          <p:spPr>
            <a:xfrm>
              <a:off x="4082325" y="2981975"/>
              <a:ext cx="5600" cy="4925"/>
            </a:xfrm>
            <a:custGeom>
              <a:avLst/>
              <a:gdLst/>
              <a:ahLst/>
              <a:cxnLst/>
              <a:rect l="l" t="t" r="r" b="b"/>
              <a:pathLst>
                <a:path w="224" h="197" extrusionOk="0">
                  <a:moveTo>
                    <a:pt x="104" y="1"/>
                  </a:moveTo>
                  <a:cubicBezTo>
                    <a:pt x="71" y="1"/>
                    <a:pt x="54" y="17"/>
                    <a:pt x="38" y="34"/>
                  </a:cubicBezTo>
                  <a:cubicBezTo>
                    <a:pt x="17" y="50"/>
                    <a:pt x="1" y="87"/>
                    <a:pt x="1" y="104"/>
                  </a:cubicBezTo>
                  <a:cubicBezTo>
                    <a:pt x="17" y="120"/>
                    <a:pt x="17" y="120"/>
                    <a:pt x="17" y="137"/>
                  </a:cubicBezTo>
                  <a:cubicBezTo>
                    <a:pt x="17" y="153"/>
                    <a:pt x="38" y="174"/>
                    <a:pt x="54" y="174"/>
                  </a:cubicBezTo>
                  <a:cubicBezTo>
                    <a:pt x="69" y="188"/>
                    <a:pt x="90" y="196"/>
                    <a:pt x="113" y="196"/>
                  </a:cubicBezTo>
                  <a:cubicBezTo>
                    <a:pt x="142" y="196"/>
                    <a:pt x="172" y="183"/>
                    <a:pt x="190" y="153"/>
                  </a:cubicBezTo>
                  <a:cubicBezTo>
                    <a:pt x="223" y="120"/>
                    <a:pt x="223" y="50"/>
                    <a:pt x="174" y="17"/>
                  </a:cubicBezTo>
                  <a:cubicBezTo>
                    <a:pt x="157" y="1"/>
                    <a:pt x="14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31"/>
            <p:cNvSpPr/>
            <p:nvPr/>
          </p:nvSpPr>
          <p:spPr>
            <a:xfrm>
              <a:off x="4082750" y="30404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70" y="0"/>
                    <a:pt x="21" y="33"/>
                    <a:pt x="0" y="83"/>
                  </a:cubicBezTo>
                  <a:lnTo>
                    <a:pt x="0" y="136"/>
                  </a:lnTo>
                  <a:cubicBezTo>
                    <a:pt x="21" y="153"/>
                    <a:pt x="21" y="153"/>
                    <a:pt x="21" y="169"/>
                  </a:cubicBezTo>
                  <a:cubicBezTo>
                    <a:pt x="37" y="186"/>
                    <a:pt x="70" y="206"/>
                    <a:pt x="87" y="206"/>
                  </a:cubicBezTo>
                  <a:cubicBezTo>
                    <a:pt x="95" y="209"/>
                    <a:pt x="104" y="210"/>
                    <a:pt x="112" y="210"/>
                  </a:cubicBezTo>
                  <a:cubicBezTo>
                    <a:pt x="168" y="210"/>
                    <a:pt x="206" y="163"/>
                    <a:pt x="206" y="120"/>
                  </a:cubicBezTo>
                  <a:cubicBezTo>
                    <a:pt x="206" y="83"/>
                    <a:pt x="206" y="66"/>
                    <a:pt x="190" y="50"/>
                  </a:cubicBezTo>
                  <a:cubicBezTo>
                    <a:pt x="173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31"/>
            <p:cNvSpPr/>
            <p:nvPr/>
          </p:nvSpPr>
          <p:spPr>
            <a:xfrm>
              <a:off x="4088825" y="30141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3" y="0"/>
                  </a:moveTo>
                  <a:cubicBezTo>
                    <a:pt x="66" y="0"/>
                    <a:pt x="50" y="21"/>
                    <a:pt x="33" y="37"/>
                  </a:cubicBezTo>
                  <a:cubicBezTo>
                    <a:pt x="17" y="54"/>
                    <a:pt x="0" y="87"/>
                    <a:pt x="17" y="124"/>
                  </a:cubicBezTo>
                  <a:lnTo>
                    <a:pt x="17" y="140"/>
                  </a:lnTo>
                  <a:cubicBezTo>
                    <a:pt x="17" y="157"/>
                    <a:pt x="33" y="173"/>
                    <a:pt x="50" y="190"/>
                  </a:cubicBezTo>
                  <a:cubicBezTo>
                    <a:pt x="70" y="204"/>
                    <a:pt x="90" y="209"/>
                    <a:pt x="108" y="209"/>
                  </a:cubicBezTo>
                  <a:cubicBezTo>
                    <a:pt x="139" y="209"/>
                    <a:pt x="167" y="194"/>
                    <a:pt x="190" y="173"/>
                  </a:cubicBezTo>
                  <a:cubicBezTo>
                    <a:pt x="223" y="140"/>
                    <a:pt x="223" y="124"/>
                    <a:pt x="223" y="87"/>
                  </a:cubicBezTo>
                  <a:cubicBezTo>
                    <a:pt x="223" y="70"/>
                    <a:pt x="206" y="37"/>
                    <a:pt x="190" y="21"/>
                  </a:cubicBezTo>
                  <a:cubicBezTo>
                    <a:pt x="153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31"/>
            <p:cNvSpPr/>
            <p:nvPr/>
          </p:nvSpPr>
          <p:spPr>
            <a:xfrm>
              <a:off x="4086650" y="29377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104" y="1"/>
                    <a:pt x="71" y="1"/>
                    <a:pt x="50" y="17"/>
                  </a:cubicBezTo>
                  <a:cubicBezTo>
                    <a:pt x="34" y="34"/>
                    <a:pt x="17" y="67"/>
                    <a:pt x="1" y="88"/>
                  </a:cubicBezTo>
                  <a:cubicBezTo>
                    <a:pt x="1" y="104"/>
                    <a:pt x="1" y="121"/>
                    <a:pt x="17" y="137"/>
                  </a:cubicBezTo>
                  <a:cubicBezTo>
                    <a:pt x="17" y="153"/>
                    <a:pt x="17" y="153"/>
                    <a:pt x="34" y="170"/>
                  </a:cubicBezTo>
                  <a:cubicBezTo>
                    <a:pt x="50" y="191"/>
                    <a:pt x="71" y="207"/>
                    <a:pt x="104" y="207"/>
                  </a:cubicBezTo>
                  <a:cubicBezTo>
                    <a:pt x="110" y="209"/>
                    <a:pt x="116" y="210"/>
                    <a:pt x="123" y="210"/>
                  </a:cubicBezTo>
                  <a:cubicBezTo>
                    <a:pt x="166" y="210"/>
                    <a:pt x="209" y="164"/>
                    <a:pt x="223" y="121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31"/>
            <p:cNvSpPr/>
            <p:nvPr/>
          </p:nvSpPr>
          <p:spPr>
            <a:xfrm>
              <a:off x="4077175" y="299352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41" y="0"/>
                  </a:moveTo>
                  <a:cubicBezTo>
                    <a:pt x="103" y="0"/>
                    <a:pt x="70" y="21"/>
                    <a:pt x="54" y="21"/>
                  </a:cubicBezTo>
                  <a:cubicBezTo>
                    <a:pt x="38" y="38"/>
                    <a:pt x="17" y="71"/>
                    <a:pt x="17" y="87"/>
                  </a:cubicBezTo>
                  <a:cubicBezTo>
                    <a:pt x="0" y="103"/>
                    <a:pt x="17" y="141"/>
                    <a:pt x="17" y="141"/>
                  </a:cubicBezTo>
                  <a:cubicBezTo>
                    <a:pt x="17" y="157"/>
                    <a:pt x="17" y="157"/>
                    <a:pt x="38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4" y="210"/>
                    <a:pt x="123" y="212"/>
                    <a:pt x="133" y="212"/>
                  </a:cubicBezTo>
                  <a:cubicBezTo>
                    <a:pt x="174" y="212"/>
                    <a:pt x="210" y="178"/>
                    <a:pt x="223" y="124"/>
                  </a:cubicBezTo>
                  <a:cubicBezTo>
                    <a:pt x="223" y="103"/>
                    <a:pt x="223" y="71"/>
                    <a:pt x="207" y="54"/>
                  </a:cubicBezTo>
                  <a:cubicBezTo>
                    <a:pt x="190" y="21"/>
                    <a:pt x="157" y="21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31"/>
            <p:cNvSpPr/>
            <p:nvPr/>
          </p:nvSpPr>
          <p:spPr>
            <a:xfrm>
              <a:off x="4082325" y="2966000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95" y="1"/>
                  </a:moveTo>
                  <a:cubicBezTo>
                    <a:pt x="53" y="1"/>
                    <a:pt x="14" y="33"/>
                    <a:pt x="1" y="91"/>
                  </a:cubicBezTo>
                  <a:cubicBezTo>
                    <a:pt x="1" y="108"/>
                    <a:pt x="1" y="124"/>
                    <a:pt x="17" y="141"/>
                  </a:cubicBezTo>
                  <a:lnTo>
                    <a:pt x="17" y="157"/>
                  </a:lnTo>
                  <a:cubicBezTo>
                    <a:pt x="38" y="174"/>
                    <a:pt x="71" y="194"/>
                    <a:pt x="87" y="194"/>
                  </a:cubicBezTo>
                  <a:cubicBezTo>
                    <a:pt x="97" y="199"/>
                    <a:pt x="106" y="201"/>
                    <a:pt x="116" y="201"/>
                  </a:cubicBezTo>
                  <a:cubicBezTo>
                    <a:pt x="140" y="201"/>
                    <a:pt x="162" y="188"/>
                    <a:pt x="174" y="174"/>
                  </a:cubicBezTo>
                  <a:cubicBezTo>
                    <a:pt x="190" y="157"/>
                    <a:pt x="207" y="141"/>
                    <a:pt x="207" y="108"/>
                  </a:cubicBezTo>
                  <a:cubicBezTo>
                    <a:pt x="223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31"/>
            <p:cNvSpPr/>
            <p:nvPr/>
          </p:nvSpPr>
          <p:spPr>
            <a:xfrm>
              <a:off x="4084500" y="2951725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113" y="1"/>
                  </a:moveTo>
                  <a:cubicBezTo>
                    <a:pt x="84" y="1"/>
                    <a:pt x="54" y="14"/>
                    <a:pt x="33" y="44"/>
                  </a:cubicBezTo>
                  <a:cubicBezTo>
                    <a:pt x="17" y="60"/>
                    <a:pt x="0" y="93"/>
                    <a:pt x="0" y="110"/>
                  </a:cubicBezTo>
                  <a:cubicBezTo>
                    <a:pt x="0" y="126"/>
                    <a:pt x="17" y="126"/>
                    <a:pt x="17" y="147"/>
                  </a:cubicBezTo>
                  <a:cubicBezTo>
                    <a:pt x="17" y="163"/>
                    <a:pt x="33" y="180"/>
                    <a:pt x="54" y="180"/>
                  </a:cubicBezTo>
                  <a:cubicBezTo>
                    <a:pt x="70" y="196"/>
                    <a:pt x="87" y="213"/>
                    <a:pt x="120" y="213"/>
                  </a:cubicBezTo>
                  <a:cubicBezTo>
                    <a:pt x="157" y="196"/>
                    <a:pt x="173" y="196"/>
                    <a:pt x="190" y="163"/>
                  </a:cubicBezTo>
                  <a:cubicBezTo>
                    <a:pt x="206" y="147"/>
                    <a:pt x="223" y="126"/>
                    <a:pt x="206" y="93"/>
                  </a:cubicBezTo>
                  <a:cubicBezTo>
                    <a:pt x="206" y="60"/>
                    <a:pt x="206" y="44"/>
                    <a:pt x="173" y="23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31"/>
            <p:cNvSpPr/>
            <p:nvPr/>
          </p:nvSpPr>
          <p:spPr>
            <a:xfrm>
              <a:off x="4074175" y="29428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00" y="1"/>
                  </a:moveTo>
                  <a:cubicBezTo>
                    <a:pt x="57" y="1"/>
                    <a:pt x="15" y="44"/>
                    <a:pt x="1" y="91"/>
                  </a:cubicBezTo>
                  <a:cubicBezTo>
                    <a:pt x="1" y="107"/>
                    <a:pt x="1" y="124"/>
                    <a:pt x="17" y="140"/>
                  </a:cubicBezTo>
                  <a:cubicBezTo>
                    <a:pt x="17" y="173"/>
                    <a:pt x="54" y="210"/>
                    <a:pt x="87" y="210"/>
                  </a:cubicBezTo>
                  <a:cubicBezTo>
                    <a:pt x="158" y="210"/>
                    <a:pt x="207" y="173"/>
                    <a:pt x="207" y="124"/>
                  </a:cubicBezTo>
                  <a:cubicBezTo>
                    <a:pt x="223" y="91"/>
                    <a:pt x="207" y="70"/>
                    <a:pt x="190" y="37"/>
                  </a:cubicBezTo>
                  <a:cubicBezTo>
                    <a:pt x="174" y="21"/>
                    <a:pt x="158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31"/>
            <p:cNvSpPr/>
            <p:nvPr/>
          </p:nvSpPr>
          <p:spPr>
            <a:xfrm>
              <a:off x="4080150" y="3053975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127" y="1"/>
                  </a:moveTo>
                  <a:cubicBezTo>
                    <a:pt x="114" y="1"/>
                    <a:pt x="101" y="3"/>
                    <a:pt x="88" y="7"/>
                  </a:cubicBezTo>
                  <a:cubicBezTo>
                    <a:pt x="38" y="23"/>
                    <a:pt x="1" y="93"/>
                    <a:pt x="22" y="143"/>
                  </a:cubicBezTo>
                  <a:cubicBezTo>
                    <a:pt x="34" y="183"/>
                    <a:pt x="75" y="202"/>
                    <a:pt x="117" y="202"/>
                  </a:cubicBezTo>
                  <a:cubicBezTo>
                    <a:pt x="130" y="202"/>
                    <a:pt x="144" y="200"/>
                    <a:pt x="158" y="196"/>
                  </a:cubicBezTo>
                  <a:cubicBezTo>
                    <a:pt x="207" y="180"/>
                    <a:pt x="244" y="110"/>
                    <a:pt x="228" y="56"/>
                  </a:cubicBezTo>
                  <a:cubicBezTo>
                    <a:pt x="200" y="19"/>
                    <a:pt x="165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31"/>
            <p:cNvSpPr/>
            <p:nvPr/>
          </p:nvSpPr>
          <p:spPr>
            <a:xfrm>
              <a:off x="4069450" y="30617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3"/>
                    <a:pt x="0" y="77"/>
                    <a:pt x="17" y="143"/>
                  </a:cubicBezTo>
                  <a:cubicBezTo>
                    <a:pt x="45" y="183"/>
                    <a:pt x="80" y="203"/>
                    <a:pt x="118" y="203"/>
                  </a:cubicBezTo>
                  <a:cubicBezTo>
                    <a:pt x="131" y="203"/>
                    <a:pt x="144" y="201"/>
                    <a:pt x="157" y="197"/>
                  </a:cubicBezTo>
                  <a:cubicBezTo>
                    <a:pt x="223" y="180"/>
                    <a:pt x="243" y="110"/>
                    <a:pt x="223" y="56"/>
                  </a:cubicBezTo>
                  <a:cubicBezTo>
                    <a:pt x="210" y="19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31"/>
            <p:cNvSpPr/>
            <p:nvPr/>
          </p:nvSpPr>
          <p:spPr>
            <a:xfrm>
              <a:off x="4069025" y="30472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37" y="0"/>
                  </a:moveTo>
                  <a:cubicBezTo>
                    <a:pt x="71" y="0"/>
                    <a:pt x="17" y="38"/>
                    <a:pt x="17" y="87"/>
                  </a:cubicBezTo>
                  <a:cubicBezTo>
                    <a:pt x="1" y="104"/>
                    <a:pt x="17" y="120"/>
                    <a:pt x="17" y="141"/>
                  </a:cubicBezTo>
                  <a:cubicBezTo>
                    <a:pt x="17" y="157"/>
                    <a:pt x="17" y="157"/>
                    <a:pt x="34" y="174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11" y="209"/>
                    <a:pt x="118" y="210"/>
                    <a:pt x="125" y="210"/>
                  </a:cubicBezTo>
                  <a:cubicBezTo>
                    <a:pt x="170" y="210"/>
                    <a:pt x="209" y="166"/>
                    <a:pt x="223" y="120"/>
                  </a:cubicBezTo>
                  <a:cubicBezTo>
                    <a:pt x="223" y="87"/>
                    <a:pt x="223" y="71"/>
                    <a:pt x="207" y="54"/>
                  </a:cubicBezTo>
                  <a:cubicBezTo>
                    <a:pt x="190" y="17"/>
                    <a:pt x="15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31"/>
            <p:cNvSpPr/>
            <p:nvPr/>
          </p:nvSpPr>
          <p:spPr>
            <a:xfrm>
              <a:off x="4069850" y="3126200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03" y="0"/>
                  </a:moveTo>
                  <a:cubicBezTo>
                    <a:pt x="58" y="0"/>
                    <a:pt x="19" y="44"/>
                    <a:pt x="1" y="90"/>
                  </a:cubicBezTo>
                  <a:cubicBezTo>
                    <a:pt x="1" y="107"/>
                    <a:pt x="1" y="123"/>
                    <a:pt x="21" y="140"/>
                  </a:cubicBezTo>
                  <a:lnTo>
                    <a:pt x="21" y="156"/>
                  </a:lnTo>
                  <a:cubicBezTo>
                    <a:pt x="38" y="193"/>
                    <a:pt x="71" y="210"/>
                    <a:pt x="87" y="210"/>
                  </a:cubicBezTo>
                  <a:cubicBezTo>
                    <a:pt x="157" y="210"/>
                    <a:pt x="207" y="177"/>
                    <a:pt x="207" y="123"/>
                  </a:cubicBezTo>
                  <a:cubicBezTo>
                    <a:pt x="227" y="90"/>
                    <a:pt x="207" y="74"/>
                    <a:pt x="190" y="37"/>
                  </a:cubicBezTo>
                  <a:cubicBezTo>
                    <a:pt x="174" y="20"/>
                    <a:pt x="157" y="4"/>
                    <a:pt x="124" y="4"/>
                  </a:cubicBezTo>
                  <a:cubicBezTo>
                    <a:pt x="117" y="2"/>
                    <a:pt x="11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31"/>
            <p:cNvSpPr/>
            <p:nvPr/>
          </p:nvSpPr>
          <p:spPr>
            <a:xfrm>
              <a:off x="4070375" y="30334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2" y="1"/>
                  </a:moveTo>
                  <a:cubicBezTo>
                    <a:pt x="102" y="1"/>
                    <a:pt x="92" y="2"/>
                    <a:pt x="83" y="5"/>
                  </a:cubicBezTo>
                  <a:cubicBezTo>
                    <a:pt x="33" y="22"/>
                    <a:pt x="0" y="92"/>
                    <a:pt x="17" y="141"/>
                  </a:cubicBezTo>
                  <a:cubicBezTo>
                    <a:pt x="41" y="180"/>
                    <a:pt x="75" y="208"/>
                    <a:pt x="111" y="208"/>
                  </a:cubicBezTo>
                  <a:cubicBezTo>
                    <a:pt x="125" y="208"/>
                    <a:pt x="139" y="204"/>
                    <a:pt x="153" y="195"/>
                  </a:cubicBezTo>
                  <a:cubicBezTo>
                    <a:pt x="206" y="178"/>
                    <a:pt x="239" y="125"/>
                    <a:pt x="223" y="75"/>
                  </a:cubicBezTo>
                  <a:cubicBezTo>
                    <a:pt x="209" y="31"/>
                    <a:pt x="159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31"/>
            <p:cNvSpPr/>
            <p:nvPr/>
          </p:nvSpPr>
          <p:spPr>
            <a:xfrm>
              <a:off x="4073775" y="30986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05" y="1"/>
                  </a:moveTo>
                  <a:cubicBezTo>
                    <a:pt x="76" y="1"/>
                    <a:pt x="47" y="14"/>
                    <a:pt x="17" y="44"/>
                  </a:cubicBezTo>
                  <a:cubicBezTo>
                    <a:pt x="0" y="60"/>
                    <a:pt x="0" y="77"/>
                    <a:pt x="0" y="110"/>
                  </a:cubicBezTo>
                  <a:cubicBezTo>
                    <a:pt x="0" y="126"/>
                    <a:pt x="0" y="126"/>
                    <a:pt x="17" y="147"/>
                  </a:cubicBezTo>
                  <a:cubicBezTo>
                    <a:pt x="17" y="164"/>
                    <a:pt x="33" y="164"/>
                    <a:pt x="33" y="180"/>
                  </a:cubicBezTo>
                  <a:cubicBezTo>
                    <a:pt x="60" y="192"/>
                    <a:pt x="75" y="203"/>
                    <a:pt x="94" y="203"/>
                  </a:cubicBezTo>
                  <a:cubicBezTo>
                    <a:pt x="102" y="203"/>
                    <a:pt x="110" y="201"/>
                    <a:pt x="120" y="197"/>
                  </a:cubicBezTo>
                  <a:cubicBezTo>
                    <a:pt x="153" y="197"/>
                    <a:pt x="174" y="180"/>
                    <a:pt x="190" y="164"/>
                  </a:cubicBezTo>
                  <a:cubicBezTo>
                    <a:pt x="206" y="147"/>
                    <a:pt x="223" y="110"/>
                    <a:pt x="206" y="93"/>
                  </a:cubicBezTo>
                  <a:cubicBezTo>
                    <a:pt x="206" y="60"/>
                    <a:pt x="190" y="44"/>
                    <a:pt x="174" y="23"/>
                  </a:cubicBezTo>
                  <a:cubicBezTo>
                    <a:pt x="150" y="9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31"/>
            <p:cNvSpPr/>
            <p:nvPr/>
          </p:nvSpPr>
          <p:spPr>
            <a:xfrm>
              <a:off x="4075525" y="308490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08" y="0"/>
                  </a:moveTo>
                  <a:cubicBezTo>
                    <a:pt x="94" y="0"/>
                    <a:pt x="80" y="2"/>
                    <a:pt x="66" y="7"/>
                  </a:cubicBezTo>
                  <a:cubicBezTo>
                    <a:pt x="17" y="23"/>
                    <a:pt x="0" y="77"/>
                    <a:pt x="17" y="143"/>
                  </a:cubicBezTo>
                  <a:cubicBezTo>
                    <a:pt x="17" y="143"/>
                    <a:pt x="33" y="159"/>
                    <a:pt x="33" y="180"/>
                  </a:cubicBezTo>
                  <a:cubicBezTo>
                    <a:pt x="57" y="191"/>
                    <a:pt x="82" y="203"/>
                    <a:pt x="112" y="203"/>
                  </a:cubicBezTo>
                  <a:cubicBezTo>
                    <a:pt x="125" y="203"/>
                    <a:pt x="138" y="201"/>
                    <a:pt x="153" y="196"/>
                  </a:cubicBezTo>
                  <a:cubicBezTo>
                    <a:pt x="186" y="180"/>
                    <a:pt x="207" y="143"/>
                    <a:pt x="223" y="110"/>
                  </a:cubicBezTo>
                  <a:cubicBezTo>
                    <a:pt x="223" y="93"/>
                    <a:pt x="223" y="77"/>
                    <a:pt x="207" y="56"/>
                  </a:cubicBezTo>
                  <a:cubicBezTo>
                    <a:pt x="191" y="19"/>
                    <a:pt x="150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31"/>
            <p:cNvSpPr/>
            <p:nvPr/>
          </p:nvSpPr>
          <p:spPr>
            <a:xfrm>
              <a:off x="4079325" y="3072875"/>
              <a:ext cx="5200" cy="4975"/>
            </a:xfrm>
            <a:custGeom>
              <a:avLst/>
              <a:gdLst/>
              <a:ahLst/>
              <a:cxnLst/>
              <a:rect l="l" t="t" r="r" b="b"/>
              <a:pathLst>
                <a:path w="208" h="199" extrusionOk="0">
                  <a:moveTo>
                    <a:pt x="95" y="1"/>
                  </a:moveTo>
                  <a:cubicBezTo>
                    <a:pt x="54" y="1"/>
                    <a:pt x="15" y="34"/>
                    <a:pt x="1" y="92"/>
                  </a:cubicBezTo>
                  <a:lnTo>
                    <a:pt x="1" y="145"/>
                  </a:lnTo>
                  <a:cubicBezTo>
                    <a:pt x="17" y="145"/>
                    <a:pt x="17" y="162"/>
                    <a:pt x="17" y="162"/>
                  </a:cubicBezTo>
                  <a:cubicBezTo>
                    <a:pt x="34" y="178"/>
                    <a:pt x="71" y="195"/>
                    <a:pt x="88" y="195"/>
                  </a:cubicBezTo>
                  <a:cubicBezTo>
                    <a:pt x="96" y="198"/>
                    <a:pt x="105" y="199"/>
                    <a:pt x="114" y="199"/>
                  </a:cubicBezTo>
                  <a:cubicBezTo>
                    <a:pt x="159" y="199"/>
                    <a:pt x="207" y="166"/>
                    <a:pt x="207" y="108"/>
                  </a:cubicBezTo>
                  <a:cubicBezTo>
                    <a:pt x="207" y="92"/>
                    <a:pt x="207" y="59"/>
                    <a:pt x="191" y="42"/>
                  </a:cubicBezTo>
                  <a:cubicBezTo>
                    <a:pt x="174" y="22"/>
                    <a:pt x="158" y="5"/>
                    <a:pt x="121" y="5"/>
                  </a:cubicBezTo>
                  <a:cubicBezTo>
                    <a:pt x="112" y="2"/>
                    <a:pt x="104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31"/>
            <p:cNvSpPr/>
            <p:nvPr/>
          </p:nvSpPr>
          <p:spPr>
            <a:xfrm>
              <a:off x="4071600" y="31102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91" y="1"/>
                  </a:moveTo>
                  <a:cubicBezTo>
                    <a:pt x="68" y="1"/>
                    <a:pt x="43" y="13"/>
                    <a:pt x="17" y="24"/>
                  </a:cubicBezTo>
                  <a:cubicBezTo>
                    <a:pt x="17" y="41"/>
                    <a:pt x="1" y="57"/>
                    <a:pt x="1" y="94"/>
                  </a:cubicBezTo>
                  <a:lnTo>
                    <a:pt x="1" y="144"/>
                  </a:lnTo>
                  <a:cubicBezTo>
                    <a:pt x="17" y="177"/>
                    <a:pt x="54" y="197"/>
                    <a:pt x="87" y="214"/>
                  </a:cubicBezTo>
                  <a:cubicBezTo>
                    <a:pt x="157" y="214"/>
                    <a:pt x="190" y="177"/>
                    <a:pt x="207" y="127"/>
                  </a:cubicBezTo>
                  <a:cubicBezTo>
                    <a:pt x="207" y="94"/>
                    <a:pt x="207" y="57"/>
                    <a:pt x="190" y="41"/>
                  </a:cubicBezTo>
                  <a:cubicBezTo>
                    <a:pt x="174" y="24"/>
                    <a:pt x="137" y="8"/>
                    <a:pt x="120" y="8"/>
                  </a:cubicBezTo>
                  <a:cubicBezTo>
                    <a:pt x="111" y="3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31"/>
            <p:cNvSpPr/>
            <p:nvPr/>
          </p:nvSpPr>
          <p:spPr>
            <a:xfrm>
              <a:off x="4052325" y="30046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3" y="1"/>
                  </a:moveTo>
                  <a:cubicBezTo>
                    <a:pt x="51" y="1"/>
                    <a:pt x="14" y="33"/>
                    <a:pt x="1" y="91"/>
                  </a:cubicBezTo>
                  <a:cubicBezTo>
                    <a:pt x="1" y="108"/>
                    <a:pt x="1" y="124"/>
                    <a:pt x="17" y="141"/>
                  </a:cubicBezTo>
                  <a:cubicBezTo>
                    <a:pt x="17" y="141"/>
                    <a:pt x="17" y="157"/>
                    <a:pt x="34" y="157"/>
                  </a:cubicBezTo>
                  <a:cubicBezTo>
                    <a:pt x="34" y="174"/>
                    <a:pt x="67" y="194"/>
                    <a:pt x="104" y="211"/>
                  </a:cubicBezTo>
                  <a:cubicBezTo>
                    <a:pt x="153" y="211"/>
                    <a:pt x="207" y="174"/>
                    <a:pt x="207" y="124"/>
                  </a:cubicBezTo>
                  <a:cubicBezTo>
                    <a:pt x="223" y="91"/>
                    <a:pt x="207" y="54"/>
                    <a:pt x="186" y="38"/>
                  </a:cubicBezTo>
                  <a:cubicBezTo>
                    <a:pt x="170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31"/>
            <p:cNvSpPr/>
            <p:nvPr/>
          </p:nvSpPr>
          <p:spPr>
            <a:xfrm>
              <a:off x="4038100" y="30099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17" y="34"/>
                    <a:pt x="17" y="67"/>
                    <a:pt x="1" y="88"/>
                  </a:cubicBezTo>
                  <a:cubicBezTo>
                    <a:pt x="1" y="104"/>
                    <a:pt x="1" y="121"/>
                    <a:pt x="17" y="137"/>
                  </a:cubicBezTo>
                  <a:lnTo>
                    <a:pt x="17" y="170"/>
                  </a:lnTo>
                  <a:cubicBezTo>
                    <a:pt x="34" y="191"/>
                    <a:pt x="71" y="207"/>
                    <a:pt x="87" y="207"/>
                  </a:cubicBezTo>
                  <a:cubicBezTo>
                    <a:pt x="96" y="209"/>
                    <a:pt x="105" y="210"/>
                    <a:pt x="113" y="210"/>
                  </a:cubicBezTo>
                  <a:cubicBezTo>
                    <a:pt x="169" y="210"/>
                    <a:pt x="207" y="164"/>
                    <a:pt x="207" y="121"/>
                  </a:cubicBezTo>
                  <a:cubicBezTo>
                    <a:pt x="223" y="88"/>
                    <a:pt x="207" y="67"/>
                    <a:pt x="190" y="50"/>
                  </a:cubicBezTo>
                  <a:cubicBezTo>
                    <a:pt x="174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31"/>
            <p:cNvSpPr/>
            <p:nvPr/>
          </p:nvSpPr>
          <p:spPr>
            <a:xfrm>
              <a:off x="4030800" y="2971975"/>
              <a:ext cx="6100" cy="5400"/>
            </a:xfrm>
            <a:custGeom>
              <a:avLst/>
              <a:gdLst/>
              <a:ahLst/>
              <a:cxnLst/>
              <a:rect l="l" t="t" r="r" b="b"/>
              <a:pathLst>
                <a:path w="244" h="216" extrusionOk="0">
                  <a:moveTo>
                    <a:pt x="116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37" y="38"/>
                    <a:pt x="0" y="91"/>
                    <a:pt x="17" y="141"/>
                  </a:cubicBezTo>
                  <a:cubicBezTo>
                    <a:pt x="47" y="185"/>
                    <a:pt x="86" y="215"/>
                    <a:pt x="129" y="215"/>
                  </a:cubicBezTo>
                  <a:cubicBezTo>
                    <a:pt x="138" y="215"/>
                    <a:pt x="147" y="214"/>
                    <a:pt x="157" y="211"/>
                  </a:cubicBezTo>
                  <a:cubicBezTo>
                    <a:pt x="206" y="178"/>
                    <a:pt x="243" y="124"/>
                    <a:pt x="223" y="75"/>
                  </a:cubicBezTo>
                  <a:cubicBezTo>
                    <a:pt x="209" y="31"/>
                    <a:pt x="162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31"/>
            <p:cNvSpPr/>
            <p:nvPr/>
          </p:nvSpPr>
          <p:spPr>
            <a:xfrm>
              <a:off x="4034300" y="3023200"/>
              <a:ext cx="6000" cy="5100"/>
            </a:xfrm>
            <a:custGeom>
              <a:avLst/>
              <a:gdLst/>
              <a:ahLst/>
              <a:cxnLst/>
              <a:rect l="l" t="t" r="r" b="b"/>
              <a:pathLst>
                <a:path w="240" h="204" extrusionOk="0">
                  <a:moveTo>
                    <a:pt x="83" y="1"/>
                  </a:moveTo>
                  <a:cubicBezTo>
                    <a:pt x="33" y="17"/>
                    <a:pt x="0" y="87"/>
                    <a:pt x="17" y="137"/>
                  </a:cubicBezTo>
                  <a:cubicBezTo>
                    <a:pt x="41" y="176"/>
                    <a:pt x="75" y="204"/>
                    <a:pt x="111" y="204"/>
                  </a:cubicBezTo>
                  <a:cubicBezTo>
                    <a:pt x="125" y="204"/>
                    <a:pt x="139" y="200"/>
                    <a:pt x="153" y="190"/>
                  </a:cubicBezTo>
                  <a:cubicBezTo>
                    <a:pt x="169" y="190"/>
                    <a:pt x="186" y="174"/>
                    <a:pt x="206" y="174"/>
                  </a:cubicBezTo>
                  <a:cubicBezTo>
                    <a:pt x="223" y="137"/>
                    <a:pt x="239" y="104"/>
                    <a:pt x="223" y="71"/>
                  </a:cubicBezTo>
                  <a:cubicBezTo>
                    <a:pt x="206" y="17"/>
                    <a:pt x="169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31"/>
            <p:cNvSpPr/>
            <p:nvPr/>
          </p:nvSpPr>
          <p:spPr>
            <a:xfrm>
              <a:off x="4042425" y="29790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1" y="0"/>
                  </a:moveTo>
                  <a:cubicBezTo>
                    <a:pt x="67" y="0"/>
                    <a:pt x="1" y="33"/>
                    <a:pt x="1" y="87"/>
                  </a:cubicBezTo>
                  <a:lnTo>
                    <a:pt x="1" y="136"/>
                  </a:lnTo>
                  <a:cubicBezTo>
                    <a:pt x="1" y="153"/>
                    <a:pt x="17" y="153"/>
                    <a:pt x="17" y="169"/>
                  </a:cubicBezTo>
                  <a:cubicBezTo>
                    <a:pt x="34" y="190"/>
                    <a:pt x="50" y="206"/>
                    <a:pt x="88" y="206"/>
                  </a:cubicBezTo>
                  <a:cubicBezTo>
                    <a:pt x="94" y="208"/>
                    <a:pt x="100" y="209"/>
                    <a:pt x="107" y="209"/>
                  </a:cubicBezTo>
                  <a:cubicBezTo>
                    <a:pt x="154" y="209"/>
                    <a:pt x="207" y="163"/>
                    <a:pt x="207" y="120"/>
                  </a:cubicBezTo>
                  <a:cubicBezTo>
                    <a:pt x="207" y="103"/>
                    <a:pt x="207" y="66"/>
                    <a:pt x="191" y="50"/>
                  </a:cubicBezTo>
                  <a:cubicBezTo>
                    <a:pt x="170" y="17"/>
                    <a:pt x="154" y="17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31"/>
            <p:cNvSpPr/>
            <p:nvPr/>
          </p:nvSpPr>
          <p:spPr>
            <a:xfrm>
              <a:off x="4031725" y="2957825"/>
              <a:ext cx="6000" cy="5175"/>
            </a:xfrm>
            <a:custGeom>
              <a:avLst/>
              <a:gdLst/>
              <a:ahLst/>
              <a:cxnLst/>
              <a:rect l="l" t="t" r="r" b="b"/>
              <a:pathLst>
                <a:path w="240" h="207" extrusionOk="0">
                  <a:moveTo>
                    <a:pt x="113" y="0"/>
                  </a:moveTo>
                  <a:cubicBezTo>
                    <a:pt x="103" y="0"/>
                    <a:pt x="93" y="2"/>
                    <a:pt x="83" y="6"/>
                  </a:cubicBezTo>
                  <a:cubicBezTo>
                    <a:pt x="33" y="23"/>
                    <a:pt x="0" y="88"/>
                    <a:pt x="17" y="142"/>
                  </a:cubicBezTo>
                  <a:cubicBezTo>
                    <a:pt x="29" y="178"/>
                    <a:pt x="68" y="207"/>
                    <a:pt x="107" y="207"/>
                  </a:cubicBezTo>
                  <a:cubicBezTo>
                    <a:pt x="123" y="207"/>
                    <a:pt x="139" y="202"/>
                    <a:pt x="153" y="192"/>
                  </a:cubicBezTo>
                  <a:cubicBezTo>
                    <a:pt x="206" y="175"/>
                    <a:pt x="239" y="126"/>
                    <a:pt x="223" y="72"/>
                  </a:cubicBezTo>
                  <a:cubicBezTo>
                    <a:pt x="193" y="32"/>
                    <a:pt x="155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31"/>
            <p:cNvSpPr/>
            <p:nvPr/>
          </p:nvSpPr>
          <p:spPr>
            <a:xfrm>
              <a:off x="4101300" y="30110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9" y="0"/>
                  </a:moveTo>
                  <a:cubicBezTo>
                    <a:pt x="51" y="0"/>
                    <a:pt x="0" y="47"/>
                    <a:pt x="0" y="90"/>
                  </a:cubicBezTo>
                  <a:lnTo>
                    <a:pt x="0" y="144"/>
                  </a:lnTo>
                  <a:cubicBezTo>
                    <a:pt x="17" y="177"/>
                    <a:pt x="50" y="193"/>
                    <a:pt x="83" y="210"/>
                  </a:cubicBezTo>
                  <a:cubicBezTo>
                    <a:pt x="136" y="210"/>
                    <a:pt x="206" y="177"/>
                    <a:pt x="206" y="123"/>
                  </a:cubicBezTo>
                  <a:cubicBezTo>
                    <a:pt x="206" y="90"/>
                    <a:pt x="206" y="74"/>
                    <a:pt x="186" y="41"/>
                  </a:cubicBezTo>
                  <a:cubicBezTo>
                    <a:pt x="169" y="20"/>
                    <a:pt x="153" y="3"/>
                    <a:pt x="120" y="3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31"/>
            <p:cNvSpPr/>
            <p:nvPr/>
          </p:nvSpPr>
          <p:spPr>
            <a:xfrm>
              <a:off x="4024800" y="3014000"/>
              <a:ext cx="5200" cy="4900"/>
            </a:xfrm>
            <a:custGeom>
              <a:avLst/>
              <a:gdLst/>
              <a:ahLst/>
              <a:cxnLst/>
              <a:rect l="l" t="t" r="r" b="b"/>
              <a:pathLst>
                <a:path w="208" h="196" extrusionOk="0">
                  <a:moveTo>
                    <a:pt x="96" y="1"/>
                  </a:moveTo>
                  <a:cubicBezTo>
                    <a:pt x="65" y="1"/>
                    <a:pt x="35" y="14"/>
                    <a:pt x="17" y="43"/>
                  </a:cubicBezTo>
                  <a:cubicBezTo>
                    <a:pt x="1" y="60"/>
                    <a:pt x="1" y="76"/>
                    <a:pt x="1" y="109"/>
                  </a:cubicBezTo>
                  <a:lnTo>
                    <a:pt x="1" y="130"/>
                  </a:lnTo>
                  <a:cubicBezTo>
                    <a:pt x="1" y="146"/>
                    <a:pt x="17" y="163"/>
                    <a:pt x="34" y="179"/>
                  </a:cubicBezTo>
                  <a:cubicBezTo>
                    <a:pt x="50" y="196"/>
                    <a:pt x="88" y="196"/>
                    <a:pt x="104" y="196"/>
                  </a:cubicBezTo>
                  <a:cubicBezTo>
                    <a:pt x="137" y="196"/>
                    <a:pt x="174" y="179"/>
                    <a:pt x="191" y="163"/>
                  </a:cubicBezTo>
                  <a:cubicBezTo>
                    <a:pt x="207" y="146"/>
                    <a:pt x="207" y="109"/>
                    <a:pt x="207" y="93"/>
                  </a:cubicBezTo>
                  <a:cubicBezTo>
                    <a:pt x="207" y="60"/>
                    <a:pt x="191" y="43"/>
                    <a:pt x="174" y="27"/>
                  </a:cubicBezTo>
                  <a:cubicBezTo>
                    <a:pt x="150" y="10"/>
                    <a:pt x="122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31"/>
            <p:cNvSpPr/>
            <p:nvPr/>
          </p:nvSpPr>
          <p:spPr>
            <a:xfrm>
              <a:off x="4028625" y="29995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7" y="0"/>
                  </a:moveTo>
                  <a:cubicBezTo>
                    <a:pt x="58" y="0"/>
                    <a:pt x="31" y="27"/>
                    <a:pt x="1" y="54"/>
                  </a:cubicBezTo>
                  <a:lnTo>
                    <a:pt x="1" y="91"/>
                  </a:lnTo>
                  <a:lnTo>
                    <a:pt x="1" y="141"/>
                  </a:lnTo>
                  <a:cubicBezTo>
                    <a:pt x="21" y="157"/>
                    <a:pt x="38" y="174"/>
                    <a:pt x="71" y="194"/>
                  </a:cubicBezTo>
                  <a:cubicBezTo>
                    <a:pt x="71" y="194"/>
                    <a:pt x="87" y="194"/>
                    <a:pt x="87" y="211"/>
                  </a:cubicBezTo>
                  <a:cubicBezTo>
                    <a:pt x="141" y="211"/>
                    <a:pt x="207" y="174"/>
                    <a:pt x="207" y="108"/>
                  </a:cubicBezTo>
                  <a:cubicBezTo>
                    <a:pt x="207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4" y="5"/>
                  </a:cubicBezTo>
                  <a:cubicBezTo>
                    <a:pt x="114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31"/>
            <p:cNvSpPr/>
            <p:nvPr/>
          </p:nvSpPr>
          <p:spPr>
            <a:xfrm>
              <a:off x="4028625" y="2984925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28" y="1"/>
                  </a:moveTo>
                  <a:cubicBezTo>
                    <a:pt x="93" y="1"/>
                    <a:pt x="58" y="15"/>
                    <a:pt x="38" y="35"/>
                  </a:cubicBezTo>
                  <a:cubicBezTo>
                    <a:pt x="21" y="72"/>
                    <a:pt x="1" y="89"/>
                    <a:pt x="21" y="122"/>
                  </a:cubicBezTo>
                  <a:lnTo>
                    <a:pt x="21" y="138"/>
                  </a:lnTo>
                  <a:cubicBezTo>
                    <a:pt x="21" y="159"/>
                    <a:pt x="38" y="175"/>
                    <a:pt x="54" y="192"/>
                  </a:cubicBezTo>
                  <a:cubicBezTo>
                    <a:pt x="73" y="204"/>
                    <a:pt x="93" y="210"/>
                    <a:pt x="111" y="210"/>
                  </a:cubicBezTo>
                  <a:cubicBezTo>
                    <a:pt x="142" y="210"/>
                    <a:pt x="170" y="196"/>
                    <a:pt x="190" y="175"/>
                  </a:cubicBezTo>
                  <a:cubicBezTo>
                    <a:pt x="227" y="159"/>
                    <a:pt x="227" y="122"/>
                    <a:pt x="227" y="89"/>
                  </a:cubicBezTo>
                  <a:cubicBezTo>
                    <a:pt x="227" y="72"/>
                    <a:pt x="207" y="35"/>
                    <a:pt x="190" y="19"/>
                  </a:cubicBezTo>
                  <a:cubicBezTo>
                    <a:pt x="171" y="6"/>
                    <a:pt x="149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31"/>
            <p:cNvSpPr/>
            <p:nvPr/>
          </p:nvSpPr>
          <p:spPr>
            <a:xfrm>
              <a:off x="4066450" y="29841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71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36"/>
                  </a:cubicBezTo>
                  <a:lnTo>
                    <a:pt x="17" y="153"/>
                  </a:lnTo>
                  <a:cubicBezTo>
                    <a:pt x="34" y="190"/>
                    <a:pt x="71" y="206"/>
                    <a:pt x="87" y="206"/>
                  </a:cubicBezTo>
                  <a:cubicBezTo>
                    <a:pt x="157" y="206"/>
                    <a:pt x="207" y="169"/>
                    <a:pt x="207" y="120"/>
                  </a:cubicBezTo>
                  <a:cubicBezTo>
                    <a:pt x="223" y="87"/>
                    <a:pt x="207" y="66"/>
                    <a:pt x="190" y="33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31"/>
            <p:cNvSpPr/>
            <p:nvPr/>
          </p:nvSpPr>
          <p:spPr>
            <a:xfrm>
              <a:off x="4048425" y="29532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54" y="0"/>
                    <a:pt x="0" y="33"/>
                    <a:pt x="0" y="87"/>
                  </a:cubicBezTo>
                  <a:lnTo>
                    <a:pt x="0" y="136"/>
                  </a:lnTo>
                  <a:cubicBezTo>
                    <a:pt x="0" y="153"/>
                    <a:pt x="0" y="153"/>
                    <a:pt x="17" y="169"/>
                  </a:cubicBezTo>
                  <a:cubicBezTo>
                    <a:pt x="33" y="190"/>
                    <a:pt x="54" y="207"/>
                    <a:pt x="87" y="207"/>
                  </a:cubicBezTo>
                  <a:cubicBezTo>
                    <a:pt x="93" y="209"/>
                    <a:pt x="99" y="210"/>
                    <a:pt x="106" y="210"/>
                  </a:cubicBezTo>
                  <a:cubicBezTo>
                    <a:pt x="149" y="210"/>
                    <a:pt x="192" y="163"/>
                    <a:pt x="206" y="120"/>
                  </a:cubicBezTo>
                  <a:cubicBezTo>
                    <a:pt x="206" y="103"/>
                    <a:pt x="206" y="66"/>
                    <a:pt x="190" y="50"/>
                  </a:cubicBezTo>
                  <a:cubicBezTo>
                    <a:pt x="173" y="17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31"/>
            <p:cNvSpPr/>
            <p:nvPr/>
          </p:nvSpPr>
          <p:spPr>
            <a:xfrm>
              <a:off x="4072425" y="29579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4" y="0"/>
                  </a:moveTo>
                  <a:cubicBezTo>
                    <a:pt x="71" y="0"/>
                    <a:pt x="1" y="33"/>
                    <a:pt x="1" y="82"/>
                  </a:cubicBezTo>
                  <a:lnTo>
                    <a:pt x="1" y="136"/>
                  </a:lnTo>
                  <a:cubicBezTo>
                    <a:pt x="21" y="153"/>
                    <a:pt x="21" y="153"/>
                    <a:pt x="21" y="169"/>
                  </a:cubicBezTo>
                  <a:cubicBezTo>
                    <a:pt x="38" y="186"/>
                    <a:pt x="54" y="206"/>
                    <a:pt x="87" y="206"/>
                  </a:cubicBezTo>
                  <a:cubicBezTo>
                    <a:pt x="124" y="206"/>
                    <a:pt x="141" y="206"/>
                    <a:pt x="174" y="186"/>
                  </a:cubicBezTo>
                  <a:cubicBezTo>
                    <a:pt x="190" y="169"/>
                    <a:pt x="207" y="153"/>
                    <a:pt x="207" y="120"/>
                  </a:cubicBezTo>
                  <a:cubicBezTo>
                    <a:pt x="207" y="82"/>
                    <a:pt x="207" y="66"/>
                    <a:pt x="190" y="33"/>
                  </a:cubicBezTo>
                  <a:cubicBezTo>
                    <a:pt x="174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31"/>
            <p:cNvSpPr/>
            <p:nvPr/>
          </p:nvSpPr>
          <p:spPr>
            <a:xfrm>
              <a:off x="4062125" y="2945900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87" y="1"/>
                  </a:moveTo>
                  <a:cubicBezTo>
                    <a:pt x="71" y="1"/>
                    <a:pt x="38" y="17"/>
                    <a:pt x="21" y="34"/>
                  </a:cubicBezTo>
                  <a:cubicBezTo>
                    <a:pt x="0" y="71"/>
                    <a:pt x="0" y="87"/>
                    <a:pt x="0" y="120"/>
                  </a:cubicBezTo>
                  <a:lnTo>
                    <a:pt x="0" y="137"/>
                  </a:lnTo>
                  <a:cubicBezTo>
                    <a:pt x="21" y="153"/>
                    <a:pt x="21" y="174"/>
                    <a:pt x="38" y="190"/>
                  </a:cubicBezTo>
                  <a:cubicBezTo>
                    <a:pt x="56" y="203"/>
                    <a:pt x="78" y="208"/>
                    <a:pt x="100" y="208"/>
                  </a:cubicBezTo>
                  <a:cubicBezTo>
                    <a:pt x="135" y="208"/>
                    <a:pt x="170" y="194"/>
                    <a:pt x="190" y="174"/>
                  </a:cubicBezTo>
                  <a:cubicBezTo>
                    <a:pt x="207" y="153"/>
                    <a:pt x="207" y="120"/>
                    <a:pt x="207" y="87"/>
                  </a:cubicBezTo>
                  <a:cubicBezTo>
                    <a:pt x="207" y="71"/>
                    <a:pt x="190" y="34"/>
                    <a:pt x="174" y="17"/>
                  </a:cubicBezTo>
                  <a:cubicBezTo>
                    <a:pt x="157" y="1"/>
                    <a:pt x="12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31"/>
            <p:cNvSpPr/>
            <p:nvPr/>
          </p:nvSpPr>
          <p:spPr>
            <a:xfrm>
              <a:off x="4069025" y="2971925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8" y="0"/>
                  </a:moveTo>
                  <a:cubicBezTo>
                    <a:pt x="67" y="0"/>
                    <a:pt x="38" y="13"/>
                    <a:pt x="17" y="40"/>
                  </a:cubicBezTo>
                  <a:cubicBezTo>
                    <a:pt x="1" y="60"/>
                    <a:pt x="1" y="93"/>
                    <a:pt x="1" y="110"/>
                  </a:cubicBezTo>
                  <a:lnTo>
                    <a:pt x="1" y="143"/>
                  </a:lnTo>
                  <a:cubicBezTo>
                    <a:pt x="17" y="164"/>
                    <a:pt x="17" y="180"/>
                    <a:pt x="34" y="180"/>
                  </a:cubicBezTo>
                  <a:cubicBezTo>
                    <a:pt x="58" y="195"/>
                    <a:pt x="81" y="203"/>
                    <a:pt x="104" y="203"/>
                  </a:cubicBezTo>
                  <a:cubicBezTo>
                    <a:pt x="133" y="203"/>
                    <a:pt x="161" y="191"/>
                    <a:pt x="190" y="164"/>
                  </a:cubicBezTo>
                  <a:cubicBezTo>
                    <a:pt x="207" y="143"/>
                    <a:pt x="207" y="126"/>
                    <a:pt x="207" y="93"/>
                  </a:cubicBezTo>
                  <a:cubicBezTo>
                    <a:pt x="207" y="60"/>
                    <a:pt x="190" y="40"/>
                    <a:pt x="174" y="23"/>
                  </a:cubicBezTo>
                  <a:cubicBezTo>
                    <a:pt x="150" y="9"/>
                    <a:pt x="123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31"/>
            <p:cNvSpPr/>
            <p:nvPr/>
          </p:nvSpPr>
          <p:spPr>
            <a:xfrm>
              <a:off x="4060050" y="295920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21" y="0"/>
                  </a:moveTo>
                  <a:cubicBezTo>
                    <a:pt x="67" y="0"/>
                    <a:pt x="1" y="33"/>
                    <a:pt x="1" y="87"/>
                  </a:cubicBezTo>
                  <a:lnTo>
                    <a:pt x="1" y="137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4" y="190"/>
                    <a:pt x="50" y="207"/>
                    <a:pt x="83" y="207"/>
                  </a:cubicBezTo>
                  <a:cubicBezTo>
                    <a:pt x="94" y="211"/>
                    <a:pt x="103" y="213"/>
                    <a:pt x="112" y="213"/>
                  </a:cubicBezTo>
                  <a:cubicBezTo>
                    <a:pt x="132" y="213"/>
                    <a:pt x="147" y="202"/>
                    <a:pt x="170" y="190"/>
                  </a:cubicBezTo>
                  <a:cubicBezTo>
                    <a:pt x="187" y="174"/>
                    <a:pt x="207" y="157"/>
                    <a:pt x="207" y="120"/>
                  </a:cubicBezTo>
                  <a:cubicBezTo>
                    <a:pt x="224" y="71"/>
                    <a:pt x="170" y="17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31"/>
            <p:cNvSpPr/>
            <p:nvPr/>
          </p:nvSpPr>
          <p:spPr>
            <a:xfrm>
              <a:off x="4075925" y="30077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67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20"/>
                  </a:cubicBezTo>
                  <a:lnTo>
                    <a:pt x="17" y="136"/>
                  </a:lnTo>
                  <a:cubicBezTo>
                    <a:pt x="17" y="153"/>
                    <a:pt x="17" y="153"/>
                    <a:pt x="34" y="174"/>
                  </a:cubicBezTo>
                  <a:cubicBezTo>
                    <a:pt x="50" y="190"/>
                    <a:pt x="67" y="207"/>
                    <a:pt x="104" y="207"/>
                  </a:cubicBezTo>
                  <a:cubicBezTo>
                    <a:pt x="120" y="207"/>
                    <a:pt x="153" y="207"/>
                    <a:pt x="170" y="190"/>
                  </a:cubicBezTo>
                  <a:cubicBezTo>
                    <a:pt x="191" y="174"/>
                    <a:pt x="207" y="153"/>
                    <a:pt x="224" y="120"/>
                  </a:cubicBezTo>
                  <a:cubicBezTo>
                    <a:pt x="224" y="103"/>
                    <a:pt x="207" y="70"/>
                    <a:pt x="207" y="50"/>
                  </a:cubicBezTo>
                  <a:cubicBezTo>
                    <a:pt x="191" y="33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31"/>
            <p:cNvSpPr/>
            <p:nvPr/>
          </p:nvSpPr>
          <p:spPr>
            <a:xfrm>
              <a:off x="4053150" y="29856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7" y="0"/>
                  </a:moveTo>
                  <a:cubicBezTo>
                    <a:pt x="113" y="0"/>
                    <a:pt x="100" y="2"/>
                    <a:pt x="87" y="6"/>
                  </a:cubicBezTo>
                  <a:cubicBezTo>
                    <a:pt x="34" y="27"/>
                    <a:pt x="1" y="93"/>
                    <a:pt x="34" y="146"/>
                  </a:cubicBezTo>
                  <a:cubicBezTo>
                    <a:pt x="46" y="183"/>
                    <a:pt x="79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23" y="179"/>
                    <a:pt x="240" y="130"/>
                    <a:pt x="223" y="60"/>
                  </a:cubicBez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31"/>
            <p:cNvSpPr/>
            <p:nvPr/>
          </p:nvSpPr>
          <p:spPr>
            <a:xfrm>
              <a:off x="4055725" y="29720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4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cubicBezTo>
                    <a:pt x="17" y="158"/>
                    <a:pt x="17" y="158"/>
                    <a:pt x="34" y="174"/>
                  </a:cubicBezTo>
                  <a:cubicBezTo>
                    <a:pt x="50" y="191"/>
                    <a:pt x="71" y="207"/>
                    <a:pt x="104" y="207"/>
                  </a:cubicBezTo>
                  <a:cubicBezTo>
                    <a:pt x="111" y="209"/>
                    <a:pt x="117" y="210"/>
                    <a:pt x="124" y="210"/>
                  </a:cubicBezTo>
                  <a:cubicBezTo>
                    <a:pt x="167" y="210"/>
                    <a:pt x="209" y="167"/>
                    <a:pt x="223" y="120"/>
                  </a:cubicBezTo>
                  <a:cubicBezTo>
                    <a:pt x="223" y="104"/>
                    <a:pt x="207" y="71"/>
                    <a:pt x="190" y="54"/>
                  </a:cubicBezTo>
                  <a:cubicBezTo>
                    <a:pt x="174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31"/>
            <p:cNvSpPr/>
            <p:nvPr/>
          </p:nvSpPr>
          <p:spPr>
            <a:xfrm>
              <a:off x="4043675" y="2965075"/>
              <a:ext cx="5600" cy="5425"/>
            </a:xfrm>
            <a:custGeom>
              <a:avLst/>
              <a:gdLst/>
              <a:ahLst/>
              <a:cxnLst/>
              <a:rect l="l" t="t" r="r" b="b"/>
              <a:pathLst>
                <a:path w="224" h="217" extrusionOk="0">
                  <a:moveTo>
                    <a:pt x="96" y="1"/>
                  </a:moveTo>
                  <a:cubicBezTo>
                    <a:pt x="87" y="1"/>
                    <a:pt x="79" y="2"/>
                    <a:pt x="71" y="5"/>
                  </a:cubicBezTo>
                  <a:cubicBezTo>
                    <a:pt x="17" y="42"/>
                    <a:pt x="0" y="91"/>
                    <a:pt x="17" y="145"/>
                  </a:cubicBezTo>
                  <a:cubicBezTo>
                    <a:pt x="34" y="185"/>
                    <a:pt x="80" y="217"/>
                    <a:pt x="125" y="217"/>
                  </a:cubicBezTo>
                  <a:cubicBezTo>
                    <a:pt x="136" y="217"/>
                    <a:pt x="147" y="215"/>
                    <a:pt x="157" y="211"/>
                  </a:cubicBezTo>
                  <a:cubicBezTo>
                    <a:pt x="207" y="178"/>
                    <a:pt x="223" y="128"/>
                    <a:pt x="207" y="75"/>
                  </a:cubicBezTo>
                  <a:cubicBezTo>
                    <a:pt x="193" y="33"/>
                    <a:pt x="142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12157;p31"/>
            <p:cNvSpPr/>
            <p:nvPr/>
          </p:nvSpPr>
          <p:spPr>
            <a:xfrm>
              <a:off x="4029150" y="308072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03" y="0"/>
                  </a:moveTo>
                  <a:cubicBezTo>
                    <a:pt x="66" y="0"/>
                    <a:pt x="50" y="17"/>
                    <a:pt x="33" y="37"/>
                  </a:cubicBezTo>
                  <a:cubicBezTo>
                    <a:pt x="17" y="54"/>
                    <a:pt x="0" y="87"/>
                    <a:pt x="17" y="103"/>
                  </a:cubicBezTo>
                  <a:lnTo>
                    <a:pt x="17" y="141"/>
                  </a:lnTo>
                  <a:cubicBezTo>
                    <a:pt x="17" y="157"/>
                    <a:pt x="33" y="174"/>
                    <a:pt x="50" y="174"/>
                  </a:cubicBezTo>
                  <a:cubicBezTo>
                    <a:pt x="74" y="188"/>
                    <a:pt x="97" y="197"/>
                    <a:pt x="118" y="197"/>
                  </a:cubicBezTo>
                  <a:cubicBezTo>
                    <a:pt x="144" y="197"/>
                    <a:pt x="167" y="184"/>
                    <a:pt x="186" y="157"/>
                  </a:cubicBezTo>
                  <a:cubicBezTo>
                    <a:pt x="239" y="120"/>
                    <a:pt x="223" y="54"/>
                    <a:pt x="186" y="17"/>
                  </a:cubicBezTo>
                  <a:cubicBezTo>
                    <a:pt x="153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31"/>
            <p:cNvSpPr/>
            <p:nvPr/>
          </p:nvSpPr>
          <p:spPr>
            <a:xfrm>
              <a:off x="4031200" y="3050500"/>
              <a:ext cx="5700" cy="5400"/>
            </a:xfrm>
            <a:custGeom>
              <a:avLst/>
              <a:gdLst/>
              <a:ahLst/>
              <a:cxnLst/>
              <a:rect l="l" t="t" r="r" b="b"/>
              <a:pathLst>
                <a:path w="228" h="216" extrusionOk="0">
                  <a:moveTo>
                    <a:pt x="113" y="0"/>
                  </a:moveTo>
                  <a:cubicBezTo>
                    <a:pt x="85" y="0"/>
                    <a:pt x="56" y="13"/>
                    <a:pt x="38" y="43"/>
                  </a:cubicBezTo>
                  <a:cubicBezTo>
                    <a:pt x="21" y="59"/>
                    <a:pt x="1" y="92"/>
                    <a:pt x="1" y="113"/>
                  </a:cubicBezTo>
                  <a:cubicBezTo>
                    <a:pt x="21" y="129"/>
                    <a:pt x="21" y="129"/>
                    <a:pt x="21" y="146"/>
                  </a:cubicBezTo>
                  <a:cubicBezTo>
                    <a:pt x="21" y="162"/>
                    <a:pt x="38" y="179"/>
                    <a:pt x="54" y="179"/>
                  </a:cubicBezTo>
                  <a:cubicBezTo>
                    <a:pt x="71" y="195"/>
                    <a:pt x="104" y="216"/>
                    <a:pt x="124" y="216"/>
                  </a:cubicBezTo>
                  <a:cubicBezTo>
                    <a:pt x="157" y="195"/>
                    <a:pt x="174" y="195"/>
                    <a:pt x="190" y="162"/>
                  </a:cubicBezTo>
                  <a:cubicBezTo>
                    <a:pt x="207" y="146"/>
                    <a:pt x="227" y="129"/>
                    <a:pt x="227" y="92"/>
                  </a:cubicBezTo>
                  <a:cubicBezTo>
                    <a:pt x="207" y="59"/>
                    <a:pt x="207" y="43"/>
                    <a:pt x="174" y="26"/>
                  </a:cubicBezTo>
                  <a:cubicBezTo>
                    <a:pt x="159" y="9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31"/>
            <p:cNvSpPr/>
            <p:nvPr/>
          </p:nvSpPr>
          <p:spPr>
            <a:xfrm>
              <a:off x="4035950" y="311297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87" y="1"/>
                  </a:moveTo>
                  <a:cubicBezTo>
                    <a:pt x="70" y="1"/>
                    <a:pt x="37" y="17"/>
                    <a:pt x="17" y="34"/>
                  </a:cubicBezTo>
                  <a:cubicBezTo>
                    <a:pt x="0" y="50"/>
                    <a:pt x="0" y="87"/>
                    <a:pt x="0" y="120"/>
                  </a:cubicBezTo>
                  <a:lnTo>
                    <a:pt x="0" y="137"/>
                  </a:lnTo>
                  <a:cubicBezTo>
                    <a:pt x="17" y="153"/>
                    <a:pt x="17" y="170"/>
                    <a:pt x="37" y="191"/>
                  </a:cubicBezTo>
                  <a:cubicBezTo>
                    <a:pt x="56" y="203"/>
                    <a:pt x="77" y="208"/>
                    <a:pt x="99" y="208"/>
                  </a:cubicBezTo>
                  <a:cubicBezTo>
                    <a:pt x="134" y="208"/>
                    <a:pt x="169" y="193"/>
                    <a:pt x="190" y="170"/>
                  </a:cubicBezTo>
                  <a:cubicBezTo>
                    <a:pt x="206" y="137"/>
                    <a:pt x="206" y="120"/>
                    <a:pt x="206" y="87"/>
                  </a:cubicBezTo>
                  <a:cubicBezTo>
                    <a:pt x="206" y="67"/>
                    <a:pt x="190" y="34"/>
                    <a:pt x="173" y="17"/>
                  </a:cubicBezTo>
                  <a:cubicBezTo>
                    <a:pt x="140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31"/>
            <p:cNvSpPr/>
            <p:nvPr/>
          </p:nvSpPr>
          <p:spPr>
            <a:xfrm>
              <a:off x="4029150" y="3064750"/>
              <a:ext cx="5575" cy="5025"/>
            </a:xfrm>
            <a:custGeom>
              <a:avLst/>
              <a:gdLst/>
              <a:ahLst/>
              <a:cxnLst/>
              <a:rect l="l" t="t" r="r" b="b"/>
              <a:pathLst>
                <a:path w="223" h="201" extrusionOk="0">
                  <a:moveTo>
                    <a:pt x="93" y="0"/>
                  </a:moveTo>
                  <a:cubicBezTo>
                    <a:pt x="50" y="0"/>
                    <a:pt x="14" y="33"/>
                    <a:pt x="0" y="91"/>
                  </a:cubicBezTo>
                  <a:cubicBezTo>
                    <a:pt x="0" y="108"/>
                    <a:pt x="0" y="124"/>
                    <a:pt x="17" y="141"/>
                  </a:cubicBezTo>
                  <a:lnTo>
                    <a:pt x="17" y="161"/>
                  </a:lnTo>
                  <a:cubicBezTo>
                    <a:pt x="33" y="178"/>
                    <a:pt x="66" y="194"/>
                    <a:pt x="83" y="194"/>
                  </a:cubicBezTo>
                  <a:cubicBezTo>
                    <a:pt x="93" y="199"/>
                    <a:pt x="104" y="201"/>
                    <a:pt x="114" y="201"/>
                  </a:cubicBezTo>
                  <a:cubicBezTo>
                    <a:pt x="138" y="201"/>
                    <a:pt x="158" y="189"/>
                    <a:pt x="169" y="178"/>
                  </a:cubicBezTo>
                  <a:cubicBezTo>
                    <a:pt x="186" y="161"/>
                    <a:pt x="206" y="141"/>
                    <a:pt x="206" y="108"/>
                  </a:cubicBezTo>
                  <a:cubicBezTo>
                    <a:pt x="223" y="91"/>
                    <a:pt x="206" y="58"/>
                    <a:pt x="186" y="37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1" y="2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31"/>
            <p:cNvSpPr/>
            <p:nvPr/>
          </p:nvSpPr>
          <p:spPr>
            <a:xfrm>
              <a:off x="4033375" y="30365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40" y="1"/>
                  </a:moveTo>
                  <a:cubicBezTo>
                    <a:pt x="103" y="1"/>
                    <a:pt x="70" y="1"/>
                    <a:pt x="54" y="17"/>
                  </a:cubicBezTo>
                  <a:cubicBezTo>
                    <a:pt x="37" y="34"/>
                    <a:pt x="17" y="71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17" y="157"/>
                    <a:pt x="17" y="157"/>
                    <a:pt x="37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0" y="209"/>
                    <a:pt x="117" y="210"/>
                    <a:pt x="124" y="210"/>
                  </a:cubicBezTo>
                  <a:cubicBezTo>
                    <a:pt x="169" y="210"/>
                    <a:pt x="209" y="167"/>
                    <a:pt x="223" y="120"/>
                  </a:cubicBezTo>
                  <a:cubicBezTo>
                    <a:pt x="223" y="104"/>
                    <a:pt x="223" y="71"/>
                    <a:pt x="206" y="54"/>
                  </a:cubicBezTo>
                  <a:cubicBezTo>
                    <a:pt x="190" y="17"/>
                    <a:pt x="157" y="17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31"/>
            <p:cNvSpPr/>
            <p:nvPr/>
          </p:nvSpPr>
          <p:spPr>
            <a:xfrm>
              <a:off x="4043250" y="305795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1" y="0"/>
                  </a:moveTo>
                  <a:cubicBezTo>
                    <a:pt x="55" y="0"/>
                    <a:pt x="1" y="37"/>
                    <a:pt x="1" y="87"/>
                  </a:cubicBezTo>
                  <a:lnTo>
                    <a:pt x="1" y="140"/>
                  </a:lnTo>
                  <a:cubicBezTo>
                    <a:pt x="1" y="157"/>
                    <a:pt x="17" y="157"/>
                    <a:pt x="17" y="173"/>
                  </a:cubicBezTo>
                  <a:cubicBezTo>
                    <a:pt x="34" y="190"/>
                    <a:pt x="55" y="206"/>
                    <a:pt x="88" y="206"/>
                  </a:cubicBezTo>
                  <a:cubicBezTo>
                    <a:pt x="137" y="206"/>
                    <a:pt x="191" y="173"/>
                    <a:pt x="207" y="124"/>
                  </a:cubicBezTo>
                  <a:cubicBezTo>
                    <a:pt x="207" y="87"/>
                    <a:pt x="207" y="70"/>
                    <a:pt x="191" y="54"/>
                  </a:cubicBezTo>
                  <a:cubicBezTo>
                    <a:pt x="174" y="21"/>
                    <a:pt x="137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31"/>
            <p:cNvSpPr/>
            <p:nvPr/>
          </p:nvSpPr>
          <p:spPr>
            <a:xfrm>
              <a:off x="4041500" y="3072000"/>
              <a:ext cx="5700" cy="5350"/>
            </a:xfrm>
            <a:custGeom>
              <a:avLst/>
              <a:gdLst/>
              <a:ahLst/>
              <a:cxnLst/>
              <a:rect l="l" t="t" r="r" b="b"/>
              <a:pathLst>
                <a:path w="228" h="214" extrusionOk="0">
                  <a:moveTo>
                    <a:pt x="104" y="0"/>
                  </a:moveTo>
                  <a:cubicBezTo>
                    <a:pt x="86" y="0"/>
                    <a:pt x="66" y="12"/>
                    <a:pt x="54" y="24"/>
                  </a:cubicBezTo>
                  <a:cubicBezTo>
                    <a:pt x="21" y="40"/>
                    <a:pt x="1" y="57"/>
                    <a:pt x="1" y="94"/>
                  </a:cubicBezTo>
                  <a:cubicBezTo>
                    <a:pt x="1" y="110"/>
                    <a:pt x="1" y="127"/>
                    <a:pt x="21" y="143"/>
                  </a:cubicBezTo>
                  <a:lnTo>
                    <a:pt x="21" y="160"/>
                  </a:lnTo>
                  <a:cubicBezTo>
                    <a:pt x="38" y="180"/>
                    <a:pt x="71" y="197"/>
                    <a:pt x="87" y="213"/>
                  </a:cubicBezTo>
                  <a:cubicBezTo>
                    <a:pt x="158" y="213"/>
                    <a:pt x="207" y="180"/>
                    <a:pt x="207" y="127"/>
                  </a:cubicBezTo>
                  <a:cubicBezTo>
                    <a:pt x="228" y="94"/>
                    <a:pt x="207" y="57"/>
                    <a:pt x="191" y="40"/>
                  </a:cubicBezTo>
                  <a:cubicBezTo>
                    <a:pt x="174" y="24"/>
                    <a:pt x="158" y="7"/>
                    <a:pt x="125" y="7"/>
                  </a:cubicBezTo>
                  <a:cubicBezTo>
                    <a:pt x="119" y="2"/>
                    <a:pt x="11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31"/>
            <p:cNvSpPr/>
            <p:nvPr/>
          </p:nvSpPr>
          <p:spPr>
            <a:xfrm>
              <a:off x="4039450" y="30883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0" y="1"/>
                  </a:moveTo>
                  <a:cubicBezTo>
                    <a:pt x="54" y="1"/>
                    <a:pt x="15" y="47"/>
                    <a:pt x="0" y="90"/>
                  </a:cubicBezTo>
                  <a:lnTo>
                    <a:pt x="0" y="144"/>
                  </a:lnTo>
                  <a:lnTo>
                    <a:pt x="17" y="160"/>
                  </a:lnTo>
                  <a:cubicBezTo>
                    <a:pt x="33" y="193"/>
                    <a:pt x="66" y="210"/>
                    <a:pt x="83" y="210"/>
                  </a:cubicBezTo>
                  <a:cubicBezTo>
                    <a:pt x="120" y="210"/>
                    <a:pt x="136" y="210"/>
                    <a:pt x="169" y="193"/>
                  </a:cubicBezTo>
                  <a:cubicBezTo>
                    <a:pt x="186" y="177"/>
                    <a:pt x="207" y="144"/>
                    <a:pt x="207" y="123"/>
                  </a:cubicBezTo>
                  <a:cubicBezTo>
                    <a:pt x="207" y="90"/>
                    <a:pt x="207" y="74"/>
                    <a:pt x="186" y="41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3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31"/>
            <p:cNvSpPr/>
            <p:nvPr/>
          </p:nvSpPr>
          <p:spPr>
            <a:xfrm>
              <a:off x="4035950" y="30997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31" y="0"/>
                  </a:moveTo>
                  <a:cubicBezTo>
                    <a:pt x="117" y="0"/>
                    <a:pt x="102" y="5"/>
                    <a:pt x="87" y="15"/>
                  </a:cubicBezTo>
                  <a:cubicBezTo>
                    <a:pt x="37" y="32"/>
                    <a:pt x="0" y="81"/>
                    <a:pt x="17" y="135"/>
                  </a:cubicBezTo>
                  <a:cubicBezTo>
                    <a:pt x="37" y="152"/>
                    <a:pt x="37" y="168"/>
                    <a:pt x="54" y="185"/>
                  </a:cubicBezTo>
                  <a:cubicBezTo>
                    <a:pt x="77" y="199"/>
                    <a:pt x="101" y="212"/>
                    <a:pt x="126" y="212"/>
                  </a:cubicBezTo>
                  <a:cubicBezTo>
                    <a:pt x="136" y="212"/>
                    <a:pt x="146" y="210"/>
                    <a:pt x="157" y="205"/>
                  </a:cubicBezTo>
                  <a:cubicBezTo>
                    <a:pt x="190" y="185"/>
                    <a:pt x="223" y="152"/>
                    <a:pt x="223" y="119"/>
                  </a:cubicBezTo>
                  <a:lnTo>
                    <a:pt x="223" y="65"/>
                  </a:lnTo>
                  <a:cubicBezTo>
                    <a:pt x="199" y="30"/>
                    <a:pt x="167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31"/>
            <p:cNvSpPr/>
            <p:nvPr/>
          </p:nvSpPr>
          <p:spPr>
            <a:xfrm>
              <a:off x="4089225" y="30009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9" y="0"/>
                  </a:moveTo>
                  <a:cubicBezTo>
                    <a:pt x="115" y="0"/>
                    <a:pt x="101" y="5"/>
                    <a:pt x="87" y="14"/>
                  </a:cubicBezTo>
                  <a:cubicBezTo>
                    <a:pt x="17" y="34"/>
                    <a:pt x="1" y="84"/>
                    <a:pt x="17" y="137"/>
                  </a:cubicBezTo>
                  <a:cubicBezTo>
                    <a:pt x="17" y="154"/>
                    <a:pt x="34" y="170"/>
                    <a:pt x="50" y="187"/>
                  </a:cubicBezTo>
                  <a:cubicBezTo>
                    <a:pt x="65" y="198"/>
                    <a:pt x="94" y="210"/>
                    <a:pt x="121" y="210"/>
                  </a:cubicBezTo>
                  <a:cubicBezTo>
                    <a:pt x="133" y="210"/>
                    <a:pt x="144" y="208"/>
                    <a:pt x="153" y="203"/>
                  </a:cubicBezTo>
                  <a:cubicBezTo>
                    <a:pt x="190" y="187"/>
                    <a:pt x="223" y="154"/>
                    <a:pt x="223" y="117"/>
                  </a:cubicBezTo>
                  <a:lnTo>
                    <a:pt x="223" y="67"/>
                  </a:lnTo>
                  <a:cubicBezTo>
                    <a:pt x="200" y="28"/>
                    <a:pt x="165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31"/>
            <p:cNvSpPr/>
            <p:nvPr/>
          </p:nvSpPr>
          <p:spPr>
            <a:xfrm>
              <a:off x="4096150" y="295920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36" y="0"/>
                  </a:moveTo>
                  <a:cubicBezTo>
                    <a:pt x="66" y="0"/>
                    <a:pt x="17" y="33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17" y="157"/>
                    <a:pt x="17" y="157"/>
                    <a:pt x="33" y="174"/>
                  </a:cubicBezTo>
                  <a:cubicBezTo>
                    <a:pt x="49" y="190"/>
                    <a:pt x="66" y="207"/>
                    <a:pt x="103" y="207"/>
                  </a:cubicBezTo>
                  <a:cubicBezTo>
                    <a:pt x="153" y="207"/>
                    <a:pt x="206" y="174"/>
                    <a:pt x="223" y="120"/>
                  </a:cubicBezTo>
                  <a:cubicBezTo>
                    <a:pt x="223" y="87"/>
                    <a:pt x="223" y="71"/>
                    <a:pt x="206" y="33"/>
                  </a:cubicBezTo>
                  <a:cubicBezTo>
                    <a:pt x="186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31"/>
            <p:cNvSpPr/>
            <p:nvPr/>
          </p:nvSpPr>
          <p:spPr>
            <a:xfrm>
              <a:off x="4094800" y="2973200"/>
              <a:ext cx="5175" cy="5400"/>
            </a:xfrm>
            <a:custGeom>
              <a:avLst/>
              <a:gdLst/>
              <a:ahLst/>
              <a:cxnLst/>
              <a:rect l="l" t="t" r="r" b="b"/>
              <a:pathLst>
                <a:path w="207" h="216" extrusionOk="0">
                  <a:moveTo>
                    <a:pt x="94" y="1"/>
                  </a:moveTo>
                  <a:cubicBezTo>
                    <a:pt x="75" y="1"/>
                    <a:pt x="59" y="14"/>
                    <a:pt x="33" y="26"/>
                  </a:cubicBezTo>
                  <a:cubicBezTo>
                    <a:pt x="17" y="42"/>
                    <a:pt x="0" y="59"/>
                    <a:pt x="0" y="92"/>
                  </a:cubicBezTo>
                  <a:lnTo>
                    <a:pt x="0" y="146"/>
                  </a:lnTo>
                  <a:cubicBezTo>
                    <a:pt x="17" y="146"/>
                    <a:pt x="17" y="162"/>
                    <a:pt x="17" y="162"/>
                  </a:cubicBezTo>
                  <a:cubicBezTo>
                    <a:pt x="33" y="178"/>
                    <a:pt x="71" y="195"/>
                    <a:pt x="87" y="216"/>
                  </a:cubicBezTo>
                  <a:cubicBezTo>
                    <a:pt x="136" y="216"/>
                    <a:pt x="207" y="178"/>
                    <a:pt x="207" y="113"/>
                  </a:cubicBezTo>
                  <a:cubicBezTo>
                    <a:pt x="207" y="92"/>
                    <a:pt x="207" y="59"/>
                    <a:pt x="190" y="42"/>
                  </a:cubicBezTo>
                  <a:cubicBezTo>
                    <a:pt x="174" y="26"/>
                    <a:pt x="157" y="9"/>
                    <a:pt x="120" y="9"/>
                  </a:cubicBezTo>
                  <a:cubicBezTo>
                    <a:pt x="110" y="3"/>
                    <a:pt x="102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31"/>
            <p:cNvSpPr/>
            <p:nvPr/>
          </p:nvSpPr>
          <p:spPr>
            <a:xfrm>
              <a:off x="4097775" y="2943325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1" y="1"/>
                  </a:moveTo>
                  <a:cubicBezTo>
                    <a:pt x="88" y="1"/>
                    <a:pt x="55" y="1"/>
                    <a:pt x="38" y="34"/>
                  </a:cubicBezTo>
                  <a:cubicBezTo>
                    <a:pt x="17" y="34"/>
                    <a:pt x="1" y="71"/>
                    <a:pt x="1" y="87"/>
                  </a:cubicBezTo>
                  <a:lnTo>
                    <a:pt x="1" y="137"/>
                  </a:lnTo>
                  <a:cubicBezTo>
                    <a:pt x="17" y="174"/>
                    <a:pt x="55" y="190"/>
                    <a:pt x="88" y="207"/>
                  </a:cubicBezTo>
                  <a:lnTo>
                    <a:pt x="104" y="207"/>
                  </a:lnTo>
                  <a:cubicBezTo>
                    <a:pt x="158" y="207"/>
                    <a:pt x="207" y="174"/>
                    <a:pt x="207" y="120"/>
                  </a:cubicBezTo>
                  <a:cubicBezTo>
                    <a:pt x="207" y="87"/>
                    <a:pt x="207" y="71"/>
                    <a:pt x="191" y="34"/>
                  </a:cubicBezTo>
                  <a:cubicBezTo>
                    <a:pt x="174" y="17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31"/>
            <p:cNvSpPr/>
            <p:nvPr/>
          </p:nvSpPr>
          <p:spPr>
            <a:xfrm>
              <a:off x="4075000" y="3021450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25" y="1"/>
                  </a:moveTo>
                  <a:cubicBezTo>
                    <a:pt x="71" y="1"/>
                    <a:pt x="21" y="38"/>
                    <a:pt x="1" y="87"/>
                  </a:cubicBezTo>
                  <a:cubicBezTo>
                    <a:pt x="1" y="104"/>
                    <a:pt x="1" y="120"/>
                    <a:pt x="21" y="141"/>
                  </a:cubicBezTo>
                  <a:lnTo>
                    <a:pt x="21" y="174"/>
                  </a:lnTo>
                  <a:cubicBezTo>
                    <a:pt x="38" y="190"/>
                    <a:pt x="71" y="207"/>
                    <a:pt x="87" y="207"/>
                  </a:cubicBezTo>
                  <a:cubicBezTo>
                    <a:pt x="97" y="209"/>
                    <a:pt x="106" y="210"/>
                    <a:pt x="114" y="210"/>
                  </a:cubicBezTo>
                  <a:cubicBezTo>
                    <a:pt x="170" y="210"/>
                    <a:pt x="207" y="167"/>
                    <a:pt x="207" y="120"/>
                  </a:cubicBezTo>
                  <a:cubicBezTo>
                    <a:pt x="228" y="87"/>
                    <a:pt x="207" y="71"/>
                    <a:pt x="190" y="54"/>
                  </a:cubicBezTo>
                  <a:cubicBezTo>
                    <a:pt x="174" y="17"/>
                    <a:pt x="157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31"/>
            <p:cNvSpPr/>
            <p:nvPr/>
          </p:nvSpPr>
          <p:spPr>
            <a:xfrm>
              <a:off x="4092625" y="29896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0" y="1"/>
                  </a:moveTo>
                  <a:cubicBezTo>
                    <a:pt x="57" y="1"/>
                    <a:pt x="15" y="44"/>
                    <a:pt x="1" y="90"/>
                  </a:cubicBezTo>
                  <a:lnTo>
                    <a:pt x="1" y="140"/>
                  </a:lnTo>
                  <a:lnTo>
                    <a:pt x="17" y="156"/>
                  </a:lnTo>
                  <a:cubicBezTo>
                    <a:pt x="38" y="194"/>
                    <a:pt x="54" y="210"/>
                    <a:pt x="87" y="210"/>
                  </a:cubicBezTo>
                  <a:cubicBezTo>
                    <a:pt x="120" y="210"/>
                    <a:pt x="141" y="210"/>
                    <a:pt x="174" y="194"/>
                  </a:cubicBezTo>
                  <a:cubicBezTo>
                    <a:pt x="190" y="177"/>
                    <a:pt x="207" y="140"/>
                    <a:pt x="207" y="123"/>
                  </a:cubicBezTo>
                  <a:cubicBezTo>
                    <a:pt x="207" y="90"/>
                    <a:pt x="207" y="74"/>
                    <a:pt x="190" y="37"/>
                  </a:cubicBezTo>
                  <a:cubicBezTo>
                    <a:pt x="174" y="20"/>
                    <a:pt x="158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31"/>
            <p:cNvSpPr/>
            <p:nvPr/>
          </p:nvSpPr>
          <p:spPr>
            <a:xfrm>
              <a:off x="4015750" y="3070700"/>
              <a:ext cx="5175" cy="5050"/>
            </a:xfrm>
            <a:custGeom>
              <a:avLst/>
              <a:gdLst/>
              <a:ahLst/>
              <a:cxnLst/>
              <a:rect l="l" t="t" r="r" b="b"/>
              <a:pathLst>
                <a:path w="207" h="202" extrusionOk="0">
                  <a:moveTo>
                    <a:pt x="99" y="0"/>
                  </a:moveTo>
                  <a:cubicBezTo>
                    <a:pt x="68" y="0"/>
                    <a:pt x="39" y="13"/>
                    <a:pt x="21" y="43"/>
                  </a:cubicBezTo>
                  <a:cubicBezTo>
                    <a:pt x="0" y="59"/>
                    <a:pt x="0" y="92"/>
                    <a:pt x="0" y="109"/>
                  </a:cubicBezTo>
                  <a:lnTo>
                    <a:pt x="0" y="146"/>
                  </a:lnTo>
                  <a:cubicBezTo>
                    <a:pt x="21" y="162"/>
                    <a:pt x="21" y="179"/>
                    <a:pt x="37" y="179"/>
                  </a:cubicBezTo>
                  <a:cubicBezTo>
                    <a:pt x="59" y="194"/>
                    <a:pt x="86" y="202"/>
                    <a:pt x="111" y="202"/>
                  </a:cubicBezTo>
                  <a:cubicBezTo>
                    <a:pt x="142" y="202"/>
                    <a:pt x="172" y="190"/>
                    <a:pt x="190" y="162"/>
                  </a:cubicBezTo>
                  <a:cubicBezTo>
                    <a:pt x="206" y="146"/>
                    <a:pt x="206" y="129"/>
                    <a:pt x="206" y="92"/>
                  </a:cubicBezTo>
                  <a:cubicBezTo>
                    <a:pt x="206" y="59"/>
                    <a:pt x="190" y="43"/>
                    <a:pt x="173" y="26"/>
                  </a:cubicBezTo>
                  <a:cubicBezTo>
                    <a:pt x="151" y="9"/>
                    <a:pt x="124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31"/>
            <p:cNvSpPr/>
            <p:nvPr/>
          </p:nvSpPr>
          <p:spPr>
            <a:xfrm>
              <a:off x="4019250" y="30567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66" y="1"/>
                    <a:pt x="17" y="34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3" y="190"/>
                    <a:pt x="66" y="207"/>
                    <a:pt x="87" y="207"/>
                  </a:cubicBezTo>
                  <a:cubicBezTo>
                    <a:pt x="120" y="207"/>
                    <a:pt x="136" y="207"/>
                    <a:pt x="169" y="190"/>
                  </a:cubicBezTo>
                  <a:cubicBezTo>
                    <a:pt x="190" y="174"/>
                    <a:pt x="206" y="153"/>
                    <a:pt x="206" y="120"/>
                  </a:cubicBezTo>
                  <a:cubicBezTo>
                    <a:pt x="206" y="87"/>
                    <a:pt x="206" y="71"/>
                    <a:pt x="190" y="34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31"/>
            <p:cNvSpPr/>
            <p:nvPr/>
          </p:nvSpPr>
          <p:spPr>
            <a:xfrm>
              <a:off x="4046675" y="3030375"/>
              <a:ext cx="5675" cy="5075"/>
            </a:xfrm>
            <a:custGeom>
              <a:avLst/>
              <a:gdLst/>
              <a:ahLst/>
              <a:cxnLst/>
              <a:rect l="l" t="t" r="r" b="b"/>
              <a:pathLst>
                <a:path w="227" h="203" extrusionOk="0">
                  <a:moveTo>
                    <a:pt x="113" y="0"/>
                  </a:moveTo>
                  <a:cubicBezTo>
                    <a:pt x="85" y="0"/>
                    <a:pt x="55" y="12"/>
                    <a:pt x="37" y="40"/>
                  </a:cubicBezTo>
                  <a:cubicBezTo>
                    <a:pt x="21" y="56"/>
                    <a:pt x="0" y="93"/>
                    <a:pt x="21" y="110"/>
                  </a:cubicBezTo>
                  <a:lnTo>
                    <a:pt x="21" y="143"/>
                  </a:lnTo>
                  <a:cubicBezTo>
                    <a:pt x="21" y="159"/>
                    <a:pt x="37" y="176"/>
                    <a:pt x="54" y="176"/>
                  </a:cubicBezTo>
                  <a:cubicBezTo>
                    <a:pt x="65" y="190"/>
                    <a:pt x="86" y="203"/>
                    <a:pt x="104" y="203"/>
                  </a:cubicBezTo>
                  <a:cubicBezTo>
                    <a:pt x="111" y="203"/>
                    <a:pt x="118" y="201"/>
                    <a:pt x="124" y="196"/>
                  </a:cubicBezTo>
                  <a:cubicBezTo>
                    <a:pt x="157" y="196"/>
                    <a:pt x="173" y="196"/>
                    <a:pt x="190" y="159"/>
                  </a:cubicBezTo>
                  <a:cubicBezTo>
                    <a:pt x="206" y="143"/>
                    <a:pt x="227" y="110"/>
                    <a:pt x="227" y="93"/>
                  </a:cubicBezTo>
                  <a:cubicBezTo>
                    <a:pt x="227" y="56"/>
                    <a:pt x="206" y="40"/>
                    <a:pt x="173" y="23"/>
                  </a:cubicBezTo>
                  <a:cubicBezTo>
                    <a:pt x="158" y="8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31"/>
            <p:cNvSpPr/>
            <p:nvPr/>
          </p:nvSpPr>
          <p:spPr>
            <a:xfrm>
              <a:off x="4024400" y="30923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87" y="0"/>
                    <a:pt x="50" y="17"/>
                    <a:pt x="33" y="17"/>
                  </a:cubicBezTo>
                  <a:cubicBezTo>
                    <a:pt x="17" y="33"/>
                    <a:pt x="0" y="66"/>
                    <a:pt x="0" y="87"/>
                  </a:cubicBezTo>
                  <a:lnTo>
                    <a:pt x="0" y="136"/>
                  </a:lnTo>
                  <a:cubicBezTo>
                    <a:pt x="0" y="153"/>
                    <a:pt x="0" y="153"/>
                    <a:pt x="17" y="169"/>
                  </a:cubicBezTo>
                  <a:cubicBezTo>
                    <a:pt x="33" y="190"/>
                    <a:pt x="50" y="206"/>
                    <a:pt x="87" y="206"/>
                  </a:cubicBezTo>
                  <a:cubicBezTo>
                    <a:pt x="95" y="209"/>
                    <a:pt x="104" y="211"/>
                    <a:pt x="112" y="211"/>
                  </a:cubicBezTo>
                  <a:cubicBezTo>
                    <a:pt x="154" y="211"/>
                    <a:pt x="193" y="178"/>
                    <a:pt x="207" y="120"/>
                  </a:cubicBezTo>
                  <a:cubicBezTo>
                    <a:pt x="207" y="103"/>
                    <a:pt x="207" y="66"/>
                    <a:pt x="190" y="50"/>
                  </a:cubicBezTo>
                  <a:cubicBezTo>
                    <a:pt x="170" y="17"/>
                    <a:pt x="13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31"/>
            <p:cNvSpPr/>
            <p:nvPr/>
          </p:nvSpPr>
          <p:spPr>
            <a:xfrm>
              <a:off x="4055325" y="306742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1"/>
                  </a:moveTo>
                  <a:cubicBezTo>
                    <a:pt x="87" y="1"/>
                    <a:pt x="33" y="34"/>
                    <a:pt x="17" y="71"/>
                  </a:cubicBezTo>
                  <a:lnTo>
                    <a:pt x="17" y="104"/>
                  </a:lnTo>
                  <a:cubicBezTo>
                    <a:pt x="0" y="120"/>
                    <a:pt x="17" y="137"/>
                    <a:pt x="17" y="157"/>
                  </a:cubicBezTo>
                  <a:cubicBezTo>
                    <a:pt x="33" y="174"/>
                    <a:pt x="50" y="190"/>
                    <a:pt x="66" y="207"/>
                  </a:cubicBezTo>
                  <a:lnTo>
                    <a:pt x="103" y="207"/>
                  </a:lnTo>
                  <a:cubicBezTo>
                    <a:pt x="112" y="209"/>
                    <a:pt x="120" y="211"/>
                    <a:pt x="129" y="211"/>
                  </a:cubicBezTo>
                  <a:cubicBezTo>
                    <a:pt x="170" y="211"/>
                    <a:pt x="209" y="178"/>
                    <a:pt x="223" y="120"/>
                  </a:cubicBezTo>
                  <a:cubicBezTo>
                    <a:pt x="223" y="104"/>
                    <a:pt x="223" y="71"/>
                    <a:pt x="206" y="54"/>
                  </a:cubicBezTo>
                  <a:cubicBezTo>
                    <a:pt x="190" y="34"/>
                    <a:pt x="153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31"/>
            <p:cNvSpPr/>
            <p:nvPr/>
          </p:nvSpPr>
          <p:spPr>
            <a:xfrm>
              <a:off x="4056150" y="3132675"/>
              <a:ext cx="5175" cy="5400"/>
            </a:xfrm>
            <a:custGeom>
              <a:avLst/>
              <a:gdLst/>
              <a:ahLst/>
              <a:cxnLst/>
              <a:rect l="l" t="t" r="r" b="b"/>
              <a:pathLst>
                <a:path w="207" h="216" extrusionOk="0">
                  <a:moveTo>
                    <a:pt x="120" y="0"/>
                  </a:moveTo>
                  <a:cubicBezTo>
                    <a:pt x="70" y="0"/>
                    <a:pt x="0" y="37"/>
                    <a:pt x="0" y="87"/>
                  </a:cubicBezTo>
                  <a:lnTo>
                    <a:pt x="0" y="157"/>
                  </a:lnTo>
                  <a:lnTo>
                    <a:pt x="17" y="173"/>
                  </a:lnTo>
                  <a:cubicBezTo>
                    <a:pt x="33" y="190"/>
                    <a:pt x="54" y="206"/>
                    <a:pt x="87" y="206"/>
                  </a:cubicBezTo>
                  <a:cubicBezTo>
                    <a:pt x="97" y="213"/>
                    <a:pt x="105" y="215"/>
                    <a:pt x="113" y="215"/>
                  </a:cubicBezTo>
                  <a:cubicBezTo>
                    <a:pt x="132" y="215"/>
                    <a:pt x="147" y="202"/>
                    <a:pt x="173" y="190"/>
                  </a:cubicBezTo>
                  <a:cubicBezTo>
                    <a:pt x="190" y="173"/>
                    <a:pt x="206" y="157"/>
                    <a:pt x="206" y="124"/>
                  </a:cubicBezTo>
                  <a:cubicBezTo>
                    <a:pt x="206" y="103"/>
                    <a:pt x="206" y="70"/>
                    <a:pt x="190" y="54"/>
                  </a:cubicBezTo>
                  <a:cubicBezTo>
                    <a:pt x="173" y="37"/>
                    <a:pt x="157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31"/>
            <p:cNvSpPr/>
            <p:nvPr/>
          </p:nvSpPr>
          <p:spPr>
            <a:xfrm>
              <a:off x="4055725" y="30532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3" y="0"/>
                  </a:moveTo>
                  <a:cubicBezTo>
                    <a:pt x="91" y="0"/>
                    <a:pt x="57" y="16"/>
                    <a:pt x="34" y="37"/>
                  </a:cubicBezTo>
                  <a:cubicBezTo>
                    <a:pt x="17" y="53"/>
                    <a:pt x="1" y="86"/>
                    <a:pt x="1" y="123"/>
                  </a:cubicBezTo>
                  <a:cubicBezTo>
                    <a:pt x="1" y="123"/>
                    <a:pt x="1" y="140"/>
                    <a:pt x="17" y="140"/>
                  </a:cubicBezTo>
                  <a:cubicBezTo>
                    <a:pt x="17" y="156"/>
                    <a:pt x="34" y="173"/>
                    <a:pt x="50" y="189"/>
                  </a:cubicBezTo>
                  <a:cubicBezTo>
                    <a:pt x="65" y="204"/>
                    <a:pt x="84" y="210"/>
                    <a:pt x="104" y="210"/>
                  </a:cubicBezTo>
                  <a:cubicBezTo>
                    <a:pt x="135" y="210"/>
                    <a:pt x="168" y="195"/>
                    <a:pt x="190" y="173"/>
                  </a:cubicBezTo>
                  <a:cubicBezTo>
                    <a:pt x="207" y="140"/>
                    <a:pt x="223" y="123"/>
                    <a:pt x="207" y="86"/>
                  </a:cubicBezTo>
                  <a:cubicBezTo>
                    <a:pt x="207" y="70"/>
                    <a:pt x="190" y="37"/>
                    <a:pt x="174" y="20"/>
                  </a:cubicBezTo>
                  <a:cubicBezTo>
                    <a:pt x="160" y="6"/>
                    <a:pt x="142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31"/>
            <p:cNvSpPr/>
            <p:nvPr/>
          </p:nvSpPr>
          <p:spPr>
            <a:xfrm>
              <a:off x="4057900" y="3040275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6" y="1"/>
                  </a:moveTo>
                  <a:cubicBezTo>
                    <a:pt x="106" y="1"/>
                    <a:pt x="97" y="2"/>
                    <a:pt x="87" y="6"/>
                  </a:cubicBezTo>
                  <a:cubicBezTo>
                    <a:pt x="17" y="39"/>
                    <a:pt x="0" y="89"/>
                    <a:pt x="17" y="142"/>
                  </a:cubicBezTo>
                  <a:cubicBezTo>
                    <a:pt x="31" y="184"/>
                    <a:pt x="82" y="216"/>
                    <a:pt x="127" y="216"/>
                  </a:cubicBezTo>
                  <a:cubicBezTo>
                    <a:pt x="136" y="216"/>
                    <a:pt x="145" y="215"/>
                    <a:pt x="153" y="212"/>
                  </a:cubicBezTo>
                  <a:cubicBezTo>
                    <a:pt x="207" y="175"/>
                    <a:pt x="240" y="126"/>
                    <a:pt x="207" y="72"/>
                  </a:cubicBezTo>
                  <a:cubicBezTo>
                    <a:pt x="193" y="32"/>
                    <a:pt x="156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31"/>
            <p:cNvSpPr/>
            <p:nvPr/>
          </p:nvSpPr>
          <p:spPr>
            <a:xfrm>
              <a:off x="4058300" y="3118800"/>
              <a:ext cx="5200" cy="5100"/>
            </a:xfrm>
            <a:custGeom>
              <a:avLst/>
              <a:gdLst/>
              <a:ahLst/>
              <a:cxnLst/>
              <a:rect l="l" t="t" r="r" b="b"/>
              <a:pathLst>
                <a:path w="208" h="204" extrusionOk="0">
                  <a:moveTo>
                    <a:pt x="104" y="0"/>
                  </a:moveTo>
                  <a:cubicBezTo>
                    <a:pt x="75" y="0"/>
                    <a:pt x="47" y="13"/>
                    <a:pt x="17" y="40"/>
                  </a:cubicBezTo>
                  <a:cubicBezTo>
                    <a:pt x="1" y="61"/>
                    <a:pt x="1" y="94"/>
                    <a:pt x="1" y="110"/>
                  </a:cubicBezTo>
                  <a:cubicBezTo>
                    <a:pt x="1" y="127"/>
                    <a:pt x="1" y="127"/>
                    <a:pt x="17" y="143"/>
                  </a:cubicBezTo>
                  <a:cubicBezTo>
                    <a:pt x="17" y="164"/>
                    <a:pt x="34" y="180"/>
                    <a:pt x="34" y="180"/>
                  </a:cubicBezTo>
                  <a:cubicBezTo>
                    <a:pt x="60" y="192"/>
                    <a:pt x="76" y="203"/>
                    <a:pt x="95" y="203"/>
                  </a:cubicBezTo>
                  <a:cubicBezTo>
                    <a:pt x="103" y="203"/>
                    <a:pt x="111" y="201"/>
                    <a:pt x="120" y="197"/>
                  </a:cubicBezTo>
                  <a:cubicBezTo>
                    <a:pt x="137" y="197"/>
                    <a:pt x="174" y="197"/>
                    <a:pt x="191" y="164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61"/>
                    <a:pt x="191" y="40"/>
                    <a:pt x="174" y="23"/>
                  </a:cubicBezTo>
                  <a:cubicBezTo>
                    <a:pt x="150" y="9"/>
                    <a:pt x="127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31"/>
            <p:cNvSpPr/>
            <p:nvPr/>
          </p:nvSpPr>
          <p:spPr>
            <a:xfrm>
              <a:off x="4065225" y="30781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3" y="0"/>
                    <a:pt x="66" y="0"/>
                    <a:pt x="33" y="17"/>
                  </a:cubicBezTo>
                  <a:cubicBezTo>
                    <a:pt x="17" y="37"/>
                    <a:pt x="0" y="54"/>
                    <a:pt x="0" y="87"/>
                  </a:cubicBezTo>
                  <a:lnTo>
                    <a:pt x="0" y="140"/>
                  </a:lnTo>
                  <a:lnTo>
                    <a:pt x="17" y="157"/>
                  </a:lnTo>
                  <a:cubicBezTo>
                    <a:pt x="33" y="190"/>
                    <a:pt x="66" y="206"/>
                    <a:pt x="83" y="206"/>
                  </a:cubicBezTo>
                  <a:cubicBezTo>
                    <a:pt x="136" y="206"/>
                    <a:pt x="206" y="173"/>
                    <a:pt x="206" y="120"/>
                  </a:cubicBezTo>
                  <a:cubicBezTo>
                    <a:pt x="206" y="87"/>
                    <a:pt x="206" y="70"/>
                    <a:pt x="186" y="37"/>
                  </a:cubicBezTo>
                  <a:cubicBezTo>
                    <a:pt x="169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31"/>
            <p:cNvSpPr/>
            <p:nvPr/>
          </p:nvSpPr>
          <p:spPr>
            <a:xfrm>
              <a:off x="4048425" y="301655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24" y="1"/>
                  </a:moveTo>
                  <a:cubicBezTo>
                    <a:pt x="111" y="1"/>
                    <a:pt x="99" y="3"/>
                    <a:pt x="87" y="7"/>
                  </a:cubicBezTo>
                  <a:cubicBezTo>
                    <a:pt x="33" y="28"/>
                    <a:pt x="0" y="94"/>
                    <a:pt x="17" y="147"/>
                  </a:cubicBezTo>
                  <a:cubicBezTo>
                    <a:pt x="33" y="164"/>
                    <a:pt x="33" y="164"/>
                    <a:pt x="54" y="180"/>
                  </a:cubicBezTo>
                  <a:cubicBezTo>
                    <a:pt x="65" y="192"/>
                    <a:pt x="94" y="204"/>
                    <a:pt x="122" y="204"/>
                  </a:cubicBezTo>
                  <a:cubicBezTo>
                    <a:pt x="134" y="204"/>
                    <a:pt x="146" y="202"/>
                    <a:pt x="157" y="197"/>
                  </a:cubicBezTo>
                  <a:cubicBezTo>
                    <a:pt x="190" y="180"/>
                    <a:pt x="223" y="147"/>
                    <a:pt x="223" y="110"/>
                  </a:cubicBezTo>
                  <a:lnTo>
                    <a:pt x="223" y="61"/>
                  </a:lnTo>
                  <a:cubicBezTo>
                    <a:pt x="198" y="20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31"/>
            <p:cNvSpPr/>
            <p:nvPr/>
          </p:nvSpPr>
          <p:spPr>
            <a:xfrm>
              <a:off x="4061300" y="3091450"/>
              <a:ext cx="5600" cy="4900"/>
            </a:xfrm>
            <a:custGeom>
              <a:avLst/>
              <a:gdLst/>
              <a:ahLst/>
              <a:cxnLst/>
              <a:rect l="l" t="t" r="r" b="b"/>
              <a:pathLst>
                <a:path w="224" h="196" extrusionOk="0">
                  <a:moveTo>
                    <a:pt x="87" y="0"/>
                  </a:moveTo>
                  <a:cubicBezTo>
                    <a:pt x="17" y="21"/>
                    <a:pt x="0" y="87"/>
                    <a:pt x="17" y="140"/>
                  </a:cubicBezTo>
                  <a:cubicBezTo>
                    <a:pt x="29" y="177"/>
                    <a:pt x="72" y="196"/>
                    <a:pt x="115" y="196"/>
                  </a:cubicBezTo>
                  <a:cubicBezTo>
                    <a:pt x="129" y="196"/>
                    <a:pt x="144" y="194"/>
                    <a:pt x="157" y="190"/>
                  </a:cubicBezTo>
                  <a:cubicBezTo>
                    <a:pt x="174" y="190"/>
                    <a:pt x="190" y="173"/>
                    <a:pt x="190" y="173"/>
                  </a:cubicBezTo>
                  <a:cubicBezTo>
                    <a:pt x="223" y="140"/>
                    <a:pt x="223" y="103"/>
                    <a:pt x="223" y="70"/>
                  </a:cubicBezTo>
                  <a:cubicBezTo>
                    <a:pt x="207" y="21"/>
                    <a:pt x="174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31"/>
            <p:cNvSpPr/>
            <p:nvPr/>
          </p:nvSpPr>
          <p:spPr>
            <a:xfrm>
              <a:off x="4060475" y="31048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104" y="0"/>
                    <a:pt x="66" y="0"/>
                    <a:pt x="50" y="17"/>
                  </a:cubicBezTo>
                  <a:cubicBezTo>
                    <a:pt x="17" y="33"/>
                    <a:pt x="17" y="66"/>
                    <a:pt x="0" y="83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69"/>
                  </a:lnTo>
                  <a:cubicBezTo>
                    <a:pt x="33" y="186"/>
                    <a:pt x="66" y="206"/>
                    <a:pt x="87" y="206"/>
                  </a:cubicBezTo>
                  <a:cubicBezTo>
                    <a:pt x="95" y="208"/>
                    <a:pt x="104" y="209"/>
                    <a:pt x="111" y="209"/>
                  </a:cubicBezTo>
                  <a:cubicBezTo>
                    <a:pt x="166" y="209"/>
                    <a:pt x="207" y="163"/>
                    <a:pt x="207" y="120"/>
                  </a:cubicBezTo>
                  <a:cubicBezTo>
                    <a:pt x="223" y="83"/>
                    <a:pt x="207" y="66"/>
                    <a:pt x="190" y="50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31"/>
            <p:cNvSpPr/>
            <p:nvPr/>
          </p:nvSpPr>
          <p:spPr>
            <a:xfrm>
              <a:off x="4048000" y="310987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8" y="1"/>
                  </a:moveTo>
                  <a:cubicBezTo>
                    <a:pt x="55" y="1"/>
                    <a:pt x="15" y="46"/>
                    <a:pt x="1" y="88"/>
                  </a:cubicBezTo>
                  <a:lnTo>
                    <a:pt x="1" y="141"/>
                  </a:lnTo>
                  <a:cubicBezTo>
                    <a:pt x="17" y="174"/>
                    <a:pt x="50" y="191"/>
                    <a:pt x="87" y="211"/>
                  </a:cubicBezTo>
                  <a:cubicBezTo>
                    <a:pt x="153" y="211"/>
                    <a:pt x="207" y="174"/>
                    <a:pt x="207" y="125"/>
                  </a:cubicBezTo>
                  <a:cubicBezTo>
                    <a:pt x="207" y="88"/>
                    <a:pt x="207" y="71"/>
                    <a:pt x="190" y="38"/>
                  </a:cubicBezTo>
                  <a:cubicBezTo>
                    <a:pt x="174" y="22"/>
                    <a:pt x="153" y="5"/>
                    <a:pt x="120" y="5"/>
                  </a:cubicBezTo>
                  <a:cubicBezTo>
                    <a:pt x="113" y="2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12186;p31"/>
            <p:cNvSpPr/>
            <p:nvPr/>
          </p:nvSpPr>
          <p:spPr>
            <a:xfrm>
              <a:off x="4042850" y="299337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0" y="0"/>
                  </a:moveTo>
                  <a:cubicBezTo>
                    <a:pt x="96" y="0"/>
                    <a:pt x="83" y="2"/>
                    <a:pt x="71" y="6"/>
                  </a:cubicBezTo>
                  <a:cubicBezTo>
                    <a:pt x="17" y="27"/>
                    <a:pt x="0" y="93"/>
                    <a:pt x="17" y="147"/>
                  </a:cubicBezTo>
                  <a:cubicBezTo>
                    <a:pt x="29" y="184"/>
                    <a:pt x="72" y="202"/>
                    <a:pt x="113" y="202"/>
                  </a:cubicBezTo>
                  <a:cubicBezTo>
                    <a:pt x="127" y="202"/>
                    <a:pt x="141" y="200"/>
                    <a:pt x="153" y="196"/>
                  </a:cubicBezTo>
                  <a:cubicBezTo>
                    <a:pt x="207" y="180"/>
                    <a:pt x="223" y="109"/>
                    <a:pt x="207" y="60"/>
                  </a:cubicBezTo>
                  <a:cubicBezTo>
                    <a:pt x="194" y="20"/>
                    <a:pt x="151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31"/>
            <p:cNvSpPr/>
            <p:nvPr/>
          </p:nvSpPr>
          <p:spPr>
            <a:xfrm>
              <a:off x="4044600" y="30420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3" y="0"/>
                    <a:pt x="50" y="0"/>
                    <a:pt x="34" y="37"/>
                  </a:cubicBezTo>
                  <a:cubicBezTo>
                    <a:pt x="17" y="37"/>
                    <a:pt x="1" y="70"/>
                    <a:pt x="1" y="87"/>
                  </a:cubicBezTo>
                  <a:lnTo>
                    <a:pt x="1" y="140"/>
                  </a:lnTo>
                  <a:cubicBezTo>
                    <a:pt x="17" y="173"/>
                    <a:pt x="50" y="190"/>
                    <a:pt x="83" y="206"/>
                  </a:cubicBezTo>
                  <a:lnTo>
                    <a:pt x="104" y="206"/>
                  </a:lnTo>
                  <a:cubicBezTo>
                    <a:pt x="153" y="206"/>
                    <a:pt x="207" y="173"/>
                    <a:pt x="207" y="120"/>
                  </a:cubicBezTo>
                  <a:cubicBezTo>
                    <a:pt x="207" y="87"/>
                    <a:pt x="207" y="70"/>
                    <a:pt x="186" y="37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12188;p31"/>
            <p:cNvSpPr/>
            <p:nvPr/>
          </p:nvSpPr>
          <p:spPr>
            <a:xfrm>
              <a:off x="4058725" y="30260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7" y="0"/>
                  </a:moveTo>
                  <a:cubicBezTo>
                    <a:pt x="95" y="0"/>
                    <a:pt x="82" y="3"/>
                    <a:pt x="70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29" y="181"/>
                    <a:pt x="69" y="209"/>
                    <a:pt x="110" y="209"/>
                  </a:cubicBezTo>
                  <a:cubicBezTo>
                    <a:pt x="126" y="209"/>
                    <a:pt x="142" y="205"/>
                    <a:pt x="157" y="196"/>
                  </a:cubicBezTo>
                  <a:cubicBezTo>
                    <a:pt x="207" y="180"/>
                    <a:pt x="223" y="126"/>
                    <a:pt x="207" y="76"/>
                  </a:cubicBezTo>
                  <a:cubicBezTo>
                    <a:pt x="194" y="23"/>
                    <a:pt x="150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31"/>
            <p:cNvSpPr/>
            <p:nvPr/>
          </p:nvSpPr>
          <p:spPr>
            <a:xfrm>
              <a:off x="4050175" y="3094400"/>
              <a:ext cx="5575" cy="5150"/>
            </a:xfrm>
            <a:custGeom>
              <a:avLst/>
              <a:gdLst/>
              <a:ahLst/>
              <a:cxnLst/>
              <a:rect l="l" t="t" r="r" b="b"/>
              <a:pathLst>
                <a:path w="223" h="206" extrusionOk="0">
                  <a:moveTo>
                    <a:pt x="116" y="0"/>
                  </a:moveTo>
                  <a:cubicBezTo>
                    <a:pt x="106" y="0"/>
                    <a:pt x="96" y="2"/>
                    <a:pt x="87" y="6"/>
                  </a:cubicBezTo>
                  <a:cubicBezTo>
                    <a:pt x="17" y="22"/>
                    <a:pt x="0" y="88"/>
                    <a:pt x="17" y="142"/>
                  </a:cubicBezTo>
                  <a:cubicBezTo>
                    <a:pt x="17" y="158"/>
                    <a:pt x="33" y="175"/>
                    <a:pt x="50" y="175"/>
                  </a:cubicBezTo>
                  <a:cubicBezTo>
                    <a:pt x="59" y="196"/>
                    <a:pt x="81" y="205"/>
                    <a:pt x="104" y="205"/>
                  </a:cubicBezTo>
                  <a:cubicBezTo>
                    <a:pt x="121" y="205"/>
                    <a:pt x="139" y="200"/>
                    <a:pt x="153" y="191"/>
                  </a:cubicBezTo>
                  <a:cubicBezTo>
                    <a:pt x="190" y="191"/>
                    <a:pt x="223" y="158"/>
                    <a:pt x="223" y="109"/>
                  </a:cubicBezTo>
                  <a:lnTo>
                    <a:pt x="223" y="72"/>
                  </a:lnTo>
                  <a:cubicBezTo>
                    <a:pt x="196" y="32"/>
                    <a:pt x="156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12190;p31"/>
            <p:cNvSpPr/>
            <p:nvPr/>
          </p:nvSpPr>
          <p:spPr>
            <a:xfrm>
              <a:off x="4063475" y="2997825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21" y="0"/>
                  </a:moveTo>
                  <a:cubicBezTo>
                    <a:pt x="90" y="0"/>
                    <a:pt x="56" y="14"/>
                    <a:pt x="33" y="35"/>
                  </a:cubicBezTo>
                  <a:cubicBezTo>
                    <a:pt x="17" y="72"/>
                    <a:pt x="0" y="88"/>
                    <a:pt x="0" y="121"/>
                  </a:cubicBezTo>
                  <a:lnTo>
                    <a:pt x="17" y="138"/>
                  </a:lnTo>
                  <a:cubicBezTo>
                    <a:pt x="17" y="158"/>
                    <a:pt x="33" y="175"/>
                    <a:pt x="50" y="191"/>
                  </a:cubicBezTo>
                  <a:cubicBezTo>
                    <a:pt x="64" y="204"/>
                    <a:pt x="82" y="209"/>
                    <a:pt x="101" y="209"/>
                  </a:cubicBezTo>
                  <a:cubicBezTo>
                    <a:pt x="133" y="209"/>
                    <a:pt x="167" y="195"/>
                    <a:pt x="190" y="175"/>
                  </a:cubicBezTo>
                  <a:cubicBezTo>
                    <a:pt x="223" y="121"/>
                    <a:pt x="223" y="72"/>
                    <a:pt x="173" y="18"/>
                  </a:cubicBezTo>
                  <a:cubicBezTo>
                    <a:pt x="159" y="5"/>
                    <a:pt x="141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12191;p31"/>
            <p:cNvSpPr/>
            <p:nvPr/>
          </p:nvSpPr>
          <p:spPr>
            <a:xfrm>
              <a:off x="4051400" y="3082025"/>
              <a:ext cx="5600" cy="5225"/>
            </a:xfrm>
            <a:custGeom>
              <a:avLst/>
              <a:gdLst/>
              <a:ahLst/>
              <a:cxnLst/>
              <a:rect l="l" t="t" r="r" b="b"/>
              <a:pathLst>
                <a:path w="224" h="209" extrusionOk="0">
                  <a:moveTo>
                    <a:pt x="124" y="1"/>
                  </a:moveTo>
                  <a:cubicBezTo>
                    <a:pt x="93" y="1"/>
                    <a:pt x="58" y="15"/>
                    <a:pt x="38" y="35"/>
                  </a:cubicBezTo>
                  <a:cubicBezTo>
                    <a:pt x="17" y="68"/>
                    <a:pt x="1" y="89"/>
                    <a:pt x="1" y="122"/>
                  </a:cubicBezTo>
                  <a:lnTo>
                    <a:pt x="17" y="138"/>
                  </a:lnTo>
                  <a:cubicBezTo>
                    <a:pt x="17" y="155"/>
                    <a:pt x="38" y="171"/>
                    <a:pt x="54" y="192"/>
                  </a:cubicBezTo>
                  <a:cubicBezTo>
                    <a:pt x="71" y="208"/>
                    <a:pt x="87" y="208"/>
                    <a:pt x="120" y="208"/>
                  </a:cubicBezTo>
                  <a:cubicBezTo>
                    <a:pt x="157" y="208"/>
                    <a:pt x="174" y="192"/>
                    <a:pt x="190" y="171"/>
                  </a:cubicBezTo>
                  <a:cubicBezTo>
                    <a:pt x="207" y="155"/>
                    <a:pt x="223" y="122"/>
                    <a:pt x="207" y="89"/>
                  </a:cubicBezTo>
                  <a:cubicBezTo>
                    <a:pt x="207" y="68"/>
                    <a:pt x="207" y="35"/>
                    <a:pt x="174" y="18"/>
                  </a:cubicBezTo>
                  <a:cubicBezTo>
                    <a:pt x="161" y="6"/>
                    <a:pt x="143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12192;p31"/>
            <p:cNvSpPr/>
            <p:nvPr/>
          </p:nvSpPr>
          <p:spPr>
            <a:xfrm>
              <a:off x="4062650" y="301465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83" y="1"/>
                  </a:moveTo>
                  <a:cubicBezTo>
                    <a:pt x="50" y="17"/>
                    <a:pt x="33" y="34"/>
                    <a:pt x="33" y="50"/>
                  </a:cubicBezTo>
                  <a:cubicBezTo>
                    <a:pt x="17" y="67"/>
                    <a:pt x="0" y="104"/>
                    <a:pt x="17" y="137"/>
                  </a:cubicBezTo>
                  <a:cubicBezTo>
                    <a:pt x="28" y="172"/>
                    <a:pt x="68" y="201"/>
                    <a:pt x="107" y="201"/>
                  </a:cubicBezTo>
                  <a:cubicBezTo>
                    <a:pt x="123" y="201"/>
                    <a:pt x="139" y="197"/>
                    <a:pt x="153" y="186"/>
                  </a:cubicBezTo>
                  <a:cubicBezTo>
                    <a:pt x="206" y="170"/>
                    <a:pt x="239" y="120"/>
                    <a:pt x="206" y="67"/>
                  </a:cubicBezTo>
                  <a:cubicBezTo>
                    <a:pt x="206" y="34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31"/>
            <p:cNvSpPr/>
            <p:nvPr/>
          </p:nvSpPr>
          <p:spPr>
            <a:xfrm>
              <a:off x="4352075" y="308512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14" y="1"/>
                  </a:moveTo>
                  <a:cubicBezTo>
                    <a:pt x="99" y="1"/>
                    <a:pt x="84" y="5"/>
                    <a:pt x="70" y="14"/>
                  </a:cubicBezTo>
                  <a:cubicBezTo>
                    <a:pt x="17" y="31"/>
                    <a:pt x="0" y="84"/>
                    <a:pt x="17" y="134"/>
                  </a:cubicBezTo>
                  <a:cubicBezTo>
                    <a:pt x="30" y="178"/>
                    <a:pt x="80" y="208"/>
                    <a:pt x="125" y="208"/>
                  </a:cubicBezTo>
                  <a:cubicBezTo>
                    <a:pt x="135" y="208"/>
                    <a:pt x="144" y="207"/>
                    <a:pt x="153" y="204"/>
                  </a:cubicBezTo>
                  <a:cubicBezTo>
                    <a:pt x="206" y="187"/>
                    <a:pt x="223" y="117"/>
                    <a:pt x="206" y="68"/>
                  </a:cubicBezTo>
                  <a:cubicBezTo>
                    <a:pt x="194" y="29"/>
                    <a:pt x="154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31"/>
            <p:cNvSpPr/>
            <p:nvPr/>
          </p:nvSpPr>
          <p:spPr>
            <a:xfrm>
              <a:off x="4231775" y="30489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54" y="17"/>
                    <a:pt x="38" y="34"/>
                  </a:cubicBezTo>
                  <a:cubicBezTo>
                    <a:pt x="17" y="50"/>
                    <a:pt x="1" y="71"/>
                    <a:pt x="1" y="87"/>
                  </a:cubicBezTo>
                  <a:lnTo>
                    <a:pt x="1" y="153"/>
                  </a:lnTo>
                  <a:cubicBezTo>
                    <a:pt x="17" y="174"/>
                    <a:pt x="54" y="207"/>
                    <a:pt x="87" y="207"/>
                  </a:cubicBezTo>
                  <a:lnTo>
                    <a:pt x="104" y="207"/>
                  </a:lnTo>
                  <a:cubicBezTo>
                    <a:pt x="157" y="207"/>
                    <a:pt x="190" y="174"/>
                    <a:pt x="207" y="120"/>
                  </a:cubicBezTo>
                  <a:cubicBezTo>
                    <a:pt x="207" y="104"/>
                    <a:pt x="207" y="71"/>
                    <a:pt x="190" y="50"/>
                  </a:cubicBezTo>
                  <a:cubicBezTo>
                    <a:pt x="174" y="34"/>
                    <a:pt x="141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31"/>
            <p:cNvSpPr/>
            <p:nvPr/>
          </p:nvSpPr>
          <p:spPr>
            <a:xfrm>
              <a:off x="4243025" y="3060375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4" y="1"/>
                  </a:moveTo>
                  <a:cubicBezTo>
                    <a:pt x="64" y="1"/>
                    <a:pt x="35" y="14"/>
                    <a:pt x="17" y="43"/>
                  </a:cubicBezTo>
                  <a:cubicBezTo>
                    <a:pt x="0" y="60"/>
                    <a:pt x="0" y="93"/>
                    <a:pt x="0" y="109"/>
                  </a:cubicBezTo>
                  <a:lnTo>
                    <a:pt x="0" y="146"/>
                  </a:lnTo>
                  <a:cubicBezTo>
                    <a:pt x="17" y="163"/>
                    <a:pt x="17" y="179"/>
                    <a:pt x="33" y="179"/>
                  </a:cubicBezTo>
                  <a:cubicBezTo>
                    <a:pt x="55" y="194"/>
                    <a:pt x="82" y="202"/>
                    <a:pt x="107" y="202"/>
                  </a:cubicBezTo>
                  <a:cubicBezTo>
                    <a:pt x="138" y="202"/>
                    <a:pt x="168" y="190"/>
                    <a:pt x="186" y="163"/>
                  </a:cubicBezTo>
                  <a:cubicBezTo>
                    <a:pt x="206" y="146"/>
                    <a:pt x="206" y="109"/>
                    <a:pt x="206" y="93"/>
                  </a:cubicBezTo>
                  <a:cubicBezTo>
                    <a:pt x="206" y="60"/>
                    <a:pt x="186" y="43"/>
                    <a:pt x="169" y="27"/>
                  </a:cubicBezTo>
                  <a:cubicBezTo>
                    <a:pt x="147" y="10"/>
                    <a:pt x="120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31"/>
            <p:cNvSpPr/>
            <p:nvPr/>
          </p:nvSpPr>
          <p:spPr>
            <a:xfrm>
              <a:off x="4235700" y="30235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6" y="0"/>
                  </a:moveTo>
                  <a:cubicBezTo>
                    <a:pt x="86" y="0"/>
                    <a:pt x="76" y="1"/>
                    <a:pt x="66" y="4"/>
                  </a:cubicBezTo>
                  <a:cubicBezTo>
                    <a:pt x="17" y="37"/>
                    <a:pt x="0" y="91"/>
                    <a:pt x="17" y="140"/>
                  </a:cubicBezTo>
                  <a:cubicBezTo>
                    <a:pt x="17" y="161"/>
                    <a:pt x="33" y="177"/>
                    <a:pt x="33" y="177"/>
                  </a:cubicBezTo>
                  <a:cubicBezTo>
                    <a:pt x="66" y="210"/>
                    <a:pt x="120" y="210"/>
                    <a:pt x="153" y="210"/>
                  </a:cubicBezTo>
                  <a:cubicBezTo>
                    <a:pt x="190" y="194"/>
                    <a:pt x="207" y="161"/>
                    <a:pt x="223" y="124"/>
                  </a:cubicBezTo>
                  <a:cubicBezTo>
                    <a:pt x="223" y="107"/>
                    <a:pt x="223" y="91"/>
                    <a:pt x="207" y="74"/>
                  </a:cubicBezTo>
                  <a:cubicBezTo>
                    <a:pt x="193" y="30"/>
                    <a:pt x="143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31"/>
            <p:cNvSpPr/>
            <p:nvPr/>
          </p:nvSpPr>
          <p:spPr>
            <a:xfrm>
              <a:off x="4240450" y="2992775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26" y="1"/>
                  </a:moveTo>
                  <a:cubicBezTo>
                    <a:pt x="112" y="1"/>
                    <a:pt x="97" y="5"/>
                    <a:pt x="83" y="14"/>
                  </a:cubicBezTo>
                  <a:cubicBezTo>
                    <a:pt x="33" y="30"/>
                    <a:pt x="0" y="84"/>
                    <a:pt x="17" y="133"/>
                  </a:cubicBezTo>
                  <a:cubicBezTo>
                    <a:pt x="30" y="178"/>
                    <a:pt x="80" y="208"/>
                    <a:pt x="125" y="208"/>
                  </a:cubicBezTo>
                  <a:cubicBezTo>
                    <a:pt x="135" y="208"/>
                    <a:pt x="144" y="206"/>
                    <a:pt x="153" y="204"/>
                  </a:cubicBezTo>
                  <a:cubicBezTo>
                    <a:pt x="206" y="187"/>
                    <a:pt x="239" y="117"/>
                    <a:pt x="223" y="68"/>
                  </a:cubicBezTo>
                  <a:cubicBezTo>
                    <a:pt x="196" y="29"/>
                    <a:pt x="163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31"/>
            <p:cNvSpPr/>
            <p:nvPr/>
          </p:nvSpPr>
          <p:spPr>
            <a:xfrm>
              <a:off x="4239500" y="3011550"/>
              <a:ext cx="5200" cy="5300"/>
            </a:xfrm>
            <a:custGeom>
              <a:avLst/>
              <a:gdLst/>
              <a:ahLst/>
              <a:cxnLst/>
              <a:rect l="l" t="t" r="r" b="b"/>
              <a:pathLst>
                <a:path w="208" h="212" extrusionOk="0">
                  <a:moveTo>
                    <a:pt x="121" y="1"/>
                  </a:moveTo>
                  <a:cubicBezTo>
                    <a:pt x="71" y="1"/>
                    <a:pt x="17" y="38"/>
                    <a:pt x="1" y="88"/>
                  </a:cubicBezTo>
                  <a:lnTo>
                    <a:pt x="1" y="141"/>
                  </a:lnTo>
                  <a:cubicBezTo>
                    <a:pt x="17" y="158"/>
                    <a:pt x="17" y="158"/>
                    <a:pt x="17" y="174"/>
                  </a:cubicBezTo>
                  <a:cubicBezTo>
                    <a:pt x="38" y="191"/>
                    <a:pt x="71" y="207"/>
                    <a:pt x="88" y="207"/>
                  </a:cubicBezTo>
                  <a:cubicBezTo>
                    <a:pt x="98" y="210"/>
                    <a:pt x="108" y="212"/>
                    <a:pt x="118" y="212"/>
                  </a:cubicBezTo>
                  <a:cubicBezTo>
                    <a:pt x="171" y="212"/>
                    <a:pt x="207" y="167"/>
                    <a:pt x="207" y="125"/>
                  </a:cubicBezTo>
                  <a:cubicBezTo>
                    <a:pt x="207" y="104"/>
                    <a:pt x="207" y="71"/>
                    <a:pt x="191" y="55"/>
                  </a:cubicBezTo>
                  <a:cubicBezTo>
                    <a:pt x="174" y="22"/>
                    <a:pt x="158" y="22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31"/>
            <p:cNvSpPr/>
            <p:nvPr/>
          </p:nvSpPr>
          <p:spPr>
            <a:xfrm>
              <a:off x="4229200" y="29862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0" y="0"/>
                  </a:moveTo>
                  <a:cubicBezTo>
                    <a:pt x="56" y="0"/>
                    <a:pt x="17" y="45"/>
                    <a:pt x="17" y="87"/>
                  </a:cubicBezTo>
                  <a:cubicBezTo>
                    <a:pt x="1" y="108"/>
                    <a:pt x="17" y="124"/>
                    <a:pt x="17" y="141"/>
                  </a:cubicBezTo>
                  <a:cubicBezTo>
                    <a:pt x="17" y="141"/>
                    <a:pt x="17" y="157"/>
                    <a:pt x="38" y="157"/>
                  </a:cubicBezTo>
                  <a:cubicBezTo>
                    <a:pt x="54" y="190"/>
                    <a:pt x="71" y="190"/>
                    <a:pt x="104" y="211"/>
                  </a:cubicBezTo>
                  <a:cubicBezTo>
                    <a:pt x="157" y="211"/>
                    <a:pt x="207" y="174"/>
                    <a:pt x="223" y="124"/>
                  </a:cubicBezTo>
                  <a:cubicBezTo>
                    <a:pt x="223" y="87"/>
                    <a:pt x="223" y="71"/>
                    <a:pt x="207" y="38"/>
                  </a:cubicBezTo>
                  <a:cubicBezTo>
                    <a:pt x="190" y="21"/>
                    <a:pt x="157" y="5"/>
                    <a:pt x="141" y="5"/>
                  </a:cubicBezTo>
                  <a:cubicBezTo>
                    <a:pt x="130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31"/>
            <p:cNvSpPr/>
            <p:nvPr/>
          </p:nvSpPr>
          <p:spPr>
            <a:xfrm>
              <a:off x="4230550" y="29723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0"/>
                  </a:moveTo>
                  <a:cubicBezTo>
                    <a:pt x="112" y="0"/>
                    <a:pt x="99" y="2"/>
                    <a:pt x="87" y="6"/>
                  </a:cubicBezTo>
                  <a:cubicBezTo>
                    <a:pt x="33" y="23"/>
                    <a:pt x="0" y="93"/>
                    <a:pt x="17" y="147"/>
                  </a:cubicBezTo>
                  <a:cubicBezTo>
                    <a:pt x="42" y="184"/>
                    <a:pt x="78" y="202"/>
                    <a:pt x="115" y="202"/>
                  </a:cubicBezTo>
                  <a:cubicBezTo>
                    <a:pt x="128" y="202"/>
                    <a:pt x="140" y="200"/>
                    <a:pt x="153" y="196"/>
                  </a:cubicBezTo>
                  <a:cubicBezTo>
                    <a:pt x="223" y="180"/>
                    <a:pt x="239" y="109"/>
                    <a:pt x="223" y="60"/>
                  </a:cubicBezTo>
                  <a:cubicBezTo>
                    <a:pt x="210" y="20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31"/>
            <p:cNvSpPr/>
            <p:nvPr/>
          </p:nvSpPr>
          <p:spPr>
            <a:xfrm>
              <a:off x="4229625" y="3000325"/>
              <a:ext cx="6100" cy="5400"/>
            </a:xfrm>
            <a:custGeom>
              <a:avLst/>
              <a:gdLst/>
              <a:ahLst/>
              <a:cxnLst/>
              <a:rect l="l" t="t" r="r" b="b"/>
              <a:pathLst>
                <a:path w="244" h="216" extrusionOk="0">
                  <a:moveTo>
                    <a:pt x="116" y="0"/>
                  </a:moveTo>
                  <a:cubicBezTo>
                    <a:pt x="106" y="0"/>
                    <a:pt x="96" y="2"/>
                    <a:pt x="87" y="5"/>
                  </a:cubicBezTo>
                  <a:cubicBezTo>
                    <a:pt x="37" y="38"/>
                    <a:pt x="0" y="91"/>
                    <a:pt x="37" y="141"/>
                  </a:cubicBezTo>
                  <a:cubicBezTo>
                    <a:pt x="51" y="185"/>
                    <a:pt x="87" y="215"/>
                    <a:pt x="129" y="215"/>
                  </a:cubicBezTo>
                  <a:cubicBezTo>
                    <a:pt x="138" y="215"/>
                    <a:pt x="147" y="214"/>
                    <a:pt x="157" y="211"/>
                  </a:cubicBezTo>
                  <a:cubicBezTo>
                    <a:pt x="227" y="194"/>
                    <a:pt x="243" y="124"/>
                    <a:pt x="227" y="75"/>
                  </a:cubicBezTo>
                  <a:cubicBezTo>
                    <a:pt x="210" y="31"/>
                    <a:pt x="162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31"/>
            <p:cNvSpPr/>
            <p:nvPr/>
          </p:nvSpPr>
          <p:spPr>
            <a:xfrm>
              <a:off x="4270025" y="30475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6" y="1"/>
                  </a:moveTo>
                  <a:cubicBezTo>
                    <a:pt x="41" y="1"/>
                    <a:pt x="0" y="47"/>
                    <a:pt x="0" y="91"/>
                  </a:cubicBezTo>
                  <a:lnTo>
                    <a:pt x="0" y="144"/>
                  </a:lnTo>
                  <a:lnTo>
                    <a:pt x="17" y="161"/>
                  </a:lnTo>
                  <a:cubicBezTo>
                    <a:pt x="33" y="194"/>
                    <a:pt x="54" y="194"/>
                    <a:pt x="87" y="210"/>
                  </a:cubicBezTo>
                  <a:cubicBezTo>
                    <a:pt x="136" y="210"/>
                    <a:pt x="190" y="177"/>
                    <a:pt x="206" y="128"/>
                  </a:cubicBezTo>
                  <a:cubicBezTo>
                    <a:pt x="206" y="91"/>
                    <a:pt x="206" y="58"/>
                    <a:pt x="190" y="41"/>
                  </a:cubicBezTo>
                  <a:cubicBezTo>
                    <a:pt x="174" y="25"/>
                    <a:pt x="136" y="4"/>
                    <a:pt x="120" y="4"/>
                  </a:cubicBezTo>
                  <a:cubicBezTo>
                    <a:pt x="112" y="2"/>
                    <a:pt x="103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31"/>
            <p:cNvSpPr/>
            <p:nvPr/>
          </p:nvSpPr>
          <p:spPr>
            <a:xfrm>
              <a:off x="4244675" y="304747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8"/>
                    <a:pt x="0" y="94"/>
                    <a:pt x="37" y="147"/>
                  </a:cubicBezTo>
                  <a:cubicBezTo>
                    <a:pt x="50" y="184"/>
                    <a:pt x="81" y="203"/>
                    <a:pt x="125" y="203"/>
                  </a:cubicBezTo>
                  <a:cubicBezTo>
                    <a:pt x="140" y="203"/>
                    <a:pt x="156" y="201"/>
                    <a:pt x="173" y="197"/>
                  </a:cubicBezTo>
                  <a:cubicBezTo>
                    <a:pt x="223" y="180"/>
                    <a:pt x="243" y="110"/>
                    <a:pt x="223" y="61"/>
                  </a:cubicBezTo>
                  <a:cubicBezTo>
                    <a:pt x="210" y="20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31"/>
            <p:cNvSpPr/>
            <p:nvPr/>
          </p:nvSpPr>
          <p:spPr>
            <a:xfrm>
              <a:off x="4276000" y="3021050"/>
              <a:ext cx="5700" cy="5325"/>
            </a:xfrm>
            <a:custGeom>
              <a:avLst/>
              <a:gdLst/>
              <a:ahLst/>
              <a:cxnLst/>
              <a:rect l="l" t="t" r="r" b="b"/>
              <a:pathLst>
                <a:path w="228" h="213" extrusionOk="0">
                  <a:moveTo>
                    <a:pt x="104" y="0"/>
                  </a:moveTo>
                  <a:cubicBezTo>
                    <a:pt x="71" y="17"/>
                    <a:pt x="54" y="17"/>
                    <a:pt x="38" y="54"/>
                  </a:cubicBezTo>
                  <a:cubicBezTo>
                    <a:pt x="21" y="70"/>
                    <a:pt x="0" y="103"/>
                    <a:pt x="0" y="120"/>
                  </a:cubicBezTo>
                  <a:cubicBezTo>
                    <a:pt x="0" y="136"/>
                    <a:pt x="0" y="136"/>
                    <a:pt x="21" y="157"/>
                  </a:cubicBezTo>
                  <a:cubicBezTo>
                    <a:pt x="21" y="173"/>
                    <a:pt x="38" y="173"/>
                    <a:pt x="54" y="190"/>
                  </a:cubicBezTo>
                  <a:cubicBezTo>
                    <a:pt x="69" y="205"/>
                    <a:pt x="91" y="213"/>
                    <a:pt x="114" y="213"/>
                  </a:cubicBezTo>
                  <a:cubicBezTo>
                    <a:pt x="143" y="213"/>
                    <a:pt x="172" y="201"/>
                    <a:pt x="190" y="173"/>
                  </a:cubicBezTo>
                  <a:cubicBezTo>
                    <a:pt x="207" y="157"/>
                    <a:pt x="227" y="120"/>
                    <a:pt x="207" y="103"/>
                  </a:cubicBezTo>
                  <a:cubicBezTo>
                    <a:pt x="207" y="70"/>
                    <a:pt x="190" y="54"/>
                    <a:pt x="174" y="33"/>
                  </a:cubicBezTo>
                  <a:cubicBezTo>
                    <a:pt x="157" y="17"/>
                    <a:pt x="12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31"/>
            <p:cNvSpPr/>
            <p:nvPr/>
          </p:nvSpPr>
          <p:spPr>
            <a:xfrm>
              <a:off x="4264450" y="3001775"/>
              <a:ext cx="3850" cy="4250"/>
            </a:xfrm>
            <a:custGeom>
              <a:avLst/>
              <a:gdLst/>
              <a:ahLst/>
              <a:cxnLst/>
              <a:rect l="l" t="t" r="r" b="b"/>
              <a:pathLst>
                <a:path w="154" h="170" extrusionOk="0">
                  <a:moveTo>
                    <a:pt x="17" y="0"/>
                  </a:moveTo>
                  <a:cubicBezTo>
                    <a:pt x="17" y="17"/>
                    <a:pt x="1" y="33"/>
                    <a:pt x="1" y="50"/>
                  </a:cubicBezTo>
                  <a:cubicBezTo>
                    <a:pt x="1" y="66"/>
                    <a:pt x="1" y="83"/>
                    <a:pt x="17" y="103"/>
                  </a:cubicBezTo>
                  <a:lnTo>
                    <a:pt x="17" y="120"/>
                  </a:lnTo>
                  <a:cubicBezTo>
                    <a:pt x="34" y="153"/>
                    <a:pt x="71" y="169"/>
                    <a:pt x="87" y="169"/>
                  </a:cubicBezTo>
                  <a:cubicBezTo>
                    <a:pt x="120" y="169"/>
                    <a:pt x="137" y="169"/>
                    <a:pt x="153" y="153"/>
                  </a:cubicBezTo>
                  <a:cubicBezTo>
                    <a:pt x="104" y="103"/>
                    <a:pt x="71" y="50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31"/>
            <p:cNvSpPr/>
            <p:nvPr/>
          </p:nvSpPr>
          <p:spPr>
            <a:xfrm>
              <a:off x="4273950" y="3034675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0" y="1"/>
                  </a:moveTo>
                  <a:cubicBezTo>
                    <a:pt x="54" y="1"/>
                    <a:pt x="14" y="47"/>
                    <a:pt x="0" y="90"/>
                  </a:cubicBezTo>
                  <a:cubicBezTo>
                    <a:pt x="0" y="107"/>
                    <a:pt x="0" y="127"/>
                    <a:pt x="17" y="144"/>
                  </a:cubicBezTo>
                  <a:lnTo>
                    <a:pt x="17" y="160"/>
                  </a:lnTo>
                  <a:cubicBezTo>
                    <a:pt x="33" y="193"/>
                    <a:pt x="66" y="193"/>
                    <a:pt x="82" y="210"/>
                  </a:cubicBezTo>
                  <a:cubicBezTo>
                    <a:pt x="120" y="210"/>
                    <a:pt x="153" y="210"/>
                    <a:pt x="169" y="193"/>
                  </a:cubicBezTo>
                  <a:cubicBezTo>
                    <a:pt x="186" y="177"/>
                    <a:pt x="206" y="144"/>
                    <a:pt x="206" y="127"/>
                  </a:cubicBezTo>
                  <a:cubicBezTo>
                    <a:pt x="223" y="57"/>
                    <a:pt x="186" y="4"/>
                    <a:pt x="120" y="4"/>
                  </a:cubicBezTo>
                  <a:cubicBezTo>
                    <a:pt x="113" y="2"/>
                    <a:pt x="106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31"/>
            <p:cNvSpPr/>
            <p:nvPr/>
          </p:nvSpPr>
          <p:spPr>
            <a:xfrm>
              <a:off x="4253725" y="2991450"/>
              <a:ext cx="5200" cy="4825"/>
            </a:xfrm>
            <a:custGeom>
              <a:avLst/>
              <a:gdLst/>
              <a:ahLst/>
              <a:cxnLst/>
              <a:rect l="l" t="t" r="r" b="b"/>
              <a:pathLst>
                <a:path w="208" h="193" extrusionOk="0">
                  <a:moveTo>
                    <a:pt x="88" y="1"/>
                  </a:moveTo>
                  <a:cubicBezTo>
                    <a:pt x="34" y="1"/>
                    <a:pt x="1" y="34"/>
                    <a:pt x="1" y="83"/>
                  </a:cubicBezTo>
                  <a:lnTo>
                    <a:pt x="1" y="137"/>
                  </a:lnTo>
                  <a:lnTo>
                    <a:pt x="17" y="154"/>
                  </a:lnTo>
                  <a:cubicBezTo>
                    <a:pt x="34" y="170"/>
                    <a:pt x="50" y="186"/>
                    <a:pt x="88" y="186"/>
                  </a:cubicBezTo>
                  <a:cubicBezTo>
                    <a:pt x="97" y="190"/>
                    <a:pt x="107" y="192"/>
                    <a:pt x="116" y="192"/>
                  </a:cubicBezTo>
                  <a:cubicBezTo>
                    <a:pt x="156" y="192"/>
                    <a:pt x="194" y="160"/>
                    <a:pt x="207" y="121"/>
                  </a:cubicBezTo>
                  <a:cubicBezTo>
                    <a:pt x="153" y="83"/>
                    <a:pt x="120" y="34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31"/>
            <p:cNvSpPr/>
            <p:nvPr/>
          </p:nvSpPr>
          <p:spPr>
            <a:xfrm>
              <a:off x="4225400" y="3017025"/>
              <a:ext cx="5175" cy="5375"/>
            </a:xfrm>
            <a:custGeom>
              <a:avLst/>
              <a:gdLst/>
              <a:ahLst/>
              <a:cxnLst/>
              <a:rect l="l" t="t" r="r" b="b"/>
              <a:pathLst>
                <a:path w="207" h="215" extrusionOk="0">
                  <a:moveTo>
                    <a:pt x="93" y="0"/>
                  </a:moveTo>
                  <a:cubicBezTo>
                    <a:pt x="73" y="0"/>
                    <a:pt x="56" y="14"/>
                    <a:pt x="33" y="25"/>
                  </a:cubicBezTo>
                  <a:cubicBezTo>
                    <a:pt x="17" y="42"/>
                    <a:pt x="0" y="58"/>
                    <a:pt x="0" y="91"/>
                  </a:cubicBezTo>
                  <a:lnTo>
                    <a:pt x="0" y="145"/>
                  </a:lnTo>
                  <a:cubicBezTo>
                    <a:pt x="17" y="145"/>
                    <a:pt x="17" y="161"/>
                    <a:pt x="17" y="161"/>
                  </a:cubicBezTo>
                  <a:cubicBezTo>
                    <a:pt x="33" y="178"/>
                    <a:pt x="66" y="194"/>
                    <a:pt x="87" y="215"/>
                  </a:cubicBezTo>
                  <a:cubicBezTo>
                    <a:pt x="136" y="215"/>
                    <a:pt x="206" y="178"/>
                    <a:pt x="206" y="128"/>
                  </a:cubicBezTo>
                  <a:cubicBezTo>
                    <a:pt x="206" y="91"/>
                    <a:pt x="206" y="58"/>
                    <a:pt x="190" y="42"/>
                  </a:cubicBezTo>
                  <a:cubicBezTo>
                    <a:pt x="169" y="25"/>
                    <a:pt x="153" y="9"/>
                    <a:pt x="120" y="9"/>
                  </a:cubicBezTo>
                  <a:cubicBezTo>
                    <a:pt x="110" y="3"/>
                    <a:pt x="101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31"/>
            <p:cNvSpPr/>
            <p:nvPr/>
          </p:nvSpPr>
          <p:spPr>
            <a:xfrm>
              <a:off x="4245600" y="3033175"/>
              <a:ext cx="6000" cy="5250"/>
            </a:xfrm>
            <a:custGeom>
              <a:avLst/>
              <a:gdLst/>
              <a:ahLst/>
              <a:cxnLst/>
              <a:rect l="l" t="t" r="r" b="b"/>
              <a:pathLst>
                <a:path w="240" h="210" extrusionOk="0">
                  <a:moveTo>
                    <a:pt x="130" y="1"/>
                  </a:moveTo>
                  <a:cubicBezTo>
                    <a:pt x="114" y="1"/>
                    <a:pt x="98" y="5"/>
                    <a:pt x="83" y="14"/>
                  </a:cubicBezTo>
                  <a:cubicBezTo>
                    <a:pt x="33" y="31"/>
                    <a:pt x="0" y="84"/>
                    <a:pt x="17" y="134"/>
                  </a:cubicBezTo>
                  <a:cubicBezTo>
                    <a:pt x="42" y="187"/>
                    <a:pt x="79" y="210"/>
                    <a:pt x="118" y="210"/>
                  </a:cubicBezTo>
                  <a:cubicBezTo>
                    <a:pt x="129" y="210"/>
                    <a:pt x="141" y="208"/>
                    <a:pt x="153" y="204"/>
                  </a:cubicBezTo>
                  <a:cubicBezTo>
                    <a:pt x="223" y="187"/>
                    <a:pt x="239" y="117"/>
                    <a:pt x="223" y="64"/>
                  </a:cubicBezTo>
                  <a:cubicBezTo>
                    <a:pt x="211" y="28"/>
                    <a:pt x="171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31"/>
            <p:cNvSpPr/>
            <p:nvPr/>
          </p:nvSpPr>
          <p:spPr>
            <a:xfrm>
              <a:off x="4250750" y="30050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95" y="1"/>
                  </a:moveTo>
                  <a:cubicBezTo>
                    <a:pt x="64" y="1"/>
                    <a:pt x="35" y="13"/>
                    <a:pt x="17" y="40"/>
                  </a:cubicBezTo>
                  <a:cubicBezTo>
                    <a:pt x="0" y="57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17" y="160"/>
                    <a:pt x="17" y="180"/>
                    <a:pt x="33" y="180"/>
                  </a:cubicBezTo>
                  <a:cubicBezTo>
                    <a:pt x="55" y="195"/>
                    <a:pt x="81" y="203"/>
                    <a:pt x="106" y="203"/>
                  </a:cubicBezTo>
                  <a:cubicBezTo>
                    <a:pt x="137" y="203"/>
                    <a:pt x="167" y="190"/>
                    <a:pt x="186" y="160"/>
                  </a:cubicBezTo>
                  <a:cubicBezTo>
                    <a:pt x="223" y="127"/>
                    <a:pt x="223" y="57"/>
                    <a:pt x="169" y="24"/>
                  </a:cubicBezTo>
                  <a:cubicBezTo>
                    <a:pt x="147" y="9"/>
                    <a:pt x="121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12211;p31"/>
            <p:cNvSpPr/>
            <p:nvPr/>
          </p:nvSpPr>
          <p:spPr>
            <a:xfrm>
              <a:off x="4249825" y="30215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10" y="1"/>
                  </a:moveTo>
                  <a:cubicBezTo>
                    <a:pt x="99" y="1"/>
                    <a:pt x="87" y="5"/>
                    <a:pt x="70" y="13"/>
                  </a:cubicBezTo>
                  <a:cubicBezTo>
                    <a:pt x="54" y="13"/>
                    <a:pt x="37" y="34"/>
                    <a:pt x="17" y="50"/>
                  </a:cubicBezTo>
                  <a:cubicBezTo>
                    <a:pt x="0" y="83"/>
                    <a:pt x="0" y="116"/>
                    <a:pt x="17" y="153"/>
                  </a:cubicBezTo>
                  <a:cubicBezTo>
                    <a:pt x="32" y="191"/>
                    <a:pt x="73" y="209"/>
                    <a:pt x="115" y="209"/>
                  </a:cubicBezTo>
                  <a:cubicBezTo>
                    <a:pt x="129" y="209"/>
                    <a:pt x="144" y="207"/>
                    <a:pt x="157" y="203"/>
                  </a:cubicBezTo>
                  <a:cubicBezTo>
                    <a:pt x="206" y="186"/>
                    <a:pt x="223" y="116"/>
                    <a:pt x="206" y="67"/>
                  </a:cubicBezTo>
                  <a:cubicBezTo>
                    <a:pt x="190" y="34"/>
                    <a:pt x="173" y="13"/>
                    <a:pt x="140" y="13"/>
                  </a:cubicBezTo>
                  <a:cubicBezTo>
                    <a:pt x="130" y="5"/>
                    <a:pt x="121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31"/>
            <p:cNvSpPr/>
            <p:nvPr/>
          </p:nvSpPr>
          <p:spPr>
            <a:xfrm>
              <a:off x="4233950" y="3037325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13" y="0"/>
                  </a:moveTo>
                  <a:cubicBezTo>
                    <a:pt x="83" y="0"/>
                    <a:pt x="56" y="15"/>
                    <a:pt x="33" y="38"/>
                  </a:cubicBezTo>
                  <a:cubicBezTo>
                    <a:pt x="0" y="71"/>
                    <a:pt x="0" y="87"/>
                    <a:pt x="0" y="124"/>
                  </a:cubicBezTo>
                  <a:cubicBezTo>
                    <a:pt x="0" y="124"/>
                    <a:pt x="0" y="141"/>
                    <a:pt x="17" y="141"/>
                  </a:cubicBezTo>
                  <a:cubicBezTo>
                    <a:pt x="17" y="157"/>
                    <a:pt x="33" y="174"/>
                    <a:pt x="33" y="190"/>
                  </a:cubicBezTo>
                  <a:cubicBezTo>
                    <a:pt x="70" y="207"/>
                    <a:pt x="87" y="207"/>
                    <a:pt x="120" y="207"/>
                  </a:cubicBezTo>
                  <a:cubicBezTo>
                    <a:pt x="157" y="207"/>
                    <a:pt x="173" y="190"/>
                    <a:pt x="190" y="174"/>
                  </a:cubicBezTo>
                  <a:cubicBezTo>
                    <a:pt x="206" y="157"/>
                    <a:pt x="223" y="124"/>
                    <a:pt x="206" y="87"/>
                  </a:cubicBezTo>
                  <a:cubicBezTo>
                    <a:pt x="206" y="71"/>
                    <a:pt x="190" y="38"/>
                    <a:pt x="173" y="21"/>
                  </a:cubicBezTo>
                  <a:cubicBezTo>
                    <a:pt x="152" y="7"/>
                    <a:pt x="132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31"/>
            <p:cNvSpPr/>
            <p:nvPr/>
          </p:nvSpPr>
          <p:spPr>
            <a:xfrm>
              <a:off x="4226625" y="3095675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88" y="0"/>
                  </a:moveTo>
                  <a:cubicBezTo>
                    <a:pt x="38" y="0"/>
                    <a:pt x="1" y="33"/>
                    <a:pt x="1" y="91"/>
                  </a:cubicBezTo>
                  <a:lnTo>
                    <a:pt x="1" y="140"/>
                  </a:lnTo>
                  <a:lnTo>
                    <a:pt x="17" y="161"/>
                  </a:lnTo>
                  <a:cubicBezTo>
                    <a:pt x="38" y="177"/>
                    <a:pt x="54" y="194"/>
                    <a:pt x="87" y="194"/>
                  </a:cubicBezTo>
                  <a:cubicBezTo>
                    <a:pt x="97" y="199"/>
                    <a:pt x="105" y="201"/>
                    <a:pt x="113" y="201"/>
                  </a:cubicBezTo>
                  <a:cubicBezTo>
                    <a:pt x="132" y="201"/>
                    <a:pt x="146" y="189"/>
                    <a:pt x="157" y="177"/>
                  </a:cubicBezTo>
                  <a:cubicBezTo>
                    <a:pt x="190" y="161"/>
                    <a:pt x="207" y="140"/>
                    <a:pt x="207" y="107"/>
                  </a:cubicBezTo>
                  <a:cubicBezTo>
                    <a:pt x="207" y="91"/>
                    <a:pt x="207" y="58"/>
                    <a:pt x="190" y="37"/>
                  </a:cubicBezTo>
                  <a:cubicBezTo>
                    <a:pt x="174" y="21"/>
                    <a:pt x="141" y="4"/>
                    <a:pt x="120" y="4"/>
                  </a:cubicBezTo>
                  <a:cubicBezTo>
                    <a:pt x="109" y="2"/>
                    <a:pt x="98" y="0"/>
                    <a:pt x="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31"/>
            <p:cNvSpPr/>
            <p:nvPr/>
          </p:nvSpPr>
          <p:spPr>
            <a:xfrm>
              <a:off x="4228800" y="30790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87" y="0"/>
                    <a:pt x="70" y="0"/>
                    <a:pt x="33" y="17"/>
                  </a:cubicBezTo>
                  <a:cubicBezTo>
                    <a:pt x="17" y="33"/>
                    <a:pt x="0" y="66"/>
                    <a:pt x="0" y="83"/>
                  </a:cubicBezTo>
                  <a:lnTo>
                    <a:pt x="0" y="136"/>
                  </a:lnTo>
                  <a:cubicBezTo>
                    <a:pt x="0" y="153"/>
                    <a:pt x="17" y="153"/>
                    <a:pt x="17" y="169"/>
                  </a:cubicBezTo>
                  <a:cubicBezTo>
                    <a:pt x="33" y="186"/>
                    <a:pt x="54" y="207"/>
                    <a:pt x="87" y="207"/>
                  </a:cubicBezTo>
                  <a:cubicBezTo>
                    <a:pt x="93" y="209"/>
                    <a:pt x="99" y="210"/>
                    <a:pt x="106" y="210"/>
                  </a:cubicBezTo>
                  <a:cubicBezTo>
                    <a:pt x="149" y="210"/>
                    <a:pt x="192" y="163"/>
                    <a:pt x="206" y="120"/>
                  </a:cubicBezTo>
                  <a:cubicBezTo>
                    <a:pt x="206" y="83"/>
                    <a:pt x="206" y="66"/>
                    <a:pt x="190" y="50"/>
                  </a:cubicBezTo>
                  <a:cubicBezTo>
                    <a:pt x="173" y="17"/>
                    <a:pt x="136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31"/>
            <p:cNvSpPr/>
            <p:nvPr/>
          </p:nvSpPr>
          <p:spPr>
            <a:xfrm>
              <a:off x="4230125" y="306515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93" y="1"/>
                  </a:moveTo>
                  <a:cubicBezTo>
                    <a:pt x="51" y="1"/>
                    <a:pt x="14" y="33"/>
                    <a:pt x="1" y="92"/>
                  </a:cubicBezTo>
                  <a:cubicBezTo>
                    <a:pt x="1" y="108"/>
                    <a:pt x="1" y="125"/>
                    <a:pt x="17" y="145"/>
                  </a:cubicBezTo>
                  <a:cubicBezTo>
                    <a:pt x="17" y="145"/>
                    <a:pt x="17" y="162"/>
                    <a:pt x="34" y="162"/>
                  </a:cubicBezTo>
                  <a:cubicBezTo>
                    <a:pt x="34" y="178"/>
                    <a:pt x="67" y="195"/>
                    <a:pt x="104" y="211"/>
                  </a:cubicBezTo>
                  <a:cubicBezTo>
                    <a:pt x="153" y="211"/>
                    <a:pt x="207" y="178"/>
                    <a:pt x="207" y="125"/>
                  </a:cubicBezTo>
                  <a:cubicBezTo>
                    <a:pt x="223" y="92"/>
                    <a:pt x="207" y="59"/>
                    <a:pt x="186" y="42"/>
                  </a:cubicBezTo>
                  <a:cubicBezTo>
                    <a:pt x="170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31"/>
            <p:cNvSpPr/>
            <p:nvPr/>
          </p:nvSpPr>
          <p:spPr>
            <a:xfrm>
              <a:off x="4223225" y="310675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14" y="1"/>
                  </a:moveTo>
                  <a:cubicBezTo>
                    <a:pt x="101" y="1"/>
                    <a:pt x="86" y="3"/>
                    <a:pt x="71" y="7"/>
                  </a:cubicBezTo>
                  <a:cubicBezTo>
                    <a:pt x="17" y="27"/>
                    <a:pt x="1" y="93"/>
                    <a:pt x="17" y="147"/>
                  </a:cubicBezTo>
                  <a:cubicBezTo>
                    <a:pt x="17" y="163"/>
                    <a:pt x="34" y="180"/>
                    <a:pt x="50" y="180"/>
                  </a:cubicBezTo>
                  <a:cubicBezTo>
                    <a:pt x="62" y="199"/>
                    <a:pt x="84" y="207"/>
                    <a:pt x="107" y="207"/>
                  </a:cubicBezTo>
                  <a:cubicBezTo>
                    <a:pt x="123" y="207"/>
                    <a:pt x="139" y="203"/>
                    <a:pt x="153" y="196"/>
                  </a:cubicBezTo>
                  <a:cubicBezTo>
                    <a:pt x="190" y="196"/>
                    <a:pt x="207" y="163"/>
                    <a:pt x="223" y="110"/>
                  </a:cubicBezTo>
                  <a:cubicBezTo>
                    <a:pt x="223" y="93"/>
                    <a:pt x="223" y="93"/>
                    <a:pt x="207" y="77"/>
                  </a:cubicBezTo>
                  <a:cubicBezTo>
                    <a:pt x="194" y="23"/>
                    <a:pt x="160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31"/>
            <p:cNvSpPr/>
            <p:nvPr/>
          </p:nvSpPr>
          <p:spPr>
            <a:xfrm>
              <a:off x="4237350" y="3101600"/>
              <a:ext cx="5700" cy="5075"/>
            </a:xfrm>
            <a:custGeom>
              <a:avLst/>
              <a:gdLst/>
              <a:ahLst/>
              <a:cxnLst/>
              <a:rect l="l" t="t" r="r" b="b"/>
              <a:pathLst>
                <a:path w="228" h="203" extrusionOk="0">
                  <a:moveTo>
                    <a:pt x="111" y="0"/>
                  </a:moveTo>
                  <a:cubicBezTo>
                    <a:pt x="98" y="0"/>
                    <a:pt x="84" y="2"/>
                    <a:pt x="70" y="6"/>
                  </a:cubicBezTo>
                  <a:cubicBezTo>
                    <a:pt x="21" y="27"/>
                    <a:pt x="0" y="77"/>
                    <a:pt x="21" y="147"/>
                  </a:cubicBezTo>
                  <a:cubicBezTo>
                    <a:pt x="21" y="147"/>
                    <a:pt x="37" y="163"/>
                    <a:pt x="37" y="180"/>
                  </a:cubicBezTo>
                  <a:cubicBezTo>
                    <a:pt x="61" y="191"/>
                    <a:pt x="84" y="203"/>
                    <a:pt x="115" y="203"/>
                  </a:cubicBezTo>
                  <a:cubicBezTo>
                    <a:pt x="127" y="203"/>
                    <a:pt x="141" y="201"/>
                    <a:pt x="157" y="196"/>
                  </a:cubicBezTo>
                  <a:cubicBezTo>
                    <a:pt x="190" y="180"/>
                    <a:pt x="207" y="147"/>
                    <a:pt x="227" y="110"/>
                  </a:cubicBezTo>
                  <a:cubicBezTo>
                    <a:pt x="227" y="93"/>
                    <a:pt x="227" y="77"/>
                    <a:pt x="207" y="60"/>
                  </a:cubicBezTo>
                  <a:cubicBezTo>
                    <a:pt x="194" y="20"/>
                    <a:pt x="154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31"/>
            <p:cNvSpPr/>
            <p:nvPr/>
          </p:nvSpPr>
          <p:spPr>
            <a:xfrm>
              <a:off x="4243025" y="314000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36" y="0"/>
                  </a:moveTo>
                  <a:cubicBezTo>
                    <a:pt x="66" y="0"/>
                    <a:pt x="17" y="37"/>
                    <a:pt x="17" y="87"/>
                  </a:cubicBezTo>
                  <a:cubicBezTo>
                    <a:pt x="0" y="103"/>
                    <a:pt x="17" y="120"/>
                    <a:pt x="17" y="140"/>
                  </a:cubicBezTo>
                  <a:cubicBezTo>
                    <a:pt x="17" y="157"/>
                    <a:pt x="17" y="157"/>
                    <a:pt x="33" y="173"/>
                  </a:cubicBezTo>
                  <a:cubicBezTo>
                    <a:pt x="50" y="190"/>
                    <a:pt x="66" y="206"/>
                    <a:pt x="103" y="206"/>
                  </a:cubicBezTo>
                  <a:cubicBezTo>
                    <a:pt x="120" y="206"/>
                    <a:pt x="153" y="206"/>
                    <a:pt x="169" y="190"/>
                  </a:cubicBezTo>
                  <a:cubicBezTo>
                    <a:pt x="206" y="173"/>
                    <a:pt x="206" y="140"/>
                    <a:pt x="223" y="120"/>
                  </a:cubicBezTo>
                  <a:cubicBezTo>
                    <a:pt x="223" y="87"/>
                    <a:pt x="223" y="70"/>
                    <a:pt x="206" y="37"/>
                  </a:cubicBezTo>
                  <a:cubicBezTo>
                    <a:pt x="186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31"/>
            <p:cNvSpPr/>
            <p:nvPr/>
          </p:nvSpPr>
          <p:spPr>
            <a:xfrm>
              <a:off x="4238675" y="3089150"/>
              <a:ext cx="5200" cy="5400"/>
            </a:xfrm>
            <a:custGeom>
              <a:avLst/>
              <a:gdLst/>
              <a:ahLst/>
              <a:cxnLst/>
              <a:rect l="l" t="t" r="r" b="b"/>
              <a:pathLst>
                <a:path w="208" h="216" extrusionOk="0">
                  <a:moveTo>
                    <a:pt x="96" y="0"/>
                  </a:moveTo>
                  <a:cubicBezTo>
                    <a:pt x="65" y="0"/>
                    <a:pt x="35" y="13"/>
                    <a:pt x="17" y="43"/>
                  </a:cubicBezTo>
                  <a:cubicBezTo>
                    <a:pt x="1" y="59"/>
                    <a:pt x="1" y="92"/>
                    <a:pt x="1" y="113"/>
                  </a:cubicBezTo>
                  <a:lnTo>
                    <a:pt x="1" y="146"/>
                  </a:lnTo>
                  <a:cubicBezTo>
                    <a:pt x="17" y="162"/>
                    <a:pt x="17" y="179"/>
                    <a:pt x="34" y="179"/>
                  </a:cubicBezTo>
                  <a:cubicBezTo>
                    <a:pt x="71" y="195"/>
                    <a:pt x="88" y="216"/>
                    <a:pt x="121" y="216"/>
                  </a:cubicBezTo>
                  <a:cubicBezTo>
                    <a:pt x="137" y="216"/>
                    <a:pt x="174" y="195"/>
                    <a:pt x="191" y="162"/>
                  </a:cubicBezTo>
                  <a:cubicBezTo>
                    <a:pt x="207" y="146"/>
                    <a:pt x="207" y="129"/>
                    <a:pt x="207" y="92"/>
                  </a:cubicBezTo>
                  <a:cubicBezTo>
                    <a:pt x="207" y="59"/>
                    <a:pt x="191" y="43"/>
                    <a:pt x="174" y="26"/>
                  </a:cubicBezTo>
                  <a:cubicBezTo>
                    <a:pt x="150" y="9"/>
                    <a:pt x="122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31"/>
            <p:cNvSpPr/>
            <p:nvPr/>
          </p:nvSpPr>
          <p:spPr>
            <a:xfrm>
              <a:off x="4235275" y="3116800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20" y="0"/>
                  </a:moveTo>
                  <a:cubicBezTo>
                    <a:pt x="50" y="0"/>
                    <a:pt x="1" y="38"/>
                    <a:pt x="1" y="87"/>
                  </a:cubicBezTo>
                  <a:lnTo>
                    <a:pt x="1" y="157"/>
                  </a:lnTo>
                  <a:cubicBezTo>
                    <a:pt x="17" y="174"/>
                    <a:pt x="50" y="207"/>
                    <a:pt x="83" y="207"/>
                  </a:cubicBezTo>
                  <a:cubicBezTo>
                    <a:pt x="93" y="209"/>
                    <a:pt x="102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3"/>
                    <a:pt x="207" y="70"/>
                    <a:pt x="186" y="54"/>
                  </a:cubicBezTo>
                  <a:cubicBezTo>
                    <a:pt x="170" y="38"/>
                    <a:pt x="13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31"/>
            <p:cNvSpPr/>
            <p:nvPr/>
          </p:nvSpPr>
          <p:spPr>
            <a:xfrm>
              <a:off x="4222825" y="3119775"/>
              <a:ext cx="5575" cy="5425"/>
            </a:xfrm>
            <a:custGeom>
              <a:avLst/>
              <a:gdLst/>
              <a:ahLst/>
              <a:cxnLst/>
              <a:rect l="l" t="t" r="r" b="b"/>
              <a:pathLst>
                <a:path w="223" h="217" extrusionOk="0">
                  <a:moveTo>
                    <a:pt x="103" y="1"/>
                  </a:moveTo>
                  <a:cubicBezTo>
                    <a:pt x="66" y="22"/>
                    <a:pt x="50" y="22"/>
                    <a:pt x="33" y="55"/>
                  </a:cubicBezTo>
                  <a:cubicBezTo>
                    <a:pt x="17" y="71"/>
                    <a:pt x="0" y="104"/>
                    <a:pt x="0" y="125"/>
                  </a:cubicBezTo>
                  <a:cubicBezTo>
                    <a:pt x="17" y="141"/>
                    <a:pt x="17" y="141"/>
                    <a:pt x="17" y="158"/>
                  </a:cubicBezTo>
                  <a:cubicBezTo>
                    <a:pt x="17" y="174"/>
                    <a:pt x="33" y="174"/>
                    <a:pt x="50" y="191"/>
                  </a:cubicBezTo>
                  <a:cubicBezTo>
                    <a:pt x="66" y="207"/>
                    <a:pt x="89" y="217"/>
                    <a:pt x="113" y="217"/>
                  </a:cubicBezTo>
                  <a:cubicBezTo>
                    <a:pt x="141" y="217"/>
                    <a:pt x="169" y="203"/>
                    <a:pt x="190" y="174"/>
                  </a:cubicBezTo>
                  <a:cubicBezTo>
                    <a:pt x="206" y="158"/>
                    <a:pt x="223" y="125"/>
                    <a:pt x="223" y="104"/>
                  </a:cubicBezTo>
                  <a:cubicBezTo>
                    <a:pt x="206" y="71"/>
                    <a:pt x="206" y="55"/>
                    <a:pt x="169" y="38"/>
                  </a:cubicBezTo>
                  <a:cubicBezTo>
                    <a:pt x="153" y="22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31"/>
            <p:cNvSpPr/>
            <p:nvPr/>
          </p:nvSpPr>
          <p:spPr>
            <a:xfrm>
              <a:off x="4216325" y="30717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70" y="1"/>
                    <a:pt x="0" y="34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7" y="190"/>
                    <a:pt x="54" y="207"/>
                    <a:pt x="87" y="207"/>
                  </a:cubicBezTo>
                  <a:cubicBezTo>
                    <a:pt x="120" y="207"/>
                    <a:pt x="140" y="207"/>
                    <a:pt x="173" y="190"/>
                  </a:cubicBezTo>
                  <a:cubicBezTo>
                    <a:pt x="190" y="170"/>
                    <a:pt x="206" y="153"/>
                    <a:pt x="206" y="120"/>
                  </a:cubicBezTo>
                  <a:cubicBezTo>
                    <a:pt x="206" y="87"/>
                    <a:pt x="206" y="67"/>
                    <a:pt x="190" y="50"/>
                  </a:cubicBezTo>
                  <a:cubicBezTo>
                    <a:pt x="173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31"/>
            <p:cNvSpPr/>
            <p:nvPr/>
          </p:nvSpPr>
          <p:spPr>
            <a:xfrm>
              <a:off x="4218075" y="29792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4" y="0"/>
                  </a:moveTo>
                  <a:cubicBezTo>
                    <a:pt x="112" y="0"/>
                    <a:pt x="99" y="2"/>
                    <a:pt x="87" y="7"/>
                  </a:cubicBezTo>
                  <a:cubicBezTo>
                    <a:pt x="17" y="23"/>
                    <a:pt x="0" y="93"/>
                    <a:pt x="17" y="143"/>
                  </a:cubicBezTo>
                  <a:cubicBezTo>
                    <a:pt x="29" y="183"/>
                    <a:pt x="72" y="202"/>
                    <a:pt x="114" y="202"/>
                  </a:cubicBezTo>
                  <a:cubicBezTo>
                    <a:pt x="127" y="202"/>
                    <a:pt x="141" y="200"/>
                    <a:pt x="153" y="196"/>
                  </a:cubicBezTo>
                  <a:cubicBezTo>
                    <a:pt x="207" y="180"/>
                    <a:pt x="240" y="126"/>
                    <a:pt x="207" y="56"/>
                  </a:cubicBezTo>
                  <a:cubicBezTo>
                    <a:pt x="194" y="19"/>
                    <a:pt x="16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31"/>
            <p:cNvSpPr/>
            <p:nvPr/>
          </p:nvSpPr>
          <p:spPr>
            <a:xfrm>
              <a:off x="4215900" y="29921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2" y="0"/>
                  </a:moveTo>
                  <a:cubicBezTo>
                    <a:pt x="83" y="0"/>
                    <a:pt x="54" y="13"/>
                    <a:pt x="34" y="40"/>
                  </a:cubicBezTo>
                  <a:cubicBezTo>
                    <a:pt x="17" y="56"/>
                    <a:pt x="1" y="94"/>
                    <a:pt x="1" y="110"/>
                  </a:cubicBezTo>
                  <a:cubicBezTo>
                    <a:pt x="1" y="127"/>
                    <a:pt x="17" y="127"/>
                    <a:pt x="17" y="143"/>
                  </a:cubicBezTo>
                  <a:cubicBezTo>
                    <a:pt x="17" y="159"/>
                    <a:pt x="34" y="180"/>
                    <a:pt x="54" y="180"/>
                  </a:cubicBezTo>
                  <a:cubicBezTo>
                    <a:pt x="69" y="195"/>
                    <a:pt x="91" y="203"/>
                    <a:pt x="113" y="203"/>
                  </a:cubicBezTo>
                  <a:cubicBezTo>
                    <a:pt x="142" y="203"/>
                    <a:pt x="172" y="190"/>
                    <a:pt x="190" y="159"/>
                  </a:cubicBezTo>
                  <a:cubicBezTo>
                    <a:pt x="207" y="143"/>
                    <a:pt x="223" y="127"/>
                    <a:pt x="207" y="94"/>
                  </a:cubicBezTo>
                  <a:cubicBezTo>
                    <a:pt x="207" y="56"/>
                    <a:pt x="207" y="40"/>
                    <a:pt x="174" y="23"/>
                  </a:cubicBezTo>
                  <a:cubicBezTo>
                    <a:pt x="157" y="9"/>
                    <a:pt x="135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31"/>
            <p:cNvSpPr/>
            <p:nvPr/>
          </p:nvSpPr>
          <p:spPr>
            <a:xfrm>
              <a:off x="4218900" y="29650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0" y="1"/>
                  </a:moveTo>
                  <a:cubicBezTo>
                    <a:pt x="96" y="1"/>
                    <a:pt x="83" y="3"/>
                    <a:pt x="70" y="7"/>
                  </a:cubicBezTo>
                  <a:cubicBezTo>
                    <a:pt x="17" y="27"/>
                    <a:pt x="0" y="77"/>
                    <a:pt x="17" y="147"/>
                  </a:cubicBezTo>
                  <a:cubicBezTo>
                    <a:pt x="32" y="184"/>
                    <a:pt x="73" y="202"/>
                    <a:pt x="115" y="202"/>
                  </a:cubicBezTo>
                  <a:cubicBezTo>
                    <a:pt x="129" y="202"/>
                    <a:pt x="144" y="200"/>
                    <a:pt x="157" y="196"/>
                  </a:cubicBezTo>
                  <a:cubicBezTo>
                    <a:pt x="207" y="180"/>
                    <a:pt x="223" y="110"/>
                    <a:pt x="207" y="60"/>
                  </a:cubicBezTo>
                  <a:cubicBezTo>
                    <a:pt x="194" y="20"/>
                    <a:pt x="151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31"/>
            <p:cNvSpPr/>
            <p:nvPr/>
          </p:nvSpPr>
          <p:spPr>
            <a:xfrm>
              <a:off x="4220650" y="30438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4" y="0"/>
                    <a:pt x="71" y="0"/>
                    <a:pt x="50" y="17"/>
                  </a:cubicBezTo>
                  <a:cubicBezTo>
                    <a:pt x="17" y="33"/>
                    <a:pt x="17" y="50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53"/>
                  </a:lnTo>
                  <a:cubicBezTo>
                    <a:pt x="33" y="190"/>
                    <a:pt x="71" y="190"/>
                    <a:pt x="87" y="207"/>
                  </a:cubicBezTo>
                  <a:cubicBezTo>
                    <a:pt x="153" y="207"/>
                    <a:pt x="207" y="174"/>
                    <a:pt x="207" y="120"/>
                  </a:cubicBezTo>
                  <a:cubicBezTo>
                    <a:pt x="223" y="87"/>
                    <a:pt x="207" y="70"/>
                    <a:pt x="190" y="33"/>
                  </a:cubicBezTo>
                  <a:cubicBezTo>
                    <a:pt x="174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31"/>
            <p:cNvSpPr/>
            <p:nvPr/>
          </p:nvSpPr>
          <p:spPr>
            <a:xfrm>
              <a:off x="4221475" y="303012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20" y="0"/>
                  </a:moveTo>
                  <a:cubicBezTo>
                    <a:pt x="120" y="0"/>
                    <a:pt x="104" y="0"/>
                    <a:pt x="87" y="17"/>
                  </a:cubicBezTo>
                  <a:cubicBezTo>
                    <a:pt x="17" y="33"/>
                    <a:pt x="0" y="83"/>
                    <a:pt x="17" y="153"/>
                  </a:cubicBezTo>
                  <a:cubicBezTo>
                    <a:pt x="32" y="193"/>
                    <a:pt x="74" y="212"/>
                    <a:pt x="116" y="212"/>
                  </a:cubicBezTo>
                  <a:cubicBezTo>
                    <a:pt x="130" y="212"/>
                    <a:pt x="144" y="210"/>
                    <a:pt x="157" y="206"/>
                  </a:cubicBezTo>
                  <a:cubicBezTo>
                    <a:pt x="174" y="206"/>
                    <a:pt x="190" y="186"/>
                    <a:pt x="190" y="169"/>
                  </a:cubicBezTo>
                  <a:cubicBezTo>
                    <a:pt x="223" y="153"/>
                    <a:pt x="223" y="103"/>
                    <a:pt x="223" y="66"/>
                  </a:cubicBezTo>
                  <a:cubicBezTo>
                    <a:pt x="207" y="33"/>
                    <a:pt x="174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31"/>
            <p:cNvSpPr/>
            <p:nvPr/>
          </p:nvSpPr>
          <p:spPr>
            <a:xfrm>
              <a:off x="4215500" y="3006400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36" y="1"/>
                  </a:moveTo>
                  <a:cubicBezTo>
                    <a:pt x="87" y="1"/>
                    <a:pt x="33" y="21"/>
                    <a:pt x="17" y="71"/>
                  </a:cubicBezTo>
                  <a:lnTo>
                    <a:pt x="17" y="87"/>
                  </a:lnTo>
                  <a:cubicBezTo>
                    <a:pt x="0" y="104"/>
                    <a:pt x="17" y="124"/>
                    <a:pt x="17" y="141"/>
                  </a:cubicBezTo>
                  <a:cubicBezTo>
                    <a:pt x="33" y="174"/>
                    <a:pt x="50" y="190"/>
                    <a:pt x="70" y="207"/>
                  </a:cubicBezTo>
                  <a:lnTo>
                    <a:pt x="103" y="207"/>
                  </a:lnTo>
                  <a:cubicBezTo>
                    <a:pt x="111" y="210"/>
                    <a:pt x="118" y="211"/>
                    <a:pt x="126" y="211"/>
                  </a:cubicBezTo>
                  <a:cubicBezTo>
                    <a:pt x="168" y="211"/>
                    <a:pt x="209" y="166"/>
                    <a:pt x="223" y="124"/>
                  </a:cubicBezTo>
                  <a:cubicBezTo>
                    <a:pt x="223" y="87"/>
                    <a:pt x="223" y="71"/>
                    <a:pt x="206" y="54"/>
                  </a:cubicBezTo>
                  <a:cubicBezTo>
                    <a:pt x="190" y="2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31"/>
            <p:cNvSpPr/>
            <p:nvPr/>
          </p:nvSpPr>
          <p:spPr>
            <a:xfrm>
              <a:off x="4216325" y="3087625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03" y="1"/>
                  </a:moveTo>
                  <a:cubicBezTo>
                    <a:pt x="70" y="1"/>
                    <a:pt x="54" y="17"/>
                    <a:pt x="37" y="50"/>
                  </a:cubicBezTo>
                  <a:cubicBezTo>
                    <a:pt x="17" y="71"/>
                    <a:pt x="0" y="87"/>
                    <a:pt x="0" y="120"/>
                  </a:cubicBezTo>
                  <a:cubicBezTo>
                    <a:pt x="0" y="120"/>
                    <a:pt x="0" y="137"/>
                    <a:pt x="17" y="137"/>
                  </a:cubicBezTo>
                  <a:cubicBezTo>
                    <a:pt x="17" y="153"/>
                    <a:pt x="37" y="174"/>
                    <a:pt x="54" y="190"/>
                  </a:cubicBezTo>
                  <a:cubicBezTo>
                    <a:pt x="69" y="205"/>
                    <a:pt x="91" y="213"/>
                    <a:pt x="114" y="213"/>
                  </a:cubicBezTo>
                  <a:cubicBezTo>
                    <a:pt x="142" y="213"/>
                    <a:pt x="172" y="201"/>
                    <a:pt x="190" y="174"/>
                  </a:cubicBezTo>
                  <a:cubicBezTo>
                    <a:pt x="223" y="120"/>
                    <a:pt x="223" y="71"/>
                    <a:pt x="173" y="34"/>
                  </a:cubicBezTo>
                  <a:cubicBezTo>
                    <a:pt x="157" y="17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31"/>
            <p:cNvSpPr/>
            <p:nvPr/>
          </p:nvSpPr>
          <p:spPr>
            <a:xfrm>
              <a:off x="4218475" y="3057600"/>
              <a:ext cx="5200" cy="5100"/>
            </a:xfrm>
            <a:custGeom>
              <a:avLst/>
              <a:gdLst/>
              <a:ahLst/>
              <a:cxnLst/>
              <a:rect l="l" t="t" r="r" b="b"/>
              <a:pathLst>
                <a:path w="208" h="204" extrusionOk="0">
                  <a:moveTo>
                    <a:pt x="103" y="1"/>
                  </a:moveTo>
                  <a:cubicBezTo>
                    <a:pt x="75" y="1"/>
                    <a:pt x="47" y="15"/>
                    <a:pt x="17" y="35"/>
                  </a:cubicBezTo>
                  <a:cubicBezTo>
                    <a:pt x="1" y="68"/>
                    <a:pt x="1" y="84"/>
                    <a:pt x="1" y="117"/>
                  </a:cubicBezTo>
                  <a:cubicBezTo>
                    <a:pt x="1" y="117"/>
                    <a:pt x="1" y="138"/>
                    <a:pt x="17" y="138"/>
                  </a:cubicBezTo>
                  <a:cubicBezTo>
                    <a:pt x="17" y="154"/>
                    <a:pt x="34" y="171"/>
                    <a:pt x="34" y="187"/>
                  </a:cubicBezTo>
                  <a:cubicBezTo>
                    <a:pt x="71" y="204"/>
                    <a:pt x="87" y="204"/>
                    <a:pt x="120" y="204"/>
                  </a:cubicBezTo>
                  <a:cubicBezTo>
                    <a:pt x="158" y="204"/>
                    <a:pt x="174" y="187"/>
                    <a:pt x="191" y="171"/>
                  </a:cubicBezTo>
                  <a:cubicBezTo>
                    <a:pt x="207" y="154"/>
                    <a:pt x="207" y="117"/>
                    <a:pt x="207" y="101"/>
                  </a:cubicBezTo>
                  <a:cubicBezTo>
                    <a:pt x="207" y="68"/>
                    <a:pt x="191" y="51"/>
                    <a:pt x="174" y="35"/>
                  </a:cubicBezTo>
                  <a:cubicBezTo>
                    <a:pt x="150" y="10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31"/>
            <p:cNvSpPr/>
            <p:nvPr/>
          </p:nvSpPr>
          <p:spPr>
            <a:xfrm>
              <a:off x="4296625" y="3057125"/>
              <a:ext cx="5675" cy="5200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87" y="0"/>
                  </a:moveTo>
                  <a:cubicBezTo>
                    <a:pt x="70" y="0"/>
                    <a:pt x="37" y="17"/>
                    <a:pt x="21" y="33"/>
                  </a:cubicBezTo>
                  <a:cubicBezTo>
                    <a:pt x="0" y="70"/>
                    <a:pt x="0" y="87"/>
                    <a:pt x="0" y="120"/>
                  </a:cubicBezTo>
                  <a:lnTo>
                    <a:pt x="0" y="136"/>
                  </a:lnTo>
                  <a:cubicBezTo>
                    <a:pt x="21" y="157"/>
                    <a:pt x="21" y="173"/>
                    <a:pt x="37" y="190"/>
                  </a:cubicBezTo>
                  <a:cubicBezTo>
                    <a:pt x="56" y="203"/>
                    <a:pt x="78" y="208"/>
                    <a:pt x="100" y="208"/>
                  </a:cubicBezTo>
                  <a:cubicBezTo>
                    <a:pt x="135" y="208"/>
                    <a:pt x="169" y="194"/>
                    <a:pt x="190" y="173"/>
                  </a:cubicBezTo>
                  <a:cubicBezTo>
                    <a:pt x="227" y="120"/>
                    <a:pt x="206" y="70"/>
                    <a:pt x="173" y="17"/>
                  </a:cubicBezTo>
                  <a:cubicBezTo>
                    <a:pt x="140" y="0"/>
                    <a:pt x="12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31"/>
            <p:cNvSpPr/>
            <p:nvPr/>
          </p:nvSpPr>
          <p:spPr>
            <a:xfrm>
              <a:off x="4363200" y="30919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4"/>
                    <a:pt x="0" y="83"/>
                  </a:cubicBezTo>
                  <a:cubicBezTo>
                    <a:pt x="0" y="104"/>
                    <a:pt x="0" y="137"/>
                    <a:pt x="17" y="153"/>
                  </a:cubicBezTo>
                  <a:lnTo>
                    <a:pt x="38" y="170"/>
                  </a:lnTo>
                  <a:cubicBezTo>
                    <a:pt x="54" y="186"/>
                    <a:pt x="71" y="207"/>
                    <a:pt x="104" y="207"/>
                  </a:cubicBezTo>
                  <a:cubicBezTo>
                    <a:pt x="112" y="210"/>
                    <a:pt x="121" y="211"/>
                    <a:pt x="129" y="211"/>
                  </a:cubicBezTo>
                  <a:cubicBezTo>
                    <a:pt x="172" y="211"/>
                    <a:pt x="209" y="176"/>
                    <a:pt x="223" y="120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31"/>
            <p:cNvSpPr/>
            <p:nvPr/>
          </p:nvSpPr>
          <p:spPr>
            <a:xfrm>
              <a:off x="4383400" y="3045575"/>
              <a:ext cx="3025" cy="5175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120" y="0"/>
                  </a:moveTo>
                  <a:cubicBezTo>
                    <a:pt x="104" y="0"/>
                    <a:pt x="87" y="17"/>
                    <a:pt x="71" y="17"/>
                  </a:cubicBezTo>
                  <a:cubicBezTo>
                    <a:pt x="17" y="33"/>
                    <a:pt x="1" y="104"/>
                    <a:pt x="17" y="153"/>
                  </a:cubicBezTo>
                  <a:cubicBezTo>
                    <a:pt x="17" y="170"/>
                    <a:pt x="34" y="170"/>
                    <a:pt x="54" y="186"/>
                  </a:cubicBezTo>
                  <a:cubicBezTo>
                    <a:pt x="71" y="207"/>
                    <a:pt x="87" y="207"/>
                    <a:pt x="120" y="207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31"/>
            <p:cNvSpPr/>
            <p:nvPr/>
          </p:nvSpPr>
          <p:spPr>
            <a:xfrm>
              <a:off x="4122725" y="310850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6" y="0"/>
                  </a:moveTo>
                  <a:cubicBezTo>
                    <a:pt x="65" y="0"/>
                    <a:pt x="35" y="12"/>
                    <a:pt x="17" y="40"/>
                  </a:cubicBezTo>
                  <a:cubicBezTo>
                    <a:pt x="1" y="60"/>
                    <a:pt x="1" y="77"/>
                    <a:pt x="1" y="110"/>
                  </a:cubicBezTo>
                  <a:lnTo>
                    <a:pt x="1" y="143"/>
                  </a:lnTo>
                  <a:lnTo>
                    <a:pt x="34" y="180"/>
                  </a:lnTo>
                  <a:cubicBezTo>
                    <a:pt x="58" y="195"/>
                    <a:pt x="84" y="203"/>
                    <a:pt x="110" y="203"/>
                  </a:cubicBezTo>
                  <a:cubicBezTo>
                    <a:pt x="141" y="203"/>
                    <a:pt x="170" y="191"/>
                    <a:pt x="190" y="163"/>
                  </a:cubicBezTo>
                  <a:cubicBezTo>
                    <a:pt x="207" y="143"/>
                    <a:pt x="207" y="110"/>
                    <a:pt x="207" y="93"/>
                  </a:cubicBezTo>
                  <a:cubicBezTo>
                    <a:pt x="207" y="60"/>
                    <a:pt x="190" y="40"/>
                    <a:pt x="174" y="23"/>
                  </a:cubicBezTo>
                  <a:cubicBezTo>
                    <a:pt x="150" y="8"/>
                    <a:pt x="122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31"/>
            <p:cNvSpPr/>
            <p:nvPr/>
          </p:nvSpPr>
          <p:spPr>
            <a:xfrm>
              <a:off x="4383000" y="2999200"/>
              <a:ext cx="850" cy="2075"/>
            </a:xfrm>
            <a:custGeom>
              <a:avLst/>
              <a:gdLst/>
              <a:ahLst/>
              <a:cxnLst/>
              <a:rect l="l" t="t" r="r" b="b"/>
              <a:pathLst>
                <a:path w="34" h="83" extrusionOk="0">
                  <a:moveTo>
                    <a:pt x="33" y="0"/>
                  </a:moveTo>
                  <a:lnTo>
                    <a:pt x="33" y="0"/>
                  </a:lnTo>
                  <a:cubicBezTo>
                    <a:pt x="33" y="17"/>
                    <a:pt x="17" y="50"/>
                    <a:pt x="0" y="83"/>
                  </a:cubicBezTo>
                  <a:lnTo>
                    <a:pt x="17" y="66"/>
                  </a:lnTo>
                  <a:cubicBezTo>
                    <a:pt x="33" y="50"/>
                    <a:pt x="33" y="17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31"/>
            <p:cNvSpPr/>
            <p:nvPr/>
          </p:nvSpPr>
          <p:spPr>
            <a:xfrm>
              <a:off x="4369275" y="30662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67" y="0"/>
                    <a:pt x="17" y="33"/>
                    <a:pt x="1" y="83"/>
                  </a:cubicBezTo>
                  <a:lnTo>
                    <a:pt x="1" y="153"/>
                  </a:lnTo>
                  <a:cubicBezTo>
                    <a:pt x="17" y="153"/>
                    <a:pt x="17" y="169"/>
                    <a:pt x="17" y="169"/>
                  </a:cubicBezTo>
                  <a:cubicBezTo>
                    <a:pt x="34" y="186"/>
                    <a:pt x="67" y="206"/>
                    <a:pt x="83" y="206"/>
                  </a:cubicBezTo>
                  <a:cubicBezTo>
                    <a:pt x="94" y="209"/>
                    <a:pt x="105" y="210"/>
                    <a:pt x="115" y="210"/>
                  </a:cubicBezTo>
                  <a:cubicBezTo>
                    <a:pt x="169" y="210"/>
                    <a:pt x="207" y="175"/>
                    <a:pt x="207" y="120"/>
                  </a:cubicBezTo>
                  <a:cubicBezTo>
                    <a:pt x="207" y="103"/>
                    <a:pt x="207" y="66"/>
                    <a:pt x="186" y="50"/>
                  </a:cubicBezTo>
                  <a:cubicBezTo>
                    <a:pt x="170" y="33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31"/>
            <p:cNvSpPr/>
            <p:nvPr/>
          </p:nvSpPr>
          <p:spPr>
            <a:xfrm>
              <a:off x="4376500" y="30106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3" y="1"/>
                  </a:moveTo>
                  <a:cubicBezTo>
                    <a:pt x="58" y="1"/>
                    <a:pt x="18" y="44"/>
                    <a:pt x="0" y="91"/>
                  </a:cubicBezTo>
                  <a:lnTo>
                    <a:pt x="0" y="140"/>
                  </a:lnTo>
                  <a:cubicBezTo>
                    <a:pt x="21" y="140"/>
                    <a:pt x="21" y="161"/>
                    <a:pt x="21" y="161"/>
                  </a:cubicBezTo>
                  <a:cubicBezTo>
                    <a:pt x="37" y="194"/>
                    <a:pt x="54" y="210"/>
                    <a:pt x="87" y="210"/>
                  </a:cubicBezTo>
                  <a:cubicBezTo>
                    <a:pt x="124" y="210"/>
                    <a:pt x="140" y="210"/>
                    <a:pt x="173" y="194"/>
                  </a:cubicBezTo>
                  <a:cubicBezTo>
                    <a:pt x="190" y="177"/>
                    <a:pt x="206" y="140"/>
                    <a:pt x="206" y="124"/>
                  </a:cubicBezTo>
                  <a:cubicBezTo>
                    <a:pt x="206" y="91"/>
                    <a:pt x="206" y="74"/>
                    <a:pt x="190" y="37"/>
                  </a:cubicBezTo>
                  <a:cubicBezTo>
                    <a:pt x="173" y="20"/>
                    <a:pt x="157" y="4"/>
                    <a:pt x="124" y="4"/>
                  </a:cubicBezTo>
                  <a:cubicBezTo>
                    <a:pt x="117" y="2"/>
                    <a:pt x="11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31"/>
            <p:cNvSpPr/>
            <p:nvPr/>
          </p:nvSpPr>
          <p:spPr>
            <a:xfrm>
              <a:off x="4376500" y="3026600"/>
              <a:ext cx="5700" cy="5225"/>
            </a:xfrm>
            <a:custGeom>
              <a:avLst/>
              <a:gdLst/>
              <a:ahLst/>
              <a:cxnLst/>
              <a:rect l="l" t="t" r="r" b="b"/>
              <a:pathLst>
                <a:path w="228" h="209" extrusionOk="0">
                  <a:moveTo>
                    <a:pt x="103" y="1"/>
                  </a:moveTo>
                  <a:cubicBezTo>
                    <a:pt x="70" y="1"/>
                    <a:pt x="54" y="17"/>
                    <a:pt x="37" y="38"/>
                  </a:cubicBezTo>
                  <a:cubicBezTo>
                    <a:pt x="21" y="54"/>
                    <a:pt x="0" y="87"/>
                    <a:pt x="0" y="120"/>
                  </a:cubicBezTo>
                  <a:lnTo>
                    <a:pt x="21" y="141"/>
                  </a:lnTo>
                  <a:cubicBezTo>
                    <a:pt x="21" y="158"/>
                    <a:pt x="37" y="174"/>
                    <a:pt x="54" y="191"/>
                  </a:cubicBezTo>
                  <a:cubicBezTo>
                    <a:pt x="66" y="203"/>
                    <a:pt x="85" y="209"/>
                    <a:pt x="104" y="209"/>
                  </a:cubicBezTo>
                  <a:cubicBezTo>
                    <a:pt x="135" y="209"/>
                    <a:pt x="170" y="194"/>
                    <a:pt x="190" y="174"/>
                  </a:cubicBezTo>
                  <a:cubicBezTo>
                    <a:pt x="227" y="120"/>
                    <a:pt x="227" y="54"/>
                    <a:pt x="173" y="17"/>
                  </a:cubicBez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31"/>
            <p:cNvSpPr/>
            <p:nvPr/>
          </p:nvSpPr>
          <p:spPr>
            <a:xfrm>
              <a:off x="4370100" y="3052375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20" y="1"/>
                  </a:moveTo>
                  <a:cubicBezTo>
                    <a:pt x="71" y="1"/>
                    <a:pt x="17" y="38"/>
                    <a:pt x="1" y="87"/>
                  </a:cubicBezTo>
                  <a:lnTo>
                    <a:pt x="1" y="141"/>
                  </a:lnTo>
                  <a:cubicBezTo>
                    <a:pt x="1" y="141"/>
                    <a:pt x="17" y="141"/>
                    <a:pt x="17" y="157"/>
                  </a:cubicBezTo>
                  <a:lnTo>
                    <a:pt x="17" y="174"/>
                  </a:lnTo>
                  <a:cubicBezTo>
                    <a:pt x="34" y="190"/>
                    <a:pt x="71" y="207"/>
                    <a:pt x="87" y="207"/>
                  </a:cubicBezTo>
                  <a:cubicBezTo>
                    <a:pt x="97" y="212"/>
                    <a:pt x="107" y="214"/>
                    <a:pt x="116" y="214"/>
                  </a:cubicBezTo>
                  <a:cubicBezTo>
                    <a:pt x="139" y="214"/>
                    <a:pt x="159" y="202"/>
                    <a:pt x="174" y="190"/>
                  </a:cubicBezTo>
                  <a:cubicBezTo>
                    <a:pt x="190" y="174"/>
                    <a:pt x="207" y="157"/>
                    <a:pt x="207" y="120"/>
                  </a:cubicBezTo>
                  <a:cubicBezTo>
                    <a:pt x="223" y="104"/>
                    <a:pt x="207" y="71"/>
                    <a:pt x="207" y="54"/>
                  </a:cubicBezTo>
                  <a:cubicBezTo>
                    <a:pt x="190" y="38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31"/>
            <p:cNvSpPr/>
            <p:nvPr/>
          </p:nvSpPr>
          <p:spPr>
            <a:xfrm>
              <a:off x="4371350" y="3038500"/>
              <a:ext cx="5675" cy="5350"/>
            </a:xfrm>
            <a:custGeom>
              <a:avLst/>
              <a:gdLst/>
              <a:ahLst/>
              <a:cxnLst/>
              <a:rect l="l" t="t" r="r" b="b"/>
              <a:pathLst>
                <a:path w="227" h="214" extrusionOk="0">
                  <a:moveTo>
                    <a:pt x="103" y="0"/>
                  </a:moveTo>
                  <a:cubicBezTo>
                    <a:pt x="85" y="0"/>
                    <a:pt x="65" y="12"/>
                    <a:pt x="54" y="24"/>
                  </a:cubicBezTo>
                  <a:cubicBezTo>
                    <a:pt x="37" y="40"/>
                    <a:pt x="21" y="57"/>
                    <a:pt x="0" y="94"/>
                  </a:cubicBezTo>
                  <a:cubicBezTo>
                    <a:pt x="0" y="110"/>
                    <a:pt x="0" y="127"/>
                    <a:pt x="21" y="143"/>
                  </a:cubicBezTo>
                  <a:cubicBezTo>
                    <a:pt x="21" y="143"/>
                    <a:pt x="21" y="160"/>
                    <a:pt x="37" y="160"/>
                  </a:cubicBezTo>
                  <a:cubicBezTo>
                    <a:pt x="37" y="180"/>
                    <a:pt x="70" y="197"/>
                    <a:pt x="103" y="213"/>
                  </a:cubicBezTo>
                  <a:cubicBezTo>
                    <a:pt x="157" y="213"/>
                    <a:pt x="206" y="180"/>
                    <a:pt x="206" y="127"/>
                  </a:cubicBezTo>
                  <a:cubicBezTo>
                    <a:pt x="227" y="94"/>
                    <a:pt x="206" y="57"/>
                    <a:pt x="190" y="40"/>
                  </a:cubicBezTo>
                  <a:cubicBezTo>
                    <a:pt x="173" y="24"/>
                    <a:pt x="157" y="7"/>
                    <a:pt x="124" y="7"/>
                  </a:cubicBezTo>
                  <a:cubicBezTo>
                    <a:pt x="118" y="2"/>
                    <a:pt x="111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31"/>
            <p:cNvSpPr/>
            <p:nvPr/>
          </p:nvSpPr>
          <p:spPr>
            <a:xfrm>
              <a:off x="4227550" y="31580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50" y="1"/>
                    <a:pt x="1" y="38"/>
                    <a:pt x="1" y="87"/>
                  </a:cubicBezTo>
                  <a:lnTo>
                    <a:pt x="1" y="157"/>
                  </a:lnTo>
                  <a:cubicBezTo>
                    <a:pt x="1" y="157"/>
                    <a:pt x="1" y="174"/>
                    <a:pt x="17" y="174"/>
                  </a:cubicBezTo>
                  <a:cubicBezTo>
                    <a:pt x="34" y="190"/>
                    <a:pt x="50" y="207"/>
                    <a:pt x="83" y="207"/>
                  </a:cubicBezTo>
                  <a:cubicBezTo>
                    <a:pt x="92" y="210"/>
                    <a:pt x="101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4"/>
                    <a:pt x="207" y="71"/>
                    <a:pt x="186" y="54"/>
                  </a:cubicBezTo>
                  <a:cubicBezTo>
                    <a:pt x="170" y="38"/>
                    <a:pt x="13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31"/>
            <p:cNvSpPr/>
            <p:nvPr/>
          </p:nvSpPr>
          <p:spPr>
            <a:xfrm>
              <a:off x="4385975" y="3192875"/>
              <a:ext cx="450" cy="1675"/>
            </a:xfrm>
            <a:custGeom>
              <a:avLst/>
              <a:gdLst/>
              <a:ahLst/>
              <a:cxnLst/>
              <a:rect l="l" t="t" r="r" b="b"/>
              <a:pathLst>
                <a:path w="18" h="67" extrusionOk="0">
                  <a:moveTo>
                    <a:pt x="17" y="0"/>
                  </a:moveTo>
                  <a:cubicBezTo>
                    <a:pt x="17" y="0"/>
                    <a:pt x="17" y="17"/>
                    <a:pt x="1" y="17"/>
                  </a:cubicBezTo>
                  <a:cubicBezTo>
                    <a:pt x="1" y="33"/>
                    <a:pt x="1" y="50"/>
                    <a:pt x="17" y="66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31"/>
            <p:cNvSpPr/>
            <p:nvPr/>
          </p:nvSpPr>
          <p:spPr>
            <a:xfrm>
              <a:off x="4115000" y="3227600"/>
              <a:ext cx="6000" cy="5325"/>
            </a:xfrm>
            <a:custGeom>
              <a:avLst/>
              <a:gdLst/>
              <a:ahLst/>
              <a:cxnLst/>
              <a:rect l="l" t="t" r="r" b="b"/>
              <a:pathLst>
                <a:path w="240" h="213" extrusionOk="0">
                  <a:moveTo>
                    <a:pt x="137" y="1"/>
                  </a:moveTo>
                  <a:cubicBezTo>
                    <a:pt x="120" y="1"/>
                    <a:pt x="104" y="1"/>
                    <a:pt x="87" y="17"/>
                  </a:cubicBezTo>
                  <a:cubicBezTo>
                    <a:pt x="33" y="38"/>
                    <a:pt x="1" y="87"/>
                    <a:pt x="17" y="157"/>
                  </a:cubicBezTo>
                  <a:cubicBezTo>
                    <a:pt x="42" y="194"/>
                    <a:pt x="78" y="213"/>
                    <a:pt x="116" y="213"/>
                  </a:cubicBezTo>
                  <a:cubicBezTo>
                    <a:pt x="128" y="213"/>
                    <a:pt x="141" y="211"/>
                    <a:pt x="153" y="207"/>
                  </a:cubicBezTo>
                  <a:cubicBezTo>
                    <a:pt x="174" y="207"/>
                    <a:pt x="190" y="190"/>
                    <a:pt x="207" y="174"/>
                  </a:cubicBezTo>
                  <a:cubicBezTo>
                    <a:pt x="223" y="157"/>
                    <a:pt x="240" y="104"/>
                    <a:pt x="223" y="71"/>
                  </a:cubicBezTo>
                  <a:cubicBezTo>
                    <a:pt x="207" y="38"/>
                    <a:pt x="174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31"/>
            <p:cNvSpPr/>
            <p:nvPr/>
          </p:nvSpPr>
          <p:spPr>
            <a:xfrm>
              <a:off x="4174675" y="3256875"/>
              <a:ext cx="4775" cy="2075"/>
            </a:xfrm>
            <a:custGeom>
              <a:avLst/>
              <a:gdLst/>
              <a:ahLst/>
              <a:cxnLst/>
              <a:rect l="l" t="t" r="r" b="b"/>
              <a:pathLst>
                <a:path w="191" h="83" extrusionOk="0">
                  <a:moveTo>
                    <a:pt x="104" y="0"/>
                  </a:moveTo>
                  <a:cubicBezTo>
                    <a:pt x="71" y="0"/>
                    <a:pt x="34" y="17"/>
                    <a:pt x="1" y="33"/>
                  </a:cubicBezTo>
                  <a:cubicBezTo>
                    <a:pt x="71" y="50"/>
                    <a:pt x="120" y="66"/>
                    <a:pt x="190" y="83"/>
                  </a:cubicBezTo>
                  <a:cubicBezTo>
                    <a:pt x="190" y="66"/>
                    <a:pt x="174" y="66"/>
                    <a:pt x="174" y="50"/>
                  </a:cubicBezTo>
                  <a:cubicBezTo>
                    <a:pt x="157" y="33"/>
                    <a:pt x="120" y="17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31"/>
            <p:cNvSpPr/>
            <p:nvPr/>
          </p:nvSpPr>
          <p:spPr>
            <a:xfrm>
              <a:off x="4006350" y="2982800"/>
              <a:ext cx="3450" cy="4775"/>
            </a:xfrm>
            <a:custGeom>
              <a:avLst/>
              <a:gdLst/>
              <a:ahLst/>
              <a:cxnLst/>
              <a:rect l="l" t="t" r="r" b="b"/>
              <a:pathLst>
                <a:path w="138" h="191" extrusionOk="0">
                  <a:moveTo>
                    <a:pt x="104" y="1"/>
                  </a:moveTo>
                  <a:cubicBezTo>
                    <a:pt x="67" y="71"/>
                    <a:pt x="34" y="120"/>
                    <a:pt x="1" y="174"/>
                  </a:cubicBezTo>
                  <a:cubicBezTo>
                    <a:pt x="17" y="190"/>
                    <a:pt x="34" y="190"/>
                    <a:pt x="50" y="190"/>
                  </a:cubicBezTo>
                  <a:cubicBezTo>
                    <a:pt x="67" y="190"/>
                    <a:pt x="104" y="174"/>
                    <a:pt x="121" y="157"/>
                  </a:cubicBezTo>
                  <a:cubicBezTo>
                    <a:pt x="137" y="120"/>
                    <a:pt x="137" y="104"/>
                    <a:pt x="137" y="71"/>
                  </a:cubicBezTo>
                  <a:cubicBezTo>
                    <a:pt x="137" y="54"/>
                    <a:pt x="121" y="17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31"/>
            <p:cNvSpPr/>
            <p:nvPr/>
          </p:nvSpPr>
          <p:spPr>
            <a:xfrm>
              <a:off x="4361550" y="3029600"/>
              <a:ext cx="4250" cy="4425"/>
            </a:xfrm>
            <a:custGeom>
              <a:avLst/>
              <a:gdLst/>
              <a:ahLst/>
              <a:cxnLst/>
              <a:rect l="l" t="t" r="r" b="b"/>
              <a:pathLst>
                <a:path w="170" h="177" extrusionOk="0">
                  <a:moveTo>
                    <a:pt x="137" y="0"/>
                  </a:moveTo>
                  <a:cubicBezTo>
                    <a:pt x="83" y="54"/>
                    <a:pt x="50" y="104"/>
                    <a:pt x="0" y="157"/>
                  </a:cubicBezTo>
                  <a:cubicBezTo>
                    <a:pt x="17" y="174"/>
                    <a:pt x="33" y="174"/>
                    <a:pt x="50" y="174"/>
                  </a:cubicBezTo>
                  <a:cubicBezTo>
                    <a:pt x="59" y="176"/>
                    <a:pt x="68" y="177"/>
                    <a:pt x="77" y="177"/>
                  </a:cubicBezTo>
                  <a:cubicBezTo>
                    <a:pt x="132" y="177"/>
                    <a:pt x="170" y="133"/>
                    <a:pt x="170" y="87"/>
                  </a:cubicBezTo>
                  <a:cubicBezTo>
                    <a:pt x="170" y="71"/>
                    <a:pt x="170" y="38"/>
                    <a:pt x="153" y="21"/>
                  </a:cubicBezTo>
                  <a:cubicBezTo>
                    <a:pt x="153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31"/>
            <p:cNvSpPr/>
            <p:nvPr/>
          </p:nvSpPr>
          <p:spPr>
            <a:xfrm>
              <a:off x="4230125" y="3221525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3" y="0"/>
                  </a:moveTo>
                  <a:cubicBezTo>
                    <a:pt x="51" y="0"/>
                    <a:pt x="14" y="33"/>
                    <a:pt x="1" y="91"/>
                  </a:cubicBezTo>
                  <a:lnTo>
                    <a:pt x="1" y="140"/>
                  </a:lnTo>
                  <a:cubicBezTo>
                    <a:pt x="17" y="140"/>
                    <a:pt x="17" y="157"/>
                    <a:pt x="17" y="157"/>
                  </a:cubicBezTo>
                  <a:cubicBezTo>
                    <a:pt x="34" y="178"/>
                    <a:pt x="67" y="194"/>
                    <a:pt x="83" y="194"/>
                  </a:cubicBezTo>
                  <a:cubicBezTo>
                    <a:pt x="95" y="197"/>
                    <a:pt x="107" y="198"/>
                    <a:pt x="117" y="198"/>
                  </a:cubicBezTo>
                  <a:cubicBezTo>
                    <a:pt x="170" y="198"/>
                    <a:pt x="207" y="166"/>
                    <a:pt x="207" y="107"/>
                  </a:cubicBezTo>
                  <a:cubicBezTo>
                    <a:pt x="207" y="91"/>
                    <a:pt x="207" y="54"/>
                    <a:pt x="186" y="37"/>
                  </a:cubicBezTo>
                  <a:cubicBezTo>
                    <a:pt x="170" y="21"/>
                    <a:pt x="153" y="4"/>
                    <a:pt x="120" y="4"/>
                  </a:cubicBezTo>
                  <a:cubicBezTo>
                    <a:pt x="111" y="2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31"/>
            <p:cNvSpPr/>
            <p:nvPr/>
          </p:nvSpPr>
          <p:spPr>
            <a:xfrm>
              <a:off x="4021825" y="2963950"/>
              <a:ext cx="3425" cy="3425"/>
            </a:xfrm>
            <a:custGeom>
              <a:avLst/>
              <a:gdLst/>
              <a:ahLst/>
              <a:cxnLst/>
              <a:rect l="l" t="t" r="r" b="b"/>
              <a:pathLst>
                <a:path w="137" h="137" extrusionOk="0">
                  <a:moveTo>
                    <a:pt x="136" y="0"/>
                  </a:moveTo>
                  <a:cubicBezTo>
                    <a:pt x="87" y="50"/>
                    <a:pt x="50" y="87"/>
                    <a:pt x="0" y="120"/>
                  </a:cubicBezTo>
                  <a:cubicBezTo>
                    <a:pt x="17" y="136"/>
                    <a:pt x="33" y="136"/>
                    <a:pt x="50" y="136"/>
                  </a:cubicBezTo>
                  <a:cubicBezTo>
                    <a:pt x="66" y="120"/>
                    <a:pt x="103" y="120"/>
                    <a:pt x="120" y="87"/>
                  </a:cubicBezTo>
                  <a:cubicBezTo>
                    <a:pt x="136" y="70"/>
                    <a:pt x="136" y="50"/>
                    <a:pt x="136" y="17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31"/>
            <p:cNvSpPr/>
            <p:nvPr/>
          </p:nvSpPr>
          <p:spPr>
            <a:xfrm>
              <a:off x="4383000" y="3058875"/>
              <a:ext cx="3425" cy="5175"/>
            </a:xfrm>
            <a:custGeom>
              <a:avLst/>
              <a:gdLst/>
              <a:ahLst/>
              <a:cxnLst/>
              <a:rect l="l" t="t" r="r" b="b"/>
              <a:pathLst>
                <a:path w="137" h="207" extrusionOk="0">
                  <a:moveTo>
                    <a:pt x="103" y="0"/>
                  </a:moveTo>
                  <a:cubicBezTo>
                    <a:pt x="70" y="0"/>
                    <a:pt x="50" y="17"/>
                    <a:pt x="33" y="33"/>
                  </a:cubicBezTo>
                  <a:cubicBezTo>
                    <a:pt x="17" y="66"/>
                    <a:pt x="0" y="87"/>
                    <a:pt x="0" y="120"/>
                  </a:cubicBezTo>
                  <a:cubicBezTo>
                    <a:pt x="17" y="120"/>
                    <a:pt x="17" y="136"/>
                    <a:pt x="17" y="136"/>
                  </a:cubicBezTo>
                  <a:cubicBezTo>
                    <a:pt x="17" y="153"/>
                    <a:pt x="33" y="169"/>
                    <a:pt x="50" y="190"/>
                  </a:cubicBezTo>
                  <a:cubicBezTo>
                    <a:pt x="70" y="206"/>
                    <a:pt x="103" y="206"/>
                    <a:pt x="136" y="206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31"/>
            <p:cNvSpPr/>
            <p:nvPr/>
          </p:nvSpPr>
          <p:spPr>
            <a:xfrm>
              <a:off x="4308675" y="30485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4" y="0"/>
                    <a:pt x="71" y="0"/>
                    <a:pt x="54" y="17"/>
                  </a:cubicBezTo>
                  <a:cubicBezTo>
                    <a:pt x="17" y="33"/>
                    <a:pt x="17" y="50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69"/>
                  </a:lnTo>
                  <a:cubicBezTo>
                    <a:pt x="33" y="190"/>
                    <a:pt x="71" y="206"/>
                    <a:pt x="87" y="206"/>
                  </a:cubicBezTo>
                  <a:cubicBezTo>
                    <a:pt x="157" y="206"/>
                    <a:pt x="207" y="169"/>
                    <a:pt x="207" y="120"/>
                  </a:cubicBezTo>
                  <a:cubicBezTo>
                    <a:pt x="223" y="87"/>
                    <a:pt x="207" y="66"/>
                    <a:pt x="190" y="33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31"/>
            <p:cNvSpPr/>
            <p:nvPr/>
          </p:nvSpPr>
          <p:spPr>
            <a:xfrm>
              <a:off x="4296200" y="30412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71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36"/>
                  </a:cubicBezTo>
                  <a:cubicBezTo>
                    <a:pt x="17" y="153"/>
                    <a:pt x="17" y="153"/>
                    <a:pt x="38" y="173"/>
                  </a:cubicBezTo>
                  <a:cubicBezTo>
                    <a:pt x="54" y="190"/>
                    <a:pt x="71" y="206"/>
                    <a:pt x="104" y="206"/>
                  </a:cubicBezTo>
                  <a:cubicBezTo>
                    <a:pt x="120" y="206"/>
                    <a:pt x="157" y="206"/>
                    <a:pt x="174" y="190"/>
                  </a:cubicBezTo>
                  <a:cubicBezTo>
                    <a:pt x="190" y="173"/>
                    <a:pt x="207" y="136"/>
                    <a:pt x="223" y="120"/>
                  </a:cubicBezTo>
                  <a:cubicBezTo>
                    <a:pt x="223" y="87"/>
                    <a:pt x="207" y="70"/>
                    <a:pt x="190" y="33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31"/>
            <p:cNvSpPr/>
            <p:nvPr/>
          </p:nvSpPr>
          <p:spPr>
            <a:xfrm>
              <a:off x="4257550" y="304067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6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17" y="23"/>
                    <a:pt x="0" y="73"/>
                    <a:pt x="17" y="143"/>
                  </a:cubicBezTo>
                  <a:cubicBezTo>
                    <a:pt x="33" y="183"/>
                    <a:pt x="74" y="203"/>
                    <a:pt x="116" y="203"/>
                  </a:cubicBezTo>
                  <a:cubicBezTo>
                    <a:pt x="130" y="203"/>
                    <a:pt x="144" y="201"/>
                    <a:pt x="157" y="196"/>
                  </a:cubicBezTo>
                  <a:cubicBezTo>
                    <a:pt x="207" y="176"/>
                    <a:pt x="244" y="110"/>
                    <a:pt x="223" y="56"/>
                  </a:cubicBezTo>
                  <a:cubicBezTo>
                    <a:pt x="198" y="19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31"/>
            <p:cNvSpPr/>
            <p:nvPr/>
          </p:nvSpPr>
          <p:spPr>
            <a:xfrm>
              <a:off x="4242500" y="3074750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4" y="0"/>
                  </a:moveTo>
                  <a:cubicBezTo>
                    <a:pt x="71" y="0"/>
                    <a:pt x="38" y="17"/>
                    <a:pt x="21" y="70"/>
                  </a:cubicBezTo>
                  <a:lnTo>
                    <a:pt x="1" y="87"/>
                  </a:lnTo>
                  <a:cubicBezTo>
                    <a:pt x="1" y="103"/>
                    <a:pt x="1" y="120"/>
                    <a:pt x="21" y="136"/>
                  </a:cubicBezTo>
                  <a:cubicBezTo>
                    <a:pt x="21" y="173"/>
                    <a:pt x="38" y="190"/>
                    <a:pt x="71" y="190"/>
                  </a:cubicBezTo>
                  <a:cubicBezTo>
                    <a:pt x="71" y="206"/>
                    <a:pt x="87" y="206"/>
                    <a:pt x="87" y="206"/>
                  </a:cubicBezTo>
                  <a:cubicBezTo>
                    <a:pt x="157" y="206"/>
                    <a:pt x="207" y="173"/>
                    <a:pt x="207" y="120"/>
                  </a:cubicBezTo>
                  <a:cubicBezTo>
                    <a:pt x="227" y="87"/>
                    <a:pt x="207" y="70"/>
                    <a:pt x="190" y="33"/>
                  </a:cubicBezTo>
                  <a:cubicBezTo>
                    <a:pt x="174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31"/>
            <p:cNvSpPr/>
            <p:nvPr/>
          </p:nvSpPr>
          <p:spPr>
            <a:xfrm>
              <a:off x="4282900" y="30472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11" y="0"/>
                  </a:moveTo>
                  <a:cubicBezTo>
                    <a:pt x="75" y="0"/>
                    <a:pt x="40" y="15"/>
                    <a:pt x="17" y="39"/>
                  </a:cubicBezTo>
                  <a:cubicBezTo>
                    <a:pt x="1" y="72"/>
                    <a:pt x="1" y="88"/>
                    <a:pt x="1" y="121"/>
                  </a:cubicBezTo>
                  <a:lnTo>
                    <a:pt x="1" y="142"/>
                  </a:lnTo>
                  <a:cubicBezTo>
                    <a:pt x="17" y="158"/>
                    <a:pt x="17" y="175"/>
                    <a:pt x="34" y="191"/>
                  </a:cubicBezTo>
                  <a:cubicBezTo>
                    <a:pt x="54" y="204"/>
                    <a:pt x="77" y="209"/>
                    <a:pt x="99" y="209"/>
                  </a:cubicBezTo>
                  <a:cubicBezTo>
                    <a:pt x="135" y="209"/>
                    <a:pt x="170" y="195"/>
                    <a:pt x="190" y="175"/>
                  </a:cubicBezTo>
                  <a:cubicBezTo>
                    <a:pt x="207" y="158"/>
                    <a:pt x="207" y="121"/>
                    <a:pt x="207" y="88"/>
                  </a:cubicBezTo>
                  <a:cubicBezTo>
                    <a:pt x="207" y="72"/>
                    <a:pt x="190" y="39"/>
                    <a:pt x="174" y="18"/>
                  </a:cubicBezTo>
                  <a:cubicBezTo>
                    <a:pt x="154" y="6"/>
                    <a:pt x="132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31"/>
            <p:cNvSpPr/>
            <p:nvPr/>
          </p:nvSpPr>
          <p:spPr>
            <a:xfrm>
              <a:off x="4291450" y="3069175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5" y="1"/>
                  </a:moveTo>
                  <a:cubicBezTo>
                    <a:pt x="87" y="1"/>
                    <a:pt x="71" y="1"/>
                    <a:pt x="38" y="17"/>
                  </a:cubicBezTo>
                  <a:cubicBezTo>
                    <a:pt x="22" y="34"/>
                    <a:pt x="1" y="50"/>
                    <a:pt x="1" y="87"/>
                  </a:cubicBezTo>
                  <a:lnTo>
                    <a:pt x="1" y="137"/>
                  </a:lnTo>
                  <a:lnTo>
                    <a:pt x="22" y="153"/>
                  </a:lnTo>
                  <a:cubicBezTo>
                    <a:pt x="38" y="190"/>
                    <a:pt x="55" y="190"/>
                    <a:pt x="87" y="207"/>
                  </a:cubicBezTo>
                  <a:cubicBezTo>
                    <a:pt x="141" y="207"/>
                    <a:pt x="191" y="170"/>
                    <a:pt x="207" y="120"/>
                  </a:cubicBezTo>
                  <a:cubicBezTo>
                    <a:pt x="207" y="87"/>
                    <a:pt x="207" y="50"/>
                    <a:pt x="191" y="34"/>
                  </a:cubicBezTo>
                  <a:cubicBezTo>
                    <a:pt x="174" y="17"/>
                    <a:pt x="141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31"/>
            <p:cNvSpPr/>
            <p:nvPr/>
          </p:nvSpPr>
          <p:spPr>
            <a:xfrm>
              <a:off x="4256300" y="305442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94" y="1"/>
                  </a:moveTo>
                  <a:cubicBezTo>
                    <a:pt x="51" y="1"/>
                    <a:pt x="15" y="34"/>
                    <a:pt x="1" y="92"/>
                  </a:cubicBezTo>
                  <a:cubicBezTo>
                    <a:pt x="1" y="108"/>
                    <a:pt x="1" y="125"/>
                    <a:pt x="17" y="141"/>
                  </a:cubicBezTo>
                  <a:lnTo>
                    <a:pt x="17" y="162"/>
                  </a:lnTo>
                  <a:cubicBezTo>
                    <a:pt x="34" y="178"/>
                    <a:pt x="67" y="195"/>
                    <a:pt x="88" y="211"/>
                  </a:cubicBezTo>
                  <a:cubicBezTo>
                    <a:pt x="154" y="211"/>
                    <a:pt x="207" y="178"/>
                    <a:pt x="207" y="125"/>
                  </a:cubicBezTo>
                  <a:cubicBezTo>
                    <a:pt x="224" y="92"/>
                    <a:pt x="207" y="59"/>
                    <a:pt x="191" y="38"/>
                  </a:cubicBezTo>
                  <a:cubicBezTo>
                    <a:pt x="170" y="22"/>
                    <a:pt x="154" y="5"/>
                    <a:pt x="121" y="5"/>
                  </a:cubicBezTo>
                  <a:cubicBezTo>
                    <a:pt x="111" y="2"/>
                    <a:pt x="102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31"/>
            <p:cNvSpPr/>
            <p:nvPr/>
          </p:nvSpPr>
          <p:spPr>
            <a:xfrm>
              <a:off x="4263125" y="301495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7" y="1"/>
                  </a:moveTo>
                  <a:cubicBezTo>
                    <a:pt x="54" y="1"/>
                    <a:pt x="17" y="34"/>
                    <a:pt x="0" y="92"/>
                  </a:cubicBezTo>
                  <a:lnTo>
                    <a:pt x="0" y="125"/>
                  </a:lnTo>
                  <a:cubicBezTo>
                    <a:pt x="0" y="125"/>
                    <a:pt x="0" y="141"/>
                    <a:pt x="21" y="141"/>
                  </a:cubicBezTo>
                  <a:lnTo>
                    <a:pt x="21" y="158"/>
                  </a:lnTo>
                  <a:cubicBezTo>
                    <a:pt x="37" y="195"/>
                    <a:pt x="70" y="195"/>
                    <a:pt x="87" y="211"/>
                  </a:cubicBezTo>
                  <a:cubicBezTo>
                    <a:pt x="124" y="211"/>
                    <a:pt x="157" y="195"/>
                    <a:pt x="173" y="195"/>
                  </a:cubicBezTo>
                  <a:cubicBezTo>
                    <a:pt x="190" y="174"/>
                    <a:pt x="206" y="141"/>
                    <a:pt x="206" y="125"/>
                  </a:cubicBezTo>
                  <a:cubicBezTo>
                    <a:pt x="206" y="92"/>
                    <a:pt x="206" y="71"/>
                    <a:pt x="190" y="55"/>
                  </a:cubicBezTo>
                  <a:cubicBezTo>
                    <a:pt x="190" y="22"/>
                    <a:pt x="157" y="5"/>
                    <a:pt x="124" y="5"/>
                  </a:cubicBezTo>
                  <a:cubicBezTo>
                    <a:pt x="115" y="2"/>
                    <a:pt x="106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31"/>
            <p:cNvSpPr/>
            <p:nvPr/>
          </p:nvSpPr>
          <p:spPr>
            <a:xfrm>
              <a:off x="4262300" y="30286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4" y="0"/>
                  </a:moveTo>
                  <a:cubicBezTo>
                    <a:pt x="53" y="0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17" y="141"/>
                    <a:pt x="17" y="161"/>
                    <a:pt x="17" y="161"/>
                  </a:cubicBezTo>
                  <a:cubicBezTo>
                    <a:pt x="33" y="194"/>
                    <a:pt x="54" y="194"/>
                    <a:pt x="87" y="211"/>
                  </a:cubicBezTo>
                  <a:cubicBezTo>
                    <a:pt x="136" y="211"/>
                    <a:pt x="206" y="178"/>
                    <a:pt x="206" y="124"/>
                  </a:cubicBezTo>
                  <a:cubicBezTo>
                    <a:pt x="206" y="91"/>
                    <a:pt x="206" y="58"/>
                    <a:pt x="190" y="37"/>
                  </a:cubicBezTo>
                  <a:cubicBezTo>
                    <a:pt x="173" y="21"/>
                    <a:pt x="157" y="4"/>
                    <a:pt x="120" y="4"/>
                  </a:cubicBezTo>
                  <a:cubicBezTo>
                    <a:pt x="111" y="2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31"/>
            <p:cNvSpPr/>
            <p:nvPr/>
          </p:nvSpPr>
          <p:spPr>
            <a:xfrm>
              <a:off x="4208175" y="3048875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5" y="0"/>
                  </a:moveTo>
                  <a:cubicBezTo>
                    <a:pt x="54" y="0"/>
                    <a:pt x="14" y="33"/>
                    <a:pt x="1" y="91"/>
                  </a:cubicBezTo>
                  <a:lnTo>
                    <a:pt x="1" y="141"/>
                  </a:lnTo>
                  <a:cubicBezTo>
                    <a:pt x="17" y="178"/>
                    <a:pt x="54" y="194"/>
                    <a:pt x="87" y="194"/>
                  </a:cubicBezTo>
                  <a:cubicBezTo>
                    <a:pt x="99" y="197"/>
                    <a:pt x="110" y="198"/>
                    <a:pt x="121" y="198"/>
                  </a:cubicBezTo>
                  <a:cubicBezTo>
                    <a:pt x="173" y="198"/>
                    <a:pt x="207" y="166"/>
                    <a:pt x="207" y="108"/>
                  </a:cubicBezTo>
                  <a:cubicBezTo>
                    <a:pt x="207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2" y="2"/>
                    <a:pt x="103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31"/>
            <p:cNvSpPr/>
            <p:nvPr/>
          </p:nvSpPr>
          <p:spPr>
            <a:xfrm>
              <a:off x="4210350" y="303335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24" y="1"/>
                  </a:moveTo>
                  <a:cubicBezTo>
                    <a:pt x="112" y="1"/>
                    <a:pt x="99" y="3"/>
                    <a:pt x="87" y="7"/>
                  </a:cubicBezTo>
                  <a:cubicBezTo>
                    <a:pt x="17" y="24"/>
                    <a:pt x="0" y="94"/>
                    <a:pt x="17" y="143"/>
                  </a:cubicBezTo>
                  <a:cubicBezTo>
                    <a:pt x="17" y="160"/>
                    <a:pt x="33" y="160"/>
                    <a:pt x="50" y="180"/>
                  </a:cubicBezTo>
                  <a:cubicBezTo>
                    <a:pt x="64" y="192"/>
                    <a:pt x="93" y="204"/>
                    <a:pt x="121" y="204"/>
                  </a:cubicBezTo>
                  <a:cubicBezTo>
                    <a:pt x="132" y="204"/>
                    <a:pt x="143" y="202"/>
                    <a:pt x="153" y="197"/>
                  </a:cubicBezTo>
                  <a:cubicBezTo>
                    <a:pt x="190" y="180"/>
                    <a:pt x="223" y="143"/>
                    <a:pt x="223" y="110"/>
                  </a:cubicBezTo>
                  <a:lnTo>
                    <a:pt x="223" y="57"/>
                  </a:lnTo>
                  <a:cubicBezTo>
                    <a:pt x="198" y="19"/>
                    <a:pt x="162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31"/>
            <p:cNvSpPr/>
            <p:nvPr/>
          </p:nvSpPr>
          <p:spPr>
            <a:xfrm>
              <a:off x="4206425" y="30639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0" y="0"/>
                  </a:moveTo>
                  <a:cubicBezTo>
                    <a:pt x="37" y="0"/>
                    <a:pt x="1" y="33"/>
                    <a:pt x="1" y="91"/>
                  </a:cubicBezTo>
                  <a:lnTo>
                    <a:pt x="1" y="141"/>
                  </a:lnTo>
                  <a:lnTo>
                    <a:pt x="21" y="157"/>
                  </a:lnTo>
                  <a:cubicBezTo>
                    <a:pt x="38" y="174"/>
                    <a:pt x="54" y="194"/>
                    <a:pt x="87" y="211"/>
                  </a:cubicBezTo>
                  <a:cubicBezTo>
                    <a:pt x="124" y="211"/>
                    <a:pt x="141" y="194"/>
                    <a:pt x="157" y="174"/>
                  </a:cubicBezTo>
                  <a:cubicBezTo>
                    <a:pt x="190" y="174"/>
                    <a:pt x="207" y="141"/>
                    <a:pt x="207" y="124"/>
                  </a:cubicBezTo>
                  <a:cubicBezTo>
                    <a:pt x="207" y="91"/>
                    <a:pt x="207" y="54"/>
                    <a:pt x="190" y="37"/>
                  </a:cubicBezTo>
                  <a:cubicBezTo>
                    <a:pt x="174" y="21"/>
                    <a:pt x="141" y="4"/>
                    <a:pt x="124" y="4"/>
                  </a:cubicBezTo>
                  <a:cubicBezTo>
                    <a:pt x="112" y="2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31"/>
            <p:cNvSpPr/>
            <p:nvPr/>
          </p:nvSpPr>
          <p:spPr>
            <a:xfrm>
              <a:off x="4202600" y="30777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12" y="1"/>
                  </a:moveTo>
                  <a:cubicBezTo>
                    <a:pt x="83" y="1"/>
                    <a:pt x="54" y="14"/>
                    <a:pt x="34" y="32"/>
                  </a:cubicBezTo>
                  <a:cubicBezTo>
                    <a:pt x="17" y="69"/>
                    <a:pt x="1" y="85"/>
                    <a:pt x="17" y="118"/>
                  </a:cubicBezTo>
                  <a:lnTo>
                    <a:pt x="17" y="135"/>
                  </a:lnTo>
                  <a:cubicBezTo>
                    <a:pt x="17" y="155"/>
                    <a:pt x="34" y="172"/>
                    <a:pt x="50" y="188"/>
                  </a:cubicBezTo>
                  <a:cubicBezTo>
                    <a:pt x="67" y="203"/>
                    <a:pt x="90" y="211"/>
                    <a:pt x="113" y="211"/>
                  </a:cubicBezTo>
                  <a:cubicBezTo>
                    <a:pt x="141" y="211"/>
                    <a:pt x="170" y="199"/>
                    <a:pt x="191" y="172"/>
                  </a:cubicBezTo>
                  <a:cubicBezTo>
                    <a:pt x="207" y="155"/>
                    <a:pt x="224" y="118"/>
                    <a:pt x="224" y="102"/>
                  </a:cubicBezTo>
                  <a:cubicBezTo>
                    <a:pt x="224" y="69"/>
                    <a:pt x="207" y="52"/>
                    <a:pt x="174" y="32"/>
                  </a:cubicBezTo>
                  <a:cubicBezTo>
                    <a:pt x="157" y="9"/>
                    <a:pt x="135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31"/>
            <p:cNvSpPr/>
            <p:nvPr/>
          </p:nvSpPr>
          <p:spPr>
            <a:xfrm>
              <a:off x="4209000" y="31274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4" y="0"/>
                  </a:moveTo>
                  <a:cubicBezTo>
                    <a:pt x="59" y="0"/>
                    <a:pt x="19" y="47"/>
                    <a:pt x="1" y="90"/>
                  </a:cubicBezTo>
                  <a:lnTo>
                    <a:pt x="1" y="143"/>
                  </a:lnTo>
                  <a:cubicBezTo>
                    <a:pt x="21" y="143"/>
                    <a:pt x="21" y="160"/>
                    <a:pt x="21" y="160"/>
                  </a:cubicBezTo>
                  <a:cubicBezTo>
                    <a:pt x="38" y="193"/>
                    <a:pt x="71" y="193"/>
                    <a:pt x="87" y="209"/>
                  </a:cubicBezTo>
                  <a:cubicBezTo>
                    <a:pt x="157" y="209"/>
                    <a:pt x="207" y="176"/>
                    <a:pt x="207" y="127"/>
                  </a:cubicBezTo>
                  <a:cubicBezTo>
                    <a:pt x="207" y="90"/>
                    <a:pt x="207" y="57"/>
                    <a:pt x="190" y="40"/>
                  </a:cubicBezTo>
                  <a:cubicBezTo>
                    <a:pt x="174" y="24"/>
                    <a:pt x="157" y="3"/>
                    <a:pt x="124" y="3"/>
                  </a:cubicBezTo>
                  <a:cubicBezTo>
                    <a:pt x="118" y="1"/>
                    <a:pt x="11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31"/>
            <p:cNvSpPr/>
            <p:nvPr/>
          </p:nvSpPr>
          <p:spPr>
            <a:xfrm>
              <a:off x="4267450" y="3060900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07" y="0"/>
                  </a:moveTo>
                  <a:cubicBezTo>
                    <a:pt x="95" y="0"/>
                    <a:pt x="83" y="2"/>
                    <a:pt x="70" y="6"/>
                  </a:cubicBezTo>
                  <a:cubicBezTo>
                    <a:pt x="17" y="39"/>
                    <a:pt x="0" y="88"/>
                    <a:pt x="17" y="142"/>
                  </a:cubicBezTo>
                  <a:cubicBezTo>
                    <a:pt x="31" y="183"/>
                    <a:pt x="82" y="216"/>
                    <a:pt x="130" y="216"/>
                  </a:cubicBezTo>
                  <a:cubicBezTo>
                    <a:pt x="139" y="216"/>
                    <a:pt x="148" y="215"/>
                    <a:pt x="157" y="212"/>
                  </a:cubicBezTo>
                  <a:cubicBezTo>
                    <a:pt x="206" y="175"/>
                    <a:pt x="239" y="125"/>
                    <a:pt x="206" y="72"/>
                  </a:cubicBezTo>
                  <a:cubicBezTo>
                    <a:pt x="193" y="32"/>
                    <a:pt x="156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31"/>
            <p:cNvSpPr/>
            <p:nvPr/>
          </p:nvSpPr>
          <p:spPr>
            <a:xfrm>
              <a:off x="4286300" y="3033400"/>
              <a:ext cx="5700" cy="5050"/>
            </a:xfrm>
            <a:custGeom>
              <a:avLst/>
              <a:gdLst/>
              <a:ahLst/>
              <a:cxnLst/>
              <a:rect l="l" t="t" r="r" b="b"/>
              <a:pathLst>
                <a:path w="228" h="202" extrusionOk="0">
                  <a:moveTo>
                    <a:pt x="98" y="1"/>
                  </a:moveTo>
                  <a:cubicBezTo>
                    <a:pt x="55" y="1"/>
                    <a:pt x="18" y="34"/>
                    <a:pt x="1" y="92"/>
                  </a:cubicBezTo>
                  <a:cubicBezTo>
                    <a:pt x="1" y="108"/>
                    <a:pt x="1" y="125"/>
                    <a:pt x="21" y="141"/>
                  </a:cubicBezTo>
                  <a:lnTo>
                    <a:pt x="21" y="158"/>
                  </a:lnTo>
                  <a:cubicBezTo>
                    <a:pt x="38" y="178"/>
                    <a:pt x="71" y="195"/>
                    <a:pt x="87" y="195"/>
                  </a:cubicBezTo>
                  <a:cubicBezTo>
                    <a:pt x="98" y="200"/>
                    <a:pt x="109" y="202"/>
                    <a:pt x="119" y="202"/>
                  </a:cubicBezTo>
                  <a:cubicBezTo>
                    <a:pt x="142" y="202"/>
                    <a:pt x="162" y="190"/>
                    <a:pt x="174" y="178"/>
                  </a:cubicBezTo>
                  <a:cubicBezTo>
                    <a:pt x="190" y="158"/>
                    <a:pt x="207" y="141"/>
                    <a:pt x="207" y="108"/>
                  </a:cubicBezTo>
                  <a:cubicBezTo>
                    <a:pt x="228" y="92"/>
                    <a:pt x="207" y="55"/>
                    <a:pt x="190" y="38"/>
                  </a:cubicBezTo>
                  <a:cubicBezTo>
                    <a:pt x="174" y="22"/>
                    <a:pt x="157" y="5"/>
                    <a:pt x="124" y="5"/>
                  </a:cubicBezTo>
                  <a:cubicBezTo>
                    <a:pt x="115" y="2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31"/>
            <p:cNvSpPr/>
            <p:nvPr/>
          </p:nvSpPr>
          <p:spPr>
            <a:xfrm>
              <a:off x="4211175" y="309970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103" y="0"/>
                    <a:pt x="70" y="0"/>
                    <a:pt x="54" y="16"/>
                  </a:cubicBezTo>
                  <a:cubicBezTo>
                    <a:pt x="17" y="33"/>
                    <a:pt x="17" y="49"/>
                    <a:pt x="0" y="82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53"/>
                  </a:lnTo>
                  <a:cubicBezTo>
                    <a:pt x="37" y="186"/>
                    <a:pt x="70" y="206"/>
                    <a:pt x="87" y="206"/>
                  </a:cubicBezTo>
                  <a:cubicBezTo>
                    <a:pt x="157" y="206"/>
                    <a:pt x="206" y="169"/>
                    <a:pt x="206" y="120"/>
                  </a:cubicBezTo>
                  <a:cubicBezTo>
                    <a:pt x="223" y="82"/>
                    <a:pt x="206" y="66"/>
                    <a:pt x="190" y="33"/>
                  </a:cubicBezTo>
                  <a:cubicBezTo>
                    <a:pt x="173" y="16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31"/>
            <p:cNvSpPr/>
            <p:nvPr/>
          </p:nvSpPr>
          <p:spPr>
            <a:xfrm>
              <a:off x="4209925" y="31137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3" y="1"/>
                  </a:moveTo>
                  <a:cubicBezTo>
                    <a:pt x="51" y="1"/>
                    <a:pt x="14" y="33"/>
                    <a:pt x="1" y="91"/>
                  </a:cubicBezTo>
                  <a:lnTo>
                    <a:pt x="1" y="124"/>
                  </a:lnTo>
                  <a:lnTo>
                    <a:pt x="17" y="141"/>
                  </a:lnTo>
                  <a:lnTo>
                    <a:pt x="17" y="162"/>
                  </a:lnTo>
                  <a:cubicBezTo>
                    <a:pt x="34" y="194"/>
                    <a:pt x="67" y="194"/>
                    <a:pt x="87" y="211"/>
                  </a:cubicBezTo>
                  <a:cubicBezTo>
                    <a:pt x="120" y="211"/>
                    <a:pt x="153" y="194"/>
                    <a:pt x="170" y="194"/>
                  </a:cubicBezTo>
                  <a:cubicBezTo>
                    <a:pt x="190" y="178"/>
                    <a:pt x="207" y="141"/>
                    <a:pt x="207" y="124"/>
                  </a:cubicBezTo>
                  <a:cubicBezTo>
                    <a:pt x="223" y="91"/>
                    <a:pt x="207" y="75"/>
                    <a:pt x="207" y="58"/>
                  </a:cubicBezTo>
                  <a:cubicBezTo>
                    <a:pt x="190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31"/>
            <p:cNvSpPr/>
            <p:nvPr/>
          </p:nvSpPr>
          <p:spPr>
            <a:xfrm>
              <a:off x="4364550" y="3078050"/>
              <a:ext cx="6000" cy="5375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13" y="0"/>
                  </a:moveTo>
                  <a:cubicBezTo>
                    <a:pt x="104" y="0"/>
                    <a:pt x="95" y="1"/>
                    <a:pt x="87" y="4"/>
                  </a:cubicBezTo>
                  <a:cubicBezTo>
                    <a:pt x="33" y="41"/>
                    <a:pt x="0" y="91"/>
                    <a:pt x="17" y="144"/>
                  </a:cubicBezTo>
                  <a:cubicBezTo>
                    <a:pt x="30" y="185"/>
                    <a:pt x="80" y="215"/>
                    <a:pt x="125" y="215"/>
                  </a:cubicBezTo>
                  <a:cubicBezTo>
                    <a:pt x="134" y="215"/>
                    <a:pt x="144" y="213"/>
                    <a:pt x="153" y="210"/>
                  </a:cubicBezTo>
                  <a:cubicBezTo>
                    <a:pt x="206" y="194"/>
                    <a:pt x="239" y="124"/>
                    <a:pt x="223" y="74"/>
                  </a:cubicBezTo>
                  <a:cubicBezTo>
                    <a:pt x="195" y="30"/>
                    <a:pt x="154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31"/>
            <p:cNvSpPr/>
            <p:nvPr/>
          </p:nvSpPr>
          <p:spPr>
            <a:xfrm>
              <a:off x="4204775" y="2980950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0" y="0"/>
                  </a:moveTo>
                  <a:cubicBezTo>
                    <a:pt x="67" y="0"/>
                    <a:pt x="45" y="14"/>
                    <a:pt x="34" y="25"/>
                  </a:cubicBezTo>
                  <a:cubicBezTo>
                    <a:pt x="17" y="42"/>
                    <a:pt x="1" y="58"/>
                    <a:pt x="1" y="91"/>
                  </a:cubicBezTo>
                  <a:lnTo>
                    <a:pt x="1" y="145"/>
                  </a:lnTo>
                  <a:cubicBezTo>
                    <a:pt x="17" y="178"/>
                    <a:pt x="50" y="194"/>
                    <a:pt x="87" y="194"/>
                  </a:cubicBezTo>
                  <a:lnTo>
                    <a:pt x="104" y="194"/>
                  </a:lnTo>
                  <a:cubicBezTo>
                    <a:pt x="111" y="197"/>
                    <a:pt x="119" y="199"/>
                    <a:pt x="126" y="199"/>
                  </a:cubicBezTo>
                  <a:cubicBezTo>
                    <a:pt x="168" y="199"/>
                    <a:pt x="207" y="154"/>
                    <a:pt x="207" y="112"/>
                  </a:cubicBezTo>
                  <a:cubicBezTo>
                    <a:pt x="207" y="91"/>
                    <a:pt x="207" y="58"/>
                    <a:pt x="190" y="42"/>
                  </a:cubicBezTo>
                  <a:cubicBezTo>
                    <a:pt x="170" y="25"/>
                    <a:pt x="153" y="9"/>
                    <a:pt x="120" y="9"/>
                  </a:cubicBezTo>
                  <a:cubicBezTo>
                    <a:pt x="110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31"/>
            <p:cNvSpPr/>
            <p:nvPr/>
          </p:nvSpPr>
          <p:spPr>
            <a:xfrm>
              <a:off x="4203425" y="299695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95" y="0"/>
                  </a:moveTo>
                  <a:cubicBezTo>
                    <a:pt x="41" y="0"/>
                    <a:pt x="1" y="44"/>
                    <a:pt x="1" y="90"/>
                  </a:cubicBezTo>
                  <a:lnTo>
                    <a:pt x="1" y="140"/>
                  </a:lnTo>
                  <a:lnTo>
                    <a:pt x="17" y="156"/>
                  </a:lnTo>
                  <a:cubicBezTo>
                    <a:pt x="38" y="193"/>
                    <a:pt x="55" y="193"/>
                    <a:pt x="88" y="210"/>
                  </a:cubicBezTo>
                  <a:cubicBezTo>
                    <a:pt x="141" y="210"/>
                    <a:pt x="191" y="173"/>
                    <a:pt x="207" y="123"/>
                  </a:cubicBezTo>
                  <a:cubicBezTo>
                    <a:pt x="207" y="90"/>
                    <a:pt x="207" y="53"/>
                    <a:pt x="191" y="37"/>
                  </a:cubicBezTo>
                  <a:cubicBezTo>
                    <a:pt x="174" y="20"/>
                    <a:pt x="141" y="4"/>
                    <a:pt x="121" y="4"/>
                  </a:cubicBezTo>
                  <a:cubicBezTo>
                    <a:pt x="112" y="1"/>
                    <a:pt x="103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31"/>
            <p:cNvSpPr/>
            <p:nvPr/>
          </p:nvSpPr>
          <p:spPr>
            <a:xfrm>
              <a:off x="4206950" y="2969150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09" y="0"/>
                  </a:moveTo>
                  <a:cubicBezTo>
                    <a:pt x="80" y="0"/>
                    <a:pt x="51" y="13"/>
                    <a:pt x="33" y="31"/>
                  </a:cubicBezTo>
                  <a:cubicBezTo>
                    <a:pt x="17" y="68"/>
                    <a:pt x="0" y="85"/>
                    <a:pt x="17" y="118"/>
                  </a:cubicBezTo>
                  <a:lnTo>
                    <a:pt x="17" y="134"/>
                  </a:lnTo>
                  <a:cubicBezTo>
                    <a:pt x="17" y="151"/>
                    <a:pt x="33" y="171"/>
                    <a:pt x="50" y="188"/>
                  </a:cubicBezTo>
                  <a:cubicBezTo>
                    <a:pt x="66" y="204"/>
                    <a:pt x="103" y="204"/>
                    <a:pt x="120" y="204"/>
                  </a:cubicBezTo>
                  <a:cubicBezTo>
                    <a:pt x="153" y="204"/>
                    <a:pt x="169" y="188"/>
                    <a:pt x="186" y="171"/>
                  </a:cubicBezTo>
                  <a:cubicBezTo>
                    <a:pt x="206" y="151"/>
                    <a:pt x="223" y="118"/>
                    <a:pt x="223" y="101"/>
                  </a:cubicBezTo>
                  <a:cubicBezTo>
                    <a:pt x="223" y="68"/>
                    <a:pt x="206" y="48"/>
                    <a:pt x="169" y="31"/>
                  </a:cubicBezTo>
                  <a:cubicBezTo>
                    <a:pt x="154" y="9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31"/>
            <p:cNvSpPr/>
            <p:nvPr/>
          </p:nvSpPr>
          <p:spPr>
            <a:xfrm>
              <a:off x="4211575" y="3020875"/>
              <a:ext cx="5700" cy="5350"/>
            </a:xfrm>
            <a:custGeom>
              <a:avLst/>
              <a:gdLst/>
              <a:ahLst/>
              <a:cxnLst/>
              <a:rect l="l" t="t" r="r" b="b"/>
              <a:pathLst>
                <a:path w="228" h="214" extrusionOk="0">
                  <a:moveTo>
                    <a:pt x="114" y="1"/>
                  </a:moveTo>
                  <a:cubicBezTo>
                    <a:pt x="85" y="1"/>
                    <a:pt x="56" y="13"/>
                    <a:pt x="38" y="40"/>
                  </a:cubicBezTo>
                  <a:cubicBezTo>
                    <a:pt x="21" y="61"/>
                    <a:pt x="1" y="94"/>
                    <a:pt x="1" y="110"/>
                  </a:cubicBezTo>
                  <a:cubicBezTo>
                    <a:pt x="1" y="127"/>
                    <a:pt x="21" y="143"/>
                    <a:pt x="21" y="143"/>
                  </a:cubicBezTo>
                  <a:cubicBezTo>
                    <a:pt x="21" y="164"/>
                    <a:pt x="38" y="180"/>
                    <a:pt x="54" y="197"/>
                  </a:cubicBezTo>
                  <a:cubicBezTo>
                    <a:pt x="71" y="213"/>
                    <a:pt x="87" y="213"/>
                    <a:pt x="124" y="213"/>
                  </a:cubicBezTo>
                  <a:cubicBezTo>
                    <a:pt x="157" y="213"/>
                    <a:pt x="174" y="197"/>
                    <a:pt x="190" y="180"/>
                  </a:cubicBezTo>
                  <a:cubicBezTo>
                    <a:pt x="207" y="143"/>
                    <a:pt x="227" y="127"/>
                    <a:pt x="227" y="94"/>
                  </a:cubicBezTo>
                  <a:cubicBezTo>
                    <a:pt x="207" y="77"/>
                    <a:pt x="207" y="40"/>
                    <a:pt x="174" y="24"/>
                  </a:cubicBezTo>
                  <a:cubicBezTo>
                    <a:pt x="159" y="9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31"/>
            <p:cNvSpPr/>
            <p:nvPr/>
          </p:nvSpPr>
          <p:spPr>
            <a:xfrm>
              <a:off x="4243025" y="2979825"/>
              <a:ext cx="4650" cy="4750"/>
            </a:xfrm>
            <a:custGeom>
              <a:avLst/>
              <a:gdLst/>
              <a:ahLst/>
              <a:cxnLst/>
              <a:rect l="l" t="t" r="r" b="b"/>
              <a:pathLst>
                <a:path w="186" h="190" extrusionOk="0">
                  <a:moveTo>
                    <a:pt x="33" y="0"/>
                  </a:moveTo>
                  <a:cubicBezTo>
                    <a:pt x="17" y="17"/>
                    <a:pt x="0" y="33"/>
                    <a:pt x="0" y="70"/>
                  </a:cubicBezTo>
                  <a:lnTo>
                    <a:pt x="0" y="120"/>
                  </a:lnTo>
                  <a:lnTo>
                    <a:pt x="17" y="136"/>
                  </a:lnTo>
                  <a:cubicBezTo>
                    <a:pt x="33" y="173"/>
                    <a:pt x="66" y="190"/>
                    <a:pt x="83" y="190"/>
                  </a:cubicBezTo>
                  <a:cubicBezTo>
                    <a:pt x="136" y="190"/>
                    <a:pt x="169" y="173"/>
                    <a:pt x="186" y="136"/>
                  </a:cubicBezTo>
                  <a:cubicBezTo>
                    <a:pt x="136" y="87"/>
                    <a:pt x="83" y="54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31"/>
            <p:cNvSpPr/>
            <p:nvPr/>
          </p:nvSpPr>
          <p:spPr>
            <a:xfrm>
              <a:off x="4099125" y="30261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0" y="0"/>
                  </a:moveTo>
                  <a:cubicBezTo>
                    <a:pt x="54" y="0"/>
                    <a:pt x="17" y="44"/>
                    <a:pt x="17" y="90"/>
                  </a:cubicBezTo>
                  <a:cubicBezTo>
                    <a:pt x="1" y="106"/>
                    <a:pt x="17" y="123"/>
                    <a:pt x="17" y="139"/>
                  </a:cubicBezTo>
                  <a:cubicBezTo>
                    <a:pt x="17" y="160"/>
                    <a:pt x="17" y="160"/>
                    <a:pt x="34" y="160"/>
                  </a:cubicBezTo>
                  <a:cubicBezTo>
                    <a:pt x="50" y="193"/>
                    <a:pt x="67" y="210"/>
                    <a:pt x="104" y="210"/>
                  </a:cubicBezTo>
                  <a:cubicBezTo>
                    <a:pt x="120" y="210"/>
                    <a:pt x="153" y="210"/>
                    <a:pt x="170" y="193"/>
                  </a:cubicBezTo>
                  <a:cubicBezTo>
                    <a:pt x="207" y="177"/>
                    <a:pt x="207" y="139"/>
                    <a:pt x="223" y="123"/>
                  </a:cubicBezTo>
                  <a:cubicBezTo>
                    <a:pt x="223" y="90"/>
                    <a:pt x="223" y="73"/>
                    <a:pt x="207" y="36"/>
                  </a:cubicBezTo>
                  <a:cubicBezTo>
                    <a:pt x="190" y="20"/>
                    <a:pt x="153" y="3"/>
                    <a:pt x="137" y="3"/>
                  </a:cubicBezTo>
                  <a:cubicBezTo>
                    <a:pt x="127" y="1"/>
                    <a:pt x="118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31"/>
            <p:cNvSpPr/>
            <p:nvPr/>
          </p:nvSpPr>
          <p:spPr>
            <a:xfrm>
              <a:off x="4201775" y="30107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1" y="1"/>
                  </a:moveTo>
                  <a:cubicBezTo>
                    <a:pt x="104" y="1"/>
                    <a:pt x="67" y="1"/>
                    <a:pt x="50" y="17"/>
                  </a:cubicBezTo>
                  <a:cubicBezTo>
                    <a:pt x="17" y="34"/>
                    <a:pt x="1" y="71"/>
                    <a:pt x="1" y="88"/>
                  </a:cubicBezTo>
                  <a:cubicBezTo>
                    <a:pt x="1" y="104"/>
                    <a:pt x="1" y="121"/>
                    <a:pt x="17" y="137"/>
                  </a:cubicBezTo>
                  <a:lnTo>
                    <a:pt x="17" y="174"/>
                  </a:lnTo>
                  <a:cubicBezTo>
                    <a:pt x="34" y="191"/>
                    <a:pt x="67" y="207"/>
                    <a:pt x="83" y="207"/>
                  </a:cubicBezTo>
                  <a:cubicBezTo>
                    <a:pt x="93" y="209"/>
                    <a:pt x="102" y="210"/>
                    <a:pt x="111" y="210"/>
                  </a:cubicBezTo>
                  <a:cubicBezTo>
                    <a:pt x="167" y="210"/>
                    <a:pt x="207" y="167"/>
                    <a:pt x="207" y="121"/>
                  </a:cubicBezTo>
                  <a:cubicBezTo>
                    <a:pt x="224" y="104"/>
                    <a:pt x="207" y="71"/>
                    <a:pt x="187" y="55"/>
                  </a:cubicBezTo>
                  <a:cubicBezTo>
                    <a:pt x="170" y="17"/>
                    <a:pt x="154" y="17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31"/>
            <p:cNvSpPr/>
            <p:nvPr/>
          </p:nvSpPr>
          <p:spPr>
            <a:xfrm>
              <a:off x="4102125" y="30898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70" y="0"/>
                    <a:pt x="0" y="33"/>
                    <a:pt x="0" y="87"/>
                  </a:cubicBezTo>
                  <a:lnTo>
                    <a:pt x="0" y="136"/>
                  </a:lnTo>
                  <a:cubicBezTo>
                    <a:pt x="17" y="153"/>
                    <a:pt x="17" y="153"/>
                    <a:pt x="17" y="169"/>
                  </a:cubicBezTo>
                  <a:cubicBezTo>
                    <a:pt x="33" y="190"/>
                    <a:pt x="50" y="206"/>
                    <a:pt x="87" y="206"/>
                  </a:cubicBezTo>
                  <a:cubicBezTo>
                    <a:pt x="136" y="206"/>
                    <a:pt x="206" y="169"/>
                    <a:pt x="206" y="120"/>
                  </a:cubicBezTo>
                  <a:cubicBezTo>
                    <a:pt x="206" y="87"/>
                    <a:pt x="206" y="66"/>
                    <a:pt x="190" y="33"/>
                  </a:cubicBezTo>
                  <a:cubicBezTo>
                    <a:pt x="173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31"/>
            <p:cNvSpPr/>
            <p:nvPr/>
          </p:nvSpPr>
          <p:spPr>
            <a:xfrm>
              <a:off x="4199625" y="3027400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90" y="0"/>
                  </a:moveTo>
                  <a:cubicBezTo>
                    <a:pt x="49" y="0"/>
                    <a:pt x="14" y="35"/>
                    <a:pt x="0" y="88"/>
                  </a:cubicBezTo>
                  <a:lnTo>
                    <a:pt x="0" y="142"/>
                  </a:lnTo>
                  <a:cubicBezTo>
                    <a:pt x="17" y="142"/>
                    <a:pt x="17" y="159"/>
                    <a:pt x="17" y="159"/>
                  </a:cubicBezTo>
                  <a:cubicBezTo>
                    <a:pt x="33" y="175"/>
                    <a:pt x="66" y="192"/>
                    <a:pt x="87" y="212"/>
                  </a:cubicBezTo>
                  <a:cubicBezTo>
                    <a:pt x="120" y="212"/>
                    <a:pt x="136" y="192"/>
                    <a:pt x="169" y="175"/>
                  </a:cubicBezTo>
                  <a:cubicBezTo>
                    <a:pt x="190" y="175"/>
                    <a:pt x="207" y="142"/>
                    <a:pt x="207" y="126"/>
                  </a:cubicBezTo>
                  <a:cubicBezTo>
                    <a:pt x="207" y="88"/>
                    <a:pt x="207" y="55"/>
                    <a:pt x="190" y="39"/>
                  </a:cubicBezTo>
                  <a:cubicBezTo>
                    <a:pt x="169" y="22"/>
                    <a:pt x="153" y="6"/>
                    <a:pt x="120" y="6"/>
                  </a:cubicBezTo>
                  <a:cubicBezTo>
                    <a:pt x="110" y="2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31"/>
            <p:cNvSpPr/>
            <p:nvPr/>
          </p:nvSpPr>
          <p:spPr>
            <a:xfrm>
              <a:off x="4095625" y="3040175"/>
              <a:ext cx="5700" cy="5150"/>
            </a:xfrm>
            <a:custGeom>
              <a:avLst/>
              <a:gdLst/>
              <a:ahLst/>
              <a:cxnLst/>
              <a:rect l="l" t="t" r="r" b="b"/>
              <a:pathLst>
                <a:path w="228" h="206" extrusionOk="0">
                  <a:moveTo>
                    <a:pt x="113" y="1"/>
                  </a:moveTo>
                  <a:cubicBezTo>
                    <a:pt x="85" y="1"/>
                    <a:pt x="56" y="14"/>
                    <a:pt x="38" y="43"/>
                  </a:cubicBezTo>
                  <a:cubicBezTo>
                    <a:pt x="21" y="60"/>
                    <a:pt x="0" y="93"/>
                    <a:pt x="0" y="113"/>
                  </a:cubicBezTo>
                  <a:cubicBezTo>
                    <a:pt x="0" y="130"/>
                    <a:pt x="21" y="130"/>
                    <a:pt x="21" y="146"/>
                  </a:cubicBezTo>
                  <a:cubicBezTo>
                    <a:pt x="21" y="163"/>
                    <a:pt x="38" y="179"/>
                    <a:pt x="54" y="179"/>
                  </a:cubicBezTo>
                  <a:cubicBezTo>
                    <a:pt x="69" y="196"/>
                    <a:pt x="92" y="205"/>
                    <a:pt x="115" y="205"/>
                  </a:cubicBezTo>
                  <a:cubicBezTo>
                    <a:pt x="143" y="205"/>
                    <a:pt x="172" y="192"/>
                    <a:pt x="190" y="163"/>
                  </a:cubicBezTo>
                  <a:cubicBezTo>
                    <a:pt x="207" y="146"/>
                    <a:pt x="227" y="113"/>
                    <a:pt x="227" y="93"/>
                  </a:cubicBezTo>
                  <a:cubicBezTo>
                    <a:pt x="207" y="60"/>
                    <a:pt x="207" y="43"/>
                    <a:pt x="174" y="27"/>
                  </a:cubicBezTo>
                  <a:cubicBezTo>
                    <a:pt x="159" y="10"/>
                    <a:pt x="136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31"/>
            <p:cNvSpPr/>
            <p:nvPr/>
          </p:nvSpPr>
          <p:spPr>
            <a:xfrm>
              <a:off x="4346500" y="30493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9" y="1"/>
                  </a:moveTo>
                  <a:cubicBezTo>
                    <a:pt x="54" y="1"/>
                    <a:pt x="15" y="44"/>
                    <a:pt x="1" y="91"/>
                  </a:cubicBezTo>
                  <a:cubicBezTo>
                    <a:pt x="1" y="107"/>
                    <a:pt x="1" y="124"/>
                    <a:pt x="17" y="140"/>
                  </a:cubicBezTo>
                  <a:lnTo>
                    <a:pt x="17" y="161"/>
                  </a:lnTo>
                  <a:cubicBezTo>
                    <a:pt x="34" y="194"/>
                    <a:pt x="67" y="210"/>
                    <a:pt x="87" y="210"/>
                  </a:cubicBezTo>
                  <a:cubicBezTo>
                    <a:pt x="153" y="210"/>
                    <a:pt x="207" y="177"/>
                    <a:pt x="207" y="124"/>
                  </a:cubicBezTo>
                  <a:cubicBezTo>
                    <a:pt x="223" y="91"/>
                    <a:pt x="207" y="74"/>
                    <a:pt x="190" y="37"/>
                  </a:cubicBezTo>
                  <a:cubicBezTo>
                    <a:pt x="170" y="21"/>
                    <a:pt x="153" y="4"/>
                    <a:pt x="120" y="4"/>
                  </a:cubicBezTo>
                  <a:cubicBezTo>
                    <a:pt x="113" y="2"/>
                    <a:pt x="106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31"/>
            <p:cNvSpPr/>
            <p:nvPr/>
          </p:nvSpPr>
          <p:spPr>
            <a:xfrm>
              <a:off x="4349900" y="309797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103" y="1"/>
                  </a:moveTo>
                  <a:cubicBezTo>
                    <a:pt x="75" y="1"/>
                    <a:pt x="46" y="14"/>
                    <a:pt x="17" y="32"/>
                  </a:cubicBezTo>
                  <a:cubicBezTo>
                    <a:pt x="1" y="69"/>
                    <a:pt x="1" y="85"/>
                    <a:pt x="1" y="118"/>
                  </a:cubicBezTo>
                  <a:cubicBezTo>
                    <a:pt x="1" y="118"/>
                    <a:pt x="1" y="135"/>
                    <a:pt x="17" y="135"/>
                  </a:cubicBezTo>
                  <a:cubicBezTo>
                    <a:pt x="17" y="151"/>
                    <a:pt x="34" y="172"/>
                    <a:pt x="34" y="189"/>
                  </a:cubicBezTo>
                  <a:cubicBezTo>
                    <a:pt x="58" y="203"/>
                    <a:pt x="85" y="212"/>
                    <a:pt x="111" y="212"/>
                  </a:cubicBezTo>
                  <a:cubicBezTo>
                    <a:pt x="143" y="212"/>
                    <a:pt x="172" y="199"/>
                    <a:pt x="190" y="172"/>
                  </a:cubicBezTo>
                  <a:cubicBezTo>
                    <a:pt x="207" y="151"/>
                    <a:pt x="207" y="118"/>
                    <a:pt x="207" y="102"/>
                  </a:cubicBezTo>
                  <a:cubicBezTo>
                    <a:pt x="207" y="69"/>
                    <a:pt x="190" y="48"/>
                    <a:pt x="174" y="32"/>
                  </a:cubicBezTo>
                  <a:cubicBezTo>
                    <a:pt x="150" y="10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31"/>
            <p:cNvSpPr/>
            <p:nvPr/>
          </p:nvSpPr>
          <p:spPr>
            <a:xfrm>
              <a:off x="4349500" y="3112425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98" y="0"/>
                  </a:moveTo>
                  <a:cubicBezTo>
                    <a:pt x="67" y="0"/>
                    <a:pt x="30" y="29"/>
                    <a:pt x="17" y="56"/>
                  </a:cubicBezTo>
                  <a:cubicBezTo>
                    <a:pt x="17" y="72"/>
                    <a:pt x="17" y="72"/>
                    <a:pt x="0" y="89"/>
                  </a:cubicBezTo>
                  <a:cubicBezTo>
                    <a:pt x="0" y="109"/>
                    <a:pt x="0" y="126"/>
                    <a:pt x="17" y="142"/>
                  </a:cubicBezTo>
                  <a:cubicBezTo>
                    <a:pt x="17" y="159"/>
                    <a:pt x="50" y="192"/>
                    <a:pt x="70" y="192"/>
                  </a:cubicBezTo>
                  <a:cubicBezTo>
                    <a:pt x="70" y="192"/>
                    <a:pt x="87" y="213"/>
                    <a:pt x="103" y="213"/>
                  </a:cubicBezTo>
                  <a:cubicBezTo>
                    <a:pt x="153" y="213"/>
                    <a:pt x="206" y="175"/>
                    <a:pt x="223" y="126"/>
                  </a:cubicBezTo>
                  <a:cubicBezTo>
                    <a:pt x="223" y="89"/>
                    <a:pt x="206" y="56"/>
                    <a:pt x="190" y="39"/>
                  </a:cubicBezTo>
                  <a:cubicBezTo>
                    <a:pt x="173" y="23"/>
                    <a:pt x="153" y="6"/>
                    <a:pt x="120" y="6"/>
                  </a:cubicBezTo>
                  <a:cubicBezTo>
                    <a:pt x="113" y="2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31"/>
            <p:cNvSpPr/>
            <p:nvPr/>
          </p:nvSpPr>
          <p:spPr>
            <a:xfrm>
              <a:off x="4342575" y="306130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17" y="0"/>
                  </a:moveTo>
                  <a:cubicBezTo>
                    <a:pt x="103" y="0"/>
                    <a:pt x="88" y="3"/>
                    <a:pt x="71" y="6"/>
                  </a:cubicBezTo>
                  <a:cubicBezTo>
                    <a:pt x="17" y="23"/>
                    <a:pt x="1" y="93"/>
                    <a:pt x="17" y="142"/>
                  </a:cubicBezTo>
                  <a:cubicBezTo>
                    <a:pt x="17" y="159"/>
                    <a:pt x="38" y="175"/>
                    <a:pt x="54" y="175"/>
                  </a:cubicBezTo>
                  <a:cubicBezTo>
                    <a:pt x="64" y="198"/>
                    <a:pt x="86" y="207"/>
                    <a:pt x="110" y="207"/>
                  </a:cubicBezTo>
                  <a:cubicBezTo>
                    <a:pt x="126" y="207"/>
                    <a:pt x="143" y="203"/>
                    <a:pt x="158" y="196"/>
                  </a:cubicBezTo>
                  <a:cubicBezTo>
                    <a:pt x="191" y="196"/>
                    <a:pt x="224" y="159"/>
                    <a:pt x="224" y="109"/>
                  </a:cubicBezTo>
                  <a:cubicBezTo>
                    <a:pt x="224" y="93"/>
                    <a:pt x="224" y="72"/>
                    <a:pt x="207" y="72"/>
                  </a:cubicBezTo>
                  <a:cubicBezTo>
                    <a:pt x="194" y="22"/>
                    <a:pt x="163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31"/>
            <p:cNvSpPr/>
            <p:nvPr/>
          </p:nvSpPr>
          <p:spPr>
            <a:xfrm>
              <a:off x="4356800" y="3059275"/>
              <a:ext cx="6000" cy="5300"/>
            </a:xfrm>
            <a:custGeom>
              <a:avLst/>
              <a:gdLst/>
              <a:ahLst/>
              <a:cxnLst/>
              <a:rect l="l" t="t" r="r" b="b"/>
              <a:pathLst>
                <a:path w="240" h="212" extrusionOk="0">
                  <a:moveTo>
                    <a:pt x="67" y="1"/>
                  </a:moveTo>
                  <a:cubicBezTo>
                    <a:pt x="50" y="17"/>
                    <a:pt x="34" y="34"/>
                    <a:pt x="17" y="50"/>
                  </a:cubicBezTo>
                  <a:cubicBezTo>
                    <a:pt x="1" y="87"/>
                    <a:pt x="1" y="104"/>
                    <a:pt x="17" y="137"/>
                  </a:cubicBezTo>
                  <a:cubicBezTo>
                    <a:pt x="31" y="181"/>
                    <a:pt x="81" y="211"/>
                    <a:pt x="126" y="211"/>
                  </a:cubicBezTo>
                  <a:cubicBezTo>
                    <a:pt x="135" y="211"/>
                    <a:pt x="145" y="210"/>
                    <a:pt x="153" y="207"/>
                  </a:cubicBezTo>
                  <a:cubicBezTo>
                    <a:pt x="207" y="174"/>
                    <a:pt x="240" y="120"/>
                    <a:pt x="207" y="71"/>
                  </a:cubicBezTo>
                  <a:cubicBezTo>
                    <a:pt x="207" y="34"/>
                    <a:pt x="170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31"/>
            <p:cNvSpPr/>
            <p:nvPr/>
          </p:nvSpPr>
          <p:spPr>
            <a:xfrm>
              <a:off x="4357625" y="3042750"/>
              <a:ext cx="5600" cy="5150"/>
            </a:xfrm>
            <a:custGeom>
              <a:avLst/>
              <a:gdLst/>
              <a:ahLst/>
              <a:cxnLst/>
              <a:rect l="l" t="t" r="r" b="b"/>
              <a:pathLst>
                <a:path w="224" h="206" extrusionOk="0">
                  <a:moveTo>
                    <a:pt x="103" y="1"/>
                  </a:moveTo>
                  <a:cubicBezTo>
                    <a:pt x="75" y="1"/>
                    <a:pt x="47" y="14"/>
                    <a:pt x="17" y="43"/>
                  </a:cubicBezTo>
                  <a:cubicBezTo>
                    <a:pt x="1" y="60"/>
                    <a:pt x="1" y="76"/>
                    <a:pt x="1" y="113"/>
                  </a:cubicBezTo>
                  <a:cubicBezTo>
                    <a:pt x="1" y="130"/>
                    <a:pt x="1" y="130"/>
                    <a:pt x="17" y="146"/>
                  </a:cubicBezTo>
                  <a:cubicBezTo>
                    <a:pt x="17" y="163"/>
                    <a:pt x="34" y="163"/>
                    <a:pt x="34" y="179"/>
                  </a:cubicBezTo>
                  <a:cubicBezTo>
                    <a:pt x="58" y="196"/>
                    <a:pt x="86" y="206"/>
                    <a:pt x="112" y="206"/>
                  </a:cubicBezTo>
                  <a:cubicBezTo>
                    <a:pt x="143" y="206"/>
                    <a:pt x="172" y="192"/>
                    <a:pt x="190" y="163"/>
                  </a:cubicBezTo>
                  <a:cubicBezTo>
                    <a:pt x="223" y="130"/>
                    <a:pt x="223" y="60"/>
                    <a:pt x="174" y="27"/>
                  </a:cubicBezTo>
                  <a:cubicBezTo>
                    <a:pt x="150" y="10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31"/>
            <p:cNvSpPr/>
            <p:nvPr/>
          </p:nvSpPr>
          <p:spPr>
            <a:xfrm>
              <a:off x="4352475" y="3070725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3" y="1"/>
                  </a:moveTo>
                  <a:cubicBezTo>
                    <a:pt x="104" y="1"/>
                    <a:pt x="95" y="2"/>
                    <a:pt x="87" y="5"/>
                  </a:cubicBezTo>
                  <a:cubicBezTo>
                    <a:pt x="34" y="42"/>
                    <a:pt x="1" y="91"/>
                    <a:pt x="34" y="145"/>
                  </a:cubicBezTo>
                  <a:cubicBezTo>
                    <a:pt x="50" y="185"/>
                    <a:pt x="86" y="217"/>
                    <a:pt x="136" y="217"/>
                  </a:cubicBezTo>
                  <a:cubicBezTo>
                    <a:pt x="148" y="217"/>
                    <a:pt x="160" y="215"/>
                    <a:pt x="174" y="211"/>
                  </a:cubicBezTo>
                  <a:cubicBezTo>
                    <a:pt x="223" y="178"/>
                    <a:pt x="240" y="128"/>
                    <a:pt x="223" y="75"/>
                  </a:cubicBezTo>
                  <a:cubicBezTo>
                    <a:pt x="210" y="33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31"/>
            <p:cNvSpPr/>
            <p:nvPr/>
          </p:nvSpPr>
          <p:spPr>
            <a:xfrm>
              <a:off x="4023050" y="30261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7" y="0"/>
                  </a:moveTo>
                  <a:cubicBezTo>
                    <a:pt x="107" y="0"/>
                    <a:pt x="97" y="1"/>
                    <a:pt x="87" y="4"/>
                  </a:cubicBezTo>
                  <a:cubicBezTo>
                    <a:pt x="38" y="37"/>
                    <a:pt x="1" y="91"/>
                    <a:pt x="17" y="140"/>
                  </a:cubicBezTo>
                  <a:cubicBezTo>
                    <a:pt x="38" y="161"/>
                    <a:pt x="38" y="178"/>
                    <a:pt x="54" y="178"/>
                  </a:cubicBezTo>
                  <a:cubicBezTo>
                    <a:pt x="87" y="211"/>
                    <a:pt x="120" y="211"/>
                    <a:pt x="158" y="211"/>
                  </a:cubicBezTo>
                  <a:cubicBezTo>
                    <a:pt x="207" y="194"/>
                    <a:pt x="224" y="161"/>
                    <a:pt x="224" y="107"/>
                  </a:cubicBezTo>
                  <a:lnTo>
                    <a:pt x="224" y="74"/>
                  </a:lnTo>
                  <a:cubicBezTo>
                    <a:pt x="210" y="30"/>
                    <a:pt x="163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31"/>
            <p:cNvSpPr/>
            <p:nvPr/>
          </p:nvSpPr>
          <p:spPr>
            <a:xfrm>
              <a:off x="4124475" y="301140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08" y="0"/>
                  </a:moveTo>
                  <a:cubicBezTo>
                    <a:pt x="83" y="0"/>
                    <a:pt x="57" y="13"/>
                    <a:pt x="34" y="28"/>
                  </a:cubicBezTo>
                  <a:cubicBezTo>
                    <a:pt x="17" y="44"/>
                    <a:pt x="17" y="61"/>
                    <a:pt x="17" y="94"/>
                  </a:cubicBezTo>
                  <a:cubicBezTo>
                    <a:pt x="1" y="110"/>
                    <a:pt x="17" y="131"/>
                    <a:pt x="17" y="147"/>
                  </a:cubicBezTo>
                  <a:cubicBezTo>
                    <a:pt x="34" y="180"/>
                    <a:pt x="67" y="197"/>
                    <a:pt x="104" y="213"/>
                  </a:cubicBezTo>
                  <a:cubicBezTo>
                    <a:pt x="153" y="213"/>
                    <a:pt x="207" y="180"/>
                    <a:pt x="223" y="131"/>
                  </a:cubicBezTo>
                  <a:cubicBezTo>
                    <a:pt x="223" y="94"/>
                    <a:pt x="223" y="61"/>
                    <a:pt x="207" y="44"/>
                  </a:cubicBezTo>
                  <a:cubicBezTo>
                    <a:pt x="186" y="28"/>
                    <a:pt x="153" y="7"/>
                    <a:pt x="137" y="7"/>
                  </a:cubicBezTo>
                  <a:cubicBezTo>
                    <a:pt x="127" y="2"/>
                    <a:pt x="118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31"/>
            <p:cNvSpPr/>
            <p:nvPr/>
          </p:nvSpPr>
          <p:spPr>
            <a:xfrm>
              <a:off x="4119325" y="30578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1" y="0"/>
                  </a:moveTo>
                  <a:cubicBezTo>
                    <a:pt x="55" y="0"/>
                    <a:pt x="17" y="47"/>
                    <a:pt x="17" y="90"/>
                  </a:cubicBezTo>
                  <a:cubicBezTo>
                    <a:pt x="1" y="106"/>
                    <a:pt x="17" y="127"/>
                    <a:pt x="17" y="143"/>
                  </a:cubicBezTo>
                  <a:cubicBezTo>
                    <a:pt x="17" y="143"/>
                    <a:pt x="17" y="160"/>
                    <a:pt x="34" y="160"/>
                  </a:cubicBezTo>
                  <a:cubicBezTo>
                    <a:pt x="50" y="193"/>
                    <a:pt x="67" y="193"/>
                    <a:pt x="104" y="209"/>
                  </a:cubicBezTo>
                  <a:cubicBezTo>
                    <a:pt x="120" y="209"/>
                    <a:pt x="153" y="209"/>
                    <a:pt x="170" y="193"/>
                  </a:cubicBezTo>
                  <a:cubicBezTo>
                    <a:pt x="207" y="176"/>
                    <a:pt x="207" y="143"/>
                    <a:pt x="223" y="127"/>
                  </a:cubicBezTo>
                  <a:cubicBezTo>
                    <a:pt x="223" y="90"/>
                    <a:pt x="223" y="73"/>
                    <a:pt x="207" y="40"/>
                  </a:cubicBezTo>
                  <a:cubicBezTo>
                    <a:pt x="186" y="24"/>
                    <a:pt x="153" y="3"/>
                    <a:pt x="137" y="3"/>
                  </a:cubicBezTo>
                  <a:cubicBezTo>
                    <a:pt x="128" y="1"/>
                    <a:pt x="119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31"/>
            <p:cNvSpPr/>
            <p:nvPr/>
          </p:nvSpPr>
          <p:spPr>
            <a:xfrm>
              <a:off x="4127050" y="2999850"/>
              <a:ext cx="5200" cy="5100"/>
            </a:xfrm>
            <a:custGeom>
              <a:avLst/>
              <a:gdLst/>
              <a:ahLst/>
              <a:cxnLst/>
              <a:rect l="l" t="t" r="r" b="b"/>
              <a:pathLst>
                <a:path w="208" h="204" extrusionOk="0">
                  <a:moveTo>
                    <a:pt x="96" y="1"/>
                  </a:moveTo>
                  <a:cubicBezTo>
                    <a:pt x="65" y="1"/>
                    <a:pt x="36" y="13"/>
                    <a:pt x="17" y="40"/>
                  </a:cubicBezTo>
                  <a:cubicBezTo>
                    <a:pt x="1" y="57"/>
                    <a:pt x="1" y="77"/>
                    <a:pt x="1" y="110"/>
                  </a:cubicBezTo>
                  <a:lnTo>
                    <a:pt x="1" y="143"/>
                  </a:lnTo>
                  <a:cubicBezTo>
                    <a:pt x="17" y="160"/>
                    <a:pt x="17" y="160"/>
                    <a:pt x="34" y="180"/>
                  </a:cubicBezTo>
                  <a:cubicBezTo>
                    <a:pt x="57" y="192"/>
                    <a:pt x="72" y="204"/>
                    <a:pt x="92" y="204"/>
                  </a:cubicBezTo>
                  <a:cubicBezTo>
                    <a:pt x="100" y="204"/>
                    <a:pt x="110" y="202"/>
                    <a:pt x="120" y="197"/>
                  </a:cubicBezTo>
                  <a:cubicBezTo>
                    <a:pt x="137" y="197"/>
                    <a:pt x="170" y="180"/>
                    <a:pt x="186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86" y="40"/>
                    <a:pt x="170" y="24"/>
                  </a:cubicBezTo>
                  <a:cubicBezTo>
                    <a:pt x="148" y="9"/>
                    <a:pt x="121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31"/>
            <p:cNvSpPr/>
            <p:nvPr/>
          </p:nvSpPr>
          <p:spPr>
            <a:xfrm>
              <a:off x="4340925" y="3075000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10" y="0"/>
                  </a:moveTo>
                  <a:cubicBezTo>
                    <a:pt x="81" y="0"/>
                    <a:pt x="52" y="13"/>
                    <a:pt x="34" y="40"/>
                  </a:cubicBezTo>
                  <a:cubicBezTo>
                    <a:pt x="17" y="60"/>
                    <a:pt x="1" y="93"/>
                    <a:pt x="1" y="110"/>
                  </a:cubicBezTo>
                  <a:cubicBezTo>
                    <a:pt x="1" y="126"/>
                    <a:pt x="17" y="126"/>
                    <a:pt x="17" y="143"/>
                  </a:cubicBezTo>
                  <a:cubicBezTo>
                    <a:pt x="17" y="163"/>
                    <a:pt x="34" y="180"/>
                    <a:pt x="50" y="180"/>
                  </a:cubicBezTo>
                  <a:cubicBezTo>
                    <a:pt x="67" y="196"/>
                    <a:pt x="83" y="213"/>
                    <a:pt x="120" y="213"/>
                  </a:cubicBezTo>
                  <a:cubicBezTo>
                    <a:pt x="153" y="213"/>
                    <a:pt x="170" y="196"/>
                    <a:pt x="186" y="180"/>
                  </a:cubicBezTo>
                  <a:cubicBezTo>
                    <a:pt x="207" y="143"/>
                    <a:pt x="224" y="126"/>
                    <a:pt x="224" y="93"/>
                  </a:cubicBezTo>
                  <a:cubicBezTo>
                    <a:pt x="207" y="77"/>
                    <a:pt x="207" y="40"/>
                    <a:pt x="170" y="23"/>
                  </a:cubicBezTo>
                  <a:cubicBezTo>
                    <a:pt x="155" y="8"/>
                    <a:pt x="133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31"/>
            <p:cNvSpPr/>
            <p:nvPr/>
          </p:nvSpPr>
          <p:spPr>
            <a:xfrm>
              <a:off x="4102950" y="30759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70" y="1"/>
                    <a:pt x="17" y="38"/>
                    <a:pt x="0" y="87"/>
                  </a:cubicBezTo>
                  <a:lnTo>
                    <a:pt x="0" y="124"/>
                  </a:lnTo>
                  <a:lnTo>
                    <a:pt x="0" y="141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7" y="190"/>
                    <a:pt x="70" y="207"/>
                    <a:pt x="87" y="207"/>
                  </a:cubicBezTo>
                  <a:cubicBezTo>
                    <a:pt x="120" y="207"/>
                    <a:pt x="140" y="207"/>
                    <a:pt x="173" y="190"/>
                  </a:cubicBezTo>
                  <a:cubicBezTo>
                    <a:pt x="190" y="174"/>
                    <a:pt x="206" y="141"/>
                    <a:pt x="206" y="124"/>
                  </a:cubicBezTo>
                  <a:cubicBezTo>
                    <a:pt x="206" y="87"/>
                    <a:pt x="206" y="71"/>
                    <a:pt x="190" y="54"/>
                  </a:cubicBezTo>
                  <a:cubicBezTo>
                    <a:pt x="190" y="21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31"/>
            <p:cNvSpPr/>
            <p:nvPr/>
          </p:nvSpPr>
          <p:spPr>
            <a:xfrm>
              <a:off x="4123150" y="30274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97" y="0"/>
                  </a:moveTo>
                  <a:cubicBezTo>
                    <a:pt x="55" y="0"/>
                    <a:pt x="14" y="45"/>
                    <a:pt x="0" y="87"/>
                  </a:cubicBezTo>
                  <a:cubicBezTo>
                    <a:pt x="0" y="108"/>
                    <a:pt x="0" y="125"/>
                    <a:pt x="17" y="141"/>
                  </a:cubicBezTo>
                  <a:lnTo>
                    <a:pt x="17" y="158"/>
                  </a:lnTo>
                  <a:cubicBezTo>
                    <a:pt x="33" y="191"/>
                    <a:pt x="70" y="211"/>
                    <a:pt x="87" y="211"/>
                  </a:cubicBezTo>
                  <a:cubicBezTo>
                    <a:pt x="157" y="211"/>
                    <a:pt x="206" y="174"/>
                    <a:pt x="206" y="125"/>
                  </a:cubicBezTo>
                  <a:cubicBezTo>
                    <a:pt x="223" y="87"/>
                    <a:pt x="206" y="71"/>
                    <a:pt x="190" y="38"/>
                  </a:cubicBezTo>
                  <a:cubicBezTo>
                    <a:pt x="173" y="21"/>
                    <a:pt x="157" y="5"/>
                    <a:pt x="120" y="5"/>
                  </a:cubicBezTo>
                  <a:cubicBezTo>
                    <a:pt x="112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31"/>
            <p:cNvSpPr/>
            <p:nvPr/>
          </p:nvSpPr>
          <p:spPr>
            <a:xfrm>
              <a:off x="4121900" y="30412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83" y="0"/>
                    <a:pt x="50" y="17"/>
                    <a:pt x="34" y="33"/>
                  </a:cubicBezTo>
                  <a:cubicBezTo>
                    <a:pt x="17" y="50"/>
                    <a:pt x="1" y="70"/>
                    <a:pt x="1" y="103"/>
                  </a:cubicBezTo>
                  <a:lnTo>
                    <a:pt x="1" y="153"/>
                  </a:lnTo>
                  <a:cubicBezTo>
                    <a:pt x="1" y="153"/>
                    <a:pt x="1" y="173"/>
                    <a:pt x="17" y="173"/>
                  </a:cubicBezTo>
                  <a:cubicBezTo>
                    <a:pt x="34" y="190"/>
                    <a:pt x="50" y="206"/>
                    <a:pt x="83" y="206"/>
                  </a:cubicBezTo>
                  <a:cubicBezTo>
                    <a:pt x="92" y="209"/>
                    <a:pt x="101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3"/>
                    <a:pt x="207" y="70"/>
                    <a:pt x="186" y="50"/>
                  </a:cubicBezTo>
                  <a:cubicBezTo>
                    <a:pt x="170" y="33"/>
                    <a:pt x="13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31"/>
            <p:cNvSpPr/>
            <p:nvPr/>
          </p:nvSpPr>
          <p:spPr>
            <a:xfrm>
              <a:off x="4115825" y="3082475"/>
              <a:ext cx="5600" cy="5125"/>
            </a:xfrm>
            <a:custGeom>
              <a:avLst/>
              <a:gdLst/>
              <a:ahLst/>
              <a:cxnLst/>
              <a:rect l="l" t="t" r="r" b="b"/>
              <a:pathLst>
                <a:path w="224" h="205" extrusionOk="0">
                  <a:moveTo>
                    <a:pt x="104" y="0"/>
                  </a:moveTo>
                  <a:cubicBezTo>
                    <a:pt x="71" y="0"/>
                    <a:pt x="54" y="17"/>
                    <a:pt x="38" y="33"/>
                  </a:cubicBezTo>
                  <a:cubicBezTo>
                    <a:pt x="17" y="50"/>
                    <a:pt x="0" y="87"/>
                    <a:pt x="0" y="104"/>
                  </a:cubicBezTo>
                  <a:cubicBezTo>
                    <a:pt x="0" y="120"/>
                    <a:pt x="0" y="120"/>
                    <a:pt x="17" y="137"/>
                  </a:cubicBezTo>
                  <a:cubicBezTo>
                    <a:pt x="17" y="153"/>
                    <a:pt x="38" y="174"/>
                    <a:pt x="54" y="174"/>
                  </a:cubicBezTo>
                  <a:cubicBezTo>
                    <a:pt x="69" y="196"/>
                    <a:pt x="91" y="205"/>
                    <a:pt x="115" y="205"/>
                  </a:cubicBezTo>
                  <a:cubicBezTo>
                    <a:pt x="143" y="205"/>
                    <a:pt x="172" y="192"/>
                    <a:pt x="190" y="174"/>
                  </a:cubicBezTo>
                  <a:cubicBezTo>
                    <a:pt x="207" y="137"/>
                    <a:pt x="223" y="120"/>
                    <a:pt x="207" y="87"/>
                  </a:cubicBezTo>
                  <a:cubicBezTo>
                    <a:pt x="207" y="71"/>
                    <a:pt x="190" y="33"/>
                    <a:pt x="174" y="17"/>
                  </a:cubicBezTo>
                  <a:cubicBezTo>
                    <a:pt x="15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31"/>
            <p:cNvSpPr/>
            <p:nvPr/>
          </p:nvSpPr>
          <p:spPr>
            <a:xfrm>
              <a:off x="4122725" y="2962925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9" y="0"/>
                  </a:moveTo>
                  <a:cubicBezTo>
                    <a:pt x="114" y="0"/>
                    <a:pt x="100" y="3"/>
                    <a:pt x="87" y="8"/>
                  </a:cubicBezTo>
                  <a:cubicBezTo>
                    <a:pt x="34" y="25"/>
                    <a:pt x="1" y="74"/>
                    <a:pt x="17" y="144"/>
                  </a:cubicBezTo>
                  <a:cubicBezTo>
                    <a:pt x="42" y="181"/>
                    <a:pt x="77" y="202"/>
                    <a:pt x="114" y="202"/>
                  </a:cubicBezTo>
                  <a:cubicBezTo>
                    <a:pt x="127" y="202"/>
                    <a:pt x="140" y="199"/>
                    <a:pt x="153" y="194"/>
                  </a:cubicBezTo>
                  <a:cubicBezTo>
                    <a:pt x="207" y="177"/>
                    <a:pt x="240" y="111"/>
                    <a:pt x="223" y="58"/>
                  </a:cubicBezTo>
                  <a:cubicBezTo>
                    <a:pt x="211" y="21"/>
                    <a:pt x="170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31"/>
            <p:cNvSpPr/>
            <p:nvPr/>
          </p:nvSpPr>
          <p:spPr>
            <a:xfrm>
              <a:off x="4116225" y="3069075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00" y="0"/>
                  </a:moveTo>
                  <a:cubicBezTo>
                    <a:pt x="90" y="0"/>
                    <a:pt x="81" y="2"/>
                    <a:pt x="71" y="5"/>
                  </a:cubicBezTo>
                  <a:cubicBezTo>
                    <a:pt x="22" y="38"/>
                    <a:pt x="1" y="91"/>
                    <a:pt x="22" y="141"/>
                  </a:cubicBezTo>
                  <a:cubicBezTo>
                    <a:pt x="22" y="157"/>
                    <a:pt x="38" y="174"/>
                    <a:pt x="38" y="194"/>
                  </a:cubicBezTo>
                  <a:cubicBezTo>
                    <a:pt x="71" y="211"/>
                    <a:pt x="104" y="211"/>
                    <a:pt x="158" y="211"/>
                  </a:cubicBezTo>
                  <a:cubicBezTo>
                    <a:pt x="191" y="194"/>
                    <a:pt x="207" y="157"/>
                    <a:pt x="228" y="124"/>
                  </a:cubicBezTo>
                  <a:cubicBezTo>
                    <a:pt x="228" y="108"/>
                    <a:pt x="228" y="91"/>
                    <a:pt x="207" y="71"/>
                  </a:cubicBezTo>
                  <a:cubicBezTo>
                    <a:pt x="194" y="30"/>
                    <a:pt x="146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31"/>
            <p:cNvSpPr/>
            <p:nvPr/>
          </p:nvSpPr>
          <p:spPr>
            <a:xfrm>
              <a:off x="4108500" y="2968675"/>
              <a:ext cx="5700" cy="5300"/>
            </a:xfrm>
            <a:custGeom>
              <a:avLst/>
              <a:gdLst/>
              <a:ahLst/>
              <a:cxnLst/>
              <a:rect l="l" t="t" r="r" b="b"/>
              <a:pathLst>
                <a:path w="228" h="212" extrusionOk="0">
                  <a:moveTo>
                    <a:pt x="124" y="1"/>
                  </a:moveTo>
                  <a:cubicBezTo>
                    <a:pt x="87" y="1"/>
                    <a:pt x="38" y="34"/>
                    <a:pt x="21" y="67"/>
                  </a:cubicBezTo>
                  <a:cubicBezTo>
                    <a:pt x="21" y="87"/>
                    <a:pt x="21" y="87"/>
                    <a:pt x="1" y="104"/>
                  </a:cubicBezTo>
                  <a:cubicBezTo>
                    <a:pt x="1" y="120"/>
                    <a:pt x="1" y="137"/>
                    <a:pt x="21" y="153"/>
                  </a:cubicBezTo>
                  <a:cubicBezTo>
                    <a:pt x="21" y="170"/>
                    <a:pt x="54" y="190"/>
                    <a:pt x="71" y="207"/>
                  </a:cubicBezTo>
                  <a:lnTo>
                    <a:pt x="104" y="207"/>
                  </a:lnTo>
                  <a:cubicBezTo>
                    <a:pt x="113" y="210"/>
                    <a:pt x="122" y="211"/>
                    <a:pt x="131" y="211"/>
                  </a:cubicBezTo>
                  <a:cubicBezTo>
                    <a:pt x="173" y="211"/>
                    <a:pt x="210" y="179"/>
                    <a:pt x="228" y="120"/>
                  </a:cubicBezTo>
                  <a:cubicBezTo>
                    <a:pt x="228" y="104"/>
                    <a:pt x="207" y="67"/>
                    <a:pt x="190" y="50"/>
                  </a:cubicBezTo>
                  <a:cubicBezTo>
                    <a:pt x="190" y="34"/>
                    <a:pt x="157" y="17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31"/>
            <p:cNvSpPr/>
            <p:nvPr/>
          </p:nvSpPr>
          <p:spPr>
            <a:xfrm>
              <a:off x="4111600" y="3020050"/>
              <a:ext cx="5175" cy="5100"/>
            </a:xfrm>
            <a:custGeom>
              <a:avLst/>
              <a:gdLst/>
              <a:ahLst/>
              <a:cxnLst/>
              <a:rect l="l" t="t" r="r" b="b"/>
              <a:pathLst>
                <a:path w="207" h="204" extrusionOk="0">
                  <a:moveTo>
                    <a:pt x="96" y="1"/>
                  </a:moveTo>
                  <a:cubicBezTo>
                    <a:pt x="64" y="1"/>
                    <a:pt x="35" y="13"/>
                    <a:pt x="17" y="40"/>
                  </a:cubicBezTo>
                  <a:cubicBezTo>
                    <a:pt x="0" y="57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17" y="160"/>
                    <a:pt x="17" y="176"/>
                    <a:pt x="33" y="176"/>
                  </a:cubicBezTo>
                  <a:cubicBezTo>
                    <a:pt x="57" y="191"/>
                    <a:pt x="72" y="204"/>
                    <a:pt x="92" y="204"/>
                  </a:cubicBezTo>
                  <a:cubicBezTo>
                    <a:pt x="100" y="204"/>
                    <a:pt x="109" y="202"/>
                    <a:pt x="120" y="197"/>
                  </a:cubicBezTo>
                  <a:cubicBezTo>
                    <a:pt x="137" y="197"/>
                    <a:pt x="169" y="197"/>
                    <a:pt x="186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86" y="40"/>
                    <a:pt x="169" y="24"/>
                  </a:cubicBezTo>
                  <a:cubicBezTo>
                    <a:pt x="147" y="9"/>
                    <a:pt x="121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31"/>
            <p:cNvSpPr/>
            <p:nvPr/>
          </p:nvSpPr>
          <p:spPr>
            <a:xfrm>
              <a:off x="4113650" y="30060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5" y="0"/>
                  </a:moveTo>
                  <a:cubicBezTo>
                    <a:pt x="87" y="0"/>
                    <a:pt x="71" y="0"/>
                    <a:pt x="55" y="17"/>
                  </a:cubicBezTo>
                  <a:cubicBezTo>
                    <a:pt x="22" y="37"/>
                    <a:pt x="1" y="70"/>
                    <a:pt x="1" y="87"/>
                  </a:cubicBezTo>
                  <a:lnTo>
                    <a:pt x="1" y="140"/>
                  </a:lnTo>
                  <a:cubicBezTo>
                    <a:pt x="22" y="157"/>
                    <a:pt x="22" y="157"/>
                    <a:pt x="22" y="173"/>
                  </a:cubicBezTo>
                  <a:cubicBezTo>
                    <a:pt x="38" y="190"/>
                    <a:pt x="71" y="206"/>
                    <a:pt x="87" y="206"/>
                  </a:cubicBezTo>
                  <a:cubicBezTo>
                    <a:pt x="97" y="209"/>
                    <a:pt x="106" y="210"/>
                    <a:pt x="114" y="210"/>
                  </a:cubicBezTo>
                  <a:cubicBezTo>
                    <a:pt x="170" y="210"/>
                    <a:pt x="207" y="166"/>
                    <a:pt x="207" y="120"/>
                  </a:cubicBezTo>
                  <a:cubicBezTo>
                    <a:pt x="207" y="87"/>
                    <a:pt x="207" y="70"/>
                    <a:pt x="191" y="54"/>
                  </a:cubicBezTo>
                  <a:cubicBezTo>
                    <a:pt x="174" y="17"/>
                    <a:pt x="158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31"/>
            <p:cNvSpPr/>
            <p:nvPr/>
          </p:nvSpPr>
          <p:spPr>
            <a:xfrm>
              <a:off x="4104275" y="30618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104" y="1"/>
                    <a:pt x="67" y="1"/>
                    <a:pt x="50" y="17"/>
                  </a:cubicBezTo>
                  <a:cubicBezTo>
                    <a:pt x="17" y="34"/>
                    <a:pt x="1" y="71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lnTo>
                    <a:pt x="17" y="174"/>
                  </a:lnTo>
                  <a:cubicBezTo>
                    <a:pt x="34" y="191"/>
                    <a:pt x="67" y="207"/>
                    <a:pt x="87" y="207"/>
                  </a:cubicBezTo>
                  <a:cubicBezTo>
                    <a:pt x="96" y="209"/>
                    <a:pt x="105" y="210"/>
                    <a:pt x="113" y="210"/>
                  </a:cubicBezTo>
                  <a:cubicBezTo>
                    <a:pt x="167" y="210"/>
                    <a:pt x="207" y="167"/>
                    <a:pt x="207" y="120"/>
                  </a:cubicBezTo>
                  <a:cubicBezTo>
                    <a:pt x="223" y="104"/>
                    <a:pt x="207" y="71"/>
                    <a:pt x="190" y="50"/>
                  </a:cubicBezTo>
                  <a:cubicBezTo>
                    <a:pt x="170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31"/>
            <p:cNvSpPr/>
            <p:nvPr/>
          </p:nvSpPr>
          <p:spPr>
            <a:xfrm>
              <a:off x="4113650" y="3095775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5" y="0"/>
                  </a:moveTo>
                  <a:cubicBezTo>
                    <a:pt x="71" y="0"/>
                    <a:pt x="22" y="33"/>
                    <a:pt x="1" y="87"/>
                  </a:cubicBezTo>
                  <a:cubicBezTo>
                    <a:pt x="1" y="103"/>
                    <a:pt x="1" y="120"/>
                    <a:pt x="22" y="136"/>
                  </a:cubicBezTo>
                  <a:lnTo>
                    <a:pt x="22" y="173"/>
                  </a:lnTo>
                  <a:cubicBezTo>
                    <a:pt x="38" y="190"/>
                    <a:pt x="71" y="206"/>
                    <a:pt x="87" y="206"/>
                  </a:cubicBezTo>
                  <a:cubicBezTo>
                    <a:pt x="125" y="206"/>
                    <a:pt x="158" y="206"/>
                    <a:pt x="174" y="190"/>
                  </a:cubicBezTo>
                  <a:cubicBezTo>
                    <a:pt x="191" y="173"/>
                    <a:pt x="207" y="157"/>
                    <a:pt x="207" y="120"/>
                  </a:cubicBezTo>
                  <a:cubicBezTo>
                    <a:pt x="228" y="70"/>
                    <a:pt x="191" y="17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31"/>
            <p:cNvSpPr/>
            <p:nvPr/>
          </p:nvSpPr>
          <p:spPr>
            <a:xfrm>
              <a:off x="4109425" y="305005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21" y="0"/>
                  </a:moveTo>
                  <a:cubicBezTo>
                    <a:pt x="115" y="0"/>
                    <a:pt x="109" y="2"/>
                    <a:pt x="104" y="7"/>
                  </a:cubicBezTo>
                  <a:cubicBezTo>
                    <a:pt x="67" y="7"/>
                    <a:pt x="34" y="28"/>
                    <a:pt x="17" y="44"/>
                  </a:cubicBezTo>
                  <a:cubicBezTo>
                    <a:pt x="1" y="61"/>
                    <a:pt x="1" y="94"/>
                    <a:pt x="1" y="110"/>
                  </a:cubicBezTo>
                  <a:cubicBezTo>
                    <a:pt x="1" y="131"/>
                    <a:pt x="1" y="131"/>
                    <a:pt x="17" y="147"/>
                  </a:cubicBezTo>
                  <a:cubicBezTo>
                    <a:pt x="17" y="164"/>
                    <a:pt x="34" y="180"/>
                    <a:pt x="34" y="180"/>
                  </a:cubicBezTo>
                  <a:cubicBezTo>
                    <a:pt x="58" y="195"/>
                    <a:pt x="85" y="203"/>
                    <a:pt x="110" y="203"/>
                  </a:cubicBezTo>
                  <a:cubicBezTo>
                    <a:pt x="141" y="203"/>
                    <a:pt x="170" y="191"/>
                    <a:pt x="191" y="164"/>
                  </a:cubicBezTo>
                  <a:cubicBezTo>
                    <a:pt x="224" y="131"/>
                    <a:pt x="224" y="61"/>
                    <a:pt x="170" y="28"/>
                  </a:cubicBezTo>
                  <a:cubicBezTo>
                    <a:pt x="158" y="13"/>
                    <a:pt x="138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31"/>
            <p:cNvSpPr/>
            <p:nvPr/>
          </p:nvSpPr>
          <p:spPr>
            <a:xfrm>
              <a:off x="4109025" y="29544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13" y="1"/>
                  </a:moveTo>
                  <a:cubicBezTo>
                    <a:pt x="80" y="1"/>
                    <a:pt x="48" y="16"/>
                    <a:pt x="17" y="39"/>
                  </a:cubicBezTo>
                  <a:cubicBezTo>
                    <a:pt x="0" y="55"/>
                    <a:pt x="0" y="88"/>
                    <a:pt x="0" y="121"/>
                  </a:cubicBezTo>
                  <a:cubicBezTo>
                    <a:pt x="0" y="121"/>
                    <a:pt x="0" y="142"/>
                    <a:pt x="17" y="142"/>
                  </a:cubicBezTo>
                  <a:cubicBezTo>
                    <a:pt x="17" y="159"/>
                    <a:pt x="33" y="175"/>
                    <a:pt x="33" y="191"/>
                  </a:cubicBezTo>
                  <a:cubicBezTo>
                    <a:pt x="52" y="204"/>
                    <a:pt x="74" y="209"/>
                    <a:pt x="96" y="209"/>
                  </a:cubicBezTo>
                  <a:cubicBezTo>
                    <a:pt x="131" y="209"/>
                    <a:pt x="166" y="195"/>
                    <a:pt x="186" y="175"/>
                  </a:cubicBezTo>
                  <a:cubicBezTo>
                    <a:pt x="207" y="142"/>
                    <a:pt x="207" y="121"/>
                    <a:pt x="207" y="88"/>
                  </a:cubicBezTo>
                  <a:cubicBezTo>
                    <a:pt x="207" y="72"/>
                    <a:pt x="186" y="39"/>
                    <a:pt x="169" y="18"/>
                  </a:cubicBezTo>
                  <a:cubicBezTo>
                    <a:pt x="151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31"/>
            <p:cNvSpPr/>
            <p:nvPr/>
          </p:nvSpPr>
          <p:spPr>
            <a:xfrm>
              <a:off x="4109425" y="3033925"/>
              <a:ext cx="5200" cy="5350"/>
            </a:xfrm>
            <a:custGeom>
              <a:avLst/>
              <a:gdLst/>
              <a:ahLst/>
              <a:cxnLst/>
              <a:rect l="l" t="t" r="r" b="b"/>
              <a:pathLst>
                <a:path w="208" h="214" extrusionOk="0">
                  <a:moveTo>
                    <a:pt x="120" y="1"/>
                  </a:moveTo>
                  <a:cubicBezTo>
                    <a:pt x="50" y="1"/>
                    <a:pt x="1" y="34"/>
                    <a:pt x="1" y="87"/>
                  </a:cubicBezTo>
                  <a:lnTo>
                    <a:pt x="1" y="157"/>
                  </a:lnTo>
                  <a:lnTo>
                    <a:pt x="17" y="174"/>
                  </a:lnTo>
                  <a:cubicBezTo>
                    <a:pt x="34" y="190"/>
                    <a:pt x="50" y="207"/>
                    <a:pt x="87" y="207"/>
                  </a:cubicBezTo>
                  <a:cubicBezTo>
                    <a:pt x="97" y="212"/>
                    <a:pt x="105" y="214"/>
                    <a:pt x="113" y="214"/>
                  </a:cubicBezTo>
                  <a:cubicBezTo>
                    <a:pt x="130" y="214"/>
                    <a:pt x="142" y="202"/>
                    <a:pt x="153" y="190"/>
                  </a:cubicBezTo>
                  <a:cubicBezTo>
                    <a:pt x="191" y="174"/>
                    <a:pt x="207" y="157"/>
                    <a:pt x="207" y="120"/>
                  </a:cubicBezTo>
                  <a:cubicBezTo>
                    <a:pt x="207" y="104"/>
                    <a:pt x="207" y="71"/>
                    <a:pt x="191" y="54"/>
                  </a:cubicBezTo>
                  <a:cubicBezTo>
                    <a:pt x="170" y="34"/>
                    <a:pt x="13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31"/>
            <p:cNvSpPr/>
            <p:nvPr/>
          </p:nvSpPr>
          <p:spPr>
            <a:xfrm>
              <a:off x="4317225" y="3070975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32" y="0"/>
                  </a:moveTo>
                  <a:cubicBezTo>
                    <a:pt x="117" y="0"/>
                    <a:pt x="102" y="5"/>
                    <a:pt x="87" y="15"/>
                  </a:cubicBezTo>
                  <a:cubicBezTo>
                    <a:pt x="38" y="32"/>
                    <a:pt x="1" y="81"/>
                    <a:pt x="21" y="135"/>
                  </a:cubicBezTo>
                  <a:cubicBezTo>
                    <a:pt x="38" y="151"/>
                    <a:pt x="38" y="168"/>
                    <a:pt x="54" y="184"/>
                  </a:cubicBezTo>
                  <a:cubicBezTo>
                    <a:pt x="77" y="196"/>
                    <a:pt x="102" y="209"/>
                    <a:pt x="127" y="209"/>
                  </a:cubicBezTo>
                  <a:cubicBezTo>
                    <a:pt x="137" y="209"/>
                    <a:pt x="147" y="207"/>
                    <a:pt x="157" y="201"/>
                  </a:cubicBezTo>
                  <a:cubicBezTo>
                    <a:pt x="190" y="184"/>
                    <a:pt x="227" y="151"/>
                    <a:pt x="227" y="118"/>
                  </a:cubicBezTo>
                  <a:lnTo>
                    <a:pt x="227" y="65"/>
                  </a:lnTo>
                  <a:cubicBezTo>
                    <a:pt x="201" y="29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31"/>
            <p:cNvSpPr/>
            <p:nvPr/>
          </p:nvSpPr>
          <p:spPr>
            <a:xfrm>
              <a:off x="4277350" y="3073275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13" y="0"/>
                  </a:moveTo>
                  <a:cubicBezTo>
                    <a:pt x="82" y="0"/>
                    <a:pt x="53" y="14"/>
                    <a:pt x="33" y="43"/>
                  </a:cubicBezTo>
                  <a:cubicBezTo>
                    <a:pt x="17" y="59"/>
                    <a:pt x="0" y="92"/>
                    <a:pt x="17" y="109"/>
                  </a:cubicBezTo>
                  <a:lnTo>
                    <a:pt x="17" y="146"/>
                  </a:lnTo>
                  <a:cubicBezTo>
                    <a:pt x="17" y="162"/>
                    <a:pt x="33" y="179"/>
                    <a:pt x="50" y="179"/>
                  </a:cubicBezTo>
                  <a:cubicBezTo>
                    <a:pt x="74" y="194"/>
                    <a:pt x="97" y="202"/>
                    <a:pt x="120" y="202"/>
                  </a:cubicBezTo>
                  <a:cubicBezTo>
                    <a:pt x="148" y="202"/>
                    <a:pt x="177" y="190"/>
                    <a:pt x="206" y="162"/>
                  </a:cubicBezTo>
                  <a:cubicBezTo>
                    <a:pt x="239" y="129"/>
                    <a:pt x="223" y="59"/>
                    <a:pt x="190" y="26"/>
                  </a:cubicBezTo>
                  <a:cubicBezTo>
                    <a:pt x="165" y="9"/>
                    <a:pt x="13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31"/>
            <p:cNvSpPr/>
            <p:nvPr/>
          </p:nvSpPr>
          <p:spPr>
            <a:xfrm>
              <a:off x="4276925" y="308990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03" y="0"/>
                  </a:moveTo>
                  <a:cubicBezTo>
                    <a:pt x="90" y="0"/>
                    <a:pt x="77" y="4"/>
                    <a:pt x="67" y="13"/>
                  </a:cubicBezTo>
                  <a:cubicBezTo>
                    <a:pt x="50" y="13"/>
                    <a:pt x="34" y="29"/>
                    <a:pt x="17" y="46"/>
                  </a:cubicBezTo>
                  <a:cubicBezTo>
                    <a:pt x="1" y="83"/>
                    <a:pt x="1" y="116"/>
                    <a:pt x="1" y="132"/>
                  </a:cubicBezTo>
                  <a:cubicBezTo>
                    <a:pt x="28" y="176"/>
                    <a:pt x="69" y="207"/>
                    <a:pt x="110" y="207"/>
                  </a:cubicBezTo>
                  <a:cubicBezTo>
                    <a:pt x="119" y="207"/>
                    <a:pt x="128" y="205"/>
                    <a:pt x="137" y="202"/>
                  </a:cubicBezTo>
                  <a:cubicBezTo>
                    <a:pt x="190" y="186"/>
                    <a:pt x="223" y="116"/>
                    <a:pt x="207" y="62"/>
                  </a:cubicBezTo>
                  <a:cubicBezTo>
                    <a:pt x="190" y="29"/>
                    <a:pt x="170" y="13"/>
                    <a:pt x="137" y="13"/>
                  </a:cubicBezTo>
                  <a:cubicBezTo>
                    <a:pt x="128" y="4"/>
                    <a:pt x="116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31"/>
            <p:cNvSpPr/>
            <p:nvPr/>
          </p:nvSpPr>
          <p:spPr>
            <a:xfrm>
              <a:off x="4272600" y="3101425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28" y="0"/>
                  </a:moveTo>
                  <a:cubicBezTo>
                    <a:pt x="115" y="0"/>
                    <a:pt x="101" y="4"/>
                    <a:pt x="87" y="13"/>
                  </a:cubicBezTo>
                  <a:cubicBezTo>
                    <a:pt x="17" y="34"/>
                    <a:pt x="0" y="84"/>
                    <a:pt x="17" y="137"/>
                  </a:cubicBezTo>
                  <a:cubicBezTo>
                    <a:pt x="30" y="178"/>
                    <a:pt x="80" y="207"/>
                    <a:pt x="127" y="207"/>
                  </a:cubicBezTo>
                  <a:cubicBezTo>
                    <a:pt x="138" y="207"/>
                    <a:pt x="148" y="206"/>
                    <a:pt x="157" y="203"/>
                  </a:cubicBezTo>
                  <a:cubicBezTo>
                    <a:pt x="207" y="187"/>
                    <a:pt x="240" y="117"/>
                    <a:pt x="223" y="67"/>
                  </a:cubicBezTo>
                  <a:cubicBezTo>
                    <a:pt x="199" y="28"/>
                    <a:pt x="165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31"/>
            <p:cNvSpPr/>
            <p:nvPr/>
          </p:nvSpPr>
          <p:spPr>
            <a:xfrm>
              <a:off x="4280325" y="30592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37" y="1"/>
                  </a:moveTo>
                  <a:cubicBezTo>
                    <a:pt x="71" y="1"/>
                    <a:pt x="17" y="34"/>
                    <a:pt x="17" y="87"/>
                  </a:cubicBezTo>
                  <a:cubicBezTo>
                    <a:pt x="1" y="120"/>
                    <a:pt x="17" y="137"/>
                    <a:pt x="17" y="153"/>
                  </a:cubicBezTo>
                  <a:lnTo>
                    <a:pt x="34" y="174"/>
                  </a:lnTo>
                  <a:cubicBezTo>
                    <a:pt x="54" y="190"/>
                    <a:pt x="71" y="207"/>
                    <a:pt x="104" y="207"/>
                  </a:cubicBezTo>
                  <a:cubicBezTo>
                    <a:pt x="113" y="210"/>
                    <a:pt x="122" y="211"/>
                    <a:pt x="131" y="211"/>
                  </a:cubicBezTo>
                  <a:cubicBezTo>
                    <a:pt x="173" y="211"/>
                    <a:pt x="210" y="179"/>
                    <a:pt x="223" y="120"/>
                  </a:cubicBezTo>
                  <a:cubicBezTo>
                    <a:pt x="223" y="104"/>
                    <a:pt x="223" y="71"/>
                    <a:pt x="207" y="50"/>
                  </a:cubicBezTo>
                  <a:cubicBezTo>
                    <a:pt x="190" y="34"/>
                    <a:pt x="15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31"/>
            <p:cNvSpPr/>
            <p:nvPr/>
          </p:nvSpPr>
          <p:spPr>
            <a:xfrm>
              <a:off x="4288875" y="3096975"/>
              <a:ext cx="5700" cy="4950"/>
            </a:xfrm>
            <a:custGeom>
              <a:avLst/>
              <a:gdLst/>
              <a:ahLst/>
              <a:cxnLst/>
              <a:rect l="l" t="t" r="r" b="b"/>
              <a:pathLst>
                <a:path w="228" h="198" extrusionOk="0">
                  <a:moveTo>
                    <a:pt x="104" y="0"/>
                  </a:moveTo>
                  <a:cubicBezTo>
                    <a:pt x="54" y="0"/>
                    <a:pt x="21" y="35"/>
                    <a:pt x="21" y="88"/>
                  </a:cubicBezTo>
                  <a:cubicBezTo>
                    <a:pt x="1" y="109"/>
                    <a:pt x="21" y="125"/>
                    <a:pt x="21" y="142"/>
                  </a:cubicBezTo>
                  <a:cubicBezTo>
                    <a:pt x="21" y="142"/>
                    <a:pt x="21" y="158"/>
                    <a:pt x="38" y="158"/>
                  </a:cubicBezTo>
                  <a:cubicBezTo>
                    <a:pt x="54" y="175"/>
                    <a:pt x="71" y="191"/>
                    <a:pt x="104" y="191"/>
                  </a:cubicBezTo>
                  <a:cubicBezTo>
                    <a:pt x="114" y="195"/>
                    <a:pt x="124" y="197"/>
                    <a:pt x="133" y="197"/>
                  </a:cubicBezTo>
                  <a:cubicBezTo>
                    <a:pt x="175" y="197"/>
                    <a:pt x="211" y="163"/>
                    <a:pt x="228" y="109"/>
                  </a:cubicBezTo>
                  <a:cubicBezTo>
                    <a:pt x="228" y="88"/>
                    <a:pt x="228" y="55"/>
                    <a:pt x="207" y="39"/>
                  </a:cubicBezTo>
                  <a:cubicBezTo>
                    <a:pt x="190" y="22"/>
                    <a:pt x="158" y="6"/>
                    <a:pt x="141" y="6"/>
                  </a:cubicBezTo>
                  <a:cubicBezTo>
                    <a:pt x="128" y="2"/>
                    <a:pt x="115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31"/>
            <p:cNvSpPr/>
            <p:nvPr/>
          </p:nvSpPr>
          <p:spPr>
            <a:xfrm>
              <a:off x="4290225" y="308320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86" y="0"/>
                  </a:moveTo>
                  <a:cubicBezTo>
                    <a:pt x="34" y="0"/>
                    <a:pt x="0" y="33"/>
                    <a:pt x="0" y="91"/>
                  </a:cubicBezTo>
                  <a:lnTo>
                    <a:pt x="0" y="124"/>
                  </a:lnTo>
                  <a:lnTo>
                    <a:pt x="0" y="145"/>
                  </a:lnTo>
                  <a:lnTo>
                    <a:pt x="17" y="161"/>
                  </a:lnTo>
                  <a:cubicBezTo>
                    <a:pt x="33" y="178"/>
                    <a:pt x="50" y="194"/>
                    <a:pt x="87" y="194"/>
                  </a:cubicBezTo>
                  <a:cubicBezTo>
                    <a:pt x="97" y="199"/>
                    <a:pt x="105" y="201"/>
                    <a:pt x="112" y="201"/>
                  </a:cubicBezTo>
                  <a:cubicBezTo>
                    <a:pt x="130" y="201"/>
                    <a:pt x="141" y="189"/>
                    <a:pt x="153" y="178"/>
                  </a:cubicBezTo>
                  <a:cubicBezTo>
                    <a:pt x="190" y="161"/>
                    <a:pt x="207" y="145"/>
                    <a:pt x="207" y="108"/>
                  </a:cubicBezTo>
                  <a:cubicBezTo>
                    <a:pt x="207" y="91"/>
                    <a:pt x="207" y="75"/>
                    <a:pt x="190" y="42"/>
                  </a:cubicBezTo>
                  <a:cubicBezTo>
                    <a:pt x="174" y="21"/>
                    <a:pt x="153" y="4"/>
                    <a:pt x="120" y="4"/>
                  </a:cubicBezTo>
                  <a:cubicBezTo>
                    <a:pt x="108" y="2"/>
                    <a:pt x="97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31"/>
            <p:cNvSpPr/>
            <p:nvPr/>
          </p:nvSpPr>
          <p:spPr>
            <a:xfrm>
              <a:off x="4271775" y="31158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7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3" y="23"/>
                    <a:pt x="0" y="77"/>
                    <a:pt x="17" y="142"/>
                  </a:cubicBezTo>
                  <a:cubicBezTo>
                    <a:pt x="42" y="183"/>
                    <a:pt x="78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07" y="180"/>
                    <a:pt x="240" y="109"/>
                    <a:pt x="223" y="56"/>
                  </a:cubicBez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31"/>
            <p:cNvSpPr/>
            <p:nvPr/>
          </p:nvSpPr>
          <p:spPr>
            <a:xfrm>
              <a:off x="4284650" y="3108750"/>
              <a:ext cx="5600" cy="5225"/>
            </a:xfrm>
            <a:custGeom>
              <a:avLst/>
              <a:gdLst/>
              <a:ahLst/>
              <a:cxnLst/>
              <a:rect l="l" t="t" r="r" b="b"/>
              <a:pathLst>
                <a:path w="224" h="209" extrusionOk="0">
                  <a:moveTo>
                    <a:pt x="113" y="0"/>
                  </a:moveTo>
                  <a:cubicBezTo>
                    <a:pt x="98" y="0"/>
                    <a:pt x="82" y="4"/>
                    <a:pt x="67" y="13"/>
                  </a:cubicBezTo>
                  <a:cubicBezTo>
                    <a:pt x="17" y="30"/>
                    <a:pt x="1" y="83"/>
                    <a:pt x="17" y="133"/>
                  </a:cubicBezTo>
                  <a:cubicBezTo>
                    <a:pt x="30" y="187"/>
                    <a:pt x="74" y="209"/>
                    <a:pt x="116" y="209"/>
                  </a:cubicBezTo>
                  <a:cubicBezTo>
                    <a:pt x="129" y="209"/>
                    <a:pt x="142" y="207"/>
                    <a:pt x="153" y="203"/>
                  </a:cubicBezTo>
                  <a:cubicBezTo>
                    <a:pt x="207" y="186"/>
                    <a:pt x="223" y="116"/>
                    <a:pt x="207" y="67"/>
                  </a:cubicBezTo>
                  <a:cubicBezTo>
                    <a:pt x="195" y="28"/>
                    <a:pt x="155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31"/>
            <p:cNvSpPr/>
            <p:nvPr/>
          </p:nvSpPr>
          <p:spPr>
            <a:xfrm>
              <a:off x="4283325" y="3122725"/>
              <a:ext cx="5175" cy="4950"/>
            </a:xfrm>
            <a:custGeom>
              <a:avLst/>
              <a:gdLst/>
              <a:ahLst/>
              <a:cxnLst/>
              <a:rect l="l" t="t" r="r" b="b"/>
              <a:pathLst>
                <a:path w="207" h="198" extrusionOk="0">
                  <a:moveTo>
                    <a:pt x="90" y="1"/>
                  </a:moveTo>
                  <a:cubicBezTo>
                    <a:pt x="46" y="1"/>
                    <a:pt x="0" y="36"/>
                    <a:pt x="0" y="89"/>
                  </a:cubicBezTo>
                  <a:lnTo>
                    <a:pt x="0" y="143"/>
                  </a:lnTo>
                  <a:lnTo>
                    <a:pt x="17" y="159"/>
                  </a:lnTo>
                  <a:cubicBezTo>
                    <a:pt x="37" y="176"/>
                    <a:pt x="54" y="192"/>
                    <a:pt x="87" y="192"/>
                  </a:cubicBezTo>
                  <a:cubicBezTo>
                    <a:pt x="97" y="196"/>
                    <a:pt x="107" y="198"/>
                    <a:pt x="118" y="198"/>
                  </a:cubicBezTo>
                  <a:cubicBezTo>
                    <a:pt x="163" y="198"/>
                    <a:pt x="206" y="163"/>
                    <a:pt x="206" y="110"/>
                  </a:cubicBezTo>
                  <a:cubicBezTo>
                    <a:pt x="206" y="89"/>
                    <a:pt x="206" y="56"/>
                    <a:pt x="190" y="40"/>
                  </a:cubicBezTo>
                  <a:cubicBezTo>
                    <a:pt x="173" y="23"/>
                    <a:pt x="157" y="7"/>
                    <a:pt x="120" y="7"/>
                  </a:cubicBezTo>
                  <a:cubicBezTo>
                    <a:pt x="110" y="3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31"/>
            <p:cNvSpPr/>
            <p:nvPr/>
          </p:nvSpPr>
          <p:spPr>
            <a:xfrm>
              <a:off x="4338775" y="30868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50" y="17"/>
                    <a:pt x="33" y="34"/>
                  </a:cubicBezTo>
                  <a:cubicBezTo>
                    <a:pt x="17" y="50"/>
                    <a:pt x="0" y="67"/>
                    <a:pt x="0" y="83"/>
                  </a:cubicBezTo>
                  <a:lnTo>
                    <a:pt x="0" y="137"/>
                  </a:lnTo>
                  <a:cubicBezTo>
                    <a:pt x="17" y="170"/>
                    <a:pt x="50" y="207"/>
                    <a:pt x="87" y="207"/>
                  </a:cubicBezTo>
                  <a:lnTo>
                    <a:pt x="103" y="207"/>
                  </a:lnTo>
                  <a:cubicBezTo>
                    <a:pt x="153" y="207"/>
                    <a:pt x="206" y="170"/>
                    <a:pt x="206" y="120"/>
                  </a:cubicBezTo>
                  <a:cubicBezTo>
                    <a:pt x="206" y="83"/>
                    <a:pt x="206" y="67"/>
                    <a:pt x="190" y="50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31"/>
            <p:cNvSpPr/>
            <p:nvPr/>
          </p:nvSpPr>
          <p:spPr>
            <a:xfrm>
              <a:off x="4252400" y="308530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1" y="0"/>
                  </a:moveTo>
                  <a:cubicBezTo>
                    <a:pt x="69" y="0"/>
                    <a:pt x="49" y="12"/>
                    <a:pt x="37" y="24"/>
                  </a:cubicBezTo>
                  <a:cubicBezTo>
                    <a:pt x="17" y="40"/>
                    <a:pt x="0" y="61"/>
                    <a:pt x="0" y="94"/>
                  </a:cubicBezTo>
                  <a:lnTo>
                    <a:pt x="0" y="143"/>
                  </a:lnTo>
                  <a:cubicBezTo>
                    <a:pt x="0" y="143"/>
                    <a:pt x="0" y="164"/>
                    <a:pt x="17" y="164"/>
                  </a:cubicBezTo>
                  <a:cubicBezTo>
                    <a:pt x="37" y="180"/>
                    <a:pt x="54" y="197"/>
                    <a:pt x="87" y="197"/>
                  </a:cubicBezTo>
                  <a:cubicBezTo>
                    <a:pt x="96" y="200"/>
                    <a:pt x="105" y="201"/>
                    <a:pt x="114" y="201"/>
                  </a:cubicBezTo>
                  <a:cubicBezTo>
                    <a:pt x="156" y="201"/>
                    <a:pt x="193" y="168"/>
                    <a:pt x="206" y="110"/>
                  </a:cubicBezTo>
                  <a:cubicBezTo>
                    <a:pt x="206" y="94"/>
                    <a:pt x="206" y="61"/>
                    <a:pt x="190" y="40"/>
                  </a:cubicBezTo>
                  <a:cubicBezTo>
                    <a:pt x="173" y="24"/>
                    <a:pt x="141" y="7"/>
                    <a:pt x="120" y="7"/>
                  </a:cubicBezTo>
                  <a:cubicBezTo>
                    <a:pt x="110" y="2"/>
                    <a:pt x="10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31"/>
            <p:cNvSpPr/>
            <p:nvPr/>
          </p:nvSpPr>
          <p:spPr>
            <a:xfrm>
              <a:off x="4258475" y="31172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0" y="1"/>
                  </a:moveTo>
                  <a:cubicBezTo>
                    <a:pt x="83" y="1"/>
                    <a:pt x="50" y="22"/>
                    <a:pt x="34" y="38"/>
                  </a:cubicBezTo>
                  <a:cubicBezTo>
                    <a:pt x="17" y="54"/>
                    <a:pt x="17" y="71"/>
                    <a:pt x="1" y="87"/>
                  </a:cubicBezTo>
                  <a:cubicBezTo>
                    <a:pt x="1" y="104"/>
                    <a:pt x="1" y="125"/>
                    <a:pt x="17" y="141"/>
                  </a:cubicBezTo>
                  <a:cubicBezTo>
                    <a:pt x="34" y="174"/>
                    <a:pt x="50" y="207"/>
                    <a:pt x="104" y="207"/>
                  </a:cubicBezTo>
                  <a:cubicBezTo>
                    <a:pt x="153" y="207"/>
                    <a:pt x="207" y="174"/>
                    <a:pt x="223" y="125"/>
                  </a:cubicBezTo>
                  <a:cubicBezTo>
                    <a:pt x="223" y="104"/>
                    <a:pt x="207" y="71"/>
                    <a:pt x="186" y="54"/>
                  </a:cubicBezTo>
                  <a:cubicBezTo>
                    <a:pt x="170" y="22"/>
                    <a:pt x="153" y="22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31"/>
            <p:cNvSpPr/>
            <p:nvPr/>
          </p:nvSpPr>
          <p:spPr>
            <a:xfrm>
              <a:off x="4294025" y="3129175"/>
              <a:ext cx="6125" cy="5375"/>
            </a:xfrm>
            <a:custGeom>
              <a:avLst/>
              <a:gdLst/>
              <a:ahLst/>
              <a:cxnLst/>
              <a:rect l="l" t="t" r="r" b="b"/>
              <a:pathLst>
                <a:path w="245" h="215" extrusionOk="0">
                  <a:moveTo>
                    <a:pt x="117" y="0"/>
                  </a:moveTo>
                  <a:cubicBezTo>
                    <a:pt x="107" y="0"/>
                    <a:pt x="97" y="1"/>
                    <a:pt x="88" y="4"/>
                  </a:cubicBezTo>
                  <a:cubicBezTo>
                    <a:pt x="38" y="37"/>
                    <a:pt x="1" y="91"/>
                    <a:pt x="38" y="140"/>
                  </a:cubicBezTo>
                  <a:cubicBezTo>
                    <a:pt x="52" y="185"/>
                    <a:pt x="88" y="215"/>
                    <a:pt x="130" y="215"/>
                  </a:cubicBezTo>
                  <a:cubicBezTo>
                    <a:pt x="139" y="215"/>
                    <a:pt x="148" y="213"/>
                    <a:pt x="158" y="210"/>
                  </a:cubicBezTo>
                  <a:cubicBezTo>
                    <a:pt x="228" y="177"/>
                    <a:pt x="244" y="124"/>
                    <a:pt x="228" y="74"/>
                  </a:cubicBezTo>
                  <a:cubicBezTo>
                    <a:pt x="211" y="30"/>
                    <a:pt x="163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31"/>
            <p:cNvSpPr/>
            <p:nvPr/>
          </p:nvSpPr>
          <p:spPr>
            <a:xfrm>
              <a:off x="4248575" y="3098350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20" y="0"/>
                  </a:moveTo>
                  <a:cubicBezTo>
                    <a:pt x="104" y="0"/>
                    <a:pt x="87" y="0"/>
                    <a:pt x="67" y="17"/>
                  </a:cubicBezTo>
                  <a:cubicBezTo>
                    <a:pt x="17" y="33"/>
                    <a:pt x="1" y="87"/>
                    <a:pt x="17" y="136"/>
                  </a:cubicBezTo>
                  <a:cubicBezTo>
                    <a:pt x="30" y="190"/>
                    <a:pt x="74" y="212"/>
                    <a:pt x="116" y="212"/>
                  </a:cubicBezTo>
                  <a:cubicBezTo>
                    <a:pt x="129" y="212"/>
                    <a:pt x="142" y="210"/>
                    <a:pt x="153" y="207"/>
                  </a:cubicBezTo>
                  <a:cubicBezTo>
                    <a:pt x="170" y="190"/>
                    <a:pt x="170" y="190"/>
                    <a:pt x="190" y="174"/>
                  </a:cubicBezTo>
                  <a:cubicBezTo>
                    <a:pt x="223" y="157"/>
                    <a:pt x="223" y="103"/>
                    <a:pt x="207" y="70"/>
                  </a:cubicBezTo>
                  <a:cubicBezTo>
                    <a:pt x="190" y="33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31"/>
            <p:cNvSpPr/>
            <p:nvPr/>
          </p:nvSpPr>
          <p:spPr>
            <a:xfrm>
              <a:off x="4269600" y="3128700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4" y="0"/>
                  </a:moveTo>
                  <a:cubicBezTo>
                    <a:pt x="83" y="0"/>
                    <a:pt x="54" y="13"/>
                    <a:pt x="34" y="40"/>
                  </a:cubicBezTo>
                  <a:cubicBezTo>
                    <a:pt x="17" y="56"/>
                    <a:pt x="1" y="77"/>
                    <a:pt x="17" y="110"/>
                  </a:cubicBezTo>
                  <a:lnTo>
                    <a:pt x="17" y="143"/>
                  </a:lnTo>
                  <a:cubicBezTo>
                    <a:pt x="17" y="159"/>
                    <a:pt x="34" y="159"/>
                    <a:pt x="50" y="180"/>
                  </a:cubicBezTo>
                  <a:cubicBezTo>
                    <a:pt x="67" y="194"/>
                    <a:pt x="89" y="203"/>
                    <a:pt x="111" y="203"/>
                  </a:cubicBezTo>
                  <a:cubicBezTo>
                    <a:pt x="140" y="203"/>
                    <a:pt x="170" y="189"/>
                    <a:pt x="191" y="159"/>
                  </a:cubicBezTo>
                  <a:cubicBezTo>
                    <a:pt x="207" y="143"/>
                    <a:pt x="223" y="110"/>
                    <a:pt x="223" y="93"/>
                  </a:cubicBezTo>
                  <a:cubicBezTo>
                    <a:pt x="223" y="56"/>
                    <a:pt x="207" y="40"/>
                    <a:pt x="191" y="23"/>
                  </a:cubicBezTo>
                  <a:cubicBezTo>
                    <a:pt x="166" y="8"/>
                    <a:pt x="140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31"/>
            <p:cNvSpPr/>
            <p:nvPr/>
          </p:nvSpPr>
          <p:spPr>
            <a:xfrm>
              <a:off x="4266625" y="30799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50" y="0"/>
                    <a:pt x="0" y="33"/>
                    <a:pt x="0" y="87"/>
                  </a:cubicBezTo>
                  <a:lnTo>
                    <a:pt x="0" y="136"/>
                  </a:lnTo>
                  <a:cubicBezTo>
                    <a:pt x="0" y="153"/>
                    <a:pt x="17" y="153"/>
                    <a:pt x="17" y="174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93" y="209"/>
                    <a:pt x="100" y="210"/>
                    <a:pt x="107" y="210"/>
                  </a:cubicBezTo>
                  <a:cubicBezTo>
                    <a:pt x="150" y="210"/>
                    <a:pt x="192" y="166"/>
                    <a:pt x="206" y="120"/>
                  </a:cubicBezTo>
                  <a:cubicBezTo>
                    <a:pt x="206" y="87"/>
                    <a:pt x="206" y="70"/>
                    <a:pt x="190" y="50"/>
                  </a:cubicBezTo>
                  <a:cubicBezTo>
                    <a:pt x="169" y="17"/>
                    <a:pt x="136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31"/>
            <p:cNvSpPr/>
            <p:nvPr/>
          </p:nvSpPr>
          <p:spPr>
            <a:xfrm>
              <a:off x="4262300" y="3091800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117" y="1"/>
                  </a:moveTo>
                  <a:cubicBezTo>
                    <a:pt x="107" y="1"/>
                    <a:pt x="96" y="3"/>
                    <a:pt x="87" y="7"/>
                  </a:cubicBezTo>
                  <a:cubicBezTo>
                    <a:pt x="33" y="23"/>
                    <a:pt x="0" y="89"/>
                    <a:pt x="17" y="143"/>
                  </a:cubicBezTo>
                  <a:cubicBezTo>
                    <a:pt x="33" y="159"/>
                    <a:pt x="33" y="176"/>
                    <a:pt x="54" y="176"/>
                  </a:cubicBezTo>
                  <a:cubicBezTo>
                    <a:pt x="87" y="213"/>
                    <a:pt x="120" y="213"/>
                    <a:pt x="157" y="213"/>
                  </a:cubicBezTo>
                  <a:cubicBezTo>
                    <a:pt x="206" y="192"/>
                    <a:pt x="223" y="159"/>
                    <a:pt x="223" y="110"/>
                  </a:cubicBezTo>
                  <a:lnTo>
                    <a:pt x="223" y="73"/>
                  </a:lnTo>
                  <a:cubicBezTo>
                    <a:pt x="209" y="33"/>
                    <a:pt x="161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31"/>
            <p:cNvSpPr/>
            <p:nvPr/>
          </p:nvSpPr>
          <p:spPr>
            <a:xfrm>
              <a:off x="4261050" y="310562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107" y="1"/>
                  </a:moveTo>
                  <a:cubicBezTo>
                    <a:pt x="72" y="1"/>
                    <a:pt x="38" y="15"/>
                    <a:pt x="17" y="35"/>
                  </a:cubicBezTo>
                  <a:cubicBezTo>
                    <a:pt x="1" y="52"/>
                    <a:pt x="1" y="89"/>
                    <a:pt x="1" y="122"/>
                  </a:cubicBezTo>
                  <a:lnTo>
                    <a:pt x="1" y="138"/>
                  </a:lnTo>
                  <a:cubicBezTo>
                    <a:pt x="17" y="155"/>
                    <a:pt x="17" y="175"/>
                    <a:pt x="34" y="192"/>
                  </a:cubicBezTo>
                  <a:cubicBezTo>
                    <a:pt x="50" y="208"/>
                    <a:pt x="83" y="208"/>
                    <a:pt x="120" y="208"/>
                  </a:cubicBezTo>
                  <a:cubicBezTo>
                    <a:pt x="137" y="208"/>
                    <a:pt x="170" y="192"/>
                    <a:pt x="186" y="175"/>
                  </a:cubicBezTo>
                  <a:cubicBezTo>
                    <a:pt x="207" y="138"/>
                    <a:pt x="207" y="122"/>
                    <a:pt x="207" y="89"/>
                  </a:cubicBezTo>
                  <a:cubicBezTo>
                    <a:pt x="207" y="72"/>
                    <a:pt x="186" y="35"/>
                    <a:pt x="170" y="19"/>
                  </a:cubicBezTo>
                  <a:cubicBezTo>
                    <a:pt x="151" y="6"/>
                    <a:pt x="129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31"/>
            <p:cNvSpPr/>
            <p:nvPr/>
          </p:nvSpPr>
          <p:spPr>
            <a:xfrm>
              <a:off x="4256725" y="3068625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6" y="0"/>
                  </a:moveTo>
                  <a:cubicBezTo>
                    <a:pt x="106" y="0"/>
                    <a:pt x="97" y="2"/>
                    <a:pt x="87" y="6"/>
                  </a:cubicBezTo>
                  <a:cubicBezTo>
                    <a:pt x="17" y="39"/>
                    <a:pt x="0" y="89"/>
                    <a:pt x="17" y="142"/>
                  </a:cubicBezTo>
                  <a:cubicBezTo>
                    <a:pt x="31" y="184"/>
                    <a:pt x="82" y="216"/>
                    <a:pt x="127" y="216"/>
                  </a:cubicBezTo>
                  <a:cubicBezTo>
                    <a:pt x="136" y="216"/>
                    <a:pt x="145" y="215"/>
                    <a:pt x="153" y="212"/>
                  </a:cubicBezTo>
                  <a:cubicBezTo>
                    <a:pt x="207" y="175"/>
                    <a:pt x="240" y="126"/>
                    <a:pt x="223" y="72"/>
                  </a:cubicBezTo>
                  <a:cubicBezTo>
                    <a:pt x="197" y="32"/>
                    <a:pt x="156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31"/>
            <p:cNvSpPr/>
            <p:nvPr/>
          </p:nvSpPr>
          <p:spPr>
            <a:xfrm>
              <a:off x="4328475" y="3067850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87" y="0"/>
                  </a:moveTo>
                  <a:cubicBezTo>
                    <a:pt x="33" y="37"/>
                    <a:pt x="0" y="87"/>
                    <a:pt x="17" y="140"/>
                  </a:cubicBezTo>
                  <a:cubicBezTo>
                    <a:pt x="44" y="181"/>
                    <a:pt x="85" y="210"/>
                    <a:pt x="126" y="210"/>
                  </a:cubicBezTo>
                  <a:cubicBezTo>
                    <a:pt x="135" y="210"/>
                    <a:pt x="144" y="209"/>
                    <a:pt x="153" y="206"/>
                  </a:cubicBezTo>
                  <a:cubicBezTo>
                    <a:pt x="169" y="190"/>
                    <a:pt x="190" y="190"/>
                    <a:pt x="206" y="173"/>
                  </a:cubicBezTo>
                  <a:cubicBezTo>
                    <a:pt x="223" y="140"/>
                    <a:pt x="239" y="103"/>
                    <a:pt x="223" y="70"/>
                  </a:cubicBezTo>
                  <a:cubicBezTo>
                    <a:pt x="206" y="37"/>
                    <a:pt x="169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31"/>
            <p:cNvSpPr/>
            <p:nvPr/>
          </p:nvSpPr>
          <p:spPr>
            <a:xfrm>
              <a:off x="4325475" y="30953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0" y="0"/>
                  </a:moveTo>
                  <a:cubicBezTo>
                    <a:pt x="88" y="0"/>
                    <a:pt x="54" y="14"/>
                    <a:pt x="33" y="35"/>
                  </a:cubicBezTo>
                  <a:cubicBezTo>
                    <a:pt x="17" y="51"/>
                    <a:pt x="0" y="88"/>
                    <a:pt x="0" y="121"/>
                  </a:cubicBezTo>
                  <a:cubicBezTo>
                    <a:pt x="0" y="121"/>
                    <a:pt x="0" y="138"/>
                    <a:pt x="17" y="138"/>
                  </a:cubicBezTo>
                  <a:cubicBezTo>
                    <a:pt x="17" y="154"/>
                    <a:pt x="33" y="175"/>
                    <a:pt x="50" y="191"/>
                  </a:cubicBezTo>
                  <a:cubicBezTo>
                    <a:pt x="66" y="208"/>
                    <a:pt x="83" y="208"/>
                    <a:pt x="120" y="208"/>
                  </a:cubicBezTo>
                  <a:cubicBezTo>
                    <a:pt x="153" y="208"/>
                    <a:pt x="170" y="191"/>
                    <a:pt x="186" y="175"/>
                  </a:cubicBezTo>
                  <a:cubicBezTo>
                    <a:pt x="207" y="138"/>
                    <a:pt x="223" y="121"/>
                    <a:pt x="207" y="88"/>
                  </a:cubicBezTo>
                  <a:cubicBezTo>
                    <a:pt x="207" y="72"/>
                    <a:pt x="186" y="35"/>
                    <a:pt x="170" y="18"/>
                  </a:cubicBezTo>
                  <a:cubicBezTo>
                    <a:pt x="157" y="6"/>
                    <a:pt x="139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31"/>
            <p:cNvSpPr/>
            <p:nvPr/>
          </p:nvSpPr>
          <p:spPr>
            <a:xfrm>
              <a:off x="4327525" y="3081425"/>
              <a:ext cx="5700" cy="5025"/>
            </a:xfrm>
            <a:custGeom>
              <a:avLst/>
              <a:gdLst/>
              <a:ahLst/>
              <a:cxnLst/>
              <a:rect l="l" t="t" r="r" b="b"/>
              <a:pathLst>
                <a:path w="228" h="201" extrusionOk="0">
                  <a:moveTo>
                    <a:pt x="104" y="1"/>
                  </a:moveTo>
                  <a:cubicBezTo>
                    <a:pt x="86" y="1"/>
                    <a:pt x="66" y="14"/>
                    <a:pt x="55" y="26"/>
                  </a:cubicBezTo>
                  <a:cubicBezTo>
                    <a:pt x="38" y="42"/>
                    <a:pt x="22" y="59"/>
                    <a:pt x="1" y="92"/>
                  </a:cubicBezTo>
                  <a:cubicBezTo>
                    <a:pt x="1" y="113"/>
                    <a:pt x="1" y="129"/>
                    <a:pt x="22" y="146"/>
                  </a:cubicBezTo>
                  <a:cubicBezTo>
                    <a:pt x="22" y="146"/>
                    <a:pt x="22" y="162"/>
                    <a:pt x="38" y="162"/>
                  </a:cubicBezTo>
                  <a:cubicBezTo>
                    <a:pt x="55" y="179"/>
                    <a:pt x="71" y="195"/>
                    <a:pt x="104" y="195"/>
                  </a:cubicBezTo>
                  <a:cubicBezTo>
                    <a:pt x="114" y="199"/>
                    <a:pt x="124" y="201"/>
                    <a:pt x="134" y="201"/>
                  </a:cubicBezTo>
                  <a:cubicBezTo>
                    <a:pt x="175" y="201"/>
                    <a:pt x="211" y="166"/>
                    <a:pt x="228" y="113"/>
                  </a:cubicBezTo>
                  <a:cubicBezTo>
                    <a:pt x="228" y="92"/>
                    <a:pt x="207" y="59"/>
                    <a:pt x="191" y="42"/>
                  </a:cubicBezTo>
                  <a:cubicBezTo>
                    <a:pt x="174" y="26"/>
                    <a:pt x="158" y="9"/>
                    <a:pt x="125" y="9"/>
                  </a:cubicBezTo>
                  <a:cubicBezTo>
                    <a:pt x="118" y="3"/>
                    <a:pt x="11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31"/>
            <p:cNvSpPr/>
            <p:nvPr/>
          </p:nvSpPr>
          <p:spPr>
            <a:xfrm>
              <a:off x="4323300" y="31094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00" y="1"/>
                  </a:moveTo>
                  <a:cubicBezTo>
                    <a:pt x="55" y="1"/>
                    <a:pt x="15" y="47"/>
                    <a:pt x="1" y="90"/>
                  </a:cubicBezTo>
                  <a:lnTo>
                    <a:pt x="1" y="144"/>
                  </a:lnTo>
                  <a:cubicBezTo>
                    <a:pt x="17" y="144"/>
                    <a:pt x="17" y="160"/>
                    <a:pt x="17" y="160"/>
                  </a:cubicBezTo>
                  <a:cubicBezTo>
                    <a:pt x="34" y="193"/>
                    <a:pt x="67" y="210"/>
                    <a:pt x="87" y="210"/>
                  </a:cubicBezTo>
                  <a:cubicBezTo>
                    <a:pt x="120" y="210"/>
                    <a:pt x="137" y="210"/>
                    <a:pt x="170" y="193"/>
                  </a:cubicBezTo>
                  <a:cubicBezTo>
                    <a:pt x="191" y="177"/>
                    <a:pt x="207" y="144"/>
                    <a:pt x="207" y="127"/>
                  </a:cubicBezTo>
                  <a:cubicBezTo>
                    <a:pt x="207" y="90"/>
                    <a:pt x="207" y="74"/>
                    <a:pt x="191" y="41"/>
                  </a:cubicBezTo>
                  <a:cubicBezTo>
                    <a:pt x="170" y="24"/>
                    <a:pt x="153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31"/>
            <p:cNvSpPr/>
            <p:nvPr/>
          </p:nvSpPr>
          <p:spPr>
            <a:xfrm>
              <a:off x="4335775" y="31168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3" y="0"/>
                    <a:pt x="67" y="0"/>
                    <a:pt x="34" y="17"/>
                  </a:cubicBezTo>
                  <a:cubicBezTo>
                    <a:pt x="17" y="38"/>
                    <a:pt x="1" y="54"/>
                    <a:pt x="1" y="87"/>
                  </a:cubicBezTo>
                  <a:lnTo>
                    <a:pt x="1" y="141"/>
                  </a:lnTo>
                  <a:lnTo>
                    <a:pt x="17" y="157"/>
                  </a:lnTo>
                  <a:cubicBezTo>
                    <a:pt x="34" y="190"/>
                    <a:pt x="50" y="207"/>
                    <a:pt x="83" y="207"/>
                  </a:cubicBezTo>
                  <a:cubicBezTo>
                    <a:pt x="137" y="207"/>
                    <a:pt x="207" y="174"/>
                    <a:pt x="207" y="120"/>
                  </a:cubicBezTo>
                  <a:cubicBezTo>
                    <a:pt x="207" y="87"/>
                    <a:pt x="207" y="70"/>
                    <a:pt x="186" y="38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31"/>
            <p:cNvSpPr/>
            <p:nvPr/>
          </p:nvSpPr>
          <p:spPr>
            <a:xfrm>
              <a:off x="4296625" y="3115875"/>
              <a:ext cx="5675" cy="5275"/>
            </a:xfrm>
            <a:custGeom>
              <a:avLst/>
              <a:gdLst/>
              <a:ahLst/>
              <a:cxnLst/>
              <a:rect l="l" t="t" r="r" b="b"/>
              <a:pathLst>
                <a:path w="227" h="211" extrusionOk="0">
                  <a:moveTo>
                    <a:pt x="97" y="0"/>
                  </a:moveTo>
                  <a:cubicBezTo>
                    <a:pt x="54" y="0"/>
                    <a:pt x="17" y="33"/>
                    <a:pt x="0" y="91"/>
                  </a:cubicBezTo>
                  <a:cubicBezTo>
                    <a:pt x="0" y="107"/>
                    <a:pt x="0" y="124"/>
                    <a:pt x="21" y="140"/>
                  </a:cubicBezTo>
                  <a:cubicBezTo>
                    <a:pt x="21" y="140"/>
                    <a:pt x="21" y="157"/>
                    <a:pt x="37" y="157"/>
                  </a:cubicBezTo>
                  <a:cubicBezTo>
                    <a:pt x="37" y="178"/>
                    <a:pt x="70" y="194"/>
                    <a:pt x="103" y="211"/>
                  </a:cubicBezTo>
                  <a:cubicBezTo>
                    <a:pt x="157" y="211"/>
                    <a:pt x="206" y="178"/>
                    <a:pt x="206" y="107"/>
                  </a:cubicBezTo>
                  <a:cubicBezTo>
                    <a:pt x="227" y="91"/>
                    <a:pt x="206" y="54"/>
                    <a:pt x="190" y="37"/>
                  </a:cubicBezTo>
                  <a:cubicBezTo>
                    <a:pt x="173" y="21"/>
                    <a:pt x="157" y="4"/>
                    <a:pt x="124" y="4"/>
                  </a:cubicBezTo>
                  <a:cubicBezTo>
                    <a:pt x="115" y="2"/>
                    <a:pt x="10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31"/>
            <p:cNvSpPr/>
            <p:nvPr/>
          </p:nvSpPr>
          <p:spPr>
            <a:xfrm>
              <a:off x="4337025" y="31026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1"/>
                  </a:moveTo>
                  <a:cubicBezTo>
                    <a:pt x="70" y="1"/>
                    <a:pt x="17" y="34"/>
                    <a:pt x="17" y="87"/>
                  </a:cubicBezTo>
                  <a:cubicBezTo>
                    <a:pt x="0" y="104"/>
                    <a:pt x="17" y="137"/>
                    <a:pt x="17" y="137"/>
                  </a:cubicBezTo>
                  <a:cubicBezTo>
                    <a:pt x="17" y="153"/>
                    <a:pt x="17" y="153"/>
                    <a:pt x="33" y="170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2" y="210"/>
                    <a:pt x="121" y="211"/>
                    <a:pt x="130" y="211"/>
                  </a:cubicBezTo>
                  <a:cubicBezTo>
                    <a:pt x="173" y="211"/>
                    <a:pt x="209" y="178"/>
                    <a:pt x="223" y="120"/>
                  </a:cubicBezTo>
                  <a:cubicBezTo>
                    <a:pt x="223" y="104"/>
                    <a:pt x="223" y="67"/>
                    <a:pt x="206" y="50"/>
                  </a:cubicBezTo>
                  <a:cubicBezTo>
                    <a:pt x="190" y="17"/>
                    <a:pt x="157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31"/>
            <p:cNvSpPr/>
            <p:nvPr/>
          </p:nvSpPr>
          <p:spPr>
            <a:xfrm>
              <a:off x="4318575" y="3058700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11" y="1"/>
                  </a:moveTo>
                  <a:cubicBezTo>
                    <a:pt x="83" y="1"/>
                    <a:pt x="54" y="13"/>
                    <a:pt x="33" y="40"/>
                  </a:cubicBezTo>
                  <a:cubicBezTo>
                    <a:pt x="17" y="57"/>
                    <a:pt x="0" y="94"/>
                    <a:pt x="17" y="110"/>
                  </a:cubicBezTo>
                  <a:lnTo>
                    <a:pt x="17" y="143"/>
                  </a:lnTo>
                  <a:cubicBezTo>
                    <a:pt x="17" y="160"/>
                    <a:pt x="33" y="176"/>
                    <a:pt x="50" y="176"/>
                  </a:cubicBezTo>
                  <a:cubicBezTo>
                    <a:pt x="70" y="197"/>
                    <a:pt x="103" y="213"/>
                    <a:pt x="120" y="213"/>
                  </a:cubicBezTo>
                  <a:cubicBezTo>
                    <a:pt x="153" y="197"/>
                    <a:pt x="173" y="197"/>
                    <a:pt x="190" y="160"/>
                  </a:cubicBezTo>
                  <a:cubicBezTo>
                    <a:pt x="206" y="143"/>
                    <a:pt x="223" y="127"/>
                    <a:pt x="223" y="94"/>
                  </a:cubicBezTo>
                  <a:cubicBezTo>
                    <a:pt x="223" y="57"/>
                    <a:pt x="206" y="40"/>
                    <a:pt x="173" y="24"/>
                  </a:cubicBezTo>
                  <a:cubicBezTo>
                    <a:pt x="157" y="9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31"/>
            <p:cNvSpPr/>
            <p:nvPr/>
          </p:nvSpPr>
          <p:spPr>
            <a:xfrm>
              <a:off x="4332275" y="30545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0"/>
                  </a:moveTo>
                  <a:cubicBezTo>
                    <a:pt x="104" y="0"/>
                    <a:pt x="71" y="17"/>
                    <a:pt x="54" y="17"/>
                  </a:cubicBezTo>
                  <a:cubicBezTo>
                    <a:pt x="17" y="33"/>
                    <a:pt x="1" y="70"/>
                    <a:pt x="1" y="87"/>
                  </a:cubicBezTo>
                  <a:cubicBezTo>
                    <a:pt x="1" y="103"/>
                    <a:pt x="1" y="136"/>
                    <a:pt x="17" y="157"/>
                  </a:cubicBezTo>
                  <a:lnTo>
                    <a:pt x="17" y="173"/>
                  </a:lnTo>
                  <a:cubicBezTo>
                    <a:pt x="38" y="190"/>
                    <a:pt x="71" y="206"/>
                    <a:pt x="87" y="206"/>
                  </a:cubicBezTo>
                  <a:cubicBezTo>
                    <a:pt x="99" y="209"/>
                    <a:pt x="110" y="211"/>
                    <a:pt x="121" y="211"/>
                  </a:cubicBezTo>
                  <a:cubicBezTo>
                    <a:pt x="173" y="211"/>
                    <a:pt x="207" y="178"/>
                    <a:pt x="207" y="120"/>
                  </a:cubicBezTo>
                  <a:cubicBezTo>
                    <a:pt x="223" y="103"/>
                    <a:pt x="207" y="70"/>
                    <a:pt x="190" y="54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31"/>
            <p:cNvSpPr/>
            <p:nvPr/>
          </p:nvSpPr>
          <p:spPr>
            <a:xfrm>
              <a:off x="4303100" y="30763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9" y="0"/>
                  </a:moveTo>
                  <a:cubicBezTo>
                    <a:pt x="115" y="0"/>
                    <a:pt x="100" y="3"/>
                    <a:pt x="87" y="8"/>
                  </a:cubicBezTo>
                  <a:cubicBezTo>
                    <a:pt x="34" y="25"/>
                    <a:pt x="1" y="91"/>
                    <a:pt x="17" y="144"/>
                  </a:cubicBezTo>
                  <a:cubicBezTo>
                    <a:pt x="34" y="161"/>
                    <a:pt x="34" y="161"/>
                    <a:pt x="50" y="177"/>
                  </a:cubicBezTo>
                  <a:cubicBezTo>
                    <a:pt x="72" y="199"/>
                    <a:pt x="91" y="208"/>
                    <a:pt x="111" y="208"/>
                  </a:cubicBezTo>
                  <a:cubicBezTo>
                    <a:pt x="125" y="208"/>
                    <a:pt x="139" y="203"/>
                    <a:pt x="153" y="194"/>
                  </a:cubicBezTo>
                  <a:cubicBezTo>
                    <a:pt x="207" y="177"/>
                    <a:pt x="223" y="144"/>
                    <a:pt x="223" y="111"/>
                  </a:cubicBezTo>
                  <a:lnTo>
                    <a:pt x="223" y="58"/>
                  </a:lnTo>
                  <a:cubicBezTo>
                    <a:pt x="211" y="21"/>
                    <a:pt x="170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31"/>
            <p:cNvSpPr/>
            <p:nvPr/>
          </p:nvSpPr>
          <p:spPr>
            <a:xfrm>
              <a:off x="4303100" y="3089375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87" y="1"/>
                  </a:moveTo>
                  <a:cubicBezTo>
                    <a:pt x="71" y="17"/>
                    <a:pt x="34" y="17"/>
                    <a:pt x="17" y="50"/>
                  </a:cubicBezTo>
                  <a:cubicBezTo>
                    <a:pt x="1" y="67"/>
                    <a:pt x="1" y="83"/>
                    <a:pt x="1" y="120"/>
                  </a:cubicBezTo>
                  <a:lnTo>
                    <a:pt x="1" y="153"/>
                  </a:lnTo>
                  <a:cubicBezTo>
                    <a:pt x="17" y="153"/>
                    <a:pt x="17" y="170"/>
                    <a:pt x="34" y="186"/>
                  </a:cubicBezTo>
                  <a:cubicBezTo>
                    <a:pt x="58" y="203"/>
                    <a:pt x="85" y="212"/>
                    <a:pt x="111" y="212"/>
                  </a:cubicBezTo>
                  <a:cubicBezTo>
                    <a:pt x="141" y="212"/>
                    <a:pt x="170" y="199"/>
                    <a:pt x="190" y="170"/>
                  </a:cubicBezTo>
                  <a:cubicBezTo>
                    <a:pt x="207" y="153"/>
                    <a:pt x="207" y="120"/>
                    <a:pt x="207" y="104"/>
                  </a:cubicBezTo>
                  <a:cubicBezTo>
                    <a:pt x="207" y="67"/>
                    <a:pt x="190" y="50"/>
                    <a:pt x="174" y="34"/>
                  </a:cubicBezTo>
                  <a:cubicBezTo>
                    <a:pt x="153" y="17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31"/>
            <p:cNvSpPr/>
            <p:nvPr/>
          </p:nvSpPr>
          <p:spPr>
            <a:xfrm>
              <a:off x="4306500" y="306485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20" y="0"/>
                  </a:moveTo>
                  <a:cubicBezTo>
                    <a:pt x="71" y="0"/>
                    <a:pt x="17" y="33"/>
                    <a:pt x="1" y="87"/>
                  </a:cubicBezTo>
                  <a:cubicBezTo>
                    <a:pt x="1" y="104"/>
                    <a:pt x="1" y="137"/>
                    <a:pt x="17" y="157"/>
                  </a:cubicBezTo>
                  <a:lnTo>
                    <a:pt x="17" y="174"/>
                  </a:lnTo>
                  <a:cubicBezTo>
                    <a:pt x="38" y="190"/>
                    <a:pt x="71" y="207"/>
                    <a:pt x="87" y="207"/>
                  </a:cubicBezTo>
                  <a:cubicBezTo>
                    <a:pt x="97" y="211"/>
                    <a:pt x="107" y="213"/>
                    <a:pt x="117" y="213"/>
                  </a:cubicBezTo>
                  <a:cubicBezTo>
                    <a:pt x="140" y="213"/>
                    <a:pt x="162" y="202"/>
                    <a:pt x="174" y="190"/>
                  </a:cubicBezTo>
                  <a:cubicBezTo>
                    <a:pt x="191" y="174"/>
                    <a:pt x="207" y="157"/>
                    <a:pt x="207" y="120"/>
                  </a:cubicBezTo>
                  <a:cubicBezTo>
                    <a:pt x="223" y="104"/>
                    <a:pt x="207" y="71"/>
                    <a:pt x="191" y="54"/>
                  </a:cubicBezTo>
                  <a:cubicBezTo>
                    <a:pt x="174" y="33"/>
                    <a:pt x="158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31"/>
            <p:cNvSpPr/>
            <p:nvPr/>
          </p:nvSpPr>
          <p:spPr>
            <a:xfrm>
              <a:off x="4247650" y="3111900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97" y="0"/>
                  </a:moveTo>
                  <a:cubicBezTo>
                    <a:pt x="76" y="0"/>
                    <a:pt x="61" y="13"/>
                    <a:pt x="38" y="27"/>
                  </a:cubicBezTo>
                  <a:cubicBezTo>
                    <a:pt x="21" y="44"/>
                    <a:pt x="1" y="60"/>
                    <a:pt x="1" y="93"/>
                  </a:cubicBezTo>
                  <a:lnTo>
                    <a:pt x="1" y="147"/>
                  </a:lnTo>
                  <a:lnTo>
                    <a:pt x="21" y="163"/>
                  </a:lnTo>
                  <a:cubicBezTo>
                    <a:pt x="38" y="196"/>
                    <a:pt x="54" y="196"/>
                    <a:pt x="87" y="213"/>
                  </a:cubicBezTo>
                  <a:cubicBezTo>
                    <a:pt x="141" y="213"/>
                    <a:pt x="207" y="180"/>
                    <a:pt x="207" y="130"/>
                  </a:cubicBezTo>
                  <a:cubicBezTo>
                    <a:pt x="207" y="93"/>
                    <a:pt x="207" y="60"/>
                    <a:pt x="190" y="44"/>
                  </a:cubicBezTo>
                  <a:cubicBezTo>
                    <a:pt x="174" y="27"/>
                    <a:pt x="157" y="7"/>
                    <a:pt x="124" y="7"/>
                  </a:cubicBezTo>
                  <a:cubicBezTo>
                    <a:pt x="114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31"/>
            <p:cNvSpPr/>
            <p:nvPr/>
          </p:nvSpPr>
          <p:spPr>
            <a:xfrm>
              <a:off x="4300950" y="31029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93" y="1"/>
                  </a:moveTo>
                  <a:cubicBezTo>
                    <a:pt x="48" y="1"/>
                    <a:pt x="0" y="33"/>
                    <a:pt x="0" y="92"/>
                  </a:cubicBezTo>
                  <a:lnTo>
                    <a:pt x="0" y="141"/>
                  </a:lnTo>
                  <a:lnTo>
                    <a:pt x="17" y="158"/>
                  </a:lnTo>
                  <a:cubicBezTo>
                    <a:pt x="33" y="178"/>
                    <a:pt x="54" y="195"/>
                    <a:pt x="87" y="211"/>
                  </a:cubicBezTo>
                  <a:cubicBezTo>
                    <a:pt x="120" y="211"/>
                    <a:pt x="136" y="195"/>
                    <a:pt x="173" y="178"/>
                  </a:cubicBezTo>
                  <a:cubicBezTo>
                    <a:pt x="190" y="178"/>
                    <a:pt x="206" y="141"/>
                    <a:pt x="206" y="125"/>
                  </a:cubicBezTo>
                  <a:cubicBezTo>
                    <a:pt x="223" y="55"/>
                    <a:pt x="17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31"/>
            <p:cNvSpPr/>
            <p:nvPr/>
          </p:nvSpPr>
          <p:spPr>
            <a:xfrm>
              <a:off x="4310025" y="31155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7" y="0"/>
                  </a:moveTo>
                  <a:cubicBezTo>
                    <a:pt x="71" y="0"/>
                    <a:pt x="37" y="15"/>
                    <a:pt x="17" y="35"/>
                  </a:cubicBezTo>
                  <a:cubicBezTo>
                    <a:pt x="0" y="51"/>
                    <a:pt x="0" y="89"/>
                    <a:pt x="0" y="121"/>
                  </a:cubicBezTo>
                  <a:lnTo>
                    <a:pt x="0" y="138"/>
                  </a:lnTo>
                  <a:cubicBezTo>
                    <a:pt x="0" y="154"/>
                    <a:pt x="17" y="171"/>
                    <a:pt x="33" y="192"/>
                  </a:cubicBezTo>
                  <a:cubicBezTo>
                    <a:pt x="52" y="204"/>
                    <a:pt x="71" y="209"/>
                    <a:pt x="90" y="209"/>
                  </a:cubicBezTo>
                  <a:cubicBezTo>
                    <a:pt x="122" y="209"/>
                    <a:pt x="155" y="194"/>
                    <a:pt x="186" y="171"/>
                  </a:cubicBezTo>
                  <a:cubicBezTo>
                    <a:pt x="206" y="138"/>
                    <a:pt x="206" y="121"/>
                    <a:pt x="206" y="89"/>
                  </a:cubicBezTo>
                  <a:cubicBezTo>
                    <a:pt x="206" y="68"/>
                    <a:pt x="186" y="35"/>
                    <a:pt x="169" y="18"/>
                  </a:cubicBezTo>
                  <a:cubicBezTo>
                    <a:pt x="150" y="6"/>
                    <a:pt x="128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31"/>
            <p:cNvSpPr/>
            <p:nvPr/>
          </p:nvSpPr>
          <p:spPr>
            <a:xfrm>
              <a:off x="4315175" y="30863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24"/>
                    <a:pt x="17" y="140"/>
                  </a:cubicBezTo>
                  <a:cubicBezTo>
                    <a:pt x="17" y="173"/>
                    <a:pt x="50" y="206"/>
                    <a:pt x="83" y="206"/>
                  </a:cubicBezTo>
                  <a:cubicBezTo>
                    <a:pt x="93" y="209"/>
                    <a:pt x="103" y="211"/>
                    <a:pt x="113" y="211"/>
                  </a:cubicBezTo>
                  <a:cubicBezTo>
                    <a:pt x="168" y="211"/>
                    <a:pt x="206" y="166"/>
                    <a:pt x="206" y="124"/>
                  </a:cubicBezTo>
                  <a:cubicBezTo>
                    <a:pt x="223" y="103"/>
                    <a:pt x="206" y="70"/>
                    <a:pt x="186" y="54"/>
                  </a:cubicBezTo>
                  <a:cubicBezTo>
                    <a:pt x="169" y="21"/>
                    <a:pt x="153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31"/>
            <p:cNvSpPr/>
            <p:nvPr/>
          </p:nvSpPr>
          <p:spPr>
            <a:xfrm>
              <a:off x="4313425" y="31013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20" y="1"/>
                  </a:moveTo>
                  <a:cubicBezTo>
                    <a:pt x="70" y="1"/>
                    <a:pt x="0" y="38"/>
                    <a:pt x="0" y="88"/>
                  </a:cubicBezTo>
                  <a:lnTo>
                    <a:pt x="0" y="141"/>
                  </a:lnTo>
                  <a:cubicBezTo>
                    <a:pt x="0" y="158"/>
                    <a:pt x="17" y="158"/>
                    <a:pt x="17" y="174"/>
                  </a:cubicBezTo>
                  <a:cubicBezTo>
                    <a:pt x="33" y="191"/>
                    <a:pt x="50" y="207"/>
                    <a:pt x="87" y="207"/>
                  </a:cubicBezTo>
                  <a:cubicBezTo>
                    <a:pt x="96" y="212"/>
                    <a:pt x="105" y="214"/>
                    <a:pt x="112" y="214"/>
                  </a:cubicBezTo>
                  <a:cubicBezTo>
                    <a:pt x="131" y="214"/>
                    <a:pt x="147" y="202"/>
                    <a:pt x="173" y="191"/>
                  </a:cubicBezTo>
                  <a:cubicBezTo>
                    <a:pt x="190" y="174"/>
                    <a:pt x="206" y="158"/>
                    <a:pt x="206" y="121"/>
                  </a:cubicBezTo>
                  <a:cubicBezTo>
                    <a:pt x="206" y="104"/>
                    <a:pt x="206" y="71"/>
                    <a:pt x="190" y="55"/>
                  </a:cubicBezTo>
                  <a:cubicBezTo>
                    <a:pt x="173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31"/>
            <p:cNvSpPr/>
            <p:nvPr/>
          </p:nvSpPr>
          <p:spPr>
            <a:xfrm>
              <a:off x="4291050" y="3237800"/>
              <a:ext cx="5600" cy="5450"/>
            </a:xfrm>
            <a:custGeom>
              <a:avLst/>
              <a:gdLst/>
              <a:ahLst/>
              <a:cxnLst/>
              <a:rect l="l" t="t" r="r" b="b"/>
              <a:pathLst>
                <a:path w="224" h="218" extrusionOk="0">
                  <a:moveTo>
                    <a:pt x="115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17" y="42"/>
                    <a:pt x="0" y="91"/>
                    <a:pt x="17" y="145"/>
                  </a:cubicBezTo>
                  <a:cubicBezTo>
                    <a:pt x="17" y="161"/>
                    <a:pt x="38" y="178"/>
                    <a:pt x="54" y="178"/>
                  </a:cubicBezTo>
                  <a:cubicBezTo>
                    <a:pt x="66" y="202"/>
                    <a:pt x="96" y="217"/>
                    <a:pt x="125" y="217"/>
                  </a:cubicBezTo>
                  <a:cubicBezTo>
                    <a:pt x="136" y="217"/>
                    <a:pt x="147" y="215"/>
                    <a:pt x="157" y="211"/>
                  </a:cubicBezTo>
                  <a:cubicBezTo>
                    <a:pt x="190" y="194"/>
                    <a:pt x="223" y="161"/>
                    <a:pt x="223" y="124"/>
                  </a:cubicBezTo>
                  <a:cubicBezTo>
                    <a:pt x="223" y="108"/>
                    <a:pt x="223" y="91"/>
                    <a:pt x="207" y="75"/>
                  </a:cubicBezTo>
                  <a:cubicBezTo>
                    <a:pt x="193" y="31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31"/>
            <p:cNvSpPr/>
            <p:nvPr/>
          </p:nvSpPr>
          <p:spPr>
            <a:xfrm>
              <a:off x="4144175" y="3202525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12" y="0"/>
                  </a:moveTo>
                  <a:cubicBezTo>
                    <a:pt x="84" y="0"/>
                    <a:pt x="55" y="14"/>
                    <a:pt x="37" y="43"/>
                  </a:cubicBezTo>
                  <a:cubicBezTo>
                    <a:pt x="17" y="59"/>
                    <a:pt x="0" y="92"/>
                    <a:pt x="0" y="113"/>
                  </a:cubicBezTo>
                  <a:cubicBezTo>
                    <a:pt x="0" y="129"/>
                    <a:pt x="0" y="129"/>
                    <a:pt x="17" y="146"/>
                  </a:cubicBezTo>
                  <a:cubicBezTo>
                    <a:pt x="17" y="162"/>
                    <a:pt x="37" y="179"/>
                    <a:pt x="54" y="179"/>
                  </a:cubicBezTo>
                  <a:cubicBezTo>
                    <a:pt x="69" y="196"/>
                    <a:pt x="91" y="205"/>
                    <a:pt x="115" y="205"/>
                  </a:cubicBezTo>
                  <a:cubicBezTo>
                    <a:pt x="143" y="205"/>
                    <a:pt x="172" y="192"/>
                    <a:pt x="190" y="162"/>
                  </a:cubicBezTo>
                  <a:cubicBezTo>
                    <a:pt x="223" y="129"/>
                    <a:pt x="223" y="59"/>
                    <a:pt x="173" y="26"/>
                  </a:cubicBezTo>
                  <a:cubicBezTo>
                    <a:pt x="158" y="10"/>
                    <a:pt x="136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31"/>
            <p:cNvSpPr/>
            <p:nvPr/>
          </p:nvSpPr>
          <p:spPr>
            <a:xfrm>
              <a:off x="4133850" y="3190375"/>
              <a:ext cx="6125" cy="5250"/>
            </a:xfrm>
            <a:custGeom>
              <a:avLst/>
              <a:gdLst/>
              <a:ahLst/>
              <a:cxnLst/>
              <a:rect l="l" t="t" r="r" b="b"/>
              <a:pathLst>
                <a:path w="245" h="210" extrusionOk="0">
                  <a:moveTo>
                    <a:pt x="134" y="0"/>
                  </a:moveTo>
                  <a:cubicBezTo>
                    <a:pt x="118" y="0"/>
                    <a:pt x="103" y="4"/>
                    <a:pt x="88" y="14"/>
                  </a:cubicBezTo>
                  <a:cubicBezTo>
                    <a:pt x="38" y="30"/>
                    <a:pt x="1" y="84"/>
                    <a:pt x="38" y="133"/>
                  </a:cubicBezTo>
                  <a:cubicBezTo>
                    <a:pt x="51" y="187"/>
                    <a:pt x="83" y="209"/>
                    <a:pt x="121" y="209"/>
                  </a:cubicBezTo>
                  <a:cubicBezTo>
                    <a:pt x="133" y="209"/>
                    <a:pt x="145" y="207"/>
                    <a:pt x="158" y="203"/>
                  </a:cubicBezTo>
                  <a:cubicBezTo>
                    <a:pt x="224" y="187"/>
                    <a:pt x="244" y="117"/>
                    <a:pt x="224" y="63"/>
                  </a:cubicBezTo>
                  <a:cubicBezTo>
                    <a:pt x="212" y="27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31"/>
            <p:cNvSpPr/>
            <p:nvPr/>
          </p:nvSpPr>
          <p:spPr>
            <a:xfrm>
              <a:off x="4157975" y="31984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104" y="1"/>
                    <a:pt x="67" y="1"/>
                    <a:pt x="50" y="17"/>
                  </a:cubicBezTo>
                  <a:cubicBezTo>
                    <a:pt x="34" y="34"/>
                    <a:pt x="17" y="50"/>
                    <a:pt x="17" y="87"/>
                  </a:cubicBezTo>
                  <a:cubicBezTo>
                    <a:pt x="1" y="104"/>
                    <a:pt x="1" y="120"/>
                    <a:pt x="17" y="137"/>
                  </a:cubicBezTo>
                  <a:cubicBezTo>
                    <a:pt x="17" y="153"/>
                    <a:pt x="17" y="153"/>
                    <a:pt x="34" y="153"/>
                  </a:cubicBezTo>
                  <a:cubicBezTo>
                    <a:pt x="50" y="190"/>
                    <a:pt x="67" y="207"/>
                    <a:pt x="104" y="207"/>
                  </a:cubicBezTo>
                  <a:cubicBezTo>
                    <a:pt x="153" y="207"/>
                    <a:pt x="207" y="174"/>
                    <a:pt x="223" y="120"/>
                  </a:cubicBezTo>
                  <a:cubicBezTo>
                    <a:pt x="223" y="87"/>
                    <a:pt x="207" y="71"/>
                    <a:pt x="186" y="34"/>
                  </a:cubicBezTo>
                  <a:cubicBezTo>
                    <a:pt x="186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31"/>
            <p:cNvSpPr/>
            <p:nvPr/>
          </p:nvSpPr>
          <p:spPr>
            <a:xfrm>
              <a:off x="4105100" y="32186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6" y="0"/>
                  </a:moveTo>
                  <a:cubicBezTo>
                    <a:pt x="91" y="0"/>
                    <a:pt x="57" y="14"/>
                    <a:pt x="34" y="35"/>
                  </a:cubicBezTo>
                  <a:cubicBezTo>
                    <a:pt x="17" y="51"/>
                    <a:pt x="1" y="88"/>
                    <a:pt x="17" y="121"/>
                  </a:cubicBezTo>
                  <a:lnTo>
                    <a:pt x="17" y="138"/>
                  </a:lnTo>
                  <a:cubicBezTo>
                    <a:pt x="17" y="154"/>
                    <a:pt x="34" y="171"/>
                    <a:pt x="54" y="191"/>
                  </a:cubicBezTo>
                  <a:cubicBezTo>
                    <a:pt x="71" y="208"/>
                    <a:pt x="104" y="208"/>
                    <a:pt x="120" y="208"/>
                  </a:cubicBezTo>
                  <a:cubicBezTo>
                    <a:pt x="157" y="208"/>
                    <a:pt x="174" y="191"/>
                    <a:pt x="190" y="171"/>
                  </a:cubicBezTo>
                  <a:cubicBezTo>
                    <a:pt x="223" y="138"/>
                    <a:pt x="223" y="121"/>
                    <a:pt x="223" y="88"/>
                  </a:cubicBezTo>
                  <a:cubicBezTo>
                    <a:pt x="223" y="68"/>
                    <a:pt x="207" y="35"/>
                    <a:pt x="190" y="18"/>
                  </a:cubicBezTo>
                  <a:cubicBezTo>
                    <a:pt x="170" y="6"/>
                    <a:pt x="148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31"/>
            <p:cNvSpPr/>
            <p:nvPr/>
          </p:nvSpPr>
          <p:spPr>
            <a:xfrm>
              <a:off x="4139425" y="3230725"/>
              <a:ext cx="5700" cy="5225"/>
            </a:xfrm>
            <a:custGeom>
              <a:avLst/>
              <a:gdLst/>
              <a:ahLst/>
              <a:cxnLst/>
              <a:rect l="l" t="t" r="r" b="b"/>
              <a:pathLst>
                <a:path w="228" h="209" extrusionOk="0">
                  <a:moveTo>
                    <a:pt x="118" y="1"/>
                  </a:moveTo>
                  <a:cubicBezTo>
                    <a:pt x="102" y="1"/>
                    <a:pt x="86" y="5"/>
                    <a:pt x="71" y="16"/>
                  </a:cubicBezTo>
                  <a:cubicBezTo>
                    <a:pt x="21" y="32"/>
                    <a:pt x="1" y="82"/>
                    <a:pt x="21" y="135"/>
                  </a:cubicBezTo>
                  <a:cubicBezTo>
                    <a:pt x="34" y="185"/>
                    <a:pt x="74" y="209"/>
                    <a:pt x="116" y="209"/>
                  </a:cubicBezTo>
                  <a:cubicBezTo>
                    <a:pt x="130" y="209"/>
                    <a:pt x="144" y="206"/>
                    <a:pt x="157" y="201"/>
                  </a:cubicBezTo>
                  <a:cubicBezTo>
                    <a:pt x="207" y="185"/>
                    <a:pt x="227" y="119"/>
                    <a:pt x="207" y="65"/>
                  </a:cubicBezTo>
                  <a:cubicBezTo>
                    <a:pt x="195" y="30"/>
                    <a:pt x="158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31"/>
            <p:cNvSpPr/>
            <p:nvPr/>
          </p:nvSpPr>
          <p:spPr>
            <a:xfrm>
              <a:off x="4156650" y="321245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6" y="1"/>
                  </a:moveTo>
                  <a:cubicBezTo>
                    <a:pt x="54" y="1"/>
                    <a:pt x="14" y="36"/>
                    <a:pt x="0" y="91"/>
                  </a:cubicBezTo>
                  <a:cubicBezTo>
                    <a:pt x="0" y="91"/>
                    <a:pt x="0" y="108"/>
                    <a:pt x="17" y="128"/>
                  </a:cubicBezTo>
                  <a:lnTo>
                    <a:pt x="17" y="145"/>
                  </a:lnTo>
                  <a:cubicBezTo>
                    <a:pt x="17" y="145"/>
                    <a:pt x="17" y="161"/>
                    <a:pt x="33" y="161"/>
                  </a:cubicBezTo>
                  <a:cubicBezTo>
                    <a:pt x="54" y="194"/>
                    <a:pt x="70" y="194"/>
                    <a:pt x="103" y="211"/>
                  </a:cubicBezTo>
                  <a:cubicBezTo>
                    <a:pt x="120" y="211"/>
                    <a:pt x="157" y="194"/>
                    <a:pt x="173" y="194"/>
                  </a:cubicBezTo>
                  <a:cubicBezTo>
                    <a:pt x="190" y="178"/>
                    <a:pt x="206" y="145"/>
                    <a:pt x="223" y="128"/>
                  </a:cubicBezTo>
                  <a:cubicBezTo>
                    <a:pt x="223" y="91"/>
                    <a:pt x="206" y="75"/>
                    <a:pt x="206" y="58"/>
                  </a:cubicBezTo>
                  <a:cubicBezTo>
                    <a:pt x="190" y="25"/>
                    <a:pt x="157" y="5"/>
                    <a:pt x="120" y="5"/>
                  </a:cubicBezTo>
                  <a:cubicBezTo>
                    <a:pt x="112" y="2"/>
                    <a:pt x="104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31"/>
            <p:cNvSpPr/>
            <p:nvPr/>
          </p:nvSpPr>
          <p:spPr>
            <a:xfrm>
              <a:off x="4155825" y="32262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9" y="1"/>
                  </a:moveTo>
                  <a:cubicBezTo>
                    <a:pt x="54" y="1"/>
                    <a:pt x="14" y="44"/>
                    <a:pt x="0" y="91"/>
                  </a:cubicBezTo>
                  <a:cubicBezTo>
                    <a:pt x="0" y="107"/>
                    <a:pt x="0" y="124"/>
                    <a:pt x="17" y="140"/>
                  </a:cubicBezTo>
                  <a:lnTo>
                    <a:pt x="17" y="157"/>
                  </a:lnTo>
                  <a:cubicBezTo>
                    <a:pt x="33" y="194"/>
                    <a:pt x="66" y="194"/>
                    <a:pt x="87" y="210"/>
                  </a:cubicBezTo>
                  <a:cubicBezTo>
                    <a:pt x="153" y="210"/>
                    <a:pt x="206" y="173"/>
                    <a:pt x="206" y="124"/>
                  </a:cubicBezTo>
                  <a:cubicBezTo>
                    <a:pt x="223" y="91"/>
                    <a:pt x="206" y="54"/>
                    <a:pt x="190" y="37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3" y="2"/>
                    <a:pt x="106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31"/>
            <p:cNvSpPr/>
            <p:nvPr/>
          </p:nvSpPr>
          <p:spPr>
            <a:xfrm>
              <a:off x="4020900" y="3041575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03" y="1"/>
                  </a:moveTo>
                  <a:cubicBezTo>
                    <a:pt x="58" y="1"/>
                    <a:pt x="18" y="44"/>
                    <a:pt x="0" y="90"/>
                  </a:cubicBezTo>
                  <a:cubicBezTo>
                    <a:pt x="0" y="107"/>
                    <a:pt x="0" y="123"/>
                    <a:pt x="21" y="140"/>
                  </a:cubicBezTo>
                  <a:cubicBezTo>
                    <a:pt x="37" y="177"/>
                    <a:pt x="54" y="210"/>
                    <a:pt x="103" y="210"/>
                  </a:cubicBezTo>
                  <a:cubicBezTo>
                    <a:pt x="157" y="210"/>
                    <a:pt x="206" y="177"/>
                    <a:pt x="227" y="123"/>
                  </a:cubicBezTo>
                  <a:cubicBezTo>
                    <a:pt x="227" y="90"/>
                    <a:pt x="206" y="74"/>
                    <a:pt x="190" y="37"/>
                  </a:cubicBezTo>
                  <a:cubicBezTo>
                    <a:pt x="173" y="20"/>
                    <a:pt x="157" y="4"/>
                    <a:pt x="124" y="4"/>
                  </a:cubicBezTo>
                  <a:cubicBezTo>
                    <a:pt x="117" y="2"/>
                    <a:pt x="11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31"/>
            <p:cNvSpPr/>
            <p:nvPr/>
          </p:nvSpPr>
          <p:spPr>
            <a:xfrm>
              <a:off x="4147150" y="3188850"/>
              <a:ext cx="5700" cy="4975"/>
            </a:xfrm>
            <a:custGeom>
              <a:avLst/>
              <a:gdLst/>
              <a:ahLst/>
              <a:cxnLst/>
              <a:rect l="l" t="t" r="r" b="b"/>
              <a:pathLst>
                <a:path w="228" h="199" extrusionOk="0">
                  <a:moveTo>
                    <a:pt x="98" y="0"/>
                  </a:moveTo>
                  <a:cubicBezTo>
                    <a:pt x="55" y="0"/>
                    <a:pt x="18" y="33"/>
                    <a:pt x="1" y="91"/>
                  </a:cubicBezTo>
                  <a:cubicBezTo>
                    <a:pt x="1" y="108"/>
                    <a:pt x="1" y="124"/>
                    <a:pt x="21" y="145"/>
                  </a:cubicBezTo>
                  <a:lnTo>
                    <a:pt x="21" y="161"/>
                  </a:lnTo>
                  <a:cubicBezTo>
                    <a:pt x="38" y="178"/>
                    <a:pt x="71" y="194"/>
                    <a:pt x="87" y="194"/>
                  </a:cubicBezTo>
                  <a:cubicBezTo>
                    <a:pt x="99" y="197"/>
                    <a:pt x="111" y="198"/>
                    <a:pt x="121" y="198"/>
                  </a:cubicBezTo>
                  <a:cubicBezTo>
                    <a:pt x="173" y="198"/>
                    <a:pt x="207" y="166"/>
                    <a:pt x="207" y="108"/>
                  </a:cubicBezTo>
                  <a:cubicBezTo>
                    <a:pt x="228" y="91"/>
                    <a:pt x="207" y="58"/>
                    <a:pt x="190" y="42"/>
                  </a:cubicBezTo>
                  <a:cubicBezTo>
                    <a:pt x="174" y="21"/>
                    <a:pt x="158" y="4"/>
                    <a:pt x="125" y="4"/>
                  </a:cubicBezTo>
                  <a:cubicBezTo>
                    <a:pt x="115" y="2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31"/>
            <p:cNvSpPr/>
            <p:nvPr/>
          </p:nvSpPr>
          <p:spPr>
            <a:xfrm>
              <a:off x="4143350" y="321915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14" y="0"/>
                  </a:moveTo>
                  <a:cubicBezTo>
                    <a:pt x="103" y="0"/>
                    <a:pt x="95" y="5"/>
                    <a:pt x="87" y="13"/>
                  </a:cubicBezTo>
                  <a:cubicBezTo>
                    <a:pt x="50" y="13"/>
                    <a:pt x="33" y="29"/>
                    <a:pt x="17" y="46"/>
                  </a:cubicBezTo>
                  <a:cubicBezTo>
                    <a:pt x="17" y="83"/>
                    <a:pt x="0" y="116"/>
                    <a:pt x="17" y="149"/>
                  </a:cubicBezTo>
                  <a:cubicBezTo>
                    <a:pt x="29" y="189"/>
                    <a:pt x="72" y="209"/>
                    <a:pt x="114" y="209"/>
                  </a:cubicBezTo>
                  <a:cubicBezTo>
                    <a:pt x="127" y="209"/>
                    <a:pt x="141" y="207"/>
                    <a:pt x="153" y="202"/>
                  </a:cubicBezTo>
                  <a:cubicBezTo>
                    <a:pt x="206" y="186"/>
                    <a:pt x="239" y="116"/>
                    <a:pt x="206" y="66"/>
                  </a:cubicBezTo>
                  <a:cubicBezTo>
                    <a:pt x="206" y="29"/>
                    <a:pt x="173" y="13"/>
                    <a:pt x="153" y="13"/>
                  </a:cubicBezTo>
                  <a:cubicBezTo>
                    <a:pt x="136" y="5"/>
                    <a:pt x="124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31"/>
            <p:cNvSpPr/>
            <p:nvPr/>
          </p:nvSpPr>
          <p:spPr>
            <a:xfrm>
              <a:off x="4111600" y="317680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4" y="0"/>
                  </a:moveTo>
                  <a:cubicBezTo>
                    <a:pt x="111" y="0"/>
                    <a:pt x="97" y="3"/>
                    <a:pt x="83" y="8"/>
                  </a:cubicBezTo>
                  <a:cubicBezTo>
                    <a:pt x="33" y="25"/>
                    <a:pt x="0" y="91"/>
                    <a:pt x="17" y="144"/>
                  </a:cubicBezTo>
                  <a:cubicBezTo>
                    <a:pt x="41" y="181"/>
                    <a:pt x="77" y="202"/>
                    <a:pt x="114" y="202"/>
                  </a:cubicBezTo>
                  <a:cubicBezTo>
                    <a:pt x="127" y="202"/>
                    <a:pt x="140" y="199"/>
                    <a:pt x="153" y="194"/>
                  </a:cubicBezTo>
                  <a:cubicBezTo>
                    <a:pt x="207" y="177"/>
                    <a:pt x="240" y="128"/>
                    <a:pt x="223" y="58"/>
                  </a:cubicBezTo>
                  <a:cubicBezTo>
                    <a:pt x="196" y="21"/>
                    <a:pt x="16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31"/>
            <p:cNvSpPr/>
            <p:nvPr/>
          </p:nvSpPr>
          <p:spPr>
            <a:xfrm>
              <a:off x="4109425" y="3189625"/>
              <a:ext cx="5600" cy="5150"/>
            </a:xfrm>
            <a:custGeom>
              <a:avLst/>
              <a:gdLst/>
              <a:ahLst/>
              <a:cxnLst/>
              <a:rect l="l" t="t" r="r" b="b"/>
              <a:pathLst>
                <a:path w="224" h="206" extrusionOk="0">
                  <a:moveTo>
                    <a:pt x="112" y="1"/>
                  </a:moveTo>
                  <a:cubicBezTo>
                    <a:pt x="81" y="1"/>
                    <a:pt x="52" y="14"/>
                    <a:pt x="34" y="44"/>
                  </a:cubicBezTo>
                  <a:cubicBezTo>
                    <a:pt x="17" y="60"/>
                    <a:pt x="1" y="93"/>
                    <a:pt x="17" y="114"/>
                  </a:cubicBezTo>
                  <a:lnTo>
                    <a:pt x="17" y="147"/>
                  </a:lnTo>
                  <a:cubicBezTo>
                    <a:pt x="17" y="163"/>
                    <a:pt x="34" y="180"/>
                    <a:pt x="50" y="180"/>
                  </a:cubicBezTo>
                  <a:cubicBezTo>
                    <a:pt x="67" y="196"/>
                    <a:pt x="90" y="206"/>
                    <a:pt x="113" y="206"/>
                  </a:cubicBezTo>
                  <a:cubicBezTo>
                    <a:pt x="141" y="206"/>
                    <a:pt x="170" y="192"/>
                    <a:pt x="191" y="163"/>
                  </a:cubicBezTo>
                  <a:cubicBezTo>
                    <a:pt x="207" y="147"/>
                    <a:pt x="224" y="130"/>
                    <a:pt x="224" y="93"/>
                  </a:cubicBezTo>
                  <a:cubicBezTo>
                    <a:pt x="224" y="60"/>
                    <a:pt x="207" y="44"/>
                    <a:pt x="191" y="27"/>
                  </a:cubicBezTo>
                  <a:cubicBezTo>
                    <a:pt x="166" y="10"/>
                    <a:pt x="138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31"/>
            <p:cNvSpPr/>
            <p:nvPr/>
          </p:nvSpPr>
          <p:spPr>
            <a:xfrm>
              <a:off x="4109425" y="32040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0" y="0"/>
                  </a:moveTo>
                  <a:cubicBezTo>
                    <a:pt x="67" y="0"/>
                    <a:pt x="17" y="17"/>
                    <a:pt x="1" y="70"/>
                  </a:cubicBezTo>
                  <a:lnTo>
                    <a:pt x="1" y="87"/>
                  </a:lnTo>
                  <a:lnTo>
                    <a:pt x="1" y="136"/>
                  </a:lnTo>
                  <a:cubicBezTo>
                    <a:pt x="17" y="174"/>
                    <a:pt x="34" y="190"/>
                    <a:pt x="50" y="207"/>
                  </a:cubicBezTo>
                  <a:lnTo>
                    <a:pt x="87" y="207"/>
                  </a:lnTo>
                  <a:cubicBezTo>
                    <a:pt x="94" y="209"/>
                    <a:pt x="101" y="210"/>
                    <a:pt x="107" y="210"/>
                  </a:cubicBezTo>
                  <a:cubicBezTo>
                    <a:pt x="151" y="210"/>
                    <a:pt x="193" y="166"/>
                    <a:pt x="207" y="120"/>
                  </a:cubicBezTo>
                  <a:cubicBezTo>
                    <a:pt x="207" y="87"/>
                    <a:pt x="207" y="70"/>
                    <a:pt x="191" y="54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31"/>
            <p:cNvSpPr/>
            <p:nvPr/>
          </p:nvSpPr>
          <p:spPr>
            <a:xfrm>
              <a:off x="4118825" y="3214550"/>
              <a:ext cx="5675" cy="5350"/>
            </a:xfrm>
            <a:custGeom>
              <a:avLst/>
              <a:gdLst/>
              <a:ahLst/>
              <a:cxnLst/>
              <a:rect l="l" t="t" r="r" b="b"/>
              <a:pathLst>
                <a:path w="227" h="214" extrusionOk="0">
                  <a:moveTo>
                    <a:pt x="103" y="0"/>
                  </a:moveTo>
                  <a:cubicBezTo>
                    <a:pt x="85" y="0"/>
                    <a:pt x="65" y="12"/>
                    <a:pt x="54" y="24"/>
                  </a:cubicBezTo>
                  <a:cubicBezTo>
                    <a:pt x="21" y="44"/>
                    <a:pt x="21" y="61"/>
                    <a:pt x="0" y="94"/>
                  </a:cubicBezTo>
                  <a:cubicBezTo>
                    <a:pt x="0" y="110"/>
                    <a:pt x="0" y="127"/>
                    <a:pt x="21" y="147"/>
                  </a:cubicBezTo>
                  <a:lnTo>
                    <a:pt x="21" y="164"/>
                  </a:lnTo>
                  <a:cubicBezTo>
                    <a:pt x="37" y="180"/>
                    <a:pt x="70" y="197"/>
                    <a:pt x="87" y="213"/>
                  </a:cubicBezTo>
                  <a:cubicBezTo>
                    <a:pt x="157" y="213"/>
                    <a:pt x="206" y="180"/>
                    <a:pt x="206" y="127"/>
                  </a:cubicBezTo>
                  <a:cubicBezTo>
                    <a:pt x="227" y="94"/>
                    <a:pt x="206" y="61"/>
                    <a:pt x="190" y="44"/>
                  </a:cubicBezTo>
                  <a:cubicBezTo>
                    <a:pt x="173" y="24"/>
                    <a:pt x="157" y="7"/>
                    <a:pt x="124" y="7"/>
                  </a:cubicBezTo>
                  <a:cubicBezTo>
                    <a:pt x="118" y="2"/>
                    <a:pt x="111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31"/>
            <p:cNvSpPr/>
            <p:nvPr/>
          </p:nvSpPr>
          <p:spPr>
            <a:xfrm>
              <a:off x="4129125" y="3221100"/>
              <a:ext cx="5700" cy="5450"/>
            </a:xfrm>
            <a:custGeom>
              <a:avLst/>
              <a:gdLst/>
              <a:ahLst/>
              <a:cxnLst/>
              <a:rect l="l" t="t" r="r" b="b"/>
              <a:pathLst>
                <a:path w="228" h="218" extrusionOk="0">
                  <a:moveTo>
                    <a:pt x="115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21" y="38"/>
                    <a:pt x="0" y="91"/>
                    <a:pt x="21" y="141"/>
                  </a:cubicBezTo>
                  <a:cubicBezTo>
                    <a:pt x="21" y="157"/>
                    <a:pt x="37" y="174"/>
                    <a:pt x="54" y="174"/>
                  </a:cubicBezTo>
                  <a:cubicBezTo>
                    <a:pt x="66" y="201"/>
                    <a:pt x="98" y="217"/>
                    <a:pt x="128" y="217"/>
                  </a:cubicBezTo>
                  <a:cubicBezTo>
                    <a:pt x="138" y="217"/>
                    <a:pt x="148" y="215"/>
                    <a:pt x="157" y="211"/>
                  </a:cubicBezTo>
                  <a:cubicBezTo>
                    <a:pt x="190" y="195"/>
                    <a:pt x="227" y="157"/>
                    <a:pt x="227" y="124"/>
                  </a:cubicBezTo>
                  <a:cubicBezTo>
                    <a:pt x="227" y="108"/>
                    <a:pt x="227" y="91"/>
                    <a:pt x="206" y="71"/>
                  </a:cubicBezTo>
                  <a:cubicBezTo>
                    <a:pt x="193" y="30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31"/>
            <p:cNvSpPr/>
            <p:nvPr/>
          </p:nvSpPr>
          <p:spPr>
            <a:xfrm>
              <a:off x="4133050" y="32091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20" y="1"/>
                  </a:moveTo>
                  <a:cubicBezTo>
                    <a:pt x="70" y="1"/>
                    <a:pt x="17" y="34"/>
                    <a:pt x="0" y="87"/>
                  </a:cubicBezTo>
                  <a:cubicBezTo>
                    <a:pt x="0" y="104"/>
                    <a:pt x="0" y="120"/>
                    <a:pt x="17" y="137"/>
                  </a:cubicBezTo>
                  <a:lnTo>
                    <a:pt x="17" y="174"/>
                  </a:lnTo>
                  <a:cubicBezTo>
                    <a:pt x="33" y="190"/>
                    <a:pt x="70" y="207"/>
                    <a:pt x="87" y="207"/>
                  </a:cubicBezTo>
                  <a:cubicBezTo>
                    <a:pt x="95" y="209"/>
                    <a:pt x="104" y="210"/>
                    <a:pt x="112" y="210"/>
                  </a:cubicBezTo>
                  <a:cubicBezTo>
                    <a:pt x="166" y="210"/>
                    <a:pt x="206" y="167"/>
                    <a:pt x="206" y="120"/>
                  </a:cubicBezTo>
                  <a:cubicBezTo>
                    <a:pt x="223" y="104"/>
                    <a:pt x="206" y="71"/>
                    <a:pt x="190" y="54"/>
                  </a:cubicBezTo>
                  <a:cubicBezTo>
                    <a:pt x="173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31"/>
            <p:cNvSpPr/>
            <p:nvPr/>
          </p:nvSpPr>
          <p:spPr>
            <a:xfrm>
              <a:off x="4127475" y="3234875"/>
              <a:ext cx="5600" cy="5225"/>
            </a:xfrm>
            <a:custGeom>
              <a:avLst/>
              <a:gdLst/>
              <a:ahLst/>
              <a:cxnLst/>
              <a:rect l="l" t="t" r="r" b="b"/>
              <a:pathLst>
                <a:path w="224" h="209" extrusionOk="0">
                  <a:moveTo>
                    <a:pt x="120" y="1"/>
                  </a:moveTo>
                  <a:cubicBezTo>
                    <a:pt x="88" y="1"/>
                    <a:pt x="54" y="15"/>
                    <a:pt x="33" y="35"/>
                  </a:cubicBezTo>
                  <a:cubicBezTo>
                    <a:pt x="17" y="72"/>
                    <a:pt x="0" y="89"/>
                    <a:pt x="0" y="122"/>
                  </a:cubicBezTo>
                  <a:cubicBezTo>
                    <a:pt x="17" y="122"/>
                    <a:pt x="17" y="138"/>
                    <a:pt x="17" y="138"/>
                  </a:cubicBezTo>
                  <a:cubicBezTo>
                    <a:pt x="17" y="159"/>
                    <a:pt x="33" y="175"/>
                    <a:pt x="50" y="192"/>
                  </a:cubicBezTo>
                  <a:cubicBezTo>
                    <a:pt x="66" y="208"/>
                    <a:pt x="103" y="208"/>
                    <a:pt x="120" y="208"/>
                  </a:cubicBezTo>
                  <a:cubicBezTo>
                    <a:pt x="153" y="208"/>
                    <a:pt x="169" y="192"/>
                    <a:pt x="190" y="175"/>
                  </a:cubicBezTo>
                  <a:cubicBezTo>
                    <a:pt x="207" y="159"/>
                    <a:pt x="223" y="122"/>
                    <a:pt x="223" y="89"/>
                  </a:cubicBezTo>
                  <a:cubicBezTo>
                    <a:pt x="207" y="72"/>
                    <a:pt x="207" y="35"/>
                    <a:pt x="169" y="19"/>
                  </a:cubicBezTo>
                  <a:cubicBezTo>
                    <a:pt x="157" y="6"/>
                    <a:pt x="139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31"/>
            <p:cNvSpPr/>
            <p:nvPr/>
          </p:nvSpPr>
          <p:spPr>
            <a:xfrm>
              <a:off x="4123550" y="31981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15" y="0"/>
                  </a:moveTo>
                  <a:cubicBezTo>
                    <a:pt x="100" y="0"/>
                    <a:pt x="85" y="5"/>
                    <a:pt x="71" y="14"/>
                  </a:cubicBezTo>
                  <a:cubicBezTo>
                    <a:pt x="17" y="30"/>
                    <a:pt x="1" y="84"/>
                    <a:pt x="17" y="133"/>
                  </a:cubicBezTo>
                  <a:cubicBezTo>
                    <a:pt x="34" y="177"/>
                    <a:pt x="82" y="208"/>
                    <a:pt x="128" y="208"/>
                  </a:cubicBezTo>
                  <a:cubicBezTo>
                    <a:pt x="138" y="208"/>
                    <a:pt x="148" y="206"/>
                    <a:pt x="157" y="203"/>
                  </a:cubicBezTo>
                  <a:cubicBezTo>
                    <a:pt x="207" y="187"/>
                    <a:pt x="223" y="117"/>
                    <a:pt x="207" y="63"/>
                  </a:cubicBezTo>
                  <a:cubicBezTo>
                    <a:pt x="195" y="28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31"/>
            <p:cNvSpPr/>
            <p:nvPr/>
          </p:nvSpPr>
          <p:spPr>
            <a:xfrm>
              <a:off x="4136450" y="31768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97" y="1"/>
                  </a:moveTo>
                  <a:cubicBezTo>
                    <a:pt x="55" y="1"/>
                    <a:pt x="14" y="46"/>
                    <a:pt x="0" y="88"/>
                  </a:cubicBezTo>
                  <a:cubicBezTo>
                    <a:pt x="0" y="108"/>
                    <a:pt x="0" y="125"/>
                    <a:pt x="17" y="141"/>
                  </a:cubicBezTo>
                  <a:lnTo>
                    <a:pt x="17" y="158"/>
                  </a:lnTo>
                  <a:cubicBezTo>
                    <a:pt x="37" y="191"/>
                    <a:pt x="70" y="211"/>
                    <a:pt x="87" y="211"/>
                  </a:cubicBezTo>
                  <a:cubicBezTo>
                    <a:pt x="157" y="211"/>
                    <a:pt x="206" y="174"/>
                    <a:pt x="206" y="125"/>
                  </a:cubicBezTo>
                  <a:cubicBezTo>
                    <a:pt x="223" y="88"/>
                    <a:pt x="206" y="71"/>
                    <a:pt x="190" y="38"/>
                  </a:cubicBezTo>
                  <a:cubicBezTo>
                    <a:pt x="173" y="22"/>
                    <a:pt x="157" y="5"/>
                    <a:pt x="120" y="5"/>
                  </a:cubicBezTo>
                  <a:cubicBezTo>
                    <a:pt x="112" y="2"/>
                    <a:pt x="105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31"/>
            <p:cNvSpPr/>
            <p:nvPr/>
          </p:nvSpPr>
          <p:spPr>
            <a:xfrm>
              <a:off x="4190150" y="3254700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03" y="1"/>
                  </a:moveTo>
                  <a:cubicBezTo>
                    <a:pt x="70" y="1"/>
                    <a:pt x="33" y="17"/>
                    <a:pt x="17" y="34"/>
                  </a:cubicBezTo>
                  <a:cubicBezTo>
                    <a:pt x="0" y="67"/>
                    <a:pt x="0" y="87"/>
                    <a:pt x="0" y="120"/>
                  </a:cubicBezTo>
                  <a:lnTo>
                    <a:pt x="0" y="137"/>
                  </a:lnTo>
                  <a:cubicBezTo>
                    <a:pt x="17" y="153"/>
                    <a:pt x="17" y="170"/>
                    <a:pt x="33" y="190"/>
                  </a:cubicBezTo>
                  <a:cubicBezTo>
                    <a:pt x="57" y="205"/>
                    <a:pt x="83" y="213"/>
                    <a:pt x="109" y="213"/>
                  </a:cubicBezTo>
                  <a:cubicBezTo>
                    <a:pt x="141" y="213"/>
                    <a:pt x="171" y="200"/>
                    <a:pt x="190" y="170"/>
                  </a:cubicBezTo>
                  <a:cubicBezTo>
                    <a:pt x="223" y="120"/>
                    <a:pt x="223" y="67"/>
                    <a:pt x="173" y="17"/>
                  </a:cubicBezTo>
                  <a:cubicBezTo>
                    <a:pt x="157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31"/>
            <p:cNvSpPr/>
            <p:nvPr/>
          </p:nvSpPr>
          <p:spPr>
            <a:xfrm>
              <a:off x="4192300" y="322457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108" y="0"/>
                  </a:moveTo>
                  <a:cubicBezTo>
                    <a:pt x="72" y="0"/>
                    <a:pt x="38" y="15"/>
                    <a:pt x="17" y="35"/>
                  </a:cubicBezTo>
                  <a:cubicBezTo>
                    <a:pt x="1" y="72"/>
                    <a:pt x="1" y="89"/>
                    <a:pt x="1" y="122"/>
                  </a:cubicBezTo>
                  <a:lnTo>
                    <a:pt x="1" y="138"/>
                  </a:lnTo>
                  <a:cubicBezTo>
                    <a:pt x="17" y="159"/>
                    <a:pt x="17" y="175"/>
                    <a:pt x="34" y="192"/>
                  </a:cubicBezTo>
                  <a:cubicBezTo>
                    <a:pt x="50" y="208"/>
                    <a:pt x="87" y="208"/>
                    <a:pt x="120" y="208"/>
                  </a:cubicBezTo>
                  <a:cubicBezTo>
                    <a:pt x="137" y="208"/>
                    <a:pt x="174" y="192"/>
                    <a:pt x="190" y="175"/>
                  </a:cubicBezTo>
                  <a:cubicBezTo>
                    <a:pt x="207" y="159"/>
                    <a:pt x="207" y="122"/>
                    <a:pt x="207" y="89"/>
                  </a:cubicBezTo>
                  <a:cubicBezTo>
                    <a:pt x="207" y="72"/>
                    <a:pt x="190" y="35"/>
                    <a:pt x="174" y="18"/>
                  </a:cubicBezTo>
                  <a:cubicBezTo>
                    <a:pt x="153" y="6"/>
                    <a:pt x="130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31"/>
            <p:cNvSpPr/>
            <p:nvPr/>
          </p:nvSpPr>
          <p:spPr>
            <a:xfrm>
              <a:off x="4184150" y="3200450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6" y="0"/>
                  </a:moveTo>
                  <a:cubicBezTo>
                    <a:pt x="101" y="0"/>
                    <a:pt x="84" y="2"/>
                    <a:pt x="67" y="6"/>
                  </a:cubicBezTo>
                  <a:cubicBezTo>
                    <a:pt x="17" y="23"/>
                    <a:pt x="1" y="72"/>
                    <a:pt x="17" y="142"/>
                  </a:cubicBezTo>
                  <a:cubicBezTo>
                    <a:pt x="17" y="142"/>
                    <a:pt x="34" y="159"/>
                    <a:pt x="34" y="175"/>
                  </a:cubicBezTo>
                  <a:cubicBezTo>
                    <a:pt x="58" y="190"/>
                    <a:pt x="92" y="203"/>
                    <a:pt x="121" y="203"/>
                  </a:cubicBezTo>
                  <a:cubicBezTo>
                    <a:pt x="133" y="203"/>
                    <a:pt x="144" y="201"/>
                    <a:pt x="154" y="196"/>
                  </a:cubicBezTo>
                  <a:cubicBezTo>
                    <a:pt x="191" y="175"/>
                    <a:pt x="207" y="142"/>
                    <a:pt x="224" y="109"/>
                  </a:cubicBezTo>
                  <a:cubicBezTo>
                    <a:pt x="224" y="93"/>
                    <a:pt x="224" y="72"/>
                    <a:pt x="207" y="56"/>
                  </a:cubicBezTo>
                  <a:cubicBezTo>
                    <a:pt x="195" y="19"/>
                    <a:pt x="162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31"/>
            <p:cNvSpPr/>
            <p:nvPr/>
          </p:nvSpPr>
          <p:spPr>
            <a:xfrm>
              <a:off x="4185400" y="3187950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03" y="1"/>
                  </a:moveTo>
                  <a:cubicBezTo>
                    <a:pt x="75" y="1"/>
                    <a:pt x="46" y="13"/>
                    <a:pt x="17" y="40"/>
                  </a:cubicBezTo>
                  <a:cubicBezTo>
                    <a:pt x="0" y="57"/>
                    <a:pt x="0" y="94"/>
                    <a:pt x="0" y="111"/>
                  </a:cubicBezTo>
                  <a:cubicBezTo>
                    <a:pt x="0" y="127"/>
                    <a:pt x="0" y="127"/>
                    <a:pt x="17" y="144"/>
                  </a:cubicBezTo>
                  <a:cubicBezTo>
                    <a:pt x="17" y="160"/>
                    <a:pt x="38" y="181"/>
                    <a:pt x="38" y="181"/>
                  </a:cubicBezTo>
                  <a:cubicBezTo>
                    <a:pt x="71" y="197"/>
                    <a:pt x="87" y="214"/>
                    <a:pt x="120" y="214"/>
                  </a:cubicBezTo>
                  <a:cubicBezTo>
                    <a:pt x="157" y="214"/>
                    <a:pt x="174" y="197"/>
                    <a:pt x="190" y="160"/>
                  </a:cubicBezTo>
                  <a:cubicBezTo>
                    <a:pt x="207" y="144"/>
                    <a:pt x="207" y="127"/>
                    <a:pt x="207" y="94"/>
                  </a:cubicBezTo>
                  <a:cubicBezTo>
                    <a:pt x="207" y="57"/>
                    <a:pt x="190" y="40"/>
                    <a:pt x="174" y="24"/>
                  </a:cubicBezTo>
                  <a:cubicBezTo>
                    <a:pt x="150" y="9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31"/>
            <p:cNvSpPr/>
            <p:nvPr/>
          </p:nvSpPr>
          <p:spPr>
            <a:xfrm>
              <a:off x="4190150" y="323882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20" y="1"/>
                  </a:moveTo>
                  <a:cubicBezTo>
                    <a:pt x="54" y="1"/>
                    <a:pt x="0" y="34"/>
                    <a:pt x="0" y="83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70"/>
                  </a:cubicBezTo>
                  <a:cubicBezTo>
                    <a:pt x="33" y="186"/>
                    <a:pt x="54" y="207"/>
                    <a:pt x="87" y="207"/>
                  </a:cubicBezTo>
                  <a:cubicBezTo>
                    <a:pt x="103" y="207"/>
                    <a:pt x="136" y="207"/>
                    <a:pt x="157" y="186"/>
                  </a:cubicBezTo>
                  <a:cubicBezTo>
                    <a:pt x="190" y="170"/>
                    <a:pt x="206" y="137"/>
                    <a:pt x="206" y="120"/>
                  </a:cubicBezTo>
                  <a:cubicBezTo>
                    <a:pt x="206" y="83"/>
                    <a:pt x="206" y="67"/>
                    <a:pt x="190" y="34"/>
                  </a:cubicBezTo>
                  <a:cubicBezTo>
                    <a:pt x="17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31"/>
            <p:cNvSpPr/>
            <p:nvPr/>
          </p:nvSpPr>
          <p:spPr>
            <a:xfrm>
              <a:off x="4163125" y="318637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04" y="0"/>
                  </a:moveTo>
                  <a:cubicBezTo>
                    <a:pt x="67" y="0"/>
                    <a:pt x="50" y="17"/>
                    <a:pt x="34" y="54"/>
                  </a:cubicBezTo>
                  <a:cubicBezTo>
                    <a:pt x="17" y="70"/>
                    <a:pt x="1" y="87"/>
                    <a:pt x="1" y="120"/>
                  </a:cubicBezTo>
                  <a:lnTo>
                    <a:pt x="17" y="141"/>
                  </a:lnTo>
                  <a:cubicBezTo>
                    <a:pt x="17" y="157"/>
                    <a:pt x="34" y="174"/>
                    <a:pt x="50" y="190"/>
                  </a:cubicBezTo>
                  <a:cubicBezTo>
                    <a:pt x="65" y="205"/>
                    <a:pt x="88" y="213"/>
                    <a:pt x="111" y="213"/>
                  </a:cubicBezTo>
                  <a:cubicBezTo>
                    <a:pt x="139" y="213"/>
                    <a:pt x="168" y="201"/>
                    <a:pt x="186" y="174"/>
                  </a:cubicBezTo>
                  <a:cubicBezTo>
                    <a:pt x="224" y="120"/>
                    <a:pt x="224" y="70"/>
                    <a:pt x="170" y="37"/>
                  </a:cubicBezTo>
                  <a:cubicBezTo>
                    <a:pt x="153" y="17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31"/>
            <p:cNvSpPr/>
            <p:nvPr/>
          </p:nvSpPr>
          <p:spPr>
            <a:xfrm>
              <a:off x="4202200" y="32460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1"/>
                  </a:moveTo>
                  <a:cubicBezTo>
                    <a:pt x="104" y="1"/>
                    <a:pt x="66" y="1"/>
                    <a:pt x="50" y="21"/>
                  </a:cubicBezTo>
                  <a:cubicBezTo>
                    <a:pt x="33" y="38"/>
                    <a:pt x="17" y="71"/>
                    <a:pt x="17" y="87"/>
                  </a:cubicBezTo>
                  <a:cubicBezTo>
                    <a:pt x="0" y="104"/>
                    <a:pt x="17" y="124"/>
                    <a:pt x="17" y="141"/>
                  </a:cubicBezTo>
                  <a:cubicBezTo>
                    <a:pt x="17" y="157"/>
                    <a:pt x="17" y="157"/>
                    <a:pt x="33" y="174"/>
                  </a:cubicBezTo>
                  <a:cubicBezTo>
                    <a:pt x="50" y="190"/>
                    <a:pt x="66" y="207"/>
                    <a:pt x="104" y="207"/>
                  </a:cubicBezTo>
                  <a:cubicBezTo>
                    <a:pt x="153" y="207"/>
                    <a:pt x="207" y="174"/>
                    <a:pt x="223" y="124"/>
                  </a:cubicBezTo>
                  <a:cubicBezTo>
                    <a:pt x="223" y="87"/>
                    <a:pt x="223" y="71"/>
                    <a:pt x="207" y="38"/>
                  </a:cubicBezTo>
                  <a:cubicBezTo>
                    <a:pt x="190" y="2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31"/>
            <p:cNvSpPr/>
            <p:nvPr/>
          </p:nvSpPr>
          <p:spPr>
            <a:xfrm>
              <a:off x="4195300" y="3197100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20" y="0"/>
                  </a:moveTo>
                  <a:cubicBezTo>
                    <a:pt x="103" y="0"/>
                    <a:pt x="87" y="0"/>
                    <a:pt x="70" y="21"/>
                  </a:cubicBezTo>
                  <a:cubicBezTo>
                    <a:pt x="17" y="37"/>
                    <a:pt x="0" y="87"/>
                    <a:pt x="17" y="140"/>
                  </a:cubicBezTo>
                  <a:cubicBezTo>
                    <a:pt x="29" y="190"/>
                    <a:pt x="72" y="214"/>
                    <a:pt x="115" y="214"/>
                  </a:cubicBezTo>
                  <a:cubicBezTo>
                    <a:pt x="129" y="214"/>
                    <a:pt x="144" y="211"/>
                    <a:pt x="157" y="206"/>
                  </a:cubicBezTo>
                  <a:cubicBezTo>
                    <a:pt x="173" y="206"/>
                    <a:pt x="190" y="190"/>
                    <a:pt x="190" y="173"/>
                  </a:cubicBezTo>
                  <a:cubicBezTo>
                    <a:pt x="223" y="157"/>
                    <a:pt x="223" y="103"/>
                    <a:pt x="206" y="70"/>
                  </a:cubicBezTo>
                  <a:cubicBezTo>
                    <a:pt x="190" y="37"/>
                    <a:pt x="157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31"/>
            <p:cNvSpPr/>
            <p:nvPr/>
          </p:nvSpPr>
          <p:spPr>
            <a:xfrm>
              <a:off x="4194475" y="32107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93" y="1"/>
                  </a:moveTo>
                  <a:cubicBezTo>
                    <a:pt x="74" y="1"/>
                    <a:pt x="57" y="12"/>
                    <a:pt x="33" y="24"/>
                  </a:cubicBezTo>
                  <a:cubicBezTo>
                    <a:pt x="17" y="41"/>
                    <a:pt x="0" y="57"/>
                    <a:pt x="0" y="94"/>
                  </a:cubicBezTo>
                  <a:lnTo>
                    <a:pt x="0" y="144"/>
                  </a:lnTo>
                  <a:cubicBezTo>
                    <a:pt x="17" y="144"/>
                    <a:pt x="17" y="160"/>
                    <a:pt x="17" y="160"/>
                  </a:cubicBezTo>
                  <a:cubicBezTo>
                    <a:pt x="33" y="197"/>
                    <a:pt x="66" y="197"/>
                    <a:pt x="87" y="214"/>
                  </a:cubicBezTo>
                  <a:cubicBezTo>
                    <a:pt x="153" y="214"/>
                    <a:pt x="206" y="177"/>
                    <a:pt x="206" y="127"/>
                  </a:cubicBezTo>
                  <a:cubicBezTo>
                    <a:pt x="206" y="94"/>
                    <a:pt x="206" y="57"/>
                    <a:pt x="190" y="41"/>
                  </a:cubicBezTo>
                  <a:cubicBezTo>
                    <a:pt x="169" y="24"/>
                    <a:pt x="153" y="8"/>
                    <a:pt x="120" y="8"/>
                  </a:cubicBezTo>
                  <a:cubicBezTo>
                    <a:pt x="110" y="3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12371;p31"/>
            <p:cNvSpPr/>
            <p:nvPr/>
          </p:nvSpPr>
          <p:spPr>
            <a:xfrm>
              <a:off x="4199200" y="3184050"/>
              <a:ext cx="5200" cy="5025"/>
            </a:xfrm>
            <a:custGeom>
              <a:avLst/>
              <a:gdLst/>
              <a:ahLst/>
              <a:cxnLst/>
              <a:rect l="l" t="t" r="r" b="b"/>
              <a:pathLst>
                <a:path w="208" h="201" extrusionOk="0">
                  <a:moveTo>
                    <a:pt x="93" y="0"/>
                  </a:moveTo>
                  <a:cubicBezTo>
                    <a:pt x="73" y="0"/>
                    <a:pt x="57" y="13"/>
                    <a:pt x="34" y="27"/>
                  </a:cubicBezTo>
                  <a:cubicBezTo>
                    <a:pt x="17" y="44"/>
                    <a:pt x="1" y="60"/>
                    <a:pt x="1" y="93"/>
                  </a:cubicBezTo>
                  <a:lnTo>
                    <a:pt x="1" y="147"/>
                  </a:lnTo>
                  <a:lnTo>
                    <a:pt x="17" y="163"/>
                  </a:lnTo>
                  <a:cubicBezTo>
                    <a:pt x="34" y="180"/>
                    <a:pt x="50" y="196"/>
                    <a:pt x="83" y="196"/>
                  </a:cubicBezTo>
                  <a:cubicBezTo>
                    <a:pt x="92" y="199"/>
                    <a:pt x="102" y="201"/>
                    <a:pt x="110" y="201"/>
                  </a:cubicBezTo>
                  <a:cubicBezTo>
                    <a:pt x="153" y="201"/>
                    <a:pt x="190" y="168"/>
                    <a:pt x="207" y="110"/>
                  </a:cubicBezTo>
                  <a:cubicBezTo>
                    <a:pt x="207" y="93"/>
                    <a:pt x="207" y="60"/>
                    <a:pt x="186" y="44"/>
                  </a:cubicBezTo>
                  <a:cubicBezTo>
                    <a:pt x="170" y="27"/>
                    <a:pt x="137" y="7"/>
                    <a:pt x="120" y="7"/>
                  </a:cubicBezTo>
                  <a:cubicBezTo>
                    <a:pt x="110" y="2"/>
                    <a:pt x="101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2372;p31"/>
            <p:cNvSpPr/>
            <p:nvPr/>
          </p:nvSpPr>
          <p:spPr>
            <a:xfrm>
              <a:off x="4169525" y="3218875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30" y="0"/>
                  </a:moveTo>
                  <a:cubicBezTo>
                    <a:pt x="122" y="0"/>
                    <a:pt x="113" y="2"/>
                    <a:pt x="104" y="7"/>
                  </a:cubicBezTo>
                  <a:cubicBezTo>
                    <a:pt x="71" y="7"/>
                    <a:pt x="54" y="7"/>
                    <a:pt x="33" y="40"/>
                  </a:cubicBezTo>
                  <a:cubicBezTo>
                    <a:pt x="17" y="57"/>
                    <a:pt x="1" y="94"/>
                    <a:pt x="17" y="110"/>
                  </a:cubicBezTo>
                  <a:lnTo>
                    <a:pt x="17" y="143"/>
                  </a:lnTo>
                  <a:cubicBezTo>
                    <a:pt x="17" y="160"/>
                    <a:pt x="33" y="180"/>
                    <a:pt x="54" y="180"/>
                  </a:cubicBezTo>
                  <a:cubicBezTo>
                    <a:pt x="69" y="195"/>
                    <a:pt x="90" y="203"/>
                    <a:pt x="113" y="203"/>
                  </a:cubicBezTo>
                  <a:cubicBezTo>
                    <a:pt x="142" y="203"/>
                    <a:pt x="172" y="190"/>
                    <a:pt x="190" y="160"/>
                  </a:cubicBezTo>
                  <a:cubicBezTo>
                    <a:pt x="207" y="143"/>
                    <a:pt x="223" y="110"/>
                    <a:pt x="223" y="94"/>
                  </a:cubicBezTo>
                  <a:cubicBezTo>
                    <a:pt x="223" y="57"/>
                    <a:pt x="207" y="40"/>
                    <a:pt x="174" y="24"/>
                  </a:cubicBezTo>
                  <a:cubicBezTo>
                    <a:pt x="162" y="12"/>
                    <a:pt x="148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2373;p31"/>
            <p:cNvSpPr/>
            <p:nvPr/>
          </p:nvSpPr>
          <p:spPr>
            <a:xfrm>
              <a:off x="4169950" y="3205650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15" y="0"/>
                  </a:moveTo>
                  <a:cubicBezTo>
                    <a:pt x="105" y="0"/>
                    <a:pt x="96" y="2"/>
                    <a:pt x="87" y="4"/>
                  </a:cubicBezTo>
                  <a:cubicBezTo>
                    <a:pt x="16" y="21"/>
                    <a:pt x="0" y="91"/>
                    <a:pt x="16" y="141"/>
                  </a:cubicBezTo>
                  <a:cubicBezTo>
                    <a:pt x="16" y="157"/>
                    <a:pt x="37" y="174"/>
                    <a:pt x="54" y="174"/>
                  </a:cubicBezTo>
                  <a:cubicBezTo>
                    <a:pt x="64" y="196"/>
                    <a:pt x="85" y="205"/>
                    <a:pt x="109" y="205"/>
                  </a:cubicBezTo>
                  <a:cubicBezTo>
                    <a:pt x="125" y="205"/>
                    <a:pt x="142" y="201"/>
                    <a:pt x="157" y="194"/>
                  </a:cubicBezTo>
                  <a:cubicBezTo>
                    <a:pt x="190" y="194"/>
                    <a:pt x="223" y="157"/>
                    <a:pt x="223" y="108"/>
                  </a:cubicBezTo>
                  <a:cubicBezTo>
                    <a:pt x="223" y="91"/>
                    <a:pt x="223" y="91"/>
                    <a:pt x="206" y="70"/>
                  </a:cubicBezTo>
                  <a:cubicBezTo>
                    <a:pt x="193" y="30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12374;p31"/>
            <p:cNvSpPr/>
            <p:nvPr/>
          </p:nvSpPr>
          <p:spPr>
            <a:xfrm>
              <a:off x="4167350" y="32322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4" y="1"/>
                  </a:moveTo>
                  <a:cubicBezTo>
                    <a:pt x="58" y="1"/>
                    <a:pt x="17" y="44"/>
                    <a:pt x="17" y="91"/>
                  </a:cubicBezTo>
                  <a:cubicBezTo>
                    <a:pt x="1" y="107"/>
                    <a:pt x="17" y="124"/>
                    <a:pt x="17" y="140"/>
                  </a:cubicBezTo>
                  <a:cubicBezTo>
                    <a:pt x="17" y="140"/>
                    <a:pt x="17" y="161"/>
                    <a:pt x="38" y="161"/>
                  </a:cubicBezTo>
                  <a:cubicBezTo>
                    <a:pt x="55" y="194"/>
                    <a:pt x="71" y="194"/>
                    <a:pt x="104" y="210"/>
                  </a:cubicBezTo>
                  <a:cubicBezTo>
                    <a:pt x="120" y="210"/>
                    <a:pt x="158" y="210"/>
                    <a:pt x="174" y="194"/>
                  </a:cubicBezTo>
                  <a:cubicBezTo>
                    <a:pt x="207" y="177"/>
                    <a:pt x="207" y="140"/>
                    <a:pt x="224" y="124"/>
                  </a:cubicBezTo>
                  <a:cubicBezTo>
                    <a:pt x="224" y="58"/>
                    <a:pt x="191" y="4"/>
                    <a:pt x="141" y="4"/>
                  </a:cubicBezTo>
                  <a:cubicBezTo>
                    <a:pt x="132" y="2"/>
                    <a:pt x="123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2375;p31"/>
            <p:cNvSpPr/>
            <p:nvPr/>
          </p:nvSpPr>
          <p:spPr>
            <a:xfrm>
              <a:off x="4163550" y="32451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9" y="0"/>
                  </a:moveTo>
                  <a:cubicBezTo>
                    <a:pt x="54" y="0"/>
                    <a:pt x="15" y="44"/>
                    <a:pt x="0" y="90"/>
                  </a:cubicBezTo>
                  <a:lnTo>
                    <a:pt x="0" y="140"/>
                  </a:lnTo>
                  <a:cubicBezTo>
                    <a:pt x="17" y="140"/>
                    <a:pt x="17" y="160"/>
                    <a:pt x="17" y="160"/>
                  </a:cubicBezTo>
                  <a:cubicBezTo>
                    <a:pt x="33" y="193"/>
                    <a:pt x="66" y="193"/>
                    <a:pt x="87" y="210"/>
                  </a:cubicBezTo>
                  <a:cubicBezTo>
                    <a:pt x="136" y="210"/>
                    <a:pt x="207" y="177"/>
                    <a:pt x="207" y="123"/>
                  </a:cubicBezTo>
                  <a:cubicBezTo>
                    <a:pt x="207" y="90"/>
                    <a:pt x="207" y="57"/>
                    <a:pt x="190" y="37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2376;p31"/>
            <p:cNvSpPr/>
            <p:nvPr/>
          </p:nvSpPr>
          <p:spPr>
            <a:xfrm>
              <a:off x="4176425" y="32447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89" y="1"/>
                    <a:pt x="54" y="15"/>
                    <a:pt x="34" y="35"/>
                  </a:cubicBezTo>
                  <a:cubicBezTo>
                    <a:pt x="17" y="72"/>
                    <a:pt x="1" y="89"/>
                    <a:pt x="1" y="122"/>
                  </a:cubicBezTo>
                  <a:lnTo>
                    <a:pt x="17" y="138"/>
                  </a:lnTo>
                  <a:cubicBezTo>
                    <a:pt x="17" y="155"/>
                    <a:pt x="34" y="175"/>
                    <a:pt x="50" y="192"/>
                  </a:cubicBezTo>
                  <a:cubicBezTo>
                    <a:pt x="64" y="204"/>
                    <a:pt x="83" y="210"/>
                    <a:pt x="102" y="210"/>
                  </a:cubicBezTo>
                  <a:cubicBezTo>
                    <a:pt x="134" y="210"/>
                    <a:pt x="167" y="196"/>
                    <a:pt x="190" y="175"/>
                  </a:cubicBezTo>
                  <a:cubicBezTo>
                    <a:pt x="207" y="155"/>
                    <a:pt x="223" y="122"/>
                    <a:pt x="223" y="89"/>
                  </a:cubicBezTo>
                  <a:cubicBezTo>
                    <a:pt x="207" y="72"/>
                    <a:pt x="207" y="35"/>
                    <a:pt x="170" y="19"/>
                  </a:cubicBezTo>
                  <a:cubicBezTo>
                    <a:pt x="157" y="6"/>
                    <a:pt x="139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31"/>
            <p:cNvSpPr/>
            <p:nvPr/>
          </p:nvSpPr>
          <p:spPr>
            <a:xfrm>
              <a:off x="4179825" y="3230950"/>
              <a:ext cx="5600" cy="5025"/>
            </a:xfrm>
            <a:custGeom>
              <a:avLst/>
              <a:gdLst/>
              <a:ahLst/>
              <a:cxnLst/>
              <a:rect l="l" t="t" r="r" b="b"/>
              <a:pathLst>
                <a:path w="224" h="201" extrusionOk="0">
                  <a:moveTo>
                    <a:pt x="101" y="1"/>
                  </a:moveTo>
                  <a:cubicBezTo>
                    <a:pt x="53" y="1"/>
                    <a:pt x="17" y="36"/>
                    <a:pt x="17" y="89"/>
                  </a:cubicBezTo>
                  <a:cubicBezTo>
                    <a:pt x="1" y="110"/>
                    <a:pt x="17" y="126"/>
                    <a:pt x="17" y="143"/>
                  </a:cubicBezTo>
                  <a:cubicBezTo>
                    <a:pt x="17" y="143"/>
                    <a:pt x="17" y="159"/>
                    <a:pt x="34" y="159"/>
                  </a:cubicBezTo>
                  <a:cubicBezTo>
                    <a:pt x="54" y="176"/>
                    <a:pt x="71" y="192"/>
                    <a:pt x="104" y="192"/>
                  </a:cubicBezTo>
                  <a:cubicBezTo>
                    <a:pt x="109" y="198"/>
                    <a:pt x="116" y="201"/>
                    <a:pt x="123" y="201"/>
                  </a:cubicBezTo>
                  <a:cubicBezTo>
                    <a:pt x="141" y="201"/>
                    <a:pt x="162" y="187"/>
                    <a:pt x="174" y="176"/>
                  </a:cubicBezTo>
                  <a:cubicBezTo>
                    <a:pt x="207" y="159"/>
                    <a:pt x="207" y="143"/>
                    <a:pt x="223" y="110"/>
                  </a:cubicBezTo>
                  <a:cubicBezTo>
                    <a:pt x="223" y="89"/>
                    <a:pt x="223" y="56"/>
                    <a:pt x="207" y="40"/>
                  </a:cubicBezTo>
                  <a:cubicBezTo>
                    <a:pt x="190" y="23"/>
                    <a:pt x="157" y="7"/>
                    <a:pt x="137" y="7"/>
                  </a:cubicBezTo>
                  <a:cubicBezTo>
                    <a:pt x="125" y="3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31"/>
            <p:cNvSpPr/>
            <p:nvPr/>
          </p:nvSpPr>
          <p:spPr>
            <a:xfrm>
              <a:off x="4182000" y="32156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70" y="0"/>
                    <a:pt x="0" y="33"/>
                    <a:pt x="0" y="83"/>
                  </a:cubicBezTo>
                  <a:lnTo>
                    <a:pt x="0" y="153"/>
                  </a:lnTo>
                  <a:cubicBezTo>
                    <a:pt x="17" y="169"/>
                    <a:pt x="50" y="206"/>
                    <a:pt x="87" y="206"/>
                  </a:cubicBezTo>
                  <a:cubicBezTo>
                    <a:pt x="95" y="209"/>
                    <a:pt x="103" y="210"/>
                    <a:pt x="111" y="210"/>
                  </a:cubicBezTo>
                  <a:cubicBezTo>
                    <a:pt x="153" y="210"/>
                    <a:pt x="193" y="175"/>
                    <a:pt x="207" y="120"/>
                  </a:cubicBezTo>
                  <a:cubicBezTo>
                    <a:pt x="207" y="103"/>
                    <a:pt x="207" y="66"/>
                    <a:pt x="190" y="50"/>
                  </a:cubicBezTo>
                  <a:cubicBezTo>
                    <a:pt x="174" y="33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2379;p31"/>
            <p:cNvSpPr/>
            <p:nvPr/>
          </p:nvSpPr>
          <p:spPr>
            <a:xfrm>
              <a:off x="4173450" y="3194425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3" y="0"/>
                  </a:moveTo>
                  <a:cubicBezTo>
                    <a:pt x="47" y="0"/>
                    <a:pt x="0" y="35"/>
                    <a:pt x="0" y="91"/>
                  </a:cubicBezTo>
                  <a:lnTo>
                    <a:pt x="0" y="144"/>
                  </a:lnTo>
                  <a:lnTo>
                    <a:pt x="17" y="161"/>
                  </a:lnTo>
                  <a:cubicBezTo>
                    <a:pt x="33" y="177"/>
                    <a:pt x="50" y="194"/>
                    <a:pt x="83" y="194"/>
                  </a:cubicBezTo>
                  <a:cubicBezTo>
                    <a:pt x="94" y="199"/>
                    <a:pt x="103" y="201"/>
                    <a:pt x="111" y="201"/>
                  </a:cubicBezTo>
                  <a:cubicBezTo>
                    <a:pt x="131" y="201"/>
                    <a:pt x="146" y="189"/>
                    <a:pt x="169" y="177"/>
                  </a:cubicBezTo>
                  <a:cubicBezTo>
                    <a:pt x="186" y="161"/>
                    <a:pt x="206" y="144"/>
                    <a:pt x="206" y="107"/>
                  </a:cubicBezTo>
                  <a:cubicBezTo>
                    <a:pt x="206" y="91"/>
                    <a:pt x="206" y="58"/>
                    <a:pt x="186" y="41"/>
                  </a:cubicBezTo>
                  <a:cubicBezTo>
                    <a:pt x="169" y="25"/>
                    <a:pt x="153" y="4"/>
                    <a:pt x="120" y="4"/>
                  </a:cubicBezTo>
                  <a:cubicBezTo>
                    <a:pt x="111" y="1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2380;p31"/>
            <p:cNvSpPr/>
            <p:nvPr/>
          </p:nvSpPr>
          <p:spPr>
            <a:xfrm>
              <a:off x="4087475" y="31730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71" y="1"/>
                    <a:pt x="38" y="17"/>
                  </a:cubicBezTo>
                  <a:cubicBezTo>
                    <a:pt x="17" y="33"/>
                    <a:pt x="1" y="54"/>
                    <a:pt x="1" y="87"/>
                  </a:cubicBezTo>
                  <a:lnTo>
                    <a:pt x="1" y="137"/>
                  </a:lnTo>
                  <a:cubicBezTo>
                    <a:pt x="1" y="157"/>
                    <a:pt x="17" y="157"/>
                    <a:pt x="17" y="174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41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3"/>
                  </a:cubicBezTo>
                  <a:cubicBezTo>
                    <a:pt x="174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31"/>
            <p:cNvSpPr/>
            <p:nvPr/>
          </p:nvSpPr>
          <p:spPr>
            <a:xfrm>
              <a:off x="4359375" y="3122875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0" y="1"/>
                  </a:moveTo>
                  <a:cubicBezTo>
                    <a:pt x="87" y="1"/>
                    <a:pt x="67" y="1"/>
                    <a:pt x="34" y="17"/>
                  </a:cubicBezTo>
                  <a:cubicBezTo>
                    <a:pt x="17" y="34"/>
                    <a:pt x="1" y="67"/>
                    <a:pt x="1" y="83"/>
                  </a:cubicBezTo>
                  <a:lnTo>
                    <a:pt x="1" y="137"/>
                  </a:lnTo>
                  <a:cubicBezTo>
                    <a:pt x="1" y="153"/>
                    <a:pt x="17" y="153"/>
                    <a:pt x="17" y="170"/>
                  </a:cubicBezTo>
                  <a:cubicBezTo>
                    <a:pt x="34" y="186"/>
                    <a:pt x="50" y="207"/>
                    <a:pt x="87" y="207"/>
                  </a:cubicBezTo>
                  <a:cubicBezTo>
                    <a:pt x="94" y="209"/>
                    <a:pt x="100" y="210"/>
                    <a:pt x="106" y="210"/>
                  </a:cubicBezTo>
                  <a:cubicBezTo>
                    <a:pt x="150" y="210"/>
                    <a:pt x="193" y="163"/>
                    <a:pt x="207" y="120"/>
                  </a:cubicBezTo>
                  <a:cubicBezTo>
                    <a:pt x="207" y="104"/>
                    <a:pt x="207" y="67"/>
                    <a:pt x="191" y="50"/>
                  </a:cubicBezTo>
                  <a:cubicBezTo>
                    <a:pt x="170" y="17"/>
                    <a:pt x="13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12382;p31"/>
            <p:cNvSpPr/>
            <p:nvPr/>
          </p:nvSpPr>
          <p:spPr>
            <a:xfrm>
              <a:off x="4365375" y="315502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36" y="1"/>
                  </a:moveTo>
                  <a:cubicBezTo>
                    <a:pt x="103" y="1"/>
                    <a:pt x="70" y="1"/>
                    <a:pt x="33" y="34"/>
                  </a:cubicBezTo>
                  <a:cubicBezTo>
                    <a:pt x="17" y="55"/>
                    <a:pt x="17" y="71"/>
                    <a:pt x="17" y="88"/>
                  </a:cubicBezTo>
                  <a:cubicBezTo>
                    <a:pt x="0" y="104"/>
                    <a:pt x="17" y="121"/>
                    <a:pt x="17" y="137"/>
                  </a:cubicBezTo>
                  <a:cubicBezTo>
                    <a:pt x="33" y="174"/>
                    <a:pt x="54" y="207"/>
                    <a:pt x="103" y="207"/>
                  </a:cubicBezTo>
                  <a:cubicBezTo>
                    <a:pt x="157" y="207"/>
                    <a:pt x="206" y="174"/>
                    <a:pt x="223" y="121"/>
                  </a:cubicBezTo>
                  <a:cubicBezTo>
                    <a:pt x="223" y="88"/>
                    <a:pt x="223" y="71"/>
                    <a:pt x="206" y="34"/>
                  </a:cubicBezTo>
                  <a:cubicBezTo>
                    <a:pt x="190" y="17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12383;p31"/>
            <p:cNvSpPr/>
            <p:nvPr/>
          </p:nvSpPr>
          <p:spPr>
            <a:xfrm>
              <a:off x="4369275" y="31295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5" y="1"/>
                  </a:moveTo>
                  <a:cubicBezTo>
                    <a:pt x="111" y="1"/>
                    <a:pt x="96" y="3"/>
                    <a:pt x="83" y="7"/>
                  </a:cubicBezTo>
                  <a:cubicBezTo>
                    <a:pt x="34" y="23"/>
                    <a:pt x="1" y="93"/>
                    <a:pt x="34" y="147"/>
                  </a:cubicBezTo>
                  <a:cubicBezTo>
                    <a:pt x="34" y="163"/>
                    <a:pt x="50" y="163"/>
                    <a:pt x="50" y="180"/>
                  </a:cubicBezTo>
                  <a:cubicBezTo>
                    <a:pt x="69" y="199"/>
                    <a:pt x="90" y="207"/>
                    <a:pt x="114" y="207"/>
                  </a:cubicBezTo>
                  <a:cubicBezTo>
                    <a:pt x="131" y="207"/>
                    <a:pt x="149" y="203"/>
                    <a:pt x="170" y="196"/>
                  </a:cubicBezTo>
                  <a:cubicBezTo>
                    <a:pt x="207" y="180"/>
                    <a:pt x="223" y="147"/>
                    <a:pt x="223" y="110"/>
                  </a:cubicBezTo>
                  <a:lnTo>
                    <a:pt x="223" y="60"/>
                  </a:lnTo>
                  <a:cubicBezTo>
                    <a:pt x="211" y="20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2384;p31"/>
            <p:cNvSpPr/>
            <p:nvPr/>
          </p:nvSpPr>
          <p:spPr>
            <a:xfrm>
              <a:off x="4363600" y="3106350"/>
              <a:ext cx="6125" cy="5050"/>
            </a:xfrm>
            <a:custGeom>
              <a:avLst/>
              <a:gdLst/>
              <a:ahLst/>
              <a:cxnLst/>
              <a:rect l="l" t="t" r="r" b="b"/>
              <a:pathLst>
                <a:path w="245" h="202" extrusionOk="0">
                  <a:moveTo>
                    <a:pt x="124" y="0"/>
                  </a:moveTo>
                  <a:cubicBezTo>
                    <a:pt x="112" y="0"/>
                    <a:pt x="100" y="2"/>
                    <a:pt x="88" y="6"/>
                  </a:cubicBezTo>
                  <a:cubicBezTo>
                    <a:pt x="38" y="23"/>
                    <a:pt x="1" y="93"/>
                    <a:pt x="22" y="146"/>
                  </a:cubicBezTo>
                  <a:cubicBezTo>
                    <a:pt x="46" y="183"/>
                    <a:pt x="80" y="202"/>
                    <a:pt x="118" y="202"/>
                  </a:cubicBezTo>
                  <a:cubicBezTo>
                    <a:pt x="131" y="202"/>
                    <a:pt x="144" y="200"/>
                    <a:pt x="158" y="196"/>
                  </a:cubicBezTo>
                  <a:cubicBezTo>
                    <a:pt x="207" y="179"/>
                    <a:pt x="244" y="126"/>
                    <a:pt x="228" y="76"/>
                  </a:cubicBezTo>
                  <a:cubicBezTo>
                    <a:pt x="199" y="22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2385;p31"/>
            <p:cNvSpPr/>
            <p:nvPr/>
          </p:nvSpPr>
          <p:spPr>
            <a:xfrm>
              <a:off x="4367950" y="3143250"/>
              <a:ext cx="5175" cy="5425"/>
            </a:xfrm>
            <a:custGeom>
              <a:avLst/>
              <a:gdLst/>
              <a:ahLst/>
              <a:cxnLst/>
              <a:rect l="l" t="t" r="r" b="b"/>
              <a:pathLst>
                <a:path w="207" h="217" extrusionOk="0">
                  <a:moveTo>
                    <a:pt x="96" y="1"/>
                  </a:moveTo>
                  <a:cubicBezTo>
                    <a:pt x="66" y="1"/>
                    <a:pt x="37" y="14"/>
                    <a:pt x="17" y="43"/>
                  </a:cubicBezTo>
                  <a:cubicBezTo>
                    <a:pt x="0" y="60"/>
                    <a:pt x="0" y="93"/>
                    <a:pt x="0" y="113"/>
                  </a:cubicBezTo>
                  <a:lnTo>
                    <a:pt x="0" y="146"/>
                  </a:lnTo>
                  <a:cubicBezTo>
                    <a:pt x="17" y="163"/>
                    <a:pt x="17" y="179"/>
                    <a:pt x="33" y="179"/>
                  </a:cubicBezTo>
                  <a:cubicBezTo>
                    <a:pt x="70" y="196"/>
                    <a:pt x="87" y="216"/>
                    <a:pt x="120" y="216"/>
                  </a:cubicBezTo>
                  <a:cubicBezTo>
                    <a:pt x="136" y="196"/>
                    <a:pt x="173" y="196"/>
                    <a:pt x="190" y="163"/>
                  </a:cubicBezTo>
                  <a:cubicBezTo>
                    <a:pt x="206" y="146"/>
                    <a:pt x="206" y="130"/>
                    <a:pt x="206" y="93"/>
                  </a:cubicBezTo>
                  <a:cubicBezTo>
                    <a:pt x="206" y="60"/>
                    <a:pt x="190" y="43"/>
                    <a:pt x="173" y="27"/>
                  </a:cubicBezTo>
                  <a:cubicBezTo>
                    <a:pt x="149" y="10"/>
                    <a:pt x="122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31"/>
            <p:cNvSpPr/>
            <p:nvPr/>
          </p:nvSpPr>
          <p:spPr>
            <a:xfrm>
              <a:off x="4380825" y="3072475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95" y="1"/>
                  </a:moveTo>
                  <a:cubicBezTo>
                    <a:pt x="53" y="1"/>
                    <a:pt x="14" y="33"/>
                    <a:pt x="0" y="91"/>
                  </a:cubicBezTo>
                  <a:cubicBezTo>
                    <a:pt x="0" y="108"/>
                    <a:pt x="0" y="124"/>
                    <a:pt x="17" y="141"/>
                  </a:cubicBezTo>
                  <a:cubicBezTo>
                    <a:pt x="17" y="141"/>
                    <a:pt x="17" y="161"/>
                    <a:pt x="33" y="161"/>
                  </a:cubicBezTo>
                  <a:cubicBezTo>
                    <a:pt x="54" y="178"/>
                    <a:pt x="71" y="194"/>
                    <a:pt x="104" y="194"/>
                  </a:cubicBezTo>
                  <a:cubicBezTo>
                    <a:pt x="108" y="199"/>
                    <a:pt x="115" y="201"/>
                    <a:pt x="122" y="201"/>
                  </a:cubicBezTo>
                  <a:cubicBezTo>
                    <a:pt x="140" y="201"/>
                    <a:pt x="162" y="190"/>
                    <a:pt x="174" y="178"/>
                  </a:cubicBezTo>
                  <a:cubicBezTo>
                    <a:pt x="190" y="161"/>
                    <a:pt x="207" y="141"/>
                    <a:pt x="223" y="108"/>
                  </a:cubicBezTo>
                  <a:cubicBezTo>
                    <a:pt x="223" y="58"/>
                    <a:pt x="190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2387;p31"/>
            <p:cNvSpPr/>
            <p:nvPr/>
          </p:nvSpPr>
          <p:spPr>
            <a:xfrm>
              <a:off x="4373500" y="311760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7" y="1"/>
                  </a:moveTo>
                  <a:cubicBezTo>
                    <a:pt x="51" y="1"/>
                    <a:pt x="1" y="46"/>
                    <a:pt x="1" y="88"/>
                  </a:cubicBezTo>
                  <a:lnTo>
                    <a:pt x="1" y="142"/>
                  </a:lnTo>
                  <a:lnTo>
                    <a:pt x="17" y="158"/>
                  </a:lnTo>
                  <a:cubicBezTo>
                    <a:pt x="38" y="191"/>
                    <a:pt x="54" y="191"/>
                    <a:pt x="87" y="212"/>
                  </a:cubicBezTo>
                  <a:cubicBezTo>
                    <a:pt x="141" y="212"/>
                    <a:pt x="190" y="175"/>
                    <a:pt x="207" y="125"/>
                  </a:cubicBezTo>
                  <a:cubicBezTo>
                    <a:pt x="207" y="88"/>
                    <a:pt x="207" y="71"/>
                    <a:pt x="190" y="38"/>
                  </a:cubicBezTo>
                  <a:cubicBezTo>
                    <a:pt x="174" y="22"/>
                    <a:pt x="141" y="6"/>
                    <a:pt x="120" y="6"/>
                  </a:cubicBezTo>
                  <a:cubicBezTo>
                    <a:pt x="113" y="2"/>
                    <a:pt x="105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2388;p31"/>
            <p:cNvSpPr/>
            <p:nvPr/>
          </p:nvSpPr>
          <p:spPr>
            <a:xfrm>
              <a:off x="4377000" y="3085050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20" y="1"/>
                  </a:moveTo>
                  <a:cubicBezTo>
                    <a:pt x="67" y="1"/>
                    <a:pt x="1" y="34"/>
                    <a:pt x="1" y="104"/>
                  </a:cubicBezTo>
                  <a:lnTo>
                    <a:pt x="1" y="153"/>
                  </a:lnTo>
                  <a:lnTo>
                    <a:pt x="17" y="174"/>
                  </a:lnTo>
                  <a:cubicBezTo>
                    <a:pt x="34" y="190"/>
                    <a:pt x="50" y="207"/>
                    <a:pt x="83" y="207"/>
                  </a:cubicBezTo>
                  <a:cubicBezTo>
                    <a:pt x="93" y="210"/>
                    <a:pt x="102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4"/>
                    <a:pt x="207" y="71"/>
                    <a:pt x="186" y="50"/>
                  </a:cubicBezTo>
                  <a:cubicBezTo>
                    <a:pt x="170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31"/>
            <p:cNvSpPr/>
            <p:nvPr/>
          </p:nvSpPr>
          <p:spPr>
            <a:xfrm>
              <a:off x="4374425" y="30986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1" y="1"/>
                  </a:moveTo>
                  <a:cubicBezTo>
                    <a:pt x="102" y="1"/>
                    <a:pt x="93" y="2"/>
                    <a:pt x="83" y="5"/>
                  </a:cubicBezTo>
                  <a:cubicBezTo>
                    <a:pt x="17" y="21"/>
                    <a:pt x="1" y="91"/>
                    <a:pt x="17" y="145"/>
                  </a:cubicBezTo>
                  <a:cubicBezTo>
                    <a:pt x="29" y="181"/>
                    <a:pt x="69" y="208"/>
                    <a:pt x="109" y="208"/>
                  </a:cubicBezTo>
                  <a:cubicBezTo>
                    <a:pt x="124" y="208"/>
                    <a:pt x="140" y="204"/>
                    <a:pt x="153" y="195"/>
                  </a:cubicBezTo>
                  <a:cubicBezTo>
                    <a:pt x="207" y="178"/>
                    <a:pt x="240" y="124"/>
                    <a:pt x="207" y="75"/>
                  </a:cubicBezTo>
                  <a:cubicBezTo>
                    <a:pt x="190" y="31"/>
                    <a:pt x="153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31"/>
            <p:cNvSpPr/>
            <p:nvPr/>
          </p:nvSpPr>
          <p:spPr>
            <a:xfrm>
              <a:off x="4352475" y="3163450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97" y="1"/>
                  </a:moveTo>
                  <a:cubicBezTo>
                    <a:pt x="66" y="1"/>
                    <a:pt x="37" y="14"/>
                    <a:pt x="17" y="43"/>
                  </a:cubicBezTo>
                  <a:cubicBezTo>
                    <a:pt x="1" y="60"/>
                    <a:pt x="1" y="93"/>
                    <a:pt x="1" y="109"/>
                  </a:cubicBezTo>
                  <a:lnTo>
                    <a:pt x="1" y="146"/>
                  </a:lnTo>
                  <a:cubicBezTo>
                    <a:pt x="17" y="163"/>
                    <a:pt x="17" y="179"/>
                    <a:pt x="34" y="179"/>
                  </a:cubicBezTo>
                  <a:cubicBezTo>
                    <a:pt x="54" y="196"/>
                    <a:pt x="87" y="212"/>
                    <a:pt x="120" y="212"/>
                  </a:cubicBezTo>
                  <a:cubicBezTo>
                    <a:pt x="137" y="212"/>
                    <a:pt x="174" y="196"/>
                    <a:pt x="190" y="179"/>
                  </a:cubicBezTo>
                  <a:cubicBezTo>
                    <a:pt x="207" y="146"/>
                    <a:pt x="207" y="130"/>
                    <a:pt x="207" y="93"/>
                  </a:cubicBezTo>
                  <a:cubicBezTo>
                    <a:pt x="207" y="76"/>
                    <a:pt x="190" y="43"/>
                    <a:pt x="174" y="27"/>
                  </a:cubicBezTo>
                  <a:cubicBezTo>
                    <a:pt x="149" y="10"/>
                    <a:pt x="123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31"/>
            <p:cNvSpPr/>
            <p:nvPr/>
          </p:nvSpPr>
          <p:spPr>
            <a:xfrm>
              <a:off x="4100775" y="316667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01" y="1"/>
                  </a:moveTo>
                  <a:cubicBezTo>
                    <a:pt x="69" y="1"/>
                    <a:pt x="40" y="15"/>
                    <a:pt x="21" y="34"/>
                  </a:cubicBezTo>
                  <a:cubicBezTo>
                    <a:pt x="1" y="67"/>
                    <a:pt x="1" y="83"/>
                    <a:pt x="1" y="120"/>
                  </a:cubicBezTo>
                  <a:lnTo>
                    <a:pt x="1" y="137"/>
                  </a:lnTo>
                  <a:cubicBezTo>
                    <a:pt x="21" y="153"/>
                    <a:pt x="21" y="170"/>
                    <a:pt x="38" y="186"/>
                  </a:cubicBezTo>
                  <a:cubicBezTo>
                    <a:pt x="54" y="207"/>
                    <a:pt x="87" y="207"/>
                    <a:pt x="124" y="207"/>
                  </a:cubicBezTo>
                  <a:cubicBezTo>
                    <a:pt x="141" y="207"/>
                    <a:pt x="174" y="186"/>
                    <a:pt x="190" y="170"/>
                  </a:cubicBezTo>
                  <a:cubicBezTo>
                    <a:pt x="207" y="153"/>
                    <a:pt x="207" y="120"/>
                    <a:pt x="207" y="104"/>
                  </a:cubicBezTo>
                  <a:cubicBezTo>
                    <a:pt x="207" y="67"/>
                    <a:pt x="190" y="50"/>
                    <a:pt x="174" y="34"/>
                  </a:cubicBezTo>
                  <a:cubicBezTo>
                    <a:pt x="152" y="10"/>
                    <a:pt x="126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2392;p31"/>
            <p:cNvSpPr/>
            <p:nvPr/>
          </p:nvSpPr>
          <p:spPr>
            <a:xfrm>
              <a:off x="4355475" y="31361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70" y="1"/>
                  </a:moveTo>
                  <a:cubicBezTo>
                    <a:pt x="17" y="33"/>
                    <a:pt x="0" y="87"/>
                    <a:pt x="17" y="137"/>
                  </a:cubicBezTo>
                  <a:cubicBezTo>
                    <a:pt x="34" y="181"/>
                    <a:pt x="82" y="211"/>
                    <a:pt x="128" y="211"/>
                  </a:cubicBezTo>
                  <a:cubicBezTo>
                    <a:pt x="138" y="211"/>
                    <a:pt x="147" y="210"/>
                    <a:pt x="157" y="207"/>
                  </a:cubicBezTo>
                  <a:cubicBezTo>
                    <a:pt x="173" y="190"/>
                    <a:pt x="190" y="190"/>
                    <a:pt x="190" y="170"/>
                  </a:cubicBezTo>
                  <a:cubicBezTo>
                    <a:pt x="223" y="137"/>
                    <a:pt x="223" y="104"/>
                    <a:pt x="206" y="66"/>
                  </a:cubicBezTo>
                  <a:cubicBezTo>
                    <a:pt x="190" y="33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2393;p31"/>
            <p:cNvSpPr/>
            <p:nvPr/>
          </p:nvSpPr>
          <p:spPr>
            <a:xfrm>
              <a:off x="4340000" y="31696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41" y="0"/>
                  </a:moveTo>
                  <a:cubicBezTo>
                    <a:pt x="71" y="0"/>
                    <a:pt x="17" y="33"/>
                    <a:pt x="17" y="87"/>
                  </a:cubicBezTo>
                  <a:cubicBezTo>
                    <a:pt x="1" y="104"/>
                    <a:pt x="17" y="120"/>
                    <a:pt x="17" y="137"/>
                  </a:cubicBezTo>
                  <a:cubicBezTo>
                    <a:pt x="17" y="153"/>
                    <a:pt x="17" y="153"/>
                    <a:pt x="38" y="169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20" y="207"/>
                    <a:pt x="157" y="207"/>
                    <a:pt x="174" y="190"/>
                  </a:cubicBezTo>
                  <a:cubicBezTo>
                    <a:pt x="207" y="169"/>
                    <a:pt x="207" y="153"/>
                    <a:pt x="223" y="120"/>
                  </a:cubicBezTo>
                  <a:cubicBezTo>
                    <a:pt x="223" y="104"/>
                    <a:pt x="223" y="66"/>
                    <a:pt x="207" y="50"/>
                  </a:cubicBezTo>
                  <a:cubicBezTo>
                    <a:pt x="190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12394;p31"/>
            <p:cNvSpPr/>
            <p:nvPr/>
          </p:nvSpPr>
          <p:spPr>
            <a:xfrm>
              <a:off x="4345575" y="3126950"/>
              <a:ext cx="5700" cy="5100"/>
            </a:xfrm>
            <a:custGeom>
              <a:avLst/>
              <a:gdLst/>
              <a:ahLst/>
              <a:cxnLst/>
              <a:rect l="l" t="t" r="r" b="b"/>
              <a:pathLst>
                <a:path w="228" h="204" extrusionOk="0">
                  <a:moveTo>
                    <a:pt x="107" y="1"/>
                  </a:moveTo>
                  <a:cubicBezTo>
                    <a:pt x="78" y="1"/>
                    <a:pt x="49" y="14"/>
                    <a:pt x="21" y="44"/>
                  </a:cubicBezTo>
                  <a:cubicBezTo>
                    <a:pt x="0" y="60"/>
                    <a:pt x="0" y="77"/>
                    <a:pt x="0" y="110"/>
                  </a:cubicBezTo>
                  <a:cubicBezTo>
                    <a:pt x="0" y="126"/>
                    <a:pt x="0" y="126"/>
                    <a:pt x="21" y="147"/>
                  </a:cubicBezTo>
                  <a:cubicBezTo>
                    <a:pt x="21" y="163"/>
                    <a:pt x="38" y="163"/>
                    <a:pt x="38" y="180"/>
                  </a:cubicBezTo>
                  <a:cubicBezTo>
                    <a:pt x="61" y="192"/>
                    <a:pt x="76" y="203"/>
                    <a:pt x="96" y="203"/>
                  </a:cubicBezTo>
                  <a:cubicBezTo>
                    <a:pt x="104" y="203"/>
                    <a:pt x="113" y="201"/>
                    <a:pt x="124" y="196"/>
                  </a:cubicBezTo>
                  <a:cubicBezTo>
                    <a:pt x="157" y="196"/>
                    <a:pt x="174" y="180"/>
                    <a:pt x="190" y="163"/>
                  </a:cubicBezTo>
                  <a:cubicBezTo>
                    <a:pt x="207" y="147"/>
                    <a:pt x="227" y="110"/>
                    <a:pt x="207" y="93"/>
                  </a:cubicBezTo>
                  <a:cubicBezTo>
                    <a:pt x="207" y="60"/>
                    <a:pt x="190" y="44"/>
                    <a:pt x="174" y="23"/>
                  </a:cubicBezTo>
                  <a:cubicBezTo>
                    <a:pt x="152" y="9"/>
                    <a:pt x="129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12395;p31"/>
            <p:cNvSpPr/>
            <p:nvPr/>
          </p:nvSpPr>
          <p:spPr>
            <a:xfrm>
              <a:off x="4344325" y="3139050"/>
              <a:ext cx="5600" cy="5450"/>
            </a:xfrm>
            <a:custGeom>
              <a:avLst/>
              <a:gdLst/>
              <a:ahLst/>
              <a:cxnLst/>
              <a:rect l="l" t="t" r="r" b="b"/>
              <a:pathLst>
                <a:path w="224" h="218" extrusionOk="0">
                  <a:moveTo>
                    <a:pt x="105" y="1"/>
                  </a:moveTo>
                  <a:cubicBezTo>
                    <a:pt x="94" y="1"/>
                    <a:pt x="83" y="2"/>
                    <a:pt x="71" y="5"/>
                  </a:cubicBezTo>
                  <a:cubicBezTo>
                    <a:pt x="17" y="38"/>
                    <a:pt x="1" y="92"/>
                    <a:pt x="17" y="141"/>
                  </a:cubicBezTo>
                  <a:cubicBezTo>
                    <a:pt x="17" y="158"/>
                    <a:pt x="34" y="178"/>
                    <a:pt x="34" y="178"/>
                  </a:cubicBezTo>
                  <a:cubicBezTo>
                    <a:pt x="61" y="202"/>
                    <a:pt x="95" y="218"/>
                    <a:pt x="124" y="218"/>
                  </a:cubicBezTo>
                  <a:cubicBezTo>
                    <a:pt x="135" y="218"/>
                    <a:pt x="145" y="216"/>
                    <a:pt x="154" y="211"/>
                  </a:cubicBezTo>
                  <a:cubicBezTo>
                    <a:pt x="191" y="195"/>
                    <a:pt x="224" y="158"/>
                    <a:pt x="224" y="125"/>
                  </a:cubicBezTo>
                  <a:cubicBezTo>
                    <a:pt x="224" y="108"/>
                    <a:pt x="224" y="92"/>
                    <a:pt x="207" y="75"/>
                  </a:cubicBezTo>
                  <a:cubicBezTo>
                    <a:pt x="194" y="31"/>
                    <a:pt x="155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2396;p31"/>
            <p:cNvSpPr/>
            <p:nvPr/>
          </p:nvSpPr>
          <p:spPr>
            <a:xfrm>
              <a:off x="4350325" y="317770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87" y="1"/>
                  </a:moveTo>
                  <a:cubicBezTo>
                    <a:pt x="37" y="1"/>
                    <a:pt x="0" y="34"/>
                    <a:pt x="0" y="92"/>
                  </a:cubicBezTo>
                  <a:lnTo>
                    <a:pt x="0" y="141"/>
                  </a:lnTo>
                  <a:lnTo>
                    <a:pt x="17" y="158"/>
                  </a:lnTo>
                  <a:cubicBezTo>
                    <a:pt x="37" y="195"/>
                    <a:pt x="54" y="195"/>
                    <a:pt x="87" y="211"/>
                  </a:cubicBezTo>
                  <a:cubicBezTo>
                    <a:pt x="120" y="211"/>
                    <a:pt x="140" y="195"/>
                    <a:pt x="157" y="195"/>
                  </a:cubicBezTo>
                  <a:cubicBezTo>
                    <a:pt x="190" y="178"/>
                    <a:pt x="206" y="141"/>
                    <a:pt x="206" y="125"/>
                  </a:cubicBezTo>
                  <a:cubicBezTo>
                    <a:pt x="206" y="92"/>
                    <a:pt x="206" y="55"/>
                    <a:pt x="190" y="38"/>
                  </a:cubicBezTo>
                  <a:cubicBezTo>
                    <a:pt x="173" y="22"/>
                    <a:pt x="140" y="5"/>
                    <a:pt x="120" y="5"/>
                  </a:cubicBezTo>
                  <a:cubicBezTo>
                    <a:pt x="108" y="2"/>
                    <a:pt x="98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12397;p31"/>
            <p:cNvSpPr/>
            <p:nvPr/>
          </p:nvSpPr>
          <p:spPr>
            <a:xfrm>
              <a:off x="4354650" y="31494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87" y="0"/>
                    <a:pt x="70" y="17"/>
                    <a:pt x="50" y="33"/>
                  </a:cubicBezTo>
                  <a:cubicBezTo>
                    <a:pt x="17" y="33"/>
                    <a:pt x="0" y="70"/>
                    <a:pt x="0" y="87"/>
                  </a:cubicBezTo>
                  <a:lnTo>
                    <a:pt x="0" y="153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3" y="190"/>
                    <a:pt x="70" y="207"/>
                    <a:pt x="87" y="207"/>
                  </a:cubicBezTo>
                  <a:cubicBezTo>
                    <a:pt x="98" y="209"/>
                    <a:pt x="109" y="211"/>
                    <a:pt x="119" y="211"/>
                  </a:cubicBezTo>
                  <a:cubicBezTo>
                    <a:pt x="169" y="211"/>
                    <a:pt x="206" y="178"/>
                    <a:pt x="206" y="120"/>
                  </a:cubicBezTo>
                  <a:cubicBezTo>
                    <a:pt x="206" y="103"/>
                    <a:pt x="206" y="70"/>
                    <a:pt x="190" y="50"/>
                  </a:cubicBezTo>
                  <a:cubicBezTo>
                    <a:pt x="173" y="33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12398;p31"/>
            <p:cNvSpPr/>
            <p:nvPr/>
          </p:nvSpPr>
          <p:spPr>
            <a:xfrm>
              <a:off x="4384750" y="3111225"/>
              <a:ext cx="1675" cy="4775"/>
            </a:xfrm>
            <a:custGeom>
              <a:avLst/>
              <a:gdLst/>
              <a:ahLst/>
              <a:cxnLst/>
              <a:rect l="l" t="t" r="r" b="b"/>
              <a:pathLst>
                <a:path w="67" h="191" extrusionOk="0">
                  <a:moveTo>
                    <a:pt x="66" y="1"/>
                  </a:moveTo>
                  <a:cubicBezTo>
                    <a:pt x="50" y="1"/>
                    <a:pt x="33" y="17"/>
                    <a:pt x="17" y="34"/>
                  </a:cubicBezTo>
                  <a:cubicBezTo>
                    <a:pt x="0" y="54"/>
                    <a:pt x="0" y="71"/>
                    <a:pt x="0" y="104"/>
                  </a:cubicBezTo>
                  <a:lnTo>
                    <a:pt x="0" y="120"/>
                  </a:lnTo>
                  <a:cubicBezTo>
                    <a:pt x="17" y="137"/>
                    <a:pt x="17" y="157"/>
                    <a:pt x="33" y="174"/>
                  </a:cubicBezTo>
                  <a:cubicBezTo>
                    <a:pt x="50" y="174"/>
                    <a:pt x="50" y="190"/>
                    <a:pt x="66" y="190"/>
                  </a:cubicBezTo>
                  <a:lnTo>
                    <a:pt x="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12399;p31"/>
            <p:cNvSpPr/>
            <p:nvPr/>
          </p:nvSpPr>
          <p:spPr>
            <a:xfrm>
              <a:off x="4342175" y="31546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1"/>
                  </a:moveTo>
                  <a:cubicBezTo>
                    <a:pt x="70" y="1"/>
                    <a:pt x="0" y="33"/>
                    <a:pt x="0" y="87"/>
                  </a:cubicBezTo>
                  <a:lnTo>
                    <a:pt x="0" y="137"/>
                  </a:lnTo>
                  <a:cubicBezTo>
                    <a:pt x="17" y="174"/>
                    <a:pt x="54" y="207"/>
                    <a:pt x="87" y="207"/>
                  </a:cubicBezTo>
                  <a:cubicBezTo>
                    <a:pt x="94" y="209"/>
                    <a:pt x="100" y="210"/>
                    <a:pt x="107" y="210"/>
                  </a:cubicBezTo>
                  <a:cubicBezTo>
                    <a:pt x="150" y="210"/>
                    <a:pt x="192" y="167"/>
                    <a:pt x="207" y="120"/>
                  </a:cubicBezTo>
                  <a:cubicBezTo>
                    <a:pt x="207" y="87"/>
                    <a:pt x="207" y="71"/>
                    <a:pt x="190" y="50"/>
                  </a:cubicBezTo>
                  <a:cubicBezTo>
                    <a:pt x="174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0" name="Google Shape;12400;p31"/>
            <p:cNvSpPr/>
            <p:nvPr/>
          </p:nvSpPr>
          <p:spPr>
            <a:xfrm>
              <a:off x="4091800" y="31464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1"/>
                  </a:moveTo>
                  <a:cubicBezTo>
                    <a:pt x="104" y="1"/>
                    <a:pt x="71" y="1"/>
                    <a:pt x="50" y="17"/>
                  </a:cubicBezTo>
                  <a:cubicBezTo>
                    <a:pt x="34" y="34"/>
                    <a:pt x="17" y="50"/>
                    <a:pt x="17" y="87"/>
                  </a:cubicBezTo>
                  <a:cubicBezTo>
                    <a:pt x="1" y="104"/>
                    <a:pt x="17" y="120"/>
                    <a:pt x="17" y="137"/>
                  </a:cubicBezTo>
                  <a:cubicBezTo>
                    <a:pt x="17" y="137"/>
                    <a:pt x="17" y="153"/>
                    <a:pt x="34" y="153"/>
                  </a:cubicBezTo>
                  <a:cubicBezTo>
                    <a:pt x="50" y="190"/>
                    <a:pt x="71" y="190"/>
                    <a:pt x="104" y="207"/>
                  </a:cubicBezTo>
                  <a:cubicBezTo>
                    <a:pt x="153" y="207"/>
                    <a:pt x="207" y="170"/>
                    <a:pt x="223" y="120"/>
                  </a:cubicBezTo>
                  <a:cubicBezTo>
                    <a:pt x="223" y="87"/>
                    <a:pt x="223" y="67"/>
                    <a:pt x="207" y="34"/>
                  </a:cubicBezTo>
                  <a:cubicBezTo>
                    <a:pt x="191" y="17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1" name="Google Shape;12401;p31"/>
            <p:cNvSpPr/>
            <p:nvPr/>
          </p:nvSpPr>
          <p:spPr>
            <a:xfrm>
              <a:off x="4082750" y="3201000"/>
              <a:ext cx="5675" cy="5175"/>
            </a:xfrm>
            <a:custGeom>
              <a:avLst/>
              <a:gdLst/>
              <a:ahLst/>
              <a:cxnLst/>
              <a:rect l="l" t="t" r="r" b="b"/>
              <a:pathLst>
                <a:path w="227" h="207" extrusionOk="0">
                  <a:moveTo>
                    <a:pt x="140" y="1"/>
                  </a:moveTo>
                  <a:cubicBezTo>
                    <a:pt x="70" y="1"/>
                    <a:pt x="21" y="34"/>
                    <a:pt x="21" y="87"/>
                  </a:cubicBezTo>
                  <a:cubicBezTo>
                    <a:pt x="0" y="104"/>
                    <a:pt x="21" y="120"/>
                    <a:pt x="21" y="137"/>
                  </a:cubicBezTo>
                  <a:cubicBezTo>
                    <a:pt x="21" y="153"/>
                    <a:pt x="21" y="153"/>
                    <a:pt x="37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24" y="207"/>
                    <a:pt x="157" y="207"/>
                    <a:pt x="173" y="190"/>
                  </a:cubicBezTo>
                  <a:cubicBezTo>
                    <a:pt x="206" y="174"/>
                    <a:pt x="206" y="153"/>
                    <a:pt x="227" y="120"/>
                  </a:cubicBezTo>
                  <a:cubicBezTo>
                    <a:pt x="227" y="104"/>
                    <a:pt x="227" y="71"/>
                    <a:pt x="206" y="50"/>
                  </a:cubicBezTo>
                  <a:cubicBezTo>
                    <a:pt x="190" y="17"/>
                    <a:pt x="157" y="17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12402;p31"/>
            <p:cNvSpPr/>
            <p:nvPr/>
          </p:nvSpPr>
          <p:spPr>
            <a:xfrm>
              <a:off x="4088400" y="315960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03" y="0"/>
                  </a:moveTo>
                  <a:cubicBezTo>
                    <a:pt x="91" y="0"/>
                    <a:pt x="78" y="8"/>
                    <a:pt x="67" y="8"/>
                  </a:cubicBezTo>
                  <a:cubicBezTo>
                    <a:pt x="17" y="24"/>
                    <a:pt x="1" y="94"/>
                    <a:pt x="17" y="144"/>
                  </a:cubicBezTo>
                  <a:cubicBezTo>
                    <a:pt x="30" y="184"/>
                    <a:pt x="73" y="203"/>
                    <a:pt x="114" y="203"/>
                  </a:cubicBezTo>
                  <a:cubicBezTo>
                    <a:pt x="128" y="203"/>
                    <a:pt x="141" y="201"/>
                    <a:pt x="153" y="197"/>
                  </a:cubicBezTo>
                  <a:cubicBezTo>
                    <a:pt x="170" y="197"/>
                    <a:pt x="170" y="181"/>
                    <a:pt x="186" y="181"/>
                  </a:cubicBezTo>
                  <a:cubicBezTo>
                    <a:pt x="207" y="144"/>
                    <a:pt x="223" y="111"/>
                    <a:pt x="207" y="57"/>
                  </a:cubicBezTo>
                  <a:cubicBezTo>
                    <a:pt x="186" y="24"/>
                    <a:pt x="153" y="8"/>
                    <a:pt x="120" y="8"/>
                  </a:cubicBezTo>
                  <a:cubicBezTo>
                    <a:pt x="115" y="2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3" name="Google Shape;12403;p31"/>
            <p:cNvSpPr/>
            <p:nvPr/>
          </p:nvSpPr>
          <p:spPr>
            <a:xfrm>
              <a:off x="4085325" y="3187050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99" y="1"/>
                  </a:moveTo>
                  <a:cubicBezTo>
                    <a:pt x="68" y="1"/>
                    <a:pt x="39" y="14"/>
                    <a:pt x="21" y="43"/>
                  </a:cubicBezTo>
                  <a:cubicBezTo>
                    <a:pt x="0" y="60"/>
                    <a:pt x="0" y="76"/>
                    <a:pt x="0" y="114"/>
                  </a:cubicBezTo>
                  <a:lnTo>
                    <a:pt x="0" y="147"/>
                  </a:lnTo>
                  <a:lnTo>
                    <a:pt x="37" y="180"/>
                  </a:lnTo>
                  <a:cubicBezTo>
                    <a:pt x="49" y="191"/>
                    <a:pt x="68" y="205"/>
                    <a:pt x="92" y="205"/>
                  </a:cubicBezTo>
                  <a:cubicBezTo>
                    <a:pt x="102" y="205"/>
                    <a:pt x="113" y="202"/>
                    <a:pt x="124" y="196"/>
                  </a:cubicBezTo>
                  <a:cubicBezTo>
                    <a:pt x="140" y="196"/>
                    <a:pt x="173" y="180"/>
                    <a:pt x="190" y="163"/>
                  </a:cubicBezTo>
                  <a:cubicBezTo>
                    <a:pt x="206" y="147"/>
                    <a:pt x="206" y="114"/>
                    <a:pt x="206" y="93"/>
                  </a:cubicBezTo>
                  <a:cubicBezTo>
                    <a:pt x="206" y="60"/>
                    <a:pt x="190" y="43"/>
                    <a:pt x="173" y="27"/>
                  </a:cubicBezTo>
                  <a:cubicBezTo>
                    <a:pt x="151" y="10"/>
                    <a:pt x="124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12404;p31"/>
            <p:cNvSpPr/>
            <p:nvPr/>
          </p:nvSpPr>
          <p:spPr>
            <a:xfrm>
              <a:off x="4203850" y="3232225"/>
              <a:ext cx="5700" cy="4975"/>
            </a:xfrm>
            <a:custGeom>
              <a:avLst/>
              <a:gdLst/>
              <a:ahLst/>
              <a:cxnLst/>
              <a:rect l="l" t="t" r="r" b="b"/>
              <a:pathLst>
                <a:path w="228" h="199" extrusionOk="0">
                  <a:moveTo>
                    <a:pt x="97" y="1"/>
                  </a:moveTo>
                  <a:cubicBezTo>
                    <a:pt x="55" y="1"/>
                    <a:pt x="18" y="34"/>
                    <a:pt x="0" y="92"/>
                  </a:cubicBezTo>
                  <a:cubicBezTo>
                    <a:pt x="0" y="108"/>
                    <a:pt x="0" y="125"/>
                    <a:pt x="21" y="141"/>
                  </a:cubicBezTo>
                  <a:lnTo>
                    <a:pt x="21" y="162"/>
                  </a:lnTo>
                  <a:cubicBezTo>
                    <a:pt x="38" y="178"/>
                    <a:pt x="71" y="195"/>
                    <a:pt x="87" y="195"/>
                  </a:cubicBezTo>
                  <a:cubicBezTo>
                    <a:pt x="99" y="198"/>
                    <a:pt x="110" y="199"/>
                    <a:pt x="121" y="199"/>
                  </a:cubicBezTo>
                  <a:cubicBezTo>
                    <a:pt x="173" y="199"/>
                    <a:pt x="207" y="166"/>
                    <a:pt x="207" y="108"/>
                  </a:cubicBezTo>
                  <a:cubicBezTo>
                    <a:pt x="227" y="92"/>
                    <a:pt x="207" y="59"/>
                    <a:pt x="190" y="38"/>
                  </a:cubicBezTo>
                  <a:cubicBezTo>
                    <a:pt x="174" y="22"/>
                    <a:pt x="157" y="5"/>
                    <a:pt x="124" y="5"/>
                  </a:cubicBezTo>
                  <a:cubicBezTo>
                    <a:pt x="115" y="2"/>
                    <a:pt x="106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12405;p31"/>
            <p:cNvSpPr/>
            <p:nvPr/>
          </p:nvSpPr>
          <p:spPr>
            <a:xfrm>
              <a:off x="4098200" y="3178475"/>
              <a:ext cx="5700" cy="5025"/>
            </a:xfrm>
            <a:custGeom>
              <a:avLst/>
              <a:gdLst/>
              <a:ahLst/>
              <a:cxnLst/>
              <a:rect l="l" t="t" r="r" b="b"/>
              <a:pathLst>
                <a:path w="228" h="201" extrusionOk="0">
                  <a:moveTo>
                    <a:pt x="93" y="0"/>
                  </a:moveTo>
                  <a:cubicBezTo>
                    <a:pt x="69" y="0"/>
                    <a:pt x="49" y="12"/>
                    <a:pt x="38" y="24"/>
                  </a:cubicBezTo>
                  <a:cubicBezTo>
                    <a:pt x="21" y="44"/>
                    <a:pt x="21" y="61"/>
                    <a:pt x="0" y="94"/>
                  </a:cubicBezTo>
                  <a:cubicBezTo>
                    <a:pt x="0" y="110"/>
                    <a:pt x="0" y="127"/>
                    <a:pt x="21" y="147"/>
                  </a:cubicBezTo>
                  <a:cubicBezTo>
                    <a:pt x="38" y="180"/>
                    <a:pt x="54" y="197"/>
                    <a:pt x="104" y="197"/>
                  </a:cubicBezTo>
                  <a:cubicBezTo>
                    <a:pt x="113" y="200"/>
                    <a:pt x="122" y="201"/>
                    <a:pt x="130" y="201"/>
                  </a:cubicBezTo>
                  <a:cubicBezTo>
                    <a:pt x="173" y="201"/>
                    <a:pt x="210" y="168"/>
                    <a:pt x="227" y="110"/>
                  </a:cubicBezTo>
                  <a:cubicBezTo>
                    <a:pt x="227" y="94"/>
                    <a:pt x="207" y="61"/>
                    <a:pt x="190" y="44"/>
                  </a:cubicBezTo>
                  <a:cubicBezTo>
                    <a:pt x="174" y="24"/>
                    <a:pt x="157" y="7"/>
                    <a:pt x="124" y="7"/>
                  </a:cubicBezTo>
                  <a:cubicBezTo>
                    <a:pt x="113" y="2"/>
                    <a:pt x="103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12406;p31"/>
            <p:cNvSpPr/>
            <p:nvPr/>
          </p:nvSpPr>
          <p:spPr>
            <a:xfrm>
              <a:off x="4096950" y="319445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02" y="0"/>
                  </a:moveTo>
                  <a:cubicBezTo>
                    <a:pt x="58" y="0"/>
                    <a:pt x="15" y="46"/>
                    <a:pt x="1" y="90"/>
                  </a:cubicBezTo>
                  <a:lnTo>
                    <a:pt x="1" y="143"/>
                  </a:lnTo>
                  <a:cubicBezTo>
                    <a:pt x="17" y="143"/>
                    <a:pt x="17" y="160"/>
                    <a:pt x="17" y="160"/>
                  </a:cubicBezTo>
                  <a:cubicBezTo>
                    <a:pt x="34" y="193"/>
                    <a:pt x="71" y="193"/>
                    <a:pt x="88" y="209"/>
                  </a:cubicBezTo>
                  <a:cubicBezTo>
                    <a:pt x="137" y="209"/>
                    <a:pt x="207" y="176"/>
                    <a:pt x="207" y="127"/>
                  </a:cubicBezTo>
                  <a:cubicBezTo>
                    <a:pt x="207" y="90"/>
                    <a:pt x="207" y="73"/>
                    <a:pt x="191" y="40"/>
                  </a:cubicBezTo>
                  <a:cubicBezTo>
                    <a:pt x="174" y="24"/>
                    <a:pt x="154" y="3"/>
                    <a:pt x="121" y="3"/>
                  </a:cubicBezTo>
                  <a:cubicBezTo>
                    <a:pt x="114" y="1"/>
                    <a:pt x="108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12407;p31"/>
            <p:cNvSpPr/>
            <p:nvPr/>
          </p:nvSpPr>
          <p:spPr>
            <a:xfrm>
              <a:off x="4095200" y="32083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104" y="1"/>
                    <a:pt x="71" y="17"/>
                    <a:pt x="55" y="17"/>
                  </a:cubicBezTo>
                  <a:cubicBezTo>
                    <a:pt x="38" y="34"/>
                    <a:pt x="17" y="67"/>
                    <a:pt x="1" y="87"/>
                  </a:cubicBezTo>
                  <a:cubicBezTo>
                    <a:pt x="1" y="104"/>
                    <a:pt x="1" y="137"/>
                    <a:pt x="17" y="137"/>
                  </a:cubicBezTo>
                  <a:cubicBezTo>
                    <a:pt x="17" y="153"/>
                    <a:pt x="17" y="153"/>
                    <a:pt x="38" y="170"/>
                  </a:cubicBezTo>
                  <a:cubicBezTo>
                    <a:pt x="55" y="190"/>
                    <a:pt x="71" y="207"/>
                    <a:pt x="104" y="207"/>
                  </a:cubicBezTo>
                  <a:cubicBezTo>
                    <a:pt x="111" y="209"/>
                    <a:pt x="117" y="210"/>
                    <a:pt x="124" y="210"/>
                  </a:cubicBezTo>
                  <a:cubicBezTo>
                    <a:pt x="170" y="210"/>
                    <a:pt x="209" y="163"/>
                    <a:pt x="224" y="120"/>
                  </a:cubicBezTo>
                  <a:cubicBezTo>
                    <a:pt x="224" y="104"/>
                    <a:pt x="207" y="67"/>
                    <a:pt x="191" y="50"/>
                  </a:cubicBezTo>
                  <a:cubicBezTo>
                    <a:pt x="174" y="17"/>
                    <a:pt x="158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12408;p31"/>
            <p:cNvSpPr/>
            <p:nvPr/>
          </p:nvSpPr>
          <p:spPr>
            <a:xfrm>
              <a:off x="3986575" y="3045575"/>
              <a:ext cx="1775" cy="4250"/>
            </a:xfrm>
            <a:custGeom>
              <a:avLst/>
              <a:gdLst/>
              <a:ahLst/>
              <a:cxnLst/>
              <a:rect l="l" t="t" r="r" b="b"/>
              <a:pathLst>
                <a:path w="71" h="170" extrusionOk="0">
                  <a:moveTo>
                    <a:pt x="17" y="0"/>
                  </a:moveTo>
                  <a:cubicBezTo>
                    <a:pt x="0" y="50"/>
                    <a:pt x="0" y="120"/>
                    <a:pt x="0" y="170"/>
                  </a:cubicBezTo>
                  <a:cubicBezTo>
                    <a:pt x="54" y="153"/>
                    <a:pt x="70" y="104"/>
                    <a:pt x="54" y="50"/>
                  </a:cubicBezTo>
                  <a:cubicBezTo>
                    <a:pt x="33" y="33"/>
                    <a:pt x="33" y="17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2409;p31"/>
            <p:cNvSpPr/>
            <p:nvPr/>
          </p:nvSpPr>
          <p:spPr>
            <a:xfrm>
              <a:off x="4174675" y="2942925"/>
              <a:ext cx="5600" cy="4850"/>
            </a:xfrm>
            <a:custGeom>
              <a:avLst/>
              <a:gdLst/>
              <a:ahLst/>
              <a:cxnLst/>
              <a:rect l="l" t="t" r="r" b="b"/>
              <a:pathLst>
                <a:path w="224" h="194" extrusionOk="0">
                  <a:moveTo>
                    <a:pt x="87" y="0"/>
                  </a:moveTo>
                  <a:cubicBezTo>
                    <a:pt x="71" y="0"/>
                    <a:pt x="54" y="0"/>
                    <a:pt x="54" y="17"/>
                  </a:cubicBezTo>
                  <a:cubicBezTo>
                    <a:pt x="34" y="33"/>
                    <a:pt x="17" y="50"/>
                    <a:pt x="17" y="66"/>
                  </a:cubicBezTo>
                  <a:cubicBezTo>
                    <a:pt x="1" y="103"/>
                    <a:pt x="17" y="120"/>
                    <a:pt x="17" y="136"/>
                  </a:cubicBezTo>
                  <a:cubicBezTo>
                    <a:pt x="17" y="136"/>
                    <a:pt x="17" y="153"/>
                    <a:pt x="34" y="153"/>
                  </a:cubicBezTo>
                  <a:cubicBezTo>
                    <a:pt x="54" y="169"/>
                    <a:pt x="71" y="190"/>
                    <a:pt x="104" y="190"/>
                  </a:cubicBezTo>
                  <a:cubicBezTo>
                    <a:pt x="112" y="192"/>
                    <a:pt x="121" y="194"/>
                    <a:pt x="129" y="194"/>
                  </a:cubicBezTo>
                  <a:cubicBezTo>
                    <a:pt x="172" y="194"/>
                    <a:pt x="209" y="159"/>
                    <a:pt x="223" y="103"/>
                  </a:cubicBezTo>
                  <a:cubicBezTo>
                    <a:pt x="223" y="87"/>
                    <a:pt x="223" y="50"/>
                    <a:pt x="207" y="33"/>
                  </a:cubicBezTo>
                  <a:lnTo>
                    <a:pt x="190" y="33"/>
                  </a:lnTo>
                  <a:cubicBezTo>
                    <a:pt x="157" y="17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12410;p31"/>
            <p:cNvSpPr/>
            <p:nvPr/>
          </p:nvSpPr>
          <p:spPr>
            <a:xfrm>
              <a:off x="4162625" y="2939000"/>
              <a:ext cx="3925" cy="1525"/>
            </a:xfrm>
            <a:custGeom>
              <a:avLst/>
              <a:gdLst/>
              <a:ahLst/>
              <a:cxnLst/>
              <a:rect l="l" t="t" r="r" b="b"/>
              <a:pathLst>
                <a:path w="157" h="61" extrusionOk="0">
                  <a:moveTo>
                    <a:pt x="0" y="0"/>
                  </a:moveTo>
                  <a:lnTo>
                    <a:pt x="21" y="17"/>
                  </a:lnTo>
                  <a:cubicBezTo>
                    <a:pt x="37" y="38"/>
                    <a:pt x="54" y="54"/>
                    <a:pt x="87" y="54"/>
                  </a:cubicBezTo>
                  <a:cubicBezTo>
                    <a:pt x="92" y="59"/>
                    <a:pt x="98" y="61"/>
                    <a:pt x="106" y="61"/>
                  </a:cubicBezTo>
                  <a:cubicBezTo>
                    <a:pt x="123" y="61"/>
                    <a:pt x="145" y="49"/>
                    <a:pt x="157" y="38"/>
                  </a:cubicBezTo>
                  <a:cubicBezTo>
                    <a:pt x="103" y="17"/>
                    <a:pt x="54" y="1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12411;p31"/>
            <p:cNvSpPr/>
            <p:nvPr/>
          </p:nvSpPr>
          <p:spPr>
            <a:xfrm>
              <a:off x="4198275" y="2951050"/>
              <a:ext cx="4775" cy="3025"/>
            </a:xfrm>
            <a:custGeom>
              <a:avLst/>
              <a:gdLst/>
              <a:ahLst/>
              <a:cxnLst/>
              <a:rect l="l" t="t" r="r" b="b"/>
              <a:pathLst>
                <a:path w="191" h="121" extrusionOk="0">
                  <a:moveTo>
                    <a:pt x="1" y="1"/>
                  </a:moveTo>
                  <a:cubicBezTo>
                    <a:pt x="1" y="17"/>
                    <a:pt x="1" y="34"/>
                    <a:pt x="17" y="50"/>
                  </a:cubicBezTo>
                  <a:lnTo>
                    <a:pt x="17" y="71"/>
                  </a:lnTo>
                  <a:cubicBezTo>
                    <a:pt x="38" y="104"/>
                    <a:pt x="71" y="104"/>
                    <a:pt x="87" y="120"/>
                  </a:cubicBezTo>
                  <a:cubicBezTo>
                    <a:pt x="141" y="120"/>
                    <a:pt x="174" y="104"/>
                    <a:pt x="190" y="87"/>
                  </a:cubicBezTo>
                  <a:cubicBezTo>
                    <a:pt x="141" y="50"/>
                    <a:pt x="71" y="1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2412;p31"/>
            <p:cNvSpPr/>
            <p:nvPr/>
          </p:nvSpPr>
          <p:spPr>
            <a:xfrm>
              <a:off x="4099950" y="2932600"/>
              <a:ext cx="5600" cy="4025"/>
            </a:xfrm>
            <a:custGeom>
              <a:avLst/>
              <a:gdLst/>
              <a:ahLst/>
              <a:cxnLst/>
              <a:rect l="l" t="t" r="r" b="b"/>
              <a:pathLst>
                <a:path w="224" h="161" extrusionOk="0">
                  <a:moveTo>
                    <a:pt x="207" y="1"/>
                  </a:moveTo>
                  <a:cubicBezTo>
                    <a:pt x="137" y="1"/>
                    <a:pt x="87" y="17"/>
                    <a:pt x="17" y="17"/>
                  </a:cubicBezTo>
                  <a:cubicBezTo>
                    <a:pt x="1" y="34"/>
                    <a:pt x="1" y="50"/>
                    <a:pt x="1" y="67"/>
                  </a:cubicBezTo>
                  <a:cubicBezTo>
                    <a:pt x="1" y="87"/>
                    <a:pt x="17" y="87"/>
                    <a:pt x="17" y="104"/>
                  </a:cubicBezTo>
                  <a:cubicBezTo>
                    <a:pt x="17" y="120"/>
                    <a:pt x="34" y="137"/>
                    <a:pt x="54" y="137"/>
                  </a:cubicBezTo>
                  <a:cubicBezTo>
                    <a:pt x="66" y="149"/>
                    <a:pt x="86" y="160"/>
                    <a:pt x="102" y="160"/>
                  </a:cubicBezTo>
                  <a:cubicBezTo>
                    <a:pt x="109" y="160"/>
                    <a:pt x="115" y="158"/>
                    <a:pt x="120" y="153"/>
                  </a:cubicBezTo>
                  <a:cubicBezTo>
                    <a:pt x="157" y="153"/>
                    <a:pt x="174" y="153"/>
                    <a:pt x="190" y="120"/>
                  </a:cubicBezTo>
                  <a:cubicBezTo>
                    <a:pt x="207" y="104"/>
                    <a:pt x="223" y="67"/>
                    <a:pt x="223" y="50"/>
                  </a:cubicBezTo>
                  <a:cubicBezTo>
                    <a:pt x="207" y="34"/>
                    <a:pt x="207" y="17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2413;p31"/>
            <p:cNvSpPr/>
            <p:nvPr/>
          </p:nvSpPr>
          <p:spPr>
            <a:xfrm>
              <a:off x="4049750" y="3188525"/>
              <a:ext cx="4250" cy="4375"/>
            </a:xfrm>
            <a:custGeom>
              <a:avLst/>
              <a:gdLst/>
              <a:ahLst/>
              <a:cxnLst/>
              <a:rect l="l" t="t" r="r" b="b"/>
              <a:pathLst>
                <a:path w="170" h="175" extrusionOk="0">
                  <a:moveTo>
                    <a:pt x="83" y="1"/>
                  </a:moveTo>
                  <a:cubicBezTo>
                    <a:pt x="50" y="1"/>
                    <a:pt x="17" y="1"/>
                    <a:pt x="1" y="34"/>
                  </a:cubicBezTo>
                  <a:cubicBezTo>
                    <a:pt x="50" y="71"/>
                    <a:pt x="104" y="121"/>
                    <a:pt x="153" y="174"/>
                  </a:cubicBezTo>
                  <a:cubicBezTo>
                    <a:pt x="170" y="158"/>
                    <a:pt x="170" y="137"/>
                    <a:pt x="170" y="121"/>
                  </a:cubicBezTo>
                  <a:cubicBezTo>
                    <a:pt x="170" y="88"/>
                    <a:pt x="170" y="71"/>
                    <a:pt x="153" y="34"/>
                  </a:cubicBezTo>
                  <a:cubicBezTo>
                    <a:pt x="137" y="17"/>
                    <a:pt x="120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2414;p31"/>
            <p:cNvSpPr/>
            <p:nvPr/>
          </p:nvSpPr>
          <p:spPr>
            <a:xfrm>
              <a:off x="4071600" y="3206975"/>
              <a:ext cx="3025" cy="2200"/>
            </a:xfrm>
            <a:custGeom>
              <a:avLst/>
              <a:gdLst/>
              <a:ahLst/>
              <a:cxnLst/>
              <a:rect l="l" t="t" r="r" b="b"/>
              <a:pathLst>
                <a:path w="121" h="88" extrusionOk="0">
                  <a:moveTo>
                    <a:pt x="1" y="1"/>
                  </a:moveTo>
                  <a:cubicBezTo>
                    <a:pt x="54" y="38"/>
                    <a:pt x="87" y="71"/>
                    <a:pt x="120" y="88"/>
                  </a:cubicBezTo>
                  <a:cubicBezTo>
                    <a:pt x="120" y="71"/>
                    <a:pt x="104" y="55"/>
                    <a:pt x="87" y="38"/>
                  </a:cubicBezTo>
                  <a:cubicBezTo>
                    <a:pt x="71" y="17"/>
                    <a:pt x="34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2415;p31"/>
            <p:cNvSpPr/>
            <p:nvPr/>
          </p:nvSpPr>
          <p:spPr>
            <a:xfrm>
              <a:off x="4007175" y="3139175"/>
              <a:ext cx="3025" cy="3825"/>
            </a:xfrm>
            <a:custGeom>
              <a:avLst/>
              <a:gdLst/>
              <a:ahLst/>
              <a:cxnLst/>
              <a:rect l="l" t="t" r="r" b="b"/>
              <a:pathLst>
                <a:path w="121" h="153" extrusionOk="0">
                  <a:moveTo>
                    <a:pt x="1" y="0"/>
                  </a:moveTo>
                  <a:cubicBezTo>
                    <a:pt x="34" y="50"/>
                    <a:pt x="71" y="103"/>
                    <a:pt x="104" y="153"/>
                  </a:cubicBezTo>
                  <a:cubicBezTo>
                    <a:pt x="121" y="136"/>
                    <a:pt x="121" y="103"/>
                    <a:pt x="121" y="70"/>
                  </a:cubicBezTo>
                  <a:cubicBezTo>
                    <a:pt x="104" y="17"/>
                    <a:pt x="55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6" name="Google Shape;12416;p31"/>
            <p:cNvSpPr/>
            <p:nvPr/>
          </p:nvSpPr>
          <p:spPr>
            <a:xfrm>
              <a:off x="4208600" y="2956200"/>
              <a:ext cx="5575" cy="4525"/>
            </a:xfrm>
            <a:custGeom>
              <a:avLst/>
              <a:gdLst/>
              <a:ahLst/>
              <a:cxnLst/>
              <a:rect l="l" t="t" r="r" b="b"/>
              <a:pathLst>
                <a:path w="223" h="181" extrusionOk="0">
                  <a:moveTo>
                    <a:pt x="37" y="1"/>
                  </a:moveTo>
                  <a:cubicBezTo>
                    <a:pt x="17" y="34"/>
                    <a:pt x="0" y="71"/>
                    <a:pt x="17" y="104"/>
                  </a:cubicBezTo>
                  <a:cubicBezTo>
                    <a:pt x="37" y="120"/>
                    <a:pt x="37" y="137"/>
                    <a:pt x="54" y="153"/>
                  </a:cubicBezTo>
                  <a:cubicBezTo>
                    <a:pt x="65" y="168"/>
                    <a:pt x="94" y="181"/>
                    <a:pt x="123" y="181"/>
                  </a:cubicBezTo>
                  <a:cubicBezTo>
                    <a:pt x="135" y="181"/>
                    <a:pt x="146" y="179"/>
                    <a:pt x="157" y="174"/>
                  </a:cubicBezTo>
                  <a:cubicBezTo>
                    <a:pt x="190" y="153"/>
                    <a:pt x="206" y="137"/>
                    <a:pt x="223" y="104"/>
                  </a:cubicBezTo>
                  <a:cubicBezTo>
                    <a:pt x="157" y="71"/>
                    <a:pt x="103" y="34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7" name="Google Shape;12417;p31"/>
            <p:cNvSpPr/>
            <p:nvPr/>
          </p:nvSpPr>
          <p:spPr>
            <a:xfrm>
              <a:off x="4356800" y="32259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04" y="1"/>
                  </a:moveTo>
                  <a:cubicBezTo>
                    <a:pt x="67" y="1"/>
                    <a:pt x="50" y="17"/>
                    <a:pt x="34" y="34"/>
                  </a:cubicBezTo>
                  <a:cubicBezTo>
                    <a:pt x="17" y="67"/>
                    <a:pt x="1" y="83"/>
                    <a:pt x="1" y="120"/>
                  </a:cubicBezTo>
                  <a:cubicBezTo>
                    <a:pt x="1" y="120"/>
                    <a:pt x="1" y="137"/>
                    <a:pt x="17" y="137"/>
                  </a:cubicBezTo>
                  <a:cubicBezTo>
                    <a:pt x="17" y="153"/>
                    <a:pt x="34" y="170"/>
                    <a:pt x="34" y="186"/>
                  </a:cubicBezTo>
                  <a:cubicBezTo>
                    <a:pt x="55" y="201"/>
                    <a:pt x="78" y="207"/>
                    <a:pt x="100" y="207"/>
                  </a:cubicBezTo>
                  <a:cubicBezTo>
                    <a:pt x="135" y="207"/>
                    <a:pt x="168" y="192"/>
                    <a:pt x="190" y="170"/>
                  </a:cubicBezTo>
                  <a:cubicBezTo>
                    <a:pt x="207" y="153"/>
                    <a:pt x="223" y="120"/>
                    <a:pt x="207" y="83"/>
                  </a:cubicBezTo>
                  <a:cubicBezTo>
                    <a:pt x="207" y="67"/>
                    <a:pt x="190" y="34"/>
                    <a:pt x="170" y="17"/>
                  </a:cubicBez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2418;p31"/>
            <p:cNvSpPr/>
            <p:nvPr/>
          </p:nvSpPr>
          <p:spPr>
            <a:xfrm>
              <a:off x="4343000" y="32331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4" y="0"/>
                  </a:moveTo>
                  <a:cubicBezTo>
                    <a:pt x="70" y="0"/>
                    <a:pt x="0" y="37"/>
                    <a:pt x="0" y="87"/>
                  </a:cubicBezTo>
                  <a:lnTo>
                    <a:pt x="0" y="140"/>
                  </a:lnTo>
                  <a:cubicBezTo>
                    <a:pt x="0" y="157"/>
                    <a:pt x="21" y="157"/>
                    <a:pt x="21" y="173"/>
                  </a:cubicBezTo>
                  <a:cubicBezTo>
                    <a:pt x="37" y="190"/>
                    <a:pt x="54" y="206"/>
                    <a:pt x="87" y="206"/>
                  </a:cubicBezTo>
                  <a:cubicBezTo>
                    <a:pt x="95" y="209"/>
                    <a:pt x="103" y="211"/>
                    <a:pt x="112" y="211"/>
                  </a:cubicBezTo>
                  <a:cubicBezTo>
                    <a:pt x="159" y="211"/>
                    <a:pt x="207" y="166"/>
                    <a:pt x="207" y="124"/>
                  </a:cubicBezTo>
                  <a:cubicBezTo>
                    <a:pt x="207" y="103"/>
                    <a:pt x="207" y="70"/>
                    <a:pt x="190" y="54"/>
                  </a:cubicBezTo>
                  <a:cubicBezTo>
                    <a:pt x="174" y="21"/>
                    <a:pt x="157" y="21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2419;p31"/>
            <p:cNvSpPr/>
            <p:nvPr/>
          </p:nvSpPr>
          <p:spPr>
            <a:xfrm>
              <a:off x="4343925" y="32194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66" y="1"/>
                    <a:pt x="17" y="34"/>
                    <a:pt x="0" y="87"/>
                  </a:cubicBezTo>
                  <a:lnTo>
                    <a:pt x="0" y="120"/>
                  </a:lnTo>
                  <a:lnTo>
                    <a:pt x="0" y="137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3" y="190"/>
                    <a:pt x="66" y="207"/>
                    <a:pt x="87" y="207"/>
                  </a:cubicBezTo>
                  <a:cubicBezTo>
                    <a:pt x="120" y="207"/>
                    <a:pt x="137" y="207"/>
                    <a:pt x="170" y="190"/>
                  </a:cubicBezTo>
                  <a:cubicBezTo>
                    <a:pt x="190" y="174"/>
                    <a:pt x="207" y="157"/>
                    <a:pt x="207" y="120"/>
                  </a:cubicBezTo>
                  <a:cubicBezTo>
                    <a:pt x="207" y="104"/>
                    <a:pt x="207" y="71"/>
                    <a:pt x="190" y="54"/>
                  </a:cubicBezTo>
                  <a:cubicBezTo>
                    <a:pt x="170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2420;p31"/>
            <p:cNvSpPr/>
            <p:nvPr/>
          </p:nvSpPr>
          <p:spPr>
            <a:xfrm>
              <a:off x="4360200" y="32014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0"/>
                  </a:moveTo>
                  <a:cubicBezTo>
                    <a:pt x="71" y="0"/>
                    <a:pt x="17" y="33"/>
                    <a:pt x="17" y="87"/>
                  </a:cubicBezTo>
                  <a:cubicBezTo>
                    <a:pt x="1" y="103"/>
                    <a:pt x="17" y="120"/>
                    <a:pt x="17" y="136"/>
                  </a:cubicBezTo>
                  <a:cubicBezTo>
                    <a:pt x="17" y="157"/>
                    <a:pt x="17" y="157"/>
                    <a:pt x="34" y="173"/>
                  </a:cubicBezTo>
                  <a:cubicBezTo>
                    <a:pt x="54" y="190"/>
                    <a:pt x="71" y="206"/>
                    <a:pt x="104" y="206"/>
                  </a:cubicBezTo>
                  <a:cubicBezTo>
                    <a:pt x="120" y="206"/>
                    <a:pt x="158" y="206"/>
                    <a:pt x="174" y="190"/>
                  </a:cubicBezTo>
                  <a:cubicBezTo>
                    <a:pt x="207" y="173"/>
                    <a:pt x="207" y="157"/>
                    <a:pt x="224" y="120"/>
                  </a:cubicBezTo>
                  <a:cubicBezTo>
                    <a:pt x="224" y="87"/>
                    <a:pt x="224" y="70"/>
                    <a:pt x="207" y="54"/>
                  </a:cubicBezTo>
                  <a:cubicBezTo>
                    <a:pt x="191" y="17"/>
                    <a:pt x="158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1" name="Google Shape;12421;p31"/>
            <p:cNvSpPr/>
            <p:nvPr/>
          </p:nvSpPr>
          <p:spPr>
            <a:xfrm>
              <a:off x="4338350" y="3245125"/>
              <a:ext cx="6000" cy="5375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11" y="0"/>
                  </a:moveTo>
                  <a:cubicBezTo>
                    <a:pt x="102" y="0"/>
                    <a:pt x="93" y="2"/>
                    <a:pt x="83" y="5"/>
                  </a:cubicBezTo>
                  <a:cubicBezTo>
                    <a:pt x="17" y="38"/>
                    <a:pt x="1" y="91"/>
                    <a:pt x="17" y="141"/>
                  </a:cubicBezTo>
                  <a:cubicBezTo>
                    <a:pt x="31" y="185"/>
                    <a:pt x="81" y="215"/>
                    <a:pt x="126" y="215"/>
                  </a:cubicBezTo>
                  <a:cubicBezTo>
                    <a:pt x="135" y="215"/>
                    <a:pt x="145" y="214"/>
                    <a:pt x="153" y="211"/>
                  </a:cubicBezTo>
                  <a:cubicBezTo>
                    <a:pt x="207" y="178"/>
                    <a:pt x="240" y="124"/>
                    <a:pt x="207" y="75"/>
                  </a:cubicBezTo>
                  <a:cubicBezTo>
                    <a:pt x="190" y="30"/>
                    <a:pt x="153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2" name="Google Shape;12422;p31"/>
            <p:cNvSpPr/>
            <p:nvPr/>
          </p:nvSpPr>
          <p:spPr>
            <a:xfrm>
              <a:off x="4334450" y="31958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70" y="1"/>
                    <a:pt x="0" y="34"/>
                    <a:pt x="0" y="87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74"/>
                  </a:cubicBezTo>
                  <a:cubicBezTo>
                    <a:pt x="33" y="190"/>
                    <a:pt x="54" y="207"/>
                    <a:pt x="87" y="207"/>
                  </a:cubicBezTo>
                  <a:cubicBezTo>
                    <a:pt x="93" y="209"/>
                    <a:pt x="100" y="210"/>
                    <a:pt x="107" y="210"/>
                  </a:cubicBezTo>
                  <a:cubicBezTo>
                    <a:pt x="150" y="210"/>
                    <a:pt x="192" y="167"/>
                    <a:pt x="206" y="120"/>
                  </a:cubicBezTo>
                  <a:cubicBezTo>
                    <a:pt x="206" y="87"/>
                    <a:pt x="206" y="71"/>
                    <a:pt x="190" y="50"/>
                  </a:cubicBezTo>
                  <a:cubicBezTo>
                    <a:pt x="17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2423;p31"/>
            <p:cNvSpPr/>
            <p:nvPr/>
          </p:nvSpPr>
          <p:spPr>
            <a:xfrm>
              <a:off x="4312600" y="32537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3" y="1"/>
                    <a:pt x="50" y="1"/>
                    <a:pt x="17" y="38"/>
                  </a:cubicBezTo>
                  <a:cubicBezTo>
                    <a:pt x="17" y="54"/>
                    <a:pt x="0" y="71"/>
                    <a:pt x="0" y="87"/>
                  </a:cubicBezTo>
                  <a:lnTo>
                    <a:pt x="0" y="141"/>
                  </a:lnTo>
                  <a:cubicBezTo>
                    <a:pt x="17" y="174"/>
                    <a:pt x="50" y="207"/>
                    <a:pt x="83" y="207"/>
                  </a:cubicBezTo>
                  <a:cubicBezTo>
                    <a:pt x="153" y="207"/>
                    <a:pt x="186" y="174"/>
                    <a:pt x="206" y="124"/>
                  </a:cubicBezTo>
                  <a:cubicBezTo>
                    <a:pt x="206" y="87"/>
                    <a:pt x="206" y="71"/>
                    <a:pt x="186" y="38"/>
                  </a:cubicBezTo>
                  <a:cubicBezTo>
                    <a:pt x="169" y="21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12424;p31"/>
            <p:cNvSpPr/>
            <p:nvPr/>
          </p:nvSpPr>
          <p:spPr>
            <a:xfrm>
              <a:off x="4350325" y="3193700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03" y="0"/>
                  </a:moveTo>
                  <a:cubicBezTo>
                    <a:pt x="70" y="0"/>
                    <a:pt x="37" y="17"/>
                    <a:pt x="17" y="33"/>
                  </a:cubicBezTo>
                  <a:cubicBezTo>
                    <a:pt x="0" y="54"/>
                    <a:pt x="0" y="87"/>
                    <a:pt x="0" y="120"/>
                  </a:cubicBezTo>
                  <a:lnTo>
                    <a:pt x="0" y="136"/>
                  </a:lnTo>
                  <a:cubicBezTo>
                    <a:pt x="17" y="157"/>
                    <a:pt x="37" y="173"/>
                    <a:pt x="37" y="190"/>
                  </a:cubicBezTo>
                  <a:cubicBezTo>
                    <a:pt x="56" y="202"/>
                    <a:pt x="78" y="208"/>
                    <a:pt x="100" y="208"/>
                  </a:cubicBezTo>
                  <a:cubicBezTo>
                    <a:pt x="135" y="208"/>
                    <a:pt x="169" y="194"/>
                    <a:pt x="190" y="173"/>
                  </a:cubicBezTo>
                  <a:cubicBezTo>
                    <a:pt x="223" y="120"/>
                    <a:pt x="223" y="54"/>
                    <a:pt x="173" y="17"/>
                  </a:cubicBezTo>
                  <a:cubicBezTo>
                    <a:pt x="157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12425;p31"/>
            <p:cNvSpPr/>
            <p:nvPr/>
          </p:nvSpPr>
          <p:spPr>
            <a:xfrm>
              <a:off x="4336600" y="31836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3" y="0"/>
                  </a:moveTo>
                  <a:cubicBezTo>
                    <a:pt x="84" y="0"/>
                    <a:pt x="55" y="13"/>
                    <a:pt x="34" y="43"/>
                  </a:cubicBezTo>
                  <a:cubicBezTo>
                    <a:pt x="17" y="60"/>
                    <a:pt x="1" y="93"/>
                    <a:pt x="1" y="109"/>
                  </a:cubicBezTo>
                  <a:cubicBezTo>
                    <a:pt x="1" y="126"/>
                    <a:pt x="17" y="146"/>
                    <a:pt x="17" y="146"/>
                  </a:cubicBezTo>
                  <a:cubicBezTo>
                    <a:pt x="17" y="163"/>
                    <a:pt x="34" y="179"/>
                    <a:pt x="50" y="179"/>
                  </a:cubicBezTo>
                  <a:cubicBezTo>
                    <a:pt x="67" y="202"/>
                    <a:pt x="90" y="211"/>
                    <a:pt x="113" y="211"/>
                  </a:cubicBezTo>
                  <a:cubicBezTo>
                    <a:pt x="141" y="211"/>
                    <a:pt x="170" y="198"/>
                    <a:pt x="190" y="179"/>
                  </a:cubicBezTo>
                  <a:cubicBezTo>
                    <a:pt x="207" y="146"/>
                    <a:pt x="223" y="126"/>
                    <a:pt x="223" y="93"/>
                  </a:cubicBezTo>
                  <a:cubicBezTo>
                    <a:pt x="207" y="76"/>
                    <a:pt x="207" y="43"/>
                    <a:pt x="174" y="23"/>
                  </a:cubicBezTo>
                  <a:cubicBezTo>
                    <a:pt x="158" y="8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2426;p31"/>
            <p:cNvSpPr/>
            <p:nvPr/>
          </p:nvSpPr>
          <p:spPr>
            <a:xfrm>
              <a:off x="4354650" y="323925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70" y="0"/>
                    <a:pt x="17" y="33"/>
                    <a:pt x="0" y="87"/>
                  </a:cubicBezTo>
                  <a:cubicBezTo>
                    <a:pt x="0" y="103"/>
                    <a:pt x="0" y="136"/>
                    <a:pt x="17" y="153"/>
                  </a:cubicBezTo>
                  <a:lnTo>
                    <a:pt x="17" y="169"/>
                  </a:lnTo>
                  <a:cubicBezTo>
                    <a:pt x="33" y="190"/>
                    <a:pt x="70" y="207"/>
                    <a:pt x="87" y="207"/>
                  </a:cubicBezTo>
                  <a:lnTo>
                    <a:pt x="153" y="207"/>
                  </a:lnTo>
                  <a:cubicBezTo>
                    <a:pt x="173" y="190"/>
                    <a:pt x="190" y="169"/>
                    <a:pt x="206" y="153"/>
                  </a:cubicBezTo>
                  <a:lnTo>
                    <a:pt x="206" y="120"/>
                  </a:lnTo>
                  <a:cubicBezTo>
                    <a:pt x="223" y="66"/>
                    <a:pt x="190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12427;p31"/>
            <p:cNvSpPr/>
            <p:nvPr/>
          </p:nvSpPr>
          <p:spPr>
            <a:xfrm>
              <a:off x="4345150" y="3205575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103" y="1"/>
                  </a:moveTo>
                  <a:cubicBezTo>
                    <a:pt x="86" y="1"/>
                    <a:pt x="66" y="12"/>
                    <a:pt x="55" y="24"/>
                  </a:cubicBezTo>
                  <a:cubicBezTo>
                    <a:pt x="17" y="40"/>
                    <a:pt x="1" y="57"/>
                    <a:pt x="1" y="94"/>
                  </a:cubicBezTo>
                  <a:cubicBezTo>
                    <a:pt x="1" y="111"/>
                    <a:pt x="1" y="127"/>
                    <a:pt x="17" y="144"/>
                  </a:cubicBezTo>
                  <a:lnTo>
                    <a:pt x="17" y="160"/>
                  </a:lnTo>
                  <a:cubicBezTo>
                    <a:pt x="38" y="177"/>
                    <a:pt x="71" y="197"/>
                    <a:pt x="88" y="197"/>
                  </a:cubicBezTo>
                  <a:cubicBezTo>
                    <a:pt x="99" y="200"/>
                    <a:pt x="109" y="201"/>
                    <a:pt x="119" y="201"/>
                  </a:cubicBezTo>
                  <a:cubicBezTo>
                    <a:pt x="172" y="201"/>
                    <a:pt x="207" y="166"/>
                    <a:pt x="207" y="111"/>
                  </a:cubicBezTo>
                  <a:cubicBezTo>
                    <a:pt x="224" y="94"/>
                    <a:pt x="207" y="57"/>
                    <a:pt x="191" y="40"/>
                  </a:cubicBezTo>
                  <a:cubicBezTo>
                    <a:pt x="174" y="24"/>
                    <a:pt x="158" y="7"/>
                    <a:pt x="121" y="7"/>
                  </a:cubicBezTo>
                  <a:cubicBezTo>
                    <a:pt x="116" y="3"/>
                    <a:pt x="109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12428;p31"/>
            <p:cNvSpPr/>
            <p:nvPr/>
          </p:nvSpPr>
          <p:spPr>
            <a:xfrm>
              <a:off x="4321150" y="31974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6" y="1"/>
                  </a:moveTo>
                  <a:cubicBezTo>
                    <a:pt x="106" y="1"/>
                    <a:pt x="96" y="3"/>
                    <a:pt x="87" y="7"/>
                  </a:cubicBezTo>
                  <a:cubicBezTo>
                    <a:pt x="33" y="23"/>
                    <a:pt x="0" y="89"/>
                    <a:pt x="17" y="143"/>
                  </a:cubicBezTo>
                  <a:cubicBezTo>
                    <a:pt x="29" y="178"/>
                    <a:pt x="68" y="207"/>
                    <a:pt x="107" y="207"/>
                  </a:cubicBezTo>
                  <a:cubicBezTo>
                    <a:pt x="123" y="207"/>
                    <a:pt x="139" y="203"/>
                    <a:pt x="153" y="192"/>
                  </a:cubicBezTo>
                  <a:cubicBezTo>
                    <a:pt x="206" y="176"/>
                    <a:pt x="239" y="126"/>
                    <a:pt x="223" y="73"/>
                  </a:cubicBezTo>
                  <a:cubicBezTo>
                    <a:pt x="196" y="33"/>
                    <a:pt x="156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2429;p31"/>
            <p:cNvSpPr/>
            <p:nvPr/>
          </p:nvSpPr>
          <p:spPr>
            <a:xfrm>
              <a:off x="4316400" y="32283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12" y="1"/>
                  </a:moveTo>
                  <a:cubicBezTo>
                    <a:pt x="98" y="1"/>
                    <a:pt x="84" y="3"/>
                    <a:pt x="71" y="9"/>
                  </a:cubicBezTo>
                  <a:cubicBezTo>
                    <a:pt x="17" y="25"/>
                    <a:pt x="1" y="91"/>
                    <a:pt x="17" y="145"/>
                  </a:cubicBezTo>
                  <a:cubicBezTo>
                    <a:pt x="17" y="161"/>
                    <a:pt x="34" y="161"/>
                    <a:pt x="34" y="178"/>
                  </a:cubicBezTo>
                  <a:cubicBezTo>
                    <a:pt x="55" y="199"/>
                    <a:pt x="75" y="208"/>
                    <a:pt x="98" y="208"/>
                  </a:cubicBezTo>
                  <a:cubicBezTo>
                    <a:pt x="115" y="208"/>
                    <a:pt x="134" y="203"/>
                    <a:pt x="157" y="194"/>
                  </a:cubicBezTo>
                  <a:cubicBezTo>
                    <a:pt x="190" y="178"/>
                    <a:pt x="207" y="145"/>
                    <a:pt x="223" y="112"/>
                  </a:cubicBezTo>
                  <a:cubicBezTo>
                    <a:pt x="223" y="91"/>
                    <a:pt x="223" y="75"/>
                    <a:pt x="207" y="58"/>
                  </a:cubicBezTo>
                  <a:cubicBezTo>
                    <a:pt x="195" y="21"/>
                    <a:pt x="153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31"/>
            <p:cNvSpPr/>
            <p:nvPr/>
          </p:nvSpPr>
          <p:spPr>
            <a:xfrm>
              <a:off x="4320325" y="32164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9" y="0"/>
                  </a:moveTo>
                  <a:cubicBezTo>
                    <a:pt x="54" y="0"/>
                    <a:pt x="15" y="43"/>
                    <a:pt x="0" y="90"/>
                  </a:cubicBezTo>
                  <a:lnTo>
                    <a:pt x="0" y="139"/>
                  </a:lnTo>
                  <a:cubicBezTo>
                    <a:pt x="17" y="139"/>
                    <a:pt x="17" y="156"/>
                    <a:pt x="17" y="156"/>
                  </a:cubicBezTo>
                  <a:cubicBezTo>
                    <a:pt x="33" y="193"/>
                    <a:pt x="66" y="193"/>
                    <a:pt x="83" y="209"/>
                  </a:cubicBezTo>
                  <a:cubicBezTo>
                    <a:pt x="136" y="209"/>
                    <a:pt x="206" y="176"/>
                    <a:pt x="206" y="123"/>
                  </a:cubicBezTo>
                  <a:cubicBezTo>
                    <a:pt x="206" y="90"/>
                    <a:pt x="206" y="73"/>
                    <a:pt x="186" y="36"/>
                  </a:cubicBezTo>
                  <a:cubicBezTo>
                    <a:pt x="169" y="20"/>
                    <a:pt x="153" y="3"/>
                    <a:pt x="120" y="3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31"/>
            <p:cNvSpPr/>
            <p:nvPr/>
          </p:nvSpPr>
          <p:spPr>
            <a:xfrm>
              <a:off x="4314650" y="324207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05" y="0"/>
                  </a:moveTo>
                  <a:cubicBezTo>
                    <a:pt x="77" y="0"/>
                    <a:pt x="48" y="13"/>
                    <a:pt x="21" y="40"/>
                  </a:cubicBezTo>
                  <a:cubicBezTo>
                    <a:pt x="1" y="56"/>
                    <a:pt x="1" y="94"/>
                    <a:pt x="1" y="110"/>
                  </a:cubicBezTo>
                  <a:cubicBezTo>
                    <a:pt x="1" y="127"/>
                    <a:pt x="1" y="127"/>
                    <a:pt x="21" y="143"/>
                  </a:cubicBezTo>
                  <a:cubicBezTo>
                    <a:pt x="21" y="160"/>
                    <a:pt x="38" y="180"/>
                    <a:pt x="38" y="180"/>
                  </a:cubicBezTo>
                  <a:cubicBezTo>
                    <a:pt x="71" y="197"/>
                    <a:pt x="87" y="213"/>
                    <a:pt x="124" y="213"/>
                  </a:cubicBezTo>
                  <a:cubicBezTo>
                    <a:pt x="141" y="197"/>
                    <a:pt x="174" y="197"/>
                    <a:pt x="190" y="160"/>
                  </a:cubicBezTo>
                  <a:cubicBezTo>
                    <a:pt x="207" y="143"/>
                    <a:pt x="207" y="127"/>
                    <a:pt x="207" y="94"/>
                  </a:cubicBezTo>
                  <a:cubicBezTo>
                    <a:pt x="207" y="56"/>
                    <a:pt x="190" y="40"/>
                    <a:pt x="174" y="23"/>
                  </a:cubicBezTo>
                  <a:cubicBezTo>
                    <a:pt x="151" y="9"/>
                    <a:pt x="128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31"/>
            <p:cNvSpPr/>
            <p:nvPr/>
          </p:nvSpPr>
          <p:spPr>
            <a:xfrm>
              <a:off x="4325475" y="3252025"/>
              <a:ext cx="6000" cy="5400"/>
            </a:xfrm>
            <a:custGeom>
              <a:avLst/>
              <a:gdLst/>
              <a:ahLst/>
              <a:cxnLst/>
              <a:rect l="l" t="t" r="r" b="b"/>
              <a:pathLst>
                <a:path w="240" h="216" extrusionOk="0">
                  <a:moveTo>
                    <a:pt x="113" y="0"/>
                  </a:moveTo>
                  <a:cubicBezTo>
                    <a:pt x="102" y="0"/>
                    <a:pt x="92" y="2"/>
                    <a:pt x="83" y="5"/>
                  </a:cubicBezTo>
                  <a:cubicBezTo>
                    <a:pt x="33" y="38"/>
                    <a:pt x="0" y="91"/>
                    <a:pt x="33" y="141"/>
                  </a:cubicBezTo>
                  <a:cubicBezTo>
                    <a:pt x="47" y="185"/>
                    <a:pt x="86" y="215"/>
                    <a:pt x="136" y="215"/>
                  </a:cubicBezTo>
                  <a:cubicBezTo>
                    <a:pt x="147" y="215"/>
                    <a:pt x="158" y="214"/>
                    <a:pt x="170" y="211"/>
                  </a:cubicBezTo>
                  <a:cubicBezTo>
                    <a:pt x="223" y="174"/>
                    <a:pt x="240" y="124"/>
                    <a:pt x="223" y="71"/>
                  </a:cubicBezTo>
                  <a:cubicBezTo>
                    <a:pt x="210" y="30"/>
                    <a:pt x="160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2433;p31"/>
            <p:cNvSpPr/>
            <p:nvPr/>
          </p:nvSpPr>
          <p:spPr>
            <a:xfrm>
              <a:off x="4330625" y="32263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67" y="0"/>
                  </a:moveTo>
                  <a:cubicBezTo>
                    <a:pt x="50" y="17"/>
                    <a:pt x="34" y="33"/>
                    <a:pt x="17" y="50"/>
                  </a:cubicBezTo>
                  <a:cubicBezTo>
                    <a:pt x="1" y="66"/>
                    <a:pt x="1" y="103"/>
                    <a:pt x="17" y="136"/>
                  </a:cubicBezTo>
                  <a:cubicBezTo>
                    <a:pt x="31" y="180"/>
                    <a:pt x="67" y="210"/>
                    <a:pt x="118" y="210"/>
                  </a:cubicBezTo>
                  <a:cubicBezTo>
                    <a:pt x="129" y="210"/>
                    <a:pt x="141" y="209"/>
                    <a:pt x="153" y="206"/>
                  </a:cubicBezTo>
                  <a:cubicBezTo>
                    <a:pt x="207" y="169"/>
                    <a:pt x="223" y="120"/>
                    <a:pt x="207" y="66"/>
                  </a:cubicBezTo>
                  <a:cubicBezTo>
                    <a:pt x="186" y="33"/>
                    <a:pt x="170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2434;p31"/>
            <p:cNvSpPr/>
            <p:nvPr/>
          </p:nvSpPr>
          <p:spPr>
            <a:xfrm>
              <a:off x="4326300" y="32378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3" y="21"/>
                    <a:pt x="0" y="91"/>
                    <a:pt x="17" y="145"/>
                  </a:cubicBezTo>
                  <a:cubicBezTo>
                    <a:pt x="41" y="181"/>
                    <a:pt x="75" y="208"/>
                    <a:pt x="111" y="208"/>
                  </a:cubicBezTo>
                  <a:cubicBezTo>
                    <a:pt x="125" y="208"/>
                    <a:pt x="139" y="204"/>
                    <a:pt x="153" y="194"/>
                  </a:cubicBezTo>
                  <a:cubicBezTo>
                    <a:pt x="207" y="178"/>
                    <a:pt x="240" y="124"/>
                    <a:pt x="223" y="75"/>
                  </a:cubicBezTo>
                  <a:cubicBezTo>
                    <a:pt x="209" y="31"/>
                    <a:pt x="159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31"/>
            <p:cNvSpPr/>
            <p:nvPr/>
          </p:nvSpPr>
          <p:spPr>
            <a:xfrm>
              <a:off x="4331450" y="3209850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96" y="0"/>
                  </a:moveTo>
                  <a:cubicBezTo>
                    <a:pt x="64" y="0"/>
                    <a:pt x="35" y="13"/>
                    <a:pt x="17" y="43"/>
                  </a:cubicBezTo>
                  <a:cubicBezTo>
                    <a:pt x="1" y="59"/>
                    <a:pt x="1" y="76"/>
                    <a:pt x="1" y="109"/>
                  </a:cubicBezTo>
                  <a:lnTo>
                    <a:pt x="1" y="129"/>
                  </a:lnTo>
                  <a:cubicBezTo>
                    <a:pt x="17" y="146"/>
                    <a:pt x="17" y="162"/>
                    <a:pt x="34" y="179"/>
                  </a:cubicBezTo>
                  <a:cubicBezTo>
                    <a:pt x="58" y="193"/>
                    <a:pt x="84" y="202"/>
                    <a:pt x="110" y="202"/>
                  </a:cubicBezTo>
                  <a:cubicBezTo>
                    <a:pt x="141" y="202"/>
                    <a:pt x="170" y="189"/>
                    <a:pt x="190" y="162"/>
                  </a:cubicBezTo>
                  <a:cubicBezTo>
                    <a:pt x="223" y="109"/>
                    <a:pt x="223" y="59"/>
                    <a:pt x="174" y="26"/>
                  </a:cubicBezTo>
                  <a:cubicBezTo>
                    <a:pt x="149" y="9"/>
                    <a:pt x="122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31"/>
            <p:cNvSpPr/>
            <p:nvPr/>
          </p:nvSpPr>
          <p:spPr>
            <a:xfrm>
              <a:off x="4357225" y="3212875"/>
              <a:ext cx="5575" cy="5075"/>
            </a:xfrm>
            <a:custGeom>
              <a:avLst/>
              <a:gdLst/>
              <a:ahLst/>
              <a:cxnLst/>
              <a:rect l="l" t="t" r="r" b="b"/>
              <a:pathLst>
                <a:path w="223" h="203" extrusionOk="0">
                  <a:moveTo>
                    <a:pt x="112" y="0"/>
                  </a:moveTo>
                  <a:cubicBezTo>
                    <a:pt x="98" y="0"/>
                    <a:pt x="83" y="3"/>
                    <a:pt x="70" y="8"/>
                  </a:cubicBezTo>
                  <a:cubicBezTo>
                    <a:pt x="17" y="25"/>
                    <a:pt x="0" y="74"/>
                    <a:pt x="17" y="144"/>
                  </a:cubicBezTo>
                  <a:cubicBezTo>
                    <a:pt x="17" y="144"/>
                    <a:pt x="33" y="161"/>
                    <a:pt x="33" y="177"/>
                  </a:cubicBezTo>
                  <a:cubicBezTo>
                    <a:pt x="59" y="189"/>
                    <a:pt x="83" y="202"/>
                    <a:pt x="112" y="202"/>
                  </a:cubicBezTo>
                  <a:cubicBezTo>
                    <a:pt x="125" y="202"/>
                    <a:pt x="138" y="200"/>
                    <a:pt x="153" y="194"/>
                  </a:cubicBezTo>
                  <a:cubicBezTo>
                    <a:pt x="190" y="177"/>
                    <a:pt x="206" y="144"/>
                    <a:pt x="206" y="111"/>
                  </a:cubicBezTo>
                  <a:cubicBezTo>
                    <a:pt x="223" y="91"/>
                    <a:pt x="206" y="74"/>
                    <a:pt x="206" y="58"/>
                  </a:cubicBezTo>
                  <a:cubicBezTo>
                    <a:pt x="194" y="21"/>
                    <a:pt x="153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31"/>
            <p:cNvSpPr/>
            <p:nvPr/>
          </p:nvSpPr>
          <p:spPr>
            <a:xfrm>
              <a:off x="4383825" y="3127525"/>
              <a:ext cx="2600" cy="5175"/>
            </a:xfrm>
            <a:custGeom>
              <a:avLst/>
              <a:gdLst/>
              <a:ahLst/>
              <a:cxnLst/>
              <a:rect l="l" t="t" r="r" b="b"/>
              <a:pathLst>
                <a:path w="104" h="207" extrusionOk="0">
                  <a:moveTo>
                    <a:pt x="70" y="0"/>
                  </a:moveTo>
                  <a:cubicBezTo>
                    <a:pt x="54" y="21"/>
                    <a:pt x="37" y="37"/>
                    <a:pt x="17" y="54"/>
                  </a:cubicBezTo>
                  <a:cubicBezTo>
                    <a:pt x="0" y="70"/>
                    <a:pt x="0" y="103"/>
                    <a:pt x="17" y="140"/>
                  </a:cubicBezTo>
                  <a:cubicBezTo>
                    <a:pt x="17" y="173"/>
                    <a:pt x="70" y="206"/>
                    <a:pt x="103" y="206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31"/>
            <p:cNvSpPr/>
            <p:nvPr/>
          </p:nvSpPr>
          <p:spPr>
            <a:xfrm>
              <a:off x="4200450" y="3262450"/>
              <a:ext cx="5175" cy="2175"/>
            </a:xfrm>
            <a:custGeom>
              <a:avLst/>
              <a:gdLst/>
              <a:ahLst/>
              <a:cxnLst/>
              <a:rect l="l" t="t" r="r" b="b"/>
              <a:pathLst>
                <a:path w="207" h="87" extrusionOk="0">
                  <a:moveTo>
                    <a:pt x="120" y="0"/>
                  </a:moveTo>
                  <a:cubicBezTo>
                    <a:pt x="70" y="0"/>
                    <a:pt x="33" y="17"/>
                    <a:pt x="0" y="50"/>
                  </a:cubicBezTo>
                  <a:cubicBezTo>
                    <a:pt x="70" y="66"/>
                    <a:pt x="136" y="87"/>
                    <a:pt x="207" y="87"/>
                  </a:cubicBezTo>
                  <a:cubicBezTo>
                    <a:pt x="207" y="87"/>
                    <a:pt x="190" y="66"/>
                    <a:pt x="190" y="50"/>
                  </a:cubicBezTo>
                  <a:cubicBezTo>
                    <a:pt x="174" y="33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31"/>
            <p:cNvSpPr/>
            <p:nvPr/>
          </p:nvSpPr>
          <p:spPr>
            <a:xfrm>
              <a:off x="4086250" y="3216875"/>
              <a:ext cx="1675" cy="1775"/>
            </a:xfrm>
            <a:custGeom>
              <a:avLst/>
              <a:gdLst/>
              <a:ahLst/>
              <a:cxnLst/>
              <a:rect l="l" t="t" r="r" b="b"/>
              <a:pathLst>
                <a:path w="67" h="71" extrusionOk="0">
                  <a:moveTo>
                    <a:pt x="0" y="1"/>
                  </a:moveTo>
                  <a:lnTo>
                    <a:pt x="0" y="1"/>
                  </a:lnTo>
                  <a:cubicBezTo>
                    <a:pt x="17" y="34"/>
                    <a:pt x="50" y="54"/>
                    <a:pt x="66" y="71"/>
                  </a:cubicBezTo>
                  <a:cubicBezTo>
                    <a:pt x="66" y="54"/>
                    <a:pt x="50" y="34"/>
                    <a:pt x="50" y="34"/>
                  </a:cubicBezTo>
                  <a:cubicBezTo>
                    <a:pt x="33" y="17"/>
                    <a:pt x="17" y="1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31"/>
            <p:cNvSpPr/>
            <p:nvPr/>
          </p:nvSpPr>
          <p:spPr>
            <a:xfrm>
              <a:off x="4222400" y="3265425"/>
              <a:ext cx="5175" cy="2600"/>
            </a:xfrm>
            <a:custGeom>
              <a:avLst/>
              <a:gdLst/>
              <a:ahLst/>
              <a:cxnLst/>
              <a:rect l="l" t="t" r="r" b="b"/>
              <a:pathLst>
                <a:path w="207" h="104" extrusionOk="0">
                  <a:moveTo>
                    <a:pt x="120" y="1"/>
                  </a:moveTo>
                  <a:cubicBezTo>
                    <a:pt x="104" y="1"/>
                    <a:pt x="83" y="1"/>
                    <a:pt x="67" y="17"/>
                  </a:cubicBezTo>
                  <a:cubicBezTo>
                    <a:pt x="34" y="17"/>
                    <a:pt x="17" y="50"/>
                    <a:pt x="1" y="71"/>
                  </a:cubicBezTo>
                  <a:cubicBezTo>
                    <a:pt x="67" y="87"/>
                    <a:pt x="137" y="87"/>
                    <a:pt x="207" y="104"/>
                  </a:cubicBezTo>
                  <a:lnTo>
                    <a:pt x="207" y="71"/>
                  </a:lnTo>
                  <a:cubicBezTo>
                    <a:pt x="186" y="34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31"/>
            <p:cNvSpPr/>
            <p:nvPr/>
          </p:nvSpPr>
          <p:spPr>
            <a:xfrm>
              <a:off x="4139950" y="3245075"/>
              <a:ext cx="4250" cy="2350"/>
            </a:xfrm>
            <a:custGeom>
              <a:avLst/>
              <a:gdLst/>
              <a:ahLst/>
              <a:cxnLst/>
              <a:rect l="l" t="t" r="r" b="b"/>
              <a:pathLst>
                <a:path w="170" h="94" extrusionOk="0">
                  <a:moveTo>
                    <a:pt x="63" y="0"/>
                  </a:moveTo>
                  <a:cubicBezTo>
                    <a:pt x="48" y="0"/>
                    <a:pt x="33" y="2"/>
                    <a:pt x="17" y="7"/>
                  </a:cubicBezTo>
                  <a:lnTo>
                    <a:pt x="0" y="23"/>
                  </a:lnTo>
                  <a:cubicBezTo>
                    <a:pt x="17" y="40"/>
                    <a:pt x="50" y="40"/>
                    <a:pt x="83" y="60"/>
                  </a:cubicBezTo>
                  <a:cubicBezTo>
                    <a:pt x="120" y="77"/>
                    <a:pt x="136" y="77"/>
                    <a:pt x="169" y="93"/>
                  </a:cubicBezTo>
                  <a:cubicBezTo>
                    <a:pt x="169" y="77"/>
                    <a:pt x="169" y="77"/>
                    <a:pt x="153" y="60"/>
                  </a:cubicBezTo>
                  <a:cubicBezTo>
                    <a:pt x="140" y="20"/>
                    <a:pt x="107" y="0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2442;p31"/>
            <p:cNvSpPr/>
            <p:nvPr/>
          </p:nvSpPr>
          <p:spPr>
            <a:xfrm>
              <a:off x="4299200" y="3262275"/>
              <a:ext cx="5175" cy="4925"/>
            </a:xfrm>
            <a:custGeom>
              <a:avLst/>
              <a:gdLst/>
              <a:ahLst/>
              <a:cxnLst/>
              <a:rect l="l" t="t" r="r" b="b"/>
              <a:pathLst>
                <a:path w="207" h="197" extrusionOk="0">
                  <a:moveTo>
                    <a:pt x="105" y="1"/>
                  </a:moveTo>
                  <a:cubicBezTo>
                    <a:pt x="76" y="1"/>
                    <a:pt x="48" y="13"/>
                    <a:pt x="21" y="40"/>
                  </a:cubicBezTo>
                  <a:cubicBezTo>
                    <a:pt x="0" y="57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0"/>
                    <a:pt x="21" y="176"/>
                    <a:pt x="37" y="176"/>
                  </a:cubicBezTo>
                  <a:lnTo>
                    <a:pt x="54" y="197"/>
                  </a:lnTo>
                  <a:lnTo>
                    <a:pt x="173" y="197"/>
                  </a:lnTo>
                  <a:cubicBezTo>
                    <a:pt x="173" y="176"/>
                    <a:pt x="190" y="176"/>
                    <a:pt x="190" y="176"/>
                  </a:cubicBezTo>
                  <a:cubicBezTo>
                    <a:pt x="206" y="143"/>
                    <a:pt x="206" y="127"/>
                    <a:pt x="206" y="94"/>
                  </a:cubicBezTo>
                  <a:cubicBezTo>
                    <a:pt x="206" y="73"/>
                    <a:pt x="190" y="40"/>
                    <a:pt x="173" y="24"/>
                  </a:cubicBezTo>
                  <a:cubicBezTo>
                    <a:pt x="151" y="9"/>
                    <a:pt x="128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31"/>
            <p:cNvSpPr/>
            <p:nvPr/>
          </p:nvSpPr>
          <p:spPr>
            <a:xfrm>
              <a:off x="4247250" y="3268250"/>
              <a:ext cx="3925" cy="1025"/>
            </a:xfrm>
            <a:custGeom>
              <a:avLst/>
              <a:gdLst/>
              <a:ahLst/>
              <a:cxnLst/>
              <a:rect l="l" t="t" r="r" b="b"/>
              <a:pathLst>
                <a:path w="157" h="41" extrusionOk="0">
                  <a:moveTo>
                    <a:pt x="77" y="1"/>
                  </a:moveTo>
                  <a:cubicBezTo>
                    <a:pt x="64" y="1"/>
                    <a:pt x="51" y="3"/>
                    <a:pt x="37" y="7"/>
                  </a:cubicBezTo>
                  <a:cubicBezTo>
                    <a:pt x="37" y="24"/>
                    <a:pt x="17" y="24"/>
                    <a:pt x="0" y="40"/>
                  </a:cubicBezTo>
                  <a:lnTo>
                    <a:pt x="157" y="40"/>
                  </a:lnTo>
                  <a:cubicBezTo>
                    <a:pt x="145" y="16"/>
                    <a:pt x="113" y="1"/>
                    <a:pt x="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31"/>
            <p:cNvSpPr/>
            <p:nvPr/>
          </p:nvSpPr>
          <p:spPr>
            <a:xfrm>
              <a:off x="4382175" y="3204400"/>
              <a:ext cx="4250" cy="5100"/>
            </a:xfrm>
            <a:custGeom>
              <a:avLst/>
              <a:gdLst/>
              <a:ahLst/>
              <a:cxnLst/>
              <a:rect l="l" t="t" r="r" b="b"/>
              <a:pathLst>
                <a:path w="170" h="204" extrusionOk="0">
                  <a:moveTo>
                    <a:pt x="83" y="1"/>
                  </a:moveTo>
                  <a:cubicBezTo>
                    <a:pt x="33" y="17"/>
                    <a:pt x="0" y="87"/>
                    <a:pt x="33" y="141"/>
                  </a:cubicBezTo>
                  <a:cubicBezTo>
                    <a:pt x="45" y="177"/>
                    <a:pt x="76" y="204"/>
                    <a:pt x="117" y="204"/>
                  </a:cubicBezTo>
                  <a:cubicBezTo>
                    <a:pt x="133" y="204"/>
                    <a:pt x="151" y="200"/>
                    <a:pt x="169" y="191"/>
                  </a:cubicBezTo>
                  <a:lnTo>
                    <a:pt x="1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2445;p31"/>
            <p:cNvSpPr/>
            <p:nvPr/>
          </p:nvSpPr>
          <p:spPr>
            <a:xfrm>
              <a:off x="4276925" y="3256350"/>
              <a:ext cx="5175" cy="5425"/>
            </a:xfrm>
            <a:custGeom>
              <a:avLst/>
              <a:gdLst/>
              <a:ahLst/>
              <a:cxnLst/>
              <a:rect l="l" t="t" r="r" b="b"/>
              <a:pathLst>
                <a:path w="207" h="217" extrusionOk="0">
                  <a:moveTo>
                    <a:pt x="87" y="1"/>
                  </a:moveTo>
                  <a:cubicBezTo>
                    <a:pt x="67" y="1"/>
                    <a:pt x="34" y="21"/>
                    <a:pt x="17" y="38"/>
                  </a:cubicBezTo>
                  <a:cubicBezTo>
                    <a:pt x="1" y="71"/>
                    <a:pt x="1" y="87"/>
                    <a:pt x="1" y="124"/>
                  </a:cubicBezTo>
                  <a:lnTo>
                    <a:pt x="1" y="141"/>
                  </a:lnTo>
                  <a:cubicBezTo>
                    <a:pt x="17" y="157"/>
                    <a:pt x="17" y="174"/>
                    <a:pt x="34" y="190"/>
                  </a:cubicBezTo>
                  <a:cubicBezTo>
                    <a:pt x="58" y="207"/>
                    <a:pt x="81" y="217"/>
                    <a:pt x="105" y="217"/>
                  </a:cubicBezTo>
                  <a:cubicBezTo>
                    <a:pt x="133" y="217"/>
                    <a:pt x="161" y="203"/>
                    <a:pt x="190" y="174"/>
                  </a:cubicBezTo>
                  <a:cubicBezTo>
                    <a:pt x="207" y="157"/>
                    <a:pt x="207" y="124"/>
                    <a:pt x="207" y="104"/>
                  </a:cubicBezTo>
                  <a:cubicBezTo>
                    <a:pt x="207" y="71"/>
                    <a:pt x="190" y="54"/>
                    <a:pt x="170" y="38"/>
                  </a:cubicBezTo>
                  <a:cubicBezTo>
                    <a:pt x="137" y="2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2446;p31"/>
            <p:cNvSpPr/>
            <p:nvPr/>
          </p:nvSpPr>
          <p:spPr>
            <a:xfrm>
              <a:off x="4376500" y="31807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7" y="0"/>
                  </a:moveTo>
                  <a:cubicBezTo>
                    <a:pt x="59" y="0"/>
                    <a:pt x="34" y="28"/>
                    <a:pt x="21" y="58"/>
                  </a:cubicBezTo>
                  <a:cubicBezTo>
                    <a:pt x="0" y="75"/>
                    <a:pt x="0" y="75"/>
                    <a:pt x="0" y="91"/>
                  </a:cubicBezTo>
                  <a:lnTo>
                    <a:pt x="0" y="141"/>
                  </a:lnTo>
                  <a:cubicBezTo>
                    <a:pt x="21" y="161"/>
                    <a:pt x="37" y="178"/>
                    <a:pt x="70" y="194"/>
                  </a:cubicBezTo>
                  <a:cubicBezTo>
                    <a:pt x="70" y="194"/>
                    <a:pt x="87" y="194"/>
                    <a:pt x="87" y="211"/>
                  </a:cubicBezTo>
                  <a:cubicBezTo>
                    <a:pt x="157" y="211"/>
                    <a:pt x="206" y="178"/>
                    <a:pt x="206" y="108"/>
                  </a:cubicBezTo>
                  <a:cubicBezTo>
                    <a:pt x="206" y="91"/>
                    <a:pt x="206" y="58"/>
                    <a:pt x="190" y="38"/>
                  </a:cubicBezTo>
                  <a:cubicBezTo>
                    <a:pt x="173" y="21"/>
                    <a:pt x="157" y="5"/>
                    <a:pt x="124" y="5"/>
                  </a:cubicBezTo>
                  <a:cubicBezTo>
                    <a:pt x="114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31"/>
            <p:cNvSpPr/>
            <p:nvPr/>
          </p:nvSpPr>
          <p:spPr>
            <a:xfrm>
              <a:off x="4372675" y="3195275"/>
              <a:ext cx="5175" cy="4925"/>
            </a:xfrm>
            <a:custGeom>
              <a:avLst/>
              <a:gdLst/>
              <a:ahLst/>
              <a:cxnLst/>
              <a:rect l="l" t="t" r="r" b="b"/>
              <a:pathLst>
                <a:path w="207" h="197" extrusionOk="0">
                  <a:moveTo>
                    <a:pt x="97" y="1"/>
                  </a:moveTo>
                  <a:cubicBezTo>
                    <a:pt x="65" y="1"/>
                    <a:pt x="35" y="13"/>
                    <a:pt x="17" y="40"/>
                  </a:cubicBezTo>
                  <a:cubicBezTo>
                    <a:pt x="1" y="57"/>
                    <a:pt x="1" y="73"/>
                    <a:pt x="1" y="110"/>
                  </a:cubicBezTo>
                  <a:lnTo>
                    <a:pt x="1" y="127"/>
                  </a:lnTo>
                  <a:cubicBezTo>
                    <a:pt x="17" y="143"/>
                    <a:pt x="17" y="160"/>
                    <a:pt x="34" y="176"/>
                  </a:cubicBezTo>
                  <a:cubicBezTo>
                    <a:pt x="50" y="197"/>
                    <a:pt x="87" y="197"/>
                    <a:pt x="120" y="197"/>
                  </a:cubicBezTo>
                  <a:cubicBezTo>
                    <a:pt x="137" y="197"/>
                    <a:pt x="174" y="176"/>
                    <a:pt x="190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90" y="40"/>
                    <a:pt x="174" y="24"/>
                  </a:cubicBezTo>
                  <a:cubicBezTo>
                    <a:pt x="150" y="9"/>
                    <a:pt x="122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31"/>
            <p:cNvSpPr/>
            <p:nvPr/>
          </p:nvSpPr>
          <p:spPr>
            <a:xfrm>
              <a:off x="4205200" y="321605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36" y="1"/>
                  </a:moveTo>
                  <a:cubicBezTo>
                    <a:pt x="103" y="1"/>
                    <a:pt x="70" y="17"/>
                    <a:pt x="33" y="34"/>
                  </a:cubicBezTo>
                  <a:cubicBezTo>
                    <a:pt x="17" y="50"/>
                    <a:pt x="17" y="67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33" y="170"/>
                    <a:pt x="50" y="207"/>
                    <a:pt x="103" y="207"/>
                  </a:cubicBezTo>
                  <a:cubicBezTo>
                    <a:pt x="153" y="207"/>
                    <a:pt x="206" y="170"/>
                    <a:pt x="223" y="120"/>
                  </a:cubicBezTo>
                  <a:cubicBezTo>
                    <a:pt x="223" y="104"/>
                    <a:pt x="223" y="67"/>
                    <a:pt x="206" y="50"/>
                  </a:cubicBezTo>
                  <a:cubicBezTo>
                    <a:pt x="190" y="17"/>
                    <a:pt x="153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31"/>
            <p:cNvSpPr/>
            <p:nvPr/>
          </p:nvSpPr>
          <p:spPr>
            <a:xfrm>
              <a:off x="4368775" y="3222775"/>
              <a:ext cx="5675" cy="5250"/>
            </a:xfrm>
            <a:custGeom>
              <a:avLst/>
              <a:gdLst/>
              <a:ahLst/>
              <a:cxnLst/>
              <a:rect l="l" t="t" r="r" b="b"/>
              <a:pathLst>
                <a:path w="227" h="210" extrusionOk="0">
                  <a:moveTo>
                    <a:pt x="115" y="1"/>
                  </a:moveTo>
                  <a:cubicBezTo>
                    <a:pt x="58" y="1"/>
                    <a:pt x="21" y="47"/>
                    <a:pt x="21" y="90"/>
                  </a:cubicBezTo>
                  <a:cubicBezTo>
                    <a:pt x="0" y="107"/>
                    <a:pt x="21" y="128"/>
                    <a:pt x="21" y="144"/>
                  </a:cubicBezTo>
                  <a:cubicBezTo>
                    <a:pt x="37" y="177"/>
                    <a:pt x="54" y="210"/>
                    <a:pt x="103" y="210"/>
                  </a:cubicBezTo>
                  <a:cubicBezTo>
                    <a:pt x="157" y="210"/>
                    <a:pt x="206" y="177"/>
                    <a:pt x="227" y="128"/>
                  </a:cubicBezTo>
                  <a:cubicBezTo>
                    <a:pt x="227" y="90"/>
                    <a:pt x="227" y="74"/>
                    <a:pt x="206" y="41"/>
                  </a:cubicBezTo>
                  <a:cubicBezTo>
                    <a:pt x="190" y="24"/>
                    <a:pt x="157" y="4"/>
                    <a:pt x="140" y="4"/>
                  </a:cubicBezTo>
                  <a:cubicBezTo>
                    <a:pt x="131" y="2"/>
                    <a:pt x="123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31"/>
            <p:cNvSpPr/>
            <p:nvPr/>
          </p:nvSpPr>
          <p:spPr>
            <a:xfrm>
              <a:off x="4364125" y="31709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67" y="1"/>
                    <a:pt x="17" y="38"/>
                    <a:pt x="1" y="88"/>
                  </a:cubicBezTo>
                  <a:cubicBezTo>
                    <a:pt x="1" y="104"/>
                    <a:pt x="1" y="120"/>
                    <a:pt x="17" y="141"/>
                  </a:cubicBezTo>
                  <a:lnTo>
                    <a:pt x="17" y="174"/>
                  </a:lnTo>
                  <a:cubicBezTo>
                    <a:pt x="34" y="191"/>
                    <a:pt x="67" y="207"/>
                    <a:pt x="83" y="207"/>
                  </a:cubicBezTo>
                  <a:cubicBezTo>
                    <a:pt x="92" y="209"/>
                    <a:pt x="101" y="210"/>
                    <a:pt x="110" y="210"/>
                  </a:cubicBezTo>
                  <a:cubicBezTo>
                    <a:pt x="166" y="210"/>
                    <a:pt x="207" y="167"/>
                    <a:pt x="207" y="120"/>
                  </a:cubicBezTo>
                  <a:cubicBezTo>
                    <a:pt x="223" y="104"/>
                    <a:pt x="207" y="71"/>
                    <a:pt x="186" y="55"/>
                  </a:cubicBezTo>
                  <a:cubicBezTo>
                    <a:pt x="170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31"/>
            <p:cNvSpPr/>
            <p:nvPr/>
          </p:nvSpPr>
          <p:spPr>
            <a:xfrm>
              <a:off x="4378650" y="3153175"/>
              <a:ext cx="6125" cy="5425"/>
            </a:xfrm>
            <a:custGeom>
              <a:avLst/>
              <a:gdLst/>
              <a:ahLst/>
              <a:cxnLst/>
              <a:rect l="l" t="t" r="r" b="b"/>
              <a:pathLst>
                <a:path w="245" h="217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8" y="42"/>
                    <a:pt x="1" y="91"/>
                    <a:pt x="38" y="145"/>
                  </a:cubicBezTo>
                  <a:cubicBezTo>
                    <a:pt x="51" y="185"/>
                    <a:pt x="86" y="217"/>
                    <a:pt x="127" y="217"/>
                  </a:cubicBezTo>
                  <a:cubicBezTo>
                    <a:pt x="137" y="217"/>
                    <a:pt x="147" y="215"/>
                    <a:pt x="158" y="211"/>
                  </a:cubicBezTo>
                  <a:cubicBezTo>
                    <a:pt x="224" y="178"/>
                    <a:pt x="244" y="129"/>
                    <a:pt x="224" y="75"/>
                  </a:cubicBezTo>
                  <a:cubicBezTo>
                    <a:pt x="210" y="34"/>
                    <a:pt x="161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31"/>
            <p:cNvSpPr/>
            <p:nvPr/>
          </p:nvSpPr>
          <p:spPr>
            <a:xfrm>
              <a:off x="4379575" y="3139050"/>
              <a:ext cx="6025" cy="5200"/>
            </a:xfrm>
            <a:custGeom>
              <a:avLst/>
              <a:gdLst/>
              <a:ahLst/>
              <a:cxnLst/>
              <a:rect l="l" t="t" r="r" b="b"/>
              <a:pathLst>
                <a:path w="241" h="208" extrusionOk="0">
                  <a:moveTo>
                    <a:pt x="111" y="1"/>
                  </a:moveTo>
                  <a:cubicBezTo>
                    <a:pt x="102" y="1"/>
                    <a:pt x="93" y="2"/>
                    <a:pt x="83" y="5"/>
                  </a:cubicBezTo>
                  <a:cubicBezTo>
                    <a:pt x="34" y="22"/>
                    <a:pt x="1" y="92"/>
                    <a:pt x="17" y="141"/>
                  </a:cubicBezTo>
                  <a:cubicBezTo>
                    <a:pt x="41" y="180"/>
                    <a:pt x="76" y="208"/>
                    <a:pt x="112" y="208"/>
                  </a:cubicBezTo>
                  <a:cubicBezTo>
                    <a:pt x="126" y="208"/>
                    <a:pt x="140" y="204"/>
                    <a:pt x="154" y="195"/>
                  </a:cubicBezTo>
                  <a:cubicBezTo>
                    <a:pt x="207" y="178"/>
                    <a:pt x="240" y="125"/>
                    <a:pt x="224" y="75"/>
                  </a:cubicBezTo>
                  <a:cubicBezTo>
                    <a:pt x="193" y="31"/>
                    <a:pt x="154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31"/>
            <p:cNvSpPr/>
            <p:nvPr/>
          </p:nvSpPr>
          <p:spPr>
            <a:xfrm>
              <a:off x="4377000" y="3166150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05" y="1"/>
                  </a:moveTo>
                  <a:cubicBezTo>
                    <a:pt x="71" y="1"/>
                    <a:pt x="37" y="16"/>
                    <a:pt x="17" y="38"/>
                  </a:cubicBezTo>
                  <a:cubicBezTo>
                    <a:pt x="1" y="71"/>
                    <a:pt x="1" y="88"/>
                    <a:pt x="1" y="125"/>
                  </a:cubicBezTo>
                  <a:lnTo>
                    <a:pt x="1" y="141"/>
                  </a:lnTo>
                  <a:cubicBezTo>
                    <a:pt x="17" y="158"/>
                    <a:pt x="17" y="174"/>
                    <a:pt x="34" y="191"/>
                  </a:cubicBezTo>
                  <a:cubicBezTo>
                    <a:pt x="53" y="205"/>
                    <a:pt x="74" y="211"/>
                    <a:pt x="96" y="211"/>
                  </a:cubicBezTo>
                  <a:cubicBezTo>
                    <a:pt x="131" y="211"/>
                    <a:pt x="166" y="195"/>
                    <a:pt x="186" y="174"/>
                  </a:cubicBezTo>
                  <a:cubicBezTo>
                    <a:pt x="207" y="158"/>
                    <a:pt x="207" y="125"/>
                    <a:pt x="207" y="88"/>
                  </a:cubicBezTo>
                  <a:cubicBezTo>
                    <a:pt x="207" y="71"/>
                    <a:pt x="186" y="38"/>
                    <a:pt x="170" y="22"/>
                  </a:cubicBezTo>
                  <a:cubicBezTo>
                    <a:pt x="150" y="7"/>
                    <a:pt x="128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31"/>
            <p:cNvSpPr/>
            <p:nvPr/>
          </p:nvSpPr>
          <p:spPr>
            <a:xfrm>
              <a:off x="4362375" y="31851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37" y="1"/>
                  </a:moveTo>
                  <a:cubicBezTo>
                    <a:pt x="104" y="1"/>
                    <a:pt x="71" y="1"/>
                    <a:pt x="50" y="17"/>
                  </a:cubicBezTo>
                  <a:cubicBezTo>
                    <a:pt x="33" y="34"/>
                    <a:pt x="17" y="50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17" y="137"/>
                    <a:pt x="17" y="153"/>
                    <a:pt x="33" y="153"/>
                  </a:cubicBezTo>
                  <a:cubicBezTo>
                    <a:pt x="50" y="191"/>
                    <a:pt x="71" y="191"/>
                    <a:pt x="104" y="207"/>
                  </a:cubicBezTo>
                  <a:cubicBezTo>
                    <a:pt x="153" y="207"/>
                    <a:pt x="207" y="170"/>
                    <a:pt x="223" y="120"/>
                  </a:cubicBezTo>
                  <a:cubicBezTo>
                    <a:pt x="223" y="87"/>
                    <a:pt x="223" y="50"/>
                    <a:pt x="207" y="34"/>
                  </a:cubicBezTo>
                  <a:cubicBezTo>
                    <a:pt x="190" y="17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31"/>
            <p:cNvSpPr/>
            <p:nvPr/>
          </p:nvSpPr>
          <p:spPr>
            <a:xfrm>
              <a:off x="4370925" y="32073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4" y="0"/>
                  </a:moveTo>
                  <a:cubicBezTo>
                    <a:pt x="105" y="0"/>
                    <a:pt x="96" y="2"/>
                    <a:pt x="87" y="4"/>
                  </a:cubicBezTo>
                  <a:cubicBezTo>
                    <a:pt x="38" y="42"/>
                    <a:pt x="1" y="91"/>
                    <a:pt x="38" y="145"/>
                  </a:cubicBezTo>
                  <a:cubicBezTo>
                    <a:pt x="38" y="161"/>
                    <a:pt x="38" y="178"/>
                    <a:pt x="54" y="178"/>
                  </a:cubicBezTo>
                  <a:cubicBezTo>
                    <a:pt x="87" y="211"/>
                    <a:pt x="120" y="211"/>
                    <a:pt x="157" y="211"/>
                  </a:cubicBezTo>
                  <a:cubicBezTo>
                    <a:pt x="207" y="194"/>
                    <a:pt x="223" y="161"/>
                    <a:pt x="223" y="108"/>
                  </a:cubicBezTo>
                  <a:lnTo>
                    <a:pt x="223" y="75"/>
                  </a:lnTo>
                  <a:cubicBezTo>
                    <a:pt x="210" y="33"/>
                    <a:pt x="161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31"/>
            <p:cNvSpPr/>
            <p:nvPr/>
          </p:nvSpPr>
          <p:spPr>
            <a:xfrm>
              <a:off x="4236100" y="3258825"/>
              <a:ext cx="5600" cy="5150"/>
            </a:xfrm>
            <a:custGeom>
              <a:avLst/>
              <a:gdLst/>
              <a:ahLst/>
              <a:cxnLst/>
              <a:rect l="l" t="t" r="r" b="b"/>
              <a:pathLst>
                <a:path w="224" h="206" extrusionOk="0">
                  <a:moveTo>
                    <a:pt x="112" y="1"/>
                  </a:moveTo>
                  <a:cubicBezTo>
                    <a:pt x="104" y="1"/>
                    <a:pt x="96" y="2"/>
                    <a:pt x="87" y="5"/>
                  </a:cubicBezTo>
                  <a:cubicBezTo>
                    <a:pt x="34" y="25"/>
                    <a:pt x="1" y="91"/>
                    <a:pt x="17" y="145"/>
                  </a:cubicBezTo>
                  <a:cubicBezTo>
                    <a:pt x="34" y="162"/>
                    <a:pt x="34" y="178"/>
                    <a:pt x="50" y="178"/>
                  </a:cubicBezTo>
                  <a:cubicBezTo>
                    <a:pt x="72" y="197"/>
                    <a:pt x="92" y="205"/>
                    <a:pt x="112" y="205"/>
                  </a:cubicBezTo>
                  <a:cubicBezTo>
                    <a:pt x="126" y="205"/>
                    <a:pt x="140" y="201"/>
                    <a:pt x="153" y="195"/>
                  </a:cubicBezTo>
                  <a:cubicBezTo>
                    <a:pt x="191" y="195"/>
                    <a:pt x="224" y="162"/>
                    <a:pt x="224" y="108"/>
                  </a:cubicBezTo>
                  <a:lnTo>
                    <a:pt x="224" y="75"/>
                  </a:lnTo>
                  <a:cubicBezTo>
                    <a:pt x="196" y="34"/>
                    <a:pt x="154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31"/>
            <p:cNvSpPr/>
            <p:nvPr/>
          </p:nvSpPr>
          <p:spPr>
            <a:xfrm>
              <a:off x="4240850" y="3227925"/>
              <a:ext cx="6000" cy="5400"/>
            </a:xfrm>
            <a:custGeom>
              <a:avLst/>
              <a:gdLst/>
              <a:ahLst/>
              <a:cxnLst/>
              <a:rect l="l" t="t" r="r" b="b"/>
              <a:pathLst>
                <a:path w="240" h="216" extrusionOk="0">
                  <a:moveTo>
                    <a:pt x="113" y="0"/>
                  </a:moveTo>
                  <a:cubicBezTo>
                    <a:pt x="104" y="0"/>
                    <a:pt x="95" y="1"/>
                    <a:pt x="87" y="4"/>
                  </a:cubicBezTo>
                  <a:cubicBezTo>
                    <a:pt x="34" y="41"/>
                    <a:pt x="1" y="91"/>
                    <a:pt x="34" y="144"/>
                  </a:cubicBezTo>
                  <a:cubicBezTo>
                    <a:pt x="47" y="184"/>
                    <a:pt x="84" y="216"/>
                    <a:pt x="133" y="216"/>
                  </a:cubicBezTo>
                  <a:cubicBezTo>
                    <a:pt x="145" y="216"/>
                    <a:pt x="157" y="214"/>
                    <a:pt x="170" y="210"/>
                  </a:cubicBezTo>
                  <a:cubicBezTo>
                    <a:pt x="223" y="177"/>
                    <a:pt x="240" y="128"/>
                    <a:pt x="223" y="74"/>
                  </a:cubicBezTo>
                  <a:cubicBezTo>
                    <a:pt x="209" y="33"/>
                    <a:pt x="15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31"/>
            <p:cNvSpPr/>
            <p:nvPr/>
          </p:nvSpPr>
          <p:spPr>
            <a:xfrm>
              <a:off x="4239925" y="3246975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4" y="1"/>
                  </a:moveTo>
                  <a:cubicBezTo>
                    <a:pt x="71" y="1"/>
                    <a:pt x="21" y="34"/>
                    <a:pt x="21" y="87"/>
                  </a:cubicBezTo>
                  <a:cubicBezTo>
                    <a:pt x="0" y="104"/>
                    <a:pt x="0" y="120"/>
                    <a:pt x="21" y="137"/>
                  </a:cubicBezTo>
                  <a:cubicBezTo>
                    <a:pt x="21" y="153"/>
                    <a:pt x="21" y="153"/>
                    <a:pt x="38" y="153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57" y="207"/>
                    <a:pt x="207" y="170"/>
                    <a:pt x="227" y="120"/>
                  </a:cubicBezTo>
                  <a:cubicBezTo>
                    <a:pt x="227" y="87"/>
                    <a:pt x="207" y="67"/>
                    <a:pt x="190" y="34"/>
                  </a:cubicBezTo>
                  <a:cubicBezTo>
                    <a:pt x="190" y="17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31"/>
            <p:cNvSpPr/>
            <p:nvPr/>
          </p:nvSpPr>
          <p:spPr>
            <a:xfrm>
              <a:off x="4231375" y="3207525"/>
              <a:ext cx="6000" cy="5250"/>
            </a:xfrm>
            <a:custGeom>
              <a:avLst/>
              <a:gdLst/>
              <a:ahLst/>
              <a:cxnLst/>
              <a:rect l="l" t="t" r="r" b="b"/>
              <a:pathLst>
                <a:path w="240" h="210" extrusionOk="0">
                  <a:moveTo>
                    <a:pt x="123" y="1"/>
                  </a:moveTo>
                  <a:cubicBezTo>
                    <a:pt x="107" y="1"/>
                    <a:pt x="89" y="6"/>
                    <a:pt x="70" y="16"/>
                  </a:cubicBezTo>
                  <a:cubicBezTo>
                    <a:pt x="17" y="33"/>
                    <a:pt x="0" y="82"/>
                    <a:pt x="17" y="136"/>
                  </a:cubicBezTo>
                  <a:cubicBezTo>
                    <a:pt x="29" y="185"/>
                    <a:pt x="72" y="209"/>
                    <a:pt x="115" y="209"/>
                  </a:cubicBezTo>
                  <a:cubicBezTo>
                    <a:pt x="129" y="209"/>
                    <a:pt x="144" y="207"/>
                    <a:pt x="157" y="202"/>
                  </a:cubicBezTo>
                  <a:cubicBezTo>
                    <a:pt x="206" y="185"/>
                    <a:pt x="239" y="119"/>
                    <a:pt x="206" y="66"/>
                  </a:cubicBezTo>
                  <a:cubicBezTo>
                    <a:pt x="195" y="30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2460;p31"/>
            <p:cNvSpPr/>
            <p:nvPr/>
          </p:nvSpPr>
          <p:spPr>
            <a:xfrm>
              <a:off x="4250225" y="3256875"/>
              <a:ext cx="6100" cy="5275"/>
            </a:xfrm>
            <a:custGeom>
              <a:avLst/>
              <a:gdLst/>
              <a:ahLst/>
              <a:cxnLst/>
              <a:rect l="l" t="t" r="r" b="b"/>
              <a:pathLst>
                <a:path w="244" h="211" extrusionOk="0">
                  <a:moveTo>
                    <a:pt x="87" y="0"/>
                  </a:moveTo>
                  <a:cubicBezTo>
                    <a:pt x="54" y="17"/>
                    <a:pt x="38" y="33"/>
                    <a:pt x="38" y="50"/>
                  </a:cubicBezTo>
                  <a:cubicBezTo>
                    <a:pt x="21" y="83"/>
                    <a:pt x="1" y="120"/>
                    <a:pt x="21" y="136"/>
                  </a:cubicBezTo>
                  <a:cubicBezTo>
                    <a:pt x="35" y="178"/>
                    <a:pt x="83" y="211"/>
                    <a:pt x="130" y="211"/>
                  </a:cubicBezTo>
                  <a:cubicBezTo>
                    <a:pt x="139" y="211"/>
                    <a:pt x="149" y="209"/>
                    <a:pt x="157" y="207"/>
                  </a:cubicBezTo>
                  <a:cubicBezTo>
                    <a:pt x="207" y="186"/>
                    <a:pt x="244" y="120"/>
                    <a:pt x="228" y="66"/>
                  </a:cubicBezTo>
                  <a:cubicBezTo>
                    <a:pt x="207" y="33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31"/>
            <p:cNvSpPr/>
            <p:nvPr/>
          </p:nvSpPr>
          <p:spPr>
            <a:xfrm>
              <a:off x="4230550" y="323565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99" y="0"/>
                  </a:moveTo>
                  <a:cubicBezTo>
                    <a:pt x="89" y="0"/>
                    <a:pt x="78" y="2"/>
                    <a:pt x="66" y="4"/>
                  </a:cubicBezTo>
                  <a:cubicBezTo>
                    <a:pt x="17" y="25"/>
                    <a:pt x="0" y="91"/>
                    <a:pt x="17" y="144"/>
                  </a:cubicBezTo>
                  <a:cubicBezTo>
                    <a:pt x="29" y="180"/>
                    <a:pt x="68" y="209"/>
                    <a:pt x="107" y="209"/>
                  </a:cubicBezTo>
                  <a:cubicBezTo>
                    <a:pt x="123" y="209"/>
                    <a:pt x="139" y="204"/>
                    <a:pt x="153" y="194"/>
                  </a:cubicBezTo>
                  <a:cubicBezTo>
                    <a:pt x="206" y="177"/>
                    <a:pt x="239" y="128"/>
                    <a:pt x="206" y="74"/>
                  </a:cubicBezTo>
                  <a:cubicBezTo>
                    <a:pt x="193" y="33"/>
                    <a:pt x="153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31"/>
            <p:cNvSpPr/>
            <p:nvPr/>
          </p:nvSpPr>
          <p:spPr>
            <a:xfrm>
              <a:off x="4251150" y="3240325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11" y="1"/>
                  </a:moveTo>
                  <a:cubicBezTo>
                    <a:pt x="82" y="1"/>
                    <a:pt x="52" y="14"/>
                    <a:pt x="34" y="44"/>
                  </a:cubicBezTo>
                  <a:cubicBezTo>
                    <a:pt x="17" y="60"/>
                    <a:pt x="1" y="77"/>
                    <a:pt x="1" y="110"/>
                  </a:cubicBezTo>
                  <a:cubicBezTo>
                    <a:pt x="17" y="126"/>
                    <a:pt x="17" y="126"/>
                    <a:pt x="17" y="147"/>
                  </a:cubicBezTo>
                  <a:cubicBezTo>
                    <a:pt x="17" y="164"/>
                    <a:pt x="34" y="164"/>
                    <a:pt x="50" y="180"/>
                  </a:cubicBezTo>
                  <a:cubicBezTo>
                    <a:pt x="67" y="195"/>
                    <a:pt x="90" y="203"/>
                    <a:pt x="113" y="203"/>
                  </a:cubicBezTo>
                  <a:cubicBezTo>
                    <a:pt x="141" y="203"/>
                    <a:pt x="170" y="191"/>
                    <a:pt x="191" y="164"/>
                  </a:cubicBezTo>
                  <a:cubicBezTo>
                    <a:pt x="223" y="126"/>
                    <a:pt x="223" y="60"/>
                    <a:pt x="170" y="23"/>
                  </a:cubicBezTo>
                  <a:cubicBezTo>
                    <a:pt x="155" y="9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2463;p31"/>
            <p:cNvSpPr/>
            <p:nvPr/>
          </p:nvSpPr>
          <p:spPr>
            <a:xfrm>
              <a:off x="4243425" y="32146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03" y="1"/>
                  </a:moveTo>
                  <a:cubicBezTo>
                    <a:pt x="51" y="1"/>
                    <a:pt x="17" y="34"/>
                    <a:pt x="17" y="92"/>
                  </a:cubicBezTo>
                  <a:cubicBezTo>
                    <a:pt x="1" y="108"/>
                    <a:pt x="1" y="125"/>
                    <a:pt x="17" y="145"/>
                  </a:cubicBezTo>
                  <a:cubicBezTo>
                    <a:pt x="17" y="145"/>
                    <a:pt x="17" y="162"/>
                    <a:pt x="34" y="162"/>
                  </a:cubicBezTo>
                  <a:cubicBezTo>
                    <a:pt x="50" y="178"/>
                    <a:pt x="67" y="195"/>
                    <a:pt x="104" y="211"/>
                  </a:cubicBezTo>
                  <a:cubicBezTo>
                    <a:pt x="153" y="211"/>
                    <a:pt x="207" y="178"/>
                    <a:pt x="223" y="125"/>
                  </a:cubicBezTo>
                  <a:cubicBezTo>
                    <a:pt x="223" y="92"/>
                    <a:pt x="207" y="59"/>
                    <a:pt x="207" y="42"/>
                  </a:cubicBezTo>
                  <a:cubicBezTo>
                    <a:pt x="190" y="22"/>
                    <a:pt x="153" y="5"/>
                    <a:pt x="137" y="5"/>
                  </a:cubicBezTo>
                  <a:cubicBezTo>
                    <a:pt x="125" y="2"/>
                    <a:pt x="113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31"/>
            <p:cNvSpPr/>
            <p:nvPr/>
          </p:nvSpPr>
          <p:spPr>
            <a:xfrm>
              <a:off x="4247650" y="3201725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97" y="1"/>
                  </a:moveTo>
                  <a:cubicBezTo>
                    <a:pt x="55" y="1"/>
                    <a:pt x="18" y="33"/>
                    <a:pt x="1" y="91"/>
                  </a:cubicBezTo>
                  <a:lnTo>
                    <a:pt x="1" y="145"/>
                  </a:lnTo>
                  <a:cubicBezTo>
                    <a:pt x="21" y="145"/>
                    <a:pt x="21" y="161"/>
                    <a:pt x="21" y="161"/>
                  </a:cubicBezTo>
                  <a:cubicBezTo>
                    <a:pt x="38" y="178"/>
                    <a:pt x="71" y="194"/>
                    <a:pt x="87" y="211"/>
                  </a:cubicBezTo>
                  <a:cubicBezTo>
                    <a:pt x="124" y="211"/>
                    <a:pt x="141" y="194"/>
                    <a:pt x="174" y="178"/>
                  </a:cubicBezTo>
                  <a:cubicBezTo>
                    <a:pt x="190" y="178"/>
                    <a:pt x="207" y="145"/>
                    <a:pt x="207" y="124"/>
                  </a:cubicBezTo>
                  <a:cubicBezTo>
                    <a:pt x="227" y="58"/>
                    <a:pt x="174" y="5"/>
                    <a:pt x="124" y="5"/>
                  </a:cubicBezTo>
                  <a:cubicBezTo>
                    <a:pt x="115" y="2"/>
                    <a:pt x="106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31"/>
            <p:cNvSpPr/>
            <p:nvPr/>
          </p:nvSpPr>
          <p:spPr>
            <a:xfrm>
              <a:off x="4216325" y="32418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70" y="0"/>
                    <a:pt x="37" y="17"/>
                    <a:pt x="17" y="66"/>
                  </a:cubicBezTo>
                  <a:cubicBezTo>
                    <a:pt x="0" y="66"/>
                    <a:pt x="0" y="66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37" y="190"/>
                    <a:pt x="70" y="190"/>
                  </a:cubicBezTo>
                  <a:cubicBezTo>
                    <a:pt x="70" y="207"/>
                    <a:pt x="87" y="207"/>
                    <a:pt x="87" y="207"/>
                  </a:cubicBezTo>
                  <a:cubicBezTo>
                    <a:pt x="157" y="207"/>
                    <a:pt x="206" y="170"/>
                    <a:pt x="206" y="120"/>
                  </a:cubicBezTo>
                  <a:cubicBezTo>
                    <a:pt x="206" y="87"/>
                    <a:pt x="206" y="66"/>
                    <a:pt x="190" y="33"/>
                  </a:cubicBezTo>
                  <a:cubicBezTo>
                    <a:pt x="173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31"/>
            <p:cNvSpPr/>
            <p:nvPr/>
          </p:nvSpPr>
          <p:spPr>
            <a:xfrm>
              <a:off x="4216725" y="322745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102" y="0"/>
                  </a:moveTo>
                  <a:cubicBezTo>
                    <a:pt x="70" y="0"/>
                    <a:pt x="40" y="14"/>
                    <a:pt x="21" y="44"/>
                  </a:cubicBezTo>
                  <a:cubicBezTo>
                    <a:pt x="1" y="60"/>
                    <a:pt x="1" y="77"/>
                    <a:pt x="1" y="110"/>
                  </a:cubicBezTo>
                  <a:lnTo>
                    <a:pt x="1" y="147"/>
                  </a:lnTo>
                  <a:cubicBezTo>
                    <a:pt x="21" y="163"/>
                    <a:pt x="21" y="163"/>
                    <a:pt x="38" y="180"/>
                  </a:cubicBezTo>
                  <a:cubicBezTo>
                    <a:pt x="60" y="195"/>
                    <a:pt x="83" y="203"/>
                    <a:pt x="106" y="203"/>
                  </a:cubicBezTo>
                  <a:cubicBezTo>
                    <a:pt x="135" y="203"/>
                    <a:pt x="163" y="190"/>
                    <a:pt x="190" y="163"/>
                  </a:cubicBezTo>
                  <a:cubicBezTo>
                    <a:pt x="207" y="147"/>
                    <a:pt x="207" y="110"/>
                    <a:pt x="207" y="93"/>
                  </a:cubicBezTo>
                  <a:cubicBezTo>
                    <a:pt x="207" y="60"/>
                    <a:pt x="190" y="44"/>
                    <a:pt x="174" y="23"/>
                  </a:cubicBezTo>
                  <a:cubicBezTo>
                    <a:pt x="152" y="9"/>
                    <a:pt x="126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31"/>
            <p:cNvSpPr/>
            <p:nvPr/>
          </p:nvSpPr>
          <p:spPr>
            <a:xfrm>
              <a:off x="4310425" y="320515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6" y="0"/>
                  </a:moveTo>
                  <a:cubicBezTo>
                    <a:pt x="113" y="0"/>
                    <a:pt x="99" y="3"/>
                    <a:pt x="87" y="8"/>
                  </a:cubicBezTo>
                  <a:cubicBezTo>
                    <a:pt x="34" y="24"/>
                    <a:pt x="1" y="90"/>
                    <a:pt x="17" y="144"/>
                  </a:cubicBezTo>
                  <a:cubicBezTo>
                    <a:pt x="41" y="181"/>
                    <a:pt x="77" y="201"/>
                    <a:pt x="114" y="201"/>
                  </a:cubicBezTo>
                  <a:cubicBezTo>
                    <a:pt x="127" y="201"/>
                    <a:pt x="140" y="199"/>
                    <a:pt x="153" y="194"/>
                  </a:cubicBezTo>
                  <a:cubicBezTo>
                    <a:pt x="207" y="177"/>
                    <a:pt x="240" y="128"/>
                    <a:pt x="223" y="74"/>
                  </a:cubicBezTo>
                  <a:cubicBezTo>
                    <a:pt x="211" y="24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31"/>
            <p:cNvSpPr/>
            <p:nvPr/>
          </p:nvSpPr>
          <p:spPr>
            <a:xfrm>
              <a:off x="4212500" y="325622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5" y="0"/>
                  </a:moveTo>
                  <a:cubicBezTo>
                    <a:pt x="64" y="0"/>
                    <a:pt x="35" y="14"/>
                    <a:pt x="17" y="43"/>
                  </a:cubicBezTo>
                  <a:cubicBezTo>
                    <a:pt x="1" y="59"/>
                    <a:pt x="1" y="92"/>
                    <a:pt x="1" y="109"/>
                  </a:cubicBezTo>
                  <a:lnTo>
                    <a:pt x="1" y="146"/>
                  </a:lnTo>
                  <a:cubicBezTo>
                    <a:pt x="17" y="162"/>
                    <a:pt x="17" y="179"/>
                    <a:pt x="34" y="179"/>
                  </a:cubicBezTo>
                  <a:cubicBezTo>
                    <a:pt x="50" y="195"/>
                    <a:pt x="87" y="212"/>
                    <a:pt x="120" y="212"/>
                  </a:cubicBezTo>
                  <a:cubicBezTo>
                    <a:pt x="137" y="195"/>
                    <a:pt x="170" y="195"/>
                    <a:pt x="190" y="162"/>
                  </a:cubicBezTo>
                  <a:cubicBezTo>
                    <a:pt x="207" y="146"/>
                    <a:pt x="207" y="129"/>
                    <a:pt x="207" y="92"/>
                  </a:cubicBezTo>
                  <a:cubicBezTo>
                    <a:pt x="207" y="59"/>
                    <a:pt x="190" y="43"/>
                    <a:pt x="170" y="26"/>
                  </a:cubicBezTo>
                  <a:cubicBezTo>
                    <a:pt x="147" y="10"/>
                    <a:pt x="121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2469;p31"/>
            <p:cNvSpPr/>
            <p:nvPr/>
          </p:nvSpPr>
          <p:spPr>
            <a:xfrm>
              <a:off x="4207775" y="320437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09" y="1"/>
                  </a:moveTo>
                  <a:cubicBezTo>
                    <a:pt x="72" y="1"/>
                    <a:pt x="37" y="16"/>
                    <a:pt x="17" y="39"/>
                  </a:cubicBezTo>
                  <a:cubicBezTo>
                    <a:pt x="0" y="55"/>
                    <a:pt x="0" y="88"/>
                    <a:pt x="0" y="121"/>
                  </a:cubicBezTo>
                  <a:lnTo>
                    <a:pt x="0" y="142"/>
                  </a:lnTo>
                  <a:cubicBezTo>
                    <a:pt x="17" y="159"/>
                    <a:pt x="17" y="175"/>
                    <a:pt x="33" y="192"/>
                  </a:cubicBezTo>
                  <a:cubicBezTo>
                    <a:pt x="50" y="208"/>
                    <a:pt x="87" y="208"/>
                    <a:pt x="120" y="208"/>
                  </a:cubicBezTo>
                  <a:cubicBezTo>
                    <a:pt x="136" y="208"/>
                    <a:pt x="173" y="192"/>
                    <a:pt x="190" y="175"/>
                  </a:cubicBezTo>
                  <a:cubicBezTo>
                    <a:pt x="206" y="142"/>
                    <a:pt x="206" y="121"/>
                    <a:pt x="206" y="88"/>
                  </a:cubicBezTo>
                  <a:cubicBezTo>
                    <a:pt x="206" y="72"/>
                    <a:pt x="190" y="39"/>
                    <a:pt x="173" y="18"/>
                  </a:cubicBezTo>
                  <a:cubicBezTo>
                    <a:pt x="153" y="6"/>
                    <a:pt x="131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31"/>
            <p:cNvSpPr/>
            <p:nvPr/>
          </p:nvSpPr>
          <p:spPr>
            <a:xfrm>
              <a:off x="4254150" y="32263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71" y="0"/>
                    <a:pt x="17" y="33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69"/>
                  </a:lnTo>
                  <a:cubicBezTo>
                    <a:pt x="33" y="190"/>
                    <a:pt x="71" y="206"/>
                    <a:pt x="87" y="206"/>
                  </a:cubicBezTo>
                  <a:cubicBezTo>
                    <a:pt x="95" y="208"/>
                    <a:pt x="103" y="209"/>
                    <a:pt x="111" y="209"/>
                  </a:cubicBezTo>
                  <a:cubicBezTo>
                    <a:pt x="166" y="209"/>
                    <a:pt x="207" y="163"/>
                    <a:pt x="207" y="120"/>
                  </a:cubicBezTo>
                  <a:cubicBezTo>
                    <a:pt x="223" y="103"/>
                    <a:pt x="207" y="66"/>
                    <a:pt x="190" y="50"/>
                  </a:cubicBezTo>
                  <a:cubicBezTo>
                    <a:pt x="174" y="1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31"/>
            <p:cNvSpPr/>
            <p:nvPr/>
          </p:nvSpPr>
          <p:spPr>
            <a:xfrm>
              <a:off x="4223650" y="318865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03" y="0"/>
                  </a:moveTo>
                  <a:cubicBezTo>
                    <a:pt x="91" y="0"/>
                    <a:pt x="78" y="4"/>
                    <a:pt x="70" y="12"/>
                  </a:cubicBezTo>
                  <a:cubicBezTo>
                    <a:pt x="54" y="12"/>
                    <a:pt x="33" y="29"/>
                    <a:pt x="17" y="50"/>
                  </a:cubicBezTo>
                  <a:cubicBezTo>
                    <a:pt x="0" y="83"/>
                    <a:pt x="0" y="116"/>
                    <a:pt x="17" y="132"/>
                  </a:cubicBezTo>
                  <a:cubicBezTo>
                    <a:pt x="30" y="176"/>
                    <a:pt x="69" y="206"/>
                    <a:pt x="110" y="206"/>
                  </a:cubicBezTo>
                  <a:cubicBezTo>
                    <a:pt x="119" y="206"/>
                    <a:pt x="127" y="205"/>
                    <a:pt x="136" y="202"/>
                  </a:cubicBezTo>
                  <a:cubicBezTo>
                    <a:pt x="206" y="186"/>
                    <a:pt x="223" y="116"/>
                    <a:pt x="206" y="66"/>
                  </a:cubicBezTo>
                  <a:cubicBezTo>
                    <a:pt x="190" y="29"/>
                    <a:pt x="173" y="12"/>
                    <a:pt x="136" y="12"/>
                  </a:cubicBezTo>
                  <a:cubicBezTo>
                    <a:pt x="128" y="4"/>
                    <a:pt x="115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31"/>
            <p:cNvSpPr/>
            <p:nvPr/>
          </p:nvSpPr>
          <p:spPr>
            <a:xfrm>
              <a:off x="4218475" y="3214575"/>
              <a:ext cx="6025" cy="5050"/>
            </a:xfrm>
            <a:custGeom>
              <a:avLst/>
              <a:gdLst/>
              <a:ahLst/>
              <a:cxnLst/>
              <a:rect l="l" t="t" r="r" b="b"/>
              <a:pathLst>
                <a:path w="241" h="202" extrusionOk="0">
                  <a:moveTo>
                    <a:pt x="127" y="0"/>
                  </a:moveTo>
                  <a:cubicBezTo>
                    <a:pt x="113" y="0"/>
                    <a:pt x="100" y="2"/>
                    <a:pt x="87" y="6"/>
                  </a:cubicBezTo>
                  <a:cubicBezTo>
                    <a:pt x="34" y="23"/>
                    <a:pt x="1" y="76"/>
                    <a:pt x="17" y="146"/>
                  </a:cubicBezTo>
                  <a:cubicBezTo>
                    <a:pt x="45" y="183"/>
                    <a:pt x="80" y="202"/>
                    <a:pt x="118" y="202"/>
                  </a:cubicBezTo>
                  <a:cubicBezTo>
                    <a:pt x="131" y="202"/>
                    <a:pt x="144" y="200"/>
                    <a:pt x="158" y="196"/>
                  </a:cubicBezTo>
                  <a:cubicBezTo>
                    <a:pt x="224" y="179"/>
                    <a:pt x="240" y="109"/>
                    <a:pt x="224" y="60"/>
                  </a:cubicBez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31"/>
            <p:cNvSpPr/>
            <p:nvPr/>
          </p:nvSpPr>
          <p:spPr>
            <a:xfrm>
              <a:off x="4219300" y="3200225"/>
              <a:ext cx="6125" cy="5225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2" y="0"/>
                  </a:moveTo>
                  <a:cubicBezTo>
                    <a:pt x="118" y="0"/>
                    <a:pt x="103" y="5"/>
                    <a:pt x="87" y="15"/>
                  </a:cubicBezTo>
                  <a:cubicBezTo>
                    <a:pt x="38" y="32"/>
                    <a:pt x="1" y="81"/>
                    <a:pt x="21" y="135"/>
                  </a:cubicBezTo>
                  <a:cubicBezTo>
                    <a:pt x="49" y="176"/>
                    <a:pt x="88" y="209"/>
                    <a:pt x="132" y="209"/>
                  </a:cubicBezTo>
                  <a:cubicBezTo>
                    <a:pt x="140" y="209"/>
                    <a:pt x="149" y="208"/>
                    <a:pt x="158" y="205"/>
                  </a:cubicBezTo>
                  <a:cubicBezTo>
                    <a:pt x="207" y="184"/>
                    <a:pt x="244" y="118"/>
                    <a:pt x="228" y="65"/>
                  </a:cubicBezTo>
                  <a:cubicBezTo>
                    <a:pt x="201" y="29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31"/>
            <p:cNvSpPr/>
            <p:nvPr/>
          </p:nvSpPr>
          <p:spPr>
            <a:xfrm>
              <a:off x="4225800" y="325212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20" y="1"/>
                  </a:moveTo>
                  <a:cubicBezTo>
                    <a:pt x="104" y="1"/>
                    <a:pt x="71" y="17"/>
                    <a:pt x="50" y="34"/>
                  </a:cubicBezTo>
                  <a:cubicBezTo>
                    <a:pt x="34" y="34"/>
                    <a:pt x="17" y="67"/>
                    <a:pt x="1" y="87"/>
                  </a:cubicBezTo>
                  <a:cubicBezTo>
                    <a:pt x="1" y="120"/>
                    <a:pt x="1" y="137"/>
                    <a:pt x="17" y="153"/>
                  </a:cubicBezTo>
                  <a:lnTo>
                    <a:pt x="34" y="170"/>
                  </a:lnTo>
                  <a:cubicBezTo>
                    <a:pt x="50" y="190"/>
                    <a:pt x="71" y="207"/>
                    <a:pt x="104" y="207"/>
                  </a:cubicBezTo>
                  <a:cubicBezTo>
                    <a:pt x="112" y="210"/>
                    <a:pt x="121" y="211"/>
                    <a:pt x="129" y="211"/>
                  </a:cubicBezTo>
                  <a:cubicBezTo>
                    <a:pt x="170" y="211"/>
                    <a:pt x="210" y="178"/>
                    <a:pt x="223" y="120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2475;p31"/>
            <p:cNvSpPr/>
            <p:nvPr/>
          </p:nvSpPr>
          <p:spPr>
            <a:xfrm>
              <a:off x="4288875" y="32533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5" y="0"/>
                  </a:moveTo>
                  <a:cubicBezTo>
                    <a:pt x="71" y="0"/>
                    <a:pt x="21" y="37"/>
                    <a:pt x="1" y="87"/>
                  </a:cubicBezTo>
                  <a:lnTo>
                    <a:pt x="1" y="140"/>
                  </a:lnTo>
                  <a:cubicBezTo>
                    <a:pt x="21" y="173"/>
                    <a:pt x="54" y="206"/>
                    <a:pt x="87" y="206"/>
                  </a:cubicBezTo>
                  <a:cubicBezTo>
                    <a:pt x="97" y="209"/>
                    <a:pt x="106" y="210"/>
                    <a:pt x="114" y="210"/>
                  </a:cubicBezTo>
                  <a:cubicBezTo>
                    <a:pt x="170" y="210"/>
                    <a:pt x="207" y="166"/>
                    <a:pt x="207" y="120"/>
                  </a:cubicBezTo>
                  <a:cubicBezTo>
                    <a:pt x="207" y="87"/>
                    <a:pt x="207" y="70"/>
                    <a:pt x="190" y="54"/>
                  </a:cubicBezTo>
                  <a:cubicBezTo>
                    <a:pt x="174" y="17"/>
                    <a:pt x="158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2476;p31"/>
            <p:cNvSpPr/>
            <p:nvPr/>
          </p:nvSpPr>
          <p:spPr>
            <a:xfrm>
              <a:off x="4292400" y="3225700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08" y="1"/>
                  </a:moveTo>
                  <a:cubicBezTo>
                    <a:pt x="80" y="1"/>
                    <a:pt x="51" y="14"/>
                    <a:pt x="33" y="44"/>
                  </a:cubicBezTo>
                  <a:cubicBezTo>
                    <a:pt x="17" y="60"/>
                    <a:pt x="0" y="77"/>
                    <a:pt x="0" y="114"/>
                  </a:cubicBezTo>
                  <a:cubicBezTo>
                    <a:pt x="0" y="130"/>
                    <a:pt x="0" y="130"/>
                    <a:pt x="17" y="147"/>
                  </a:cubicBezTo>
                  <a:cubicBezTo>
                    <a:pt x="17" y="163"/>
                    <a:pt x="33" y="163"/>
                    <a:pt x="49" y="180"/>
                  </a:cubicBezTo>
                  <a:cubicBezTo>
                    <a:pt x="61" y="191"/>
                    <a:pt x="75" y="205"/>
                    <a:pt x="93" y="205"/>
                  </a:cubicBezTo>
                  <a:cubicBezTo>
                    <a:pt x="101" y="205"/>
                    <a:pt x="110" y="202"/>
                    <a:pt x="120" y="196"/>
                  </a:cubicBezTo>
                  <a:cubicBezTo>
                    <a:pt x="153" y="196"/>
                    <a:pt x="169" y="180"/>
                    <a:pt x="190" y="163"/>
                  </a:cubicBezTo>
                  <a:cubicBezTo>
                    <a:pt x="206" y="147"/>
                    <a:pt x="223" y="114"/>
                    <a:pt x="206" y="93"/>
                  </a:cubicBezTo>
                  <a:cubicBezTo>
                    <a:pt x="206" y="60"/>
                    <a:pt x="190" y="44"/>
                    <a:pt x="169" y="27"/>
                  </a:cubicBezTo>
                  <a:cubicBezTo>
                    <a:pt x="154" y="10"/>
                    <a:pt x="131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31"/>
            <p:cNvSpPr/>
            <p:nvPr/>
          </p:nvSpPr>
          <p:spPr>
            <a:xfrm>
              <a:off x="4284250" y="32014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50" y="0"/>
                    <a:pt x="0" y="33"/>
                    <a:pt x="0" y="87"/>
                  </a:cubicBezTo>
                  <a:lnTo>
                    <a:pt x="0" y="157"/>
                  </a:lnTo>
                  <a:lnTo>
                    <a:pt x="17" y="173"/>
                  </a:lnTo>
                  <a:cubicBezTo>
                    <a:pt x="33" y="190"/>
                    <a:pt x="50" y="206"/>
                    <a:pt x="83" y="206"/>
                  </a:cubicBezTo>
                  <a:cubicBezTo>
                    <a:pt x="92" y="209"/>
                    <a:pt x="101" y="211"/>
                    <a:pt x="110" y="211"/>
                  </a:cubicBezTo>
                  <a:cubicBezTo>
                    <a:pt x="152" y="211"/>
                    <a:pt x="189" y="178"/>
                    <a:pt x="206" y="120"/>
                  </a:cubicBezTo>
                  <a:cubicBezTo>
                    <a:pt x="206" y="103"/>
                    <a:pt x="206" y="70"/>
                    <a:pt x="186" y="54"/>
                  </a:cubicBezTo>
                  <a:cubicBezTo>
                    <a:pt x="169" y="17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31"/>
            <p:cNvSpPr/>
            <p:nvPr/>
          </p:nvSpPr>
          <p:spPr>
            <a:xfrm>
              <a:off x="4296200" y="32112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12" y="1"/>
                  </a:moveTo>
                  <a:cubicBezTo>
                    <a:pt x="70" y="1"/>
                    <a:pt x="34" y="28"/>
                    <a:pt x="17" y="55"/>
                  </a:cubicBezTo>
                  <a:lnTo>
                    <a:pt x="17" y="92"/>
                  </a:lnTo>
                  <a:cubicBezTo>
                    <a:pt x="1" y="108"/>
                    <a:pt x="17" y="125"/>
                    <a:pt x="17" y="141"/>
                  </a:cubicBezTo>
                  <a:cubicBezTo>
                    <a:pt x="38" y="158"/>
                    <a:pt x="54" y="195"/>
                    <a:pt x="71" y="195"/>
                  </a:cubicBezTo>
                  <a:cubicBezTo>
                    <a:pt x="87" y="195"/>
                    <a:pt x="87" y="211"/>
                    <a:pt x="104" y="211"/>
                  </a:cubicBezTo>
                  <a:cubicBezTo>
                    <a:pt x="157" y="211"/>
                    <a:pt x="207" y="178"/>
                    <a:pt x="223" y="125"/>
                  </a:cubicBezTo>
                  <a:cubicBezTo>
                    <a:pt x="223" y="92"/>
                    <a:pt x="223" y="55"/>
                    <a:pt x="207" y="38"/>
                  </a:cubicBezTo>
                  <a:cubicBezTo>
                    <a:pt x="190" y="22"/>
                    <a:pt x="157" y="5"/>
                    <a:pt x="141" y="5"/>
                  </a:cubicBezTo>
                  <a:cubicBezTo>
                    <a:pt x="131" y="2"/>
                    <a:pt x="121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31"/>
            <p:cNvSpPr/>
            <p:nvPr/>
          </p:nvSpPr>
          <p:spPr>
            <a:xfrm>
              <a:off x="4301350" y="32482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0"/>
                  </a:moveTo>
                  <a:cubicBezTo>
                    <a:pt x="104" y="0"/>
                    <a:pt x="71" y="17"/>
                    <a:pt x="54" y="37"/>
                  </a:cubicBezTo>
                  <a:cubicBezTo>
                    <a:pt x="17" y="37"/>
                    <a:pt x="1" y="70"/>
                    <a:pt x="1" y="87"/>
                  </a:cubicBezTo>
                  <a:cubicBezTo>
                    <a:pt x="1" y="120"/>
                    <a:pt x="1" y="140"/>
                    <a:pt x="17" y="157"/>
                  </a:cubicBezTo>
                  <a:lnTo>
                    <a:pt x="17" y="173"/>
                  </a:lnTo>
                  <a:cubicBezTo>
                    <a:pt x="38" y="190"/>
                    <a:pt x="71" y="206"/>
                    <a:pt x="87" y="206"/>
                  </a:cubicBezTo>
                  <a:cubicBezTo>
                    <a:pt x="99" y="209"/>
                    <a:pt x="111" y="210"/>
                    <a:pt x="121" y="210"/>
                  </a:cubicBezTo>
                  <a:cubicBezTo>
                    <a:pt x="173" y="210"/>
                    <a:pt x="207" y="178"/>
                    <a:pt x="207" y="120"/>
                  </a:cubicBezTo>
                  <a:cubicBezTo>
                    <a:pt x="223" y="103"/>
                    <a:pt x="207" y="70"/>
                    <a:pt x="190" y="54"/>
                  </a:cubicBezTo>
                  <a:cubicBezTo>
                    <a:pt x="174" y="3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31"/>
            <p:cNvSpPr/>
            <p:nvPr/>
          </p:nvSpPr>
          <p:spPr>
            <a:xfrm>
              <a:off x="4306100" y="32216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87" y="0"/>
                    <a:pt x="70" y="0"/>
                    <a:pt x="33" y="17"/>
                  </a:cubicBezTo>
                  <a:cubicBezTo>
                    <a:pt x="17" y="33"/>
                    <a:pt x="0" y="70"/>
                    <a:pt x="0" y="87"/>
                  </a:cubicBezTo>
                  <a:lnTo>
                    <a:pt x="0" y="136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3" y="190"/>
                    <a:pt x="54" y="207"/>
                    <a:pt x="87" y="207"/>
                  </a:cubicBezTo>
                  <a:cubicBezTo>
                    <a:pt x="94" y="209"/>
                    <a:pt x="100" y="210"/>
                    <a:pt x="108" y="210"/>
                  </a:cubicBezTo>
                  <a:cubicBezTo>
                    <a:pt x="154" y="210"/>
                    <a:pt x="207" y="166"/>
                    <a:pt x="207" y="120"/>
                  </a:cubicBezTo>
                  <a:cubicBezTo>
                    <a:pt x="207" y="103"/>
                    <a:pt x="207" y="70"/>
                    <a:pt x="190" y="50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31"/>
            <p:cNvSpPr/>
            <p:nvPr/>
          </p:nvSpPr>
          <p:spPr>
            <a:xfrm>
              <a:off x="4302275" y="32349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83" y="0"/>
                  </a:moveTo>
                  <a:cubicBezTo>
                    <a:pt x="17" y="33"/>
                    <a:pt x="1" y="87"/>
                    <a:pt x="17" y="136"/>
                  </a:cubicBezTo>
                  <a:cubicBezTo>
                    <a:pt x="31" y="180"/>
                    <a:pt x="81" y="211"/>
                    <a:pt x="126" y="211"/>
                  </a:cubicBezTo>
                  <a:cubicBezTo>
                    <a:pt x="135" y="211"/>
                    <a:pt x="145" y="209"/>
                    <a:pt x="153" y="206"/>
                  </a:cubicBezTo>
                  <a:cubicBezTo>
                    <a:pt x="170" y="190"/>
                    <a:pt x="186" y="190"/>
                    <a:pt x="186" y="173"/>
                  </a:cubicBezTo>
                  <a:cubicBezTo>
                    <a:pt x="223" y="136"/>
                    <a:pt x="223" y="103"/>
                    <a:pt x="207" y="70"/>
                  </a:cubicBezTo>
                  <a:cubicBezTo>
                    <a:pt x="207" y="33"/>
                    <a:pt x="170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31"/>
            <p:cNvSpPr/>
            <p:nvPr/>
          </p:nvSpPr>
          <p:spPr>
            <a:xfrm>
              <a:off x="4282500" y="32156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103" y="0"/>
                    <a:pt x="70" y="0"/>
                    <a:pt x="50" y="17"/>
                  </a:cubicBezTo>
                  <a:cubicBezTo>
                    <a:pt x="17" y="33"/>
                    <a:pt x="0" y="50"/>
                    <a:pt x="0" y="83"/>
                  </a:cubicBezTo>
                  <a:lnTo>
                    <a:pt x="0" y="136"/>
                  </a:lnTo>
                  <a:lnTo>
                    <a:pt x="17" y="153"/>
                  </a:lnTo>
                  <a:cubicBezTo>
                    <a:pt x="33" y="186"/>
                    <a:pt x="70" y="206"/>
                    <a:pt x="87" y="206"/>
                  </a:cubicBezTo>
                  <a:cubicBezTo>
                    <a:pt x="153" y="206"/>
                    <a:pt x="206" y="169"/>
                    <a:pt x="206" y="120"/>
                  </a:cubicBezTo>
                  <a:cubicBezTo>
                    <a:pt x="206" y="83"/>
                    <a:pt x="206" y="66"/>
                    <a:pt x="190" y="33"/>
                  </a:cubicBezTo>
                  <a:cubicBezTo>
                    <a:pt x="173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12483;p31"/>
            <p:cNvSpPr/>
            <p:nvPr/>
          </p:nvSpPr>
          <p:spPr>
            <a:xfrm>
              <a:off x="4270025" y="322420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03" y="0"/>
                  </a:moveTo>
                  <a:cubicBezTo>
                    <a:pt x="70" y="0"/>
                    <a:pt x="54" y="17"/>
                    <a:pt x="33" y="33"/>
                  </a:cubicBezTo>
                  <a:cubicBezTo>
                    <a:pt x="17" y="50"/>
                    <a:pt x="0" y="87"/>
                    <a:pt x="17" y="120"/>
                  </a:cubicBezTo>
                  <a:lnTo>
                    <a:pt x="17" y="137"/>
                  </a:lnTo>
                  <a:cubicBezTo>
                    <a:pt x="17" y="153"/>
                    <a:pt x="33" y="174"/>
                    <a:pt x="54" y="190"/>
                  </a:cubicBezTo>
                  <a:cubicBezTo>
                    <a:pt x="67" y="203"/>
                    <a:pt x="85" y="208"/>
                    <a:pt x="104" y="208"/>
                  </a:cubicBezTo>
                  <a:cubicBezTo>
                    <a:pt x="135" y="208"/>
                    <a:pt x="170" y="194"/>
                    <a:pt x="190" y="174"/>
                  </a:cubicBezTo>
                  <a:cubicBezTo>
                    <a:pt x="239" y="120"/>
                    <a:pt x="223" y="50"/>
                    <a:pt x="190" y="17"/>
                  </a:cubicBezTo>
                  <a:cubicBezTo>
                    <a:pt x="157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4" name="Google Shape;12484;p31"/>
            <p:cNvSpPr/>
            <p:nvPr/>
          </p:nvSpPr>
          <p:spPr>
            <a:xfrm>
              <a:off x="4263625" y="3249975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37" y="0"/>
                  </a:moveTo>
                  <a:cubicBezTo>
                    <a:pt x="67" y="0"/>
                    <a:pt x="17" y="33"/>
                    <a:pt x="17" y="87"/>
                  </a:cubicBezTo>
                  <a:cubicBezTo>
                    <a:pt x="1" y="103"/>
                    <a:pt x="17" y="120"/>
                    <a:pt x="17" y="136"/>
                  </a:cubicBezTo>
                  <a:lnTo>
                    <a:pt x="17" y="153"/>
                  </a:lnTo>
                  <a:cubicBezTo>
                    <a:pt x="17" y="153"/>
                    <a:pt x="17" y="173"/>
                    <a:pt x="34" y="173"/>
                  </a:cubicBezTo>
                  <a:cubicBezTo>
                    <a:pt x="50" y="190"/>
                    <a:pt x="67" y="206"/>
                    <a:pt x="104" y="206"/>
                  </a:cubicBezTo>
                  <a:cubicBezTo>
                    <a:pt x="109" y="211"/>
                    <a:pt x="115" y="213"/>
                    <a:pt x="122" y="213"/>
                  </a:cubicBezTo>
                  <a:cubicBezTo>
                    <a:pt x="138" y="213"/>
                    <a:pt x="158" y="201"/>
                    <a:pt x="170" y="190"/>
                  </a:cubicBezTo>
                  <a:cubicBezTo>
                    <a:pt x="207" y="173"/>
                    <a:pt x="207" y="153"/>
                    <a:pt x="223" y="120"/>
                  </a:cubicBezTo>
                  <a:cubicBezTo>
                    <a:pt x="223" y="103"/>
                    <a:pt x="223" y="87"/>
                    <a:pt x="207" y="50"/>
                  </a:cubicBezTo>
                  <a:cubicBezTo>
                    <a:pt x="186" y="33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31"/>
            <p:cNvSpPr/>
            <p:nvPr/>
          </p:nvSpPr>
          <p:spPr>
            <a:xfrm>
              <a:off x="4262700" y="32636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8"/>
                    <a:pt x="1" y="87"/>
                  </a:cubicBezTo>
                  <a:cubicBezTo>
                    <a:pt x="1" y="120"/>
                    <a:pt x="1" y="141"/>
                    <a:pt x="17" y="157"/>
                  </a:cubicBezTo>
                  <a:cubicBezTo>
                    <a:pt x="17" y="157"/>
                    <a:pt x="17" y="174"/>
                    <a:pt x="38" y="174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13" y="209"/>
                    <a:pt x="122" y="211"/>
                    <a:pt x="131" y="211"/>
                  </a:cubicBezTo>
                  <a:cubicBezTo>
                    <a:pt x="173" y="211"/>
                    <a:pt x="210" y="178"/>
                    <a:pt x="223" y="120"/>
                  </a:cubicBezTo>
                  <a:cubicBezTo>
                    <a:pt x="223" y="104"/>
                    <a:pt x="207" y="71"/>
                    <a:pt x="190" y="54"/>
                  </a:cubicBezTo>
                  <a:cubicBezTo>
                    <a:pt x="174" y="38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31"/>
            <p:cNvSpPr/>
            <p:nvPr/>
          </p:nvSpPr>
          <p:spPr>
            <a:xfrm>
              <a:off x="4260125" y="320017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20" y="1"/>
                  </a:moveTo>
                  <a:cubicBezTo>
                    <a:pt x="71" y="1"/>
                    <a:pt x="17" y="34"/>
                    <a:pt x="1" y="83"/>
                  </a:cubicBezTo>
                  <a:lnTo>
                    <a:pt x="1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8" y="186"/>
                    <a:pt x="71" y="207"/>
                    <a:pt x="87" y="207"/>
                  </a:cubicBezTo>
                  <a:cubicBezTo>
                    <a:pt x="97" y="212"/>
                    <a:pt x="105" y="214"/>
                    <a:pt x="113" y="214"/>
                  </a:cubicBezTo>
                  <a:cubicBezTo>
                    <a:pt x="133" y="214"/>
                    <a:pt x="150" y="201"/>
                    <a:pt x="174" y="186"/>
                  </a:cubicBezTo>
                  <a:cubicBezTo>
                    <a:pt x="190" y="170"/>
                    <a:pt x="207" y="153"/>
                    <a:pt x="207" y="120"/>
                  </a:cubicBezTo>
                  <a:cubicBezTo>
                    <a:pt x="207" y="104"/>
                    <a:pt x="207" y="67"/>
                    <a:pt x="190" y="50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31"/>
            <p:cNvSpPr/>
            <p:nvPr/>
          </p:nvSpPr>
          <p:spPr>
            <a:xfrm>
              <a:off x="4280325" y="32319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71" y="1"/>
                    <a:pt x="17" y="34"/>
                    <a:pt x="1" y="87"/>
                  </a:cubicBezTo>
                  <a:lnTo>
                    <a:pt x="1" y="137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4" y="190"/>
                    <a:pt x="71" y="207"/>
                    <a:pt x="87" y="207"/>
                  </a:cubicBezTo>
                  <a:cubicBezTo>
                    <a:pt x="120" y="207"/>
                    <a:pt x="137" y="207"/>
                    <a:pt x="174" y="190"/>
                  </a:cubicBezTo>
                  <a:cubicBezTo>
                    <a:pt x="190" y="174"/>
                    <a:pt x="207" y="153"/>
                    <a:pt x="207" y="120"/>
                  </a:cubicBezTo>
                  <a:cubicBezTo>
                    <a:pt x="207" y="104"/>
                    <a:pt x="207" y="71"/>
                    <a:pt x="190" y="50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31"/>
            <p:cNvSpPr/>
            <p:nvPr/>
          </p:nvSpPr>
          <p:spPr>
            <a:xfrm>
              <a:off x="4265275" y="3236050"/>
              <a:ext cx="5175" cy="5375"/>
            </a:xfrm>
            <a:custGeom>
              <a:avLst/>
              <a:gdLst/>
              <a:ahLst/>
              <a:cxnLst/>
              <a:rect l="l" t="t" r="r" b="b"/>
              <a:pathLst>
                <a:path w="207" h="215" extrusionOk="0">
                  <a:moveTo>
                    <a:pt x="91" y="0"/>
                  </a:moveTo>
                  <a:cubicBezTo>
                    <a:pt x="69" y="0"/>
                    <a:pt x="49" y="14"/>
                    <a:pt x="38" y="25"/>
                  </a:cubicBezTo>
                  <a:cubicBezTo>
                    <a:pt x="17" y="42"/>
                    <a:pt x="1" y="58"/>
                    <a:pt x="1" y="91"/>
                  </a:cubicBezTo>
                  <a:lnTo>
                    <a:pt x="1" y="145"/>
                  </a:lnTo>
                  <a:cubicBezTo>
                    <a:pt x="1" y="145"/>
                    <a:pt x="1" y="161"/>
                    <a:pt x="17" y="161"/>
                  </a:cubicBezTo>
                  <a:cubicBezTo>
                    <a:pt x="38" y="178"/>
                    <a:pt x="54" y="194"/>
                    <a:pt x="87" y="215"/>
                  </a:cubicBezTo>
                  <a:cubicBezTo>
                    <a:pt x="141" y="215"/>
                    <a:pt x="190" y="178"/>
                    <a:pt x="207" y="128"/>
                  </a:cubicBezTo>
                  <a:cubicBezTo>
                    <a:pt x="207" y="91"/>
                    <a:pt x="207" y="58"/>
                    <a:pt x="190" y="42"/>
                  </a:cubicBezTo>
                  <a:cubicBezTo>
                    <a:pt x="174" y="25"/>
                    <a:pt x="141" y="9"/>
                    <a:pt x="120" y="9"/>
                  </a:cubicBezTo>
                  <a:cubicBezTo>
                    <a:pt x="110" y="3"/>
                    <a:pt x="10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31"/>
            <p:cNvSpPr/>
            <p:nvPr/>
          </p:nvSpPr>
          <p:spPr>
            <a:xfrm>
              <a:off x="4256725" y="32142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8" y="0"/>
                  </a:moveTo>
                  <a:cubicBezTo>
                    <a:pt x="72" y="0"/>
                    <a:pt x="37" y="14"/>
                    <a:pt x="17" y="35"/>
                  </a:cubicBezTo>
                  <a:cubicBezTo>
                    <a:pt x="0" y="55"/>
                    <a:pt x="0" y="88"/>
                    <a:pt x="0" y="121"/>
                  </a:cubicBezTo>
                  <a:lnTo>
                    <a:pt x="0" y="138"/>
                  </a:lnTo>
                  <a:cubicBezTo>
                    <a:pt x="17" y="158"/>
                    <a:pt x="17" y="175"/>
                    <a:pt x="33" y="191"/>
                  </a:cubicBezTo>
                  <a:cubicBezTo>
                    <a:pt x="54" y="204"/>
                    <a:pt x="76" y="209"/>
                    <a:pt x="98" y="209"/>
                  </a:cubicBezTo>
                  <a:cubicBezTo>
                    <a:pt x="133" y="209"/>
                    <a:pt x="167" y="195"/>
                    <a:pt x="190" y="175"/>
                  </a:cubicBezTo>
                  <a:cubicBezTo>
                    <a:pt x="207" y="138"/>
                    <a:pt x="207" y="121"/>
                    <a:pt x="207" y="88"/>
                  </a:cubicBezTo>
                  <a:cubicBezTo>
                    <a:pt x="207" y="72"/>
                    <a:pt x="190" y="35"/>
                    <a:pt x="174" y="18"/>
                  </a:cubicBezTo>
                  <a:cubicBezTo>
                    <a:pt x="153" y="6"/>
                    <a:pt x="130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31"/>
            <p:cNvSpPr/>
            <p:nvPr/>
          </p:nvSpPr>
          <p:spPr>
            <a:xfrm>
              <a:off x="4276925" y="32433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24" y="0"/>
                  </a:moveTo>
                  <a:cubicBezTo>
                    <a:pt x="112" y="0"/>
                    <a:pt x="99" y="2"/>
                    <a:pt x="87" y="6"/>
                  </a:cubicBezTo>
                  <a:cubicBezTo>
                    <a:pt x="34" y="27"/>
                    <a:pt x="1" y="93"/>
                    <a:pt x="17" y="147"/>
                  </a:cubicBezTo>
                  <a:cubicBezTo>
                    <a:pt x="34" y="163"/>
                    <a:pt x="34" y="163"/>
                    <a:pt x="50" y="180"/>
                  </a:cubicBezTo>
                  <a:cubicBezTo>
                    <a:pt x="76" y="191"/>
                    <a:pt x="100" y="203"/>
                    <a:pt x="124" y="203"/>
                  </a:cubicBezTo>
                  <a:cubicBezTo>
                    <a:pt x="134" y="203"/>
                    <a:pt x="143" y="201"/>
                    <a:pt x="153" y="196"/>
                  </a:cubicBezTo>
                  <a:cubicBezTo>
                    <a:pt x="190" y="180"/>
                    <a:pt x="223" y="147"/>
                    <a:pt x="223" y="110"/>
                  </a:cubicBezTo>
                  <a:lnTo>
                    <a:pt x="223" y="60"/>
                  </a:lnTo>
                  <a:cubicBezTo>
                    <a:pt x="198" y="20"/>
                    <a:pt x="162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31"/>
            <p:cNvSpPr/>
            <p:nvPr/>
          </p:nvSpPr>
          <p:spPr>
            <a:xfrm>
              <a:off x="4272175" y="319407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3" y="0"/>
                  </a:moveTo>
                  <a:cubicBezTo>
                    <a:pt x="92" y="0"/>
                    <a:pt x="57" y="15"/>
                    <a:pt x="34" y="39"/>
                  </a:cubicBezTo>
                  <a:cubicBezTo>
                    <a:pt x="17" y="55"/>
                    <a:pt x="1" y="88"/>
                    <a:pt x="1" y="121"/>
                  </a:cubicBezTo>
                  <a:cubicBezTo>
                    <a:pt x="17" y="121"/>
                    <a:pt x="17" y="142"/>
                    <a:pt x="17" y="142"/>
                  </a:cubicBezTo>
                  <a:cubicBezTo>
                    <a:pt x="17" y="158"/>
                    <a:pt x="34" y="175"/>
                    <a:pt x="50" y="191"/>
                  </a:cubicBezTo>
                  <a:cubicBezTo>
                    <a:pt x="71" y="208"/>
                    <a:pt x="104" y="208"/>
                    <a:pt x="120" y="208"/>
                  </a:cubicBezTo>
                  <a:cubicBezTo>
                    <a:pt x="153" y="208"/>
                    <a:pt x="174" y="191"/>
                    <a:pt x="191" y="175"/>
                  </a:cubicBezTo>
                  <a:cubicBezTo>
                    <a:pt x="207" y="142"/>
                    <a:pt x="224" y="121"/>
                    <a:pt x="224" y="88"/>
                  </a:cubicBezTo>
                  <a:cubicBezTo>
                    <a:pt x="207" y="72"/>
                    <a:pt x="207" y="39"/>
                    <a:pt x="174" y="18"/>
                  </a:cubicBezTo>
                  <a:cubicBezTo>
                    <a:pt x="160" y="6"/>
                    <a:pt x="142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12492;p31"/>
            <p:cNvSpPr/>
            <p:nvPr/>
          </p:nvSpPr>
          <p:spPr>
            <a:xfrm>
              <a:off x="4151075" y="323817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3" y="27"/>
                    <a:pt x="1" y="76"/>
                    <a:pt x="17" y="146"/>
                  </a:cubicBezTo>
                  <a:cubicBezTo>
                    <a:pt x="42" y="184"/>
                    <a:pt x="78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07" y="179"/>
                    <a:pt x="240" y="109"/>
                    <a:pt x="223" y="60"/>
                  </a:cubicBezTo>
                  <a:cubicBezTo>
                    <a:pt x="211" y="19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31"/>
            <p:cNvSpPr/>
            <p:nvPr/>
          </p:nvSpPr>
          <p:spPr>
            <a:xfrm>
              <a:off x="4082750" y="312137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9" y="1"/>
                  </a:moveTo>
                  <a:cubicBezTo>
                    <a:pt x="68" y="1"/>
                    <a:pt x="39" y="13"/>
                    <a:pt x="21" y="40"/>
                  </a:cubicBezTo>
                  <a:cubicBezTo>
                    <a:pt x="0" y="61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4"/>
                    <a:pt x="21" y="180"/>
                    <a:pt x="37" y="180"/>
                  </a:cubicBezTo>
                  <a:cubicBezTo>
                    <a:pt x="59" y="203"/>
                    <a:pt x="86" y="211"/>
                    <a:pt x="111" y="211"/>
                  </a:cubicBezTo>
                  <a:cubicBezTo>
                    <a:pt x="142" y="211"/>
                    <a:pt x="172" y="198"/>
                    <a:pt x="190" y="180"/>
                  </a:cubicBezTo>
                  <a:cubicBezTo>
                    <a:pt x="206" y="143"/>
                    <a:pt x="206" y="127"/>
                    <a:pt x="206" y="94"/>
                  </a:cubicBezTo>
                  <a:cubicBezTo>
                    <a:pt x="206" y="77"/>
                    <a:pt x="190" y="40"/>
                    <a:pt x="173" y="24"/>
                  </a:cubicBezTo>
                  <a:cubicBezTo>
                    <a:pt x="151" y="9"/>
                    <a:pt x="125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31"/>
            <p:cNvSpPr/>
            <p:nvPr/>
          </p:nvSpPr>
          <p:spPr>
            <a:xfrm>
              <a:off x="4078500" y="3150275"/>
              <a:ext cx="5200" cy="5200"/>
            </a:xfrm>
            <a:custGeom>
              <a:avLst/>
              <a:gdLst/>
              <a:ahLst/>
              <a:cxnLst/>
              <a:rect l="l" t="t" r="r" b="b"/>
              <a:pathLst>
                <a:path w="208" h="208" extrusionOk="0">
                  <a:moveTo>
                    <a:pt x="109" y="0"/>
                  </a:moveTo>
                  <a:cubicBezTo>
                    <a:pt x="73" y="0"/>
                    <a:pt x="38" y="15"/>
                    <a:pt x="17" y="38"/>
                  </a:cubicBezTo>
                  <a:cubicBezTo>
                    <a:pt x="1" y="55"/>
                    <a:pt x="1" y="88"/>
                    <a:pt x="1" y="121"/>
                  </a:cubicBezTo>
                  <a:lnTo>
                    <a:pt x="1" y="142"/>
                  </a:lnTo>
                  <a:cubicBezTo>
                    <a:pt x="17" y="158"/>
                    <a:pt x="17" y="175"/>
                    <a:pt x="34" y="191"/>
                  </a:cubicBezTo>
                  <a:cubicBezTo>
                    <a:pt x="67" y="207"/>
                    <a:pt x="88" y="207"/>
                    <a:pt x="121" y="207"/>
                  </a:cubicBezTo>
                  <a:cubicBezTo>
                    <a:pt x="137" y="207"/>
                    <a:pt x="170" y="191"/>
                    <a:pt x="191" y="175"/>
                  </a:cubicBezTo>
                  <a:cubicBezTo>
                    <a:pt x="207" y="158"/>
                    <a:pt x="207" y="121"/>
                    <a:pt x="207" y="88"/>
                  </a:cubicBezTo>
                  <a:cubicBezTo>
                    <a:pt x="207" y="71"/>
                    <a:pt x="191" y="38"/>
                    <a:pt x="170" y="18"/>
                  </a:cubicBezTo>
                  <a:cubicBezTo>
                    <a:pt x="152" y="5"/>
                    <a:pt x="130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31"/>
            <p:cNvSpPr/>
            <p:nvPr/>
          </p:nvSpPr>
          <p:spPr>
            <a:xfrm>
              <a:off x="4085325" y="309432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30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37" y="25"/>
                    <a:pt x="0" y="91"/>
                    <a:pt x="21" y="145"/>
                  </a:cubicBezTo>
                  <a:cubicBezTo>
                    <a:pt x="45" y="182"/>
                    <a:pt x="79" y="202"/>
                    <a:pt x="116" y="202"/>
                  </a:cubicBezTo>
                  <a:cubicBezTo>
                    <a:pt x="129" y="202"/>
                    <a:pt x="143" y="200"/>
                    <a:pt x="157" y="194"/>
                  </a:cubicBezTo>
                  <a:cubicBezTo>
                    <a:pt x="227" y="178"/>
                    <a:pt x="243" y="112"/>
                    <a:pt x="227" y="58"/>
                  </a:cubicBezTo>
                  <a:cubicBezTo>
                    <a:pt x="212" y="22"/>
                    <a:pt x="172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12496;p31"/>
            <p:cNvSpPr/>
            <p:nvPr/>
          </p:nvSpPr>
          <p:spPr>
            <a:xfrm>
              <a:off x="4082325" y="31357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71" y="0"/>
                    <a:pt x="38" y="17"/>
                    <a:pt x="17" y="66"/>
                  </a:cubicBezTo>
                  <a:lnTo>
                    <a:pt x="1" y="82"/>
                  </a:lnTo>
                  <a:cubicBezTo>
                    <a:pt x="1" y="103"/>
                    <a:pt x="1" y="136"/>
                    <a:pt x="17" y="136"/>
                  </a:cubicBezTo>
                  <a:cubicBezTo>
                    <a:pt x="17" y="169"/>
                    <a:pt x="38" y="186"/>
                    <a:pt x="71" y="206"/>
                  </a:cubicBezTo>
                  <a:lnTo>
                    <a:pt x="87" y="206"/>
                  </a:lnTo>
                  <a:cubicBezTo>
                    <a:pt x="96" y="208"/>
                    <a:pt x="104" y="209"/>
                    <a:pt x="113" y="209"/>
                  </a:cubicBezTo>
                  <a:cubicBezTo>
                    <a:pt x="169" y="209"/>
                    <a:pt x="207" y="163"/>
                    <a:pt x="207" y="120"/>
                  </a:cubicBezTo>
                  <a:cubicBezTo>
                    <a:pt x="223" y="103"/>
                    <a:pt x="207" y="66"/>
                    <a:pt x="190" y="49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12497;p31"/>
            <p:cNvSpPr/>
            <p:nvPr/>
          </p:nvSpPr>
          <p:spPr>
            <a:xfrm>
              <a:off x="4084500" y="31085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4" y="0"/>
                  </a:moveTo>
                  <a:cubicBezTo>
                    <a:pt x="105" y="0"/>
                    <a:pt x="95" y="2"/>
                    <a:pt x="87" y="5"/>
                  </a:cubicBezTo>
                  <a:cubicBezTo>
                    <a:pt x="33" y="21"/>
                    <a:pt x="0" y="91"/>
                    <a:pt x="33" y="141"/>
                  </a:cubicBezTo>
                  <a:cubicBezTo>
                    <a:pt x="48" y="180"/>
                    <a:pt x="78" y="208"/>
                    <a:pt x="120" y="208"/>
                  </a:cubicBezTo>
                  <a:cubicBezTo>
                    <a:pt x="136" y="208"/>
                    <a:pt x="154" y="203"/>
                    <a:pt x="173" y="194"/>
                  </a:cubicBezTo>
                  <a:cubicBezTo>
                    <a:pt x="223" y="178"/>
                    <a:pt x="239" y="124"/>
                    <a:pt x="223" y="75"/>
                  </a:cubicBezTo>
                  <a:cubicBezTo>
                    <a:pt x="209" y="31"/>
                    <a:pt x="159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31"/>
            <p:cNvSpPr/>
            <p:nvPr/>
          </p:nvSpPr>
          <p:spPr>
            <a:xfrm>
              <a:off x="4093550" y="30523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00" y="1"/>
                  </a:moveTo>
                  <a:cubicBezTo>
                    <a:pt x="51" y="1"/>
                    <a:pt x="1" y="47"/>
                    <a:pt x="1" y="90"/>
                  </a:cubicBezTo>
                  <a:lnTo>
                    <a:pt x="1" y="144"/>
                  </a:lnTo>
                  <a:lnTo>
                    <a:pt x="17" y="160"/>
                  </a:lnTo>
                  <a:cubicBezTo>
                    <a:pt x="34" y="193"/>
                    <a:pt x="50" y="210"/>
                    <a:pt x="83" y="210"/>
                  </a:cubicBezTo>
                  <a:cubicBezTo>
                    <a:pt x="137" y="210"/>
                    <a:pt x="186" y="177"/>
                    <a:pt x="207" y="123"/>
                  </a:cubicBezTo>
                  <a:cubicBezTo>
                    <a:pt x="207" y="90"/>
                    <a:pt x="207" y="74"/>
                    <a:pt x="186" y="41"/>
                  </a:cubicBezTo>
                  <a:cubicBezTo>
                    <a:pt x="170" y="20"/>
                    <a:pt x="137" y="4"/>
                    <a:pt x="121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31"/>
            <p:cNvSpPr/>
            <p:nvPr/>
          </p:nvSpPr>
          <p:spPr>
            <a:xfrm>
              <a:off x="4096150" y="31154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8" y="1"/>
                  </a:moveTo>
                  <a:cubicBezTo>
                    <a:pt x="53" y="1"/>
                    <a:pt x="14" y="44"/>
                    <a:pt x="0" y="91"/>
                  </a:cubicBezTo>
                  <a:cubicBezTo>
                    <a:pt x="0" y="107"/>
                    <a:pt x="0" y="123"/>
                    <a:pt x="17" y="140"/>
                  </a:cubicBezTo>
                  <a:lnTo>
                    <a:pt x="17" y="156"/>
                  </a:lnTo>
                  <a:cubicBezTo>
                    <a:pt x="33" y="194"/>
                    <a:pt x="66" y="210"/>
                    <a:pt x="82" y="210"/>
                  </a:cubicBezTo>
                  <a:cubicBezTo>
                    <a:pt x="153" y="210"/>
                    <a:pt x="206" y="173"/>
                    <a:pt x="206" y="123"/>
                  </a:cubicBezTo>
                  <a:cubicBezTo>
                    <a:pt x="223" y="91"/>
                    <a:pt x="206" y="70"/>
                    <a:pt x="186" y="37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2" y="2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31"/>
            <p:cNvSpPr/>
            <p:nvPr/>
          </p:nvSpPr>
          <p:spPr>
            <a:xfrm>
              <a:off x="4090475" y="3066100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12" y="1"/>
                  </a:moveTo>
                  <a:cubicBezTo>
                    <a:pt x="76" y="1"/>
                    <a:pt x="41" y="17"/>
                    <a:pt x="21" y="37"/>
                  </a:cubicBezTo>
                  <a:cubicBezTo>
                    <a:pt x="0" y="54"/>
                    <a:pt x="0" y="87"/>
                    <a:pt x="0" y="124"/>
                  </a:cubicBezTo>
                  <a:lnTo>
                    <a:pt x="0" y="140"/>
                  </a:lnTo>
                  <a:cubicBezTo>
                    <a:pt x="21" y="157"/>
                    <a:pt x="21" y="173"/>
                    <a:pt x="37" y="190"/>
                  </a:cubicBezTo>
                  <a:cubicBezTo>
                    <a:pt x="57" y="204"/>
                    <a:pt x="80" y="211"/>
                    <a:pt x="102" y="211"/>
                  </a:cubicBezTo>
                  <a:cubicBezTo>
                    <a:pt x="136" y="211"/>
                    <a:pt x="170" y="196"/>
                    <a:pt x="190" y="173"/>
                  </a:cubicBezTo>
                  <a:cubicBezTo>
                    <a:pt x="227" y="124"/>
                    <a:pt x="227" y="54"/>
                    <a:pt x="173" y="21"/>
                  </a:cubicBezTo>
                  <a:cubicBezTo>
                    <a:pt x="155" y="7"/>
                    <a:pt x="133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31"/>
            <p:cNvSpPr/>
            <p:nvPr/>
          </p:nvSpPr>
          <p:spPr>
            <a:xfrm>
              <a:off x="4089650" y="3082875"/>
              <a:ext cx="5575" cy="4925"/>
            </a:xfrm>
            <a:custGeom>
              <a:avLst/>
              <a:gdLst/>
              <a:ahLst/>
              <a:cxnLst/>
              <a:rect l="l" t="t" r="r" b="b"/>
              <a:pathLst>
                <a:path w="223" h="197" extrusionOk="0">
                  <a:moveTo>
                    <a:pt x="70" y="1"/>
                  </a:moveTo>
                  <a:cubicBezTo>
                    <a:pt x="54" y="17"/>
                    <a:pt x="33" y="34"/>
                    <a:pt x="17" y="55"/>
                  </a:cubicBezTo>
                  <a:cubicBezTo>
                    <a:pt x="0" y="71"/>
                    <a:pt x="0" y="104"/>
                    <a:pt x="17" y="137"/>
                  </a:cubicBezTo>
                  <a:cubicBezTo>
                    <a:pt x="29" y="177"/>
                    <a:pt x="63" y="197"/>
                    <a:pt x="108" y="197"/>
                  </a:cubicBezTo>
                  <a:cubicBezTo>
                    <a:pt x="123" y="197"/>
                    <a:pt x="140" y="195"/>
                    <a:pt x="157" y="191"/>
                  </a:cubicBezTo>
                  <a:cubicBezTo>
                    <a:pt x="206" y="174"/>
                    <a:pt x="223" y="121"/>
                    <a:pt x="206" y="55"/>
                  </a:cubicBezTo>
                  <a:cubicBezTo>
                    <a:pt x="190" y="34"/>
                    <a:pt x="17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31"/>
            <p:cNvSpPr/>
            <p:nvPr/>
          </p:nvSpPr>
          <p:spPr>
            <a:xfrm>
              <a:off x="4066450" y="31567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5" y="1"/>
                  </a:moveTo>
                  <a:cubicBezTo>
                    <a:pt x="41" y="1"/>
                    <a:pt x="1" y="44"/>
                    <a:pt x="1" y="91"/>
                  </a:cubicBezTo>
                  <a:lnTo>
                    <a:pt x="1" y="140"/>
                  </a:lnTo>
                  <a:lnTo>
                    <a:pt x="17" y="157"/>
                  </a:lnTo>
                  <a:cubicBezTo>
                    <a:pt x="34" y="194"/>
                    <a:pt x="54" y="194"/>
                    <a:pt x="87" y="210"/>
                  </a:cubicBezTo>
                  <a:cubicBezTo>
                    <a:pt x="120" y="210"/>
                    <a:pt x="137" y="210"/>
                    <a:pt x="157" y="194"/>
                  </a:cubicBezTo>
                  <a:cubicBezTo>
                    <a:pt x="190" y="173"/>
                    <a:pt x="207" y="140"/>
                    <a:pt x="207" y="124"/>
                  </a:cubicBezTo>
                  <a:cubicBezTo>
                    <a:pt x="207" y="91"/>
                    <a:pt x="207" y="70"/>
                    <a:pt x="190" y="37"/>
                  </a:cubicBezTo>
                  <a:cubicBezTo>
                    <a:pt x="174" y="21"/>
                    <a:pt x="137" y="4"/>
                    <a:pt x="120" y="4"/>
                  </a:cubicBezTo>
                  <a:cubicBezTo>
                    <a:pt x="111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31"/>
            <p:cNvSpPr/>
            <p:nvPr/>
          </p:nvSpPr>
          <p:spPr>
            <a:xfrm>
              <a:off x="4077175" y="31626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10" y="0"/>
                  </a:moveTo>
                  <a:cubicBezTo>
                    <a:pt x="96" y="0"/>
                    <a:pt x="83" y="2"/>
                    <a:pt x="70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17" y="163"/>
                    <a:pt x="38" y="163"/>
                    <a:pt x="38" y="179"/>
                  </a:cubicBezTo>
                  <a:cubicBezTo>
                    <a:pt x="57" y="199"/>
                    <a:pt x="76" y="207"/>
                    <a:pt x="100" y="207"/>
                  </a:cubicBezTo>
                  <a:cubicBezTo>
                    <a:pt x="116" y="207"/>
                    <a:pt x="135" y="203"/>
                    <a:pt x="157" y="196"/>
                  </a:cubicBezTo>
                  <a:cubicBezTo>
                    <a:pt x="190" y="179"/>
                    <a:pt x="207" y="142"/>
                    <a:pt x="223" y="109"/>
                  </a:cubicBezTo>
                  <a:cubicBezTo>
                    <a:pt x="223" y="93"/>
                    <a:pt x="223" y="76"/>
                    <a:pt x="207" y="60"/>
                  </a:cubicBezTo>
                  <a:cubicBezTo>
                    <a:pt x="194" y="19"/>
                    <a:pt x="151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31"/>
            <p:cNvSpPr/>
            <p:nvPr/>
          </p:nvSpPr>
          <p:spPr>
            <a:xfrm>
              <a:off x="4062650" y="3181225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03" y="0"/>
                  </a:moveTo>
                  <a:cubicBezTo>
                    <a:pt x="66" y="0"/>
                    <a:pt x="50" y="17"/>
                    <a:pt x="33" y="37"/>
                  </a:cubicBezTo>
                  <a:cubicBezTo>
                    <a:pt x="17" y="54"/>
                    <a:pt x="0" y="87"/>
                    <a:pt x="0" y="103"/>
                  </a:cubicBezTo>
                  <a:cubicBezTo>
                    <a:pt x="0" y="120"/>
                    <a:pt x="17" y="120"/>
                    <a:pt x="17" y="140"/>
                  </a:cubicBezTo>
                  <a:cubicBezTo>
                    <a:pt x="17" y="157"/>
                    <a:pt x="33" y="173"/>
                    <a:pt x="50" y="173"/>
                  </a:cubicBezTo>
                  <a:cubicBezTo>
                    <a:pt x="64" y="196"/>
                    <a:pt x="87" y="205"/>
                    <a:pt x="110" y="205"/>
                  </a:cubicBezTo>
                  <a:cubicBezTo>
                    <a:pt x="138" y="205"/>
                    <a:pt x="168" y="191"/>
                    <a:pt x="186" y="173"/>
                  </a:cubicBezTo>
                  <a:cubicBezTo>
                    <a:pt x="206" y="140"/>
                    <a:pt x="223" y="120"/>
                    <a:pt x="223" y="87"/>
                  </a:cubicBezTo>
                  <a:cubicBezTo>
                    <a:pt x="206" y="70"/>
                    <a:pt x="206" y="3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31"/>
            <p:cNvSpPr/>
            <p:nvPr/>
          </p:nvSpPr>
          <p:spPr>
            <a:xfrm>
              <a:off x="4060475" y="31945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24"/>
                    <a:pt x="17" y="140"/>
                  </a:cubicBezTo>
                  <a:cubicBezTo>
                    <a:pt x="17" y="157"/>
                    <a:pt x="17" y="157"/>
                    <a:pt x="33" y="173"/>
                  </a:cubicBezTo>
                  <a:cubicBezTo>
                    <a:pt x="33" y="190"/>
                    <a:pt x="66" y="206"/>
                    <a:pt x="104" y="206"/>
                  </a:cubicBezTo>
                  <a:cubicBezTo>
                    <a:pt x="120" y="206"/>
                    <a:pt x="153" y="206"/>
                    <a:pt x="170" y="190"/>
                  </a:cubicBezTo>
                  <a:cubicBezTo>
                    <a:pt x="190" y="173"/>
                    <a:pt x="207" y="157"/>
                    <a:pt x="207" y="124"/>
                  </a:cubicBezTo>
                  <a:cubicBezTo>
                    <a:pt x="223" y="70"/>
                    <a:pt x="190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31"/>
            <p:cNvSpPr/>
            <p:nvPr/>
          </p:nvSpPr>
          <p:spPr>
            <a:xfrm>
              <a:off x="4096550" y="3129775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29" y="0"/>
                  </a:moveTo>
                  <a:cubicBezTo>
                    <a:pt x="115" y="0"/>
                    <a:pt x="101" y="4"/>
                    <a:pt x="87" y="13"/>
                  </a:cubicBezTo>
                  <a:cubicBezTo>
                    <a:pt x="17" y="34"/>
                    <a:pt x="1" y="83"/>
                    <a:pt x="17" y="137"/>
                  </a:cubicBezTo>
                  <a:cubicBezTo>
                    <a:pt x="30" y="187"/>
                    <a:pt x="73" y="209"/>
                    <a:pt x="116" y="209"/>
                  </a:cubicBezTo>
                  <a:cubicBezTo>
                    <a:pt x="129" y="209"/>
                    <a:pt x="141" y="207"/>
                    <a:pt x="153" y="203"/>
                  </a:cubicBezTo>
                  <a:cubicBezTo>
                    <a:pt x="207" y="186"/>
                    <a:pt x="240" y="116"/>
                    <a:pt x="223" y="67"/>
                  </a:cubicBezTo>
                  <a:cubicBezTo>
                    <a:pt x="199" y="28"/>
                    <a:pt x="165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31"/>
            <p:cNvSpPr/>
            <p:nvPr/>
          </p:nvSpPr>
          <p:spPr>
            <a:xfrm>
              <a:off x="4063050" y="3167825"/>
              <a:ext cx="5600" cy="5450"/>
            </a:xfrm>
            <a:custGeom>
              <a:avLst/>
              <a:gdLst/>
              <a:ahLst/>
              <a:cxnLst/>
              <a:rect l="l" t="t" r="r" b="b"/>
              <a:pathLst>
                <a:path w="224" h="218" extrusionOk="0">
                  <a:moveTo>
                    <a:pt x="102" y="0"/>
                  </a:moveTo>
                  <a:cubicBezTo>
                    <a:pt x="91" y="0"/>
                    <a:pt x="79" y="1"/>
                    <a:pt x="67" y="4"/>
                  </a:cubicBezTo>
                  <a:cubicBezTo>
                    <a:pt x="17" y="37"/>
                    <a:pt x="1" y="91"/>
                    <a:pt x="17" y="140"/>
                  </a:cubicBezTo>
                  <a:cubicBezTo>
                    <a:pt x="17" y="161"/>
                    <a:pt x="34" y="178"/>
                    <a:pt x="50" y="194"/>
                  </a:cubicBezTo>
                  <a:cubicBezTo>
                    <a:pt x="62" y="206"/>
                    <a:pt x="92" y="217"/>
                    <a:pt x="120" y="217"/>
                  </a:cubicBezTo>
                  <a:cubicBezTo>
                    <a:pt x="132" y="217"/>
                    <a:pt x="143" y="215"/>
                    <a:pt x="153" y="211"/>
                  </a:cubicBezTo>
                  <a:cubicBezTo>
                    <a:pt x="190" y="194"/>
                    <a:pt x="207" y="161"/>
                    <a:pt x="223" y="124"/>
                  </a:cubicBezTo>
                  <a:cubicBezTo>
                    <a:pt x="223" y="107"/>
                    <a:pt x="223" y="91"/>
                    <a:pt x="207" y="74"/>
                  </a:cubicBezTo>
                  <a:cubicBezTo>
                    <a:pt x="193" y="30"/>
                    <a:pt x="154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31"/>
            <p:cNvSpPr/>
            <p:nvPr/>
          </p:nvSpPr>
          <p:spPr>
            <a:xfrm>
              <a:off x="4075000" y="31781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0" y="0"/>
                  </a:moveTo>
                  <a:cubicBezTo>
                    <a:pt x="38" y="0"/>
                    <a:pt x="1" y="33"/>
                    <a:pt x="1" y="91"/>
                  </a:cubicBezTo>
                  <a:lnTo>
                    <a:pt x="1" y="141"/>
                  </a:lnTo>
                  <a:cubicBezTo>
                    <a:pt x="21" y="178"/>
                    <a:pt x="54" y="194"/>
                    <a:pt x="87" y="211"/>
                  </a:cubicBezTo>
                  <a:cubicBezTo>
                    <a:pt x="141" y="211"/>
                    <a:pt x="190" y="178"/>
                    <a:pt x="207" y="124"/>
                  </a:cubicBezTo>
                  <a:cubicBezTo>
                    <a:pt x="207" y="91"/>
                    <a:pt x="207" y="58"/>
                    <a:pt x="190" y="38"/>
                  </a:cubicBezTo>
                  <a:cubicBezTo>
                    <a:pt x="174" y="21"/>
                    <a:pt x="141" y="5"/>
                    <a:pt x="125" y="5"/>
                  </a:cubicBezTo>
                  <a:cubicBezTo>
                    <a:pt x="113" y="2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31"/>
            <p:cNvSpPr/>
            <p:nvPr/>
          </p:nvSpPr>
          <p:spPr>
            <a:xfrm>
              <a:off x="4068625" y="3140225"/>
              <a:ext cx="5175" cy="5050"/>
            </a:xfrm>
            <a:custGeom>
              <a:avLst/>
              <a:gdLst/>
              <a:ahLst/>
              <a:cxnLst/>
              <a:rect l="l" t="t" r="r" b="b"/>
              <a:pathLst>
                <a:path w="207" h="202" extrusionOk="0">
                  <a:moveTo>
                    <a:pt x="95" y="1"/>
                  </a:moveTo>
                  <a:cubicBezTo>
                    <a:pt x="76" y="1"/>
                    <a:pt x="60" y="13"/>
                    <a:pt x="33" y="28"/>
                  </a:cubicBezTo>
                  <a:cubicBezTo>
                    <a:pt x="17" y="45"/>
                    <a:pt x="0" y="61"/>
                    <a:pt x="0" y="94"/>
                  </a:cubicBezTo>
                  <a:lnTo>
                    <a:pt x="0" y="148"/>
                  </a:lnTo>
                  <a:lnTo>
                    <a:pt x="17" y="164"/>
                  </a:lnTo>
                  <a:cubicBezTo>
                    <a:pt x="33" y="181"/>
                    <a:pt x="50" y="197"/>
                    <a:pt x="87" y="197"/>
                  </a:cubicBezTo>
                  <a:cubicBezTo>
                    <a:pt x="95" y="200"/>
                    <a:pt x="104" y="201"/>
                    <a:pt x="112" y="201"/>
                  </a:cubicBezTo>
                  <a:cubicBezTo>
                    <a:pt x="153" y="201"/>
                    <a:pt x="193" y="169"/>
                    <a:pt x="206" y="111"/>
                  </a:cubicBezTo>
                  <a:cubicBezTo>
                    <a:pt x="206" y="94"/>
                    <a:pt x="206" y="61"/>
                    <a:pt x="190" y="45"/>
                  </a:cubicBezTo>
                  <a:cubicBezTo>
                    <a:pt x="173" y="28"/>
                    <a:pt x="136" y="8"/>
                    <a:pt x="120" y="8"/>
                  </a:cubicBezTo>
                  <a:cubicBezTo>
                    <a:pt x="110" y="3"/>
                    <a:pt x="102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31"/>
            <p:cNvSpPr/>
            <p:nvPr/>
          </p:nvSpPr>
          <p:spPr>
            <a:xfrm>
              <a:off x="4072950" y="319320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99" y="0"/>
                  </a:moveTo>
                  <a:cubicBezTo>
                    <a:pt x="54" y="0"/>
                    <a:pt x="15" y="44"/>
                    <a:pt x="0" y="90"/>
                  </a:cubicBezTo>
                  <a:cubicBezTo>
                    <a:pt x="0" y="107"/>
                    <a:pt x="0" y="123"/>
                    <a:pt x="17" y="140"/>
                  </a:cubicBezTo>
                  <a:cubicBezTo>
                    <a:pt x="17" y="140"/>
                    <a:pt x="17" y="156"/>
                    <a:pt x="33" y="156"/>
                  </a:cubicBezTo>
                  <a:cubicBezTo>
                    <a:pt x="33" y="193"/>
                    <a:pt x="66" y="193"/>
                    <a:pt x="103" y="210"/>
                  </a:cubicBezTo>
                  <a:cubicBezTo>
                    <a:pt x="120" y="210"/>
                    <a:pt x="153" y="210"/>
                    <a:pt x="169" y="193"/>
                  </a:cubicBezTo>
                  <a:cubicBezTo>
                    <a:pt x="186" y="177"/>
                    <a:pt x="207" y="140"/>
                    <a:pt x="207" y="123"/>
                  </a:cubicBezTo>
                  <a:cubicBezTo>
                    <a:pt x="223" y="90"/>
                    <a:pt x="207" y="74"/>
                    <a:pt x="186" y="37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31"/>
            <p:cNvSpPr/>
            <p:nvPr/>
          </p:nvSpPr>
          <p:spPr>
            <a:xfrm>
              <a:off x="4056150" y="3148900"/>
              <a:ext cx="5575" cy="5050"/>
            </a:xfrm>
            <a:custGeom>
              <a:avLst/>
              <a:gdLst/>
              <a:ahLst/>
              <a:cxnLst/>
              <a:rect l="l" t="t" r="r" b="b"/>
              <a:pathLst>
                <a:path w="223" h="202" extrusionOk="0">
                  <a:moveTo>
                    <a:pt x="122" y="0"/>
                  </a:moveTo>
                  <a:cubicBezTo>
                    <a:pt x="115" y="0"/>
                    <a:pt x="108" y="2"/>
                    <a:pt x="103" y="7"/>
                  </a:cubicBezTo>
                  <a:cubicBezTo>
                    <a:pt x="70" y="7"/>
                    <a:pt x="54" y="23"/>
                    <a:pt x="33" y="40"/>
                  </a:cubicBezTo>
                  <a:cubicBezTo>
                    <a:pt x="17" y="56"/>
                    <a:pt x="0" y="93"/>
                    <a:pt x="0" y="110"/>
                  </a:cubicBezTo>
                  <a:cubicBezTo>
                    <a:pt x="0" y="126"/>
                    <a:pt x="0" y="126"/>
                    <a:pt x="17" y="143"/>
                  </a:cubicBezTo>
                  <a:cubicBezTo>
                    <a:pt x="17" y="159"/>
                    <a:pt x="33" y="176"/>
                    <a:pt x="54" y="176"/>
                  </a:cubicBezTo>
                  <a:cubicBezTo>
                    <a:pt x="69" y="193"/>
                    <a:pt x="92" y="202"/>
                    <a:pt x="115" y="202"/>
                  </a:cubicBezTo>
                  <a:cubicBezTo>
                    <a:pt x="143" y="202"/>
                    <a:pt x="172" y="189"/>
                    <a:pt x="190" y="159"/>
                  </a:cubicBezTo>
                  <a:cubicBezTo>
                    <a:pt x="223" y="126"/>
                    <a:pt x="223" y="56"/>
                    <a:pt x="173" y="23"/>
                  </a:cubicBezTo>
                  <a:cubicBezTo>
                    <a:pt x="162" y="12"/>
                    <a:pt x="140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2" name="Google Shape;12512;p31"/>
            <p:cNvSpPr/>
            <p:nvPr/>
          </p:nvSpPr>
          <p:spPr>
            <a:xfrm>
              <a:off x="4128700" y="31579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5" y="1"/>
                  </a:moveTo>
                  <a:cubicBezTo>
                    <a:pt x="58" y="1"/>
                    <a:pt x="17" y="47"/>
                    <a:pt x="17" y="90"/>
                  </a:cubicBezTo>
                  <a:cubicBezTo>
                    <a:pt x="1" y="107"/>
                    <a:pt x="17" y="123"/>
                    <a:pt x="17" y="144"/>
                  </a:cubicBezTo>
                  <a:cubicBezTo>
                    <a:pt x="17" y="144"/>
                    <a:pt x="17" y="160"/>
                    <a:pt x="38" y="160"/>
                  </a:cubicBezTo>
                  <a:cubicBezTo>
                    <a:pt x="54" y="193"/>
                    <a:pt x="71" y="210"/>
                    <a:pt x="104" y="210"/>
                  </a:cubicBezTo>
                  <a:cubicBezTo>
                    <a:pt x="158" y="210"/>
                    <a:pt x="207" y="177"/>
                    <a:pt x="223" y="123"/>
                  </a:cubicBezTo>
                  <a:cubicBezTo>
                    <a:pt x="223" y="90"/>
                    <a:pt x="223" y="74"/>
                    <a:pt x="207" y="41"/>
                  </a:cubicBezTo>
                  <a:cubicBezTo>
                    <a:pt x="191" y="20"/>
                    <a:pt x="158" y="4"/>
                    <a:pt x="141" y="4"/>
                  </a:cubicBezTo>
                  <a:cubicBezTo>
                    <a:pt x="132" y="1"/>
                    <a:pt x="124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3" name="Google Shape;12513;p31"/>
            <p:cNvSpPr/>
            <p:nvPr/>
          </p:nvSpPr>
          <p:spPr>
            <a:xfrm>
              <a:off x="4131275" y="313010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0" y="0"/>
                  </a:moveTo>
                  <a:cubicBezTo>
                    <a:pt x="88" y="0"/>
                    <a:pt x="71" y="0"/>
                    <a:pt x="38" y="21"/>
                  </a:cubicBezTo>
                  <a:cubicBezTo>
                    <a:pt x="17" y="37"/>
                    <a:pt x="1" y="70"/>
                    <a:pt x="1" y="87"/>
                  </a:cubicBezTo>
                  <a:lnTo>
                    <a:pt x="1" y="140"/>
                  </a:lnTo>
                  <a:cubicBezTo>
                    <a:pt x="1" y="157"/>
                    <a:pt x="17" y="157"/>
                    <a:pt x="17" y="173"/>
                  </a:cubicBezTo>
                  <a:cubicBezTo>
                    <a:pt x="38" y="190"/>
                    <a:pt x="55" y="206"/>
                    <a:pt x="88" y="206"/>
                  </a:cubicBezTo>
                  <a:cubicBezTo>
                    <a:pt x="141" y="206"/>
                    <a:pt x="191" y="173"/>
                    <a:pt x="207" y="124"/>
                  </a:cubicBezTo>
                  <a:cubicBezTo>
                    <a:pt x="207" y="87"/>
                    <a:pt x="207" y="70"/>
                    <a:pt x="191" y="37"/>
                  </a:cubicBezTo>
                  <a:cubicBezTo>
                    <a:pt x="174" y="21"/>
                    <a:pt x="14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31"/>
            <p:cNvSpPr/>
            <p:nvPr/>
          </p:nvSpPr>
          <p:spPr>
            <a:xfrm>
              <a:off x="4130050" y="31442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3" y="1"/>
                  </a:moveTo>
                  <a:cubicBezTo>
                    <a:pt x="38" y="1"/>
                    <a:pt x="0" y="44"/>
                    <a:pt x="0" y="91"/>
                  </a:cubicBezTo>
                  <a:lnTo>
                    <a:pt x="0" y="124"/>
                  </a:lnTo>
                  <a:lnTo>
                    <a:pt x="0" y="140"/>
                  </a:lnTo>
                  <a:lnTo>
                    <a:pt x="17" y="157"/>
                  </a:lnTo>
                  <a:cubicBezTo>
                    <a:pt x="33" y="194"/>
                    <a:pt x="50" y="210"/>
                    <a:pt x="87" y="210"/>
                  </a:cubicBezTo>
                  <a:cubicBezTo>
                    <a:pt x="120" y="210"/>
                    <a:pt x="137" y="210"/>
                    <a:pt x="153" y="194"/>
                  </a:cubicBezTo>
                  <a:cubicBezTo>
                    <a:pt x="190" y="177"/>
                    <a:pt x="207" y="140"/>
                    <a:pt x="207" y="124"/>
                  </a:cubicBezTo>
                  <a:cubicBezTo>
                    <a:pt x="207" y="91"/>
                    <a:pt x="207" y="74"/>
                    <a:pt x="190" y="54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31"/>
            <p:cNvSpPr/>
            <p:nvPr/>
          </p:nvSpPr>
          <p:spPr>
            <a:xfrm>
              <a:off x="4124475" y="31699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08" y="1"/>
                  </a:moveTo>
                  <a:cubicBezTo>
                    <a:pt x="94" y="1"/>
                    <a:pt x="80" y="3"/>
                    <a:pt x="67" y="7"/>
                  </a:cubicBezTo>
                  <a:cubicBezTo>
                    <a:pt x="17" y="23"/>
                    <a:pt x="1" y="94"/>
                    <a:pt x="17" y="143"/>
                  </a:cubicBezTo>
                  <a:cubicBezTo>
                    <a:pt x="30" y="183"/>
                    <a:pt x="61" y="203"/>
                    <a:pt x="106" y="203"/>
                  </a:cubicBezTo>
                  <a:cubicBezTo>
                    <a:pt x="120" y="203"/>
                    <a:pt x="136" y="201"/>
                    <a:pt x="153" y="197"/>
                  </a:cubicBezTo>
                  <a:cubicBezTo>
                    <a:pt x="207" y="180"/>
                    <a:pt x="223" y="110"/>
                    <a:pt x="207" y="56"/>
                  </a:cubicBezTo>
                  <a:cubicBezTo>
                    <a:pt x="191" y="19"/>
                    <a:pt x="151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31"/>
            <p:cNvSpPr/>
            <p:nvPr/>
          </p:nvSpPr>
          <p:spPr>
            <a:xfrm>
              <a:off x="4146325" y="31261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5" y="1"/>
                  </a:moveTo>
                  <a:cubicBezTo>
                    <a:pt x="54" y="1"/>
                    <a:pt x="15" y="33"/>
                    <a:pt x="1" y="91"/>
                  </a:cubicBezTo>
                  <a:cubicBezTo>
                    <a:pt x="1" y="108"/>
                    <a:pt x="1" y="124"/>
                    <a:pt x="17" y="141"/>
                  </a:cubicBezTo>
                  <a:lnTo>
                    <a:pt x="17" y="157"/>
                  </a:lnTo>
                  <a:cubicBezTo>
                    <a:pt x="34" y="178"/>
                    <a:pt x="71" y="194"/>
                    <a:pt x="87" y="211"/>
                  </a:cubicBezTo>
                  <a:cubicBezTo>
                    <a:pt x="120" y="211"/>
                    <a:pt x="158" y="194"/>
                    <a:pt x="174" y="194"/>
                  </a:cubicBezTo>
                  <a:cubicBezTo>
                    <a:pt x="191" y="178"/>
                    <a:pt x="207" y="141"/>
                    <a:pt x="207" y="124"/>
                  </a:cubicBezTo>
                  <a:cubicBezTo>
                    <a:pt x="223" y="91"/>
                    <a:pt x="207" y="54"/>
                    <a:pt x="191" y="38"/>
                  </a:cubicBezTo>
                  <a:cubicBezTo>
                    <a:pt x="174" y="21"/>
                    <a:pt x="158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12517;p31"/>
            <p:cNvSpPr/>
            <p:nvPr/>
          </p:nvSpPr>
          <p:spPr>
            <a:xfrm>
              <a:off x="4142925" y="31373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4" y="42"/>
                    <a:pt x="1" y="92"/>
                    <a:pt x="17" y="145"/>
                  </a:cubicBezTo>
                  <a:cubicBezTo>
                    <a:pt x="34" y="162"/>
                    <a:pt x="34" y="178"/>
                    <a:pt x="50" y="178"/>
                  </a:cubicBezTo>
                  <a:cubicBezTo>
                    <a:pt x="87" y="211"/>
                    <a:pt x="120" y="211"/>
                    <a:pt x="153" y="211"/>
                  </a:cubicBezTo>
                  <a:cubicBezTo>
                    <a:pt x="207" y="195"/>
                    <a:pt x="223" y="162"/>
                    <a:pt x="223" y="125"/>
                  </a:cubicBezTo>
                  <a:lnTo>
                    <a:pt x="223" y="75"/>
                  </a:lnTo>
                  <a:cubicBezTo>
                    <a:pt x="210" y="31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12518;p31"/>
            <p:cNvSpPr/>
            <p:nvPr/>
          </p:nvSpPr>
          <p:spPr>
            <a:xfrm>
              <a:off x="4142925" y="315055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115" y="0"/>
                  </a:moveTo>
                  <a:cubicBezTo>
                    <a:pt x="106" y="0"/>
                    <a:pt x="97" y="2"/>
                    <a:pt x="87" y="7"/>
                  </a:cubicBezTo>
                  <a:cubicBezTo>
                    <a:pt x="67" y="7"/>
                    <a:pt x="34" y="27"/>
                    <a:pt x="17" y="44"/>
                  </a:cubicBezTo>
                  <a:cubicBezTo>
                    <a:pt x="1" y="60"/>
                    <a:pt x="1" y="93"/>
                    <a:pt x="1" y="110"/>
                  </a:cubicBezTo>
                  <a:lnTo>
                    <a:pt x="1" y="147"/>
                  </a:lnTo>
                  <a:cubicBezTo>
                    <a:pt x="17" y="164"/>
                    <a:pt x="17" y="180"/>
                    <a:pt x="34" y="180"/>
                  </a:cubicBezTo>
                  <a:cubicBezTo>
                    <a:pt x="58" y="195"/>
                    <a:pt x="84" y="203"/>
                    <a:pt x="110" y="203"/>
                  </a:cubicBezTo>
                  <a:cubicBezTo>
                    <a:pt x="141" y="203"/>
                    <a:pt x="170" y="191"/>
                    <a:pt x="190" y="164"/>
                  </a:cubicBezTo>
                  <a:cubicBezTo>
                    <a:pt x="207" y="147"/>
                    <a:pt x="207" y="131"/>
                    <a:pt x="207" y="93"/>
                  </a:cubicBezTo>
                  <a:cubicBezTo>
                    <a:pt x="207" y="60"/>
                    <a:pt x="190" y="44"/>
                    <a:pt x="170" y="27"/>
                  </a:cubicBezTo>
                  <a:cubicBezTo>
                    <a:pt x="158" y="1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31"/>
            <p:cNvSpPr/>
            <p:nvPr/>
          </p:nvSpPr>
          <p:spPr>
            <a:xfrm>
              <a:off x="4136450" y="3118150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87" y="0"/>
                  </a:moveTo>
                  <a:cubicBezTo>
                    <a:pt x="70" y="16"/>
                    <a:pt x="37" y="16"/>
                    <a:pt x="17" y="49"/>
                  </a:cubicBezTo>
                  <a:cubicBezTo>
                    <a:pt x="0" y="66"/>
                    <a:pt x="0" y="87"/>
                    <a:pt x="0" y="120"/>
                  </a:cubicBezTo>
                  <a:lnTo>
                    <a:pt x="0" y="153"/>
                  </a:lnTo>
                  <a:cubicBezTo>
                    <a:pt x="17" y="169"/>
                    <a:pt x="17" y="169"/>
                    <a:pt x="37" y="190"/>
                  </a:cubicBezTo>
                  <a:cubicBezTo>
                    <a:pt x="59" y="204"/>
                    <a:pt x="85" y="212"/>
                    <a:pt x="109" y="212"/>
                  </a:cubicBezTo>
                  <a:cubicBezTo>
                    <a:pt x="141" y="212"/>
                    <a:pt x="171" y="199"/>
                    <a:pt x="190" y="169"/>
                  </a:cubicBezTo>
                  <a:cubicBezTo>
                    <a:pt x="223" y="136"/>
                    <a:pt x="206" y="66"/>
                    <a:pt x="173" y="33"/>
                  </a:cubicBezTo>
                  <a:cubicBezTo>
                    <a:pt x="140" y="16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31"/>
            <p:cNvSpPr/>
            <p:nvPr/>
          </p:nvSpPr>
          <p:spPr>
            <a:xfrm>
              <a:off x="4123150" y="31837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0" y="0"/>
                  </a:moveTo>
                  <a:cubicBezTo>
                    <a:pt x="54" y="0"/>
                    <a:pt x="0" y="47"/>
                    <a:pt x="0" y="90"/>
                  </a:cubicBezTo>
                  <a:lnTo>
                    <a:pt x="0" y="143"/>
                  </a:lnTo>
                  <a:lnTo>
                    <a:pt x="17" y="160"/>
                  </a:lnTo>
                  <a:cubicBezTo>
                    <a:pt x="33" y="193"/>
                    <a:pt x="54" y="193"/>
                    <a:pt x="87" y="209"/>
                  </a:cubicBezTo>
                  <a:cubicBezTo>
                    <a:pt x="136" y="209"/>
                    <a:pt x="190" y="176"/>
                    <a:pt x="206" y="123"/>
                  </a:cubicBezTo>
                  <a:cubicBezTo>
                    <a:pt x="206" y="90"/>
                    <a:pt x="206" y="73"/>
                    <a:pt x="190" y="40"/>
                  </a:cubicBezTo>
                  <a:cubicBezTo>
                    <a:pt x="173" y="20"/>
                    <a:pt x="157" y="3"/>
                    <a:pt x="120" y="3"/>
                  </a:cubicBezTo>
                  <a:cubicBezTo>
                    <a:pt x="114" y="1"/>
                    <a:pt x="107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31"/>
            <p:cNvSpPr/>
            <p:nvPr/>
          </p:nvSpPr>
          <p:spPr>
            <a:xfrm>
              <a:off x="4120150" y="31206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04" y="1"/>
                  </a:moveTo>
                  <a:cubicBezTo>
                    <a:pt x="54" y="1"/>
                    <a:pt x="17" y="34"/>
                    <a:pt x="17" y="92"/>
                  </a:cubicBezTo>
                  <a:cubicBezTo>
                    <a:pt x="1" y="108"/>
                    <a:pt x="17" y="125"/>
                    <a:pt x="17" y="141"/>
                  </a:cubicBezTo>
                  <a:cubicBezTo>
                    <a:pt x="17" y="141"/>
                    <a:pt x="17" y="158"/>
                    <a:pt x="34" y="158"/>
                  </a:cubicBezTo>
                  <a:cubicBezTo>
                    <a:pt x="50" y="195"/>
                    <a:pt x="71" y="195"/>
                    <a:pt x="104" y="211"/>
                  </a:cubicBezTo>
                  <a:cubicBezTo>
                    <a:pt x="153" y="211"/>
                    <a:pt x="207" y="174"/>
                    <a:pt x="223" y="125"/>
                  </a:cubicBezTo>
                  <a:cubicBezTo>
                    <a:pt x="223" y="92"/>
                    <a:pt x="207" y="55"/>
                    <a:pt x="207" y="38"/>
                  </a:cubicBezTo>
                  <a:cubicBezTo>
                    <a:pt x="190" y="22"/>
                    <a:pt x="153" y="5"/>
                    <a:pt x="137" y="5"/>
                  </a:cubicBezTo>
                  <a:cubicBezTo>
                    <a:pt x="125" y="2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31"/>
            <p:cNvSpPr/>
            <p:nvPr/>
          </p:nvSpPr>
          <p:spPr>
            <a:xfrm>
              <a:off x="4109850" y="31086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50" y="1"/>
                    <a:pt x="0" y="34"/>
                    <a:pt x="0" y="87"/>
                  </a:cubicBezTo>
                  <a:lnTo>
                    <a:pt x="0" y="137"/>
                  </a:lnTo>
                  <a:cubicBezTo>
                    <a:pt x="0" y="157"/>
                    <a:pt x="17" y="157"/>
                    <a:pt x="17" y="174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136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4"/>
                  </a:cubicBezTo>
                  <a:cubicBezTo>
                    <a:pt x="174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31"/>
            <p:cNvSpPr/>
            <p:nvPr/>
          </p:nvSpPr>
          <p:spPr>
            <a:xfrm>
              <a:off x="4106450" y="31409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50" y="0"/>
                    <a:pt x="0" y="33"/>
                    <a:pt x="0" y="83"/>
                  </a:cubicBezTo>
                  <a:lnTo>
                    <a:pt x="0" y="153"/>
                  </a:lnTo>
                  <a:lnTo>
                    <a:pt x="17" y="169"/>
                  </a:lnTo>
                  <a:cubicBezTo>
                    <a:pt x="33" y="186"/>
                    <a:pt x="50" y="206"/>
                    <a:pt x="83" y="206"/>
                  </a:cubicBezTo>
                  <a:cubicBezTo>
                    <a:pt x="91" y="209"/>
                    <a:pt x="100" y="210"/>
                    <a:pt x="108" y="210"/>
                  </a:cubicBezTo>
                  <a:cubicBezTo>
                    <a:pt x="151" y="210"/>
                    <a:pt x="189" y="175"/>
                    <a:pt x="206" y="120"/>
                  </a:cubicBezTo>
                  <a:cubicBezTo>
                    <a:pt x="206" y="103"/>
                    <a:pt x="206" y="66"/>
                    <a:pt x="186" y="50"/>
                  </a:cubicBezTo>
                  <a:cubicBezTo>
                    <a:pt x="169" y="33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31"/>
            <p:cNvSpPr/>
            <p:nvPr/>
          </p:nvSpPr>
          <p:spPr>
            <a:xfrm>
              <a:off x="4107275" y="3122200"/>
              <a:ext cx="5575" cy="5075"/>
            </a:xfrm>
            <a:custGeom>
              <a:avLst/>
              <a:gdLst/>
              <a:ahLst/>
              <a:cxnLst/>
              <a:rect l="l" t="t" r="r" b="b"/>
              <a:pathLst>
                <a:path w="223" h="203" extrusionOk="0">
                  <a:moveTo>
                    <a:pt x="110" y="1"/>
                  </a:moveTo>
                  <a:cubicBezTo>
                    <a:pt x="96" y="1"/>
                    <a:pt x="83" y="3"/>
                    <a:pt x="70" y="7"/>
                  </a:cubicBezTo>
                  <a:cubicBezTo>
                    <a:pt x="17" y="28"/>
                    <a:pt x="0" y="77"/>
                    <a:pt x="17" y="147"/>
                  </a:cubicBezTo>
                  <a:cubicBezTo>
                    <a:pt x="29" y="184"/>
                    <a:pt x="72" y="203"/>
                    <a:pt x="113" y="203"/>
                  </a:cubicBezTo>
                  <a:cubicBezTo>
                    <a:pt x="127" y="203"/>
                    <a:pt x="140" y="201"/>
                    <a:pt x="153" y="197"/>
                  </a:cubicBezTo>
                  <a:cubicBezTo>
                    <a:pt x="206" y="180"/>
                    <a:pt x="223" y="110"/>
                    <a:pt x="206" y="61"/>
                  </a:cubicBezTo>
                  <a:cubicBezTo>
                    <a:pt x="194" y="20"/>
                    <a:pt x="151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31"/>
            <p:cNvSpPr/>
            <p:nvPr/>
          </p:nvSpPr>
          <p:spPr>
            <a:xfrm>
              <a:off x="4102125" y="315295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1" y="1"/>
                  </a:moveTo>
                  <a:cubicBezTo>
                    <a:pt x="116" y="1"/>
                    <a:pt x="100" y="5"/>
                    <a:pt x="87" y="14"/>
                  </a:cubicBezTo>
                  <a:cubicBezTo>
                    <a:pt x="33" y="35"/>
                    <a:pt x="0" y="84"/>
                    <a:pt x="17" y="138"/>
                  </a:cubicBezTo>
                  <a:cubicBezTo>
                    <a:pt x="33" y="154"/>
                    <a:pt x="33" y="171"/>
                    <a:pt x="50" y="187"/>
                  </a:cubicBezTo>
                  <a:cubicBezTo>
                    <a:pt x="76" y="199"/>
                    <a:pt x="100" y="210"/>
                    <a:pt x="124" y="210"/>
                  </a:cubicBezTo>
                  <a:cubicBezTo>
                    <a:pt x="133" y="210"/>
                    <a:pt x="143" y="208"/>
                    <a:pt x="153" y="204"/>
                  </a:cubicBezTo>
                  <a:cubicBezTo>
                    <a:pt x="206" y="187"/>
                    <a:pt x="223" y="154"/>
                    <a:pt x="223" y="117"/>
                  </a:cubicBezTo>
                  <a:lnTo>
                    <a:pt x="223" y="68"/>
                  </a:lnTo>
                  <a:cubicBezTo>
                    <a:pt x="211" y="29"/>
                    <a:pt x="171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31"/>
            <p:cNvSpPr/>
            <p:nvPr/>
          </p:nvSpPr>
          <p:spPr>
            <a:xfrm>
              <a:off x="4117175" y="3134375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124" y="1"/>
                  </a:moveTo>
                  <a:cubicBezTo>
                    <a:pt x="88" y="1"/>
                    <a:pt x="53" y="15"/>
                    <a:pt x="33" y="35"/>
                  </a:cubicBezTo>
                  <a:cubicBezTo>
                    <a:pt x="17" y="56"/>
                    <a:pt x="0" y="89"/>
                    <a:pt x="17" y="122"/>
                  </a:cubicBezTo>
                  <a:lnTo>
                    <a:pt x="17" y="138"/>
                  </a:lnTo>
                  <a:cubicBezTo>
                    <a:pt x="17" y="159"/>
                    <a:pt x="33" y="176"/>
                    <a:pt x="50" y="192"/>
                  </a:cubicBezTo>
                  <a:cubicBezTo>
                    <a:pt x="70" y="205"/>
                    <a:pt x="90" y="210"/>
                    <a:pt x="109" y="210"/>
                  </a:cubicBezTo>
                  <a:cubicBezTo>
                    <a:pt x="139" y="210"/>
                    <a:pt x="167" y="196"/>
                    <a:pt x="190" y="176"/>
                  </a:cubicBezTo>
                  <a:cubicBezTo>
                    <a:pt x="239" y="122"/>
                    <a:pt x="223" y="56"/>
                    <a:pt x="190" y="19"/>
                  </a:cubicBezTo>
                  <a:cubicBezTo>
                    <a:pt x="169" y="6"/>
                    <a:pt x="146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31"/>
            <p:cNvSpPr/>
            <p:nvPr/>
          </p:nvSpPr>
          <p:spPr>
            <a:xfrm>
              <a:off x="4097375" y="310160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2" y="1"/>
                  </a:moveTo>
                  <a:cubicBezTo>
                    <a:pt x="110" y="1"/>
                    <a:pt x="99" y="3"/>
                    <a:pt x="87" y="6"/>
                  </a:cubicBezTo>
                  <a:cubicBezTo>
                    <a:pt x="17" y="27"/>
                    <a:pt x="0" y="93"/>
                    <a:pt x="17" y="147"/>
                  </a:cubicBezTo>
                  <a:cubicBezTo>
                    <a:pt x="29" y="184"/>
                    <a:pt x="72" y="202"/>
                    <a:pt x="115" y="202"/>
                  </a:cubicBezTo>
                  <a:cubicBezTo>
                    <a:pt x="129" y="202"/>
                    <a:pt x="144" y="200"/>
                    <a:pt x="157" y="196"/>
                  </a:cubicBezTo>
                  <a:cubicBezTo>
                    <a:pt x="207" y="180"/>
                    <a:pt x="240" y="130"/>
                    <a:pt x="207" y="77"/>
                  </a:cubicBezTo>
                  <a:cubicBezTo>
                    <a:pt x="194" y="23"/>
                    <a:pt x="160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31"/>
            <p:cNvSpPr/>
            <p:nvPr/>
          </p:nvSpPr>
          <p:spPr>
            <a:xfrm>
              <a:off x="4116750" y="31508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2" y="1"/>
                  </a:moveTo>
                  <a:cubicBezTo>
                    <a:pt x="88" y="1"/>
                    <a:pt x="75" y="6"/>
                    <a:pt x="67" y="16"/>
                  </a:cubicBezTo>
                  <a:cubicBezTo>
                    <a:pt x="50" y="16"/>
                    <a:pt x="17" y="33"/>
                    <a:pt x="17" y="66"/>
                  </a:cubicBezTo>
                  <a:cubicBezTo>
                    <a:pt x="1" y="82"/>
                    <a:pt x="1" y="120"/>
                    <a:pt x="1" y="153"/>
                  </a:cubicBezTo>
                  <a:cubicBezTo>
                    <a:pt x="25" y="189"/>
                    <a:pt x="58" y="210"/>
                    <a:pt x="96" y="210"/>
                  </a:cubicBezTo>
                  <a:cubicBezTo>
                    <a:pt x="109" y="210"/>
                    <a:pt x="123" y="207"/>
                    <a:pt x="137" y="202"/>
                  </a:cubicBezTo>
                  <a:cubicBezTo>
                    <a:pt x="186" y="185"/>
                    <a:pt x="223" y="120"/>
                    <a:pt x="207" y="66"/>
                  </a:cubicBezTo>
                  <a:cubicBezTo>
                    <a:pt x="186" y="49"/>
                    <a:pt x="170" y="16"/>
                    <a:pt x="137" y="16"/>
                  </a:cubicBezTo>
                  <a:cubicBezTo>
                    <a:pt x="128" y="6"/>
                    <a:pt x="115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31"/>
            <p:cNvSpPr/>
            <p:nvPr/>
          </p:nvSpPr>
          <p:spPr>
            <a:xfrm>
              <a:off x="4112425" y="3162625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4" y="0"/>
                  </a:moveTo>
                  <a:cubicBezTo>
                    <a:pt x="112" y="0"/>
                    <a:pt x="99" y="2"/>
                    <a:pt x="87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29" y="183"/>
                    <a:pt x="72" y="202"/>
                    <a:pt x="114" y="202"/>
                  </a:cubicBezTo>
                  <a:cubicBezTo>
                    <a:pt x="127" y="202"/>
                    <a:pt x="141" y="200"/>
                    <a:pt x="153" y="196"/>
                  </a:cubicBezTo>
                  <a:cubicBezTo>
                    <a:pt x="207" y="179"/>
                    <a:pt x="240" y="109"/>
                    <a:pt x="223" y="60"/>
                  </a:cubicBezTo>
                  <a:cubicBezTo>
                    <a:pt x="198" y="19"/>
                    <a:pt x="162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31"/>
            <p:cNvSpPr/>
            <p:nvPr/>
          </p:nvSpPr>
          <p:spPr>
            <a:xfrm>
              <a:off x="4140775" y="31640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6" y="0"/>
                  </a:moveTo>
                  <a:cubicBezTo>
                    <a:pt x="51" y="0"/>
                    <a:pt x="0" y="45"/>
                    <a:pt x="0" y="87"/>
                  </a:cubicBezTo>
                  <a:lnTo>
                    <a:pt x="0" y="141"/>
                  </a:lnTo>
                  <a:cubicBezTo>
                    <a:pt x="0" y="157"/>
                    <a:pt x="17" y="157"/>
                    <a:pt x="17" y="157"/>
                  </a:cubicBezTo>
                  <a:cubicBezTo>
                    <a:pt x="33" y="190"/>
                    <a:pt x="50" y="211"/>
                    <a:pt x="87" y="211"/>
                  </a:cubicBezTo>
                  <a:cubicBezTo>
                    <a:pt x="120" y="211"/>
                    <a:pt x="136" y="211"/>
                    <a:pt x="173" y="190"/>
                  </a:cubicBezTo>
                  <a:cubicBezTo>
                    <a:pt x="190" y="174"/>
                    <a:pt x="206" y="141"/>
                    <a:pt x="206" y="124"/>
                  </a:cubicBezTo>
                  <a:cubicBezTo>
                    <a:pt x="223" y="71"/>
                    <a:pt x="173" y="5"/>
                    <a:pt x="120" y="5"/>
                  </a:cubicBezTo>
                  <a:cubicBezTo>
                    <a:pt x="112" y="2"/>
                    <a:pt x="104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12531;p31"/>
            <p:cNvSpPr/>
            <p:nvPr/>
          </p:nvSpPr>
          <p:spPr>
            <a:xfrm>
              <a:off x="4002450" y="3012500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87" y="0"/>
                  </a:moveTo>
                  <a:cubicBezTo>
                    <a:pt x="70" y="0"/>
                    <a:pt x="37" y="17"/>
                    <a:pt x="17" y="33"/>
                  </a:cubicBezTo>
                  <a:cubicBezTo>
                    <a:pt x="0" y="50"/>
                    <a:pt x="0" y="87"/>
                    <a:pt x="0" y="120"/>
                  </a:cubicBezTo>
                  <a:lnTo>
                    <a:pt x="0" y="136"/>
                  </a:lnTo>
                  <a:cubicBezTo>
                    <a:pt x="17" y="153"/>
                    <a:pt x="17" y="169"/>
                    <a:pt x="37" y="190"/>
                  </a:cubicBezTo>
                  <a:cubicBezTo>
                    <a:pt x="56" y="202"/>
                    <a:pt x="77" y="207"/>
                    <a:pt x="99" y="207"/>
                  </a:cubicBezTo>
                  <a:cubicBezTo>
                    <a:pt x="134" y="207"/>
                    <a:pt x="169" y="192"/>
                    <a:pt x="190" y="169"/>
                  </a:cubicBezTo>
                  <a:cubicBezTo>
                    <a:pt x="223" y="120"/>
                    <a:pt x="223" y="50"/>
                    <a:pt x="173" y="17"/>
                  </a:cubicBezTo>
                  <a:cubicBezTo>
                    <a:pt x="157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31"/>
            <p:cNvSpPr/>
            <p:nvPr/>
          </p:nvSpPr>
          <p:spPr>
            <a:xfrm>
              <a:off x="4002025" y="299647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01" y="0"/>
                  </a:moveTo>
                  <a:cubicBezTo>
                    <a:pt x="53" y="0"/>
                    <a:pt x="17" y="35"/>
                    <a:pt x="17" y="89"/>
                  </a:cubicBezTo>
                  <a:cubicBezTo>
                    <a:pt x="1" y="109"/>
                    <a:pt x="17" y="126"/>
                    <a:pt x="17" y="142"/>
                  </a:cubicBezTo>
                  <a:cubicBezTo>
                    <a:pt x="17" y="142"/>
                    <a:pt x="17" y="159"/>
                    <a:pt x="34" y="159"/>
                  </a:cubicBezTo>
                  <a:cubicBezTo>
                    <a:pt x="54" y="192"/>
                    <a:pt x="71" y="192"/>
                    <a:pt x="104" y="212"/>
                  </a:cubicBezTo>
                  <a:cubicBezTo>
                    <a:pt x="120" y="212"/>
                    <a:pt x="157" y="192"/>
                    <a:pt x="174" y="192"/>
                  </a:cubicBezTo>
                  <a:cubicBezTo>
                    <a:pt x="207" y="175"/>
                    <a:pt x="207" y="142"/>
                    <a:pt x="223" y="126"/>
                  </a:cubicBezTo>
                  <a:cubicBezTo>
                    <a:pt x="223" y="89"/>
                    <a:pt x="223" y="56"/>
                    <a:pt x="207" y="39"/>
                  </a:cubicBezTo>
                  <a:cubicBezTo>
                    <a:pt x="190" y="23"/>
                    <a:pt x="157" y="6"/>
                    <a:pt x="137" y="6"/>
                  </a:cubicBezTo>
                  <a:cubicBezTo>
                    <a:pt x="124" y="2"/>
                    <a:pt x="113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31"/>
            <p:cNvSpPr/>
            <p:nvPr/>
          </p:nvSpPr>
          <p:spPr>
            <a:xfrm>
              <a:off x="3999050" y="31034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04" y="0"/>
                  </a:moveTo>
                  <a:cubicBezTo>
                    <a:pt x="54" y="0"/>
                    <a:pt x="17" y="33"/>
                    <a:pt x="17" y="91"/>
                  </a:cubicBezTo>
                  <a:cubicBezTo>
                    <a:pt x="0" y="108"/>
                    <a:pt x="0" y="124"/>
                    <a:pt x="17" y="141"/>
                  </a:cubicBezTo>
                  <a:cubicBezTo>
                    <a:pt x="17" y="141"/>
                    <a:pt x="17" y="161"/>
                    <a:pt x="33" y="161"/>
                  </a:cubicBezTo>
                  <a:cubicBezTo>
                    <a:pt x="50" y="194"/>
                    <a:pt x="70" y="194"/>
                    <a:pt x="103" y="211"/>
                  </a:cubicBezTo>
                  <a:cubicBezTo>
                    <a:pt x="153" y="211"/>
                    <a:pt x="206" y="178"/>
                    <a:pt x="223" y="124"/>
                  </a:cubicBezTo>
                  <a:cubicBezTo>
                    <a:pt x="223" y="91"/>
                    <a:pt x="206" y="58"/>
                    <a:pt x="206" y="38"/>
                  </a:cubicBezTo>
                  <a:cubicBezTo>
                    <a:pt x="190" y="21"/>
                    <a:pt x="153" y="5"/>
                    <a:pt x="136" y="5"/>
                  </a:cubicBezTo>
                  <a:cubicBezTo>
                    <a:pt x="125" y="2"/>
                    <a:pt x="11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31"/>
            <p:cNvSpPr/>
            <p:nvPr/>
          </p:nvSpPr>
          <p:spPr>
            <a:xfrm>
              <a:off x="4002450" y="30708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40" y="1"/>
                  </a:moveTo>
                  <a:cubicBezTo>
                    <a:pt x="70" y="1"/>
                    <a:pt x="17" y="38"/>
                    <a:pt x="17" y="87"/>
                  </a:cubicBezTo>
                  <a:cubicBezTo>
                    <a:pt x="0" y="104"/>
                    <a:pt x="17" y="124"/>
                    <a:pt x="17" y="141"/>
                  </a:cubicBezTo>
                  <a:cubicBezTo>
                    <a:pt x="17" y="157"/>
                    <a:pt x="17" y="157"/>
                    <a:pt x="37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1" y="210"/>
                    <a:pt x="119" y="211"/>
                    <a:pt x="127" y="211"/>
                  </a:cubicBezTo>
                  <a:cubicBezTo>
                    <a:pt x="171" y="211"/>
                    <a:pt x="209" y="166"/>
                    <a:pt x="223" y="124"/>
                  </a:cubicBezTo>
                  <a:cubicBezTo>
                    <a:pt x="223" y="104"/>
                    <a:pt x="223" y="71"/>
                    <a:pt x="206" y="54"/>
                  </a:cubicBezTo>
                  <a:cubicBezTo>
                    <a:pt x="190" y="21"/>
                    <a:pt x="157" y="2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31"/>
            <p:cNvSpPr/>
            <p:nvPr/>
          </p:nvSpPr>
          <p:spPr>
            <a:xfrm>
              <a:off x="3997300" y="3024275"/>
              <a:ext cx="5175" cy="5050"/>
            </a:xfrm>
            <a:custGeom>
              <a:avLst/>
              <a:gdLst/>
              <a:ahLst/>
              <a:cxnLst/>
              <a:rect l="l" t="t" r="r" b="b"/>
              <a:pathLst>
                <a:path w="207" h="202" extrusionOk="0">
                  <a:moveTo>
                    <a:pt x="95" y="1"/>
                  </a:moveTo>
                  <a:cubicBezTo>
                    <a:pt x="76" y="1"/>
                    <a:pt x="61" y="13"/>
                    <a:pt x="37" y="28"/>
                  </a:cubicBezTo>
                  <a:cubicBezTo>
                    <a:pt x="17" y="44"/>
                    <a:pt x="0" y="61"/>
                    <a:pt x="0" y="94"/>
                  </a:cubicBezTo>
                  <a:lnTo>
                    <a:pt x="0" y="147"/>
                  </a:lnTo>
                  <a:cubicBezTo>
                    <a:pt x="17" y="147"/>
                    <a:pt x="17" y="164"/>
                    <a:pt x="17" y="164"/>
                  </a:cubicBezTo>
                  <a:cubicBezTo>
                    <a:pt x="37" y="180"/>
                    <a:pt x="70" y="197"/>
                    <a:pt x="87" y="197"/>
                  </a:cubicBezTo>
                  <a:cubicBezTo>
                    <a:pt x="96" y="200"/>
                    <a:pt x="105" y="201"/>
                    <a:pt x="115" y="201"/>
                  </a:cubicBezTo>
                  <a:cubicBezTo>
                    <a:pt x="161" y="201"/>
                    <a:pt x="206" y="169"/>
                    <a:pt x="206" y="110"/>
                  </a:cubicBezTo>
                  <a:cubicBezTo>
                    <a:pt x="206" y="94"/>
                    <a:pt x="206" y="61"/>
                    <a:pt x="190" y="44"/>
                  </a:cubicBezTo>
                  <a:cubicBezTo>
                    <a:pt x="173" y="28"/>
                    <a:pt x="157" y="7"/>
                    <a:pt x="120" y="7"/>
                  </a:cubicBezTo>
                  <a:cubicBezTo>
                    <a:pt x="110" y="3"/>
                    <a:pt x="102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31"/>
            <p:cNvSpPr/>
            <p:nvPr/>
          </p:nvSpPr>
          <p:spPr>
            <a:xfrm>
              <a:off x="3989550" y="3092225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120" y="0"/>
                  </a:moveTo>
                  <a:cubicBezTo>
                    <a:pt x="105" y="0"/>
                    <a:pt x="89" y="2"/>
                    <a:pt x="71" y="6"/>
                  </a:cubicBezTo>
                  <a:cubicBezTo>
                    <a:pt x="17" y="23"/>
                    <a:pt x="1" y="93"/>
                    <a:pt x="17" y="142"/>
                  </a:cubicBezTo>
                  <a:cubicBezTo>
                    <a:pt x="33" y="183"/>
                    <a:pt x="74" y="202"/>
                    <a:pt x="117" y="202"/>
                  </a:cubicBezTo>
                  <a:cubicBezTo>
                    <a:pt x="130" y="202"/>
                    <a:pt x="144" y="200"/>
                    <a:pt x="158" y="196"/>
                  </a:cubicBezTo>
                  <a:cubicBezTo>
                    <a:pt x="207" y="175"/>
                    <a:pt x="244" y="109"/>
                    <a:pt x="207" y="56"/>
                  </a:cubicBezTo>
                  <a:cubicBezTo>
                    <a:pt x="195" y="19"/>
                    <a:pt x="164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31"/>
            <p:cNvSpPr/>
            <p:nvPr/>
          </p:nvSpPr>
          <p:spPr>
            <a:xfrm>
              <a:off x="3990500" y="3063925"/>
              <a:ext cx="6000" cy="5375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01" y="0"/>
                  </a:moveTo>
                  <a:cubicBezTo>
                    <a:pt x="90" y="0"/>
                    <a:pt x="78" y="2"/>
                    <a:pt x="66" y="4"/>
                  </a:cubicBezTo>
                  <a:cubicBezTo>
                    <a:pt x="17" y="37"/>
                    <a:pt x="0" y="91"/>
                    <a:pt x="17" y="141"/>
                  </a:cubicBezTo>
                  <a:cubicBezTo>
                    <a:pt x="30" y="185"/>
                    <a:pt x="80" y="215"/>
                    <a:pt x="125" y="215"/>
                  </a:cubicBezTo>
                  <a:cubicBezTo>
                    <a:pt x="135" y="215"/>
                    <a:pt x="144" y="214"/>
                    <a:pt x="153" y="211"/>
                  </a:cubicBezTo>
                  <a:cubicBezTo>
                    <a:pt x="206" y="174"/>
                    <a:pt x="239" y="124"/>
                    <a:pt x="206" y="70"/>
                  </a:cubicBezTo>
                  <a:cubicBezTo>
                    <a:pt x="189" y="30"/>
                    <a:pt x="153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31"/>
            <p:cNvSpPr/>
            <p:nvPr/>
          </p:nvSpPr>
          <p:spPr>
            <a:xfrm>
              <a:off x="3995125" y="30519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54" y="0"/>
                    <a:pt x="1" y="33"/>
                    <a:pt x="1" y="87"/>
                  </a:cubicBezTo>
                  <a:lnTo>
                    <a:pt x="1" y="136"/>
                  </a:lnTo>
                  <a:cubicBezTo>
                    <a:pt x="1" y="157"/>
                    <a:pt x="21" y="157"/>
                    <a:pt x="21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94" y="208"/>
                    <a:pt x="101" y="209"/>
                    <a:pt x="108" y="209"/>
                  </a:cubicBezTo>
                  <a:cubicBezTo>
                    <a:pt x="153" y="209"/>
                    <a:pt x="192" y="166"/>
                    <a:pt x="207" y="120"/>
                  </a:cubicBezTo>
                  <a:cubicBezTo>
                    <a:pt x="207" y="103"/>
                    <a:pt x="207" y="70"/>
                    <a:pt x="190" y="54"/>
                  </a:cubicBezTo>
                  <a:cubicBezTo>
                    <a:pt x="174" y="17"/>
                    <a:pt x="141" y="17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31"/>
            <p:cNvSpPr/>
            <p:nvPr/>
          </p:nvSpPr>
          <p:spPr>
            <a:xfrm>
              <a:off x="3989150" y="30777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71" y="1"/>
                    <a:pt x="17" y="34"/>
                    <a:pt x="0" y="87"/>
                  </a:cubicBezTo>
                  <a:lnTo>
                    <a:pt x="0" y="137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3" y="190"/>
                    <a:pt x="71" y="207"/>
                    <a:pt x="87" y="207"/>
                  </a:cubicBezTo>
                  <a:cubicBezTo>
                    <a:pt x="96" y="209"/>
                    <a:pt x="105" y="210"/>
                    <a:pt x="114" y="210"/>
                  </a:cubicBezTo>
                  <a:cubicBezTo>
                    <a:pt x="169" y="210"/>
                    <a:pt x="207" y="167"/>
                    <a:pt x="207" y="120"/>
                  </a:cubicBezTo>
                  <a:cubicBezTo>
                    <a:pt x="207" y="104"/>
                    <a:pt x="207" y="71"/>
                    <a:pt x="190" y="54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31"/>
            <p:cNvSpPr/>
            <p:nvPr/>
          </p:nvSpPr>
          <p:spPr>
            <a:xfrm>
              <a:off x="3996050" y="30382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lnTo>
                    <a:pt x="1" y="120"/>
                  </a:lnTo>
                  <a:lnTo>
                    <a:pt x="1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4" y="190"/>
                    <a:pt x="50" y="207"/>
                    <a:pt x="87" y="207"/>
                  </a:cubicBezTo>
                  <a:cubicBezTo>
                    <a:pt x="120" y="207"/>
                    <a:pt x="137" y="207"/>
                    <a:pt x="170" y="190"/>
                  </a:cubicBezTo>
                  <a:cubicBezTo>
                    <a:pt x="190" y="170"/>
                    <a:pt x="207" y="153"/>
                    <a:pt x="207" y="120"/>
                  </a:cubicBezTo>
                  <a:cubicBezTo>
                    <a:pt x="207" y="104"/>
                    <a:pt x="207" y="67"/>
                    <a:pt x="190" y="50"/>
                  </a:cubicBezTo>
                  <a:cubicBezTo>
                    <a:pt x="170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31"/>
            <p:cNvSpPr/>
            <p:nvPr/>
          </p:nvSpPr>
          <p:spPr>
            <a:xfrm>
              <a:off x="4014500" y="30038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1"/>
                  </a:moveTo>
                  <a:cubicBezTo>
                    <a:pt x="104" y="1"/>
                    <a:pt x="71" y="1"/>
                    <a:pt x="50" y="21"/>
                  </a:cubicBezTo>
                  <a:cubicBezTo>
                    <a:pt x="34" y="38"/>
                    <a:pt x="17" y="54"/>
                    <a:pt x="17" y="87"/>
                  </a:cubicBezTo>
                  <a:cubicBezTo>
                    <a:pt x="1" y="104"/>
                    <a:pt x="1" y="124"/>
                    <a:pt x="17" y="141"/>
                  </a:cubicBezTo>
                  <a:cubicBezTo>
                    <a:pt x="17" y="141"/>
                    <a:pt x="17" y="157"/>
                    <a:pt x="34" y="157"/>
                  </a:cubicBezTo>
                  <a:cubicBezTo>
                    <a:pt x="50" y="190"/>
                    <a:pt x="71" y="190"/>
                    <a:pt x="104" y="207"/>
                  </a:cubicBezTo>
                  <a:cubicBezTo>
                    <a:pt x="153" y="207"/>
                    <a:pt x="207" y="174"/>
                    <a:pt x="223" y="124"/>
                  </a:cubicBezTo>
                  <a:cubicBezTo>
                    <a:pt x="223" y="87"/>
                    <a:pt x="207" y="54"/>
                    <a:pt x="207" y="38"/>
                  </a:cubicBezTo>
                  <a:cubicBezTo>
                    <a:pt x="190" y="2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31"/>
            <p:cNvSpPr/>
            <p:nvPr/>
          </p:nvSpPr>
          <p:spPr>
            <a:xfrm>
              <a:off x="4016250" y="29897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lnTo>
                    <a:pt x="1" y="137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4" y="191"/>
                    <a:pt x="67" y="207"/>
                    <a:pt x="83" y="207"/>
                  </a:cubicBezTo>
                  <a:cubicBezTo>
                    <a:pt x="93" y="209"/>
                    <a:pt x="102" y="210"/>
                    <a:pt x="110" y="210"/>
                  </a:cubicBezTo>
                  <a:cubicBezTo>
                    <a:pt x="167" y="210"/>
                    <a:pt x="207" y="167"/>
                    <a:pt x="207" y="120"/>
                  </a:cubicBezTo>
                  <a:cubicBezTo>
                    <a:pt x="207" y="104"/>
                    <a:pt x="207" y="71"/>
                    <a:pt x="186" y="50"/>
                  </a:cubicBezTo>
                  <a:cubicBezTo>
                    <a:pt x="170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31"/>
            <p:cNvSpPr/>
            <p:nvPr/>
          </p:nvSpPr>
          <p:spPr>
            <a:xfrm>
              <a:off x="4017500" y="297382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20" y="1"/>
                  </a:moveTo>
                  <a:cubicBezTo>
                    <a:pt x="87" y="1"/>
                    <a:pt x="70" y="1"/>
                    <a:pt x="33" y="34"/>
                  </a:cubicBezTo>
                  <a:cubicBezTo>
                    <a:pt x="17" y="50"/>
                    <a:pt x="17" y="67"/>
                    <a:pt x="0" y="88"/>
                  </a:cubicBezTo>
                  <a:cubicBezTo>
                    <a:pt x="0" y="104"/>
                    <a:pt x="0" y="121"/>
                    <a:pt x="17" y="137"/>
                  </a:cubicBezTo>
                  <a:cubicBezTo>
                    <a:pt x="33" y="170"/>
                    <a:pt x="54" y="207"/>
                    <a:pt x="103" y="207"/>
                  </a:cubicBezTo>
                  <a:cubicBezTo>
                    <a:pt x="157" y="207"/>
                    <a:pt x="206" y="170"/>
                    <a:pt x="223" y="121"/>
                  </a:cubicBezTo>
                  <a:cubicBezTo>
                    <a:pt x="223" y="88"/>
                    <a:pt x="206" y="67"/>
                    <a:pt x="190" y="34"/>
                  </a:cubicBezTo>
                  <a:cubicBezTo>
                    <a:pt x="173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31"/>
            <p:cNvSpPr/>
            <p:nvPr/>
          </p:nvSpPr>
          <p:spPr>
            <a:xfrm>
              <a:off x="4012350" y="3020225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70" y="0"/>
                    <a:pt x="17" y="33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cubicBezTo>
                    <a:pt x="17" y="153"/>
                    <a:pt x="17" y="153"/>
                    <a:pt x="33" y="169"/>
                  </a:cubicBezTo>
                  <a:cubicBezTo>
                    <a:pt x="54" y="190"/>
                    <a:pt x="70" y="206"/>
                    <a:pt x="103" y="206"/>
                  </a:cubicBezTo>
                  <a:cubicBezTo>
                    <a:pt x="120" y="206"/>
                    <a:pt x="157" y="206"/>
                    <a:pt x="173" y="190"/>
                  </a:cubicBezTo>
                  <a:cubicBezTo>
                    <a:pt x="190" y="169"/>
                    <a:pt x="206" y="153"/>
                    <a:pt x="223" y="120"/>
                  </a:cubicBezTo>
                  <a:cubicBezTo>
                    <a:pt x="223" y="87"/>
                    <a:pt x="206" y="66"/>
                    <a:pt x="190" y="50"/>
                  </a:cubicBezTo>
                  <a:cubicBezTo>
                    <a:pt x="173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31"/>
            <p:cNvSpPr/>
            <p:nvPr/>
          </p:nvSpPr>
          <p:spPr>
            <a:xfrm>
              <a:off x="4006775" y="3057950"/>
              <a:ext cx="5600" cy="5400"/>
            </a:xfrm>
            <a:custGeom>
              <a:avLst/>
              <a:gdLst/>
              <a:ahLst/>
              <a:cxnLst/>
              <a:rect l="l" t="t" r="r" b="b"/>
              <a:pathLst>
                <a:path w="224" h="216" extrusionOk="0">
                  <a:moveTo>
                    <a:pt x="120" y="0"/>
                  </a:moveTo>
                  <a:cubicBezTo>
                    <a:pt x="71" y="0"/>
                    <a:pt x="17" y="37"/>
                    <a:pt x="0" y="87"/>
                  </a:cubicBezTo>
                  <a:lnTo>
                    <a:pt x="0" y="157"/>
                  </a:lnTo>
                  <a:cubicBezTo>
                    <a:pt x="17" y="157"/>
                    <a:pt x="17" y="157"/>
                    <a:pt x="17" y="173"/>
                  </a:cubicBezTo>
                  <a:cubicBezTo>
                    <a:pt x="33" y="190"/>
                    <a:pt x="71" y="206"/>
                    <a:pt x="87" y="206"/>
                  </a:cubicBezTo>
                  <a:cubicBezTo>
                    <a:pt x="97" y="213"/>
                    <a:pt x="105" y="215"/>
                    <a:pt x="113" y="215"/>
                  </a:cubicBezTo>
                  <a:cubicBezTo>
                    <a:pt x="132" y="215"/>
                    <a:pt x="148" y="201"/>
                    <a:pt x="174" y="190"/>
                  </a:cubicBezTo>
                  <a:cubicBezTo>
                    <a:pt x="190" y="173"/>
                    <a:pt x="207" y="157"/>
                    <a:pt x="207" y="124"/>
                  </a:cubicBezTo>
                  <a:cubicBezTo>
                    <a:pt x="223" y="70"/>
                    <a:pt x="174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31"/>
            <p:cNvSpPr/>
            <p:nvPr/>
          </p:nvSpPr>
          <p:spPr>
            <a:xfrm>
              <a:off x="4008950" y="30316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26" y="1"/>
                  </a:moveTo>
                  <a:cubicBezTo>
                    <a:pt x="112" y="1"/>
                    <a:pt x="99" y="3"/>
                    <a:pt x="87" y="7"/>
                  </a:cubicBezTo>
                  <a:cubicBezTo>
                    <a:pt x="33" y="24"/>
                    <a:pt x="0" y="77"/>
                    <a:pt x="33" y="147"/>
                  </a:cubicBezTo>
                  <a:cubicBezTo>
                    <a:pt x="33" y="147"/>
                    <a:pt x="50" y="164"/>
                    <a:pt x="50" y="180"/>
                  </a:cubicBezTo>
                  <a:cubicBezTo>
                    <a:pt x="76" y="192"/>
                    <a:pt x="100" y="204"/>
                    <a:pt x="129" y="204"/>
                  </a:cubicBezTo>
                  <a:cubicBezTo>
                    <a:pt x="142" y="204"/>
                    <a:pt x="155" y="202"/>
                    <a:pt x="169" y="197"/>
                  </a:cubicBezTo>
                  <a:cubicBezTo>
                    <a:pt x="206" y="180"/>
                    <a:pt x="223" y="147"/>
                    <a:pt x="223" y="110"/>
                  </a:cubicBezTo>
                  <a:lnTo>
                    <a:pt x="223" y="61"/>
                  </a:lnTo>
                  <a:cubicBezTo>
                    <a:pt x="210" y="20"/>
                    <a:pt x="167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31"/>
            <p:cNvSpPr/>
            <p:nvPr/>
          </p:nvSpPr>
          <p:spPr>
            <a:xfrm>
              <a:off x="3999875" y="308447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4"/>
                    <a:pt x="0" y="94"/>
                    <a:pt x="37" y="143"/>
                  </a:cubicBezTo>
                  <a:cubicBezTo>
                    <a:pt x="50" y="184"/>
                    <a:pt x="81" y="203"/>
                    <a:pt x="126" y="203"/>
                  </a:cubicBezTo>
                  <a:cubicBezTo>
                    <a:pt x="140" y="203"/>
                    <a:pt x="156" y="201"/>
                    <a:pt x="173" y="197"/>
                  </a:cubicBezTo>
                  <a:cubicBezTo>
                    <a:pt x="223" y="176"/>
                    <a:pt x="243" y="127"/>
                    <a:pt x="223" y="57"/>
                  </a:cubicBezTo>
                  <a:cubicBezTo>
                    <a:pt x="210" y="19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31"/>
            <p:cNvSpPr/>
            <p:nvPr/>
          </p:nvSpPr>
          <p:spPr>
            <a:xfrm>
              <a:off x="4008950" y="3044650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03" y="0"/>
                  </a:moveTo>
                  <a:cubicBezTo>
                    <a:pt x="66" y="0"/>
                    <a:pt x="33" y="17"/>
                    <a:pt x="17" y="37"/>
                  </a:cubicBezTo>
                  <a:cubicBezTo>
                    <a:pt x="0" y="70"/>
                    <a:pt x="0" y="87"/>
                    <a:pt x="0" y="120"/>
                  </a:cubicBezTo>
                  <a:cubicBezTo>
                    <a:pt x="0" y="120"/>
                    <a:pt x="0" y="141"/>
                    <a:pt x="17" y="141"/>
                  </a:cubicBezTo>
                  <a:cubicBezTo>
                    <a:pt x="17" y="157"/>
                    <a:pt x="33" y="174"/>
                    <a:pt x="33" y="190"/>
                  </a:cubicBezTo>
                  <a:cubicBezTo>
                    <a:pt x="53" y="203"/>
                    <a:pt x="76" y="208"/>
                    <a:pt x="98" y="208"/>
                  </a:cubicBezTo>
                  <a:cubicBezTo>
                    <a:pt x="133" y="208"/>
                    <a:pt x="167" y="194"/>
                    <a:pt x="190" y="174"/>
                  </a:cubicBezTo>
                  <a:cubicBezTo>
                    <a:pt x="206" y="157"/>
                    <a:pt x="206" y="120"/>
                    <a:pt x="206" y="87"/>
                  </a:cubicBezTo>
                  <a:cubicBezTo>
                    <a:pt x="206" y="70"/>
                    <a:pt x="190" y="3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31"/>
            <p:cNvSpPr/>
            <p:nvPr/>
          </p:nvSpPr>
          <p:spPr>
            <a:xfrm>
              <a:off x="4046250" y="31248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6" y="0"/>
                  </a:moveTo>
                  <a:cubicBezTo>
                    <a:pt x="41" y="0"/>
                    <a:pt x="1" y="46"/>
                    <a:pt x="1" y="90"/>
                  </a:cubicBezTo>
                  <a:lnTo>
                    <a:pt x="1" y="143"/>
                  </a:lnTo>
                  <a:cubicBezTo>
                    <a:pt x="1" y="160"/>
                    <a:pt x="17" y="160"/>
                    <a:pt x="17" y="160"/>
                  </a:cubicBezTo>
                  <a:cubicBezTo>
                    <a:pt x="38" y="193"/>
                    <a:pt x="54" y="209"/>
                    <a:pt x="87" y="209"/>
                  </a:cubicBezTo>
                  <a:cubicBezTo>
                    <a:pt x="104" y="209"/>
                    <a:pt x="141" y="209"/>
                    <a:pt x="157" y="193"/>
                  </a:cubicBezTo>
                  <a:cubicBezTo>
                    <a:pt x="190" y="176"/>
                    <a:pt x="207" y="143"/>
                    <a:pt x="207" y="127"/>
                  </a:cubicBezTo>
                  <a:cubicBezTo>
                    <a:pt x="207" y="90"/>
                    <a:pt x="207" y="73"/>
                    <a:pt x="190" y="40"/>
                  </a:cubicBezTo>
                  <a:cubicBezTo>
                    <a:pt x="174" y="24"/>
                    <a:pt x="141" y="3"/>
                    <a:pt x="120" y="3"/>
                  </a:cubicBezTo>
                  <a:cubicBezTo>
                    <a:pt x="112" y="1"/>
                    <a:pt x="104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31"/>
            <p:cNvSpPr/>
            <p:nvPr/>
          </p:nvSpPr>
          <p:spPr>
            <a:xfrm>
              <a:off x="4040275" y="315110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7" y="1"/>
                  </a:moveTo>
                  <a:cubicBezTo>
                    <a:pt x="55" y="1"/>
                    <a:pt x="14" y="46"/>
                    <a:pt x="0" y="88"/>
                  </a:cubicBezTo>
                  <a:lnTo>
                    <a:pt x="0" y="142"/>
                  </a:lnTo>
                  <a:cubicBezTo>
                    <a:pt x="17" y="142"/>
                    <a:pt x="17" y="158"/>
                    <a:pt x="17" y="158"/>
                  </a:cubicBezTo>
                  <a:cubicBezTo>
                    <a:pt x="33" y="191"/>
                    <a:pt x="70" y="212"/>
                    <a:pt x="87" y="212"/>
                  </a:cubicBezTo>
                  <a:cubicBezTo>
                    <a:pt x="136" y="212"/>
                    <a:pt x="207" y="174"/>
                    <a:pt x="207" y="125"/>
                  </a:cubicBezTo>
                  <a:cubicBezTo>
                    <a:pt x="207" y="88"/>
                    <a:pt x="207" y="71"/>
                    <a:pt x="190" y="38"/>
                  </a:cubicBezTo>
                  <a:cubicBezTo>
                    <a:pt x="174" y="22"/>
                    <a:pt x="153" y="5"/>
                    <a:pt x="120" y="5"/>
                  </a:cubicBezTo>
                  <a:cubicBezTo>
                    <a:pt x="112" y="2"/>
                    <a:pt x="105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31"/>
            <p:cNvSpPr/>
            <p:nvPr/>
          </p:nvSpPr>
          <p:spPr>
            <a:xfrm>
              <a:off x="4037275" y="31649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2" y="0"/>
                  </a:moveTo>
                  <a:cubicBezTo>
                    <a:pt x="80" y="0"/>
                    <a:pt x="48" y="14"/>
                    <a:pt x="17" y="35"/>
                  </a:cubicBezTo>
                  <a:cubicBezTo>
                    <a:pt x="1" y="51"/>
                    <a:pt x="1" y="88"/>
                    <a:pt x="1" y="121"/>
                  </a:cubicBezTo>
                  <a:cubicBezTo>
                    <a:pt x="1" y="121"/>
                    <a:pt x="1" y="138"/>
                    <a:pt x="17" y="138"/>
                  </a:cubicBezTo>
                  <a:cubicBezTo>
                    <a:pt x="17" y="154"/>
                    <a:pt x="34" y="175"/>
                    <a:pt x="34" y="191"/>
                  </a:cubicBezTo>
                  <a:cubicBezTo>
                    <a:pt x="54" y="204"/>
                    <a:pt x="77" y="209"/>
                    <a:pt x="98" y="209"/>
                  </a:cubicBezTo>
                  <a:cubicBezTo>
                    <a:pt x="134" y="209"/>
                    <a:pt x="168" y="195"/>
                    <a:pt x="190" y="175"/>
                  </a:cubicBezTo>
                  <a:cubicBezTo>
                    <a:pt x="223" y="121"/>
                    <a:pt x="223" y="51"/>
                    <a:pt x="170" y="18"/>
                  </a:cubicBezTo>
                  <a:cubicBezTo>
                    <a:pt x="151" y="6"/>
                    <a:pt x="131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31"/>
            <p:cNvSpPr/>
            <p:nvPr/>
          </p:nvSpPr>
          <p:spPr>
            <a:xfrm>
              <a:off x="4033775" y="31262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4" y="1"/>
                  </a:moveTo>
                  <a:cubicBezTo>
                    <a:pt x="54" y="1"/>
                    <a:pt x="1" y="34"/>
                    <a:pt x="1" y="87"/>
                  </a:cubicBezTo>
                  <a:lnTo>
                    <a:pt x="1" y="137"/>
                  </a:lnTo>
                  <a:cubicBezTo>
                    <a:pt x="1" y="153"/>
                    <a:pt x="21" y="153"/>
                    <a:pt x="21" y="174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04" y="207"/>
                    <a:pt x="141" y="207"/>
                    <a:pt x="157" y="190"/>
                  </a:cubicBezTo>
                  <a:cubicBezTo>
                    <a:pt x="190" y="174"/>
                    <a:pt x="207" y="153"/>
                    <a:pt x="207" y="120"/>
                  </a:cubicBezTo>
                  <a:cubicBezTo>
                    <a:pt x="207" y="71"/>
                    <a:pt x="174" y="17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12553;p31"/>
            <p:cNvSpPr/>
            <p:nvPr/>
          </p:nvSpPr>
          <p:spPr>
            <a:xfrm>
              <a:off x="4029550" y="31391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67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36"/>
                  </a:cubicBezTo>
                  <a:lnTo>
                    <a:pt x="17" y="173"/>
                  </a:lnTo>
                  <a:cubicBezTo>
                    <a:pt x="34" y="190"/>
                    <a:pt x="67" y="206"/>
                    <a:pt x="87" y="206"/>
                  </a:cubicBezTo>
                  <a:cubicBezTo>
                    <a:pt x="96" y="208"/>
                    <a:pt x="105" y="209"/>
                    <a:pt x="113" y="209"/>
                  </a:cubicBezTo>
                  <a:cubicBezTo>
                    <a:pt x="167" y="209"/>
                    <a:pt x="207" y="166"/>
                    <a:pt x="207" y="120"/>
                  </a:cubicBezTo>
                  <a:cubicBezTo>
                    <a:pt x="223" y="103"/>
                    <a:pt x="207" y="70"/>
                    <a:pt x="190" y="50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12554;p31"/>
            <p:cNvSpPr/>
            <p:nvPr/>
          </p:nvSpPr>
          <p:spPr>
            <a:xfrm>
              <a:off x="3996050" y="3115400"/>
              <a:ext cx="4775" cy="5225"/>
            </a:xfrm>
            <a:custGeom>
              <a:avLst/>
              <a:gdLst/>
              <a:ahLst/>
              <a:cxnLst/>
              <a:rect l="l" t="t" r="r" b="b"/>
              <a:pathLst>
                <a:path w="191" h="209" extrusionOk="0">
                  <a:moveTo>
                    <a:pt x="89" y="1"/>
                  </a:moveTo>
                  <a:cubicBezTo>
                    <a:pt x="77" y="1"/>
                    <a:pt x="64" y="3"/>
                    <a:pt x="50" y="7"/>
                  </a:cubicBezTo>
                  <a:cubicBezTo>
                    <a:pt x="34" y="7"/>
                    <a:pt x="17" y="23"/>
                    <a:pt x="1" y="40"/>
                  </a:cubicBezTo>
                  <a:cubicBezTo>
                    <a:pt x="17" y="94"/>
                    <a:pt x="50" y="143"/>
                    <a:pt x="67" y="197"/>
                  </a:cubicBezTo>
                  <a:cubicBezTo>
                    <a:pt x="77" y="205"/>
                    <a:pt x="86" y="209"/>
                    <a:pt x="95" y="209"/>
                  </a:cubicBezTo>
                  <a:cubicBezTo>
                    <a:pt x="104" y="209"/>
                    <a:pt x="112" y="205"/>
                    <a:pt x="120" y="197"/>
                  </a:cubicBezTo>
                  <a:cubicBezTo>
                    <a:pt x="153" y="176"/>
                    <a:pt x="190" y="143"/>
                    <a:pt x="190" y="110"/>
                  </a:cubicBezTo>
                  <a:lnTo>
                    <a:pt x="190" y="56"/>
                  </a:lnTo>
                  <a:cubicBezTo>
                    <a:pt x="162" y="19"/>
                    <a:pt x="128" y="1"/>
                    <a:pt x="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31"/>
            <p:cNvSpPr/>
            <p:nvPr/>
          </p:nvSpPr>
          <p:spPr>
            <a:xfrm>
              <a:off x="4042425" y="3139000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0" y="1"/>
                  </a:moveTo>
                  <a:cubicBezTo>
                    <a:pt x="82" y="1"/>
                    <a:pt x="52" y="13"/>
                    <a:pt x="34" y="40"/>
                  </a:cubicBezTo>
                  <a:cubicBezTo>
                    <a:pt x="17" y="57"/>
                    <a:pt x="1" y="94"/>
                    <a:pt x="17" y="110"/>
                  </a:cubicBezTo>
                  <a:lnTo>
                    <a:pt x="17" y="143"/>
                  </a:lnTo>
                  <a:cubicBezTo>
                    <a:pt x="17" y="160"/>
                    <a:pt x="34" y="180"/>
                    <a:pt x="50" y="180"/>
                  </a:cubicBezTo>
                  <a:cubicBezTo>
                    <a:pt x="67" y="195"/>
                    <a:pt x="89" y="203"/>
                    <a:pt x="111" y="203"/>
                  </a:cubicBezTo>
                  <a:cubicBezTo>
                    <a:pt x="140" y="203"/>
                    <a:pt x="170" y="190"/>
                    <a:pt x="191" y="160"/>
                  </a:cubicBezTo>
                  <a:cubicBezTo>
                    <a:pt x="207" y="143"/>
                    <a:pt x="224" y="110"/>
                    <a:pt x="224" y="94"/>
                  </a:cubicBezTo>
                  <a:cubicBezTo>
                    <a:pt x="224" y="57"/>
                    <a:pt x="207" y="40"/>
                    <a:pt x="170" y="24"/>
                  </a:cubicBezTo>
                  <a:cubicBezTo>
                    <a:pt x="155" y="9"/>
                    <a:pt x="133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31"/>
            <p:cNvSpPr/>
            <p:nvPr/>
          </p:nvSpPr>
          <p:spPr>
            <a:xfrm>
              <a:off x="4049750" y="31748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lnTo>
                    <a:pt x="1" y="120"/>
                  </a:lnTo>
                  <a:cubicBezTo>
                    <a:pt x="1" y="137"/>
                    <a:pt x="1" y="137"/>
                    <a:pt x="17" y="137"/>
                  </a:cubicBezTo>
                  <a:lnTo>
                    <a:pt x="17" y="170"/>
                  </a:lnTo>
                  <a:cubicBezTo>
                    <a:pt x="34" y="190"/>
                    <a:pt x="67" y="207"/>
                    <a:pt x="83" y="207"/>
                  </a:cubicBezTo>
                  <a:cubicBezTo>
                    <a:pt x="120" y="207"/>
                    <a:pt x="153" y="207"/>
                    <a:pt x="170" y="190"/>
                  </a:cubicBezTo>
                  <a:cubicBezTo>
                    <a:pt x="186" y="170"/>
                    <a:pt x="207" y="137"/>
                    <a:pt x="207" y="120"/>
                  </a:cubicBezTo>
                  <a:cubicBezTo>
                    <a:pt x="223" y="87"/>
                    <a:pt x="207" y="67"/>
                    <a:pt x="207" y="50"/>
                  </a:cubicBezTo>
                  <a:cubicBezTo>
                    <a:pt x="186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31"/>
            <p:cNvSpPr/>
            <p:nvPr/>
          </p:nvSpPr>
          <p:spPr>
            <a:xfrm>
              <a:off x="4026975" y="31527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4" y="23"/>
                    <a:pt x="1" y="93"/>
                    <a:pt x="17" y="147"/>
                  </a:cubicBezTo>
                  <a:cubicBezTo>
                    <a:pt x="42" y="184"/>
                    <a:pt x="78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07" y="180"/>
                    <a:pt x="240" y="109"/>
                    <a:pt x="223" y="60"/>
                  </a:cubicBezTo>
                  <a:cubicBezTo>
                    <a:pt x="211" y="20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12558;p31"/>
            <p:cNvSpPr/>
            <p:nvPr/>
          </p:nvSpPr>
          <p:spPr>
            <a:xfrm>
              <a:off x="4051000" y="316060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20" y="1"/>
                  </a:moveTo>
                  <a:cubicBezTo>
                    <a:pt x="103" y="1"/>
                    <a:pt x="70" y="1"/>
                    <a:pt x="54" y="17"/>
                  </a:cubicBezTo>
                  <a:cubicBezTo>
                    <a:pt x="17" y="38"/>
                    <a:pt x="17" y="71"/>
                    <a:pt x="0" y="87"/>
                  </a:cubicBezTo>
                  <a:cubicBezTo>
                    <a:pt x="0" y="104"/>
                    <a:pt x="0" y="120"/>
                    <a:pt x="17" y="141"/>
                  </a:cubicBezTo>
                  <a:lnTo>
                    <a:pt x="17" y="174"/>
                  </a:lnTo>
                  <a:cubicBezTo>
                    <a:pt x="33" y="190"/>
                    <a:pt x="70" y="207"/>
                    <a:pt x="87" y="207"/>
                  </a:cubicBezTo>
                  <a:cubicBezTo>
                    <a:pt x="96" y="209"/>
                    <a:pt x="105" y="210"/>
                    <a:pt x="114" y="210"/>
                  </a:cubicBezTo>
                  <a:cubicBezTo>
                    <a:pt x="169" y="210"/>
                    <a:pt x="206" y="167"/>
                    <a:pt x="206" y="120"/>
                  </a:cubicBezTo>
                  <a:cubicBezTo>
                    <a:pt x="223" y="104"/>
                    <a:pt x="206" y="71"/>
                    <a:pt x="190" y="54"/>
                  </a:cubicBezTo>
                  <a:cubicBezTo>
                    <a:pt x="173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9" name="Google Shape;12559;p31"/>
            <p:cNvSpPr/>
            <p:nvPr/>
          </p:nvSpPr>
          <p:spPr>
            <a:xfrm>
              <a:off x="4013175" y="3082875"/>
              <a:ext cx="5675" cy="5200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124" y="1"/>
                  </a:moveTo>
                  <a:cubicBezTo>
                    <a:pt x="70" y="1"/>
                    <a:pt x="21" y="34"/>
                    <a:pt x="0" y="88"/>
                  </a:cubicBezTo>
                  <a:cubicBezTo>
                    <a:pt x="0" y="104"/>
                    <a:pt x="0" y="121"/>
                    <a:pt x="21" y="137"/>
                  </a:cubicBezTo>
                  <a:lnTo>
                    <a:pt x="21" y="174"/>
                  </a:lnTo>
                  <a:cubicBezTo>
                    <a:pt x="37" y="191"/>
                    <a:pt x="70" y="207"/>
                    <a:pt x="87" y="207"/>
                  </a:cubicBezTo>
                  <a:cubicBezTo>
                    <a:pt x="157" y="207"/>
                    <a:pt x="206" y="174"/>
                    <a:pt x="206" y="121"/>
                  </a:cubicBezTo>
                  <a:cubicBezTo>
                    <a:pt x="227" y="88"/>
                    <a:pt x="206" y="71"/>
                    <a:pt x="190" y="34"/>
                  </a:cubicBezTo>
                  <a:cubicBezTo>
                    <a:pt x="173" y="17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31"/>
            <p:cNvSpPr/>
            <p:nvPr/>
          </p:nvSpPr>
          <p:spPr>
            <a:xfrm>
              <a:off x="4009775" y="31134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70" y="0"/>
                  </a:moveTo>
                  <a:cubicBezTo>
                    <a:pt x="33" y="17"/>
                    <a:pt x="17" y="33"/>
                    <a:pt x="17" y="50"/>
                  </a:cubicBezTo>
                  <a:cubicBezTo>
                    <a:pt x="0" y="70"/>
                    <a:pt x="0" y="103"/>
                    <a:pt x="0" y="136"/>
                  </a:cubicBezTo>
                  <a:cubicBezTo>
                    <a:pt x="12" y="175"/>
                    <a:pt x="52" y="203"/>
                    <a:pt x="92" y="203"/>
                  </a:cubicBezTo>
                  <a:cubicBezTo>
                    <a:pt x="107" y="203"/>
                    <a:pt x="122" y="199"/>
                    <a:pt x="136" y="190"/>
                  </a:cubicBezTo>
                  <a:cubicBezTo>
                    <a:pt x="190" y="174"/>
                    <a:pt x="223" y="120"/>
                    <a:pt x="206" y="70"/>
                  </a:cubicBezTo>
                  <a:cubicBezTo>
                    <a:pt x="190" y="33"/>
                    <a:pt x="157" y="17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31"/>
            <p:cNvSpPr/>
            <p:nvPr/>
          </p:nvSpPr>
          <p:spPr>
            <a:xfrm>
              <a:off x="4010175" y="30966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2" y="0"/>
                  </a:moveTo>
                  <a:cubicBezTo>
                    <a:pt x="91" y="0"/>
                    <a:pt x="58" y="15"/>
                    <a:pt x="38" y="37"/>
                  </a:cubicBezTo>
                  <a:cubicBezTo>
                    <a:pt x="17" y="70"/>
                    <a:pt x="1" y="87"/>
                    <a:pt x="1" y="124"/>
                  </a:cubicBezTo>
                  <a:cubicBezTo>
                    <a:pt x="17" y="124"/>
                    <a:pt x="17" y="140"/>
                    <a:pt x="17" y="140"/>
                  </a:cubicBezTo>
                  <a:cubicBezTo>
                    <a:pt x="17" y="157"/>
                    <a:pt x="38" y="173"/>
                    <a:pt x="54" y="190"/>
                  </a:cubicBezTo>
                  <a:cubicBezTo>
                    <a:pt x="67" y="204"/>
                    <a:pt x="84" y="210"/>
                    <a:pt x="103" y="210"/>
                  </a:cubicBezTo>
                  <a:cubicBezTo>
                    <a:pt x="135" y="210"/>
                    <a:pt x="170" y="194"/>
                    <a:pt x="190" y="173"/>
                  </a:cubicBezTo>
                  <a:cubicBezTo>
                    <a:pt x="223" y="124"/>
                    <a:pt x="223" y="70"/>
                    <a:pt x="174" y="21"/>
                  </a:cubicBezTo>
                  <a:cubicBezTo>
                    <a:pt x="161" y="6"/>
                    <a:pt x="142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31"/>
            <p:cNvSpPr/>
            <p:nvPr/>
          </p:nvSpPr>
          <p:spPr>
            <a:xfrm>
              <a:off x="4023050" y="310650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0" y="0"/>
                  </a:moveTo>
                  <a:cubicBezTo>
                    <a:pt x="54" y="0"/>
                    <a:pt x="1" y="37"/>
                    <a:pt x="1" y="87"/>
                  </a:cubicBezTo>
                  <a:lnTo>
                    <a:pt x="1" y="120"/>
                  </a:lnTo>
                  <a:lnTo>
                    <a:pt x="1" y="140"/>
                  </a:lnTo>
                  <a:cubicBezTo>
                    <a:pt x="1" y="157"/>
                    <a:pt x="1" y="157"/>
                    <a:pt x="17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104" y="206"/>
                    <a:pt x="141" y="206"/>
                    <a:pt x="158" y="190"/>
                  </a:cubicBezTo>
                  <a:cubicBezTo>
                    <a:pt x="191" y="173"/>
                    <a:pt x="191" y="157"/>
                    <a:pt x="207" y="120"/>
                  </a:cubicBezTo>
                  <a:cubicBezTo>
                    <a:pt x="207" y="103"/>
                    <a:pt x="207" y="70"/>
                    <a:pt x="191" y="54"/>
                  </a:cubicBezTo>
                  <a:cubicBezTo>
                    <a:pt x="174" y="37"/>
                    <a:pt x="14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31"/>
            <p:cNvSpPr/>
            <p:nvPr/>
          </p:nvSpPr>
          <p:spPr>
            <a:xfrm>
              <a:off x="4005425" y="3124800"/>
              <a:ext cx="6125" cy="5275"/>
            </a:xfrm>
            <a:custGeom>
              <a:avLst/>
              <a:gdLst/>
              <a:ahLst/>
              <a:cxnLst/>
              <a:rect l="l" t="t" r="r" b="b"/>
              <a:pathLst>
                <a:path w="245" h="211" extrusionOk="0">
                  <a:moveTo>
                    <a:pt x="116" y="0"/>
                  </a:moveTo>
                  <a:cubicBezTo>
                    <a:pt x="102" y="0"/>
                    <a:pt x="87" y="2"/>
                    <a:pt x="71" y="6"/>
                  </a:cubicBezTo>
                  <a:cubicBezTo>
                    <a:pt x="21" y="27"/>
                    <a:pt x="1" y="93"/>
                    <a:pt x="21" y="146"/>
                  </a:cubicBezTo>
                  <a:cubicBezTo>
                    <a:pt x="33" y="182"/>
                    <a:pt x="71" y="211"/>
                    <a:pt x="110" y="211"/>
                  </a:cubicBezTo>
                  <a:cubicBezTo>
                    <a:pt x="126" y="211"/>
                    <a:pt x="142" y="206"/>
                    <a:pt x="158" y="196"/>
                  </a:cubicBezTo>
                  <a:cubicBezTo>
                    <a:pt x="207" y="179"/>
                    <a:pt x="244" y="130"/>
                    <a:pt x="207" y="76"/>
                  </a:cubicBezTo>
                  <a:cubicBezTo>
                    <a:pt x="194" y="22"/>
                    <a:pt x="162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31"/>
            <p:cNvSpPr/>
            <p:nvPr/>
          </p:nvSpPr>
          <p:spPr>
            <a:xfrm>
              <a:off x="4021825" y="31203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66" y="1"/>
                    <a:pt x="17" y="34"/>
                    <a:pt x="0" y="83"/>
                  </a:cubicBezTo>
                  <a:cubicBezTo>
                    <a:pt x="0" y="104"/>
                    <a:pt x="0" y="120"/>
                    <a:pt x="17" y="137"/>
                  </a:cubicBezTo>
                  <a:cubicBezTo>
                    <a:pt x="17" y="153"/>
                    <a:pt x="17" y="153"/>
                    <a:pt x="33" y="170"/>
                  </a:cubicBezTo>
                  <a:cubicBezTo>
                    <a:pt x="50" y="186"/>
                    <a:pt x="66" y="207"/>
                    <a:pt x="103" y="207"/>
                  </a:cubicBezTo>
                  <a:cubicBezTo>
                    <a:pt x="110" y="209"/>
                    <a:pt x="116" y="210"/>
                    <a:pt x="122" y="210"/>
                  </a:cubicBezTo>
                  <a:cubicBezTo>
                    <a:pt x="166" y="210"/>
                    <a:pt x="209" y="163"/>
                    <a:pt x="223" y="120"/>
                  </a:cubicBezTo>
                  <a:cubicBezTo>
                    <a:pt x="223" y="83"/>
                    <a:pt x="207" y="67"/>
                    <a:pt x="190" y="50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31"/>
            <p:cNvSpPr/>
            <p:nvPr/>
          </p:nvSpPr>
          <p:spPr>
            <a:xfrm>
              <a:off x="4016250" y="31460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50" y="0"/>
                    <a:pt x="1" y="33"/>
                    <a:pt x="1" y="83"/>
                  </a:cubicBezTo>
                  <a:lnTo>
                    <a:pt x="1" y="136"/>
                  </a:lnTo>
                  <a:cubicBezTo>
                    <a:pt x="1" y="153"/>
                    <a:pt x="17" y="153"/>
                    <a:pt x="17" y="169"/>
                  </a:cubicBezTo>
                  <a:cubicBezTo>
                    <a:pt x="34" y="186"/>
                    <a:pt x="50" y="206"/>
                    <a:pt x="83" y="206"/>
                  </a:cubicBezTo>
                  <a:cubicBezTo>
                    <a:pt x="90" y="209"/>
                    <a:pt x="97" y="209"/>
                    <a:pt x="103" y="209"/>
                  </a:cubicBezTo>
                  <a:cubicBezTo>
                    <a:pt x="149" y="209"/>
                    <a:pt x="189" y="163"/>
                    <a:pt x="207" y="120"/>
                  </a:cubicBezTo>
                  <a:cubicBezTo>
                    <a:pt x="207" y="83"/>
                    <a:pt x="207" y="66"/>
                    <a:pt x="186" y="50"/>
                  </a:cubicBezTo>
                  <a:cubicBezTo>
                    <a:pt x="170" y="17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31"/>
            <p:cNvSpPr/>
            <p:nvPr/>
          </p:nvSpPr>
          <p:spPr>
            <a:xfrm>
              <a:off x="4017075" y="31321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4" y="21"/>
                    <a:pt x="1" y="91"/>
                    <a:pt x="34" y="145"/>
                  </a:cubicBezTo>
                  <a:cubicBezTo>
                    <a:pt x="46" y="181"/>
                    <a:pt x="77" y="208"/>
                    <a:pt x="112" y="208"/>
                  </a:cubicBezTo>
                  <a:cubicBezTo>
                    <a:pt x="125" y="208"/>
                    <a:pt x="139" y="204"/>
                    <a:pt x="153" y="194"/>
                  </a:cubicBezTo>
                  <a:cubicBezTo>
                    <a:pt x="223" y="178"/>
                    <a:pt x="240" y="124"/>
                    <a:pt x="223" y="75"/>
                  </a:cubicBezTo>
                  <a:cubicBezTo>
                    <a:pt x="210" y="31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31"/>
            <p:cNvSpPr/>
            <p:nvPr/>
          </p:nvSpPr>
          <p:spPr>
            <a:xfrm>
              <a:off x="4178600" y="31477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83" y="0"/>
                    <a:pt x="50" y="17"/>
                    <a:pt x="33" y="37"/>
                  </a:cubicBezTo>
                  <a:cubicBezTo>
                    <a:pt x="17" y="54"/>
                    <a:pt x="0" y="70"/>
                    <a:pt x="0" y="87"/>
                  </a:cubicBezTo>
                  <a:lnTo>
                    <a:pt x="0" y="157"/>
                  </a:lnTo>
                  <a:cubicBezTo>
                    <a:pt x="17" y="173"/>
                    <a:pt x="50" y="206"/>
                    <a:pt x="83" y="206"/>
                  </a:cubicBezTo>
                  <a:lnTo>
                    <a:pt x="103" y="206"/>
                  </a:lnTo>
                  <a:cubicBezTo>
                    <a:pt x="110" y="209"/>
                    <a:pt x="117" y="210"/>
                    <a:pt x="123" y="210"/>
                  </a:cubicBezTo>
                  <a:cubicBezTo>
                    <a:pt x="166" y="210"/>
                    <a:pt x="206" y="166"/>
                    <a:pt x="206" y="120"/>
                  </a:cubicBezTo>
                  <a:cubicBezTo>
                    <a:pt x="206" y="103"/>
                    <a:pt x="206" y="70"/>
                    <a:pt x="186" y="54"/>
                  </a:cubicBezTo>
                  <a:cubicBezTo>
                    <a:pt x="169" y="3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31"/>
            <p:cNvSpPr/>
            <p:nvPr/>
          </p:nvSpPr>
          <p:spPr>
            <a:xfrm>
              <a:off x="4275175" y="3166675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87" y="1"/>
                  </a:moveTo>
                  <a:cubicBezTo>
                    <a:pt x="33" y="34"/>
                    <a:pt x="0" y="83"/>
                    <a:pt x="17" y="137"/>
                  </a:cubicBezTo>
                  <a:cubicBezTo>
                    <a:pt x="48" y="178"/>
                    <a:pt x="88" y="211"/>
                    <a:pt x="131" y="211"/>
                  </a:cubicBezTo>
                  <a:cubicBezTo>
                    <a:pt x="140" y="211"/>
                    <a:pt x="148" y="210"/>
                    <a:pt x="157" y="207"/>
                  </a:cubicBezTo>
                  <a:cubicBezTo>
                    <a:pt x="174" y="186"/>
                    <a:pt x="190" y="186"/>
                    <a:pt x="207" y="170"/>
                  </a:cubicBezTo>
                  <a:cubicBezTo>
                    <a:pt x="223" y="137"/>
                    <a:pt x="240" y="104"/>
                    <a:pt x="223" y="67"/>
                  </a:cubicBezTo>
                  <a:cubicBezTo>
                    <a:pt x="207" y="34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31"/>
            <p:cNvSpPr/>
            <p:nvPr/>
          </p:nvSpPr>
          <p:spPr>
            <a:xfrm>
              <a:off x="4274350" y="3180225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107" y="0"/>
                  </a:moveTo>
                  <a:cubicBezTo>
                    <a:pt x="84" y="0"/>
                    <a:pt x="62" y="12"/>
                    <a:pt x="50" y="24"/>
                  </a:cubicBezTo>
                  <a:cubicBezTo>
                    <a:pt x="33" y="40"/>
                    <a:pt x="17" y="57"/>
                    <a:pt x="17" y="94"/>
                  </a:cubicBezTo>
                  <a:cubicBezTo>
                    <a:pt x="1" y="110"/>
                    <a:pt x="17" y="127"/>
                    <a:pt x="17" y="143"/>
                  </a:cubicBezTo>
                  <a:cubicBezTo>
                    <a:pt x="17" y="143"/>
                    <a:pt x="17" y="160"/>
                    <a:pt x="33" y="160"/>
                  </a:cubicBezTo>
                  <a:cubicBezTo>
                    <a:pt x="50" y="180"/>
                    <a:pt x="66" y="197"/>
                    <a:pt x="104" y="197"/>
                  </a:cubicBezTo>
                  <a:cubicBezTo>
                    <a:pt x="112" y="200"/>
                    <a:pt x="121" y="201"/>
                    <a:pt x="129" y="201"/>
                  </a:cubicBezTo>
                  <a:cubicBezTo>
                    <a:pt x="170" y="201"/>
                    <a:pt x="209" y="168"/>
                    <a:pt x="223" y="110"/>
                  </a:cubicBezTo>
                  <a:cubicBezTo>
                    <a:pt x="223" y="94"/>
                    <a:pt x="223" y="57"/>
                    <a:pt x="207" y="40"/>
                  </a:cubicBezTo>
                  <a:cubicBezTo>
                    <a:pt x="190" y="24"/>
                    <a:pt x="153" y="7"/>
                    <a:pt x="137" y="7"/>
                  </a:cubicBezTo>
                  <a:cubicBezTo>
                    <a:pt x="127" y="2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12570;p31"/>
            <p:cNvSpPr/>
            <p:nvPr/>
          </p:nvSpPr>
          <p:spPr>
            <a:xfrm>
              <a:off x="4269600" y="31428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6" y="1"/>
                  </a:moveTo>
                  <a:cubicBezTo>
                    <a:pt x="54" y="1"/>
                    <a:pt x="15" y="33"/>
                    <a:pt x="1" y="75"/>
                  </a:cubicBezTo>
                  <a:lnTo>
                    <a:pt x="1" y="91"/>
                  </a:lnTo>
                  <a:lnTo>
                    <a:pt x="1" y="145"/>
                  </a:lnTo>
                  <a:cubicBezTo>
                    <a:pt x="17" y="161"/>
                    <a:pt x="34" y="194"/>
                    <a:pt x="50" y="194"/>
                  </a:cubicBezTo>
                  <a:cubicBezTo>
                    <a:pt x="71" y="211"/>
                    <a:pt x="87" y="211"/>
                    <a:pt x="87" y="211"/>
                  </a:cubicBezTo>
                  <a:cubicBezTo>
                    <a:pt x="137" y="211"/>
                    <a:pt x="207" y="178"/>
                    <a:pt x="207" y="128"/>
                  </a:cubicBezTo>
                  <a:cubicBezTo>
                    <a:pt x="207" y="91"/>
                    <a:pt x="207" y="75"/>
                    <a:pt x="191" y="42"/>
                  </a:cubicBezTo>
                  <a:cubicBezTo>
                    <a:pt x="174" y="25"/>
                    <a:pt x="153" y="5"/>
                    <a:pt x="120" y="5"/>
                  </a:cubicBezTo>
                  <a:cubicBezTo>
                    <a:pt x="112" y="2"/>
                    <a:pt x="104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31"/>
            <p:cNvSpPr/>
            <p:nvPr/>
          </p:nvSpPr>
          <p:spPr>
            <a:xfrm>
              <a:off x="4270025" y="32082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0" y="0"/>
                  </a:moveTo>
                  <a:cubicBezTo>
                    <a:pt x="57" y="0"/>
                    <a:pt x="15" y="44"/>
                    <a:pt x="0" y="90"/>
                  </a:cubicBezTo>
                  <a:cubicBezTo>
                    <a:pt x="0" y="107"/>
                    <a:pt x="0" y="123"/>
                    <a:pt x="17" y="140"/>
                  </a:cubicBezTo>
                  <a:lnTo>
                    <a:pt x="17" y="156"/>
                  </a:lnTo>
                  <a:cubicBezTo>
                    <a:pt x="33" y="193"/>
                    <a:pt x="70" y="210"/>
                    <a:pt x="87" y="210"/>
                  </a:cubicBezTo>
                  <a:cubicBezTo>
                    <a:pt x="120" y="210"/>
                    <a:pt x="157" y="210"/>
                    <a:pt x="174" y="193"/>
                  </a:cubicBezTo>
                  <a:cubicBezTo>
                    <a:pt x="190" y="173"/>
                    <a:pt x="206" y="140"/>
                    <a:pt x="206" y="123"/>
                  </a:cubicBezTo>
                  <a:cubicBezTo>
                    <a:pt x="223" y="90"/>
                    <a:pt x="206" y="70"/>
                    <a:pt x="190" y="37"/>
                  </a:cubicBezTo>
                  <a:cubicBezTo>
                    <a:pt x="174" y="20"/>
                    <a:pt x="157" y="4"/>
                    <a:pt x="120" y="4"/>
                  </a:cubicBezTo>
                  <a:cubicBezTo>
                    <a:pt x="113" y="1"/>
                    <a:pt x="107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31"/>
            <p:cNvSpPr/>
            <p:nvPr/>
          </p:nvSpPr>
          <p:spPr>
            <a:xfrm>
              <a:off x="4287650" y="31737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11" y="0"/>
                  </a:moveTo>
                  <a:cubicBezTo>
                    <a:pt x="82" y="0"/>
                    <a:pt x="54" y="13"/>
                    <a:pt x="33" y="43"/>
                  </a:cubicBezTo>
                  <a:cubicBezTo>
                    <a:pt x="17" y="59"/>
                    <a:pt x="0" y="92"/>
                    <a:pt x="0" y="109"/>
                  </a:cubicBezTo>
                  <a:cubicBezTo>
                    <a:pt x="17" y="129"/>
                    <a:pt x="17" y="129"/>
                    <a:pt x="17" y="146"/>
                  </a:cubicBezTo>
                  <a:cubicBezTo>
                    <a:pt x="17" y="162"/>
                    <a:pt x="33" y="179"/>
                    <a:pt x="50" y="179"/>
                  </a:cubicBezTo>
                  <a:cubicBezTo>
                    <a:pt x="70" y="195"/>
                    <a:pt x="103" y="212"/>
                    <a:pt x="120" y="212"/>
                  </a:cubicBezTo>
                  <a:cubicBezTo>
                    <a:pt x="153" y="212"/>
                    <a:pt x="174" y="195"/>
                    <a:pt x="190" y="179"/>
                  </a:cubicBezTo>
                  <a:cubicBezTo>
                    <a:pt x="207" y="146"/>
                    <a:pt x="223" y="129"/>
                    <a:pt x="223" y="92"/>
                  </a:cubicBezTo>
                  <a:cubicBezTo>
                    <a:pt x="207" y="76"/>
                    <a:pt x="207" y="43"/>
                    <a:pt x="174" y="26"/>
                  </a:cubicBezTo>
                  <a:cubicBezTo>
                    <a:pt x="157" y="9"/>
                    <a:pt x="134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31"/>
            <p:cNvSpPr/>
            <p:nvPr/>
          </p:nvSpPr>
          <p:spPr>
            <a:xfrm>
              <a:off x="4285475" y="31855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7" y="0"/>
                    <a:pt x="54" y="17"/>
                    <a:pt x="34" y="33"/>
                  </a:cubicBezTo>
                  <a:cubicBezTo>
                    <a:pt x="17" y="50"/>
                    <a:pt x="1" y="70"/>
                    <a:pt x="1" y="87"/>
                  </a:cubicBezTo>
                  <a:lnTo>
                    <a:pt x="1" y="136"/>
                  </a:lnTo>
                  <a:cubicBezTo>
                    <a:pt x="17" y="174"/>
                    <a:pt x="54" y="207"/>
                    <a:pt x="87" y="207"/>
                  </a:cubicBezTo>
                  <a:lnTo>
                    <a:pt x="104" y="207"/>
                  </a:lnTo>
                  <a:cubicBezTo>
                    <a:pt x="157" y="207"/>
                    <a:pt x="207" y="174"/>
                    <a:pt x="207" y="120"/>
                  </a:cubicBezTo>
                  <a:cubicBezTo>
                    <a:pt x="207" y="87"/>
                    <a:pt x="207" y="70"/>
                    <a:pt x="190" y="50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31"/>
            <p:cNvSpPr/>
            <p:nvPr/>
          </p:nvSpPr>
          <p:spPr>
            <a:xfrm>
              <a:off x="4265275" y="315745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16" y="1"/>
                  </a:moveTo>
                  <a:cubicBezTo>
                    <a:pt x="85" y="1"/>
                    <a:pt x="56" y="13"/>
                    <a:pt x="38" y="40"/>
                  </a:cubicBezTo>
                  <a:cubicBezTo>
                    <a:pt x="17" y="61"/>
                    <a:pt x="1" y="94"/>
                    <a:pt x="17" y="110"/>
                  </a:cubicBezTo>
                  <a:lnTo>
                    <a:pt x="17" y="143"/>
                  </a:lnTo>
                  <a:cubicBezTo>
                    <a:pt x="17" y="164"/>
                    <a:pt x="38" y="180"/>
                    <a:pt x="54" y="180"/>
                  </a:cubicBezTo>
                  <a:cubicBezTo>
                    <a:pt x="71" y="197"/>
                    <a:pt x="104" y="213"/>
                    <a:pt x="120" y="213"/>
                  </a:cubicBezTo>
                  <a:cubicBezTo>
                    <a:pt x="157" y="197"/>
                    <a:pt x="174" y="197"/>
                    <a:pt x="207" y="164"/>
                  </a:cubicBezTo>
                  <a:cubicBezTo>
                    <a:pt x="223" y="143"/>
                    <a:pt x="223" y="127"/>
                    <a:pt x="223" y="94"/>
                  </a:cubicBezTo>
                  <a:cubicBezTo>
                    <a:pt x="223" y="61"/>
                    <a:pt x="207" y="40"/>
                    <a:pt x="190" y="24"/>
                  </a:cubicBezTo>
                  <a:cubicBezTo>
                    <a:pt x="168" y="9"/>
                    <a:pt x="142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31"/>
            <p:cNvSpPr/>
            <p:nvPr/>
          </p:nvSpPr>
          <p:spPr>
            <a:xfrm>
              <a:off x="4279100" y="3153275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120" y="1"/>
                  </a:moveTo>
                  <a:cubicBezTo>
                    <a:pt x="103" y="1"/>
                    <a:pt x="66" y="22"/>
                    <a:pt x="50" y="38"/>
                  </a:cubicBezTo>
                  <a:cubicBezTo>
                    <a:pt x="17" y="38"/>
                    <a:pt x="17" y="71"/>
                    <a:pt x="0" y="87"/>
                  </a:cubicBezTo>
                  <a:cubicBezTo>
                    <a:pt x="0" y="104"/>
                    <a:pt x="0" y="141"/>
                    <a:pt x="17" y="158"/>
                  </a:cubicBezTo>
                  <a:lnTo>
                    <a:pt x="17" y="174"/>
                  </a:lnTo>
                  <a:cubicBezTo>
                    <a:pt x="33" y="191"/>
                    <a:pt x="66" y="207"/>
                    <a:pt x="83" y="207"/>
                  </a:cubicBezTo>
                  <a:cubicBezTo>
                    <a:pt x="96" y="211"/>
                    <a:pt x="108" y="213"/>
                    <a:pt x="120" y="213"/>
                  </a:cubicBezTo>
                  <a:cubicBezTo>
                    <a:pt x="171" y="213"/>
                    <a:pt x="206" y="178"/>
                    <a:pt x="206" y="125"/>
                  </a:cubicBezTo>
                  <a:cubicBezTo>
                    <a:pt x="223" y="104"/>
                    <a:pt x="206" y="71"/>
                    <a:pt x="186" y="55"/>
                  </a:cubicBezTo>
                  <a:cubicBezTo>
                    <a:pt x="169" y="38"/>
                    <a:pt x="153" y="22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31"/>
            <p:cNvSpPr/>
            <p:nvPr/>
          </p:nvSpPr>
          <p:spPr>
            <a:xfrm>
              <a:off x="4283725" y="3136900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00" y="0"/>
                  </a:moveTo>
                  <a:cubicBezTo>
                    <a:pt x="90" y="0"/>
                    <a:pt x="80" y="2"/>
                    <a:pt x="71" y="4"/>
                  </a:cubicBezTo>
                  <a:cubicBezTo>
                    <a:pt x="21" y="21"/>
                    <a:pt x="1" y="91"/>
                    <a:pt x="21" y="141"/>
                  </a:cubicBezTo>
                  <a:cubicBezTo>
                    <a:pt x="33" y="179"/>
                    <a:pt x="71" y="207"/>
                    <a:pt x="111" y="207"/>
                  </a:cubicBezTo>
                  <a:cubicBezTo>
                    <a:pt x="127" y="207"/>
                    <a:pt x="143" y="203"/>
                    <a:pt x="157" y="194"/>
                  </a:cubicBezTo>
                  <a:cubicBezTo>
                    <a:pt x="207" y="178"/>
                    <a:pt x="227" y="124"/>
                    <a:pt x="207" y="75"/>
                  </a:cubicBezTo>
                  <a:cubicBezTo>
                    <a:pt x="193" y="30"/>
                    <a:pt x="146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31"/>
            <p:cNvSpPr/>
            <p:nvPr/>
          </p:nvSpPr>
          <p:spPr>
            <a:xfrm>
              <a:off x="4255375" y="3147300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5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38" y="34"/>
                    <a:pt x="22" y="71"/>
                    <a:pt x="22" y="87"/>
                  </a:cubicBezTo>
                  <a:cubicBezTo>
                    <a:pt x="1" y="104"/>
                    <a:pt x="1" y="120"/>
                    <a:pt x="22" y="137"/>
                  </a:cubicBezTo>
                  <a:cubicBezTo>
                    <a:pt x="22" y="157"/>
                    <a:pt x="22" y="157"/>
                    <a:pt x="38" y="174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58" y="207"/>
                    <a:pt x="207" y="174"/>
                    <a:pt x="228" y="120"/>
                  </a:cubicBezTo>
                  <a:cubicBezTo>
                    <a:pt x="228" y="87"/>
                    <a:pt x="207" y="71"/>
                    <a:pt x="191" y="34"/>
                  </a:cubicBezTo>
                  <a:cubicBezTo>
                    <a:pt x="191" y="17"/>
                    <a:pt x="158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31"/>
            <p:cNvSpPr/>
            <p:nvPr/>
          </p:nvSpPr>
          <p:spPr>
            <a:xfrm>
              <a:off x="4249825" y="317507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4"/>
                    <a:pt x="0" y="94"/>
                    <a:pt x="37" y="143"/>
                  </a:cubicBezTo>
                  <a:cubicBezTo>
                    <a:pt x="37" y="160"/>
                    <a:pt x="54" y="160"/>
                    <a:pt x="54" y="180"/>
                  </a:cubicBezTo>
                  <a:cubicBezTo>
                    <a:pt x="73" y="200"/>
                    <a:pt x="92" y="208"/>
                    <a:pt x="113" y="208"/>
                  </a:cubicBezTo>
                  <a:cubicBezTo>
                    <a:pt x="127" y="208"/>
                    <a:pt x="142" y="204"/>
                    <a:pt x="157" y="197"/>
                  </a:cubicBezTo>
                  <a:cubicBezTo>
                    <a:pt x="206" y="180"/>
                    <a:pt x="223" y="143"/>
                    <a:pt x="223" y="110"/>
                  </a:cubicBezTo>
                  <a:lnTo>
                    <a:pt x="223" y="57"/>
                  </a:lnTo>
                  <a:cubicBezTo>
                    <a:pt x="211" y="19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31"/>
            <p:cNvSpPr/>
            <p:nvPr/>
          </p:nvSpPr>
          <p:spPr>
            <a:xfrm>
              <a:off x="4249825" y="31881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03" y="0"/>
                  </a:moveTo>
                  <a:cubicBezTo>
                    <a:pt x="70" y="17"/>
                    <a:pt x="37" y="17"/>
                    <a:pt x="17" y="50"/>
                  </a:cubicBezTo>
                  <a:cubicBezTo>
                    <a:pt x="0" y="71"/>
                    <a:pt x="0" y="87"/>
                    <a:pt x="0" y="120"/>
                  </a:cubicBezTo>
                  <a:lnTo>
                    <a:pt x="0" y="153"/>
                  </a:lnTo>
                  <a:cubicBezTo>
                    <a:pt x="17" y="153"/>
                    <a:pt x="17" y="174"/>
                    <a:pt x="37" y="190"/>
                  </a:cubicBezTo>
                  <a:cubicBezTo>
                    <a:pt x="60" y="205"/>
                    <a:pt x="86" y="213"/>
                    <a:pt x="111" y="213"/>
                  </a:cubicBezTo>
                  <a:cubicBezTo>
                    <a:pt x="142" y="213"/>
                    <a:pt x="172" y="201"/>
                    <a:pt x="190" y="174"/>
                  </a:cubicBezTo>
                  <a:cubicBezTo>
                    <a:pt x="206" y="153"/>
                    <a:pt x="206" y="120"/>
                    <a:pt x="206" y="104"/>
                  </a:cubicBezTo>
                  <a:cubicBezTo>
                    <a:pt x="206" y="71"/>
                    <a:pt x="190" y="50"/>
                    <a:pt x="173" y="33"/>
                  </a:cubicBezTo>
                  <a:cubicBezTo>
                    <a:pt x="157" y="17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31"/>
            <p:cNvSpPr/>
            <p:nvPr/>
          </p:nvSpPr>
          <p:spPr>
            <a:xfrm>
              <a:off x="4245600" y="312582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107" y="1"/>
                  </a:moveTo>
                  <a:cubicBezTo>
                    <a:pt x="72" y="1"/>
                    <a:pt x="37" y="15"/>
                    <a:pt x="17" y="35"/>
                  </a:cubicBezTo>
                  <a:cubicBezTo>
                    <a:pt x="0" y="68"/>
                    <a:pt x="0" y="89"/>
                    <a:pt x="0" y="122"/>
                  </a:cubicBezTo>
                  <a:lnTo>
                    <a:pt x="0" y="138"/>
                  </a:lnTo>
                  <a:cubicBezTo>
                    <a:pt x="17" y="155"/>
                    <a:pt x="17" y="171"/>
                    <a:pt x="33" y="192"/>
                  </a:cubicBezTo>
                  <a:cubicBezTo>
                    <a:pt x="50" y="208"/>
                    <a:pt x="83" y="208"/>
                    <a:pt x="120" y="208"/>
                  </a:cubicBezTo>
                  <a:cubicBezTo>
                    <a:pt x="136" y="208"/>
                    <a:pt x="169" y="192"/>
                    <a:pt x="186" y="171"/>
                  </a:cubicBezTo>
                  <a:cubicBezTo>
                    <a:pt x="206" y="155"/>
                    <a:pt x="206" y="122"/>
                    <a:pt x="206" y="89"/>
                  </a:cubicBezTo>
                  <a:cubicBezTo>
                    <a:pt x="206" y="68"/>
                    <a:pt x="186" y="35"/>
                    <a:pt x="169" y="19"/>
                  </a:cubicBezTo>
                  <a:cubicBezTo>
                    <a:pt x="150" y="6"/>
                    <a:pt x="128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31"/>
            <p:cNvSpPr/>
            <p:nvPr/>
          </p:nvSpPr>
          <p:spPr>
            <a:xfrm>
              <a:off x="4253325" y="3163600"/>
              <a:ext cx="5600" cy="5375"/>
            </a:xfrm>
            <a:custGeom>
              <a:avLst/>
              <a:gdLst/>
              <a:ahLst/>
              <a:cxnLst/>
              <a:rect l="l" t="t" r="r" b="b"/>
              <a:pathLst>
                <a:path w="224" h="215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40"/>
                    <a:pt x="17" y="157"/>
                  </a:cubicBezTo>
                  <a:lnTo>
                    <a:pt x="33" y="173"/>
                  </a:lnTo>
                  <a:cubicBezTo>
                    <a:pt x="50" y="190"/>
                    <a:pt x="66" y="206"/>
                    <a:pt x="104" y="206"/>
                  </a:cubicBezTo>
                  <a:cubicBezTo>
                    <a:pt x="108" y="213"/>
                    <a:pt x="115" y="215"/>
                    <a:pt x="122" y="215"/>
                  </a:cubicBezTo>
                  <a:cubicBezTo>
                    <a:pt x="138" y="215"/>
                    <a:pt x="158" y="201"/>
                    <a:pt x="169" y="190"/>
                  </a:cubicBezTo>
                  <a:cubicBezTo>
                    <a:pt x="186" y="173"/>
                    <a:pt x="207" y="157"/>
                    <a:pt x="223" y="124"/>
                  </a:cubicBezTo>
                  <a:cubicBezTo>
                    <a:pt x="223" y="103"/>
                    <a:pt x="207" y="70"/>
                    <a:pt x="186" y="54"/>
                  </a:cubicBezTo>
                  <a:cubicBezTo>
                    <a:pt x="169" y="37"/>
                    <a:pt x="153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31"/>
            <p:cNvSpPr/>
            <p:nvPr/>
          </p:nvSpPr>
          <p:spPr>
            <a:xfrm>
              <a:off x="4264050" y="316975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1" y="1"/>
                  </a:moveTo>
                  <a:cubicBezTo>
                    <a:pt x="116" y="1"/>
                    <a:pt x="101" y="5"/>
                    <a:pt x="87" y="14"/>
                  </a:cubicBezTo>
                  <a:cubicBezTo>
                    <a:pt x="33" y="30"/>
                    <a:pt x="0" y="84"/>
                    <a:pt x="17" y="134"/>
                  </a:cubicBezTo>
                  <a:cubicBezTo>
                    <a:pt x="33" y="150"/>
                    <a:pt x="33" y="166"/>
                    <a:pt x="50" y="187"/>
                  </a:cubicBezTo>
                  <a:cubicBezTo>
                    <a:pt x="76" y="199"/>
                    <a:pt x="100" y="210"/>
                    <a:pt x="124" y="210"/>
                  </a:cubicBezTo>
                  <a:cubicBezTo>
                    <a:pt x="133" y="210"/>
                    <a:pt x="143" y="208"/>
                    <a:pt x="153" y="204"/>
                  </a:cubicBezTo>
                  <a:cubicBezTo>
                    <a:pt x="206" y="187"/>
                    <a:pt x="223" y="150"/>
                    <a:pt x="223" y="117"/>
                  </a:cubicBezTo>
                  <a:lnTo>
                    <a:pt x="223" y="63"/>
                  </a:lnTo>
                  <a:cubicBezTo>
                    <a:pt x="211" y="28"/>
                    <a:pt x="171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3" name="Google Shape;12583;p31"/>
            <p:cNvSpPr/>
            <p:nvPr/>
          </p:nvSpPr>
          <p:spPr>
            <a:xfrm>
              <a:off x="4261875" y="31851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4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cubicBezTo>
                    <a:pt x="34" y="170"/>
                    <a:pt x="50" y="207"/>
                    <a:pt x="104" y="207"/>
                  </a:cubicBezTo>
                  <a:cubicBezTo>
                    <a:pt x="110" y="209"/>
                    <a:pt x="116" y="210"/>
                    <a:pt x="122" y="210"/>
                  </a:cubicBezTo>
                  <a:cubicBezTo>
                    <a:pt x="166" y="210"/>
                    <a:pt x="207" y="164"/>
                    <a:pt x="207" y="120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12584;p31"/>
            <p:cNvSpPr/>
            <p:nvPr/>
          </p:nvSpPr>
          <p:spPr>
            <a:xfrm>
              <a:off x="4289400" y="31600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8" y="0"/>
                    <a:pt x="95" y="2"/>
                    <a:pt x="83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17" y="163"/>
                    <a:pt x="33" y="179"/>
                    <a:pt x="50" y="179"/>
                  </a:cubicBezTo>
                  <a:cubicBezTo>
                    <a:pt x="60" y="199"/>
                    <a:pt x="82" y="207"/>
                    <a:pt x="106" y="207"/>
                  </a:cubicBezTo>
                  <a:cubicBezTo>
                    <a:pt x="122" y="207"/>
                    <a:pt x="139" y="203"/>
                    <a:pt x="153" y="196"/>
                  </a:cubicBezTo>
                  <a:cubicBezTo>
                    <a:pt x="186" y="196"/>
                    <a:pt x="223" y="163"/>
                    <a:pt x="223" y="109"/>
                  </a:cubicBezTo>
                  <a:lnTo>
                    <a:pt x="223" y="76"/>
                  </a:lnTo>
                  <a:cubicBezTo>
                    <a:pt x="195" y="22"/>
                    <a:pt x="159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31"/>
            <p:cNvSpPr/>
            <p:nvPr/>
          </p:nvSpPr>
          <p:spPr>
            <a:xfrm>
              <a:off x="4257125" y="3133500"/>
              <a:ext cx="5200" cy="4950"/>
            </a:xfrm>
            <a:custGeom>
              <a:avLst/>
              <a:gdLst/>
              <a:ahLst/>
              <a:cxnLst/>
              <a:rect l="l" t="t" r="r" b="b"/>
              <a:pathLst>
                <a:path w="208" h="198" extrusionOk="0">
                  <a:moveTo>
                    <a:pt x="95" y="0"/>
                  </a:moveTo>
                  <a:cubicBezTo>
                    <a:pt x="54" y="0"/>
                    <a:pt x="15" y="33"/>
                    <a:pt x="1" y="91"/>
                  </a:cubicBezTo>
                  <a:lnTo>
                    <a:pt x="1" y="140"/>
                  </a:lnTo>
                  <a:cubicBezTo>
                    <a:pt x="17" y="140"/>
                    <a:pt x="17" y="157"/>
                    <a:pt x="17" y="157"/>
                  </a:cubicBezTo>
                  <a:cubicBezTo>
                    <a:pt x="34" y="173"/>
                    <a:pt x="71" y="194"/>
                    <a:pt x="88" y="194"/>
                  </a:cubicBezTo>
                  <a:cubicBezTo>
                    <a:pt x="95" y="197"/>
                    <a:pt x="104" y="198"/>
                    <a:pt x="112" y="198"/>
                  </a:cubicBezTo>
                  <a:cubicBezTo>
                    <a:pt x="158" y="198"/>
                    <a:pt x="207" y="163"/>
                    <a:pt x="207" y="108"/>
                  </a:cubicBezTo>
                  <a:cubicBezTo>
                    <a:pt x="207" y="91"/>
                    <a:pt x="207" y="54"/>
                    <a:pt x="191" y="37"/>
                  </a:cubicBezTo>
                  <a:cubicBezTo>
                    <a:pt x="174" y="21"/>
                    <a:pt x="158" y="4"/>
                    <a:pt x="121" y="4"/>
                  </a:cubicBezTo>
                  <a:cubicBezTo>
                    <a:pt x="112" y="2"/>
                    <a:pt x="104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31"/>
            <p:cNvSpPr/>
            <p:nvPr/>
          </p:nvSpPr>
          <p:spPr>
            <a:xfrm>
              <a:off x="4243425" y="3155850"/>
              <a:ext cx="5600" cy="5425"/>
            </a:xfrm>
            <a:custGeom>
              <a:avLst/>
              <a:gdLst/>
              <a:ahLst/>
              <a:cxnLst/>
              <a:rect l="l" t="t" r="r" b="b"/>
              <a:pathLst>
                <a:path w="224" h="217" extrusionOk="0">
                  <a:moveTo>
                    <a:pt x="87" y="1"/>
                  </a:moveTo>
                  <a:cubicBezTo>
                    <a:pt x="67" y="1"/>
                    <a:pt x="34" y="22"/>
                    <a:pt x="17" y="38"/>
                  </a:cubicBezTo>
                  <a:cubicBezTo>
                    <a:pt x="1" y="71"/>
                    <a:pt x="1" y="88"/>
                    <a:pt x="1" y="125"/>
                  </a:cubicBezTo>
                  <a:lnTo>
                    <a:pt x="1" y="141"/>
                  </a:lnTo>
                  <a:cubicBezTo>
                    <a:pt x="17" y="158"/>
                    <a:pt x="17" y="174"/>
                    <a:pt x="34" y="191"/>
                  </a:cubicBezTo>
                  <a:cubicBezTo>
                    <a:pt x="58" y="207"/>
                    <a:pt x="85" y="217"/>
                    <a:pt x="110" y="217"/>
                  </a:cubicBezTo>
                  <a:cubicBezTo>
                    <a:pt x="141" y="217"/>
                    <a:pt x="170" y="203"/>
                    <a:pt x="190" y="174"/>
                  </a:cubicBezTo>
                  <a:cubicBezTo>
                    <a:pt x="223" y="125"/>
                    <a:pt x="207" y="71"/>
                    <a:pt x="170" y="22"/>
                  </a:cubicBezTo>
                  <a:cubicBezTo>
                    <a:pt x="153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31"/>
            <p:cNvSpPr/>
            <p:nvPr/>
          </p:nvSpPr>
          <p:spPr>
            <a:xfrm>
              <a:off x="4316000" y="31649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20" y="1"/>
                  </a:moveTo>
                  <a:cubicBezTo>
                    <a:pt x="70" y="1"/>
                    <a:pt x="17" y="34"/>
                    <a:pt x="0" y="87"/>
                  </a:cubicBezTo>
                  <a:cubicBezTo>
                    <a:pt x="0" y="120"/>
                    <a:pt x="0" y="137"/>
                    <a:pt x="17" y="153"/>
                  </a:cubicBezTo>
                  <a:lnTo>
                    <a:pt x="17" y="174"/>
                  </a:lnTo>
                  <a:cubicBezTo>
                    <a:pt x="33" y="190"/>
                    <a:pt x="70" y="207"/>
                    <a:pt x="87" y="207"/>
                  </a:cubicBezTo>
                  <a:cubicBezTo>
                    <a:pt x="98" y="210"/>
                    <a:pt x="109" y="211"/>
                    <a:pt x="119" y="211"/>
                  </a:cubicBezTo>
                  <a:cubicBezTo>
                    <a:pt x="169" y="211"/>
                    <a:pt x="206" y="179"/>
                    <a:pt x="206" y="120"/>
                  </a:cubicBezTo>
                  <a:cubicBezTo>
                    <a:pt x="223" y="104"/>
                    <a:pt x="206" y="71"/>
                    <a:pt x="190" y="50"/>
                  </a:cubicBezTo>
                  <a:cubicBezTo>
                    <a:pt x="173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31"/>
            <p:cNvSpPr/>
            <p:nvPr/>
          </p:nvSpPr>
          <p:spPr>
            <a:xfrm>
              <a:off x="4323725" y="31838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70" y="0"/>
                    <a:pt x="17" y="37"/>
                    <a:pt x="0" y="103"/>
                  </a:cubicBezTo>
                  <a:lnTo>
                    <a:pt x="0" y="157"/>
                  </a:lnTo>
                  <a:cubicBezTo>
                    <a:pt x="17" y="157"/>
                    <a:pt x="17" y="173"/>
                    <a:pt x="17" y="173"/>
                  </a:cubicBezTo>
                  <a:cubicBezTo>
                    <a:pt x="33" y="190"/>
                    <a:pt x="70" y="206"/>
                    <a:pt x="87" y="206"/>
                  </a:cubicBezTo>
                  <a:cubicBezTo>
                    <a:pt x="95" y="209"/>
                    <a:pt x="104" y="211"/>
                    <a:pt x="114" y="211"/>
                  </a:cubicBezTo>
                  <a:cubicBezTo>
                    <a:pt x="158" y="211"/>
                    <a:pt x="207" y="178"/>
                    <a:pt x="207" y="120"/>
                  </a:cubicBezTo>
                  <a:cubicBezTo>
                    <a:pt x="207" y="103"/>
                    <a:pt x="207" y="70"/>
                    <a:pt x="190" y="54"/>
                  </a:cubicBezTo>
                  <a:cubicBezTo>
                    <a:pt x="174" y="3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31"/>
            <p:cNvSpPr/>
            <p:nvPr/>
          </p:nvSpPr>
          <p:spPr>
            <a:xfrm>
              <a:off x="4323300" y="312545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04" y="1"/>
                  </a:moveTo>
                  <a:cubicBezTo>
                    <a:pt x="67" y="1"/>
                    <a:pt x="50" y="17"/>
                    <a:pt x="34" y="34"/>
                  </a:cubicBezTo>
                  <a:cubicBezTo>
                    <a:pt x="17" y="50"/>
                    <a:pt x="1" y="83"/>
                    <a:pt x="1" y="120"/>
                  </a:cubicBezTo>
                  <a:cubicBezTo>
                    <a:pt x="17" y="120"/>
                    <a:pt x="17" y="137"/>
                    <a:pt x="17" y="137"/>
                  </a:cubicBezTo>
                  <a:cubicBezTo>
                    <a:pt x="17" y="153"/>
                    <a:pt x="34" y="170"/>
                    <a:pt x="50" y="186"/>
                  </a:cubicBezTo>
                  <a:cubicBezTo>
                    <a:pt x="65" y="201"/>
                    <a:pt x="84" y="207"/>
                    <a:pt x="104" y="207"/>
                  </a:cubicBezTo>
                  <a:cubicBezTo>
                    <a:pt x="135" y="207"/>
                    <a:pt x="168" y="192"/>
                    <a:pt x="191" y="170"/>
                  </a:cubicBezTo>
                  <a:cubicBezTo>
                    <a:pt x="224" y="120"/>
                    <a:pt x="224" y="50"/>
                    <a:pt x="170" y="17"/>
                  </a:cubicBezTo>
                  <a:cubicBezTo>
                    <a:pt x="153" y="1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31"/>
            <p:cNvSpPr/>
            <p:nvPr/>
          </p:nvSpPr>
          <p:spPr>
            <a:xfrm>
              <a:off x="4316825" y="3151225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20" y="0"/>
                  </a:moveTo>
                  <a:cubicBezTo>
                    <a:pt x="70" y="0"/>
                    <a:pt x="17" y="33"/>
                    <a:pt x="0" y="83"/>
                  </a:cubicBezTo>
                  <a:cubicBezTo>
                    <a:pt x="0" y="104"/>
                    <a:pt x="0" y="120"/>
                    <a:pt x="17" y="137"/>
                  </a:cubicBezTo>
                  <a:lnTo>
                    <a:pt x="17" y="153"/>
                  </a:lnTo>
                  <a:cubicBezTo>
                    <a:pt x="17" y="153"/>
                    <a:pt x="17" y="169"/>
                    <a:pt x="37" y="169"/>
                  </a:cubicBezTo>
                  <a:cubicBezTo>
                    <a:pt x="54" y="186"/>
                    <a:pt x="70" y="207"/>
                    <a:pt x="103" y="207"/>
                  </a:cubicBezTo>
                  <a:cubicBezTo>
                    <a:pt x="108" y="211"/>
                    <a:pt x="114" y="213"/>
                    <a:pt x="121" y="213"/>
                  </a:cubicBezTo>
                  <a:cubicBezTo>
                    <a:pt x="139" y="213"/>
                    <a:pt x="162" y="201"/>
                    <a:pt x="173" y="186"/>
                  </a:cubicBezTo>
                  <a:cubicBezTo>
                    <a:pt x="190" y="169"/>
                    <a:pt x="206" y="153"/>
                    <a:pt x="223" y="120"/>
                  </a:cubicBezTo>
                  <a:cubicBezTo>
                    <a:pt x="223" y="104"/>
                    <a:pt x="206" y="83"/>
                    <a:pt x="206" y="50"/>
                  </a:cubicBezTo>
                  <a:cubicBezTo>
                    <a:pt x="190" y="33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12591;p31"/>
            <p:cNvSpPr/>
            <p:nvPr/>
          </p:nvSpPr>
          <p:spPr>
            <a:xfrm>
              <a:off x="4318150" y="313725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07" y="0"/>
                  </a:moveTo>
                  <a:cubicBezTo>
                    <a:pt x="84" y="0"/>
                    <a:pt x="62" y="12"/>
                    <a:pt x="50" y="23"/>
                  </a:cubicBezTo>
                  <a:cubicBezTo>
                    <a:pt x="34" y="44"/>
                    <a:pt x="17" y="61"/>
                    <a:pt x="17" y="94"/>
                  </a:cubicBezTo>
                  <a:cubicBezTo>
                    <a:pt x="1" y="110"/>
                    <a:pt x="1" y="127"/>
                    <a:pt x="17" y="147"/>
                  </a:cubicBezTo>
                  <a:cubicBezTo>
                    <a:pt x="17" y="147"/>
                    <a:pt x="17" y="164"/>
                    <a:pt x="34" y="164"/>
                  </a:cubicBezTo>
                  <a:cubicBezTo>
                    <a:pt x="50" y="180"/>
                    <a:pt x="67" y="197"/>
                    <a:pt x="104" y="213"/>
                  </a:cubicBezTo>
                  <a:cubicBezTo>
                    <a:pt x="153" y="213"/>
                    <a:pt x="207" y="180"/>
                    <a:pt x="223" y="127"/>
                  </a:cubicBezTo>
                  <a:cubicBezTo>
                    <a:pt x="223" y="94"/>
                    <a:pt x="207" y="61"/>
                    <a:pt x="207" y="44"/>
                  </a:cubicBezTo>
                  <a:cubicBezTo>
                    <a:pt x="190" y="23"/>
                    <a:pt x="153" y="7"/>
                    <a:pt x="137" y="7"/>
                  </a:cubicBezTo>
                  <a:cubicBezTo>
                    <a:pt x="127" y="2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31"/>
            <p:cNvSpPr/>
            <p:nvPr/>
          </p:nvSpPr>
          <p:spPr>
            <a:xfrm>
              <a:off x="4330100" y="3144575"/>
              <a:ext cx="5700" cy="5100"/>
            </a:xfrm>
            <a:custGeom>
              <a:avLst/>
              <a:gdLst/>
              <a:ahLst/>
              <a:cxnLst/>
              <a:rect l="l" t="t" r="r" b="b"/>
              <a:pathLst>
                <a:path w="228" h="204" extrusionOk="0">
                  <a:moveTo>
                    <a:pt x="126" y="1"/>
                  </a:moveTo>
                  <a:cubicBezTo>
                    <a:pt x="114" y="1"/>
                    <a:pt x="101" y="3"/>
                    <a:pt x="88" y="7"/>
                  </a:cubicBezTo>
                  <a:cubicBezTo>
                    <a:pt x="22" y="23"/>
                    <a:pt x="1" y="93"/>
                    <a:pt x="22" y="143"/>
                  </a:cubicBezTo>
                  <a:cubicBezTo>
                    <a:pt x="22" y="163"/>
                    <a:pt x="38" y="163"/>
                    <a:pt x="55" y="180"/>
                  </a:cubicBezTo>
                  <a:cubicBezTo>
                    <a:pt x="66" y="192"/>
                    <a:pt x="96" y="203"/>
                    <a:pt x="125" y="203"/>
                  </a:cubicBezTo>
                  <a:cubicBezTo>
                    <a:pt x="137" y="203"/>
                    <a:pt x="148" y="201"/>
                    <a:pt x="158" y="196"/>
                  </a:cubicBezTo>
                  <a:cubicBezTo>
                    <a:pt x="191" y="180"/>
                    <a:pt x="228" y="143"/>
                    <a:pt x="228" y="110"/>
                  </a:cubicBezTo>
                  <a:cubicBezTo>
                    <a:pt x="228" y="93"/>
                    <a:pt x="228" y="77"/>
                    <a:pt x="207" y="60"/>
                  </a:cubicBezTo>
                  <a:cubicBezTo>
                    <a:pt x="195" y="20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31"/>
            <p:cNvSpPr/>
            <p:nvPr/>
          </p:nvSpPr>
          <p:spPr>
            <a:xfrm>
              <a:off x="4329700" y="315762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04" y="0"/>
                  </a:moveTo>
                  <a:cubicBezTo>
                    <a:pt x="71" y="0"/>
                    <a:pt x="54" y="17"/>
                    <a:pt x="38" y="33"/>
                  </a:cubicBezTo>
                  <a:cubicBezTo>
                    <a:pt x="17" y="70"/>
                    <a:pt x="1" y="87"/>
                    <a:pt x="17" y="120"/>
                  </a:cubicBezTo>
                  <a:lnTo>
                    <a:pt x="17" y="136"/>
                  </a:lnTo>
                  <a:cubicBezTo>
                    <a:pt x="17" y="157"/>
                    <a:pt x="38" y="173"/>
                    <a:pt x="54" y="190"/>
                  </a:cubicBezTo>
                  <a:cubicBezTo>
                    <a:pt x="69" y="205"/>
                    <a:pt x="91" y="213"/>
                    <a:pt x="114" y="213"/>
                  </a:cubicBezTo>
                  <a:cubicBezTo>
                    <a:pt x="143" y="213"/>
                    <a:pt x="172" y="200"/>
                    <a:pt x="190" y="173"/>
                  </a:cubicBezTo>
                  <a:cubicBezTo>
                    <a:pt x="207" y="157"/>
                    <a:pt x="223" y="120"/>
                    <a:pt x="223" y="103"/>
                  </a:cubicBezTo>
                  <a:cubicBezTo>
                    <a:pt x="223" y="70"/>
                    <a:pt x="207" y="54"/>
                    <a:pt x="190" y="33"/>
                  </a:cubicBezTo>
                  <a:cubicBezTo>
                    <a:pt x="157" y="0"/>
                    <a:pt x="14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12594;p31"/>
            <p:cNvSpPr/>
            <p:nvPr/>
          </p:nvSpPr>
          <p:spPr>
            <a:xfrm>
              <a:off x="4327525" y="3171225"/>
              <a:ext cx="5700" cy="5025"/>
            </a:xfrm>
            <a:custGeom>
              <a:avLst/>
              <a:gdLst/>
              <a:ahLst/>
              <a:cxnLst/>
              <a:rect l="l" t="t" r="r" b="b"/>
              <a:pathLst>
                <a:path w="228" h="201" extrusionOk="0">
                  <a:moveTo>
                    <a:pt x="109" y="1"/>
                  </a:moveTo>
                  <a:cubicBezTo>
                    <a:pt x="56" y="1"/>
                    <a:pt x="22" y="36"/>
                    <a:pt x="22" y="91"/>
                  </a:cubicBezTo>
                  <a:cubicBezTo>
                    <a:pt x="1" y="107"/>
                    <a:pt x="22" y="128"/>
                    <a:pt x="22" y="145"/>
                  </a:cubicBezTo>
                  <a:cubicBezTo>
                    <a:pt x="22" y="145"/>
                    <a:pt x="22" y="161"/>
                    <a:pt x="38" y="161"/>
                  </a:cubicBezTo>
                  <a:cubicBezTo>
                    <a:pt x="55" y="178"/>
                    <a:pt x="71" y="194"/>
                    <a:pt x="104" y="194"/>
                  </a:cubicBezTo>
                  <a:cubicBezTo>
                    <a:pt x="110" y="199"/>
                    <a:pt x="117" y="201"/>
                    <a:pt x="125" y="201"/>
                  </a:cubicBezTo>
                  <a:cubicBezTo>
                    <a:pt x="143" y="201"/>
                    <a:pt x="162" y="189"/>
                    <a:pt x="174" y="178"/>
                  </a:cubicBezTo>
                  <a:cubicBezTo>
                    <a:pt x="207" y="161"/>
                    <a:pt x="207" y="145"/>
                    <a:pt x="228" y="107"/>
                  </a:cubicBezTo>
                  <a:cubicBezTo>
                    <a:pt x="228" y="58"/>
                    <a:pt x="191" y="4"/>
                    <a:pt x="141" y="4"/>
                  </a:cubicBezTo>
                  <a:cubicBezTo>
                    <a:pt x="130" y="2"/>
                    <a:pt x="119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12595;p31"/>
            <p:cNvSpPr/>
            <p:nvPr/>
          </p:nvSpPr>
          <p:spPr>
            <a:xfrm>
              <a:off x="4296625" y="3196750"/>
              <a:ext cx="5675" cy="5275"/>
            </a:xfrm>
            <a:custGeom>
              <a:avLst/>
              <a:gdLst/>
              <a:ahLst/>
              <a:cxnLst/>
              <a:rect l="l" t="t" r="r" b="b"/>
              <a:pathLst>
                <a:path w="227" h="211" extrusionOk="0">
                  <a:moveTo>
                    <a:pt x="112" y="0"/>
                  </a:moveTo>
                  <a:cubicBezTo>
                    <a:pt x="84" y="0"/>
                    <a:pt x="55" y="15"/>
                    <a:pt x="37" y="35"/>
                  </a:cubicBezTo>
                  <a:cubicBezTo>
                    <a:pt x="21" y="68"/>
                    <a:pt x="0" y="84"/>
                    <a:pt x="0" y="117"/>
                  </a:cubicBezTo>
                  <a:cubicBezTo>
                    <a:pt x="0" y="117"/>
                    <a:pt x="0" y="138"/>
                    <a:pt x="21" y="138"/>
                  </a:cubicBezTo>
                  <a:cubicBezTo>
                    <a:pt x="21" y="154"/>
                    <a:pt x="37" y="171"/>
                    <a:pt x="54" y="187"/>
                  </a:cubicBezTo>
                  <a:cubicBezTo>
                    <a:pt x="68" y="202"/>
                    <a:pt x="91" y="210"/>
                    <a:pt x="114" y="210"/>
                  </a:cubicBezTo>
                  <a:cubicBezTo>
                    <a:pt x="142" y="210"/>
                    <a:pt x="172" y="198"/>
                    <a:pt x="190" y="171"/>
                  </a:cubicBezTo>
                  <a:cubicBezTo>
                    <a:pt x="206" y="154"/>
                    <a:pt x="227" y="117"/>
                    <a:pt x="206" y="101"/>
                  </a:cubicBezTo>
                  <a:cubicBezTo>
                    <a:pt x="206" y="68"/>
                    <a:pt x="190" y="51"/>
                    <a:pt x="173" y="35"/>
                  </a:cubicBezTo>
                  <a:cubicBezTo>
                    <a:pt x="158" y="10"/>
                    <a:pt x="135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31"/>
            <p:cNvSpPr/>
            <p:nvPr/>
          </p:nvSpPr>
          <p:spPr>
            <a:xfrm>
              <a:off x="4303525" y="3158025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87" y="1"/>
                  </a:moveTo>
                  <a:cubicBezTo>
                    <a:pt x="54" y="17"/>
                    <a:pt x="33" y="38"/>
                    <a:pt x="17" y="54"/>
                  </a:cubicBezTo>
                  <a:cubicBezTo>
                    <a:pt x="17" y="87"/>
                    <a:pt x="0" y="104"/>
                    <a:pt x="17" y="141"/>
                  </a:cubicBezTo>
                  <a:cubicBezTo>
                    <a:pt x="30" y="181"/>
                    <a:pt x="80" y="211"/>
                    <a:pt x="127" y="211"/>
                  </a:cubicBezTo>
                  <a:cubicBezTo>
                    <a:pt x="137" y="211"/>
                    <a:pt x="147" y="210"/>
                    <a:pt x="157" y="207"/>
                  </a:cubicBezTo>
                  <a:cubicBezTo>
                    <a:pt x="206" y="174"/>
                    <a:pt x="239" y="120"/>
                    <a:pt x="206" y="71"/>
                  </a:cubicBezTo>
                  <a:cubicBezTo>
                    <a:pt x="206" y="38"/>
                    <a:pt x="173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12597;p31"/>
            <p:cNvSpPr/>
            <p:nvPr/>
          </p:nvSpPr>
          <p:spPr>
            <a:xfrm>
              <a:off x="4298775" y="3183875"/>
              <a:ext cx="6100" cy="5200"/>
            </a:xfrm>
            <a:custGeom>
              <a:avLst/>
              <a:gdLst/>
              <a:ahLst/>
              <a:cxnLst/>
              <a:rect l="l" t="t" r="r" b="b"/>
              <a:pathLst>
                <a:path w="244" h="208" extrusionOk="0">
                  <a:moveTo>
                    <a:pt x="124" y="1"/>
                  </a:moveTo>
                  <a:cubicBezTo>
                    <a:pt x="108" y="1"/>
                    <a:pt x="90" y="5"/>
                    <a:pt x="71" y="14"/>
                  </a:cubicBezTo>
                  <a:cubicBezTo>
                    <a:pt x="17" y="34"/>
                    <a:pt x="1" y="84"/>
                    <a:pt x="17" y="137"/>
                  </a:cubicBezTo>
                  <a:cubicBezTo>
                    <a:pt x="34" y="178"/>
                    <a:pt x="82" y="208"/>
                    <a:pt x="128" y="208"/>
                  </a:cubicBezTo>
                  <a:cubicBezTo>
                    <a:pt x="138" y="208"/>
                    <a:pt x="148" y="206"/>
                    <a:pt x="157" y="203"/>
                  </a:cubicBezTo>
                  <a:cubicBezTo>
                    <a:pt x="207" y="187"/>
                    <a:pt x="244" y="117"/>
                    <a:pt x="207" y="67"/>
                  </a:cubicBezTo>
                  <a:cubicBezTo>
                    <a:pt x="195" y="29"/>
                    <a:pt x="166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12598;p31"/>
            <p:cNvSpPr/>
            <p:nvPr/>
          </p:nvSpPr>
          <p:spPr>
            <a:xfrm>
              <a:off x="4299700" y="3169575"/>
              <a:ext cx="5600" cy="5375"/>
            </a:xfrm>
            <a:custGeom>
              <a:avLst/>
              <a:gdLst/>
              <a:ahLst/>
              <a:cxnLst/>
              <a:rect l="l" t="t" r="r" b="b"/>
              <a:pathLst>
                <a:path w="224" h="215" extrusionOk="0">
                  <a:moveTo>
                    <a:pt x="96" y="0"/>
                  </a:moveTo>
                  <a:cubicBezTo>
                    <a:pt x="86" y="0"/>
                    <a:pt x="76" y="2"/>
                    <a:pt x="67" y="4"/>
                  </a:cubicBezTo>
                  <a:cubicBezTo>
                    <a:pt x="17" y="37"/>
                    <a:pt x="1" y="91"/>
                    <a:pt x="17" y="141"/>
                  </a:cubicBezTo>
                  <a:cubicBezTo>
                    <a:pt x="31" y="185"/>
                    <a:pt x="81" y="215"/>
                    <a:pt x="126" y="215"/>
                  </a:cubicBezTo>
                  <a:cubicBezTo>
                    <a:pt x="135" y="215"/>
                    <a:pt x="145" y="213"/>
                    <a:pt x="153" y="211"/>
                  </a:cubicBezTo>
                  <a:cubicBezTo>
                    <a:pt x="207" y="173"/>
                    <a:pt x="223" y="124"/>
                    <a:pt x="207" y="70"/>
                  </a:cubicBezTo>
                  <a:cubicBezTo>
                    <a:pt x="190" y="30"/>
                    <a:pt x="142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9" name="Google Shape;12599;p31"/>
            <p:cNvSpPr/>
            <p:nvPr/>
          </p:nvSpPr>
          <p:spPr>
            <a:xfrm>
              <a:off x="4293200" y="31480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2" y="1"/>
                  </a:moveTo>
                  <a:cubicBezTo>
                    <a:pt x="58" y="1"/>
                    <a:pt x="15" y="47"/>
                    <a:pt x="1" y="90"/>
                  </a:cubicBezTo>
                  <a:cubicBezTo>
                    <a:pt x="1" y="107"/>
                    <a:pt x="1" y="127"/>
                    <a:pt x="17" y="144"/>
                  </a:cubicBezTo>
                  <a:lnTo>
                    <a:pt x="17" y="160"/>
                  </a:lnTo>
                  <a:cubicBezTo>
                    <a:pt x="34" y="193"/>
                    <a:pt x="71" y="210"/>
                    <a:pt x="88" y="210"/>
                  </a:cubicBezTo>
                  <a:cubicBezTo>
                    <a:pt x="158" y="210"/>
                    <a:pt x="207" y="177"/>
                    <a:pt x="207" y="127"/>
                  </a:cubicBezTo>
                  <a:cubicBezTo>
                    <a:pt x="224" y="90"/>
                    <a:pt x="207" y="74"/>
                    <a:pt x="191" y="41"/>
                  </a:cubicBezTo>
                  <a:cubicBezTo>
                    <a:pt x="174" y="24"/>
                    <a:pt x="158" y="4"/>
                    <a:pt x="121" y="4"/>
                  </a:cubicBezTo>
                  <a:cubicBezTo>
                    <a:pt x="114" y="2"/>
                    <a:pt x="108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0" name="Google Shape;12600;p31"/>
            <p:cNvSpPr/>
            <p:nvPr/>
          </p:nvSpPr>
          <p:spPr>
            <a:xfrm>
              <a:off x="4311250" y="3176850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8" y="0"/>
                  </a:moveTo>
                  <a:cubicBezTo>
                    <a:pt x="107" y="0"/>
                    <a:pt x="97" y="2"/>
                    <a:pt x="87" y="6"/>
                  </a:cubicBezTo>
                  <a:cubicBezTo>
                    <a:pt x="33" y="39"/>
                    <a:pt x="1" y="89"/>
                    <a:pt x="17" y="142"/>
                  </a:cubicBezTo>
                  <a:cubicBezTo>
                    <a:pt x="48" y="184"/>
                    <a:pt x="88" y="216"/>
                    <a:pt x="131" y="216"/>
                  </a:cubicBezTo>
                  <a:cubicBezTo>
                    <a:pt x="140" y="216"/>
                    <a:pt x="148" y="215"/>
                    <a:pt x="157" y="212"/>
                  </a:cubicBezTo>
                  <a:cubicBezTo>
                    <a:pt x="207" y="192"/>
                    <a:pt x="240" y="126"/>
                    <a:pt x="223" y="72"/>
                  </a:cubicBezTo>
                  <a:cubicBezTo>
                    <a:pt x="210" y="32"/>
                    <a:pt x="162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1" name="Google Shape;12601;p31"/>
            <p:cNvSpPr/>
            <p:nvPr/>
          </p:nvSpPr>
          <p:spPr>
            <a:xfrm>
              <a:off x="4304350" y="3141575"/>
              <a:ext cx="5700" cy="5075"/>
            </a:xfrm>
            <a:custGeom>
              <a:avLst/>
              <a:gdLst/>
              <a:ahLst/>
              <a:cxnLst/>
              <a:rect l="l" t="t" r="r" b="b"/>
              <a:pathLst>
                <a:path w="228" h="203" extrusionOk="0">
                  <a:moveTo>
                    <a:pt x="113" y="1"/>
                  </a:moveTo>
                  <a:cubicBezTo>
                    <a:pt x="85" y="1"/>
                    <a:pt x="56" y="13"/>
                    <a:pt x="37" y="40"/>
                  </a:cubicBezTo>
                  <a:cubicBezTo>
                    <a:pt x="21" y="57"/>
                    <a:pt x="0" y="77"/>
                    <a:pt x="0" y="110"/>
                  </a:cubicBezTo>
                  <a:cubicBezTo>
                    <a:pt x="0" y="127"/>
                    <a:pt x="0" y="127"/>
                    <a:pt x="21" y="143"/>
                  </a:cubicBezTo>
                  <a:cubicBezTo>
                    <a:pt x="21" y="160"/>
                    <a:pt x="37" y="160"/>
                    <a:pt x="54" y="180"/>
                  </a:cubicBezTo>
                  <a:cubicBezTo>
                    <a:pt x="68" y="195"/>
                    <a:pt x="90" y="203"/>
                    <a:pt x="113" y="203"/>
                  </a:cubicBezTo>
                  <a:cubicBezTo>
                    <a:pt x="141" y="203"/>
                    <a:pt x="171" y="190"/>
                    <a:pt x="190" y="160"/>
                  </a:cubicBezTo>
                  <a:cubicBezTo>
                    <a:pt x="227" y="127"/>
                    <a:pt x="227" y="57"/>
                    <a:pt x="173" y="24"/>
                  </a:cubicBezTo>
                  <a:cubicBezTo>
                    <a:pt x="159" y="9"/>
                    <a:pt x="136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2" name="Google Shape;12602;p31"/>
            <p:cNvSpPr/>
            <p:nvPr/>
          </p:nvSpPr>
          <p:spPr>
            <a:xfrm>
              <a:off x="4310025" y="31907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1"/>
                  </a:moveTo>
                  <a:cubicBezTo>
                    <a:pt x="66" y="1"/>
                    <a:pt x="17" y="34"/>
                    <a:pt x="17" y="87"/>
                  </a:cubicBezTo>
                  <a:cubicBezTo>
                    <a:pt x="0" y="104"/>
                    <a:pt x="17" y="137"/>
                    <a:pt x="17" y="153"/>
                  </a:cubicBezTo>
                  <a:lnTo>
                    <a:pt x="33" y="174"/>
                  </a:lnTo>
                  <a:cubicBezTo>
                    <a:pt x="50" y="190"/>
                    <a:pt x="66" y="207"/>
                    <a:pt x="103" y="207"/>
                  </a:cubicBezTo>
                  <a:cubicBezTo>
                    <a:pt x="112" y="209"/>
                    <a:pt x="120" y="211"/>
                    <a:pt x="129" y="211"/>
                  </a:cubicBezTo>
                  <a:cubicBezTo>
                    <a:pt x="170" y="211"/>
                    <a:pt x="209" y="178"/>
                    <a:pt x="223" y="120"/>
                  </a:cubicBezTo>
                  <a:cubicBezTo>
                    <a:pt x="223" y="104"/>
                    <a:pt x="223" y="71"/>
                    <a:pt x="206" y="50"/>
                  </a:cubicBezTo>
                  <a:cubicBezTo>
                    <a:pt x="186" y="34"/>
                    <a:pt x="153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3" name="Google Shape;12603;p31"/>
            <p:cNvSpPr/>
            <p:nvPr/>
          </p:nvSpPr>
          <p:spPr>
            <a:xfrm>
              <a:off x="4307425" y="31275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1" y="0"/>
                  </a:moveTo>
                  <a:cubicBezTo>
                    <a:pt x="67" y="0"/>
                    <a:pt x="17" y="37"/>
                    <a:pt x="1" y="87"/>
                  </a:cubicBezTo>
                  <a:cubicBezTo>
                    <a:pt x="1" y="103"/>
                    <a:pt x="1" y="124"/>
                    <a:pt x="17" y="140"/>
                  </a:cubicBezTo>
                  <a:lnTo>
                    <a:pt x="17" y="173"/>
                  </a:lnTo>
                  <a:cubicBezTo>
                    <a:pt x="34" y="190"/>
                    <a:pt x="67" y="206"/>
                    <a:pt x="83" y="206"/>
                  </a:cubicBezTo>
                  <a:cubicBezTo>
                    <a:pt x="94" y="209"/>
                    <a:pt x="104" y="211"/>
                    <a:pt x="114" y="211"/>
                  </a:cubicBezTo>
                  <a:cubicBezTo>
                    <a:pt x="168" y="211"/>
                    <a:pt x="207" y="166"/>
                    <a:pt x="207" y="124"/>
                  </a:cubicBezTo>
                  <a:cubicBezTo>
                    <a:pt x="224" y="103"/>
                    <a:pt x="207" y="70"/>
                    <a:pt x="186" y="54"/>
                  </a:cubicBezTo>
                  <a:cubicBezTo>
                    <a:pt x="170" y="21"/>
                    <a:pt x="154" y="21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4" name="Google Shape;12604;p31"/>
            <p:cNvSpPr/>
            <p:nvPr/>
          </p:nvSpPr>
          <p:spPr>
            <a:xfrm>
              <a:off x="4163125" y="317050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0" y="0"/>
                  </a:moveTo>
                  <a:cubicBezTo>
                    <a:pt x="67" y="0"/>
                    <a:pt x="17" y="33"/>
                    <a:pt x="1" y="87"/>
                  </a:cubicBezTo>
                  <a:lnTo>
                    <a:pt x="1" y="136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4" y="190"/>
                    <a:pt x="67" y="207"/>
                    <a:pt x="83" y="207"/>
                  </a:cubicBezTo>
                  <a:cubicBezTo>
                    <a:pt x="120" y="207"/>
                    <a:pt x="137" y="207"/>
                    <a:pt x="170" y="190"/>
                  </a:cubicBezTo>
                  <a:cubicBezTo>
                    <a:pt x="186" y="174"/>
                    <a:pt x="207" y="157"/>
                    <a:pt x="207" y="120"/>
                  </a:cubicBezTo>
                  <a:cubicBezTo>
                    <a:pt x="207" y="87"/>
                    <a:pt x="207" y="71"/>
                    <a:pt x="186" y="54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5" name="Google Shape;12605;p31"/>
            <p:cNvSpPr/>
            <p:nvPr/>
          </p:nvSpPr>
          <p:spPr>
            <a:xfrm>
              <a:off x="4176850" y="31639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01" y="0"/>
                  </a:moveTo>
                  <a:cubicBezTo>
                    <a:pt x="52" y="0"/>
                    <a:pt x="17" y="35"/>
                    <a:pt x="17" y="88"/>
                  </a:cubicBezTo>
                  <a:cubicBezTo>
                    <a:pt x="0" y="109"/>
                    <a:pt x="0" y="125"/>
                    <a:pt x="17" y="142"/>
                  </a:cubicBezTo>
                  <a:cubicBezTo>
                    <a:pt x="17" y="142"/>
                    <a:pt x="17" y="158"/>
                    <a:pt x="33" y="158"/>
                  </a:cubicBezTo>
                  <a:cubicBezTo>
                    <a:pt x="50" y="175"/>
                    <a:pt x="70" y="191"/>
                    <a:pt x="103" y="212"/>
                  </a:cubicBezTo>
                  <a:cubicBezTo>
                    <a:pt x="153" y="212"/>
                    <a:pt x="206" y="175"/>
                    <a:pt x="223" y="125"/>
                  </a:cubicBezTo>
                  <a:cubicBezTo>
                    <a:pt x="223" y="88"/>
                    <a:pt x="206" y="55"/>
                    <a:pt x="206" y="39"/>
                  </a:cubicBezTo>
                  <a:cubicBezTo>
                    <a:pt x="190" y="22"/>
                    <a:pt x="153" y="6"/>
                    <a:pt x="136" y="6"/>
                  </a:cubicBezTo>
                  <a:cubicBezTo>
                    <a:pt x="124" y="2"/>
                    <a:pt x="112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12606;p31"/>
            <p:cNvSpPr/>
            <p:nvPr/>
          </p:nvSpPr>
          <p:spPr>
            <a:xfrm>
              <a:off x="4180650" y="3136150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24" y="0"/>
                  </a:moveTo>
                  <a:cubicBezTo>
                    <a:pt x="93" y="0"/>
                    <a:pt x="58" y="14"/>
                    <a:pt x="38" y="34"/>
                  </a:cubicBezTo>
                  <a:cubicBezTo>
                    <a:pt x="21" y="67"/>
                    <a:pt x="1" y="88"/>
                    <a:pt x="1" y="121"/>
                  </a:cubicBezTo>
                  <a:lnTo>
                    <a:pt x="21" y="138"/>
                  </a:lnTo>
                  <a:cubicBezTo>
                    <a:pt x="21" y="154"/>
                    <a:pt x="38" y="171"/>
                    <a:pt x="54" y="191"/>
                  </a:cubicBezTo>
                  <a:cubicBezTo>
                    <a:pt x="71" y="208"/>
                    <a:pt x="87" y="208"/>
                    <a:pt x="124" y="208"/>
                  </a:cubicBezTo>
                  <a:cubicBezTo>
                    <a:pt x="157" y="208"/>
                    <a:pt x="174" y="191"/>
                    <a:pt x="190" y="171"/>
                  </a:cubicBezTo>
                  <a:cubicBezTo>
                    <a:pt x="207" y="154"/>
                    <a:pt x="228" y="121"/>
                    <a:pt x="207" y="88"/>
                  </a:cubicBezTo>
                  <a:cubicBezTo>
                    <a:pt x="207" y="67"/>
                    <a:pt x="207" y="34"/>
                    <a:pt x="174" y="18"/>
                  </a:cubicBezTo>
                  <a:cubicBezTo>
                    <a:pt x="161" y="5"/>
                    <a:pt x="143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31"/>
            <p:cNvSpPr/>
            <p:nvPr/>
          </p:nvSpPr>
          <p:spPr>
            <a:xfrm>
              <a:off x="4333625" y="313317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20" y="1"/>
                  </a:moveTo>
                  <a:cubicBezTo>
                    <a:pt x="66" y="1"/>
                    <a:pt x="0" y="34"/>
                    <a:pt x="0" y="83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70"/>
                  </a:cubicBezTo>
                  <a:cubicBezTo>
                    <a:pt x="33" y="186"/>
                    <a:pt x="50" y="207"/>
                    <a:pt x="87" y="207"/>
                  </a:cubicBezTo>
                  <a:cubicBezTo>
                    <a:pt x="120" y="207"/>
                    <a:pt x="136" y="207"/>
                    <a:pt x="169" y="186"/>
                  </a:cubicBezTo>
                  <a:cubicBezTo>
                    <a:pt x="190" y="170"/>
                    <a:pt x="206" y="153"/>
                    <a:pt x="206" y="121"/>
                  </a:cubicBezTo>
                  <a:cubicBezTo>
                    <a:pt x="206" y="104"/>
                    <a:pt x="206" y="67"/>
                    <a:pt x="190" y="50"/>
                  </a:cubicBezTo>
                  <a:cubicBezTo>
                    <a:pt x="169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31"/>
            <p:cNvSpPr/>
            <p:nvPr/>
          </p:nvSpPr>
          <p:spPr>
            <a:xfrm>
              <a:off x="4175500" y="31778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87" y="0"/>
                    <a:pt x="71" y="0"/>
                    <a:pt x="38" y="17"/>
                  </a:cubicBezTo>
                  <a:cubicBezTo>
                    <a:pt x="21" y="33"/>
                    <a:pt x="1" y="70"/>
                    <a:pt x="1" y="87"/>
                  </a:cubicBezTo>
                  <a:lnTo>
                    <a:pt x="1" y="136"/>
                  </a:lnTo>
                  <a:cubicBezTo>
                    <a:pt x="21" y="153"/>
                    <a:pt x="21" y="153"/>
                    <a:pt x="21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94" y="209"/>
                    <a:pt x="102" y="210"/>
                    <a:pt x="109" y="210"/>
                  </a:cubicBezTo>
                  <a:cubicBezTo>
                    <a:pt x="157" y="210"/>
                    <a:pt x="207" y="166"/>
                    <a:pt x="207" y="120"/>
                  </a:cubicBezTo>
                  <a:cubicBezTo>
                    <a:pt x="207" y="87"/>
                    <a:pt x="207" y="70"/>
                    <a:pt x="190" y="50"/>
                  </a:cubicBezTo>
                  <a:cubicBezTo>
                    <a:pt x="174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9" name="Google Shape;12609;p31"/>
            <p:cNvSpPr/>
            <p:nvPr/>
          </p:nvSpPr>
          <p:spPr>
            <a:xfrm>
              <a:off x="4191900" y="3146325"/>
              <a:ext cx="5575" cy="5075"/>
            </a:xfrm>
            <a:custGeom>
              <a:avLst/>
              <a:gdLst/>
              <a:ahLst/>
              <a:cxnLst/>
              <a:rect l="l" t="t" r="r" b="b"/>
              <a:pathLst>
                <a:path w="223" h="203" extrusionOk="0">
                  <a:moveTo>
                    <a:pt x="108" y="1"/>
                  </a:moveTo>
                  <a:cubicBezTo>
                    <a:pt x="94" y="1"/>
                    <a:pt x="80" y="3"/>
                    <a:pt x="66" y="7"/>
                  </a:cubicBezTo>
                  <a:cubicBezTo>
                    <a:pt x="17" y="23"/>
                    <a:pt x="0" y="93"/>
                    <a:pt x="17" y="143"/>
                  </a:cubicBezTo>
                  <a:cubicBezTo>
                    <a:pt x="29" y="183"/>
                    <a:pt x="72" y="203"/>
                    <a:pt x="114" y="203"/>
                  </a:cubicBezTo>
                  <a:cubicBezTo>
                    <a:pt x="127" y="203"/>
                    <a:pt x="141" y="201"/>
                    <a:pt x="153" y="196"/>
                  </a:cubicBezTo>
                  <a:cubicBezTo>
                    <a:pt x="206" y="176"/>
                    <a:pt x="223" y="110"/>
                    <a:pt x="206" y="56"/>
                  </a:cubicBezTo>
                  <a:cubicBezTo>
                    <a:pt x="194" y="19"/>
                    <a:pt x="151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0" name="Google Shape;12610;p31"/>
            <p:cNvSpPr/>
            <p:nvPr/>
          </p:nvSpPr>
          <p:spPr>
            <a:xfrm>
              <a:off x="4182400" y="3122275"/>
              <a:ext cx="5600" cy="5475"/>
            </a:xfrm>
            <a:custGeom>
              <a:avLst/>
              <a:gdLst/>
              <a:ahLst/>
              <a:cxnLst/>
              <a:rect l="l" t="t" r="r" b="b"/>
              <a:pathLst>
                <a:path w="224" h="219" extrusionOk="0">
                  <a:moveTo>
                    <a:pt x="102" y="0"/>
                  </a:moveTo>
                  <a:cubicBezTo>
                    <a:pt x="92" y="0"/>
                    <a:pt x="82" y="1"/>
                    <a:pt x="71" y="4"/>
                  </a:cubicBezTo>
                  <a:cubicBezTo>
                    <a:pt x="17" y="41"/>
                    <a:pt x="1" y="91"/>
                    <a:pt x="17" y="144"/>
                  </a:cubicBezTo>
                  <a:cubicBezTo>
                    <a:pt x="17" y="161"/>
                    <a:pt x="34" y="177"/>
                    <a:pt x="54" y="177"/>
                  </a:cubicBezTo>
                  <a:cubicBezTo>
                    <a:pt x="66" y="201"/>
                    <a:pt x="96" y="218"/>
                    <a:pt x="125" y="218"/>
                  </a:cubicBezTo>
                  <a:cubicBezTo>
                    <a:pt x="136" y="218"/>
                    <a:pt x="147" y="216"/>
                    <a:pt x="158" y="210"/>
                  </a:cubicBezTo>
                  <a:cubicBezTo>
                    <a:pt x="191" y="194"/>
                    <a:pt x="224" y="161"/>
                    <a:pt x="224" y="128"/>
                  </a:cubicBezTo>
                  <a:cubicBezTo>
                    <a:pt x="224" y="107"/>
                    <a:pt x="224" y="91"/>
                    <a:pt x="207" y="74"/>
                  </a:cubicBezTo>
                  <a:cubicBezTo>
                    <a:pt x="193" y="33"/>
                    <a:pt x="154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31"/>
            <p:cNvSpPr/>
            <p:nvPr/>
          </p:nvSpPr>
          <p:spPr>
            <a:xfrm>
              <a:off x="4189325" y="317347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20" y="1"/>
                  </a:moveTo>
                  <a:cubicBezTo>
                    <a:pt x="87" y="1"/>
                    <a:pt x="33" y="17"/>
                    <a:pt x="17" y="71"/>
                  </a:cubicBezTo>
                  <a:cubicBezTo>
                    <a:pt x="17" y="71"/>
                    <a:pt x="17" y="88"/>
                    <a:pt x="0" y="88"/>
                  </a:cubicBezTo>
                  <a:cubicBezTo>
                    <a:pt x="0" y="104"/>
                    <a:pt x="0" y="121"/>
                    <a:pt x="17" y="141"/>
                  </a:cubicBezTo>
                  <a:cubicBezTo>
                    <a:pt x="17" y="174"/>
                    <a:pt x="33" y="191"/>
                    <a:pt x="66" y="191"/>
                  </a:cubicBezTo>
                  <a:cubicBezTo>
                    <a:pt x="66" y="207"/>
                    <a:pt x="87" y="207"/>
                    <a:pt x="103" y="207"/>
                  </a:cubicBezTo>
                  <a:cubicBezTo>
                    <a:pt x="153" y="207"/>
                    <a:pt x="206" y="174"/>
                    <a:pt x="223" y="121"/>
                  </a:cubicBezTo>
                  <a:cubicBezTo>
                    <a:pt x="223" y="88"/>
                    <a:pt x="206" y="71"/>
                    <a:pt x="190" y="38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12612;p31"/>
            <p:cNvSpPr/>
            <p:nvPr/>
          </p:nvSpPr>
          <p:spPr>
            <a:xfrm>
              <a:off x="4189725" y="315920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103" y="1"/>
                  </a:moveTo>
                  <a:cubicBezTo>
                    <a:pt x="75" y="1"/>
                    <a:pt x="47" y="13"/>
                    <a:pt x="17" y="40"/>
                  </a:cubicBezTo>
                  <a:cubicBezTo>
                    <a:pt x="1" y="57"/>
                    <a:pt x="1" y="94"/>
                    <a:pt x="1" y="110"/>
                  </a:cubicBezTo>
                  <a:lnTo>
                    <a:pt x="1" y="143"/>
                  </a:lnTo>
                  <a:cubicBezTo>
                    <a:pt x="17" y="160"/>
                    <a:pt x="34" y="176"/>
                    <a:pt x="34" y="176"/>
                  </a:cubicBezTo>
                  <a:cubicBezTo>
                    <a:pt x="58" y="193"/>
                    <a:pt x="85" y="202"/>
                    <a:pt x="110" y="202"/>
                  </a:cubicBezTo>
                  <a:cubicBezTo>
                    <a:pt x="141" y="202"/>
                    <a:pt x="170" y="189"/>
                    <a:pt x="190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90" y="40"/>
                    <a:pt x="174" y="24"/>
                  </a:cubicBezTo>
                  <a:cubicBezTo>
                    <a:pt x="150" y="9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31"/>
            <p:cNvSpPr/>
            <p:nvPr/>
          </p:nvSpPr>
          <p:spPr>
            <a:xfrm>
              <a:off x="4186325" y="31104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lnTo>
                    <a:pt x="17" y="170"/>
                  </a:lnTo>
                  <a:cubicBezTo>
                    <a:pt x="34" y="190"/>
                    <a:pt x="67" y="207"/>
                    <a:pt x="83" y="207"/>
                  </a:cubicBezTo>
                  <a:cubicBezTo>
                    <a:pt x="92" y="209"/>
                    <a:pt x="100" y="210"/>
                    <a:pt x="109" y="210"/>
                  </a:cubicBezTo>
                  <a:cubicBezTo>
                    <a:pt x="166" y="210"/>
                    <a:pt x="207" y="164"/>
                    <a:pt x="207" y="120"/>
                  </a:cubicBezTo>
                  <a:cubicBezTo>
                    <a:pt x="223" y="104"/>
                    <a:pt x="207" y="67"/>
                    <a:pt x="186" y="50"/>
                  </a:cubicBezTo>
                  <a:cubicBezTo>
                    <a:pt x="170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31"/>
            <p:cNvSpPr/>
            <p:nvPr/>
          </p:nvSpPr>
          <p:spPr>
            <a:xfrm>
              <a:off x="4172100" y="311580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02" y="1"/>
                  </a:moveTo>
                  <a:cubicBezTo>
                    <a:pt x="86" y="1"/>
                    <a:pt x="66" y="12"/>
                    <a:pt x="54" y="24"/>
                  </a:cubicBezTo>
                  <a:cubicBezTo>
                    <a:pt x="17" y="40"/>
                    <a:pt x="1" y="57"/>
                    <a:pt x="1" y="94"/>
                  </a:cubicBezTo>
                  <a:cubicBezTo>
                    <a:pt x="1" y="110"/>
                    <a:pt x="1" y="127"/>
                    <a:pt x="17" y="143"/>
                  </a:cubicBezTo>
                  <a:lnTo>
                    <a:pt x="17" y="160"/>
                  </a:lnTo>
                  <a:cubicBezTo>
                    <a:pt x="34" y="181"/>
                    <a:pt x="71" y="197"/>
                    <a:pt x="87" y="214"/>
                  </a:cubicBezTo>
                  <a:cubicBezTo>
                    <a:pt x="157" y="214"/>
                    <a:pt x="207" y="181"/>
                    <a:pt x="207" y="127"/>
                  </a:cubicBezTo>
                  <a:cubicBezTo>
                    <a:pt x="223" y="94"/>
                    <a:pt x="207" y="57"/>
                    <a:pt x="190" y="40"/>
                  </a:cubicBezTo>
                  <a:cubicBezTo>
                    <a:pt x="174" y="24"/>
                    <a:pt x="157" y="7"/>
                    <a:pt x="120" y="7"/>
                  </a:cubicBezTo>
                  <a:cubicBezTo>
                    <a:pt x="115" y="3"/>
                    <a:pt x="109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31"/>
            <p:cNvSpPr/>
            <p:nvPr/>
          </p:nvSpPr>
          <p:spPr>
            <a:xfrm>
              <a:off x="4154900" y="3147625"/>
              <a:ext cx="5675" cy="4975"/>
            </a:xfrm>
            <a:custGeom>
              <a:avLst/>
              <a:gdLst/>
              <a:ahLst/>
              <a:cxnLst/>
              <a:rect l="l" t="t" r="r" b="b"/>
              <a:pathLst>
                <a:path w="227" h="199" extrusionOk="0">
                  <a:moveTo>
                    <a:pt x="97" y="0"/>
                  </a:moveTo>
                  <a:cubicBezTo>
                    <a:pt x="54" y="0"/>
                    <a:pt x="17" y="33"/>
                    <a:pt x="0" y="91"/>
                  </a:cubicBezTo>
                  <a:cubicBezTo>
                    <a:pt x="0" y="107"/>
                    <a:pt x="0" y="124"/>
                    <a:pt x="21" y="144"/>
                  </a:cubicBezTo>
                  <a:cubicBezTo>
                    <a:pt x="21" y="177"/>
                    <a:pt x="54" y="194"/>
                    <a:pt x="87" y="194"/>
                  </a:cubicBezTo>
                  <a:cubicBezTo>
                    <a:pt x="99" y="197"/>
                    <a:pt x="110" y="198"/>
                    <a:pt x="121" y="198"/>
                  </a:cubicBezTo>
                  <a:cubicBezTo>
                    <a:pt x="172" y="198"/>
                    <a:pt x="206" y="165"/>
                    <a:pt x="206" y="107"/>
                  </a:cubicBezTo>
                  <a:cubicBezTo>
                    <a:pt x="227" y="91"/>
                    <a:pt x="206" y="58"/>
                    <a:pt x="190" y="41"/>
                  </a:cubicBezTo>
                  <a:cubicBezTo>
                    <a:pt x="173" y="21"/>
                    <a:pt x="157" y="4"/>
                    <a:pt x="124" y="4"/>
                  </a:cubicBezTo>
                  <a:cubicBezTo>
                    <a:pt x="115" y="1"/>
                    <a:pt x="10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31"/>
            <p:cNvSpPr/>
            <p:nvPr/>
          </p:nvSpPr>
          <p:spPr>
            <a:xfrm>
              <a:off x="4157050" y="313210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26" y="1"/>
                  </a:moveTo>
                  <a:cubicBezTo>
                    <a:pt x="113" y="1"/>
                    <a:pt x="100" y="3"/>
                    <a:pt x="87" y="7"/>
                  </a:cubicBezTo>
                  <a:cubicBezTo>
                    <a:pt x="38" y="23"/>
                    <a:pt x="1" y="93"/>
                    <a:pt x="17" y="147"/>
                  </a:cubicBezTo>
                  <a:cubicBezTo>
                    <a:pt x="38" y="164"/>
                    <a:pt x="38" y="164"/>
                    <a:pt x="54" y="180"/>
                  </a:cubicBezTo>
                  <a:cubicBezTo>
                    <a:pt x="66" y="192"/>
                    <a:pt x="94" y="203"/>
                    <a:pt x="123" y="203"/>
                  </a:cubicBezTo>
                  <a:cubicBezTo>
                    <a:pt x="135" y="203"/>
                    <a:pt x="146" y="201"/>
                    <a:pt x="157" y="196"/>
                  </a:cubicBezTo>
                  <a:cubicBezTo>
                    <a:pt x="190" y="180"/>
                    <a:pt x="223" y="147"/>
                    <a:pt x="223" y="110"/>
                  </a:cubicBezTo>
                  <a:lnTo>
                    <a:pt x="223" y="60"/>
                  </a:lnTo>
                  <a:cubicBezTo>
                    <a:pt x="198" y="20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31"/>
            <p:cNvSpPr/>
            <p:nvPr/>
          </p:nvSpPr>
          <p:spPr>
            <a:xfrm>
              <a:off x="4158400" y="311977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18" y="1"/>
                  </a:moveTo>
                  <a:cubicBezTo>
                    <a:pt x="87" y="1"/>
                    <a:pt x="53" y="16"/>
                    <a:pt x="33" y="38"/>
                  </a:cubicBezTo>
                  <a:cubicBezTo>
                    <a:pt x="17" y="55"/>
                    <a:pt x="0" y="88"/>
                    <a:pt x="0" y="125"/>
                  </a:cubicBezTo>
                  <a:cubicBezTo>
                    <a:pt x="17" y="125"/>
                    <a:pt x="17" y="141"/>
                    <a:pt x="17" y="141"/>
                  </a:cubicBezTo>
                  <a:cubicBezTo>
                    <a:pt x="17" y="158"/>
                    <a:pt x="33" y="174"/>
                    <a:pt x="50" y="191"/>
                  </a:cubicBezTo>
                  <a:cubicBezTo>
                    <a:pt x="66" y="207"/>
                    <a:pt x="103" y="207"/>
                    <a:pt x="120" y="207"/>
                  </a:cubicBezTo>
                  <a:cubicBezTo>
                    <a:pt x="153" y="207"/>
                    <a:pt x="169" y="191"/>
                    <a:pt x="190" y="174"/>
                  </a:cubicBezTo>
                  <a:cubicBezTo>
                    <a:pt x="206" y="141"/>
                    <a:pt x="223" y="125"/>
                    <a:pt x="223" y="88"/>
                  </a:cubicBezTo>
                  <a:cubicBezTo>
                    <a:pt x="206" y="71"/>
                    <a:pt x="206" y="38"/>
                    <a:pt x="169" y="22"/>
                  </a:cubicBezTo>
                  <a:cubicBezTo>
                    <a:pt x="156" y="7"/>
                    <a:pt x="138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31"/>
            <p:cNvSpPr/>
            <p:nvPr/>
          </p:nvSpPr>
          <p:spPr>
            <a:xfrm>
              <a:off x="4153250" y="31626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2" y="0"/>
                  </a:moveTo>
                  <a:cubicBezTo>
                    <a:pt x="46" y="0"/>
                    <a:pt x="0" y="33"/>
                    <a:pt x="0" y="91"/>
                  </a:cubicBezTo>
                  <a:lnTo>
                    <a:pt x="0" y="140"/>
                  </a:lnTo>
                  <a:lnTo>
                    <a:pt x="17" y="161"/>
                  </a:lnTo>
                  <a:cubicBezTo>
                    <a:pt x="33" y="177"/>
                    <a:pt x="50" y="194"/>
                    <a:pt x="87" y="210"/>
                  </a:cubicBezTo>
                  <a:cubicBezTo>
                    <a:pt x="120" y="210"/>
                    <a:pt x="136" y="194"/>
                    <a:pt x="169" y="177"/>
                  </a:cubicBezTo>
                  <a:cubicBezTo>
                    <a:pt x="190" y="177"/>
                    <a:pt x="206" y="140"/>
                    <a:pt x="206" y="124"/>
                  </a:cubicBezTo>
                  <a:cubicBezTo>
                    <a:pt x="206" y="91"/>
                    <a:pt x="206" y="58"/>
                    <a:pt x="190" y="37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1" y="1"/>
                    <a:pt x="101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31"/>
            <p:cNvSpPr/>
            <p:nvPr/>
          </p:nvSpPr>
          <p:spPr>
            <a:xfrm>
              <a:off x="4165200" y="3156375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14" y="1"/>
                  </a:moveTo>
                  <a:cubicBezTo>
                    <a:pt x="86" y="1"/>
                    <a:pt x="56" y="15"/>
                    <a:pt x="37" y="34"/>
                  </a:cubicBezTo>
                  <a:cubicBezTo>
                    <a:pt x="21" y="67"/>
                    <a:pt x="0" y="83"/>
                    <a:pt x="0" y="120"/>
                  </a:cubicBezTo>
                  <a:cubicBezTo>
                    <a:pt x="0" y="120"/>
                    <a:pt x="0" y="137"/>
                    <a:pt x="21" y="137"/>
                  </a:cubicBezTo>
                  <a:cubicBezTo>
                    <a:pt x="21" y="153"/>
                    <a:pt x="37" y="170"/>
                    <a:pt x="54" y="186"/>
                  </a:cubicBezTo>
                  <a:cubicBezTo>
                    <a:pt x="70" y="207"/>
                    <a:pt x="87" y="207"/>
                    <a:pt x="124" y="207"/>
                  </a:cubicBezTo>
                  <a:cubicBezTo>
                    <a:pt x="157" y="207"/>
                    <a:pt x="174" y="186"/>
                    <a:pt x="190" y="170"/>
                  </a:cubicBezTo>
                  <a:cubicBezTo>
                    <a:pt x="206" y="153"/>
                    <a:pt x="227" y="120"/>
                    <a:pt x="206" y="104"/>
                  </a:cubicBezTo>
                  <a:cubicBezTo>
                    <a:pt x="206" y="67"/>
                    <a:pt x="190" y="50"/>
                    <a:pt x="174" y="34"/>
                  </a:cubicBezTo>
                  <a:cubicBezTo>
                    <a:pt x="159" y="10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12620;p31"/>
            <p:cNvSpPr/>
            <p:nvPr/>
          </p:nvSpPr>
          <p:spPr>
            <a:xfrm>
              <a:off x="4149725" y="3176550"/>
              <a:ext cx="5200" cy="5350"/>
            </a:xfrm>
            <a:custGeom>
              <a:avLst/>
              <a:gdLst/>
              <a:ahLst/>
              <a:cxnLst/>
              <a:rect l="l" t="t" r="r" b="b"/>
              <a:pathLst>
                <a:path w="208" h="214" extrusionOk="0">
                  <a:moveTo>
                    <a:pt x="99" y="0"/>
                  </a:moveTo>
                  <a:cubicBezTo>
                    <a:pt x="68" y="0"/>
                    <a:pt x="39" y="14"/>
                    <a:pt x="22" y="35"/>
                  </a:cubicBezTo>
                  <a:cubicBezTo>
                    <a:pt x="1" y="68"/>
                    <a:pt x="1" y="84"/>
                    <a:pt x="1" y="121"/>
                  </a:cubicBezTo>
                  <a:lnTo>
                    <a:pt x="1" y="138"/>
                  </a:lnTo>
                  <a:cubicBezTo>
                    <a:pt x="1" y="154"/>
                    <a:pt x="22" y="171"/>
                    <a:pt x="38" y="187"/>
                  </a:cubicBezTo>
                  <a:cubicBezTo>
                    <a:pt x="60" y="204"/>
                    <a:pt x="84" y="213"/>
                    <a:pt x="107" y="213"/>
                  </a:cubicBezTo>
                  <a:cubicBezTo>
                    <a:pt x="135" y="213"/>
                    <a:pt x="164" y="200"/>
                    <a:pt x="191" y="171"/>
                  </a:cubicBezTo>
                  <a:cubicBezTo>
                    <a:pt x="207" y="154"/>
                    <a:pt x="207" y="121"/>
                    <a:pt x="207" y="101"/>
                  </a:cubicBezTo>
                  <a:cubicBezTo>
                    <a:pt x="207" y="68"/>
                    <a:pt x="191" y="51"/>
                    <a:pt x="174" y="35"/>
                  </a:cubicBezTo>
                  <a:cubicBezTo>
                    <a:pt x="152" y="10"/>
                    <a:pt x="125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12621;p31"/>
            <p:cNvSpPr/>
            <p:nvPr/>
          </p:nvSpPr>
          <p:spPr>
            <a:xfrm>
              <a:off x="4167350" y="31425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4" y="0"/>
                    <a:pt x="71" y="0"/>
                    <a:pt x="55" y="17"/>
                  </a:cubicBezTo>
                  <a:cubicBezTo>
                    <a:pt x="38" y="37"/>
                    <a:pt x="17" y="54"/>
                    <a:pt x="1" y="87"/>
                  </a:cubicBezTo>
                  <a:cubicBezTo>
                    <a:pt x="1" y="103"/>
                    <a:pt x="1" y="120"/>
                    <a:pt x="17" y="140"/>
                  </a:cubicBezTo>
                  <a:cubicBezTo>
                    <a:pt x="17" y="140"/>
                    <a:pt x="17" y="157"/>
                    <a:pt x="38" y="157"/>
                  </a:cubicBezTo>
                  <a:cubicBezTo>
                    <a:pt x="38" y="190"/>
                    <a:pt x="71" y="206"/>
                    <a:pt x="104" y="206"/>
                  </a:cubicBezTo>
                  <a:cubicBezTo>
                    <a:pt x="158" y="206"/>
                    <a:pt x="207" y="173"/>
                    <a:pt x="224" y="120"/>
                  </a:cubicBezTo>
                  <a:cubicBezTo>
                    <a:pt x="224" y="87"/>
                    <a:pt x="207" y="70"/>
                    <a:pt x="191" y="37"/>
                  </a:cubicBezTo>
                  <a:cubicBezTo>
                    <a:pt x="174" y="17"/>
                    <a:pt x="158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31"/>
            <p:cNvSpPr/>
            <p:nvPr/>
          </p:nvSpPr>
          <p:spPr>
            <a:xfrm>
              <a:off x="4168300" y="3128850"/>
              <a:ext cx="6000" cy="5350"/>
            </a:xfrm>
            <a:custGeom>
              <a:avLst/>
              <a:gdLst/>
              <a:ahLst/>
              <a:cxnLst/>
              <a:rect l="l" t="t" r="r" b="b"/>
              <a:pathLst>
                <a:path w="240" h="214" extrusionOk="0">
                  <a:moveTo>
                    <a:pt x="136" y="1"/>
                  </a:moveTo>
                  <a:cubicBezTo>
                    <a:pt x="120" y="1"/>
                    <a:pt x="103" y="1"/>
                    <a:pt x="82" y="17"/>
                  </a:cubicBezTo>
                  <a:cubicBezTo>
                    <a:pt x="33" y="34"/>
                    <a:pt x="0" y="87"/>
                    <a:pt x="17" y="153"/>
                  </a:cubicBezTo>
                  <a:cubicBezTo>
                    <a:pt x="29" y="194"/>
                    <a:pt x="72" y="213"/>
                    <a:pt x="113" y="213"/>
                  </a:cubicBezTo>
                  <a:cubicBezTo>
                    <a:pt x="127" y="213"/>
                    <a:pt x="140" y="211"/>
                    <a:pt x="153" y="207"/>
                  </a:cubicBezTo>
                  <a:cubicBezTo>
                    <a:pt x="169" y="207"/>
                    <a:pt x="186" y="190"/>
                    <a:pt x="206" y="174"/>
                  </a:cubicBezTo>
                  <a:cubicBezTo>
                    <a:pt x="223" y="153"/>
                    <a:pt x="239" y="104"/>
                    <a:pt x="223" y="71"/>
                  </a:cubicBezTo>
                  <a:cubicBezTo>
                    <a:pt x="206" y="34"/>
                    <a:pt x="169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31"/>
            <p:cNvSpPr/>
            <p:nvPr/>
          </p:nvSpPr>
          <p:spPr>
            <a:xfrm>
              <a:off x="4196625" y="312040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10" y="1"/>
                  </a:moveTo>
                  <a:cubicBezTo>
                    <a:pt x="99" y="1"/>
                    <a:pt x="85" y="5"/>
                    <a:pt x="67" y="13"/>
                  </a:cubicBezTo>
                  <a:cubicBezTo>
                    <a:pt x="50" y="13"/>
                    <a:pt x="34" y="30"/>
                    <a:pt x="17" y="46"/>
                  </a:cubicBezTo>
                  <a:cubicBezTo>
                    <a:pt x="1" y="79"/>
                    <a:pt x="1" y="116"/>
                    <a:pt x="17" y="149"/>
                  </a:cubicBezTo>
                  <a:cubicBezTo>
                    <a:pt x="30" y="190"/>
                    <a:pt x="73" y="209"/>
                    <a:pt x="114" y="209"/>
                  </a:cubicBezTo>
                  <a:cubicBezTo>
                    <a:pt x="128" y="209"/>
                    <a:pt x="141" y="207"/>
                    <a:pt x="153" y="203"/>
                  </a:cubicBezTo>
                  <a:cubicBezTo>
                    <a:pt x="207" y="182"/>
                    <a:pt x="240" y="116"/>
                    <a:pt x="207" y="63"/>
                  </a:cubicBezTo>
                  <a:cubicBezTo>
                    <a:pt x="207" y="30"/>
                    <a:pt x="170" y="13"/>
                    <a:pt x="137" y="13"/>
                  </a:cubicBezTo>
                  <a:cubicBezTo>
                    <a:pt x="129" y="5"/>
                    <a:pt x="120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31"/>
            <p:cNvSpPr/>
            <p:nvPr/>
          </p:nvSpPr>
          <p:spPr>
            <a:xfrm>
              <a:off x="4220650" y="31335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0" y="0"/>
                  </a:moveTo>
                  <a:cubicBezTo>
                    <a:pt x="57" y="0"/>
                    <a:pt x="15" y="44"/>
                    <a:pt x="0" y="90"/>
                  </a:cubicBezTo>
                  <a:cubicBezTo>
                    <a:pt x="0" y="107"/>
                    <a:pt x="0" y="123"/>
                    <a:pt x="17" y="139"/>
                  </a:cubicBezTo>
                  <a:cubicBezTo>
                    <a:pt x="17" y="139"/>
                    <a:pt x="17" y="156"/>
                    <a:pt x="33" y="156"/>
                  </a:cubicBezTo>
                  <a:cubicBezTo>
                    <a:pt x="50" y="193"/>
                    <a:pt x="71" y="193"/>
                    <a:pt x="104" y="210"/>
                  </a:cubicBezTo>
                  <a:cubicBezTo>
                    <a:pt x="120" y="210"/>
                    <a:pt x="153" y="210"/>
                    <a:pt x="174" y="193"/>
                  </a:cubicBezTo>
                  <a:cubicBezTo>
                    <a:pt x="190" y="172"/>
                    <a:pt x="207" y="139"/>
                    <a:pt x="223" y="123"/>
                  </a:cubicBezTo>
                  <a:cubicBezTo>
                    <a:pt x="223" y="53"/>
                    <a:pt x="190" y="3"/>
                    <a:pt x="120" y="3"/>
                  </a:cubicBezTo>
                  <a:cubicBezTo>
                    <a:pt x="113" y="1"/>
                    <a:pt x="107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12625;p31"/>
            <p:cNvSpPr/>
            <p:nvPr/>
          </p:nvSpPr>
          <p:spPr>
            <a:xfrm>
              <a:off x="4229625" y="3146000"/>
              <a:ext cx="5675" cy="5250"/>
            </a:xfrm>
            <a:custGeom>
              <a:avLst/>
              <a:gdLst/>
              <a:ahLst/>
              <a:cxnLst/>
              <a:rect l="l" t="t" r="r" b="b"/>
              <a:pathLst>
                <a:path w="227" h="210" extrusionOk="0">
                  <a:moveTo>
                    <a:pt x="117" y="0"/>
                  </a:moveTo>
                  <a:cubicBezTo>
                    <a:pt x="86" y="0"/>
                    <a:pt x="58" y="16"/>
                    <a:pt x="37" y="36"/>
                  </a:cubicBezTo>
                  <a:cubicBezTo>
                    <a:pt x="0" y="69"/>
                    <a:pt x="0" y="86"/>
                    <a:pt x="0" y="123"/>
                  </a:cubicBezTo>
                  <a:cubicBezTo>
                    <a:pt x="0" y="123"/>
                    <a:pt x="0" y="139"/>
                    <a:pt x="21" y="139"/>
                  </a:cubicBezTo>
                  <a:cubicBezTo>
                    <a:pt x="21" y="156"/>
                    <a:pt x="37" y="172"/>
                    <a:pt x="37" y="189"/>
                  </a:cubicBezTo>
                  <a:cubicBezTo>
                    <a:pt x="57" y="203"/>
                    <a:pt x="79" y="210"/>
                    <a:pt x="102" y="210"/>
                  </a:cubicBezTo>
                  <a:cubicBezTo>
                    <a:pt x="136" y="210"/>
                    <a:pt x="170" y="195"/>
                    <a:pt x="190" y="172"/>
                  </a:cubicBezTo>
                  <a:cubicBezTo>
                    <a:pt x="206" y="156"/>
                    <a:pt x="227" y="123"/>
                    <a:pt x="206" y="86"/>
                  </a:cubicBezTo>
                  <a:cubicBezTo>
                    <a:pt x="206" y="69"/>
                    <a:pt x="190" y="36"/>
                    <a:pt x="173" y="20"/>
                  </a:cubicBezTo>
                  <a:cubicBezTo>
                    <a:pt x="155" y="6"/>
                    <a:pt x="135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12626;p31"/>
            <p:cNvSpPr/>
            <p:nvPr/>
          </p:nvSpPr>
          <p:spPr>
            <a:xfrm>
              <a:off x="4224475" y="3172100"/>
              <a:ext cx="5675" cy="5050"/>
            </a:xfrm>
            <a:custGeom>
              <a:avLst/>
              <a:gdLst/>
              <a:ahLst/>
              <a:cxnLst/>
              <a:rect l="l" t="t" r="r" b="b"/>
              <a:pathLst>
                <a:path w="227" h="202" extrusionOk="0">
                  <a:moveTo>
                    <a:pt x="99" y="0"/>
                  </a:moveTo>
                  <a:cubicBezTo>
                    <a:pt x="68" y="0"/>
                    <a:pt x="39" y="12"/>
                    <a:pt x="21" y="40"/>
                  </a:cubicBezTo>
                  <a:cubicBezTo>
                    <a:pt x="0" y="56"/>
                    <a:pt x="0" y="93"/>
                    <a:pt x="0" y="110"/>
                  </a:cubicBezTo>
                  <a:lnTo>
                    <a:pt x="0" y="143"/>
                  </a:lnTo>
                  <a:cubicBezTo>
                    <a:pt x="21" y="159"/>
                    <a:pt x="21" y="176"/>
                    <a:pt x="37" y="176"/>
                  </a:cubicBezTo>
                  <a:cubicBezTo>
                    <a:pt x="60" y="192"/>
                    <a:pt x="86" y="202"/>
                    <a:pt x="112" y="202"/>
                  </a:cubicBezTo>
                  <a:cubicBezTo>
                    <a:pt x="143" y="202"/>
                    <a:pt x="172" y="188"/>
                    <a:pt x="190" y="159"/>
                  </a:cubicBezTo>
                  <a:cubicBezTo>
                    <a:pt x="227" y="126"/>
                    <a:pt x="206" y="56"/>
                    <a:pt x="173" y="23"/>
                  </a:cubicBezTo>
                  <a:cubicBezTo>
                    <a:pt x="151" y="8"/>
                    <a:pt x="125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31"/>
            <p:cNvSpPr/>
            <p:nvPr/>
          </p:nvSpPr>
          <p:spPr>
            <a:xfrm>
              <a:off x="4192300" y="3131925"/>
              <a:ext cx="6000" cy="5250"/>
            </a:xfrm>
            <a:custGeom>
              <a:avLst/>
              <a:gdLst/>
              <a:ahLst/>
              <a:cxnLst/>
              <a:rect l="l" t="t" r="r" b="b"/>
              <a:pathLst>
                <a:path w="240" h="210" extrusionOk="0">
                  <a:moveTo>
                    <a:pt x="131" y="1"/>
                  </a:moveTo>
                  <a:cubicBezTo>
                    <a:pt x="116" y="1"/>
                    <a:pt x="101" y="5"/>
                    <a:pt x="87" y="14"/>
                  </a:cubicBezTo>
                  <a:cubicBezTo>
                    <a:pt x="34" y="30"/>
                    <a:pt x="1" y="84"/>
                    <a:pt x="34" y="133"/>
                  </a:cubicBezTo>
                  <a:cubicBezTo>
                    <a:pt x="46" y="187"/>
                    <a:pt x="81" y="209"/>
                    <a:pt x="128" y="209"/>
                  </a:cubicBezTo>
                  <a:cubicBezTo>
                    <a:pt x="142" y="209"/>
                    <a:pt x="158" y="207"/>
                    <a:pt x="174" y="203"/>
                  </a:cubicBezTo>
                  <a:cubicBezTo>
                    <a:pt x="223" y="187"/>
                    <a:pt x="240" y="117"/>
                    <a:pt x="223" y="67"/>
                  </a:cubicBezTo>
                  <a:cubicBezTo>
                    <a:pt x="211" y="29"/>
                    <a:pt x="171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31"/>
            <p:cNvSpPr/>
            <p:nvPr/>
          </p:nvSpPr>
          <p:spPr>
            <a:xfrm>
              <a:off x="4216725" y="31464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2" y="1"/>
                  </a:moveTo>
                  <a:cubicBezTo>
                    <a:pt x="53" y="1"/>
                    <a:pt x="1" y="44"/>
                    <a:pt x="1" y="90"/>
                  </a:cubicBezTo>
                  <a:lnTo>
                    <a:pt x="1" y="140"/>
                  </a:lnTo>
                  <a:lnTo>
                    <a:pt x="21" y="156"/>
                  </a:lnTo>
                  <a:cubicBezTo>
                    <a:pt x="38" y="193"/>
                    <a:pt x="54" y="193"/>
                    <a:pt x="87" y="210"/>
                  </a:cubicBezTo>
                  <a:cubicBezTo>
                    <a:pt x="141" y="210"/>
                    <a:pt x="190" y="173"/>
                    <a:pt x="207" y="123"/>
                  </a:cubicBezTo>
                  <a:cubicBezTo>
                    <a:pt x="207" y="90"/>
                    <a:pt x="207" y="53"/>
                    <a:pt x="190" y="37"/>
                  </a:cubicBezTo>
                  <a:cubicBezTo>
                    <a:pt x="174" y="20"/>
                    <a:pt x="141" y="4"/>
                    <a:pt x="124" y="4"/>
                  </a:cubicBezTo>
                  <a:cubicBezTo>
                    <a:pt x="117" y="2"/>
                    <a:pt x="110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31"/>
            <p:cNvSpPr/>
            <p:nvPr/>
          </p:nvSpPr>
          <p:spPr>
            <a:xfrm>
              <a:off x="4236925" y="3182000"/>
              <a:ext cx="5200" cy="5025"/>
            </a:xfrm>
            <a:custGeom>
              <a:avLst/>
              <a:gdLst/>
              <a:ahLst/>
              <a:cxnLst/>
              <a:rect l="l" t="t" r="r" b="b"/>
              <a:pathLst>
                <a:path w="208" h="201" extrusionOk="0">
                  <a:moveTo>
                    <a:pt x="91" y="1"/>
                  </a:moveTo>
                  <a:cubicBezTo>
                    <a:pt x="47" y="1"/>
                    <a:pt x="1" y="35"/>
                    <a:pt x="1" y="89"/>
                  </a:cubicBezTo>
                  <a:lnTo>
                    <a:pt x="1" y="126"/>
                  </a:lnTo>
                  <a:lnTo>
                    <a:pt x="1" y="142"/>
                  </a:lnTo>
                  <a:lnTo>
                    <a:pt x="17" y="159"/>
                  </a:lnTo>
                  <a:cubicBezTo>
                    <a:pt x="38" y="175"/>
                    <a:pt x="54" y="192"/>
                    <a:pt x="87" y="192"/>
                  </a:cubicBezTo>
                  <a:cubicBezTo>
                    <a:pt x="97" y="198"/>
                    <a:pt x="106" y="200"/>
                    <a:pt x="114" y="200"/>
                  </a:cubicBezTo>
                  <a:cubicBezTo>
                    <a:pt x="134" y="200"/>
                    <a:pt x="151" y="187"/>
                    <a:pt x="174" y="175"/>
                  </a:cubicBezTo>
                  <a:cubicBezTo>
                    <a:pt x="191" y="159"/>
                    <a:pt x="207" y="142"/>
                    <a:pt x="207" y="109"/>
                  </a:cubicBezTo>
                  <a:cubicBezTo>
                    <a:pt x="207" y="89"/>
                    <a:pt x="207" y="72"/>
                    <a:pt x="191" y="39"/>
                  </a:cubicBezTo>
                  <a:cubicBezTo>
                    <a:pt x="174" y="23"/>
                    <a:pt x="158" y="6"/>
                    <a:pt x="120" y="6"/>
                  </a:cubicBezTo>
                  <a:cubicBezTo>
                    <a:pt x="111" y="2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31"/>
            <p:cNvSpPr/>
            <p:nvPr/>
          </p:nvSpPr>
          <p:spPr>
            <a:xfrm>
              <a:off x="4233125" y="3132150"/>
              <a:ext cx="5575" cy="5050"/>
            </a:xfrm>
            <a:custGeom>
              <a:avLst/>
              <a:gdLst/>
              <a:ahLst/>
              <a:cxnLst/>
              <a:rect l="l" t="t" r="r" b="b"/>
              <a:pathLst>
                <a:path w="223" h="202" extrusionOk="0">
                  <a:moveTo>
                    <a:pt x="93" y="1"/>
                  </a:moveTo>
                  <a:cubicBezTo>
                    <a:pt x="50" y="1"/>
                    <a:pt x="14" y="33"/>
                    <a:pt x="0" y="91"/>
                  </a:cubicBezTo>
                  <a:cubicBezTo>
                    <a:pt x="0" y="108"/>
                    <a:pt x="0" y="124"/>
                    <a:pt x="17" y="145"/>
                  </a:cubicBezTo>
                  <a:cubicBezTo>
                    <a:pt x="17" y="145"/>
                    <a:pt x="17" y="162"/>
                    <a:pt x="33" y="162"/>
                  </a:cubicBezTo>
                  <a:cubicBezTo>
                    <a:pt x="50" y="178"/>
                    <a:pt x="66" y="194"/>
                    <a:pt x="103" y="194"/>
                  </a:cubicBezTo>
                  <a:cubicBezTo>
                    <a:pt x="108" y="199"/>
                    <a:pt x="114" y="201"/>
                    <a:pt x="121" y="201"/>
                  </a:cubicBezTo>
                  <a:cubicBezTo>
                    <a:pt x="138" y="201"/>
                    <a:pt x="158" y="190"/>
                    <a:pt x="169" y="178"/>
                  </a:cubicBezTo>
                  <a:cubicBezTo>
                    <a:pt x="190" y="162"/>
                    <a:pt x="206" y="145"/>
                    <a:pt x="223" y="108"/>
                  </a:cubicBezTo>
                  <a:cubicBezTo>
                    <a:pt x="223" y="91"/>
                    <a:pt x="206" y="58"/>
                    <a:pt x="190" y="42"/>
                  </a:cubicBezTo>
                  <a:cubicBezTo>
                    <a:pt x="169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12631;p31"/>
            <p:cNvSpPr/>
            <p:nvPr/>
          </p:nvSpPr>
          <p:spPr>
            <a:xfrm>
              <a:off x="4236100" y="3195750"/>
              <a:ext cx="5200" cy="4975"/>
            </a:xfrm>
            <a:custGeom>
              <a:avLst/>
              <a:gdLst/>
              <a:ahLst/>
              <a:cxnLst/>
              <a:rect l="l" t="t" r="r" b="b"/>
              <a:pathLst>
                <a:path w="208" h="199" extrusionOk="0">
                  <a:moveTo>
                    <a:pt x="87" y="0"/>
                  </a:moveTo>
                  <a:cubicBezTo>
                    <a:pt x="35" y="0"/>
                    <a:pt x="1" y="33"/>
                    <a:pt x="1" y="91"/>
                  </a:cubicBezTo>
                  <a:lnTo>
                    <a:pt x="1" y="141"/>
                  </a:lnTo>
                  <a:lnTo>
                    <a:pt x="17" y="157"/>
                  </a:lnTo>
                  <a:cubicBezTo>
                    <a:pt x="34" y="178"/>
                    <a:pt x="50" y="194"/>
                    <a:pt x="87" y="194"/>
                  </a:cubicBezTo>
                  <a:cubicBezTo>
                    <a:pt x="96" y="197"/>
                    <a:pt x="104" y="199"/>
                    <a:pt x="113" y="199"/>
                  </a:cubicBezTo>
                  <a:cubicBezTo>
                    <a:pt x="154" y="199"/>
                    <a:pt x="193" y="166"/>
                    <a:pt x="207" y="108"/>
                  </a:cubicBezTo>
                  <a:cubicBezTo>
                    <a:pt x="207" y="91"/>
                    <a:pt x="207" y="54"/>
                    <a:pt x="191" y="38"/>
                  </a:cubicBezTo>
                  <a:cubicBezTo>
                    <a:pt x="174" y="21"/>
                    <a:pt x="137" y="5"/>
                    <a:pt x="120" y="5"/>
                  </a:cubicBezTo>
                  <a:cubicBezTo>
                    <a:pt x="109" y="2"/>
                    <a:pt x="97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12632;p31"/>
            <p:cNvSpPr/>
            <p:nvPr/>
          </p:nvSpPr>
          <p:spPr>
            <a:xfrm>
              <a:off x="4214150" y="3159675"/>
              <a:ext cx="6100" cy="5400"/>
            </a:xfrm>
            <a:custGeom>
              <a:avLst/>
              <a:gdLst/>
              <a:ahLst/>
              <a:cxnLst/>
              <a:rect l="l" t="t" r="r" b="b"/>
              <a:pathLst>
                <a:path w="244" h="216" extrusionOk="0">
                  <a:moveTo>
                    <a:pt x="115" y="0"/>
                  </a:moveTo>
                  <a:cubicBezTo>
                    <a:pt x="106" y="0"/>
                    <a:pt x="97" y="2"/>
                    <a:pt x="87" y="5"/>
                  </a:cubicBezTo>
                  <a:cubicBezTo>
                    <a:pt x="21" y="38"/>
                    <a:pt x="1" y="91"/>
                    <a:pt x="21" y="141"/>
                  </a:cubicBezTo>
                  <a:cubicBezTo>
                    <a:pt x="35" y="185"/>
                    <a:pt x="82" y="215"/>
                    <a:pt x="128" y="215"/>
                  </a:cubicBezTo>
                  <a:cubicBezTo>
                    <a:pt x="138" y="215"/>
                    <a:pt x="148" y="214"/>
                    <a:pt x="157" y="211"/>
                  </a:cubicBezTo>
                  <a:cubicBezTo>
                    <a:pt x="207" y="178"/>
                    <a:pt x="244" y="124"/>
                    <a:pt x="207" y="75"/>
                  </a:cubicBezTo>
                  <a:cubicBezTo>
                    <a:pt x="193" y="31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31"/>
            <p:cNvSpPr/>
            <p:nvPr/>
          </p:nvSpPr>
          <p:spPr>
            <a:xfrm>
              <a:off x="4203025" y="31532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6" y="0"/>
                  </a:moveTo>
                  <a:cubicBezTo>
                    <a:pt x="54" y="0"/>
                    <a:pt x="14" y="35"/>
                    <a:pt x="0" y="90"/>
                  </a:cubicBezTo>
                  <a:cubicBezTo>
                    <a:pt x="0" y="107"/>
                    <a:pt x="0" y="128"/>
                    <a:pt x="17" y="144"/>
                  </a:cubicBezTo>
                  <a:cubicBezTo>
                    <a:pt x="17" y="144"/>
                    <a:pt x="17" y="161"/>
                    <a:pt x="33" y="161"/>
                  </a:cubicBezTo>
                  <a:cubicBezTo>
                    <a:pt x="33" y="177"/>
                    <a:pt x="71" y="194"/>
                    <a:pt x="104" y="210"/>
                  </a:cubicBezTo>
                  <a:cubicBezTo>
                    <a:pt x="157" y="210"/>
                    <a:pt x="207" y="177"/>
                    <a:pt x="223" y="128"/>
                  </a:cubicBezTo>
                  <a:cubicBezTo>
                    <a:pt x="223" y="90"/>
                    <a:pt x="207" y="58"/>
                    <a:pt x="190" y="41"/>
                  </a:cubicBezTo>
                  <a:cubicBezTo>
                    <a:pt x="174" y="25"/>
                    <a:pt x="157" y="4"/>
                    <a:pt x="120" y="4"/>
                  </a:cubicBezTo>
                  <a:cubicBezTo>
                    <a:pt x="112" y="1"/>
                    <a:pt x="104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31"/>
            <p:cNvSpPr/>
            <p:nvPr/>
          </p:nvSpPr>
          <p:spPr>
            <a:xfrm>
              <a:off x="4197450" y="310375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05" y="1"/>
                  </a:moveTo>
                  <a:cubicBezTo>
                    <a:pt x="76" y="1"/>
                    <a:pt x="47" y="14"/>
                    <a:pt x="17" y="44"/>
                  </a:cubicBezTo>
                  <a:cubicBezTo>
                    <a:pt x="1" y="61"/>
                    <a:pt x="1" y="94"/>
                    <a:pt x="1" y="110"/>
                  </a:cubicBezTo>
                  <a:cubicBezTo>
                    <a:pt x="1" y="127"/>
                    <a:pt x="1" y="127"/>
                    <a:pt x="17" y="147"/>
                  </a:cubicBezTo>
                  <a:cubicBezTo>
                    <a:pt x="17" y="164"/>
                    <a:pt x="34" y="180"/>
                    <a:pt x="34" y="180"/>
                  </a:cubicBezTo>
                  <a:cubicBezTo>
                    <a:pt x="58" y="195"/>
                    <a:pt x="84" y="203"/>
                    <a:pt x="110" y="203"/>
                  </a:cubicBezTo>
                  <a:cubicBezTo>
                    <a:pt x="141" y="203"/>
                    <a:pt x="170" y="191"/>
                    <a:pt x="190" y="164"/>
                  </a:cubicBezTo>
                  <a:cubicBezTo>
                    <a:pt x="223" y="127"/>
                    <a:pt x="223" y="61"/>
                    <a:pt x="174" y="24"/>
                  </a:cubicBezTo>
                  <a:cubicBezTo>
                    <a:pt x="150" y="9"/>
                    <a:pt x="128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31"/>
            <p:cNvSpPr/>
            <p:nvPr/>
          </p:nvSpPr>
          <p:spPr>
            <a:xfrm>
              <a:off x="4200450" y="3090100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5" y="1"/>
                  </a:moveTo>
                  <a:cubicBezTo>
                    <a:pt x="53" y="1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17" y="141"/>
                    <a:pt x="17" y="157"/>
                    <a:pt x="17" y="157"/>
                  </a:cubicBezTo>
                  <a:cubicBezTo>
                    <a:pt x="33" y="178"/>
                    <a:pt x="70" y="194"/>
                    <a:pt x="87" y="194"/>
                  </a:cubicBezTo>
                  <a:cubicBezTo>
                    <a:pt x="95" y="197"/>
                    <a:pt x="104" y="199"/>
                    <a:pt x="114" y="199"/>
                  </a:cubicBezTo>
                  <a:cubicBezTo>
                    <a:pt x="158" y="199"/>
                    <a:pt x="207" y="166"/>
                    <a:pt x="207" y="108"/>
                  </a:cubicBezTo>
                  <a:cubicBezTo>
                    <a:pt x="207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31"/>
            <p:cNvSpPr/>
            <p:nvPr/>
          </p:nvSpPr>
          <p:spPr>
            <a:xfrm>
              <a:off x="4238275" y="31679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7" y="0"/>
                    <a:pt x="66" y="0"/>
                    <a:pt x="33" y="17"/>
                  </a:cubicBezTo>
                  <a:cubicBezTo>
                    <a:pt x="17" y="33"/>
                    <a:pt x="0" y="54"/>
                    <a:pt x="0" y="87"/>
                  </a:cubicBezTo>
                  <a:lnTo>
                    <a:pt x="0" y="136"/>
                  </a:lnTo>
                  <a:cubicBezTo>
                    <a:pt x="17" y="136"/>
                    <a:pt x="17" y="157"/>
                    <a:pt x="17" y="157"/>
                  </a:cubicBezTo>
                  <a:cubicBezTo>
                    <a:pt x="33" y="190"/>
                    <a:pt x="66" y="190"/>
                    <a:pt x="87" y="207"/>
                  </a:cubicBezTo>
                  <a:cubicBezTo>
                    <a:pt x="137" y="207"/>
                    <a:pt x="207" y="174"/>
                    <a:pt x="207" y="120"/>
                  </a:cubicBezTo>
                  <a:cubicBezTo>
                    <a:pt x="207" y="87"/>
                    <a:pt x="207" y="54"/>
                    <a:pt x="190" y="33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31"/>
            <p:cNvSpPr/>
            <p:nvPr/>
          </p:nvSpPr>
          <p:spPr>
            <a:xfrm>
              <a:off x="4204375" y="31394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1" y="0"/>
                  </a:moveTo>
                  <a:cubicBezTo>
                    <a:pt x="109" y="0"/>
                    <a:pt x="96" y="3"/>
                    <a:pt x="83" y="7"/>
                  </a:cubicBezTo>
                  <a:cubicBezTo>
                    <a:pt x="33" y="23"/>
                    <a:pt x="0" y="77"/>
                    <a:pt x="17" y="143"/>
                  </a:cubicBezTo>
                  <a:cubicBezTo>
                    <a:pt x="29" y="183"/>
                    <a:pt x="72" y="202"/>
                    <a:pt x="113" y="202"/>
                  </a:cubicBezTo>
                  <a:cubicBezTo>
                    <a:pt x="127" y="202"/>
                    <a:pt x="140" y="200"/>
                    <a:pt x="153" y="196"/>
                  </a:cubicBezTo>
                  <a:cubicBezTo>
                    <a:pt x="206" y="180"/>
                    <a:pt x="239" y="110"/>
                    <a:pt x="223" y="60"/>
                  </a:cubicBezTo>
                  <a:cubicBezTo>
                    <a:pt x="195" y="20"/>
                    <a:pt x="160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12638;p31"/>
            <p:cNvSpPr/>
            <p:nvPr/>
          </p:nvSpPr>
          <p:spPr>
            <a:xfrm>
              <a:off x="4209000" y="3190600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16" y="0"/>
                  </a:moveTo>
                  <a:cubicBezTo>
                    <a:pt x="106" y="0"/>
                    <a:pt x="97" y="2"/>
                    <a:pt x="87" y="5"/>
                  </a:cubicBezTo>
                  <a:cubicBezTo>
                    <a:pt x="38" y="38"/>
                    <a:pt x="1" y="91"/>
                    <a:pt x="38" y="141"/>
                  </a:cubicBezTo>
                  <a:cubicBezTo>
                    <a:pt x="38" y="157"/>
                    <a:pt x="54" y="178"/>
                    <a:pt x="54" y="178"/>
                  </a:cubicBezTo>
                  <a:cubicBezTo>
                    <a:pt x="87" y="211"/>
                    <a:pt x="124" y="211"/>
                    <a:pt x="174" y="211"/>
                  </a:cubicBezTo>
                  <a:cubicBezTo>
                    <a:pt x="207" y="194"/>
                    <a:pt x="227" y="157"/>
                    <a:pt x="227" y="108"/>
                  </a:cubicBezTo>
                  <a:lnTo>
                    <a:pt x="227" y="75"/>
                  </a:lnTo>
                  <a:cubicBezTo>
                    <a:pt x="210" y="30"/>
                    <a:pt x="16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9" name="Google Shape;12639;p31"/>
            <p:cNvSpPr/>
            <p:nvPr/>
          </p:nvSpPr>
          <p:spPr>
            <a:xfrm>
              <a:off x="4213325" y="31786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71" y="0"/>
                    <a:pt x="1" y="37"/>
                    <a:pt x="1" y="87"/>
                  </a:cubicBezTo>
                  <a:lnTo>
                    <a:pt x="1" y="140"/>
                  </a:lnTo>
                  <a:cubicBezTo>
                    <a:pt x="1" y="157"/>
                    <a:pt x="17" y="157"/>
                    <a:pt x="17" y="173"/>
                  </a:cubicBezTo>
                  <a:cubicBezTo>
                    <a:pt x="34" y="190"/>
                    <a:pt x="54" y="206"/>
                    <a:pt x="87" y="206"/>
                  </a:cubicBezTo>
                  <a:cubicBezTo>
                    <a:pt x="94" y="208"/>
                    <a:pt x="101" y="210"/>
                    <a:pt x="107" y="210"/>
                  </a:cubicBezTo>
                  <a:cubicBezTo>
                    <a:pt x="150" y="210"/>
                    <a:pt x="193" y="166"/>
                    <a:pt x="207" y="120"/>
                  </a:cubicBezTo>
                  <a:cubicBezTo>
                    <a:pt x="207" y="87"/>
                    <a:pt x="207" y="70"/>
                    <a:pt x="190" y="54"/>
                  </a:cubicBezTo>
                  <a:cubicBezTo>
                    <a:pt x="174" y="17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12640;p31"/>
            <p:cNvSpPr/>
            <p:nvPr/>
          </p:nvSpPr>
          <p:spPr>
            <a:xfrm>
              <a:off x="4203425" y="3167400"/>
              <a:ext cx="6125" cy="5400"/>
            </a:xfrm>
            <a:custGeom>
              <a:avLst/>
              <a:gdLst/>
              <a:ahLst/>
              <a:cxnLst/>
              <a:rect l="l" t="t" r="r" b="b"/>
              <a:pathLst>
                <a:path w="245" h="216" extrusionOk="0">
                  <a:moveTo>
                    <a:pt x="115" y="1"/>
                  </a:moveTo>
                  <a:cubicBezTo>
                    <a:pt x="106" y="1"/>
                    <a:pt x="97" y="2"/>
                    <a:pt x="88" y="5"/>
                  </a:cubicBezTo>
                  <a:cubicBezTo>
                    <a:pt x="38" y="38"/>
                    <a:pt x="1" y="91"/>
                    <a:pt x="17" y="141"/>
                  </a:cubicBezTo>
                  <a:cubicBezTo>
                    <a:pt x="48" y="185"/>
                    <a:pt x="87" y="215"/>
                    <a:pt x="130" y="215"/>
                  </a:cubicBezTo>
                  <a:cubicBezTo>
                    <a:pt x="139" y="215"/>
                    <a:pt x="148" y="214"/>
                    <a:pt x="158" y="211"/>
                  </a:cubicBezTo>
                  <a:cubicBezTo>
                    <a:pt x="207" y="178"/>
                    <a:pt x="244" y="124"/>
                    <a:pt x="224" y="75"/>
                  </a:cubicBezTo>
                  <a:cubicBezTo>
                    <a:pt x="196" y="31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4">
    <p:spTree>
      <p:nvGrpSpPr>
        <p:cNvPr id="1" name="Shape 12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42" name="Google Shape;12642;p32"/>
          <p:cNvSpPr/>
          <p:nvPr/>
        </p:nvSpPr>
        <p:spPr>
          <a:xfrm>
            <a:off x="-1861550" y="4232062"/>
            <a:ext cx="3544899" cy="2900477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43" name="Google Shape;12643;p32"/>
          <p:cNvSpPr/>
          <p:nvPr/>
        </p:nvSpPr>
        <p:spPr>
          <a:xfrm rot="10800000">
            <a:off x="7414322" y="-446052"/>
            <a:ext cx="2703633" cy="1416321"/>
          </a:xfrm>
          <a:custGeom>
            <a:avLst/>
            <a:gdLst/>
            <a:ahLst/>
            <a:cxnLst/>
            <a:rect l="l" t="t" r="r" b="b"/>
            <a:pathLst>
              <a:path w="6391" h="3348" extrusionOk="0">
                <a:moveTo>
                  <a:pt x="4246" y="1"/>
                </a:moveTo>
                <a:cubicBezTo>
                  <a:pt x="3652" y="1"/>
                  <a:pt x="3094" y="381"/>
                  <a:pt x="2523" y="581"/>
                </a:cubicBezTo>
                <a:cubicBezTo>
                  <a:pt x="2085" y="748"/>
                  <a:pt x="1627" y="811"/>
                  <a:pt x="1165" y="811"/>
                </a:cubicBezTo>
                <a:cubicBezTo>
                  <a:pt x="776" y="811"/>
                  <a:pt x="385" y="767"/>
                  <a:pt x="0" y="704"/>
                </a:cubicBezTo>
                <a:lnTo>
                  <a:pt x="0" y="3347"/>
                </a:lnTo>
                <a:lnTo>
                  <a:pt x="6391" y="3347"/>
                </a:lnTo>
                <a:cubicBezTo>
                  <a:pt x="6288" y="2696"/>
                  <a:pt x="6098" y="2044"/>
                  <a:pt x="5822" y="1426"/>
                </a:cubicBezTo>
                <a:cubicBezTo>
                  <a:pt x="5566" y="787"/>
                  <a:pt x="5117" y="135"/>
                  <a:pt x="4449" y="16"/>
                </a:cubicBezTo>
                <a:cubicBezTo>
                  <a:pt x="4381" y="5"/>
                  <a:pt x="4313" y="1"/>
                  <a:pt x="424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44" name="Google Shape;12644;p32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69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2645" name="Google Shape;12645;p32"/>
          <p:cNvGrpSpPr/>
          <p:nvPr/>
        </p:nvGrpSpPr>
        <p:grpSpPr>
          <a:xfrm flipH="1">
            <a:off x="7478411" y="4134886"/>
            <a:ext cx="1777950" cy="1118873"/>
            <a:chOff x="4560800" y="2780575"/>
            <a:chExt cx="421775" cy="265425"/>
          </a:xfrm>
        </p:grpSpPr>
        <p:sp>
          <p:nvSpPr>
            <p:cNvPr id="12646" name="Google Shape;12646;p32"/>
            <p:cNvSpPr/>
            <p:nvPr/>
          </p:nvSpPr>
          <p:spPr>
            <a:xfrm>
              <a:off x="4696950" y="281757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7" y="0"/>
                  </a:moveTo>
                  <a:cubicBezTo>
                    <a:pt x="87" y="0"/>
                    <a:pt x="45" y="32"/>
                    <a:pt x="33" y="83"/>
                  </a:cubicBezTo>
                  <a:cubicBezTo>
                    <a:pt x="0" y="153"/>
                    <a:pt x="33" y="236"/>
                    <a:pt x="87" y="256"/>
                  </a:cubicBezTo>
                  <a:cubicBezTo>
                    <a:pt x="103" y="256"/>
                    <a:pt x="120" y="273"/>
                    <a:pt x="136" y="273"/>
                  </a:cubicBezTo>
                  <a:cubicBezTo>
                    <a:pt x="169" y="256"/>
                    <a:pt x="223" y="236"/>
                    <a:pt x="240" y="186"/>
                  </a:cubicBezTo>
                  <a:cubicBezTo>
                    <a:pt x="240" y="133"/>
                    <a:pt x="240" y="83"/>
                    <a:pt x="207" y="50"/>
                  </a:cubicBezTo>
                  <a:cubicBezTo>
                    <a:pt x="207" y="30"/>
                    <a:pt x="190" y="13"/>
                    <a:pt x="169" y="13"/>
                  </a:cubicBezTo>
                  <a:cubicBezTo>
                    <a:pt x="156" y="4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32"/>
            <p:cNvSpPr/>
            <p:nvPr/>
          </p:nvSpPr>
          <p:spPr>
            <a:xfrm>
              <a:off x="4693950" y="28315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3" y="1"/>
                  </a:moveTo>
                  <a:cubicBezTo>
                    <a:pt x="79" y="1"/>
                    <a:pt x="31" y="33"/>
                    <a:pt x="17" y="72"/>
                  </a:cubicBezTo>
                  <a:cubicBezTo>
                    <a:pt x="17" y="110"/>
                    <a:pt x="1" y="126"/>
                    <a:pt x="17" y="143"/>
                  </a:cubicBezTo>
                  <a:cubicBezTo>
                    <a:pt x="17" y="192"/>
                    <a:pt x="34" y="229"/>
                    <a:pt x="83" y="246"/>
                  </a:cubicBezTo>
                  <a:cubicBezTo>
                    <a:pt x="99" y="252"/>
                    <a:pt x="113" y="256"/>
                    <a:pt x="128" y="256"/>
                  </a:cubicBezTo>
                  <a:cubicBezTo>
                    <a:pt x="148" y="256"/>
                    <a:pt x="167" y="248"/>
                    <a:pt x="186" y="229"/>
                  </a:cubicBezTo>
                  <a:cubicBezTo>
                    <a:pt x="207" y="213"/>
                    <a:pt x="223" y="192"/>
                    <a:pt x="223" y="176"/>
                  </a:cubicBezTo>
                  <a:cubicBezTo>
                    <a:pt x="240" y="110"/>
                    <a:pt x="223" y="39"/>
                    <a:pt x="153" y="6"/>
                  </a:cubicBezTo>
                  <a:cubicBezTo>
                    <a:pt x="144" y="2"/>
                    <a:pt x="133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32"/>
            <p:cNvSpPr/>
            <p:nvPr/>
          </p:nvSpPr>
          <p:spPr>
            <a:xfrm>
              <a:off x="4704675" y="287622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3" y="1"/>
                  </a:moveTo>
                  <a:cubicBezTo>
                    <a:pt x="98" y="1"/>
                    <a:pt x="47" y="33"/>
                    <a:pt x="34" y="91"/>
                  </a:cubicBezTo>
                  <a:cubicBezTo>
                    <a:pt x="1" y="141"/>
                    <a:pt x="34" y="227"/>
                    <a:pt x="87" y="244"/>
                  </a:cubicBezTo>
                  <a:cubicBezTo>
                    <a:pt x="105" y="254"/>
                    <a:pt x="122" y="259"/>
                    <a:pt x="138" y="259"/>
                  </a:cubicBezTo>
                  <a:cubicBezTo>
                    <a:pt x="181" y="259"/>
                    <a:pt x="216" y="226"/>
                    <a:pt x="240" y="178"/>
                  </a:cubicBezTo>
                  <a:cubicBezTo>
                    <a:pt x="256" y="108"/>
                    <a:pt x="223" y="38"/>
                    <a:pt x="170" y="5"/>
                  </a:cubicBezTo>
                  <a:cubicBezTo>
                    <a:pt x="161" y="2"/>
                    <a:pt x="152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32"/>
            <p:cNvSpPr/>
            <p:nvPr/>
          </p:nvSpPr>
          <p:spPr>
            <a:xfrm>
              <a:off x="4701700" y="28466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20" y="0"/>
                  </a:moveTo>
                  <a:cubicBezTo>
                    <a:pt x="103" y="0"/>
                    <a:pt x="66" y="0"/>
                    <a:pt x="50" y="3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44"/>
                    <a:pt x="66" y="260"/>
                    <a:pt x="103" y="260"/>
                  </a:cubicBezTo>
                  <a:cubicBezTo>
                    <a:pt x="136" y="260"/>
                    <a:pt x="153" y="260"/>
                    <a:pt x="186" y="227"/>
                  </a:cubicBezTo>
                  <a:cubicBezTo>
                    <a:pt x="206" y="206"/>
                    <a:pt x="223" y="173"/>
                    <a:pt x="223" y="140"/>
                  </a:cubicBezTo>
                  <a:cubicBezTo>
                    <a:pt x="223" y="103"/>
                    <a:pt x="223" y="70"/>
                    <a:pt x="206" y="54"/>
                  </a:cubicBezTo>
                  <a:cubicBezTo>
                    <a:pt x="186" y="37"/>
                    <a:pt x="169" y="2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32"/>
            <p:cNvSpPr/>
            <p:nvPr/>
          </p:nvSpPr>
          <p:spPr>
            <a:xfrm>
              <a:off x="4713650" y="2814475"/>
              <a:ext cx="5575" cy="6650"/>
            </a:xfrm>
            <a:custGeom>
              <a:avLst/>
              <a:gdLst/>
              <a:ahLst/>
              <a:cxnLst/>
              <a:rect l="l" t="t" r="r" b="b"/>
              <a:pathLst>
                <a:path w="223" h="266" extrusionOk="0">
                  <a:moveTo>
                    <a:pt x="103" y="1"/>
                  </a:moveTo>
                  <a:cubicBezTo>
                    <a:pt x="54" y="17"/>
                    <a:pt x="0" y="88"/>
                    <a:pt x="17" y="154"/>
                  </a:cubicBezTo>
                  <a:cubicBezTo>
                    <a:pt x="17" y="191"/>
                    <a:pt x="37" y="224"/>
                    <a:pt x="54" y="240"/>
                  </a:cubicBezTo>
                  <a:cubicBezTo>
                    <a:pt x="77" y="252"/>
                    <a:pt x="92" y="265"/>
                    <a:pt x="112" y="265"/>
                  </a:cubicBezTo>
                  <a:cubicBezTo>
                    <a:pt x="120" y="265"/>
                    <a:pt x="129" y="263"/>
                    <a:pt x="140" y="257"/>
                  </a:cubicBezTo>
                  <a:cubicBezTo>
                    <a:pt x="190" y="257"/>
                    <a:pt x="223" y="224"/>
                    <a:pt x="223" y="174"/>
                  </a:cubicBezTo>
                  <a:cubicBezTo>
                    <a:pt x="206" y="121"/>
                    <a:pt x="173" y="71"/>
                    <a:pt x="157" y="17"/>
                  </a:cubicBezTo>
                  <a:cubicBezTo>
                    <a:pt x="14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12651;p32"/>
            <p:cNvSpPr/>
            <p:nvPr/>
          </p:nvSpPr>
          <p:spPr>
            <a:xfrm>
              <a:off x="4702925" y="28001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1" y="0"/>
                  </a:moveTo>
                  <a:cubicBezTo>
                    <a:pt x="83" y="0"/>
                    <a:pt x="31" y="35"/>
                    <a:pt x="17" y="91"/>
                  </a:cubicBezTo>
                  <a:cubicBezTo>
                    <a:pt x="1" y="144"/>
                    <a:pt x="17" y="231"/>
                    <a:pt x="87" y="247"/>
                  </a:cubicBezTo>
                  <a:cubicBezTo>
                    <a:pt x="87" y="264"/>
                    <a:pt x="120" y="264"/>
                    <a:pt x="120" y="264"/>
                  </a:cubicBezTo>
                  <a:cubicBezTo>
                    <a:pt x="174" y="247"/>
                    <a:pt x="207" y="231"/>
                    <a:pt x="223" y="177"/>
                  </a:cubicBezTo>
                  <a:cubicBezTo>
                    <a:pt x="240" y="128"/>
                    <a:pt x="223" y="74"/>
                    <a:pt x="207" y="41"/>
                  </a:cubicBezTo>
                  <a:cubicBezTo>
                    <a:pt x="190" y="25"/>
                    <a:pt x="174" y="25"/>
                    <a:pt x="157" y="4"/>
                  </a:cubicBezTo>
                  <a:cubicBezTo>
                    <a:pt x="149" y="1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12652;p32"/>
            <p:cNvSpPr/>
            <p:nvPr/>
          </p:nvSpPr>
          <p:spPr>
            <a:xfrm>
              <a:off x="4712400" y="2890975"/>
              <a:ext cx="3025" cy="5575"/>
            </a:xfrm>
            <a:custGeom>
              <a:avLst/>
              <a:gdLst/>
              <a:ahLst/>
              <a:cxnLst/>
              <a:rect l="l" t="t" r="r" b="b"/>
              <a:pathLst>
                <a:path w="121" h="223" extrusionOk="0">
                  <a:moveTo>
                    <a:pt x="104" y="0"/>
                  </a:moveTo>
                  <a:cubicBezTo>
                    <a:pt x="50" y="17"/>
                    <a:pt x="1" y="83"/>
                    <a:pt x="17" y="153"/>
                  </a:cubicBezTo>
                  <a:cubicBezTo>
                    <a:pt x="17" y="186"/>
                    <a:pt x="34" y="206"/>
                    <a:pt x="34" y="223"/>
                  </a:cubicBezTo>
                  <a:cubicBezTo>
                    <a:pt x="67" y="153"/>
                    <a:pt x="104" y="83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32"/>
            <p:cNvSpPr/>
            <p:nvPr/>
          </p:nvSpPr>
          <p:spPr>
            <a:xfrm>
              <a:off x="4686650" y="28489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6" y="1"/>
                  </a:moveTo>
                  <a:cubicBezTo>
                    <a:pt x="85" y="1"/>
                    <a:pt x="41" y="32"/>
                    <a:pt x="17" y="83"/>
                  </a:cubicBezTo>
                  <a:cubicBezTo>
                    <a:pt x="0" y="154"/>
                    <a:pt x="33" y="220"/>
                    <a:pt x="87" y="257"/>
                  </a:cubicBezTo>
                  <a:lnTo>
                    <a:pt x="136" y="257"/>
                  </a:lnTo>
                  <a:cubicBezTo>
                    <a:pt x="169" y="257"/>
                    <a:pt x="223" y="220"/>
                    <a:pt x="223" y="170"/>
                  </a:cubicBezTo>
                  <a:cubicBezTo>
                    <a:pt x="239" y="137"/>
                    <a:pt x="239" y="83"/>
                    <a:pt x="206" y="50"/>
                  </a:cubicBezTo>
                  <a:cubicBezTo>
                    <a:pt x="206" y="34"/>
                    <a:pt x="190" y="13"/>
                    <a:pt x="169" y="13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32"/>
            <p:cNvSpPr/>
            <p:nvPr/>
          </p:nvSpPr>
          <p:spPr>
            <a:xfrm>
              <a:off x="4690875" y="2804175"/>
              <a:ext cx="5675" cy="6425"/>
            </a:xfrm>
            <a:custGeom>
              <a:avLst/>
              <a:gdLst/>
              <a:ahLst/>
              <a:cxnLst/>
              <a:rect l="l" t="t" r="r" b="b"/>
              <a:pathLst>
                <a:path w="227" h="257" extrusionOk="0">
                  <a:moveTo>
                    <a:pt x="103" y="1"/>
                  </a:moveTo>
                  <a:cubicBezTo>
                    <a:pt x="37" y="1"/>
                    <a:pt x="0" y="71"/>
                    <a:pt x="0" y="137"/>
                  </a:cubicBezTo>
                  <a:cubicBezTo>
                    <a:pt x="21" y="174"/>
                    <a:pt x="37" y="207"/>
                    <a:pt x="54" y="223"/>
                  </a:cubicBezTo>
                  <a:cubicBezTo>
                    <a:pt x="70" y="256"/>
                    <a:pt x="103" y="256"/>
                    <a:pt x="140" y="256"/>
                  </a:cubicBezTo>
                  <a:cubicBezTo>
                    <a:pt x="157" y="240"/>
                    <a:pt x="190" y="223"/>
                    <a:pt x="206" y="207"/>
                  </a:cubicBezTo>
                  <a:cubicBezTo>
                    <a:pt x="227" y="174"/>
                    <a:pt x="227" y="137"/>
                    <a:pt x="227" y="104"/>
                  </a:cubicBezTo>
                  <a:cubicBezTo>
                    <a:pt x="227" y="71"/>
                    <a:pt x="206" y="34"/>
                    <a:pt x="190" y="17"/>
                  </a:cubicBezTo>
                  <a:cubicBezTo>
                    <a:pt x="173" y="17"/>
                    <a:pt x="17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32"/>
            <p:cNvSpPr/>
            <p:nvPr/>
          </p:nvSpPr>
          <p:spPr>
            <a:xfrm>
              <a:off x="4669850" y="2899425"/>
              <a:ext cx="6500" cy="6500"/>
            </a:xfrm>
            <a:custGeom>
              <a:avLst/>
              <a:gdLst/>
              <a:ahLst/>
              <a:cxnLst/>
              <a:rect l="l" t="t" r="r" b="b"/>
              <a:pathLst>
                <a:path w="260" h="260" extrusionOk="0">
                  <a:moveTo>
                    <a:pt x="145" y="0"/>
                  </a:moveTo>
                  <a:cubicBezTo>
                    <a:pt x="99" y="0"/>
                    <a:pt x="51" y="33"/>
                    <a:pt x="37" y="91"/>
                  </a:cubicBezTo>
                  <a:cubicBezTo>
                    <a:pt x="0" y="157"/>
                    <a:pt x="37" y="227"/>
                    <a:pt x="87" y="243"/>
                  </a:cubicBezTo>
                  <a:cubicBezTo>
                    <a:pt x="103" y="260"/>
                    <a:pt x="120" y="260"/>
                    <a:pt x="140" y="260"/>
                  </a:cubicBezTo>
                  <a:cubicBezTo>
                    <a:pt x="190" y="260"/>
                    <a:pt x="223" y="227"/>
                    <a:pt x="243" y="178"/>
                  </a:cubicBezTo>
                  <a:cubicBezTo>
                    <a:pt x="260" y="124"/>
                    <a:pt x="243" y="74"/>
                    <a:pt x="206" y="37"/>
                  </a:cubicBezTo>
                  <a:lnTo>
                    <a:pt x="173" y="4"/>
                  </a:lnTo>
                  <a:cubicBezTo>
                    <a:pt x="164" y="2"/>
                    <a:pt x="155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32"/>
            <p:cNvSpPr/>
            <p:nvPr/>
          </p:nvSpPr>
          <p:spPr>
            <a:xfrm>
              <a:off x="4681075" y="29139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20" y="1"/>
                  </a:moveTo>
                  <a:cubicBezTo>
                    <a:pt x="115" y="1"/>
                    <a:pt x="109" y="3"/>
                    <a:pt x="104" y="10"/>
                  </a:cubicBezTo>
                  <a:cubicBezTo>
                    <a:pt x="33" y="10"/>
                    <a:pt x="0" y="76"/>
                    <a:pt x="17" y="146"/>
                  </a:cubicBezTo>
                  <a:cubicBezTo>
                    <a:pt x="17" y="179"/>
                    <a:pt x="33" y="216"/>
                    <a:pt x="50" y="232"/>
                  </a:cubicBezTo>
                  <a:cubicBezTo>
                    <a:pt x="66" y="249"/>
                    <a:pt x="104" y="265"/>
                    <a:pt x="137" y="265"/>
                  </a:cubicBezTo>
                  <a:cubicBezTo>
                    <a:pt x="186" y="249"/>
                    <a:pt x="240" y="179"/>
                    <a:pt x="223" y="113"/>
                  </a:cubicBezTo>
                  <a:cubicBezTo>
                    <a:pt x="223" y="59"/>
                    <a:pt x="186" y="26"/>
                    <a:pt x="153" y="10"/>
                  </a:cubicBezTo>
                  <a:cubicBezTo>
                    <a:pt x="142" y="10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32"/>
            <p:cNvSpPr/>
            <p:nvPr/>
          </p:nvSpPr>
          <p:spPr>
            <a:xfrm>
              <a:off x="4681475" y="2942925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104" y="0"/>
                  </a:moveTo>
                  <a:cubicBezTo>
                    <a:pt x="67" y="17"/>
                    <a:pt x="50" y="17"/>
                    <a:pt x="34" y="33"/>
                  </a:cubicBezTo>
                  <a:cubicBezTo>
                    <a:pt x="17" y="66"/>
                    <a:pt x="1" y="120"/>
                    <a:pt x="1" y="153"/>
                  </a:cubicBezTo>
                  <a:cubicBezTo>
                    <a:pt x="17" y="190"/>
                    <a:pt x="34" y="223"/>
                    <a:pt x="50" y="239"/>
                  </a:cubicBezTo>
                  <a:cubicBezTo>
                    <a:pt x="62" y="251"/>
                    <a:pt x="84" y="263"/>
                    <a:pt x="108" y="263"/>
                  </a:cubicBezTo>
                  <a:cubicBezTo>
                    <a:pt x="117" y="263"/>
                    <a:pt x="127" y="261"/>
                    <a:pt x="137" y="256"/>
                  </a:cubicBezTo>
                  <a:cubicBezTo>
                    <a:pt x="191" y="256"/>
                    <a:pt x="224" y="190"/>
                    <a:pt x="224" y="120"/>
                  </a:cubicBezTo>
                  <a:cubicBezTo>
                    <a:pt x="224" y="66"/>
                    <a:pt x="191" y="33"/>
                    <a:pt x="154" y="17"/>
                  </a:cubicBezTo>
                  <a:cubicBezTo>
                    <a:pt x="137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32"/>
            <p:cNvSpPr/>
            <p:nvPr/>
          </p:nvSpPr>
          <p:spPr>
            <a:xfrm>
              <a:off x="4666850" y="28672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1"/>
                  </a:moveTo>
                  <a:cubicBezTo>
                    <a:pt x="104" y="1"/>
                    <a:pt x="71" y="1"/>
                    <a:pt x="54" y="38"/>
                  </a:cubicBezTo>
                  <a:cubicBezTo>
                    <a:pt x="1" y="71"/>
                    <a:pt x="1" y="158"/>
                    <a:pt x="33" y="207"/>
                  </a:cubicBezTo>
                  <a:cubicBezTo>
                    <a:pt x="54" y="245"/>
                    <a:pt x="82" y="263"/>
                    <a:pt x="113" y="263"/>
                  </a:cubicBezTo>
                  <a:cubicBezTo>
                    <a:pt x="139" y="263"/>
                    <a:pt x="166" y="250"/>
                    <a:pt x="190" y="228"/>
                  </a:cubicBezTo>
                  <a:cubicBezTo>
                    <a:pt x="240" y="191"/>
                    <a:pt x="240" y="104"/>
                    <a:pt x="207" y="54"/>
                  </a:cubicBezTo>
                  <a:cubicBezTo>
                    <a:pt x="190" y="38"/>
                    <a:pt x="174" y="21"/>
                    <a:pt x="157" y="21"/>
                  </a:cubicBezTo>
                  <a:cubicBezTo>
                    <a:pt x="157" y="1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32"/>
            <p:cNvSpPr/>
            <p:nvPr/>
          </p:nvSpPr>
          <p:spPr>
            <a:xfrm>
              <a:off x="4664275" y="291700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7" y="0"/>
                  </a:moveTo>
                  <a:cubicBezTo>
                    <a:pt x="81" y="0"/>
                    <a:pt x="45" y="22"/>
                    <a:pt x="17" y="72"/>
                  </a:cubicBezTo>
                  <a:cubicBezTo>
                    <a:pt x="0" y="142"/>
                    <a:pt x="33" y="229"/>
                    <a:pt x="87" y="245"/>
                  </a:cubicBezTo>
                  <a:cubicBezTo>
                    <a:pt x="104" y="262"/>
                    <a:pt x="120" y="262"/>
                    <a:pt x="136" y="262"/>
                  </a:cubicBezTo>
                  <a:cubicBezTo>
                    <a:pt x="174" y="245"/>
                    <a:pt x="207" y="229"/>
                    <a:pt x="223" y="175"/>
                  </a:cubicBezTo>
                  <a:cubicBezTo>
                    <a:pt x="240" y="126"/>
                    <a:pt x="240" y="72"/>
                    <a:pt x="207" y="39"/>
                  </a:cubicBezTo>
                  <a:cubicBezTo>
                    <a:pt x="190" y="23"/>
                    <a:pt x="190" y="6"/>
                    <a:pt x="174" y="6"/>
                  </a:cubicBezTo>
                  <a:cubicBezTo>
                    <a:pt x="157" y="2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32"/>
            <p:cNvSpPr/>
            <p:nvPr/>
          </p:nvSpPr>
          <p:spPr>
            <a:xfrm>
              <a:off x="4675925" y="292962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83" y="0"/>
                  </a:moveTo>
                  <a:cubicBezTo>
                    <a:pt x="66" y="0"/>
                    <a:pt x="33" y="17"/>
                    <a:pt x="17" y="50"/>
                  </a:cubicBezTo>
                  <a:cubicBezTo>
                    <a:pt x="0" y="66"/>
                    <a:pt x="0" y="103"/>
                    <a:pt x="0" y="136"/>
                  </a:cubicBezTo>
                  <a:cubicBezTo>
                    <a:pt x="0" y="169"/>
                    <a:pt x="17" y="206"/>
                    <a:pt x="50" y="223"/>
                  </a:cubicBezTo>
                  <a:cubicBezTo>
                    <a:pt x="66" y="256"/>
                    <a:pt x="103" y="256"/>
                    <a:pt x="120" y="256"/>
                  </a:cubicBezTo>
                  <a:cubicBezTo>
                    <a:pt x="186" y="239"/>
                    <a:pt x="223" y="169"/>
                    <a:pt x="223" y="103"/>
                  </a:cubicBezTo>
                  <a:cubicBezTo>
                    <a:pt x="206" y="66"/>
                    <a:pt x="206" y="33"/>
                    <a:pt x="169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32"/>
            <p:cNvSpPr/>
            <p:nvPr/>
          </p:nvSpPr>
          <p:spPr>
            <a:xfrm>
              <a:off x="4662525" y="2884475"/>
              <a:ext cx="5700" cy="6525"/>
            </a:xfrm>
            <a:custGeom>
              <a:avLst/>
              <a:gdLst/>
              <a:ahLst/>
              <a:cxnLst/>
              <a:rect l="l" t="t" r="r" b="b"/>
              <a:pathLst>
                <a:path w="228" h="261" extrusionOk="0">
                  <a:moveTo>
                    <a:pt x="103" y="0"/>
                  </a:moveTo>
                  <a:cubicBezTo>
                    <a:pt x="70" y="0"/>
                    <a:pt x="37" y="17"/>
                    <a:pt x="21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21" y="207"/>
                    <a:pt x="54" y="240"/>
                  </a:cubicBezTo>
                  <a:cubicBezTo>
                    <a:pt x="70" y="260"/>
                    <a:pt x="103" y="260"/>
                    <a:pt x="141" y="260"/>
                  </a:cubicBezTo>
                  <a:cubicBezTo>
                    <a:pt x="190" y="240"/>
                    <a:pt x="227" y="174"/>
                    <a:pt x="227" y="103"/>
                  </a:cubicBezTo>
                  <a:cubicBezTo>
                    <a:pt x="227" y="70"/>
                    <a:pt x="206" y="54"/>
                    <a:pt x="174" y="17"/>
                  </a:cubicBezTo>
                  <a:cubicBezTo>
                    <a:pt x="174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32"/>
            <p:cNvSpPr/>
            <p:nvPr/>
          </p:nvSpPr>
          <p:spPr>
            <a:xfrm>
              <a:off x="4684475" y="28989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2" y="0"/>
                  </a:moveTo>
                  <a:cubicBezTo>
                    <a:pt x="84" y="0"/>
                    <a:pt x="60" y="12"/>
                    <a:pt x="34" y="23"/>
                  </a:cubicBezTo>
                  <a:cubicBezTo>
                    <a:pt x="17" y="40"/>
                    <a:pt x="1" y="73"/>
                    <a:pt x="1" y="110"/>
                  </a:cubicBezTo>
                  <a:cubicBezTo>
                    <a:pt x="1" y="143"/>
                    <a:pt x="1" y="176"/>
                    <a:pt x="17" y="213"/>
                  </a:cubicBezTo>
                  <a:cubicBezTo>
                    <a:pt x="50" y="229"/>
                    <a:pt x="71" y="246"/>
                    <a:pt x="104" y="262"/>
                  </a:cubicBezTo>
                  <a:cubicBezTo>
                    <a:pt x="137" y="262"/>
                    <a:pt x="153" y="246"/>
                    <a:pt x="190" y="229"/>
                  </a:cubicBezTo>
                  <a:cubicBezTo>
                    <a:pt x="223" y="176"/>
                    <a:pt x="240" y="110"/>
                    <a:pt x="207" y="40"/>
                  </a:cubicBezTo>
                  <a:cubicBezTo>
                    <a:pt x="190" y="23"/>
                    <a:pt x="174" y="7"/>
                    <a:pt x="153" y="7"/>
                  </a:cubicBezTo>
                  <a:lnTo>
                    <a:pt x="120" y="7"/>
                  </a:lnTo>
                  <a:cubicBezTo>
                    <a:pt x="115" y="2"/>
                    <a:pt x="109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12663;p32"/>
            <p:cNvSpPr/>
            <p:nvPr/>
          </p:nvSpPr>
          <p:spPr>
            <a:xfrm>
              <a:off x="4881550" y="29845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71" y="1"/>
                    <a:pt x="54" y="17"/>
                    <a:pt x="38" y="50"/>
                  </a:cubicBezTo>
                  <a:cubicBezTo>
                    <a:pt x="21" y="87"/>
                    <a:pt x="1" y="120"/>
                    <a:pt x="21" y="153"/>
                  </a:cubicBezTo>
                  <a:cubicBezTo>
                    <a:pt x="21" y="190"/>
                    <a:pt x="38" y="207"/>
                    <a:pt x="54" y="223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207" y="240"/>
                    <a:pt x="244" y="174"/>
                    <a:pt x="227" y="104"/>
                  </a:cubicBezTo>
                  <a:cubicBezTo>
                    <a:pt x="227" y="71"/>
                    <a:pt x="207" y="3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32"/>
            <p:cNvSpPr/>
            <p:nvPr/>
          </p:nvSpPr>
          <p:spPr>
            <a:xfrm>
              <a:off x="4673350" y="28067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66" y="1"/>
                    <a:pt x="33" y="17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17" y="207"/>
                    <a:pt x="50" y="240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86" y="240"/>
                    <a:pt x="239" y="174"/>
                    <a:pt x="223" y="104"/>
                  </a:cubicBezTo>
                  <a:cubicBezTo>
                    <a:pt x="223" y="71"/>
                    <a:pt x="206" y="50"/>
                    <a:pt x="169" y="17"/>
                  </a:cubicBezTo>
                  <a:cubicBezTo>
                    <a:pt x="169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32"/>
            <p:cNvSpPr/>
            <p:nvPr/>
          </p:nvSpPr>
          <p:spPr>
            <a:xfrm>
              <a:off x="4641500" y="2952800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37" y="17"/>
                    <a:pt x="0" y="83"/>
                    <a:pt x="0" y="153"/>
                  </a:cubicBezTo>
                  <a:cubicBezTo>
                    <a:pt x="0" y="186"/>
                    <a:pt x="17" y="207"/>
                    <a:pt x="54" y="240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23" y="67"/>
                    <a:pt x="206" y="50"/>
                    <a:pt x="173" y="17"/>
                  </a:cubicBezTo>
                  <a:cubicBezTo>
                    <a:pt x="173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32"/>
            <p:cNvSpPr/>
            <p:nvPr/>
          </p:nvSpPr>
          <p:spPr>
            <a:xfrm>
              <a:off x="4628600" y="3029975"/>
              <a:ext cx="6125" cy="6725"/>
            </a:xfrm>
            <a:custGeom>
              <a:avLst/>
              <a:gdLst/>
              <a:ahLst/>
              <a:cxnLst/>
              <a:rect l="l" t="t" r="r" b="b"/>
              <a:pathLst>
                <a:path w="245" h="269" extrusionOk="0">
                  <a:moveTo>
                    <a:pt x="126" y="0"/>
                  </a:moveTo>
                  <a:cubicBezTo>
                    <a:pt x="80" y="0"/>
                    <a:pt x="31" y="35"/>
                    <a:pt x="1" y="89"/>
                  </a:cubicBezTo>
                  <a:lnTo>
                    <a:pt x="1" y="142"/>
                  </a:lnTo>
                  <a:cubicBezTo>
                    <a:pt x="1" y="192"/>
                    <a:pt x="38" y="229"/>
                    <a:pt x="71" y="262"/>
                  </a:cubicBezTo>
                  <a:cubicBezTo>
                    <a:pt x="84" y="266"/>
                    <a:pt x="97" y="268"/>
                    <a:pt x="108" y="268"/>
                  </a:cubicBezTo>
                  <a:cubicBezTo>
                    <a:pt x="140" y="268"/>
                    <a:pt x="166" y="253"/>
                    <a:pt x="191" y="229"/>
                  </a:cubicBezTo>
                  <a:cubicBezTo>
                    <a:pt x="207" y="212"/>
                    <a:pt x="207" y="192"/>
                    <a:pt x="224" y="175"/>
                  </a:cubicBezTo>
                  <a:cubicBezTo>
                    <a:pt x="244" y="109"/>
                    <a:pt x="207" y="39"/>
                    <a:pt x="158" y="6"/>
                  </a:cubicBezTo>
                  <a:cubicBezTo>
                    <a:pt x="148" y="2"/>
                    <a:pt x="137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32"/>
            <p:cNvSpPr/>
            <p:nvPr/>
          </p:nvSpPr>
          <p:spPr>
            <a:xfrm>
              <a:off x="4881150" y="29418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5" y="0"/>
                  </a:moveTo>
                  <a:cubicBezTo>
                    <a:pt x="75" y="0"/>
                    <a:pt x="32" y="22"/>
                    <a:pt x="17" y="76"/>
                  </a:cubicBezTo>
                  <a:cubicBezTo>
                    <a:pt x="0" y="146"/>
                    <a:pt x="37" y="233"/>
                    <a:pt x="87" y="249"/>
                  </a:cubicBezTo>
                  <a:cubicBezTo>
                    <a:pt x="101" y="258"/>
                    <a:pt x="116" y="262"/>
                    <a:pt x="131" y="262"/>
                  </a:cubicBezTo>
                  <a:cubicBezTo>
                    <a:pt x="172" y="262"/>
                    <a:pt x="211" y="231"/>
                    <a:pt x="223" y="179"/>
                  </a:cubicBezTo>
                  <a:cubicBezTo>
                    <a:pt x="243" y="109"/>
                    <a:pt x="223" y="43"/>
                    <a:pt x="173" y="6"/>
                  </a:cubicBezTo>
                  <a:cubicBezTo>
                    <a:pt x="157" y="2"/>
                    <a:pt x="141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32"/>
            <p:cNvSpPr/>
            <p:nvPr/>
          </p:nvSpPr>
          <p:spPr>
            <a:xfrm>
              <a:off x="4631600" y="301620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29" y="0"/>
                  </a:moveTo>
                  <a:cubicBezTo>
                    <a:pt x="83" y="0"/>
                    <a:pt x="35" y="33"/>
                    <a:pt x="21" y="91"/>
                  </a:cubicBezTo>
                  <a:cubicBezTo>
                    <a:pt x="0" y="145"/>
                    <a:pt x="21" y="227"/>
                    <a:pt x="87" y="248"/>
                  </a:cubicBezTo>
                  <a:cubicBezTo>
                    <a:pt x="104" y="264"/>
                    <a:pt x="124" y="264"/>
                    <a:pt x="141" y="264"/>
                  </a:cubicBezTo>
                  <a:cubicBezTo>
                    <a:pt x="174" y="264"/>
                    <a:pt x="207" y="227"/>
                    <a:pt x="227" y="178"/>
                  </a:cubicBezTo>
                  <a:cubicBezTo>
                    <a:pt x="244" y="124"/>
                    <a:pt x="227" y="75"/>
                    <a:pt x="207" y="42"/>
                  </a:cubicBezTo>
                  <a:cubicBezTo>
                    <a:pt x="190" y="21"/>
                    <a:pt x="174" y="21"/>
                    <a:pt x="157" y="5"/>
                  </a:cubicBezTo>
                  <a:cubicBezTo>
                    <a:pt x="148" y="2"/>
                    <a:pt x="139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32"/>
            <p:cNvSpPr/>
            <p:nvPr/>
          </p:nvSpPr>
          <p:spPr>
            <a:xfrm>
              <a:off x="4634175" y="29665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1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1" y="70"/>
                    <a:pt x="1" y="153"/>
                    <a:pt x="38" y="206"/>
                  </a:cubicBezTo>
                  <a:cubicBezTo>
                    <a:pt x="57" y="247"/>
                    <a:pt x="88" y="264"/>
                    <a:pt x="121" y="264"/>
                  </a:cubicBezTo>
                  <a:cubicBezTo>
                    <a:pt x="145" y="264"/>
                    <a:pt x="169" y="255"/>
                    <a:pt x="190" y="239"/>
                  </a:cubicBezTo>
                  <a:cubicBezTo>
                    <a:pt x="244" y="190"/>
                    <a:pt x="244" y="103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57" y="0"/>
                    <a:pt x="141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32"/>
            <p:cNvSpPr/>
            <p:nvPr/>
          </p:nvSpPr>
          <p:spPr>
            <a:xfrm>
              <a:off x="4637275" y="29985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9" y="1"/>
                  </a:moveTo>
                  <a:cubicBezTo>
                    <a:pt x="87" y="1"/>
                    <a:pt x="44" y="36"/>
                    <a:pt x="17" y="91"/>
                  </a:cubicBezTo>
                  <a:cubicBezTo>
                    <a:pt x="0" y="161"/>
                    <a:pt x="33" y="231"/>
                    <a:pt x="83" y="264"/>
                  </a:cubicBezTo>
                  <a:lnTo>
                    <a:pt x="136" y="264"/>
                  </a:lnTo>
                  <a:cubicBezTo>
                    <a:pt x="169" y="264"/>
                    <a:pt x="223" y="231"/>
                    <a:pt x="223" y="178"/>
                  </a:cubicBezTo>
                  <a:cubicBezTo>
                    <a:pt x="239" y="145"/>
                    <a:pt x="239" y="91"/>
                    <a:pt x="206" y="58"/>
                  </a:cubicBezTo>
                  <a:cubicBezTo>
                    <a:pt x="206" y="42"/>
                    <a:pt x="186" y="25"/>
                    <a:pt x="169" y="5"/>
                  </a:cubicBezTo>
                  <a:cubicBezTo>
                    <a:pt x="159" y="2"/>
                    <a:pt x="149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32"/>
            <p:cNvSpPr/>
            <p:nvPr/>
          </p:nvSpPr>
          <p:spPr>
            <a:xfrm>
              <a:off x="4696950" y="2861375"/>
              <a:ext cx="6425" cy="6750"/>
            </a:xfrm>
            <a:custGeom>
              <a:avLst/>
              <a:gdLst/>
              <a:ahLst/>
              <a:cxnLst/>
              <a:rect l="l" t="t" r="r" b="b"/>
              <a:pathLst>
                <a:path w="257" h="270" extrusionOk="0">
                  <a:moveTo>
                    <a:pt x="120" y="0"/>
                  </a:moveTo>
                  <a:cubicBezTo>
                    <a:pt x="76" y="0"/>
                    <a:pt x="41" y="32"/>
                    <a:pt x="17" y="83"/>
                  </a:cubicBezTo>
                  <a:cubicBezTo>
                    <a:pt x="0" y="153"/>
                    <a:pt x="33" y="236"/>
                    <a:pt x="87" y="256"/>
                  </a:cubicBezTo>
                  <a:cubicBezTo>
                    <a:pt x="100" y="265"/>
                    <a:pt x="115" y="269"/>
                    <a:pt x="129" y="269"/>
                  </a:cubicBezTo>
                  <a:cubicBezTo>
                    <a:pt x="170" y="269"/>
                    <a:pt x="211" y="238"/>
                    <a:pt x="223" y="186"/>
                  </a:cubicBezTo>
                  <a:cubicBezTo>
                    <a:pt x="256" y="116"/>
                    <a:pt x="223" y="50"/>
                    <a:pt x="169" y="13"/>
                  </a:cubicBezTo>
                  <a:cubicBezTo>
                    <a:pt x="152" y="4"/>
                    <a:pt x="135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32"/>
            <p:cNvSpPr/>
            <p:nvPr/>
          </p:nvSpPr>
          <p:spPr>
            <a:xfrm>
              <a:off x="4690450" y="29265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41" y="1"/>
                  </a:moveTo>
                  <a:cubicBezTo>
                    <a:pt x="104" y="1"/>
                    <a:pt x="71" y="21"/>
                    <a:pt x="54" y="38"/>
                  </a:cubicBezTo>
                  <a:cubicBezTo>
                    <a:pt x="1" y="87"/>
                    <a:pt x="1" y="157"/>
                    <a:pt x="38" y="227"/>
                  </a:cubicBezTo>
                  <a:cubicBezTo>
                    <a:pt x="54" y="244"/>
                    <a:pt x="87" y="260"/>
                    <a:pt x="104" y="260"/>
                  </a:cubicBezTo>
                  <a:cubicBezTo>
                    <a:pt x="115" y="265"/>
                    <a:pt x="125" y="267"/>
                    <a:pt x="135" y="267"/>
                  </a:cubicBezTo>
                  <a:cubicBezTo>
                    <a:pt x="159" y="267"/>
                    <a:pt x="179" y="255"/>
                    <a:pt x="190" y="244"/>
                  </a:cubicBezTo>
                  <a:cubicBezTo>
                    <a:pt x="207" y="227"/>
                    <a:pt x="223" y="190"/>
                    <a:pt x="223" y="157"/>
                  </a:cubicBezTo>
                  <a:cubicBezTo>
                    <a:pt x="244" y="124"/>
                    <a:pt x="223" y="87"/>
                    <a:pt x="207" y="54"/>
                  </a:cubicBezTo>
                  <a:cubicBezTo>
                    <a:pt x="190" y="38"/>
                    <a:pt x="174" y="21"/>
                    <a:pt x="157" y="21"/>
                  </a:cubicBezTo>
                  <a:lnTo>
                    <a:pt x="1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32"/>
            <p:cNvSpPr/>
            <p:nvPr/>
          </p:nvSpPr>
          <p:spPr>
            <a:xfrm>
              <a:off x="4714050" y="2843650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04" y="1"/>
                  </a:moveTo>
                  <a:cubicBezTo>
                    <a:pt x="87" y="1"/>
                    <a:pt x="54" y="17"/>
                    <a:pt x="54" y="38"/>
                  </a:cubicBezTo>
                  <a:cubicBezTo>
                    <a:pt x="21" y="71"/>
                    <a:pt x="1" y="104"/>
                    <a:pt x="21" y="157"/>
                  </a:cubicBezTo>
                  <a:cubicBezTo>
                    <a:pt x="21" y="190"/>
                    <a:pt x="38" y="223"/>
                    <a:pt x="54" y="244"/>
                  </a:cubicBezTo>
                  <a:cubicBezTo>
                    <a:pt x="78" y="256"/>
                    <a:pt x="93" y="267"/>
                    <a:pt x="113" y="267"/>
                  </a:cubicBezTo>
                  <a:cubicBezTo>
                    <a:pt x="121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8" y="120"/>
                  </a:cubicBezTo>
                  <a:cubicBezTo>
                    <a:pt x="228" y="71"/>
                    <a:pt x="190" y="38"/>
                    <a:pt x="157" y="17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32"/>
            <p:cNvSpPr/>
            <p:nvPr/>
          </p:nvSpPr>
          <p:spPr>
            <a:xfrm>
              <a:off x="4712400" y="28605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11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49"/>
                    <a:pt x="17" y="219"/>
                    <a:pt x="87" y="252"/>
                  </a:cubicBezTo>
                  <a:cubicBezTo>
                    <a:pt x="96" y="255"/>
                    <a:pt x="106" y="257"/>
                    <a:pt x="115" y="257"/>
                  </a:cubicBezTo>
                  <a:cubicBezTo>
                    <a:pt x="160" y="257"/>
                    <a:pt x="210" y="227"/>
                    <a:pt x="223" y="186"/>
                  </a:cubicBezTo>
                  <a:cubicBezTo>
                    <a:pt x="240" y="116"/>
                    <a:pt x="223" y="30"/>
                    <a:pt x="153" y="13"/>
                  </a:cubicBezTo>
                  <a:cubicBezTo>
                    <a:pt x="140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32"/>
            <p:cNvSpPr/>
            <p:nvPr/>
          </p:nvSpPr>
          <p:spPr>
            <a:xfrm>
              <a:off x="4720150" y="2875500"/>
              <a:ext cx="425" cy="2100"/>
            </a:xfrm>
            <a:custGeom>
              <a:avLst/>
              <a:gdLst/>
              <a:ahLst/>
              <a:cxnLst/>
              <a:rect l="l" t="t" r="r" b="b"/>
              <a:pathLst>
                <a:path w="17" h="84" extrusionOk="0">
                  <a:moveTo>
                    <a:pt x="17" y="1"/>
                  </a:moveTo>
                  <a:cubicBezTo>
                    <a:pt x="0" y="34"/>
                    <a:pt x="0" y="50"/>
                    <a:pt x="0" y="83"/>
                  </a:cubicBezTo>
                  <a:cubicBezTo>
                    <a:pt x="0" y="67"/>
                    <a:pt x="17" y="34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32"/>
            <p:cNvSpPr/>
            <p:nvPr/>
          </p:nvSpPr>
          <p:spPr>
            <a:xfrm>
              <a:off x="4697350" y="291157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4" y="1"/>
                  </a:moveTo>
                  <a:cubicBezTo>
                    <a:pt x="34" y="17"/>
                    <a:pt x="1" y="83"/>
                    <a:pt x="1" y="153"/>
                  </a:cubicBezTo>
                  <a:cubicBezTo>
                    <a:pt x="1" y="186"/>
                    <a:pt x="17" y="223"/>
                    <a:pt x="50" y="240"/>
                  </a:cubicBezTo>
                  <a:cubicBezTo>
                    <a:pt x="65" y="252"/>
                    <a:pt x="86" y="263"/>
                    <a:pt x="102" y="263"/>
                  </a:cubicBezTo>
                  <a:cubicBezTo>
                    <a:pt x="109" y="263"/>
                    <a:pt x="116" y="261"/>
                    <a:pt x="120" y="256"/>
                  </a:cubicBezTo>
                  <a:cubicBezTo>
                    <a:pt x="153" y="256"/>
                    <a:pt x="191" y="240"/>
                    <a:pt x="207" y="207"/>
                  </a:cubicBezTo>
                  <a:cubicBezTo>
                    <a:pt x="224" y="186"/>
                    <a:pt x="224" y="153"/>
                    <a:pt x="224" y="120"/>
                  </a:cubicBezTo>
                  <a:cubicBezTo>
                    <a:pt x="224" y="83"/>
                    <a:pt x="207" y="50"/>
                    <a:pt x="174" y="34"/>
                  </a:cubicBezTo>
                  <a:cubicBezTo>
                    <a:pt x="174" y="17"/>
                    <a:pt x="153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32"/>
            <p:cNvSpPr/>
            <p:nvPr/>
          </p:nvSpPr>
          <p:spPr>
            <a:xfrm>
              <a:off x="4708500" y="283017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21" y="1"/>
                  </a:moveTo>
                  <a:cubicBezTo>
                    <a:pt x="115" y="1"/>
                    <a:pt x="109" y="2"/>
                    <a:pt x="103" y="8"/>
                  </a:cubicBezTo>
                  <a:cubicBezTo>
                    <a:pt x="70" y="8"/>
                    <a:pt x="37" y="24"/>
                    <a:pt x="17" y="61"/>
                  </a:cubicBezTo>
                  <a:cubicBezTo>
                    <a:pt x="0" y="78"/>
                    <a:pt x="0" y="111"/>
                    <a:pt x="0" y="144"/>
                  </a:cubicBezTo>
                  <a:cubicBezTo>
                    <a:pt x="0" y="181"/>
                    <a:pt x="17" y="214"/>
                    <a:pt x="54" y="231"/>
                  </a:cubicBezTo>
                  <a:cubicBezTo>
                    <a:pt x="70" y="247"/>
                    <a:pt x="103" y="268"/>
                    <a:pt x="140" y="268"/>
                  </a:cubicBezTo>
                  <a:cubicBezTo>
                    <a:pt x="190" y="247"/>
                    <a:pt x="223" y="181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7" y="8"/>
                  </a:lnTo>
                  <a:cubicBezTo>
                    <a:pt x="146" y="8"/>
                    <a:pt x="133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32"/>
            <p:cNvSpPr/>
            <p:nvPr/>
          </p:nvSpPr>
          <p:spPr>
            <a:xfrm>
              <a:off x="4698600" y="289612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54" y="17"/>
                    <a:pt x="0" y="83"/>
                    <a:pt x="21" y="153"/>
                  </a:cubicBezTo>
                  <a:cubicBezTo>
                    <a:pt x="21" y="214"/>
                    <a:pt x="71" y="259"/>
                    <a:pt x="119" y="259"/>
                  </a:cubicBezTo>
                  <a:cubicBezTo>
                    <a:pt x="126" y="259"/>
                    <a:pt x="134" y="258"/>
                    <a:pt x="141" y="256"/>
                  </a:cubicBezTo>
                  <a:cubicBezTo>
                    <a:pt x="174" y="256"/>
                    <a:pt x="190" y="239"/>
                    <a:pt x="207" y="206"/>
                  </a:cubicBezTo>
                  <a:cubicBezTo>
                    <a:pt x="227" y="186"/>
                    <a:pt x="244" y="153"/>
                    <a:pt x="227" y="120"/>
                  </a:cubicBezTo>
                  <a:cubicBezTo>
                    <a:pt x="227" y="83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32"/>
            <p:cNvSpPr/>
            <p:nvPr/>
          </p:nvSpPr>
          <p:spPr>
            <a:xfrm>
              <a:off x="4692200" y="288147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34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40"/>
                  </a:cubicBezTo>
                  <a:cubicBezTo>
                    <a:pt x="76" y="252"/>
                    <a:pt x="92" y="265"/>
                    <a:pt x="111" y="265"/>
                  </a:cubicBezTo>
                  <a:cubicBezTo>
                    <a:pt x="119" y="265"/>
                    <a:pt x="127" y="263"/>
                    <a:pt x="137" y="256"/>
                  </a:cubicBezTo>
                  <a:cubicBezTo>
                    <a:pt x="190" y="256"/>
                    <a:pt x="240" y="190"/>
                    <a:pt x="223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32"/>
            <p:cNvSpPr/>
            <p:nvPr/>
          </p:nvSpPr>
          <p:spPr>
            <a:xfrm>
              <a:off x="4672825" y="30232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54" y="17"/>
                    <a:pt x="1" y="87"/>
                    <a:pt x="21" y="153"/>
                  </a:cubicBezTo>
                  <a:cubicBezTo>
                    <a:pt x="21" y="190"/>
                    <a:pt x="38" y="223"/>
                    <a:pt x="54" y="240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174" y="256"/>
                    <a:pt x="190" y="240"/>
                    <a:pt x="207" y="207"/>
                  </a:cubicBezTo>
                  <a:cubicBezTo>
                    <a:pt x="227" y="174"/>
                    <a:pt x="244" y="137"/>
                    <a:pt x="227" y="104"/>
                  </a:cubicBezTo>
                  <a:cubicBezTo>
                    <a:pt x="227" y="71"/>
                    <a:pt x="207" y="50"/>
                    <a:pt x="190" y="17"/>
                  </a:cubicBezTo>
                  <a:lnTo>
                    <a:pt x="157" y="17"/>
                  </a:ln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32"/>
            <p:cNvSpPr/>
            <p:nvPr/>
          </p:nvSpPr>
          <p:spPr>
            <a:xfrm>
              <a:off x="4672000" y="2975400"/>
              <a:ext cx="4350" cy="6600"/>
            </a:xfrm>
            <a:custGeom>
              <a:avLst/>
              <a:gdLst/>
              <a:ahLst/>
              <a:cxnLst/>
              <a:rect l="l" t="t" r="r" b="b"/>
              <a:pathLst>
                <a:path w="174" h="264" extrusionOk="0">
                  <a:moveTo>
                    <a:pt x="142" y="0"/>
                  </a:moveTo>
                  <a:cubicBezTo>
                    <a:pt x="88" y="0"/>
                    <a:pt x="48" y="35"/>
                    <a:pt x="17" y="90"/>
                  </a:cubicBezTo>
                  <a:cubicBezTo>
                    <a:pt x="1" y="161"/>
                    <a:pt x="34" y="231"/>
                    <a:pt x="87" y="247"/>
                  </a:cubicBezTo>
                  <a:cubicBezTo>
                    <a:pt x="104" y="264"/>
                    <a:pt x="120" y="264"/>
                    <a:pt x="120" y="264"/>
                  </a:cubicBezTo>
                  <a:cubicBezTo>
                    <a:pt x="120" y="247"/>
                    <a:pt x="120" y="231"/>
                    <a:pt x="137" y="210"/>
                  </a:cubicBezTo>
                  <a:cubicBezTo>
                    <a:pt x="137" y="144"/>
                    <a:pt x="157" y="74"/>
                    <a:pt x="174" y="25"/>
                  </a:cubicBezTo>
                  <a:lnTo>
                    <a:pt x="174" y="4"/>
                  </a:lnTo>
                  <a:cubicBezTo>
                    <a:pt x="163" y="1"/>
                    <a:pt x="152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32"/>
            <p:cNvSpPr/>
            <p:nvPr/>
          </p:nvSpPr>
          <p:spPr>
            <a:xfrm>
              <a:off x="4653550" y="285492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8" y="1"/>
                  </a:moveTo>
                  <a:cubicBezTo>
                    <a:pt x="86" y="1"/>
                    <a:pt x="46" y="34"/>
                    <a:pt x="34" y="82"/>
                  </a:cubicBezTo>
                  <a:cubicBezTo>
                    <a:pt x="1" y="152"/>
                    <a:pt x="34" y="222"/>
                    <a:pt x="87" y="255"/>
                  </a:cubicBezTo>
                  <a:cubicBezTo>
                    <a:pt x="103" y="259"/>
                    <a:pt x="117" y="261"/>
                    <a:pt x="131" y="261"/>
                  </a:cubicBezTo>
                  <a:cubicBezTo>
                    <a:pt x="177" y="261"/>
                    <a:pt x="214" y="238"/>
                    <a:pt x="240" y="185"/>
                  </a:cubicBezTo>
                  <a:cubicBezTo>
                    <a:pt x="256" y="119"/>
                    <a:pt x="223" y="32"/>
                    <a:pt x="174" y="16"/>
                  </a:cubicBezTo>
                  <a:cubicBezTo>
                    <a:pt x="159" y="6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32"/>
            <p:cNvSpPr/>
            <p:nvPr/>
          </p:nvSpPr>
          <p:spPr>
            <a:xfrm>
              <a:off x="4668600" y="29459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7" y="1"/>
                  </a:moveTo>
                  <a:cubicBezTo>
                    <a:pt x="120" y="1"/>
                    <a:pt x="87" y="1"/>
                    <a:pt x="67" y="34"/>
                  </a:cubicBezTo>
                  <a:cubicBezTo>
                    <a:pt x="17" y="71"/>
                    <a:pt x="1" y="153"/>
                    <a:pt x="50" y="207"/>
                  </a:cubicBezTo>
                  <a:cubicBezTo>
                    <a:pt x="67" y="240"/>
                    <a:pt x="87" y="256"/>
                    <a:pt x="120" y="256"/>
                  </a:cubicBezTo>
                  <a:cubicBezTo>
                    <a:pt x="153" y="256"/>
                    <a:pt x="170" y="256"/>
                    <a:pt x="207" y="223"/>
                  </a:cubicBezTo>
                  <a:cubicBezTo>
                    <a:pt x="223" y="207"/>
                    <a:pt x="240" y="174"/>
                    <a:pt x="240" y="137"/>
                  </a:cubicBezTo>
                  <a:cubicBezTo>
                    <a:pt x="240" y="104"/>
                    <a:pt x="240" y="71"/>
                    <a:pt x="223" y="50"/>
                  </a:cubicBezTo>
                  <a:cubicBezTo>
                    <a:pt x="207" y="34"/>
                    <a:pt x="190" y="17"/>
                    <a:pt x="170" y="17"/>
                  </a:cubicBezTo>
                  <a:cubicBezTo>
                    <a:pt x="153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32"/>
            <p:cNvSpPr/>
            <p:nvPr/>
          </p:nvSpPr>
          <p:spPr>
            <a:xfrm>
              <a:off x="4664275" y="29608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7" y="0"/>
                  </a:moveTo>
                  <a:cubicBezTo>
                    <a:pt x="80" y="0"/>
                    <a:pt x="31" y="30"/>
                    <a:pt x="17" y="71"/>
                  </a:cubicBezTo>
                  <a:cubicBezTo>
                    <a:pt x="0" y="141"/>
                    <a:pt x="17" y="227"/>
                    <a:pt x="87" y="244"/>
                  </a:cubicBezTo>
                  <a:cubicBezTo>
                    <a:pt x="100" y="252"/>
                    <a:pt x="115" y="257"/>
                    <a:pt x="129" y="257"/>
                  </a:cubicBezTo>
                  <a:cubicBezTo>
                    <a:pt x="170" y="257"/>
                    <a:pt x="211" y="225"/>
                    <a:pt x="223" y="174"/>
                  </a:cubicBezTo>
                  <a:cubicBezTo>
                    <a:pt x="240" y="108"/>
                    <a:pt x="223" y="38"/>
                    <a:pt x="157" y="5"/>
                  </a:cubicBezTo>
                  <a:cubicBezTo>
                    <a:pt x="148" y="2"/>
                    <a:pt x="13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32"/>
            <p:cNvSpPr/>
            <p:nvPr/>
          </p:nvSpPr>
          <p:spPr>
            <a:xfrm>
              <a:off x="4766925" y="3020950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6" y="0"/>
                  </a:moveTo>
                  <a:cubicBezTo>
                    <a:pt x="98" y="0"/>
                    <a:pt x="48" y="33"/>
                    <a:pt x="34" y="91"/>
                  </a:cubicBezTo>
                  <a:cubicBezTo>
                    <a:pt x="1" y="140"/>
                    <a:pt x="34" y="227"/>
                    <a:pt x="87" y="243"/>
                  </a:cubicBezTo>
                  <a:cubicBezTo>
                    <a:pt x="105" y="253"/>
                    <a:pt x="122" y="258"/>
                    <a:pt x="138" y="258"/>
                  </a:cubicBezTo>
                  <a:cubicBezTo>
                    <a:pt x="181" y="258"/>
                    <a:pt x="216" y="225"/>
                    <a:pt x="240" y="177"/>
                  </a:cubicBezTo>
                  <a:cubicBezTo>
                    <a:pt x="256" y="107"/>
                    <a:pt x="223" y="37"/>
                    <a:pt x="174" y="4"/>
                  </a:cubicBezTo>
                  <a:cubicBezTo>
                    <a:pt x="165" y="1"/>
                    <a:pt x="155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32"/>
            <p:cNvSpPr/>
            <p:nvPr/>
          </p:nvSpPr>
          <p:spPr>
            <a:xfrm>
              <a:off x="4658300" y="29033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1"/>
                  </a:moveTo>
                  <a:cubicBezTo>
                    <a:pt x="33" y="22"/>
                    <a:pt x="0" y="71"/>
                    <a:pt x="0" y="158"/>
                  </a:cubicBezTo>
                  <a:cubicBezTo>
                    <a:pt x="0" y="191"/>
                    <a:pt x="17" y="207"/>
                    <a:pt x="50" y="228"/>
                  </a:cubicBezTo>
                  <a:cubicBezTo>
                    <a:pt x="66" y="261"/>
                    <a:pt x="103" y="261"/>
                    <a:pt x="120" y="261"/>
                  </a:cubicBezTo>
                  <a:cubicBezTo>
                    <a:pt x="153" y="261"/>
                    <a:pt x="190" y="228"/>
                    <a:pt x="206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6" y="38"/>
                    <a:pt x="169" y="22"/>
                  </a:cubicBezTo>
                  <a:cubicBezTo>
                    <a:pt x="169" y="22"/>
                    <a:pt x="153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12687;p32"/>
            <p:cNvSpPr/>
            <p:nvPr/>
          </p:nvSpPr>
          <p:spPr>
            <a:xfrm>
              <a:off x="4661275" y="2930750"/>
              <a:ext cx="6025" cy="6450"/>
            </a:xfrm>
            <a:custGeom>
              <a:avLst/>
              <a:gdLst/>
              <a:ahLst/>
              <a:cxnLst/>
              <a:rect l="l" t="t" r="r" b="b"/>
              <a:pathLst>
                <a:path w="241" h="258" extrusionOk="0">
                  <a:moveTo>
                    <a:pt x="127" y="1"/>
                  </a:moveTo>
                  <a:cubicBezTo>
                    <a:pt x="82" y="1"/>
                    <a:pt x="31" y="33"/>
                    <a:pt x="17" y="91"/>
                  </a:cubicBezTo>
                  <a:cubicBezTo>
                    <a:pt x="1" y="108"/>
                    <a:pt x="1" y="124"/>
                    <a:pt x="1" y="141"/>
                  </a:cubicBezTo>
                  <a:cubicBezTo>
                    <a:pt x="17" y="194"/>
                    <a:pt x="34" y="227"/>
                    <a:pt x="71" y="244"/>
                  </a:cubicBezTo>
                  <a:cubicBezTo>
                    <a:pt x="92" y="253"/>
                    <a:pt x="110" y="258"/>
                    <a:pt x="127" y="258"/>
                  </a:cubicBezTo>
                  <a:cubicBezTo>
                    <a:pt x="149" y="258"/>
                    <a:pt x="169" y="249"/>
                    <a:pt x="191" y="227"/>
                  </a:cubicBezTo>
                  <a:cubicBezTo>
                    <a:pt x="207" y="211"/>
                    <a:pt x="207" y="194"/>
                    <a:pt x="224" y="178"/>
                  </a:cubicBezTo>
                  <a:cubicBezTo>
                    <a:pt x="240" y="108"/>
                    <a:pt x="207" y="38"/>
                    <a:pt x="153" y="5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12688;p32"/>
            <p:cNvSpPr/>
            <p:nvPr/>
          </p:nvSpPr>
          <p:spPr>
            <a:xfrm>
              <a:off x="4679725" y="2960025"/>
              <a:ext cx="2200" cy="4350"/>
            </a:xfrm>
            <a:custGeom>
              <a:avLst/>
              <a:gdLst/>
              <a:ahLst/>
              <a:cxnLst/>
              <a:rect l="l" t="t" r="r" b="b"/>
              <a:pathLst>
                <a:path w="88" h="174" extrusionOk="0">
                  <a:moveTo>
                    <a:pt x="87" y="0"/>
                  </a:moveTo>
                  <a:cubicBezTo>
                    <a:pt x="54" y="0"/>
                    <a:pt x="17" y="38"/>
                    <a:pt x="17" y="71"/>
                  </a:cubicBezTo>
                  <a:cubicBezTo>
                    <a:pt x="1" y="104"/>
                    <a:pt x="1" y="141"/>
                    <a:pt x="17" y="174"/>
                  </a:cubicBezTo>
                  <a:cubicBezTo>
                    <a:pt x="34" y="104"/>
                    <a:pt x="71" y="54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32"/>
            <p:cNvSpPr/>
            <p:nvPr/>
          </p:nvSpPr>
          <p:spPr>
            <a:xfrm>
              <a:off x="4827025" y="298065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54" y="21"/>
                    <a:pt x="1" y="70"/>
                    <a:pt x="17" y="157"/>
                  </a:cubicBezTo>
                  <a:cubicBezTo>
                    <a:pt x="17" y="190"/>
                    <a:pt x="38" y="206"/>
                    <a:pt x="54" y="227"/>
                  </a:cubicBezTo>
                  <a:cubicBezTo>
                    <a:pt x="87" y="260"/>
                    <a:pt x="120" y="260"/>
                    <a:pt x="141" y="260"/>
                  </a:cubicBezTo>
                  <a:cubicBezTo>
                    <a:pt x="207" y="243"/>
                    <a:pt x="244" y="173"/>
                    <a:pt x="244" y="103"/>
                  </a:cubicBezTo>
                  <a:cubicBezTo>
                    <a:pt x="223" y="54"/>
                    <a:pt x="207" y="2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32"/>
            <p:cNvSpPr/>
            <p:nvPr/>
          </p:nvSpPr>
          <p:spPr>
            <a:xfrm>
              <a:off x="4810325" y="2983600"/>
              <a:ext cx="6425" cy="6550"/>
            </a:xfrm>
            <a:custGeom>
              <a:avLst/>
              <a:gdLst/>
              <a:ahLst/>
              <a:cxnLst/>
              <a:rect l="l" t="t" r="r" b="b"/>
              <a:pathLst>
                <a:path w="257" h="262" extrusionOk="0">
                  <a:moveTo>
                    <a:pt x="140" y="0"/>
                  </a:moveTo>
                  <a:cubicBezTo>
                    <a:pt x="96" y="0"/>
                    <a:pt x="47" y="35"/>
                    <a:pt x="34" y="88"/>
                  </a:cubicBezTo>
                  <a:cubicBezTo>
                    <a:pt x="1" y="158"/>
                    <a:pt x="34" y="228"/>
                    <a:pt x="87" y="245"/>
                  </a:cubicBezTo>
                  <a:cubicBezTo>
                    <a:pt x="104" y="261"/>
                    <a:pt x="120" y="261"/>
                    <a:pt x="137" y="261"/>
                  </a:cubicBezTo>
                  <a:cubicBezTo>
                    <a:pt x="190" y="261"/>
                    <a:pt x="223" y="228"/>
                    <a:pt x="240" y="175"/>
                  </a:cubicBezTo>
                  <a:cubicBezTo>
                    <a:pt x="256" y="125"/>
                    <a:pt x="240" y="72"/>
                    <a:pt x="207" y="39"/>
                  </a:cubicBezTo>
                  <a:cubicBezTo>
                    <a:pt x="207" y="22"/>
                    <a:pt x="190" y="22"/>
                    <a:pt x="170" y="6"/>
                  </a:cubicBezTo>
                  <a:cubicBezTo>
                    <a:pt x="160" y="2"/>
                    <a:pt x="15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32"/>
            <p:cNvSpPr/>
            <p:nvPr/>
          </p:nvSpPr>
          <p:spPr>
            <a:xfrm>
              <a:off x="4823625" y="29493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33" y="17"/>
                    <a:pt x="0" y="87"/>
                    <a:pt x="17" y="157"/>
                  </a:cubicBezTo>
                  <a:cubicBezTo>
                    <a:pt x="17" y="190"/>
                    <a:pt x="33" y="223"/>
                    <a:pt x="71" y="244"/>
                  </a:cubicBezTo>
                  <a:cubicBezTo>
                    <a:pt x="82" y="256"/>
                    <a:pt x="94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74" y="260"/>
                    <a:pt x="190" y="244"/>
                    <a:pt x="207" y="207"/>
                  </a:cubicBezTo>
                  <a:cubicBezTo>
                    <a:pt x="223" y="190"/>
                    <a:pt x="240" y="157"/>
                    <a:pt x="223" y="120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74" y="17"/>
                    <a:pt x="174" y="17"/>
                    <a:pt x="153" y="17"/>
                  </a:cubicBezTo>
                  <a:lnTo>
                    <a:pt x="137" y="17"/>
                  </a:ln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32"/>
            <p:cNvSpPr/>
            <p:nvPr/>
          </p:nvSpPr>
          <p:spPr>
            <a:xfrm>
              <a:off x="4797450" y="29849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66" y="0"/>
                    <a:pt x="50" y="33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39"/>
                    <a:pt x="87" y="260"/>
                    <a:pt x="103" y="260"/>
                  </a:cubicBezTo>
                  <a:cubicBezTo>
                    <a:pt x="136" y="260"/>
                    <a:pt x="169" y="260"/>
                    <a:pt x="190" y="239"/>
                  </a:cubicBezTo>
                  <a:cubicBezTo>
                    <a:pt x="206" y="206"/>
                    <a:pt x="223" y="173"/>
                    <a:pt x="223" y="136"/>
                  </a:cubicBezTo>
                  <a:cubicBezTo>
                    <a:pt x="239" y="103"/>
                    <a:pt x="223" y="70"/>
                    <a:pt x="206" y="54"/>
                  </a:cubicBezTo>
                  <a:cubicBezTo>
                    <a:pt x="190" y="33"/>
                    <a:pt x="169" y="17"/>
                    <a:pt x="153" y="17"/>
                  </a:cubicBezTo>
                  <a:cubicBezTo>
                    <a:pt x="153" y="0"/>
                    <a:pt x="136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32"/>
            <p:cNvSpPr/>
            <p:nvPr/>
          </p:nvSpPr>
          <p:spPr>
            <a:xfrm>
              <a:off x="4781975" y="29899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5" y="0"/>
                    <a:pt x="109" y="2"/>
                    <a:pt x="104" y="7"/>
                  </a:cubicBezTo>
                  <a:lnTo>
                    <a:pt x="67" y="7"/>
                  </a:lnTo>
                  <a:cubicBezTo>
                    <a:pt x="34" y="24"/>
                    <a:pt x="1" y="94"/>
                    <a:pt x="17" y="143"/>
                  </a:cubicBezTo>
                  <a:cubicBezTo>
                    <a:pt x="17" y="181"/>
                    <a:pt x="34" y="214"/>
                    <a:pt x="50" y="230"/>
                  </a:cubicBezTo>
                  <a:cubicBezTo>
                    <a:pt x="67" y="246"/>
                    <a:pt x="104" y="267"/>
                    <a:pt x="137" y="267"/>
                  </a:cubicBezTo>
                  <a:cubicBezTo>
                    <a:pt x="190" y="246"/>
                    <a:pt x="240" y="181"/>
                    <a:pt x="223" y="110"/>
                  </a:cubicBezTo>
                  <a:lnTo>
                    <a:pt x="223" y="77"/>
                  </a:lnTo>
                  <a:cubicBezTo>
                    <a:pt x="207" y="40"/>
                    <a:pt x="190" y="24"/>
                    <a:pt x="153" y="7"/>
                  </a:cubicBezTo>
                  <a:cubicBezTo>
                    <a:pt x="142" y="7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32"/>
            <p:cNvSpPr/>
            <p:nvPr/>
          </p:nvSpPr>
          <p:spPr>
            <a:xfrm>
              <a:off x="4766525" y="29905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7"/>
                    <a:pt x="50" y="54"/>
                    <a:pt x="17" y="87"/>
                  </a:cubicBezTo>
                  <a:cubicBezTo>
                    <a:pt x="0" y="120"/>
                    <a:pt x="17" y="174"/>
                    <a:pt x="33" y="207"/>
                  </a:cubicBezTo>
                  <a:cubicBezTo>
                    <a:pt x="50" y="223"/>
                    <a:pt x="87" y="244"/>
                    <a:pt x="103" y="261"/>
                  </a:cubicBezTo>
                  <a:cubicBezTo>
                    <a:pt x="136" y="261"/>
                    <a:pt x="169" y="244"/>
                    <a:pt x="190" y="223"/>
                  </a:cubicBezTo>
                  <a:cubicBezTo>
                    <a:pt x="239" y="174"/>
                    <a:pt x="239" y="87"/>
                    <a:pt x="207" y="38"/>
                  </a:cubicBezTo>
                  <a:cubicBezTo>
                    <a:pt x="190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32"/>
            <p:cNvSpPr/>
            <p:nvPr/>
          </p:nvSpPr>
          <p:spPr>
            <a:xfrm>
              <a:off x="4775500" y="3007850"/>
              <a:ext cx="6100" cy="6450"/>
            </a:xfrm>
            <a:custGeom>
              <a:avLst/>
              <a:gdLst/>
              <a:ahLst/>
              <a:cxnLst/>
              <a:rect l="l" t="t" r="r" b="b"/>
              <a:pathLst>
                <a:path w="244" h="258" extrusionOk="0">
                  <a:moveTo>
                    <a:pt x="113" y="0"/>
                  </a:moveTo>
                  <a:cubicBezTo>
                    <a:pt x="71" y="0"/>
                    <a:pt x="32" y="31"/>
                    <a:pt x="17" y="83"/>
                  </a:cubicBezTo>
                  <a:cubicBezTo>
                    <a:pt x="0" y="149"/>
                    <a:pt x="17" y="219"/>
                    <a:pt x="70" y="252"/>
                  </a:cubicBezTo>
                  <a:cubicBezTo>
                    <a:pt x="83" y="256"/>
                    <a:pt x="96" y="258"/>
                    <a:pt x="109" y="258"/>
                  </a:cubicBezTo>
                  <a:cubicBezTo>
                    <a:pt x="163" y="258"/>
                    <a:pt x="209" y="223"/>
                    <a:pt x="223" y="170"/>
                  </a:cubicBezTo>
                  <a:cubicBezTo>
                    <a:pt x="243" y="99"/>
                    <a:pt x="206" y="29"/>
                    <a:pt x="157" y="13"/>
                  </a:cubicBezTo>
                  <a:cubicBezTo>
                    <a:pt x="142" y="4"/>
                    <a:pt x="127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32"/>
            <p:cNvSpPr/>
            <p:nvPr/>
          </p:nvSpPr>
          <p:spPr>
            <a:xfrm>
              <a:off x="4780225" y="30331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1"/>
                  </a:moveTo>
                  <a:cubicBezTo>
                    <a:pt x="104" y="1"/>
                    <a:pt x="71" y="17"/>
                    <a:pt x="54" y="34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4" y="250"/>
                    <a:pt x="83" y="263"/>
                    <a:pt x="114" y="263"/>
                  </a:cubicBezTo>
                  <a:cubicBezTo>
                    <a:pt x="140" y="263"/>
                    <a:pt x="166" y="255"/>
                    <a:pt x="190" y="240"/>
                  </a:cubicBezTo>
                  <a:cubicBezTo>
                    <a:pt x="240" y="190"/>
                    <a:pt x="240" y="104"/>
                    <a:pt x="207" y="50"/>
                  </a:cubicBezTo>
                  <a:cubicBezTo>
                    <a:pt x="190" y="34"/>
                    <a:pt x="190" y="17"/>
                    <a:pt x="174" y="17"/>
                  </a:cubicBezTo>
                  <a:cubicBezTo>
                    <a:pt x="157" y="17"/>
                    <a:pt x="13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32"/>
            <p:cNvSpPr/>
            <p:nvPr/>
          </p:nvSpPr>
          <p:spPr>
            <a:xfrm>
              <a:off x="4679725" y="28359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71" y="1"/>
                    <a:pt x="54" y="17"/>
                    <a:pt x="34" y="54"/>
                  </a:cubicBezTo>
                  <a:cubicBezTo>
                    <a:pt x="17" y="87"/>
                    <a:pt x="1" y="120"/>
                    <a:pt x="17" y="157"/>
                  </a:cubicBezTo>
                  <a:cubicBezTo>
                    <a:pt x="17" y="190"/>
                    <a:pt x="34" y="207"/>
                    <a:pt x="54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1" y="244"/>
                    <a:pt x="240" y="174"/>
                    <a:pt x="224" y="104"/>
                  </a:cubicBezTo>
                  <a:cubicBezTo>
                    <a:pt x="224" y="71"/>
                    <a:pt x="207" y="54"/>
                    <a:pt x="191" y="17"/>
                  </a:cubicBezTo>
                  <a:cubicBezTo>
                    <a:pt x="174" y="17"/>
                    <a:pt x="174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32"/>
            <p:cNvSpPr/>
            <p:nvPr/>
          </p:nvSpPr>
          <p:spPr>
            <a:xfrm>
              <a:off x="4668600" y="28239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87" y="0"/>
                    <a:pt x="87" y="17"/>
                    <a:pt x="67" y="17"/>
                  </a:cubicBezTo>
                  <a:cubicBezTo>
                    <a:pt x="34" y="33"/>
                    <a:pt x="1" y="83"/>
                    <a:pt x="1" y="153"/>
                  </a:cubicBezTo>
                  <a:cubicBezTo>
                    <a:pt x="17" y="186"/>
                    <a:pt x="34" y="223"/>
                    <a:pt x="50" y="239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90" y="256"/>
                    <a:pt x="240" y="186"/>
                    <a:pt x="223" y="120"/>
                  </a:cubicBezTo>
                  <a:lnTo>
                    <a:pt x="223" y="83"/>
                  </a:lnTo>
                  <a:cubicBezTo>
                    <a:pt x="207" y="50"/>
                    <a:pt x="190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32"/>
            <p:cNvSpPr/>
            <p:nvPr/>
          </p:nvSpPr>
          <p:spPr>
            <a:xfrm>
              <a:off x="4652225" y="2871000"/>
              <a:ext cx="5675" cy="6600"/>
            </a:xfrm>
            <a:custGeom>
              <a:avLst/>
              <a:gdLst/>
              <a:ahLst/>
              <a:cxnLst/>
              <a:rect l="l" t="t" r="r" b="b"/>
              <a:pathLst>
                <a:path w="227" h="264" extrusionOk="0">
                  <a:moveTo>
                    <a:pt x="123" y="0"/>
                  </a:moveTo>
                  <a:cubicBezTo>
                    <a:pt x="116" y="0"/>
                    <a:pt x="110" y="2"/>
                    <a:pt x="103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81"/>
                    <a:pt x="21" y="214"/>
                    <a:pt x="54" y="230"/>
                  </a:cubicBezTo>
                  <a:cubicBezTo>
                    <a:pt x="70" y="247"/>
                    <a:pt x="103" y="263"/>
                    <a:pt x="140" y="263"/>
                  </a:cubicBezTo>
                  <a:cubicBezTo>
                    <a:pt x="190" y="247"/>
                    <a:pt x="227" y="181"/>
                    <a:pt x="227" y="111"/>
                  </a:cubicBezTo>
                  <a:cubicBezTo>
                    <a:pt x="227" y="78"/>
                    <a:pt x="206" y="41"/>
                    <a:pt x="173" y="24"/>
                  </a:cubicBezTo>
                  <a:lnTo>
                    <a:pt x="157" y="8"/>
                  </a:lnTo>
                  <a:cubicBezTo>
                    <a:pt x="146" y="8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32"/>
            <p:cNvSpPr/>
            <p:nvPr/>
          </p:nvSpPr>
          <p:spPr>
            <a:xfrm>
              <a:off x="4674175" y="28535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7"/>
                    <a:pt x="0" y="71"/>
                    <a:pt x="0" y="157"/>
                  </a:cubicBezTo>
                  <a:cubicBezTo>
                    <a:pt x="17" y="190"/>
                    <a:pt x="17" y="207"/>
                    <a:pt x="50" y="240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73" y="17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32"/>
            <p:cNvSpPr/>
            <p:nvPr/>
          </p:nvSpPr>
          <p:spPr>
            <a:xfrm>
              <a:off x="4665100" y="27913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3" y="0"/>
                  </a:moveTo>
                  <a:cubicBezTo>
                    <a:pt x="54" y="17"/>
                    <a:pt x="0" y="87"/>
                    <a:pt x="21" y="153"/>
                  </a:cubicBezTo>
                  <a:cubicBezTo>
                    <a:pt x="21" y="190"/>
                    <a:pt x="38" y="223"/>
                    <a:pt x="71" y="239"/>
                  </a:cubicBezTo>
                  <a:cubicBezTo>
                    <a:pt x="87" y="256"/>
                    <a:pt x="124" y="256"/>
                    <a:pt x="141" y="256"/>
                  </a:cubicBezTo>
                  <a:cubicBezTo>
                    <a:pt x="174" y="256"/>
                    <a:pt x="207" y="239"/>
                    <a:pt x="227" y="206"/>
                  </a:cubicBezTo>
                  <a:cubicBezTo>
                    <a:pt x="244" y="190"/>
                    <a:pt x="244" y="153"/>
                    <a:pt x="244" y="120"/>
                  </a:cubicBezTo>
                  <a:cubicBezTo>
                    <a:pt x="227" y="87"/>
                    <a:pt x="227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7" y="0"/>
                    <a:pt x="141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12702;p32"/>
            <p:cNvSpPr/>
            <p:nvPr/>
          </p:nvSpPr>
          <p:spPr>
            <a:xfrm>
              <a:off x="4682725" y="279152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91" y="1"/>
                  </a:moveTo>
                  <a:cubicBezTo>
                    <a:pt x="69" y="1"/>
                    <a:pt x="49" y="13"/>
                    <a:pt x="38" y="24"/>
                  </a:cubicBezTo>
                  <a:cubicBezTo>
                    <a:pt x="17" y="61"/>
                    <a:pt x="0" y="78"/>
                    <a:pt x="0" y="111"/>
                  </a:cubicBezTo>
                  <a:cubicBezTo>
                    <a:pt x="0" y="144"/>
                    <a:pt x="0" y="181"/>
                    <a:pt x="17" y="214"/>
                  </a:cubicBezTo>
                  <a:cubicBezTo>
                    <a:pt x="38" y="245"/>
                    <a:pt x="69" y="263"/>
                    <a:pt x="102" y="263"/>
                  </a:cubicBezTo>
                  <a:cubicBezTo>
                    <a:pt x="126" y="263"/>
                    <a:pt x="151" y="253"/>
                    <a:pt x="174" y="230"/>
                  </a:cubicBezTo>
                  <a:cubicBezTo>
                    <a:pt x="223" y="181"/>
                    <a:pt x="223" y="111"/>
                    <a:pt x="190" y="41"/>
                  </a:cubicBezTo>
                  <a:cubicBezTo>
                    <a:pt x="174" y="24"/>
                    <a:pt x="174" y="24"/>
                    <a:pt x="157" y="8"/>
                  </a:cubicBezTo>
                  <a:lnTo>
                    <a:pt x="120" y="8"/>
                  </a:lnTo>
                  <a:cubicBezTo>
                    <a:pt x="110" y="3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12703;p32"/>
            <p:cNvSpPr/>
            <p:nvPr/>
          </p:nvSpPr>
          <p:spPr>
            <a:xfrm>
              <a:off x="4684900" y="28664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57" y="1"/>
                  </a:moveTo>
                  <a:cubicBezTo>
                    <a:pt x="120" y="1"/>
                    <a:pt x="87" y="1"/>
                    <a:pt x="54" y="17"/>
                  </a:cubicBezTo>
                  <a:cubicBezTo>
                    <a:pt x="33" y="34"/>
                    <a:pt x="17" y="54"/>
                    <a:pt x="0" y="87"/>
                  </a:cubicBezTo>
                  <a:lnTo>
                    <a:pt x="0" y="174"/>
                  </a:lnTo>
                  <a:cubicBezTo>
                    <a:pt x="17" y="207"/>
                    <a:pt x="33" y="240"/>
                    <a:pt x="70" y="261"/>
                  </a:cubicBezTo>
                  <a:cubicBezTo>
                    <a:pt x="78" y="263"/>
                    <a:pt x="86" y="265"/>
                    <a:pt x="95" y="265"/>
                  </a:cubicBezTo>
                  <a:cubicBezTo>
                    <a:pt x="141" y="265"/>
                    <a:pt x="192" y="229"/>
                    <a:pt x="206" y="174"/>
                  </a:cubicBezTo>
                  <a:cubicBezTo>
                    <a:pt x="239" y="104"/>
                    <a:pt x="206" y="34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32"/>
            <p:cNvSpPr/>
            <p:nvPr/>
          </p:nvSpPr>
          <p:spPr>
            <a:xfrm>
              <a:off x="4793125" y="30017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3" y="0"/>
                  </a:moveTo>
                  <a:cubicBezTo>
                    <a:pt x="70" y="17"/>
                    <a:pt x="54" y="33"/>
                    <a:pt x="33" y="50"/>
                  </a:cubicBezTo>
                  <a:cubicBezTo>
                    <a:pt x="17" y="83"/>
                    <a:pt x="0" y="120"/>
                    <a:pt x="17" y="153"/>
                  </a:cubicBezTo>
                  <a:cubicBezTo>
                    <a:pt x="17" y="186"/>
                    <a:pt x="33" y="223"/>
                    <a:pt x="54" y="239"/>
                  </a:cubicBezTo>
                  <a:cubicBezTo>
                    <a:pt x="77" y="251"/>
                    <a:pt x="92" y="263"/>
                    <a:pt x="111" y="263"/>
                  </a:cubicBezTo>
                  <a:cubicBezTo>
                    <a:pt x="118" y="263"/>
                    <a:pt x="126" y="261"/>
                    <a:pt x="136" y="256"/>
                  </a:cubicBezTo>
                  <a:cubicBezTo>
                    <a:pt x="206" y="256"/>
                    <a:pt x="239" y="186"/>
                    <a:pt x="223" y="120"/>
                  </a:cubicBezTo>
                  <a:cubicBezTo>
                    <a:pt x="223" y="83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32"/>
            <p:cNvSpPr/>
            <p:nvPr/>
          </p:nvSpPr>
          <p:spPr>
            <a:xfrm>
              <a:off x="4661700" y="2841850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41" y="1"/>
                  </a:moveTo>
                  <a:cubicBezTo>
                    <a:pt x="96" y="1"/>
                    <a:pt x="50" y="33"/>
                    <a:pt x="33" y="73"/>
                  </a:cubicBezTo>
                  <a:cubicBezTo>
                    <a:pt x="0" y="143"/>
                    <a:pt x="33" y="229"/>
                    <a:pt x="87" y="246"/>
                  </a:cubicBezTo>
                  <a:cubicBezTo>
                    <a:pt x="106" y="255"/>
                    <a:pt x="123" y="259"/>
                    <a:pt x="138" y="259"/>
                  </a:cubicBezTo>
                  <a:cubicBezTo>
                    <a:pt x="182" y="259"/>
                    <a:pt x="215" y="227"/>
                    <a:pt x="239" y="176"/>
                  </a:cubicBezTo>
                  <a:cubicBezTo>
                    <a:pt x="260" y="110"/>
                    <a:pt x="223" y="40"/>
                    <a:pt x="174" y="7"/>
                  </a:cubicBezTo>
                  <a:cubicBezTo>
                    <a:pt x="163" y="3"/>
                    <a:pt x="152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32"/>
            <p:cNvSpPr/>
            <p:nvPr/>
          </p:nvSpPr>
          <p:spPr>
            <a:xfrm>
              <a:off x="4677575" y="28827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7" y="21"/>
                    <a:pt x="0" y="87"/>
                    <a:pt x="0" y="157"/>
                  </a:cubicBezTo>
                  <a:cubicBezTo>
                    <a:pt x="17" y="190"/>
                    <a:pt x="37" y="227"/>
                    <a:pt x="54" y="244"/>
                  </a:cubicBezTo>
                  <a:cubicBezTo>
                    <a:pt x="87" y="260"/>
                    <a:pt x="103" y="260"/>
                    <a:pt x="140" y="260"/>
                  </a:cubicBezTo>
                  <a:cubicBezTo>
                    <a:pt x="157" y="260"/>
                    <a:pt x="190" y="244"/>
                    <a:pt x="206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6" y="54"/>
                    <a:pt x="173" y="37"/>
                  </a:cubicBezTo>
                  <a:cubicBezTo>
                    <a:pt x="173" y="21"/>
                    <a:pt x="173" y="21"/>
                    <a:pt x="157" y="21"/>
                  </a:cubicBezTo>
                  <a:cubicBezTo>
                    <a:pt x="157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32"/>
            <p:cNvSpPr/>
            <p:nvPr/>
          </p:nvSpPr>
          <p:spPr>
            <a:xfrm>
              <a:off x="4658300" y="28085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3" y="1"/>
                  </a:moveTo>
                  <a:cubicBezTo>
                    <a:pt x="33" y="17"/>
                    <a:pt x="0" y="83"/>
                    <a:pt x="0" y="153"/>
                  </a:cubicBezTo>
                  <a:cubicBezTo>
                    <a:pt x="17" y="186"/>
                    <a:pt x="33" y="223"/>
                    <a:pt x="50" y="240"/>
                  </a:cubicBezTo>
                  <a:cubicBezTo>
                    <a:pt x="61" y="252"/>
                    <a:pt x="83" y="263"/>
                    <a:pt x="107" y="263"/>
                  </a:cubicBezTo>
                  <a:cubicBezTo>
                    <a:pt x="117" y="263"/>
                    <a:pt x="127" y="261"/>
                    <a:pt x="136" y="256"/>
                  </a:cubicBezTo>
                  <a:cubicBezTo>
                    <a:pt x="190" y="256"/>
                    <a:pt x="239" y="186"/>
                    <a:pt x="223" y="120"/>
                  </a:cubicBezTo>
                  <a:cubicBezTo>
                    <a:pt x="223" y="83"/>
                    <a:pt x="206" y="50"/>
                    <a:pt x="190" y="34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32"/>
            <p:cNvSpPr/>
            <p:nvPr/>
          </p:nvSpPr>
          <p:spPr>
            <a:xfrm>
              <a:off x="4650975" y="29183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20" y="1"/>
                    <a:pt x="87" y="1"/>
                    <a:pt x="71" y="17"/>
                  </a:cubicBezTo>
                  <a:cubicBezTo>
                    <a:pt x="17" y="71"/>
                    <a:pt x="1" y="158"/>
                    <a:pt x="50" y="207"/>
                  </a:cubicBezTo>
                  <a:cubicBezTo>
                    <a:pt x="71" y="244"/>
                    <a:pt x="87" y="261"/>
                    <a:pt x="120" y="261"/>
                  </a:cubicBezTo>
                  <a:cubicBezTo>
                    <a:pt x="153" y="261"/>
                    <a:pt x="174" y="261"/>
                    <a:pt x="207" y="223"/>
                  </a:cubicBezTo>
                  <a:cubicBezTo>
                    <a:pt x="223" y="207"/>
                    <a:pt x="240" y="174"/>
                    <a:pt x="240" y="141"/>
                  </a:cubicBezTo>
                  <a:cubicBezTo>
                    <a:pt x="240" y="104"/>
                    <a:pt x="240" y="71"/>
                    <a:pt x="223" y="54"/>
                  </a:cubicBezTo>
                  <a:cubicBezTo>
                    <a:pt x="207" y="38"/>
                    <a:pt x="190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32"/>
            <p:cNvSpPr/>
            <p:nvPr/>
          </p:nvSpPr>
          <p:spPr>
            <a:xfrm>
              <a:off x="4649625" y="2890975"/>
              <a:ext cx="6125" cy="6325"/>
            </a:xfrm>
            <a:custGeom>
              <a:avLst/>
              <a:gdLst/>
              <a:ahLst/>
              <a:cxnLst/>
              <a:rect l="l" t="t" r="r" b="b"/>
              <a:pathLst>
                <a:path w="245" h="253" extrusionOk="0">
                  <a:moveTo>
                    <a:pt x="141" y="0"/>
                  </a:moveTo>
                  <a:cubicBezTo>
                    <a:pt x="104" y="0"/>
                    <a:pt x="71" y="0"/>
                    <a:pt x="55" y="17"/>
                  </a:cubicBezTo>
                  <a:cubicBezTo>
                    <a:pt x="38" y="50"/>
                    <a:pt x="22" y="66"/>
                    <a:pt x="22" y="103"/>
                  </a:cubicBezTo>
                  <a:cubicBezTo>
                    <a:pt x="1" y="136"/>
                    <a:pt x="22" y="169"/>
                    <a:pt x="38" y="206"/>
                  </a:cubicBezTo>
                  <a:cubicBezTo>
                    <a:pt x="57" y="235"/>
                    <a:pt x="89" y="253"/>
                    <a:pt x="122" y="253"/>
                  </a:cubicBezTo>
                  <a:cubicBezTo>
                    <a:pt x="146" y="253"/>
                    <a:pt x="170" y="244"/>
                    <a:pt x="191" y="223"/>
                  </a:cubicBezTo>
                  <a:cubicBezTo>
                    <a:pt x="244" y="186"/>
                    <a:pt x="244" y="103"/>
                    <a:pt x="207" y="50"/>
                  </a:cubicBezTo>
                  <a:cubicBezTo>
                    <a:pt x="191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32"/>
            <p:cNvSpPr/>
            <p:nvPr/>
          </p:nvSpPr>
          <p:spPr>
            <a:xfrm>
              <a:off x="4647050" y="293517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04" y="1"/>
                  </a:moveTo>
                  <a:cubicBezTo>
                    <a:pt x="71" y="1"/>
                    <a:pt x="55" y="17"/>
                    <a:pt x="38" y="50"/>
                  </a:cubicBezTo>
                  <a:cubicBezTo>
                    <a:pt x="22" y="87"/>
                    <a:pt x="1" y="120"/>
                    <a:pt x="1" y="153"/>
                  </a:cubicBezTo>
                  <a:cubicBezTo>
                    <a:pt x="22" y="191"/>
                    <a:pt x="38" y="207"/>
                    <a:pt x="55" y="240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91" y="240"/>
                    <a:pt x="244" y="191"/>
                    <a:pt x="228" y="104"/>
                  </a:cubicBezTo>
                  <a:cubicBezTo>
                    <a:pt x="228" y="67"/>
                    <a:pt x="207" y="50"/>
                    <a:pt x="191" y="17"/>
                  </a:cubicBezTo>
                  <a:cubicBezTo>
                    <a:pt x="174" y="17"/>
                    <a:pt x="174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32"/>
            <p:cNvSpPr/>
            <p:nvPr/>
          </p:nvSpPr>
          <p:spPr>
            <a:xfrm>
              <a:off x="4653150" y="2824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66" y="1"/>
                    <a:pt x="50" y="34"/>
                  </a:cubicBezTo>
                  <a:cubicBezTo>
                    <a:pt x="0" y="67"/>
                    <a:pt x="0" y="153"/>
                    <a:pt x="33" y="207"/>
                  </a:cubicBezTo>
                  <a:cubicBezTo>
                    <a:pt x="50" y="240"/>
                    <a:pt x="66" y="256"/>
                    <a:pt x="103" y="256"/>
                  </a:cubicBezTo>
                  <a:cubicBezTo>
                    <a:pt x="136" y="256"/>
                    <a:pt x="169" y="256"/>
                    <a:pt x="190" y="223"/>
                  </a:cubicBezTo>
                  <a:cubicBezTo>
                    <a:pt x="239" y="190"/>
                    <a:pt x="239" y="104"/>
                    <a:pt x="206" y="50"/>
                  </a:cubicBezTo>
                  <a:cubicBezTo>
                    <a:pt x="190" y="34"/>
                    <a:pt x="169" y="17"/>
                    <a:pt x="153" y="17"/>
                  </a:cubicBezTo>
                  <a:cubicBezTo>
                    <a:pt x="153" y="1"/>
                    <a:pt x="13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32"/>
            <p:cNvSpPr/>
            <p:nvPr/>
          </p:nvSpPr>
          <p:spPr>
            <a:xfrm>
              <a:off x="4650150" y="27941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7" y="0"/>
                  </a:moveTo>
                  <a:cubicBezTo>
                    <a:pt x="84" y="0"/>
                    <a:pt x="62" y="12"/>
                    <a:pt x="50" y="23"/>
                  </a:cubicBezTo>
                  <a:cubicBezTo>
                    <a:pt x="1" y="77"/>
                    <a:pt x="1" y="164"/>
                    <a:pt x="34" y="213"/>
                  </a:cubicBezTo>
                  <a:cubicBezTo>
                    <a:pt x="50" y="230"/>
                    <a:pt x="83" y="246"/>
                    <a:pt x="104" y="267"/>
                  </a:cubicBezTo>
                  <a:cubicBezTo>
                    <a:pt x="137" y="267"/>
                    <a:pt x="170" y="246"/>
                    <a:pt x="186" y="230"/>
                  </a:cubicBezTo>
                  <a:cubicBezTo>
                    <a:pt x="223" y="213"/>
                    <a:pt x="223" y="180"/>
                    <a:pt x="240" y="143"/>
                  </a:cubicBezTo>
                  <a:cubicBezTo>
                    <a:pt x="240" y="110"/>
                    <a:pt x="223" y="77"/>
                    <a:pt x="207" y="40"/>
                  </a:cubicBezTo>
                  <a:cubicBezTo>
                    <a:pt x="186" y="23"/>
                    <a:pt x="186" y="23"/>
                    <a:pt x="153" y="7"/>
                  </a:cubicBezTo>
                  <a:lnTo>
                    <a:pt x="137" y="7"/>
                  </a:lnTo>
                  <a:cubicBezTo>
                    <a:pt x="127" y="2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32"/>
            <p:cNvSpPr/>
            <p:nvPr/>
          </p:nvSpPr>
          <p:spPr>
            <a:xfrm>
              <a:off x="4646650" y="28410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1"/>
                    <a:pt x="0" y="71"/>
                    <a:pt x="17" y="141"/>
                  </a:cubicBezTo>
                  <a:cubicBezTo>
                    <a:pt x="17" y="174"/>
                    <a:pt x="38" y="207"/>
                    <a:pt x="54" y="223"/>
                  </a:cubicBezTo>
                  <a:cubicBezTo>
                    <a:pt x="87" y="260"/>
                    <a:pt x="103" y="260"/>
                    <a:pt x="141" y="260"/>
                  </a:cubicBezTo>
                  <a:cubicBezTo>
                    <a:pt x="207" y="244"/>
                    <a:pt x="244" y="174"/>
                    <a:pt x="223" y="104"/>
                  </a:cubicBezTo>
                  <a:cubicBezTo>
                    <a:pt x="223" y="71"/>
                    <a:pt x="207" y="38"/>
                    <a:pt x="190" y="17"/>
                  </a:cubicBezTo>
                  <a:cubicBezTo>
                    <a:pt x="174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32"/>
            <p:cNvSpPr/>
            <p:nvPr/>
          </p:nvSpPr>
          <p:spPr>
            <a:xfrm>
              <a:off x="4684075" y="281905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07" y="1"/>
                  </a:moveTo>
                  <a:cubicBezTo>
                    <a:pt x="83" y="1"/>
                    <a:pt x="61" y="12"/>
                    <a:pt x="50" y="24"/>
                  </a:cubicBezTo>
                  <a:cubicBezTo>
                    <a:pt x="0" y="74"/>
                    <a:pt x="0" y="160"/>
                    <a:pt x="33" y="214"/>
                  </a:cubicBezTo>
                  <a:cubicBezTo>
                    <a:pt x="50" y="247"/>
                    <a:pt x="66" y="263"/>
                    <a:pt x="103" y="263"/>
                  </a:cubicBezTo>
                  <a:cubicBezTo>
                    <a:pt x="136" y="263"/>
                    <a:pt x="169" y="247"/>
                    <a:pt x="190" y="230"/>
                  </a:cubicBezTo>
                  <a:cubicBezTo>
                    <a:pt x="206" y="214"/>
                    <a:pt x="223" y="177"/>
                    <a:pt x="223" y="144"/>
                  </a:cubicBezTo>
                  <a:cubicBezTo>
                    <a:pt x="223" y="111"/>
                    <a:pt x="223" y="74"/>
                    <a:pt x="206" y="41"/>
                  </a:cubicBezTo>
                  <a:cubicBezTo>
                    <a:pt x="190" y="24"/>
                    <a:pt x="169" y="24"/>
                    <a:pt x="153" y="8"/>
                  </a:cubicBezTo>
                  <a:lnTo>
                    <a:pt x="136" y="8"/>
                  </a:lnTo>
                  <a:cubicBezTo>
                    <a:pt x="126" y="3"/>
                    <a:pt x="116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32"/>
            <p:cNvSpPr/>
            <p:nvPr/>
          </p:nvSpPr>
          <p:spPr>
            <a:xfrm>
              <a:off x="4589550" y="285097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87" y="0"/>
                  </a:moveTo>
                  <a:cubicBezTo>
                    <a:pt x="70" y="17"/>
                    <a:pt x="33" y="33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23"/>
                    <a:pt x="54" y="240"/>
                  </a:cubicBezTo>
                  <a:cubicBezTo>
                    <a:pt x="66" y="254"/>
                    <a:pt x="86" y="267"/>
                    <a:pt x="102" y="267"/>
                  </a:cubicBezTo>
                  <a:cubicBezTo>
                    <a:pt x="109" y="267"/>
                    <a:pt x="115" y="265"/>
                    <a:pt x="120" y="260"/>
                  </a:cubicBezTo>
                  <a:cubicBezTo>
                    <a:pt x="190" y="260"/>
                    <a:pt x="223" y="190"/>
                    <a:pt x="223" y="120"/>
                  </a:cubicBezTo>
                  <a:cubicBezTo>
                    <a:pt x="206" y="87"/>
                    <a:pt x="206" y="54"/>
                    <a:pt x="173" y="33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36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32"/>
            <p:cNvSpPr/>
            <p:nvPr/>
          </p:nvSpPr>
          <p:spPr>
            <a:xfrm>
              <a:off x="4586550" y="2947650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04" y="1"/>
                  </a:moveTo>
                  <a:cubicBezTo>
                    <a:pt x="34" y="17"/>
                    <a:pt x="1" y="67"/>
                    <a:pt x="1" y="153"/>
                  </a:cubicBezTo>
                  <a:cubicBezTo>
                    <a:pt x="1" y="186"/>
                    <a:pt x="17" y="207"/>
                    <a:pt x="50" y="240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23" y="67"/>
                    <a:pt x="207" y="50"/>
                    <a:pt x="174" y="17"/>
                  </a:cubicBezTo>
                  <a:cubicBezTo>
                    <a:pt x="174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32"/>
            <p:cNvSpPr/>
            <p:nvPr/>
          </p:nvSpPr>
          <p:spPr>
            <a:xfrm>
              <a:off x="4591300" y="29273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0" y="157"/>
                    <a:pt x="17" y="227"/>
                    <a:pt x="87" y="260"/>
                  </a:cubicBezTo>
                  <a:cubicBezTo>
                    <a:pt x="95" y="263"/>
                    <a:pt x="104" y="264"/>
                    <a:pt x="114" y="264"/>
                  </a:cubicBezTo>
                  <a:cubicBezTo>
                    <a:pt x="159" y="264"/>
                    <a:pt x="209" y="232"/>
                    <a:pt x="223" y="174"/>
                  </a:cubicBezTo>
                  <a:cubicBezTo>
                    <a:pt x="240" y="108"/>
                    <a:pt x="223" y="38"/>
                    <a:pt x="153" y="5"/>
                  </a:cubicBez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32"/>
            <p:cNvSpPr/>
            <p:nvPr/>
          </p:nvSpPr>
          <p:spPr>
            <a:xfrm>
              <a:off x="4591300" y="29776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50" y="0"/>
                    <a:pt x="0" y="71"/>
                    <a:pt x="17" y="141"/>
                  </a:cubicBezTo>
                  <a:cubicBezTo>
                    <a:pt x="17" y="174"/>
                    <a:pt x="33" y="207"/>
                    <a:pt x="50" y="223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69" y="244"/>
                    <a:pt x="190" y="223"/>
                    <a:pt x="207" y="207"/>
                  </a:cubicBezTo>
                  <a:cubicBezTo>
                    <a:pt x="223" y="174"/>
                    <a:pt x="240" y="141"/>
                    <a:pt x="223" y="104"/>
                  </a:cubicBezTo>
                  <a:cubicBezTo>
                    <a:pt x="223" y="71"/>
                    <a:pt x="207" y="38"/>
                    <a:pt x="190" y="17"/>
                  </a:cubicBezTo>
                  <a:cubicBezTo>
                    <a:pt x="169" y="17"/>
                    <a:pt x="169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32"/>
            <p:cNvSpPr/>
            <p:nvPr/>
          </p:nvSpPr>
          <p:spPr>
            <a:xfrm>
              <a:off x="4765600" y="303692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21" y="190"/>
                    <a:pt x="37" y="206"/>
                    <a:pt x="54" y="243"/>
                  </a:cubicBezTo>
                  <a:cubicBezTo>
                    <a:pt x="70" y="260"/>
                    <a:pt x="103" y="260"/>
                    <a:pt x="140" y="260"/>
                  </a:cubicBezTo>
                  <a:cubicBezTo>
                    <a:pt x="190" y="243"/>
                    <a:pt x="244" y="173"/>
                    <a:pt x="227" y="103"/>
                  </a:cubicBezTo>
                  <a:cubicBezTo>
                    <a:pt x="227" y="70"/>
                    <a:pt x="206" y="54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32"/>
            <p:cNvSpPr/>
            <p:nvPr/>
          </p:nvSpPr>
          <p:spPr>
            <a:xfrm>
              <a:off x="4625200" y="30026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06"/>
                    <a:pt x="50" y="239"/>
                  </a:cubicBezTo>
                  <a:cubicBezTo>
                    <a:pt x="87" y="256"/>
                    <a:pt x="120" y="256"/>
                    <a:pt x="137" y="256"/>
                  </a:cubicBezTo>
                  <a:cubicBezTo>
                    <a:pt x="174" y="256"/>
                    <a:pt x="191" y="239"/>
                    <a:pt x="207" y="206"/>
                  </a:cubicBezTo>
                  <a:cubicBezTo>
                    <a:pt x="223" y="173"/>
                    <a:pt x="240" y="136"/>
                    <a:pt x="240" y="103"/>
                  </a:cubicBezTo>
                  <a:cubicBezTo>
                    <a:pt x="223" y="70"/>
                    <a:pt x="207" y="50"/>
                    <a:pt x="191" y="17"/>
                  </a:cubicBezTo>
                  <a:cubicBezTo>
                    <a:pt x="191" y="17"/>
                    <a:pt x="174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32"/>
            <p:cNvSpPr/>
            <p:nvPr/>
          </p:nvSpPr>
          <p:spPr>
            <a:xfrm>
              <a:off x="4752700" y="3023625"/>
              <a:ext cx="6125" cy="6675"/>
            </a:xfrm>
            <a:custGeom>
              <a:avLst/>
              <a:gdLst/>
              <a:ahLst/>
              <a:cxnLst/>
              <a:rect l="l" t="t" r="r" b="b"/>
              <a:pathLst>
                <a:path w="245" h="267" extrusionOk="0">
                  <a:moveTo>
                    <a:pt x="104" y="0"/>
                  </a:moveTo>
                  <a:cubicBezTo>
                    <a:pt x="54" y="17"/>
                    <a:pt x="1" y="87"/>
                    <a:pt x="22" y="157"/>
                  </a:cubicBezTo>
                  <a:cubicBezTo>
                    <a:pt x="22" y="190"/>
                    <a:pt x="38" y="223"/>
                    <a:pt x="54" y="239"/>
                  </a:cubicBezTo>
                  <a:cubicBezTo>
                    <a:pt x="78" y="254"/>
                    <a:pt x="93" y="267"/>
                    <a:pt x="113" y="267"/>
                  </a:cubicBezTo>
                  <a:cubicBezTo>
                    <a:pt x="122" y="267"/>
                    <a:pt x="130" y="265"/>
                    <a:pt x="141" y="260"/>
                  </a:cubicBezTo>
                  <a:cubicBezTo>
                    <a:pt x="207" y="260"/>
                    <a:pt x="244" y="190"/>
                    <a:pt x="228" y="120"/>
                  </a:cubicBezTo>
                  <a:cubicBezTo>
                    <a:pt x="228" y="87"/>
                    <a:pt x="207" y="54"/>
                    <a:pt x="191" y="33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41" y="0"/>
                    <a:pt x="125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12722;p32"/>
            <p:cNvSpPr/>
            <p:nvPr/>
          </p:nvSpPr>
          <p:spPr>
            <a:xfrm>
              <a:off x="4645000" y="2981975"/>
              <a:ext cx="5600" cy="6625"/>
            </a:xfrm>
            <a:custGeom>
              <a:avLst/>
              <a:gdLst/>
              <a:ahLst/>
              <a:cxnLst/>
              <a:rect l="l" t="t" r="r" b="b"/>
              <a:pathLst>
                <a:path w="224" h="265" extrusionOk="0">
                  <a:moveTo>
                    <a:pt x="83" y="1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0" y="190"/>
                    <a:pt x="33" y="223"/>
                    <a:pt x="50" y="240"/>
                  </a:cubicBezTo>
                  <a:cubicBezTo>
                    <a:pt x="61" y="251"/>
                    <a:pt x="83" y="265"/>
                    <a:pt x="101" y="265"/>
                  </a:cubicBezTo>
                  <a:cubicBezTo>
                    <a:pt x="108" y="265"/>
                    <a:pt x="115" y="262"/>
                    <a:pt x="120" y="256"/>
                  </a:cubicBezTo>
                  <a:cubicBezTo>
                    <a:pt x="153" y="256"/>
                    <a:pt x="186" y="240"/>
                    <a:pt x="207" y="207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7" y="50"/>
                    <a:pt x="169" y="34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7" y="17"/>
                    <a:pt x="13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32"/>
            <p:cNvSpPr/>
            <p:nvPr/>
          </p:nvSpPr>
          <p:spPr>
            <a:xfrm>
              <a:off x="4614075" y="2940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34" y="17"/>
                    <a:pt x="1" y="66"/>
                    <a:pt x="1" y="153"/>
                  </a:cubicBezTo>
                  <a:cubicBezTo>
                    <a:pt x="17" y="190"/>
                    <a:pt x="34" y="206"/>
                    <a:pt x="50" y="239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86" y="239"/>
                    <a:pt x="240" y="169"/>
                    <a:pt x="223" y="103"/>
                  </a:cubicBezTo>
                  <a:cubicBezTo>
                    <a:pt x="223" y="66"/>
                    <a:pt x="207" y="49"/>
                    <a:pt x="186" y="17"/>
                  </a:cubicBezTo>
                  <a:cubicBezTo>
                    <a:pt x="17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32"/>
            <p:cNvSpPr/>
            <p:nvPr/>
          </p:nvSpPr>
          <p:spPr>
            <a:xfrm>
              <a:off x="4595525" y="291240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1" y="1"/>
                  </a:moveTo>
                  <a:cubicBezTo>
                    <a:pt x="104" y="1"/>
                    <a:pt x="87" y="17"/>
                    <a:pt x="54" y="34"/>
                  </a:cubicBezTo>
                  <a:cubicBezTo>
                    <a:pt x="21" y="87"/>
                    <a:pt x="0" y="153"/>
                    <a:pt x="38" y="223"/>
                  </a:cubicBezTo>
                  <a:cubicBezTo>
                    <a:pt x="54" y="240"/>
                    <a:pt x="87" y="256"/>
                    <a:pt x="124" y="256"/>
                  </a:cubicBezTo>
                  <a:cubicBezTo>
                    <a:pt x="129" y="262"/>
                    <a:pt x="135" y="265"/>
                    <a:pt x="143" y="265"/>
                  </a:cubicBezTo>
                  <a:cubicBezTo>
                    <a:pt x="159" y="265"/>
                    <a:pt x="179" y="251"/>
                    <a:pt x="190" y="240"/>
                  </a:cubicBezTo>
                  <a:cubicBezTo>
                    <a:pt x="227" y="223"/>
                    <a:pt x="244" y="190"/>
                    <a:pt x="244" y="153"/>
                  </a:cubicBezTo>
                  <a:cubicBezTo>
                    <a:pt x="244" y="120"/>
                    <a:pt x="244" y="87"/>
                    <a:pt x="207" y="50"/>
                  </a:cubicBezTo>
                  <a:cubicBezTo>
                    <a:pt x="207" y="34"/>
                    <a:pt x="190" y="17"/>
                    <a:pt x="174" y="17"/>
                  </a:cubicBezTo>
                  <a:cubicBezTo>
                    <a:pt x="157" y="17"/>
                    <a:pt x="157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32"/>
            <p:cNvSpPr/>
            <p:nvPr/>
          </p:nvSpPr>
          <p:spPr>
            <a:xfrm>
              <a:off x="4599025" y="294212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19" y="1"/>
                  </a:moveTo>
                  <a:cubicBezTo>
                    <a:pt x="76" y="1"/>
                    <a:pt x="41" y="34"/>
                    <a:pt x="17" y="82"/>
                  </a:cubicBezTo>
                  <a:cubicBezTo>
                    <a:pt x="1" y="152"/>
                    <a:pt x="34" y="222"/>
                    <a:pt x="87" y="255"/>
                  </a:cubicBezTo>
                  <a:cubicBezTo>
                    <a:pt x="96" y="258"/>
                    <a:pt x="105" y="259"/>
                    <a:pt x="115" y="259"/>
                  </a:cubicBezTo>
                  <a:cubicBezTo>
                    <a:pt x="160" y="259"/>
                    <a:pt x="210" y="229"/>
                    <a:pt x="223" y="185"/>
                  </a:cubicBezTo>
                  <a:cubicBezTo>
                    <a:pt x="256" y="119"/>
                    <a:pt x="223" y="32"/>
                    <a:pt x="170" y="16"/>
                  </a:cubicBezTo>
                  <a:cubicBezTo>
                    <a:pt x="152" y="5"/>
                    <a:pt x="135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32"/>
            <p:cNvSpPr/>
            <p:nvPr/>
          </p:nvSpPr>
          <p:spPr>
            <a:xfrm>
              <a:off x="4591300" y="28835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0" y="157"/>
                    <a:pt x="33" y="227"/>
                    <a:pt x="87" y="260"/>
                  </a:cubicBezTo>
                  <a:lnTo>
                    <a:pt x="136" y="260"/>
                  </a:lnTo>
                  <a:cubicBezTo>
                    <a:pt x="169" y="260"/>
                    <a:pt x="207" y="227"/>
                    <a:pt x="223" y="173"/>
                  </a:cubicBezTo>
                  <a:cubicBezTo>
                    <a:pt x="240" y="124"/>
                    <a:pt x="223" y="70"/>
                    <a:pt x="207" y="37"/>
                  </a:cubicBezTo>
                  <a:cubicBezTo>
                    <a:pt x="190" y="37"/>
                    <a:pt x="169" y="21"/>
                    <a:pt x="153" y="4"/>
                  </a:cubicBez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32"/>
            <p:cNvSpPr/>
            <p:nvPr/>
          </p:nvSpPr>
          <p:spPr>
            <a:xfrm>
              <a:off x="4592950" y="2962200"/>
              <a:ext cx="5700" cy="6500"/>
            </a:xfrm>
            <a:custGeom>
              <a:avLst/>
              <a:gdLst/>
              <a:ahLst/>
              <a:cxnLst/>
              <a:rect l="l" t="t" r="r" b="b"/>
              <a:pathLst>
                <a:path w="228" h="260" extrusionOk="0">
                  <a:moveTo>
                    <a:pt x="103" y="0"/>
                  </a:moveTo>
                  <a:cubicBezTo>
                    <a:pt x="37" y="0"/>
                    <a:pt x="0" y="70"/>
                    <a:pt x="0" y="140"/>
                  </a:cubicBezTo>
                  <a:cubicBezTo>
                    <a:pt x="21" y="223"/>
                    <a:pt x="70" y="260"/>
                    <a:pt x="141" y="260"/>
                  </a:cubicBezTo>
                  <a:cubicBezTo>
                    <a:pt x="157" y="243"/>
                    <a:pt x="190" y="223"/>
                    <a:pt x="207" y="206"/>
                  </a:cubicBezTo>
                  <a:cubicBezTo>
                    <a:pt x="227" y="173"/>
                    <a:pt x="227" y="140"/>
                    <a:pt x="227" y="103"/>
                  </a:cubicBezTo>
                  <a:cubicBezTo>
                    <a:pt x="227" y="70"/>
                    <a:pt x="207" y="37"/>
                    <a:pt x="174" y="17"/>
                  </a:cubicBezTo>
                  <a:cubicBezTo>
                    <a:pt x="174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32"/>
            <p:cNvSpPr/>
            <p:nvPr/>
          </p:nvSpPr>
          <p:spPr>
            <a:xfrm>
              <a:off x="4602850" y="289612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87" y="0"/>
                  </a:moveTo>
                  <a:cubicBezTo>
                    <a:pt x="70" y="0"/>
                    <a:pt x="37" y="17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23"/>
                    <a:pt x="37" y="239"/>
                  </a:cubicBezTo>
                  <a:cubicBezTo>
                    <a:pt x="70" y="256"/>
                    <a:pt x="87" y="256"/>
                    <a:pt x="120" y="256"/>
                  </a:cubicBezTo>
                  <a:cubicBezTo>
                    <a:pt x="190" y="239"/>
                    <a:pt x="223" y="186"/>
                    <a:pt x="223" y="103"/>
                  </a:cubicBezTo>
                  <a:cubicBezTo>
                    <a:pt x="206" y="66"/>
                    <a:pt x="190" y="50"/>
                    <a:pt x="173" y="17"/>
                  </a:cubicBezTo>
                  <a:lnTo>
                    <a:pt x="157" y="17"/>
                  </a:lnTo>
                  <a:cubicBezTo>
                    <a:pt x="120" y="0"/>
                    <a:pt x="103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32"/>
            <p:cNvSpPr/>
            <p:nvPr/>
          </p:nvSpPr>
          <p:spPr>
            <a:xfrm>
              <a:off x="4588300" y="28974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11" y="0"/>
                  </a:moveTo>
                  <a:cubicBezTo>
                    <a:pt x="71" y="0"/>
                    <a:pt x="29" y="32"/>
                    <a:pt x="17" y="83"/>
                  </a:cubicBezTo>
                  <a:cubicBezTo>
                    <a:pt x="1" y="100"/>
                    <a:pt x="1" y="116"/>
                    <a:pt x="1" y="133"/>
                  </a:cubicBezTo>
                  <a:cubicBezTo>
                    <a:pt x="1" y="186"/>
                    <a:pt x="34" y="236"/>
                    <a:pt x="67" y="257"/>
                  </a:cubicBezTo>
                  <a:cubicBezTo>
                    <a:pt x="81" y="261"/>
                    <a:pt x="94" y="263"/>
                    <a:pt x="105" y="263"/>
                  </a:cubicBezTo>
                  <a:cubicBezTo>
                    <a:pt x="138" y="263"/>
                    <a:pt x="162" y="247"/>
                    <a:pt x="186" y="219"/>
                  </a:cubicBezTo>
                  <a:cubicBezTo>
                    <a:pt x="207" y="219"/>
                    <a:pt x="207" y="203"/>
                    <a:pt x="223" y="170"/>
                  </a:cubicBezTo>
                  <a:cubicBezTo>
                    <a:pt x="240" y="116"/>
                    <a:pt x="207" y="30"/>
                    <a:pt x="153" y="13"/>
                  </a:cubicBezTo>
                  <a:cubicBezTo>
                    <a:pt x="140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32"/>
            <p:cNvSpPr/>
            <p:nvPr/>
          </p:nvSpPr>
          <p:spPr>
            <a:xfrm>
              <a:off x="4592525" y="300715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6" y="1"/>
                  </a:moveTo>
                  <a:cubicBezTo>
                    <a:pt x="117" y="1"/>
                    <a:pt x="109" y="2"/>
                    <a:pt x="104" y="8"/>
                  </a:cubicBezTo>
                  <a:cubicBezTo>
                    <a:pt x="54" y="8"/>
                    <a:pt x="1" y="74"/>
                    <a:pt x="17" y="144"/>
                  </a:cubicBezTo>
                  <a:cubicBezTo>
                    <a:pt x="17" y="177"/>
                    <a:pt x="38" y="214"/>
                    <a:pt x="71" y="231"/>
                  </a:cubicBezTo>
                  <a:cubicBezTo>
                    <a:pt x="87" y="247"/>
                    <a:pt x="120" y="264"/>
                    <a:pt x="141" y="264"/>
                  </a:cubicBezTo>
                  <a:cubicBezTo>
                    <a:pt x="207" y="247"/>
                    <a:pt x="244" y="177"/>
                    <a:pt x="244" y="111"/>
                  </a:cubicBezTo>
                  <a:cubicBezTo>
                    <a:pt x="224" y="74"/>
                    <a:pt x="224" y="41"/>
                    <a:pt x="191" y="24"/>
                  </a:cubicBezTo>
                  <a:lnTo>
                    <a:pt x="174" y="8"/>
                  </a:lnTo>
                  <a:cubicBezTo>
                    <a:pt x="163" y="8"/>
                    <a:pt x="143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32"/>
            <p:cNvSpPr/>
            <p:nvPr/>
          </p:nvSpPr>
          <p:spPr>
            <a:xfrm>
              <a:off x="4587375" y="3022800"/>
              <a:ext cx="6525" cy="6575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41" y="0"/>
                  </a:moveTo>
                  <a:cubicBezTo>
                    <a:pt x="104" y="0"/>
                    <a:pt x="87" y="17"/>
                    <a:pt x="54" y="33"/>
                  </a:cubicBezTo>
                  <a:cubicBezTo>
                    <a:pt x="17" y="87"/>
                    <a:pt x="1" y="153"/>
                    <a:pt x="38" y="223"/>
                  </a:cubicBezTo>
                  <a:cubicBezTo>
                    <a:pt x="71" y="239"/>
                    <a:pt x="87" y="256"/>
                    <a:pt x="120" y="256"/>
                  </a:cubicBezTo>
                  <a:cubicBezTo>
                    <a:pt x="126" y="261"/>
                    <a:pt x="133" y="263"/>
                    <a:pt x="141" y="263"/>
                  </a:cubicBezTo>
                  <a:cubicBezTo>
                    <a:pt x="159" y="263"/>
                    <a:pt x="179" y="251"/>
                    <a:pt x="190" y="239"/>
                  </a:cubicBezTo>
                  <a:cubicBezTo>
                    <a:pt x="244" y="190"/>
                    <a:pt x="260" y="103"/>
                    <a:pt x="207" y="50"/>
                  </a:cubicBezTo>
                  <a:cubicBezTo>
                    <a:pt x="207" y="33"/>
                    <a:pt x="190" y="17"/>
                    <a:pt x="174" y="17"/>
                  </a:cubicBezTo>
                  <a:cubicBezTo>
                    <a:pt x="157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32"/>
            <p:cNvSpPr/>
            <p:nvPr/>
          </p:nvSpPr>
          <p:spPr>
            <a:xfrm>
              <a:off x="4732600" y="3014150"/>
              <a:ext cx="6025" cy="6675"/>
            </a:xfrm>
            <a:custGeom>
              <a:avLst/>
              <a:gdLst/>
              <a:ahLst/>
              <a:cxnLst/>
              <a:rect l="l" t="t" r="r" b="b"/>
              <a:pathLst>
                <a:path w="241" h="267" extrusionOk="0">
                  <a:moveTo>
                    <a:pt x="104" y="0"/>
                  </a:moveTo>
                  <a:cubicBezTo>
                    <a:pt x="34" y="21"/>
                    <a:pt x="1" y="87"/>
                    <a:pt x="17" y="157"/>
                  </a:cubicBezTo>
                  <a:cubicBezTo>
                    <a:pt x="17" y="190"/>
                    <a:pt x="34" y="227"/>
                    <a:pt x="50" y="243"/>
                  </a:cubicBezTo>
                  <a:cubicBezTo>
                    <a:pt x="74" y="255"/>
                    <a:pt x="91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86" y="260"/>
                    <a:pt x="240" y="190"/>
                    <a:pt x="224" y="124"/>
                  </a:cubicBezTo>
                  <a:cubicBezTo>
                    <a:pt x="224" y="87"/>
                    <a:pt x="207" y="54"/>
                    <a:pt x="186" y="37"/>
                  </a:cubicBezTo>
                  <a:cubicBezTo>
                    <a:pt x="170" y="21"/>
                    <a:pt x="170" y="21"/>
                    <a:pt x="153" y="21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32"/>
            <p:cNvSpPr/>
            <p:nvPr/>
          </p:nvSpPr>
          <p:spPr>
            <a:xfrm>
              <a:off x="4717975" y="30154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20" y="1"/>
                  </a:moveTo>
                  <a:cubicBezTo>
                    <a:pt x="104" y="1"/>
                    <a:pt x="87" y="17"/>
                    <a:pt x="50" y="17"/>
                  </a:cubicBezTo>
                  <a:cubicBezTo>
                    <a:pt x="17" y="34"/>
                    <a:pt x="0" y="87"/>
                    <a:pt x="0" y="153"/>
                  </a:cubicBezTo>
                  <a:cubicBezTo>
                    <a:pt x="17" y="190"/>
                    <a:pt x="33" y="223"/>
                    <a:pt x="50" y="240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53" y="256"/>
                    <a:pt x="190" y="240"/>
                    <a:pt x="207" y="207"/>
                  </a:cubicBezTo>
                  <a:cubicBezTo>
                    <a:pt x="223" y="174"/>
                    <a:pt x="223" y="137"/>
                    <a:pt x="223" y="104"/>
                  </a:cubicBezTo>
                  <a:cubicBezTo>
                    <a:pt x="223" y="71"/>
                    <a:pt x="207" y="50"/>
                    <a:pt x="174" y="17"/>
                  </a:cubicBezTo>
                  <a:cubicBezTo>
                    <a:pt x="174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32"/>
            <p:cNvSpPr/>
            <p:nvPr/>
          </p:nvSpPr>
          <p:spPr>
            <a:xfrm>
              <a:off x="4702925" y="3017650"/>
              <a:ext cx="5600" cy="6000"/>
            </a:xfrm>
            <a:custGeom>
              <a:avLst/>
              <a:gdLst/>
              <a:ahLst/>
              <a:cxnLst/>
              <a:rect l="l" t="t" r="r" b="b"/>
              <a:pathLst>
                <a:path w="224" h="240" extrusionOk="0">
                  <a:moveTo>
                    <a:pt x="54" y="0"/>
                  </a:moveTo>
                  <a:cubicBezTo>
                    <a:pt x="34" y="0"/>
                    <a:pt x="34" y="17"/>
                    <a:pt x="17" y="33"/>
                  </a:cubicBezTo>
                  <a:cubicBezTo>
                    <a:pt x="1" y="50"/>
                    <a:pt x="1" y="87"/>
                    <a:pt x="1" y="120"/>
                  </a:cubicBezTo>
                  <a:cubicBezTo>
                    <a:pt x="1" y="153"/>
                    <a:pt x="17" y="190"/>
                    <a:pt x="54" y="206"/>
                  </a:cubicBezTo>
                  <a:cubicBezTo>
                    <a:pt x="71" y="239"/>
                    <a:pt x="104" y="239"/>
                    <a:pt x="120" y="239"/>
                  </a:cubicBezTo>
                  <a:cubicBezTo>
                    <a:pt x="190" y="223"/>
                    <a:pt x="223" y="153"/>
                    <a:pt x="223" y="87"/>
                  </a:cubicBezTo>
                  <a:cubicBezTo>
                    <a:pt x="223" y="50"/>
                    <a:pt x="207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32"/>
            <p:cNvSpPr/>
            <p:nvPr/>
          </p:nvSpPr>
          <p:spPr>
            <a:xfrm>
              <a:off x="4608000" y="28806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37" y="17"/>
                    <a:pt x="0" y="67"/>
                    <a:pt x="0" y="153"/>
                  </a:cubicBezTo>
                  <a:cubicBezTo>
                    <a:pt x="17" y="186"/>
                    <a:pt x="37" y="207"/>
                    <a:pt x="54" y="240"/>
                  </a:cubicBezTo>
                  <a:cubicBezTo>
                    <a:pt x="70" y="256"/>
                    <a:pt x="103" y="256"/>
                    <a:pt x="141" y="256"/>
                  </a:cubicBezTo>
                  <a:cubicBezTo>
                    <a:pt x="190" y="240"/>
                    <a:pt x="244" y="170"/>
                    <a:pt x="223" y="104"/>
                  </a:cubicBezTo>
                  <a:cubicBezTo>
                    <a:pt x="223" y="67"/>
                    <a:pt x="190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32"/>
            <p:cNvSpPr/>
            <p:nvPr/>
          </p:nvSpPr>
          <p:spPr>
            <a:xfrm>
              <a:off x="4710250" y="30320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46" y="1"/>
                  </a:moveTo>
                  <a:cubicBezTo>
                    <a:pt x="98" y="1"/>
                    <a:pt x="47" y="33"/>
                    <a:pt x="33" y="75"/>
                  </a:cubicBezTo>
                  <a:cubicBezTo>
                    <a:pt x="0" y="145"/>
                    <a:pt x="33" y="231"/>
                    <a:pt x="87" y="248"/>
                  </a:cubicBezTo>
                  <a:cubicBezTo>
                    <a:pt x="103" y="264"/>
                    <a:pt x="120" y="264"/>
                    <a:pt x="136" y="264"/>
                  </a:cubicBezTo>
                  <a:cubicBezTo>
                    <a:pt x="190" y="248"/>
                    <a:pt x="223" y="231"/>
                    <a:pt x="239" y="178"/>
                  </a:cubicBezTo>
                  <a:cubicBezTo>
                    <a:pt x="239" y="128"/>
                    <a:pt x="239" y="75"/>
                    <a:pt x="206" y="42"/>
                  </a:cubicBezTo>
                  <a:cubicBezTo>
                    <a:pt x="206" y="25"/>
                    <a:pt x="190" y="25"/>
                    <a:pt x="173" y="5"/>
                  </a:cubicBezTo>
                  <a:cubicBezTo>
                    <a:pt x="165" y="2"/>
                    <a:pt x="155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32"/>
            <p:cNvSpPr/>
            <p:nvPr/>
          </p:nvSpPr>
          <p:spPr>
            <a:xfrm>
              <a:off x="4724875" y="30313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20" y="1"/>
                  </a:moveTo>
                  <a:cubicBezTo>
                    <a:pt x="83" y="1"/>
                    <a:pt x="67" y="17"/>
                    <a:pt x="34" y="34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" y="190"/>
                    <a:pt x="17" y="223"/>
                  </a:cubicBezTo>
                  <a:cubicBezTo>
                    <a:pt x="50" y="240"/>
                    <a:pt x="67" y="260"/>
                    <a:pt x="104" y="260"/>
                  </a:cubicBezTo>
                  <a:cubicBezTo>
                    <a:pt x="108" y="265"/>
                    <a:pt x="115" y="267"/>
                    <a:pt x="122" y="267"/>
                  </a:cubicBezTo>
                  <a:cubicBezTo>
                    <a:pt x="139" y="267"/>
                    <a:pt x="163" y="254"/>
                    <a:pt x="186" y="240"/>
                  </a:cubicBezTo>
                  <a:cubicBezTo>
                    <a:pt x="223" y="190"/>
                    <a:pt x="240" y="104"/>
                    <a:pt x="186" y="54"/>
                  </a:cubicBezTo>
                  <a:cubicBezTo>
                    <a:pt x="186" y="34"/>
                    <a:pt x="170" y="17"/>
                    <a:pt x="153" y="17"/>
                  </a:cubicBezTo>
                  <a:cubicBezTo>
                    <a:pt x="137" y="17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32"/>
            <p:cNvSpPr/>
            <p:nvPr/>
          </p:nvSpPr>
          <p:spPr>
            <a:xfrm>
              <a:off x="4580075" y="2793050"/>
              <a:ext cx="6100" cy="4425"/>
            </a:xfrm>
            <a:custGeom>
              <a:avLst/>
              <a:gdLst/>
              <a:ahLst/>
              <a:cxnLst/>
              <a:rect l="l" t="t" r="r" b="b"/>
              <a:pathLst>
                <a:path w="244" h="177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57" y="17"/>
                    <a:pt x="70" y="33"/>
                    <a:pt x="0" y="50"/>
                  </a:cubicBezTo>
                  <a:cubicBezTo>
                    <a:pt x="0" y="83"/>
                    <a:pt x="21" y="103"/>
                    <a:pt x="37" y="136"/>
                  </a:cubicBezTo>
                  <a:cubicBezTo>
                    <a:pt x="54" y="153"/>
                    <a:pt x="70" y="169"/>
                    <a:pt x="103" y="169"/>
                  </a:cubicBezTo>
                  <a:cubicBezTo>
                    <a:pt x="114" y="174"/>
                    <a:pt x="123" y="176"/>
                    <a:pt x="131" y="176"/>
                  </a:cubicBezTo>
                  <a:cubicBezTo>
                    <a:pt x="151" y="176"/>
                    <a:pt x="166" y="165"/>
                    <a:pt x="190" y="153"/>
                  </a:cubicBezTo>
                  <a:cubicBezTo>
                    <a:pt x="227" y="120"/>
                    <a:pt x="243" y="5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32"/>
            <p:cNvSpPr/>
            <p:nvPr/>
          </p:nvSpPr>
          <p:spPr>
            <a:xfrm>
              <a:off x="4939175" y="29742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17" y="223"/>
                    <a:pt x="50" y="240"/>
                  </a:cubicBezTo>
                  <a:cubicBezTo>
                    <a:pt x="61" y="251"/>
                    <a:pt x="83" y="265"/>
                    <a:pt x="106" y="265"/>
                  </a:cubicBezTo>
                  <a:cubicBezTo>
                    <a:pt x="116" y="265"/>
                    <a:pt x="126" y="262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32"/>
            <p:cNvSpPr/>
            <p:nvPr/>
          </p:nvSpPr>
          <p:spPr>
            <a:xfrm>
              <a:off x="4969675" y="3016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"/>
                    <a:pt x="1" y="71"/>
                    <a:pt x="17" y="141"/>
                  </a:cubicBezTo>
                  <a:cubicBezTo>
                    <a:pt x="17" y="190"/>
                    <a:pt x="34" y="223"/>
                    <a:pt x="67" y="244"/>
                  </a:cubicBezTo>
                  <a:cubicBezTo>
                    <a:pt x="83" y="260"/>
                    <a:pt x="120" y="260"/>
                    <a:pt x="137" y="260"/>
                  </a:cubicBezTo>
                  <a:cubicBezTo>
                    <a:pt x="170" y="244"/>
                    <a:pt x="186" y="223"/>
                    <a:pt x="223" y="207"/>
                  </a:cubicBezTo>
                  <a:cubicBezTo>
                    <a:pt x="240" y="174"/>
                    <a:pt x="240" y="141"/>
                    <a:pt x="240" y="104"/>
                  </a:cubicBezTo>
                  <a:cubicBezTo>
                    <a:pt x="223" y="71"/>
                    <a:pt x="207" y="38"/>
                    <a:pt x="186" y="17"/>
                  </a:cubicBezTo>
                  <a:lnTo>
                    <a:pt x="1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32"/>
            <p:cNvSpPr/>
            <p:nvPr/>
          </p:nvSpPr>
          <p:spPr>
            <a:xfrm>
              <a:off x="4787550" y="301930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4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40" y="190"/>
                    <a:pt x="223" y="124"/>
                  </a:cubicBezTo>
                  <a:cubicBezTo>
                    <a:pt x="223" y="87"/>
                    <a:pt x="207" y="54"/>
                    <a:pt x="190" y="37"/>
                  </a:cubicBezTo>
                  <a:cubicBezTo>
                    <a:pt x="174" y="21"/>
                    <a:pt x="174" y="21"/>
                    <a:pt x="153" y="21"/>
                  </a:cubicBezTo>
                  <a:cubicBezTo>
                    <a:pt x="136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32"/>
            <p:cNvSpPr/>
            <p:nvPr/>
          </p:nvSpPr>
          <p:spPr>
            <a:xfrm>
              <a:off x="4866100" y="2941150"/>
              <a:ext cx="5675" cy="6525"/>
            </a:xfrm>
            <a:custGeom>
              <a:avLst/>
              <a:gdLst/>
              <a:ahLst/>
              <a:cxnLst/>
              <a:rect l="l" t="t" r="r" b="b"/>
              <a:pathLst>
                <a:path w="227" h="261" extrusionOk="0">
                  <a:moveTo>
                    <a:pt x="103" y="1"/>
                  </a:moveTo>
                  <a:cubicBezTo>
                    <a:pt x="37" y="1"/>
                    <a:pt x="0" y="71"/>
                    <a:pt x="0" y="137"/>
                  </a:cubicBezTo>
                  <a:cubicBezTo>
                    <a:pt x="0" y="174"/>
                    <a:pt x="21" y="207"/>
                    <a:pt x="54" y="224"/>
                  </a:cubicBezTo>
                  <a:cubicBezTo>
                    <a:pt x="70" y="261"/>
                    <a:pt x="103" y="261"/>
                    <a:pt x="124" y="261"/>
                  </a:cubicBezTo>
                  <a:cubicBezTo>
                    <a:pt x="190" y="240"/>
                    <a:pt x="227" y="174"/>
                    <a:pt x="227" y="104"/>
                  </a:cubicBezTo>
                  <a:cubicBezTo>
                    <a:pt x="227" y="71"/>
                    <a:pt x="206" y="34"/>
                    <a:pt x="173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32"/>
            <p:cNvSpPr/>
            <p:nvPr/>
          </p:nvSpPr>
          <p:spPr>
            <a:xfrm>
              <a:off x="4787550" y="2974650"/>
              <a:ext cx="5175" cy="4525"/>
            </a:xfrm>
            <a:custGeom>
              <a:avLst/>
              <a:gdLst/>
              <a:ahLst/>
              <a:cxnLst/>
              <a:rect l="l" t="t" r="r" b="b"/>
              <a:pathLst>
                <a:path w="207" h="181" extrusionOk="0">
                  <a:moveTo>
                    <a:pt x="190" y="1"/>
                  </a:moveTo>
                  <a:cubicBezTo>
                    <a:pt x="120" y="55"/>
                    <a:pt x="71" y="88"/>
                    <a:pt x="0" y="137"/>
                  </a:cubicBezTo>
                  <a:lnTo>
                    <a:pt x="17" y="158"/>
                  </a:lnTo>
                  <a:cubicBezTo>
                    <a:pt x="29" y="169"/>
                    <a:pt x="51" y="181"/>
                    <a:pt x="74" y="181"/>
                  </a:cubicBezTo>
                  <a:cubicBezTo>
                    <a:pt x="84" y="181"/>
                    <a:pt x="94" y="179"/>
                    <a:pt x="104" y="174"/>
                  </a:cubicBezTo>
                  <a:cubicBezTo>
                    <a:pt x="153" y="174"/>
                    <a:pt x="207" y="104"/>
                    <a:pt x="190" y="34"/>
                  </a:cubicBezTo>
                  <a:lnTo>
                    <a:pt x="1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32"/>
            <p:cNvSpPr/>
            <p:nvPr/>
          </p:nvSpPr>
          <p:spPr>
            <a:xfrm>
              <a:off x="4896600" y="29828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4" y="1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8" y="223"/>
                    <a:pt x="71" y="244"/>
                  </a:cubicBezTo>
                  <a:cubicBezTo>
                    <a:pt x="87" y="260"/>
                    <a:pt x="120" y="260"/>
                    <a:pt x="141" y="260"/>
                  </a:cubicBezTo>
                  <a:cubicBezTo>
                    <a:pt x="174" y="260"/>
                    <a:pt x="190" y="244"/>
                    <a:pt x="207" y="207"/>
                  </a:cubicBezTo>
                  <a:cubicBezTo>
                    <a:pt x="223" y="174"/>
                    <a:pt x="244" y="141"/>
                    <a:pt x="244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32"/>
            <p:cNvSpPr/>
            <p:nvPr/>
          </p:nvSpPr>
          <p:spPr>
            <a:xfrm>
              <a:off x="4567700" y="28724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83" y="0"/>
                  </a:moveTo>
                  <a:cubicBezTo>
                    <a:pt x="66" y="21"/>
                    <a:pt x="33" y="37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27"/>
                    <a:pt x="33" y="243"/>
                  </a:cubicBezTo>
                  <a:cubicBezTo>
                    <a:pt x="57" y="255"/>
                    <a:pt x="82" y="267"/>
                    <a:pt x="101" y="267"/>
                  </a:cubicBezTo>
                  <a:cubicBezTo>
                    <a:pt x="108" y="267"/>
                    <a:pt x="115" y="265"/>
                    <a:pt x="120" y="260"/>
                  </a:cubicBezTo>
                  <a:cubicBezTo>
                    <a:pt x="186" y="260"/>
                    <a:pt x="223" y="190"/>
                    <a:pt x="223" y="124"/>
                  </a:cubicBezTo>
                  <a:cubicBezTo>
                    <a:pt x="206" y="87"/>
                    <a:pt x="186" y="54"/>
                    <a:pt x="169" y="37"/>
                  </a:cubicBezTo>
                  <a:cubicBezTo>
                    <a:pt x="169" y="21"/>
                    <a:pt x="153" y="21"/>
                    <a:pt x="153" y="21"/>
                  </a:cubicBezTo>
                  <a:cubicBezTo>
                    <a:pt x="136" y="0"/>
                    <a:pt x="103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32"/>
            <p:cNvSpPr/>
            <p:nvPr/>
          </p:nvSpPr>
          <p:spPr>
            <a:xfrm>
              <a:off x="4690050" y="30234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8" y="0"/>
                  </a:moveTo>
                  <a:cubicBezTo>
                    <a:pt x="85" y="0"/>
                    <a:pt x="65" y="12"/>
                    <a:pt x="54" y="24"/>
                  </a:cubicBezTo>
                  <a:cubicBezTo>
                    <a:pt x="33" y="40"/>
                    <a:pt x="17" y="77"/>
                    <a:pt x="17" y="110"/>
                  </a:cubicBezTo>
                  <a:cubicBezTo>
                    <a:pt x="0" y="143"/>
                    <a:pt x="17" y="180"/>
                    <a:pt x="33" y="213"/>
                  </a:cubicBezTo>
                  <a:cubicBezTo>
                    <a:pt x="54" y="244"/>
                    <a:pt x="85" y="263"/>
                    <a:pt x="118" y="263"/>
                  </a:cubicBezTo>
                  <a:cubicBezTo>
                    <a:pt x="142" y="263"/>
                    <a:pt x="167" y="253"/>
                    <a:pt x="190" y="230"/>
                  </a:cubicBezTo>
                  <a:cubicBezTo>
                    <a:pt x="239" y="180"/>
                    <a:pt x="239" y="110"/>
                    <a:pt x="206" y="40"/>
                  </a:cubicBezTo>
                  <a:cubicBezTo>
                    <a:pt x="190" y="24"/>
                    <a:pt x="173" y="7"/>
                    <a:pt x="157" y="7"/>
                  </a:cubicBezTo>
                  <a:lnTo>
                    <a:pt x="136" y="7"/>
                  </a:lnTo>
                  <a:cubicBezTo>
                    <a:pt x="127" y="2"/>
                    <a:pt x="117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12747;p32"/>
            <p:cNvSpPr/>
            <p:nvPr/>
          </p:nvSpPr>
          <p:spPr>
            <a:xfrm>
              <a:off x="4606750" y="28024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67" y="17"/>
                    <a:pt x="50" y="38"/>
                    <a:pt x="34" y="54"/>
                  </a:cubicBezTo>
                  <a:cubicBezTo>
                    <a:pt x="17" y="87"/>
                    <a:pt x="1" y="120"/>
                    <a:pt x="1" y="157"/>
                  </a:cubicBezTo>
                  <a:cubicBezTo>
                    <a:pt x="17" y="190"/>
                    <a:pt x="34" y="223"/>
                    <a:pt x="50" y="244"/>
                  </a:cubicBezTo>
                  <a:cubicBezTo>
                    <a:pt x="62" y="255"/>
                    <a:pt x="84" y="267"/>
                    <a:pt x="107" y="267"/>
                  </a:cubicBezTo>
                  <a:cubicBezTo>
                    <a:pt x="117" y="267"/>
                    <a:pt x="127" y="265"/>
                    <a:pt x="137" y="260"/>
                  </a:cubicBezTo>
                  <a:cubicBezTo>
                    <a:pt x="191" y="260"/>
                    <a:pt x="240" y="190"/>
                    <a:pt x="223" y="120"/>
                  </a:cubicBezTo>
                  <a:cubicBezTo>
                    <a:pt x="223" y="87"/>
                    <a:pt x="207" y="54"/>
                    <a:pt x="191" y="38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12748;p32"/>
            <p:cNvSpPr/>
            <p:nvPr/>
          </p:nvSpPr>
          <p:spPr>
            <a:xfrm>
              <a:off x="4954225" y="2975175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19" y="0"/>
                  </a:moveTo>
                  <a:cubicBezTo>
                    <a:pt x="76" y="0"/>
                    <a:pt x="41" y="32"/>
                    <a:pt x="17" y="83"/>
                  </a:cubicBezTo>
                  <a:cubicBezTo>
                    <a:pt x="0" y="153"/>
                    <a:pt x="33" y="219"/>
                    <a:pt x="83" y="256"/>
                  </a:cubicBezTo>
                  <a:cubicBezTo>
                    <a:pt x="92" y="259"/>
                    <a:pt x="101" y="260"/>
                    <a:pt x="111" y="260"/>
                  </a:cubicBezTo>
                  <a:cubicBezTo>
                    <a:pt x="159" y="260"/>
                    <a:pt x="209" y="228"/>
                    <a:pt x="223" y="170"/>
                  </a:cubicBezTo>
                  <a:cubicBezTo>
                    <a:pt x="256" y="116"/>
                    <a:pt x="223" y="34"/>
                    <a:pt x="169" y="13"/>
                  </a:cubicBezTo>
                  <a:cubicBezTo>
                    <a:pt x="152" y="4"/>
                    <a:pt x="135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32"/>
            <p:cNvSpPr/>
            <p:nvPr/>
          </p:nvSpPr>
          <p:spPr>
            <a:xfrm>
              <a:off x="4760025" y="300692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4" y="0"/>
                  </a:moveTo>
                  <a:cubicBezTo>
                    <a:pt x="54" y="17"/>
                    <a:pt x="1" y="83"/>
                    <a:pt x="17" y="153"/>
                  </a:cubicBezTo>
                  <a:cubicBezTo>
                    <a:pt x="17" y="186"/>
                    <a:pt x="38" y="223"/>
                    <a:pt x="54" y="240"/>
                  </a:cubicBezTo>
                  <a:cubicBezTo>
                    <a:pt x="78" y="251"/>
                    <a:pt x="93" y="263"/>
                    <a:pt x="113" y="263"/>
                  </a:cubicBezTo>
                  <a:cubicBezTo>
                    <a:pt x="121" y="263"/>
                    <a:pt x="130" y="261"/>
                    <a:pt x="141" y="256"/>
                  </a:cubicBezTo>
                  <a:cubicBezTo>
                    <a:pt x="207" y="256"/>
                    <a:pt x="244" y="186"/>
                    <a:pt x="223" y="120"/>
                  </a:cubicBezTo>
                  <a:cubicBezTo>
                    <a:pt x="223" y="83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32"/>
            <p:cNvSpPr/>
            <p:nvPr/>
          </p:nvSpPr>
          <p:spPr>
            <a:xfrm>
              <a:off x="4623875" y="278427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39" y="1"/>
                  </a:moveTo>
                  <a:cubicBezTo>
                    <a:pt x="87" y="1"/>
                    <a:pt x="48" y="33"/>
                    <a:pt x="21" y="92"/>
                  </a:cubicBezTo>
                  <a:cubicBezTo>
                    <a:pt x="0" y="162"/>
                    <a:pt x="37" y="228"/>
                    <a:pt x="87" y="248"/>
                  </a:cubicBezTo>
                  <a:cubicBezTo>
                    <a:pt x="103" y="265"/>
                    <a:pt x="124" y="265"/>
                    <a:pt x="140" y="265"/>
                  </a:cubicBezTo>
                  <a:cubicBezTo>
                    <a:pt x="173" y="265"/>
                    <a:pt x="206" y="228"/>
                    <a:pt x="227" y="178"/>
                  </a:cubicBezTo>
                  <a:cubicBezTo>
                    <a:pt x="244" y="125"/>
                    <a:pt x="244" y="75"/>
                    <a:pt x="206" y="42"/>
                  </a:cubicBezTo>
                  <a:cubicBezTo>
                    <a:pt x="190" y="22"/>
                    <a:pt x="190" y="22"/>
                    <a:pt x="173" y="5"/>
                  </a:cubicBezTo>
                  <a:cubicBezTo>
                    <a:pt x="161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32"/>
            <p:cNvSpPr/>
            <p:nvPr/>
          </p:nvSpPr>
          <p:spPr>
            <a:xfrm>
              <a:off x="4631600" y="28429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2" y="0"/>
                  </a:moveTo>
                  <a:cubicBezTo>
                    <a:pt x="78" y="0"/>
                    <a:pt x="45" y="32"/>
                    <a:pt x="21" y="83"/>
                  </a:cubicBezTo>
                  <a:cubicBezTo>
                    <a:pt x="0" y="149"/>
                    <a:pt x="38" y="219"/>
                    <a:pt x="87" y="252"/>
                  </a:cubicBezTo>
                  <a:cubicBezTo>
                    <a:pt x="97" y="256"/>
                    <a:pt x="108" y="258"/>
                    <a:pt x="118" y="258"/>
                  </a:cubicBezTo>
                  <a:cubicBezTo>
                    <a:pt x="164" y="258"/>
                    <a:pt x="210" y="224"/>
                    <a:pt x="227" y="170"/>
                  </a:cubicBezTo>
                  <a:cubicBezTo>
                    <a:pt x="260" y="100"/>
                    <a:pt x="227" y="30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32"/>
            <p:cNvSpPr/>
            <p:nvPr/>
          </p:nvSpPr>
          <p:spPr>
            <a:xfrm>
              <a:off x="4628200" y="28131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36" y="0"/>
                  </a:moveTo>
                  <a:cubicBezTo>
                    <a:pt x="120" y="0"/>
                    <a:pt x="87" y="21"/>
                    <a:pt x="71" y="37"/>
                  </a:cubicBezTo>
                  <a:cubicBezTo>
                    <a:pt x="17" y="87"/>
                    <a:pt x="0" y="157"/>
                    <a:pt x="54" y="227"/>
                  </a:cubicBezTo>
                  <a:cubicBezTo>
                    <a:pt x="71" y="244"/>
                    <a:pt x="87" y="260"/>
                    <a:pt x="120" y="260"/>
                  </a:cubicBezTo>
                  <a:cubicBezTo>
                    <a:pt x="131" y="265"/>
                    <a:pt x="140" y="267"/>
                    <a:pt x="148" y="267"/>
                  </a:cubicBezTo>
                  <a:cubicBezTo>
                    <a:pt x="168" y="267"/>
                    <a:pt x="183" y="255"/>
                    <a:pt x="207" y="244"/>
                  </a:cubicBezTo>
                  <a:cubicBezTo>
                    <a:pt x="223" y="207"/>
                    <a:pt x="240" y="190"/>
                    <a:pt x="240" y="157"/>
                  </a:cubicBezTo>
                  <a:cubicBezTo>
                    <a:pt x="240" y="124"/>
                    <a:pt x="240" y="87"/>
                    <a:pt x="223" y="54"/>
                  </a:cubicBezTo>
                  <a:cubicBezTo>
                    <a:pt x="207" y="37"/>
                    <a:pt x="190" y="21"/>
                    <a:pt x="174" y="21"/>
                  </a:cubicBezTo>
                  <a:cubicBezTo>
                    <a:pt x="157" y="21"/>
                    <a:pt x="15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32"/>
            <p:cNvSpPr/>
            <p:nvPr/>
          </p:nvSpPr>
          <p:spPr>
            <a:xfrm>
              <a:off x="4638925" y="2827275"/>
              <a:ext cx="6500" cy="6475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44" y="0"/>
                  </a:moveTo>
                  <a:cubicBezTo>
                    <a:pt x="98" y="0"/>
                    <a:pt x="51" y="30"/>
                    <a:pt x="37" y="74"/>
                  </a:cubicBezTo>
                  <a:cubicBezTo>
                    <a:pt x="0" y="140"/>
                    <a:pt x="37" y="227"/>
                    <a:pt x="87" y="243"/>
                  </a:cubicBezTo>
                  <a:cubicBezTo>
                    <a:pt x="106" y="254"/>
                    <a:pt x="123" y="258"/>
                    <a:pt x="140" y="258"/>
                  </a:cubicBezTo>
                  <a:cubicBezTo>
                    <a:pt x="183" y="258"/>
                    <a:pt x="216" y="225"/>
                    <a:pt x="243" y="177"/>
                  </a:cubicBezTo>
                  <a:cubicBezTo>
                    <a:pt x="260" y="107"/>
                    <a:pt x="223" y="37"/>
                    <a:pt x="173" y="4"/>
                  </a:cubicBezTo>
                  <a:cubicBezTo>
                    <a:pt x="164" y="1"/>
                    <a:pt x="154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32"/>
            <p:cNvSpPr/>
            <p:nvPr/>
          </p:nvSpPr>
          <p:spPr>
            <a:xfrm>
              <a:off x="4635525" y="27968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1"/>
                  </a:moveTo>
                  <a:cubicBezTo>
                    <a:pt x="70" y="1"/>
                    <a:pt x="33" y="17"/>
                    <a:pt x="17" y="55"/>
                  </a:cubicBezTo>
                  <a:cubicBezTo>
                    <a:pt x="0" y="88"/>
                    <a:pt x="0" y="121"/>
                    <a:pt x="0" y="158"/>
                  </a:cubicBezTo>
                  <a:cubicBezTo>
                    <a:pt x="0" y="191"/>
                    <a:pt x="17" y="207"/>
                    <a:pt x="50" y="240"/>
                  </a:cubicBezTo>
                  <a:cubicBezTo>
                    <a:pt x="70" y="261"/>
                    <a:pt x="103" y="261"/>
                    <a:pt x="120" y="261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23" y="71"/>
                    <a:pt x="206" y="55"/>
                    <a:pt x="173" y="17"/>
                  </a:cubicBezTo>
                  <a:cubicBezTo>
                    <a:pt x="173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12755;p32"/>
            <p:cNvSpPr/>
            <p:nvPr/>
          </p:nvSpPr>
          <p:spPr>
            <a:xfrm>
              <a:off x="4638925" y="2873750"/>
              <a:ext cx="6500" cy="6625"/>
            </a:xfrm>
            <a:custGeom>
              <a:avLst/>
              <a:gdLst/>
              <a:ahLst/>
              <a:cxnLst/>
              <a:rect l="l" t="t" r="r" b="b"/>
              <a:pathLst>
                <a:path w="260" h="265" extrusionOk="0">
                  <a:moveTo>
                    <a:pt x="140" y="1"/>
                  </a:moveTo>
                  <a:cubicBezTo>
                    <a:pt x="103" y="1"/>
                    <a:pt x="87" y="17"/>
                    <a:pt x="54" y="34"/>
                  </a:cubicBezTo>
                  <a:cubicBezTo>
                    <a:pt x="0" y="87"/>
                    <a:pt x="0" y="153"/>
                    <a:pt x="37" y="223"/>
                  </a:cubicBezTo>
                  <a:cubicBezTo>
                    <a:pt x="54" y="240"/>
                    <a:pt x="87" y="256"/>
                    <a:pt x="120" y="256"/>
                  </a:cubicBezTo>
                  <a:cubicBezTo>
                    <a:pt x="126" y="262"/>
                    <a:pt x="133" y="265"/>
                    <a:pt x="141" y="265"/>
                  </a:cubicBezTo>
                  <a:cubicBezTo>
                    <a:pt x="159" y="265"/>
                    <a:pt x="178" y="251"/>
                    <a:pt x="190" y="240"/>
                  </a:cubicBezTo>
                  <a:cubicBezTo>
                    <a:pt x="243" y="190"/>
                    <a:pt x="260" y="104"/>
                    <a:pt x="206" y="50"/>
                  </a:cubicBezTo>
                  <a:cubicBezTo>
                    <a:pt x="206" y="34"/>
                    <a:pt x="190" y="17"/>
                    <a:pt x="173" y="17"/>
                  </a:cubicBezTo>
                  <a:cubicBezTo>
                    <a:pt x="157" y="17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12756;p32"/>
            <p:cNvSpPr/>
            <p:nvPr/>
          </p:nvSpPr>
          <p:spPr>
            <a:xfrm>
              <a:off x="4640675" y="290590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1"/>
                  </a:moveTo>
                  <a:cubicBezTo>
                    <a:pt x="70" y="1"/>
                    <a:pt x="33" y="38"/>
                    <a:pt x="17" y="55"/>
                  </a:cubicBezTo>
                  <a:cubicBezTo>
                    <a:pt x="0" y="88"/>
                    <a:pt x="0" y="125"/>
                    <a:pt x="0" y="158"/>
                  </a:cubicBezTo>
                  <a:cubicBezTo>
                    <a:pt x="0" y="191"/>
                    <a:pt x="17" y="228"/>
                    <a:pt x="50" y="244"/>
                  </a:cubicBezTo>
                  <a:cubicBezTo>
                    <a:pt x="70" y="261"/>
                    <a:pt x="103" y="261"/>
                    <a:pt x="120" y="261"/>
                  </a:cubicBezTo>
                  <a:cubicBezTo>
                    <a:pt x="190" y="244"/>
                    <a:pt x="223" y="191"/>
                    <a:pt x="223" y="104"/>
                  </a:cubicBezTo>
                  <a:cubicBezTo>
                    <a:pt x="223" y="71"/>
                    <a:pt x="206" y="55"/>
                    <a:pt x="173" y="22"/>
                  </a:cubicBezTo>
                  <a:lnTo>
                    <a:pt x="153" y="22"/>
                  </a:ln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32"/>
            <p:cNvSpPr/>
            <p:nvPr/>
          </p:nvSpPr>
          <p:spPr>
            <a:xfrm>
              <a:off x="4641075" y="2810375"/>
              <a:ext cx="5600" cy="6725"/>
            </a:xfrm>
            <a:custGeom>
              <a:avLst/>
              <a:gdLst/>
              <a:ahLst/>
              <a:cxnLst/>
              <a:rect l="l" t="t" r="r" b="b"/>
              <a:pathLst>
                <a:path w="224" h="269" extrusionOk="0">
                  <a:moveTo>
                    <a:pt x="121" y="1"/>
                  </a:moveTo>
                  <a:cubicBezTo>
                    <a:pt x="115" y="1"/>
                    <a:pt x="109" y="3"/>
                    <a:pt x="104" y="8"/>
                  </a:cubicBezTo>
                  <a:cubicBezTo>
                    <a:pt x="87" y="8"/>
                    <a:pt x="54" y="29"/>
                    <a:pt x="34" y="45"/>
                  </a:cubicBezTo>
                  <a:cubicBezTo>
                    <a:pt x="17" y="62"/>
                    <a:pt x="1" y="111"/>
                    <a:pt x="17" y="148"/>
                  </a:cubicBezTo>
                  <a:cubicBezTo>
                    <a:pt x="17" y="181"/>
                    <a:pt x="34" y="214"/>
                    <a:pt x="54" y="235"/>
                  </a:cubicBezTo>
                  <a:cubicBezTo>
                    <a:pt x="71" y="252"/>
                    <a:pt x="104" y="268"/>
                    <a:pt x="137" y="268"/>
                  </a:cubicBezTo>
                  <a:cubicBezTo>
                    <a:pt x="190" y="252"/>
                    <a:pt x="223" y="198"/>
                    <a:pt x="223" y="132"/>
                  </a:cubicBezTo>
                  <a:lnTo>
                    <a:pt x="223" y="111"/>
                  </a:lnTo>
                  <a:cubicBezTo>
                    <a:pt x="223" y="62"/>
                    <a:pt x="190" y="29"/>
                    <a:pt x="157" y="8"/>
                  </a:cubicBezTo>
                  <a:cubicBezTo>
                    <a:pt x="144" y="8"/>
                    <a:pt x="132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32"/>
            <p:cNvSpPr/>
            <p:nvPr/>
          </p:nvSpPr>
          <p:spPr>
            <a:xfrm>
              <a:off x="4620875" y="2954125"/>
              <a:ext cx="6525" cy="6750"/>
            </a:xfrm>
            <a:custGeom>
              <a:avLst/>
              <a:gdLst/>
              <a:ahLst/>
              <a:cxnLst/>
              <a:rect l="l" t="t" r="r" b="b"/>
              <a:pathLst>
                <a:path w="261" h="270" extrusionOk="0">
                  <a:moveTo>
                    <a:pt x="122" y="1"/>
                  </a:moveTo>
                  <a:cubicBezTo>
                    <a:pt x="78" y="1"/>
                    <a:pt x="44" y="32"/>
                    <a:pt x="17" y="84"/>
                  </a:cubicBezTo>
                  <a:cubicBezTo>
                    <a:pt x="1" y="154"/>
                    <a:pt x="38" y="236"/>
                    <a:pt x="87" y="257"/>
                  </a:cubicBezTo>
                  <a:cubicBezTo>
                    <a:pt x="102" y="266"/>
                    <a:pt x="117" y="270"/>
                    <a:pt x="131" y="270"/>
                  </a:cubicBezTo>
                  <a:cubicBezTo>
                    <a:pt x="172" y="270"/>
                    <a:pt x="211" y="238"/>
                    <a:pt x="223" y="187"/>
                  </a:cubicBezTo>
                  <a:cubicBezTo>
                    <a:pt x="260" y="117"/>
                    <a:pt x="223" y="30"/>
                    <a:pt x="174" y="14"/>
                  </a:cubicBezTo>
                  <a:cubicBezTo>
                    <a:pt x="155" y="5"/>
                    <a:pt x="138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32"/>
            <p:cNvSpPr/>
            <p:nvPr/>
          </p:nvSpPr>
          <p:spPr>
            <a:xfrm>
              <a:off x="4618300" y="301765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41" y="0"/>
                  </a:moveTo>
                  <a:cubicBezTo>
                    <a:pt x="104" y="0"/>
                    <a:pt x="87" y="0"/>
                    <a:pt x="54" y="33"/>
                  </a:cubicBezTo>
                  <a:cubicBezTo>
                    <a:pt x="17" y="66"/>
                    <a:pt x="1" y="153"/>
                    <a:pt x="38" y="206"/>
                  </a:cubicBezTo>
                  <a:cubicBezTo>
                    <a:pt x="54" y="239"/>
                    <a:pt x="87" y="256"/>
                    <a:pt x="120" y="256"/>
                  </a:cubicBezTo>
                  <a:cubicBezTo>
                    <a:pt x="141" y="256"/>
                    <a:pt x="174" y="256"/>
                    <a:pt x="190" y="223"/>
                  </a:cubicBezTo>
                  <a:cubicBezTo>
                    <a:pt x="223" y="206"/>
                    <a:pt x="244" y="169"/>
                    <a:pt x="244" y="136"/>
                  </a:cubicBezTo>
                  <a:cubicBezTo>
                    <a:pt x="244" y="103"/>
                    <a:pt x="244" y="66"/>
                    <a:pt x="207" y="50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32"/>
            <p:cNvSpPr/>
            <p:nvPr/>
          </p:nvSpPr>
          <p:spPr>
            <a:xfrm>
              <a:off x="4639325" y="28578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38" y="1"/>
                    <a:pt x="1" y="67"/>
                    <a:pt x="21" y="137"/>
                  </a:cubicBezTo>
                  <a:cubicBezTo>
                    <a:pt x="21" y="170"/>
                    <a:pt x="38" y="207"/>
                    <a:pt x="54" y="223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190" y="240"/>
                    <a:pt x="244" y="170"/>
                    <a:pt x="227" y="104"/>
                  </a:cubicBezTo>
                  <a:cubicBezTo>
                    <a:pt x="227" y="67"/>
                    <a:pt x="207" y="34"/>
                    <a:pt x="190" y="17"/>
                  </a:cubicBezTo>
                  <a:cubicBezTo>
                    <a:pt x="174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32"/>
            <p:cNvSpPr/>
            <p:nvPr/>
          </p:nvSpPr>
          <p:spPr>
            <a:xfrm>
              <a:off x="4614500" y="303435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03" y="0"/>
                  </a:moveTo>
                  <a:cubicBezTo>
                    <a:pt x="66" y="17"/>
                    <a:pt x="33" y="3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23"/>
                    <a:pt x="50" y="24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60"/>
                    <a:pt x="223" y="190"/>
                    <a:pt x="223" y="120"/>
                  </a:cubicBezTo>
                  <a:cubicBezTo>
                    <a:pt x="223" y="87"/>
                    <a:pt x="206" y="54"/>
                    <a:pt x="169" y="37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32"/>
            <p:cNvSpPr/>
            <p:nvPr/>
          </p:nvSpPr>
          <p:spPr>
            <a:xfrm>
              <a:off x="4617475" y="28935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7" y="0"/>
                  </a:moveTo>
                  <a:cubicBezTo>
                    <a:pt x="104" y="0"/>
                    <a:pt x="71" y="0"/>
                    <a:pt x="50" y="17"/>
                  </a:cubicBezTo>
                  <a:cubicBezTo>
                    <a:pt x="1" y="66"/>
                    <a:pt x="1" y="153"/>
                    <a:pt x="34" y="206"/>
                  </a:cubicBezTo>
                  <a:cubicBezTo>
                    <a:pt x="50" y="239"/>
                    <a:pt x="87" y="256"/>
                    <a:pt x="104" y="256"/>
                  </a:cubicBezTo>
                  <a:cubicBezTo>
                    <a:pt x="137" y="256"/>
                    <a:pt x="174" y="239"/>
                    <a:pt x="190" y="223"/>
                  </a:cubicBezTo>
                  <a:cubicBezTo>
                    <a:pt x="207" y="206"/>
                    <a:pt x="223" y="169"/>
                    <a:pt x="223" y="136"/>
                  </a:cubicBezTo>
                  <a:cubicBezTo>
                    <a:pt x="240" y="103"/>
                    <a:pt x="223" y="66"/>
                    <a:pt x="207" y="50"/>
                  </a:cubicBezTo>
                  <a:cubicBezTo>
                    <a:pt x="190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32"/>
            <p:cNvSpPr/>
            <p:nvPr/>
          </p:nvSpPr>
          <p:spPr>
            <a:xfrm>
              <a:off x="4617075" y="29901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0" y="0"/>
                  </a:moveTo>
                  <a:cubicBezTo>
                    <a:pt x="103" y="0"/>
                    <a:pt x="66" y="0"/>
                    <a:pt x="50" y="33"/>
                  </a:cubicBezTo>
                  <a:cubicBezTo>
                    <a:pt x="17" y="54"/>
                    <a:pt x="17" y="87"/>
                    <a:pt x="0" y="120"/>
                  </a:cubicBezTo>
                  <a:cubicBezTo>
                    <a:pt x="0" y="157"/>
                    <a:pt x="17" y="190"/>
                    <a:pt x="33" y="207"/>
                  </a:cubicBezTo>
                  <a:cubicBezTo>
                    <a:pt x="52" y="237"/>
                    <a:pt x="83" y="256"/>
                    <a:pt x="117" y="256"/>
                  </a:cubicBezTo>
                  <a:cubicBezTo>
                    <a:pt x="141" y="256"/>
                    <a:pt x="167" y="246"/>
                    <a:pt x="190" y="223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12764;p32"/>
            <p:cNvSpPr/>
            <p:nvPr/>
          </p:nvSpPr>
          <p:spPr>
            <a:xfrm>
              <a:off x="4619225" y="28484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34" y="0"/>
                    <a:pt x="1" y="70"/>
                    <a:pt x="1" y="136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67" y="260"/>
                    <a:pt x="104" y="260"/>
                    <a:pt x="137" y="260"/>
                  </a:cubicBezTo>
                  <a:cubicBezTo>
                    <a:pt x="186" y="240"/>
                    <a:pt x="240" y="174"/>
                    <a:pt x="223" y="103"/>
                  </a:cubicBezTo>
                  <a:cubicBezTo>
                    <a:pt x="223" y="70"/>
                    <a:pt x="207" y="33"/>
                    <a:pt x="186" y="17"/>
                  </a:cubicBezTo>
                  <a:cubicBezTo>
                    <a:pt x="170" y="17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12765;p32"/>
            <p:cNvSpPr/>
            <p:nvPr/>
          </p:nvSpPr>
          <p:spPr>
            <a:xfrm>
              <a:off x="4620875" y="27982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12" y="0"/>
                  </a:moveTo>
                  <a:cubicBezTo>
                    <a:pt x="71" y="0"/>
                    <a:pt x="32" y="33"/>
                    <a:pt x="17" y="81"/>
                  </a:cubicBezTo>
                  <a:cubicBezTo>
                    <a:pt x="1" y="102"/>
                    <a:pt x="1" y="118"/>
                    <a:pt x="1" y="135"/>
                  </a:cubicBezTo>
                  <a:cubicBezTo>
                    <a:pt x="17" y="184"/>
                    <a:pt x="38" y="238"/>
                    <a:pt x="71" y="254"/>
                  </a:cubicBezTo>
                  <a:cubicBezTo>
                    <a:pt x="84" y="259"/>
                    <a:pt x="96" y="261"/>
                    <a:pt x="108" y="261"/>
                  </a:cubicBezTo>
                  <a:cubicBezTo>
                    <a:pt x="140" y="261"/>
                    <a:pt x="166" y="245"/>
                    <a:pt x="190" y="221"/>
                  </a:cubicBezTo>
                  <a:cubicBezTo>
                    <a:pt x="207" y="205"/>
                    <a:pt x="207" y="184"/>
                    <a:pt x="223" y="168"/>
                  </a:cubicBezTo>
                  <a:cubicBezTo>
                    <a:pt x="244" y="102"/>
                    <a:pt x="207" y="32"/>
                    <a:pt x="157" y="15"/>
                  </a:cubicBezTo>
                  <a:cubicBezTo>
                    <a:pt x="143" y="5"/>
                    <a:pt x="127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32"/>
            <p:cNvSpPr/>
            <p:nvPr/>
          </p:nvSpPr>
          <p:spPr>
            <a:xfrm>
              <a:off x="4606350" y="29732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6" y="1"/>
                  </a:moveTo>
                  <a:cubicBezTo>
                    <a:pt x="83" y="1"/>
                    <a:pt x="61" y="14"/>
                    <a:pt x="50" y="26"/>
                  </a:cubicBezTo>
                  <a:cubicBezTo>
                    <a:pt x="0" y="75"/>
                    <a:pt x="0" y="162"/>
                    <a:pt x="33" y="216"/>
                  </a:cubicBezTo>
                  <a:cubicBezTo>
                    <a:pt x="50" y="232"/>
                    <a:pt x="83" y="249"/>
                    <a:pt x="103" y="265"/>
                  </a:cubicBezTo>
                  <a:cubicBezTo>
                    <a:pt x="136" y="265"/>
                    <a:pt x="169" y="249"/>
                    <a:pt x="186" y="232"/>
                  </a:cubicBezTo>
                  <a:cubicBezTo>
                    <a:pt x="239" y="178"/>
                    <a:pt x="239" y="113"/>
                    <a:pt x="207" y="42"/>
                  </a:cubicBezTo>
                  <a:cubicBezTo>
                    <a:pt x="186" y="26"/>
                    <a:pt x="169" y="9"/>
                    <a:pt x="153" y="9"/>
                  </a:cubicBezTo>
                  <a:lnTo>
                    <a:pt x="136" y="9"/>
                  </a:lnTo>
                  <a:cubicBezTo>
                    <a:pt x="127" y="3"/>
                    <a:pt x="116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32"/>
            <p:cNvSpPr/>
            <p:nvPr/>
          </p:nvSpPr>
          <p:spPr>
            <a:xfrm>
              <a:off x="4629950" y="298372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87" y="1"/>
                  </a:moveTo>
                  <a:cubicBezTo>
                    <a:pt x="66" y="1"/>
                    <a:pt x="33" y="17"/>
                    <a:pt x="17" y="50"/>
                  </a:cubicBezTo>
                  <a:cubicBezTo>
                    <a:pt x="1" y="83"/>
                    <a:pt x="1" y="120"/>
                    <a:pt x="1" y="153"/>
                  </a:cubicBezTo>
                  <a:cubicBezTo>
                    <a:pt x="1" y="186"/>
                    <a:pt x="17" y="223"/>
                    <a:pt x="50" y="240"/>
                  </a:cubicBezTo>
                  <a:cubicBezTo>
                    <a:pt x="66" y="256"/>
                    <a:pt x="104" y="256"/>
                    <a:pt x="120" y="256"/>
                  </a:cubicBezTo>
                  <a:cubicBezTo>
                    <a:pt x="190" y="240"/>
                    <a:pt x="223" y="186"/>
                    <a:pt x="223" y="104"/>
                  </a:cubicBezTo>
                  <a:cubicBezTo>
                    <a:pt x="207" y="67"/>
                    <a:pt x="207" y="50"/>
                    <a:pt x="170" y="17"/>
                  </a:cubicBezTo>
                  <a:lnTo>
                    <a:pt x="153" y="17"/>
                  </a:lnTo>
                  <a:cubicBezTo>
                    <a:pt x="137" y="1"/>
                    <a:pt x="10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32"/>
            <p:cNvSpPr/>
            <p:nvPr/>
          </p:nvSpPr>
          <p:spPr>
            <a:xfrm>
              <a:off x="4608400" y="2909825"/>
              <a:ext cx="5700" cy="6425"/>
            </a:xfrm>
            <a:custGeom>
              <a:avLst/>
              <a:gdLst/>
              <a:ahLst/>
              <a:cxnLst/>
              <a:rect l="l" t="t" r="r" b="b"/>
              <a:pathLst>
                <a:path w="228" h="257" extrusionOk="0">
                  <a:moveTo>
                    <a:pt x="104" y="1"/>
                  </a:moveTo>
                  <a:cubicBezTo>
                    <a:pt x="71" y="1"/>
                    <a:pt x="54" y="17"/>
                    <a:pt x="38" y="34"/>
                  </a:cubicBezTo>
                  <a:cubicBezTo>
                    <a:pt x="21" y="50"/>
                    <a:pt x="1" y="104"/>
                    <a:pt x="1" y="137"/>
                  </a:cubicBezTo>
                  <a:cubicBezTo>
                    <a:pt x="21" y="174"/>
                    <a:pt x="21" y="207"/>
                    <a:pt x="54" y="223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90" y="240"/>
                    <a:pt x="228" y="190"/>
                    <a:pt x="228" y="120"/>
                  </a:cubicBezTo>
                  <a:lnTo>
                    <a:pt x="228" y="104"/>
                  </a:lnTo>
                  <a:cubicBezTo>
                    <a:pt x="228" y="50"/>
                    <a:pt x="190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32"/>
            <p:cNvSpPr/>
            <p:nvPr/>
          </p:nvSpPr>
          <p:spPr>
            <a:xfrm>
              <a:off x="4608000" y="3005175"/>
              <a:ext cx="5575" cy="6625"/>
            </a:xfrm>
            <a:custGeom>
              <a:avLst/>
              <a:gdLst/>
              <a:ahLst/>
              <a:cxnLst/>
              <a:rect l="l" t="t" r="r" b="b"/>
              <a:pathLst>
                <a:path w="223" h="265" extrusionOk="0">
                  <a:moveTo>
                    <a:pt x="87" y="0"/>
                  </a:moveTo>
                  <a:cubicBezTo>
                    <a:pt x="70" y="17"/>
                    <a:pt x="37" y="33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0" y="190"/>
                    <a:pt x="17" y="223"/>
                    <a:pt x="37" y="239"/>
                  </a:cubicBezTo>
                  <a:cubicBezTo>
                    <a:pt x="61" y="251"/>
                    <a:pt x="76" y="265"/>
                    <a:pt x="94" y="265"/>
                  </a:cubicBezTo>
                  <a:cubicBezTo>
                    <a:pt x="102" y="265"/>
                    <a:pt x="110" y="262"/>
                    <a:pt x="120" y="256"/>
                  </a:cubicBezTo>
                  <a:cubicBezTo>
                    <a:pt x="190" y="256"/>
                    <a:pt x="223" y="190"/>
                    <a:pt x="223" y="120"/>
                  </a:cubicBezTo>
                  <a:cubicBezTo>
                    <a:pt x="206" y="87"/>
                    <a:pt x="190" y="50"/>
                    <a:pt x="173" y="33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20" y="0"/>
                    <a:pt x="103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12770;p32"/>
            <p:cNvSpPr/>
            <p:nvPr/>
          </p:nvSpPr>
          <p:spPr>
            <a:xfrm>
              <a:off x="4611500" y="28656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0" y="1"/>
                  </a:moveTo>
                  <a:cubicBezTo>
                    <a:pt x="83" y="1"/>
                    <a:pt x="66" y="1"/>
                    <a:pt x="33" y="34"/>
                  </a:cubicBezTo>
                  <a:cubicBezTo>
                    <a:pt x="17" y="50"/>
                    <a:pt x="1" y="87"/>
                    <a:pt x="1" y="120"/>
                  </a:cubicBezTo>
                  <a:cubicBezTo>
                    <a:pt x="1" y="153"/>
                    <a:pt x="1" y="191"/>
                    <a:pt x="17" y="207"/>
                  </a:cubicBezTo>
                  <a:cubicBezTo>
                    <a:pt x="33" y="240"/>
                    <a:pt x="66" y="257"/>
                    <a:pt x="104" y="257"/>
                  </a:cubicBezTo>
                  <a:cubicBezTo>
                    <a:pt x="120" y="257"/>
                    <a:pt x="153" y="257"/>
                    <a:pt x="170" y="224"/>
                  </a:cubicBezTo>
                  <a:cubicBezTo>
                    <a:pt x="223" y="191"/>
                    <a:pt x="240" y="104"/>
                    <a:pt x="186" y="50"/>
                  </a:cubicBezTo>
                  <a:cubicBezTo>
                    <a:pt x="186" y="34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32"/>
            <p:cNvSpPr/>
            <p:nvPr/>
          </p:nvSpPr>
          <p:spPr>
            <a:xfrm>
              <a:off x="4603250" y="3022375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87" y="1"/>
                  </a:moveTo>
                  <a:cubicBezTo>
                    <a:pt x="87" y="17"/>
                    <a:pt x="71" y="17"/>
                    <a:pt x="71" y="17"/>
                  </a:cubicBezTo>
                  <a:cubicBezTo>
                    <a:pt x="21" y="34"/>
                    <a:pt x="1" y="104"/>
                    <a:pt x="1" y="153"/>
                  </a:cubicBezTo>
                  <a:cubicBezTo>
                    <a:pt x="1" y="186"/>
                    <a:pt x="21" y="223"/>
                    <a:pt x="54" y="240"/>
                  </a:cubicBezTo>
                  <a:cubicBezTo>
                    <a:pt x="66" y="252"/>
                    <a:pt x="86" y="263"/>
                    <a:pt x="104" y="263"/>
                  </a:cubicBezTo>
                  <a:cubicBezTo>
                    <a:pt x="111" y="263"/>
                    <a:pt x="118" y="261"/>
                    <a:pt x="124" y="256"/>
                  </a:cubicBezTo>
                  <a:cubicBezTo>
                    <a:pt x="190" y="256"/>
                    <a:pt x="227" y="186"/>
                    <a:pt x="227" y="120"/>
                  </a:cubicBezTo>
                  <a:cubicBezTo>
                    <a:pt x="227" y="104"/>
                    <a:pt x="207" y="83"/>
                    <a:pt x="207" y="83"/>
                  </a:cubicBezTo>
                  <a:cubicBezTo>
                    <a:pt x="207" y="50"/>
                    <a:pt x="174" y="34"/>
                    <a:pt x="157" y="17"/>
                  </a:cubicBezTo>
                  <a:cubicBezTo>
                    <a:pt x="141" y="1"/>
                    <a:pt x="10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32"/>
            <p:cNvSpPr/>
            <p:nvPr/>
          </p:nvSpPr>
          <p:spPr>
            <a:xfrm>
              <a:off x="4599850" y="29897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34" y="17"/>
                    <a:pt x="1" y="87"/>
                    <a:pt x="17" y="153"/>
                  </a:cubicBezTo>
                  <a:cubicBezTo>
                    <a:pt x="17" y="191"/>
                    <a:pt x="34" y="224"/>
                    <a:pt x="54" y="240"/>
                  </a:cubicBezTo>
                  <a:cubicBezTo>
                    <a:pt x="77" y="252"/>
                    <a:pt x="92" y="265"/>
                    <a:pt x="111" y="265"/>
                  </a:cubicBezTo>
                  <a:cubicBezTo>
                    <a:pt x="118" y="265"/>
                    <a:pt x="127" y="263"/>
                    <a:pt x="137" y="256"/>
                  </a:cubicBezTo>
                  <a:cubicBezTo>
                    <a:pt x="174" y="256"/>
                    <a:pt x="190" y="240"/>
                    <a:pt x="207" y="207"/>
                  </a:cubicBezTo>
                  <a:cubicBezTo>
                    <a:pt x="223" y="191"/>
                    <a:pt x="240" y="153"/>
                    <a:pt x="223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12773;p32"/>
            <p:cNvSpPr/>
            <p:nvPr/>
          </p:nvSpPr>
          <p:spPr>
            <a:xfrm>
              <a:off x="4606750" y="2957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34" y="17"/>
                    <a:pt x="1" y="87"/>
                    <a:pt x="1" y="158"/>
                  </a:cubicBezTo>
                  <a:cubicBezTo>
                    <a:pt x="17" y="191"/>
                    <a:pt x="34" y="207"/>
                    <a:pt x="50" y="244"/>
                  </a:cubicBezTo>
                  <a:cubicBezTo>
                    <a:pt x="67" y="261"/>
                    <a:pt x="104" y="261"/>
                    <a:pt x="137" y="261"/>
                  </a:cubicBezTo>
                  <a:cubicBezTo>
                    <a:pt x="191" y="244"/>
                    <a:pt x="240" y="174"/>
                    <a:pt x="223" y="104"/>
                  </a:cubicBezTo>
                  <a:cubicBezTo>
                    <a:pt x="223" y="71"/>
                    <a:pt x="207" y="55"/>
                    <a:pt x="191" y="17"/>
                  </a:cubicBezTo>
                  <a:cubicBezTo>
                    <a:pt x="17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12774;p32"/>
            <p:cNvSpPr/>
            <p:nvPr/>
          </p:nvSpPr>
          <p:spPr>
            <a:xfrm>
              <a:off x="4606350" y="2926425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44" y="1"/>
                  </a:moveTo>
                  <a:cubicBezTo>
                    <a:pt x="99" y="1"/>
                    <a:pt x="47" y="36"/>
                    <a:pt x="33" y="91"/>
                  </a:cubicBezTo>
                  <a:cubicBezTo>
                    <a:pt x="0" y="145"/>
                    <a:pt x="33" y="231"/>
                    <a:pt x="83" y="248"/>
                  </a:cubicBezTo>
                  <a:cubicBezTo>
                    <a:pt x="97" y="257"/>
                    <a:pt x="112" y="261"/>
                    <a:pt x="128" y="261"/>
                  </a:cubicBezTo>
                  <a:cubicBezTo>
                    <a:pt x="171" y="261"/>
                    <a:pt x="215" y="229"/>
                    <a:pt x="239" y="178"/>
                  </a:cubicBezTo>
                  <a:cubicBezTo>
                    <a:pt x="256" y="108"/>
                    <a:pt x="223" y="42"/>
                    <a:pt x="169" y="5"/>
                  </a:cubicBezTo>
                  <a:cubicBezTo>
                    <a:pt x="162" y="2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32"/>
            <p:cNvSpPr/>
            <p:nvPr/>
          </p:nvSpPr>
          <p:spPr>
            <a:xfrm>
              <a:off x="4632525" y="28904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70" y="260"/>
                    <a:pt x="190" y="244"/>
                    <a:pt x="207" y="207"/>
                  </a:cubicBezTo>
                  <a:cubicBezTo>
                    <a:pt x="223" y="190"/>
                    <a:pt x="240" y="157"/>
                    <a:pt x="240" y="124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70" y="21"/>
                    <a:pt x="170" y="21"/>
                    <a:pt x="153" y="21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32"/>
            <p:cNvSpPr/>
            <p:nvPr/>
          </p:nvSpPr>
          <p:spPr>
            <a:xfrm>
              <a:off x="4620050" y="292352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37" y="1"/>
                  </a:moveTo>
                  <a:cubicBezTo>
                    <a:pt x="120" y="1"/>
                    <a:pt x="87" y="17"/>
                    <a:pt x="71" y="38"/>
                  </a:cubicBezTo>
                  <a:cubicBezTo>
                    <a:pt x="17" y="71"/>
                    <a:pt x="1" y="158"/>
                    <a:pt x="50" y="207"/>
                  </a:cubicBezTo>
                  <a:cubicBezTo>
                    <a:pt x="71" y="244"/>
                    <a:pt x="87" y="261"/>
                    <a:pt x="120" y="261"/>
                  </a:cubicBezTo>
                  <a:cubicBezTo>
                    <a:pt x="153" y="261"/>
                    <a:pt x="174" y="261"/>
                    <a:pt x="207" y="244"/>
                  </a:cubicBezTo>
                  <a:cubicBezTo>
                    <a:pt x="240" y="191"/>
                    <a:pt x="256" y="104"/>
                    <a:pt x="223" y="55"/>
                  </a:cubicBezTo>
                  <a:cubicBezTo>
                    <a:pt x="207" y="38"/>
                    <a:pt x="190" y="17"/>
                    <a:pt x="174" y="17"/>
                  </a:cubicBezTo>
                  <a:cubicBezTo>
                    <a:pt x="153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32"/>
            <p:cNvSpPr/>
            <p:nvPr/>
          </p:nvSpPr>
          <p:spPr>
            <a:xfrm>
              <a:off x="4629025" y="2941050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47" y="1"/>
                  </a:moveTo>
                  <a:cubicBezTo>
                    <a:pt x="101" y="1"/>
                    <a:pt x="48" y="33"/>
                    <a:pt x="21" y="92"/>
                  </a:cubicBezTo>
                  <a:cubicBezTo>
                    <a:pt x="0" y="162"/>
                    <a:pt x="38" y="228"/>
                    <a:pt x="87" y="244"/>
                  </a:cubicBezTo>
                  <a:cubicBezTo>
                    <a:pt x="102" y="254"/>
                    <a:pt x="117" y="259"/>
                    <a:pt x="133" y="259"/>
                  </a:cubicBezTo>
                  <a:cubicBezTo>
                    <a:pt x="174" y="259"/>
                    <a:pt x="217" y="226"/>
                    <a:pt x="244" y="178"/>
                  </a:cubicBezTo>
                  <a:cubicBezTo>
                    <a:pt x="260" y="108"/>
                    <a:pt x="227" y="38"/>
                    <a:pt x="174" y="5"/>
                  </a:cubicBezTo>
                  <a:cubicBezTo>
                    <a:pt x="165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32"/>
            <p:cNvSpPr/>
            <p:nvPr/>
          </p:nvSpPr>
          <p:spPr>
            <a:xfrm>
              <a:off x="4635925" y="2923125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87" y="0"/>
                    <a:pt x="87" y="17"/>
                    <a:pt x="71" y="17"/>
                  </a:cubicBezTo>
                  <a:cubicBezTo>
                    <a:pt x="17" y="33"/>
                    <a:pt x="1" y="104"/>
                    <a:pt x="1" y="157"/>
                  </a:cubicBezTo>
                  <a:cubicBezTo>
                    <a:pt x="1" y="190"/>
                    <a:pt x="17" y="223"/>
                    <a:pt x="54" y="240"/>
                  </a:cubicBezTo>
                  <a:cubicBezTo>
                    <a:pt x="66" y="254"/>
                    <a:pt x="86" y="267"/>
                    <a:pt x="109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90" y="260"/>
                    <a:pt x="223" y="190"/>
                    <a:pt x="223" y="120"/>
                  </a:cubicBezTo>
                  <a:cubicBezTo>
                    <a:pt x="223" y="104"/>
                    <a:pt x="223" y="87"/>
                    <a:pt x="207" y="87"/>
                  </a:cubicBezTo>
                  <a:cubicBezTo>
                    <a:pt x="207" y="54"/>
                    <a:pt x="174" y="17"/>
                    <a:pt x="157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32"/>
            <p:cNvSpPr/>
            <p:nvPr/>
          </p:nvSpPr>
          <p:spPr>
            <a:xfrm>
              <a:off x="4625625" y="2907775"/>
              <a:ext cx="5575" cy="6825"/>
            </a:xfrm>
            <a:custGeom>
              <a:avLst/>
              <a:gdLst/>
              <a:ahLst/>
              <a:cxnLst/>
              <a:rect l="l" t="t" r="r" b="b"/>
              <a:pathLst>
                <a:path w="223" h="273" extrusionOk="0">
                  <a:moveTo>
                    <a:pt x="129" y="0"/>
                  </a:moveTo>
                  <a:cubicBezTo>
                    <a:pt x="120" y="0"/>
                    <a:pt x="112" y="4"/>
                    <a:pt x="103" y="13"/>
                  </a:cubicBezTo>
                  <a:cubicBezTo>
                    <a:pt x="33" y="13"/>
                    <a:pt x="0" y="83"/>
                    <a:pt x="0" y="153"/>
                  </a:cubicBezTo>
                  <a:cubicBezTo>
                    <a:pt x="0" y="186"/>
                    <a:pt x="17" y="219"/>
                    <a:pt x="54" y="235"/>
                  </a:cubicBezTo>
                  <a:cubicBezTo>
                    <a:pt x="70" y="256"/>
                    <a:pt x="103" y="272"/>
                    <a:pt x="136" y="272"/>
                  </a:cubicBezTo>
                  <a:cubicBezTo>
                    <a:pt x="190" y="256"/>
                    <a:pt x="223" y="186"/>
                    <a:pt x="223" y="116"/>
                  </a:cubicBezTo>
                  <a:cubicBezTo>
                    <a:pt x="223" y="83"/>
                    <a:pt x="206" y="50"/>
                    <a:pt x="174" y="29"/>
                  </a:cubicBezTo>
                  <a:lnTo>
                    <a:pt x="157" y="13"/>
                  </a:lnTo>
                  <a:cubicBezTo>
                    <a:pt x="147" y="4"/>
                    <a:pt x="137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32"/>
            <p:cNvSpPr/>
            <p:nvPr/>
          </p:nvSpPr>
          <p:spPr>
            <a:xfrm>
              <a:off x="4623875" y="28783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7" y="1"/>
                  </a:moveTo>
                  <a:cubicBezTo>
                    <a:pt x="118" y="1"/>
                    <a:pt x="110" y="3"/>
                    <a:pt x="103" y="8"/>
                  </a:cubicBezTo>
                  <a:cubicBezTo>
                    <a:pt x="54" y="8"/>
                    <a:pt x="0" y="74"/>
                    <a:pt x="21" y="144"/>
                  </a:cubicBezTo>
                  <a:cubicBezTo>
                    <a:pt x="21" y="177"/>
                    <a:pt x="37" y="214"/>
                    <a:pt x="70" y="231"/>
                  </a:cubicBezTo>
                  <a:cubicBezTo>
                    <a:pt x="87" y="247"/>
                    <a:pt x="124" y="264"/>
                    <a:pt x="140" y="264"/>
                  </a:cubicBezTo>
                  <a:cubicBezTo>
                    <a:pt x="173" y="247"/>
                    <a:pt x="206" y="231"/>
                    <a:pt x="227" y="214"/>
                  </a:cubicBezTo>
                  <a:cubicBezTo>
                    <a:pt x="244" y="177"/>
                    <a:pt x="244" y="144"/>
                    <a:pt x="244" y="111"/>
                  </a:cubicBezTo>
                  <a:cubicBezTo>
                    <a:pt x="227" y="74"/>
                    <a:pt x="227" y="41"/>
                    <a:pt x="190" y="25"/>
                  </a:cubicBezTo>
                  <a:lnTo>
                    <a:pt x="173" y="8"/>
                  </a:lnTo>
                  <a:cubicBezTo>
                    <a:pt x="162" y="8"/>
                    <a:pt x="144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32"/>
            <p:cNvSpPr/>
            <p:nvPr/>
          </p:nvSpPr>
          <p:spPr>
            <a:xfrm>
              <a:off x="4623875" y="28281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29" y="0"/>
                  </a:moveTo>
                  <a:cubicBezTo>
                    <a:pt x="82" y="0"/>
                    <a:pt x="35" y="33"/>
                    <a:pt x="21" y="91"/>
                  </a:cubicBezTo>
                  <a:cubicBezTo>
                    <a:pt x="0" y="161"/>
                    <a:pt x="37" y="227"/>
                    <a:pt x="87" y="248"/>
                  </a:cubicBezTo>
                  <a:cubicBezTo>
                    <a:pt x="101" y="256"/>
                    <a:pt x="116" y="260"/>
                    <a:pt x="131" y="260"/>
                  </a:cubicBezTo>
                  <a:cubicBezTo>
                    <a:pt x="172" y="260"/>
                    <a:pt x="212" y="229"/>
                    <a:pt x="227" y="177"/>
                  </a:cubicBezTo>
                  <a:cubicBezTo>
                    <a:pt x="244" y="107"/>
                    <a:pt x="227" y="41"/>
                    <a:pt x="157" y="4"/>
                  </a:cubicBezTo>
                  <a:cubicBezTo>
                    <a:pt x="148" y="1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32"/>
            <p:cNvSpPr/>
            <p:nvPr/>
          </p:nvSpPr>
          <p:spPr>
            <a:xfrm>
              <a:off x="4625625" y="28628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cubicBezTo>
                    <a:pt x="33" y="8"/>
                    <a:pt x="0" y="74"/>
                    <a:pt x="17" y="144"/>
                  </a:cubicBezTo>
                  <a:cubicBezTo>
                    <a:pt x="17" y="214"/>
                    <a:pt x="70" y="263"/>
                    <a:pt x="136" y="263"/>
                  </a:cubicBezTo>
                  <a:cubicBezTo>
                    <a:pt x="174" y="247"/>
                    <a:pt x="190" y="230"/>
                    <a:pt x="206" y="214"/>
                  </a:cubicBezTo>
                  <a:cubicBezTo>
                    <a:pt x="223" y="177"/>
                    <a:pt x="239" y="144"/>
                    <a:pt x="223" y="111"/>
                  </a:cubicBezTo>
                  <a:cubicBezTo>
                    <a:pt x="223" y="74"/>
                    <a:pt x="206" y="41"/>
                    <a:pt x="190" y="24"/>
                  </a:cubicBezTo>
                  <a:cubicBezTo>
                    <a:pt x="174" y="24"/>
                    <a:pt x="174" y="8"/>
                    <a:pt x="157" y="8"/>
                  </a:cubicBezTo>
                  <a:cubicBezTo>
                    <a:pt x="143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12783;p32"/>
            <p:cNvSpPr/>
            <p:nvPr/>
          </p:nvSpPr>
          <p:spPr>
            <a:xfrm>
              <a:off x="4619225" y="2970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"/>
                    <a:pt x="1" y="71"/>
                    <a:pt x="17" y="141"/>
                  </a:cubicBezTo>
                  <a:cubicBezTo>
                    <a:pt x="17" y="174"/>
                    <a:pt x="34" y="207"/>
                    <a:pt x="67" y="228"/>
                  </a:cubicBezTo>
                  <a:cubicBezTo>
                    <a:pt x="83" y="261"/>
                    <a:pt x="120" y="261"/>
                    <a:pt x="137" y="261"/>
                  </a:cubicBezTo>
                  <a:cubicBezTo>
                    <a:pt x="207" y="244"/>
                    <a:pt x="240" y="174"/>
                    <a:pt x="240" y="104"/>
                  </a:cubicBezTo>
                  <a:cubicBezTo>
                    <a:pt x="223" y="71"/>
                    <a:pt x="223" y="38"/>
                    <a:pt x="186" y="21"/>
                  </a:cubicBezTo>
                  <a:lnTo>
                    <a:pt x="1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32"/>
            <p:cNvSpPr/>
            <p:nvPr/>
          </p:nvSpPr>
          <p:spPr>
            <a:xfrm>
              <a:off x="4818475" y="3042150"/>
              <a:ext cx="5575" cy="3450"/>
            </a:xfrm>
            <a:custGeom>
              <a:avLst/>
              <a:gdLst/>
              <a:ahLst/>
              <a:cxnLst/>
              <a:rect l="l" t="t" r="r" b="b"/>
              <a:pathLst>
                <a:path w="223" h="138" extrusionOk="0">
                  <a:moveTo>
                    <a:pt x="110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00"/>
                    <a:pt x="0" y="117"/>
                    <a:pt x="0" y="117"/>
                  </a:cubicBezTo>
                  <a:lnTo>
                    <a:pt x="223" y="137"/>
                  </a:lnTo>
                  <a:cubicBezTo>
                    <a:pt x="223" y="84"/>
                    <a:pt x="206" y="34"/>
                    <a:pt x="153" y="14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32"/>
            <p:cNvSpPr/>
            <p:nvPr/>
          </p:nvSpPr>
          <p:spPr>
            <a:xfrm>
              <a:off x="4739000" y="30287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0"/>
                  </a:moveTo>
                  <a:cubicBezTo>
                    <a:pt x="34" y="17"/>
                    <a:pt x="1" y="87"/>
                    <a:pt x="17" y="157"/>
                  </a:cubicBezTo>
                  <a:cubicBezTo>
                    <a:pt x="17" y="215"/>
                    <a:pt x="58" y="263"/>
                    <a:pt x="113" y="263"/>
                  </a:cubicBezTo>
                  <a:cubicBezTo>
                    <a:pt x="120" y="263"/>
                    <a:pt x="128" y="262"/>
                    <a:pt x="137" y="260"/>
                  </a:cubicBezTo>
                  <a:cubicBezTo>
                    <a:pt x="174" y="260"/>
                    <a:pt x="190" y="240"/>
                    <a:pt x="207" y="207"/>
                  </a:cubicBezTo>
                  <a:cubicBezTo>
                    <a:pt x="223" y="174"/>
                    <a:pt x="240" y="137"/>
                    <a:pt x="223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32"/>
            <p:cNvSpPr/>
            <p:nvPr/>
          </p:nvSpPr>
          <p:spPr>
            <a:xfrm>
              <a:off x="4664275" y="30107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54" y="17"/>
                    <a:pt x="0" y="88"/>
                    <a:pt x="17" y="158"/>
                  </a:cubicBezTo>
                  <a:cubicBezTo>
                    <a:pt x="17" y="191"/>
                    <a:pt x="33" y="224"/>
                    <a:pt x="54" y="240"/>
                  </a:cubicBezTo>
                  <a:cubicBezTo>
                    <a:pt x="78" y="255"/>
                    <a:pt x="101" y="267"/>
                    <a:pt x="119" y="267"/>
                  </a:cubicBezTo>
                  <a:cubicBezTo>
                    <a:pt x="126" y="267"/>
                    <a:pt x="132" y="265"/>
                    <a:pt x="136" y="261"/>
                  </a:cubicBezTo>
                  <a:cubicBezTo>
                    <a:pt x="174" y="261"/>
                    <a:pt x="190" y="240"/>
                    <a:pt x="207" y="207"/>
                  </a:cubicBezTo>
                  <a:cubicBezTo>
                    <a:pt x="223" y="191"/>
                    <a:pt x="240" y="158"/>
                    <a:pt x="240" y="121"/>
                  </a:cubicBezTo>
                  <a:cubicBezTo>
                    <a:pt x="223" y="88"/>
                    <a:pt x="207" y="55"/>
                    <a:pt x="190" y="34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32"/>
            <p:cNvSpPr/>
            <p:nvPr/>
          </p:nvSpPr>
          <p:spPr>
            <a:xfrm>
              <a:off x="4752300" y="3039900"/>
              <a:ext cx="6100" cy="4775"/>
            </a:xfrm>
            <a:custGeom>
              <a:avLst/>
              <a:gdLst/>
              <a:ahLst/>
              <a:cxnLst/>
              <a:rect l="l" t="t" r="r" b="b"/>
              <a:pathLst>
                <a:path w="244" h="191" extrusionOk="0">
                  <a:moveTo>
                    <a:pt x="141" y="1"/>
                  </a:moveTo>
                  <a:cubicBezTo>
                    <a:pt x="103" y="1"/>
                    <a:pt x="87" y="1"/>
                    <a:pt x="54" y="21"/>
                  </a:cubicBezTo>
                  <a:cubicBezTo>
                    <a:pt x="17" y="71"/>
                    <a:pt x="0" y="141"/>
                    <a:pt x="38" y="190"/>
                  </a:cubicBezTo>
                  <a:lnTo>
                    <a:pt x="223" y="190"/>
                  </a:lnTo>
                  <a:cubicBezTo>
                    <a:pt x="244" y="157"/>
                    <a:pt x="244" y="87"/>
                    <a:pt x="207" y="54"/>
                  </a:cubicBezTo>
                  <a:cubicBezTo>
                    <a:pt x="207" y="38"/>
                    <a:pt x="190" y="2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32"/>
            <p:cNvSpPr/>
            <p:nvPr/>
          </p:nvSpPr>
          <p:spPr>
            <a:xfrm>
              <a:off x="4744975" y="3008650"/>
              <a:ext cx="6525" cy="6750"/>
            </a:xfrm>
            <a:custGeom>
              <a:avLst/>
              <a:gdLst/>
              <a:ahLst/>
              <a:cxnLst/>
              <a:rect l="l" t="t" r="r" b="b"/>
              <a:pathLst>
                <a:path w="261" h="270" extrusionOk="0">
                  <a:moveTo>
                    <a:pt x="131" y="1"/>
                  </a:moveTo>
                  <a:cubicBezTo>
                    <a:pt x="91" y="1"/>
                    <a:pt x="50" y="32"/>
                    <a:pt x="38" y="84"/>
                  </a:cubicBezTo>
                  <a:cubicBezTo>
                    <a:pt x="1" y="154"/>
                    <a:pt x="38" y="241"/>
                    <a:pt x="87" y="257"/>
                  </a:cubicBezTo>
                  <a:cubicBezTo>
                    <a:pt x="106" y="266"/>
                    <a:pt x="123" y="270"/>
                    <a:pt x="139" y="270"/>
                  </a:cubicBezTo>
                  <a:cubicBezTo>
                    <a:pt x="183" y="270"/>
                    <a:pt x="217" y="239"/>
                    <a:pt x="244" y="187"/>
                  </a:cubicBezTo>
                  <a:cubicBezTo>
                    <a:pt x="260" y="117"/>
                    <a:pt x="227" y="34"/>
                    <a:pt x="174" y="14"/>
                  </a:cubicBezTo>
                  <a:cubicBezTo>
                    <a:pt x="161" y="5"/>
                    <a:pt x="146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32"/>
            <p:cNvSpPr/>
            <p:nvPr/>
          </p:nvSpPr>
          <p:spPr>
            <a:xfrm>
              <a:off x="4698600" y="3035900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118" y="1"/>
                  </a:moveTo>
                  <a:cubicBezTo>
                    <a:pt x="109" y="1"/>
                    <a:pt x="99" y="3"/>
                    <a:pt x="87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81"/>
                    <a:pt x="21" y="214"/>
                    <a:pt x="54" y="231"/>
                  </a:cubicBezTo>
                  <a:cubicBezTo>
                    <a:pt x="70" y="247"/>
                    <a:pt x="103" y="264"/>
                    <a:pt x="124" y="264"/>
                  </a:cubicBezTo>
                  <a:cubicBezTo>
                    <a:pt x="157" y="247"/>
                    <a:pt x="190" y="231"/>
                    <a:pt x="207" y="214"/>
                  </a:cubicBezTo>
                  <a:cubicBezTo>
                    <a:pt x="227" y="181"/>
                    <a:pt x="227" y="144"/>
                    <a:pt x="227" y="111"/>
                  </a:cubicBezTo>
                  <a:cubicBezTo>
                    <a:pt x="227" y="78"/>
                    <a:pt x="207" y="41"/>
                    <a:pt x="174" y="25"/>
                  </a:cubicBezTo>
                  <a:lnTo>
                    <a:pt x="157" y="8"/>
                  </a:lnTo>
                  <a:cubicBezTo>
                    <a:pt x="146" y="8"/>
                    <a:pt x="135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32"/>
            <p:cNvSpPr/>
            <p:nvPr/>
          </p:nvSpPr>
          <p:spPr>
            <a:xfrm>
              <a:off x="4666025" y="299527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4" y="1"/>
                  </a:moveTo>
                  <a:cubicBezTo>
                    <a:pt x="34" y="17"/>
                    <a:pt x="1" y="87"/>
                    <a:pt x="1" y="157"/>
                  </a:cubicBezTo>
                  <a:cubicBezTo>
                    <a:pt x="15" y="215"/>
                    <a:pt x="55" y="263"/>
                    <a:pt x="111" y="263"/>
                  </a:cubicBezTo>
                  <a:cubicBezTo>
                    <a:pt x="120" y="263"/>
                    <a:pt x="128" y="262"/>
                    <a:pt x="137" y="260"/>
                  </a:cubicBezTo>
                  <a:cubicBezTo>
                    <a:pt x="170" y="260"/>
                    <a:pt x="190" y="240"/>
                    <a:pt x="207" y="207"/>
                  </a:cubicBezTo>
                  <a:cubicBezTo>
                    <a:pt x="223" y="190"/>
                    <a:pt x="223" y="157"/>
                    <a:pt x="223" y="120"/>
                  </a:cubicBezTo>
                  <a:cubicBezTo>
                    <a:pt x="223" y="87"/>
                    <a:pt x="207" y="54"/>
                    <a:pt x="190" y="33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32"/>
            <p:cNvSpPr/>
            <p:nvPr/>
          </p:nvSpPr>
          <p:spPr>
            <a:xfrm>
              <a:off x="4679325" y="3006925"/>
              <a:ext cx="5600" cy="6000"/>
            </a:xfrm>
            <a:custGeom>
              <a:avLst/>
              <a:gdLst/>
              <a:ahLst/>
              <a:cxnLst/>
              <a:rect l="l" t="t" r="r" b="b"/>
              <a:pathLst>
                <a:path w="224" h="240" extrusionOk="0">
                  <a:moveTo>
                    <a:pt x="70" y="0"/>
                  </a:moveTo>
                  <a:cubicBezTo>
                    <a:pt x="70" y="17"/>
                    <a:pt x="50" y="17"/>
                    <a:pt x="50" y="17"/>
                  </a:cubicBezTo>
                  <a:cubicBezTo>
                    <a:pt x="0" y="50"/>
                    <a:pt x="0" y="136"/>
                    <a:pt x="33" y="186"/>
                  </a:cubicBezTo>
                  <a:cubicBezTo>
                    <a:pt x="50" y="223"/>
                    <a:pt x="87" y="240"/>
                    <a:pt x="120" y="240"/>
                  </a:cubicBezTo>
                  <a:cubicBezTo>
                    <a:pt x="136" y="240"/>
                    <a:pt x="174" y="240"/>
                    <a:pt x="190" y="223"/>
                  </a:cubicBezTo>
                  <a:cubicBezTo>
                    <a:pt x="207" y="207"/>
                    <a:pt x="223" y="186"/>
                    <a:pt x="223" y="169"/>
                  </a:cubicBezTo>
                  <a:cubicBezTo>
                    <a:pt x="174" y="120"/>
                    <a:pt x="120" y="66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32"/>
            <p:cNvSpPr/>
            <p:nvPr/>
          </p:nvSpPr>
          <p:spPr>
            <a:xfrm>
              <a:off x="4755800" y="2998275"/>
              <a:ext cx="2100" cy="1350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83" y="0"/>
                  </a:moveTo>
                  <a:cubicBezTo>
                    <a:pt x="50" y="17"/>
                    <a:pt x="34" y="37"/>
                    <a:pt x="1" y="54"/>
                  </a:cubicBezTo>
                  <a:cubicBezTo>
                    <a:pt x="34" y="54"/>
                    <a:pt x="67" y="37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32"/>
            <p:cNvSpPr/>
            <p:nvPr/>
          </p:nvSpPr>
          <p:spPr>
            <a:xfrm>
              <a:off x="4911650" y="2981575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87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0" y="190"/>
                    <a:pt x="17" y="223"/>
                    <a:pt x="54" y="239"/>
                  </a:cubicBezTo>
                  <a:cubicBezTo>
                    <a:pt x="66" y="251"/>
                    <a:pt x="86" y="263"/>
                    <a:pt x="102" y="263"/>
                  </a:cubicBezTo>
                  <a:cubicBezTo>
                    <a:pt x="109" y="263"/>
                    <a:pt x="115" y="261"/>
                    <a:pt x="120" y="256"/>
                  </a:cubicBezTo>
                  <a:cubicBezTo>
                    <a:pt x="190" y="256"/>
                    <a:pt x="223" y="190"/>
                    <a:pt x="223" y="120"/>
                  </a:cubicBezTo>
                  <a:cubicBezTo>
                    <a:pt x="223" y="87"/>
                    <a:pt x="207" y="50"/>
                    <a:pt x="174" y="33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36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32"/>
            <p:cNvSpPr/>
            <p:nvPr/>
          </p:nvSpPr>
          <p:spPr>
            <a:xfrm>
              <a:off x="4903500" y="29986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7" y="1"/>
                  </a:moveTo>
                  <a:cubicBezTo>
                    <a:pt x="104" y="1"/>
                    <a:pt x="71" y="21"/>
                    <a:pt x="50" y="38"/>
                  </a:cubicBezTo>
                  <a:cubicBezTo>
                    <a:pt x="34" y="54"/>
                    <a:pt x="17" y="87"/>
                    <a:pt x="17" y="124"/>
                  </a:cubicBezTo>
                  <a:cubicBezTo>
                    <a:pt x="1" y="157"/>
                    <a:pt x="17" y="190"/>
                    <a:pt x="34" y="227"/>
                  </a:cubicBezTo>
                  <a:cubicBezTo>
                    <a:pt x="50" y="244"/>
                    <a:pt x="87" y="260"/>
                    <a:pt x="104" y="260"/>
                  </a:cubicBezTo>
                  <a:cubicBezTo>
                    <a:pt x="113" y="265"/>
                    <a:pt x="123" y="267"/>
                    <a:pt x="133" y="267"/>
                  </a:cubicBezTo>
                  <a:cubicBezTo>
                    <a:pt x="157" y="267"/>
                    <a:pt x="179" y="255"/>
                    <a:pt x="190" y="244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0" y="38"/>
                    <a:pt x="174" y="21"/>
                    <a:pt x="153" y="21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32"/>
            <p:cNvSpPr/>
            <p:nvPr/>
          </p:nvSpPr>
          <p:spPr>
            <a:xfrm>
              <a:off x="4903925" y="296652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57" y="0"/>
                  </a:moveTo>
                  <a:cubicBezTo>
                    <a:pt x="120" y="0"/>
                    <a:pt x="87" y="0"/>
                    <a:pt x="70" y="17"/>
                  </a:cubicBezTo>
                  <a:cubicBezTo>
                    <a:pt x="54" y="33"/>
                    <a:pt x="33" y="50"/>
                    <a:pt x="17" y="87"/>
                  </a:cubicBezTo>
                  <a:cubicBezTo>
                    <a:pt x="0" y="103"/>
                    <a:pt x="0" y="136"/>
                    <a:pt x="17" y="173"/>
                  </a:cubicBezTo>
                  <a:cubicBezTo>
                    <a:pt x="17" y="206"/>
                    <a:pt x="54" y="239"/>
                    <a:pt x="87" y="239"/>
                  </a:cubicBezTo>
                  <a:cubicBezTo>
                    <a:pt x="100" y="249"/>
                    <a:pt x="115" y="254"/>
                    <a:pt x="130" y="254"/>
                  </a:cubicBezTo>
                  <a:cubicBezTo>
                    <a:pt x="170" y="254"/>
                    <a:pt x="211" y="221"/>
                    <a:pt x="223" y="173"/>
                  </a:cubicBezTo>
                  <a:cubicBezTo>
                    <a:pt x="239" y="103"/>
                    <a:pt x="223" y="33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32"/>
            <p:cNvSpPr/>
            <p:nvPr/>
          </p:nvSpPr>
          <p:spPr>
            <a:xfrm>
              <a:off x="4909475" y="3026600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41" y="1"/>
                  </a:moveTo>
                  <a:cubicBezTo>
                    <a:pt x="120" y="1"/>
                    <a:pt x="87" y="17"/>
                    <a:pt x="71" y="38"/>
                  </a:cubicBezTo>
                  <a:cubicBezTo>
                    <a:pt x="17" y="87"/>
                    <a:pt x="1" y="158"/>
                    <a:pt x="54" y="224"/>
                  </a:cubicBezTo>
                  <a:cubicBezTo>
                    <a:pt x="71" y="244"/>
                    <a:pt x="87" y="261"/>
                    <a:pt x="120" y="261"/>
                  </a:cubicBezTo>
                  <a:cubicBezTo>
                    <a:pt x="131" y="265"/>
                    <a:pt x="140" y="267"/>
                    <a:pt x="149" y="267"/>
                  </a:cubicBezTo>
                  <a:cubicBezTo>
                    <a:pt x="169" y="267"/>
                    <a:pt x="184" y="256"/>
                    <a:pt x="207" y="244"/>
                  </a:cubicBezTo>
                  <a:cubicBezTo>
                    <a:pt x="223" y="207"/>
                    <a:pt x="244" y="191"/>
                    <a:pt x="244" y="158"/>
                  </a:cubicBezTo>
                  <a:cubicBezTo>
                    <a:pt x="244" y="120"/>
                    <a:pt x="244" y="87"/>
                    <a:pt x="223" y="54"/>
                  </a:cubicBezTo>
                  <a:cubicBezTo>
                    <a:pt x="207" y="38"/>
                    <a:pt x="190" y="17"/>
                    <a:pt x="174" y="17"/>
                  </a:cubicBezTo>
                  <a:cubicBezTo>
                    <a:pt x="157" y="17"/>
                    <a:pt x="157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32"/>
            <p:cNvSpPr/>
            <p:nvPr/>
          </p:nvSpPr>
          <p:spPr>
            <a:xfrm>
              <a:off x="4906075" y="29489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11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1" y="154"/>
                    <a:pt x="17" y="220"/>
                    <a:pt x="87" y="257"/>
                  </a:cubicBezTo>
                  <a:lnTo>
                    <a:pt x="137" y="257"/>
                  </a:lnTo>
                  <a:cubicBezTo>
                    <a:pt x="174" y="257"/>
                    <a:pt x="207" y="220"/>
                    <a:pt x="223" y="170"/>
                  </a:cubicBezTo>
                  <a:cubicBezTo>
                    <a:pt x="240" y="133"/>
                    <a:pt x="223" y="84"/>
                    <a:pt x="207" y="51"/>
                  </a:cubicBezTo>
                  <a:cubicBezTo>
                    <a:pt x="190" y="30"/>
                    <a:pt x="174" y="14"/>
                    <a:pt x="153" y="14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32"/>
            <p:cNvSpPr/>
            <p:nvPr/>
          </p:nvSpPr>
          <p:spPr>
            <a:xfrm>
              <a:off x="4848575" y="3041150"/>
              <a:ext cx="6000" cy="4450"/>
            </a:xfrm>
            <a:custGeom>
              <a:avLst/>
              <a:gdLst/>
              <a:ahLst/>
              <a:cxnLst/>
              <a:rect l="l" t="t" r="r" b="b"/>
              <a:pathLst>
                <a:path w="240" h="178" extrusionOk="0">
                  <a:moveTo>
                    <a:pt x="126" y="0"/>
                  </a:moveTo>
                  <a:cubicBezTo>
                    <a:pt x="81" y="0"/>
                    <a:pt x="30" y="33"/>
                    <a:pt x="17" y="91"/>
                  </a:cubicBezTo>
                  <a:cubicBezTo>
                    <a:pt x="0" y="107"/>
                    <a:pt x="0" y="140"/>
                    <a:pt x="17" y="177"/>
                  </a:cubicBezTo>
                  <a:lnTo>
                    <a:pt x="223" y="177"/>
                  </a:lnTo>
                  <a:cubicBezTo>
                    <a:pt x="239" y="107"/>
                    <a:pt x="223" y="37"/>
                    <a:pt x="153" y="4"/>
                  </a:cubicBezTo>
                  <a:cubicBezTo>
                    <a:pt x="144" y="2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32"/>
            <p:cNvSpPr/>
            <p:nvPr/>
          </p:nvSpPr>
          <p:spPr>
            <a:xfrm>
              <a:off x="4894950" y="30294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5" y="0"/>
                    <a:pt x="109" y="2"/>
                    <a:pt x="104" y="7"/>
                  </a:cubicBezTo>
                  <a:cubicBezTo>
                    <a:pt x="66" y="7"/>
                    <a:pt x="50" y="28"/>
                    <a:pt x="33" y="61"/>
                  </a:cubicBezTo>
                  <a:cubicBezTo>
                    <a:pt x="17" y="78"/>
                    <a:pt x="0" y="111"/>
                    <a:pt x="0" y="148"/>
                  </a:cubicBezTo>
                  <a:cubicBezTo>
                    <a:pt x="17" y="181"/>
                    <a:pt x="33" y="214"/>
                    <a:pt x="50" y="234"/>
                  </a:cubicBezTo>
                  <a:cubicBezTo>
                    <a:pt x="66" y="251"/>
                    <a:pt x="104" y="267"/>
                    <a:pt x="137" y="267"/>
                  </a:cubicBezTo>
                  <a:cubicBezTo>
                    <a:pt x="186" y="251"/>
                    <a:pt x="240" y="181"/>
                    <a:pt x="223" y="111"/>
                  </a:cubicBezTo>
                  <a:cubicBezTo>
                    <a:pt x="223" y="78"/>
                    <a:pt x="207" y="45"/>
                    <a:pt x="186" y="28"/>
                  </a:cubicBezTo>
                  <a:cubicBezTo>
                    <a:pt x="170" y="28"/>
                    <a:pt x="170" y="7"/>
                    <a:pt x="153" y="7"/>
                  </a:cubicBezTo>
                  <a:cubicBezTo>
                    <a:pt x="142" y="7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32"/>
            <p:cNvSpPr/>
            <p:nvPr/>
          </p:nvSpPr>
          <p:spPr>
            <a:xfrm>
              <a:off x="4900100" y="30138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43" y="1"/>
                  </a:moveTo>
                  <a:cubicBezTo>
                    <a:pt x="133" y="1"/>
                    <a:pt x="120" y="5"/>
                    <a:pt x="104" y="13"/>
                  </a:cubicBezTo>
                  <a:cubicBezTo>
                    <a:pt x="50" y="13"/>
                    <a:pt x="1" y="83"/>
                    <a:pt x="17" y="153"/>
                  </a:cubicBezTo>
                  <a:cubicBezTo>
                    <a:pt x="17" y="186"/>
                    <a:pt x="34" y="219"/>
                    <a:pt x="67" y="240"/>
                  </a:cubicBezTo>
                  <a:cubicBezTo>
                    <a:pt x="78" y="251"/>
                    <a:pt x="100" y="263"/>
                    <a:pt x="118" y="263"/>
                  </a:cubicBezTo>
                  <a:cubicBezTo>
                    <a:pt x="125" y="263"/>
                    <a:pt x="132" y="261"/>
                    <a:pt x="137" y="256"/>
                  </a:cubicBezTo>
                  <a:cubicBezTo>
                    <a:pt x="207" y="256"/>
                    <a:pt x="240" y="186"/>
                    <a:pt x="240" y="116"/>
                  </a:cubicBezTo>
                  <a:cubicBezTo>
                    <a:pt x="223" y="67"/>
                    <a:pt x="207" y="34"/>
                    <a:pt x="170" y="13"/>
                  </a:cubicBezTo>
                  <a:cubicBezTo>
                    <a:pt x="161" y="5"/>
                    <a:pt x="153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32"/>
            <p:cNvSpPr/>
            <p:nvPr/>
          </p:nvSpPr>
          <p:spPr>
            <a:xfrm>
              <a:off x="4833100" y="3040425"/>
              <a:ext cx="6000" cy="5175"/>
            </a:xfrm>
            <a:custGeom>
              <a:avLst/>
              <a:gdLst/>
              <a:ahLst/>
              <a:cxnLst/>
              <a:rect l="l" t="t" r="r" b="b"/>
              <a:pathLst>
                <a:path w="240" h="207" extrusionOk="0">
                  <a:moveTo>
                    <a:pt x="104" y="0"/>
                  </a:moveTo>
                  <a:cubicBezTo>
                    <a:pt x="50" y="17"/>
                    <a:pt x="1" y="66"/>
                    <a:pt x="17" y="153"/>
                  </a:cubicBezTo>
                  <a:cubicBezTo>
                    <a:pt x="17" y="169"/>
                    <a:pt x="17" y="186"/>
                    <a:pt x="34" y="206"/>
                  </a:cubicBezTo>
                  <a:lnTo>
                    <a:pt x="223" y="206"/>
                  </a:lnTo>
                  <a:cubicBezTo>
                    <a:pt x="223" y="169"/>
                    <a:pt x="240" y="136"/>
                    <a:pt x="240" y="103"/>
                  </a:cubicBezTo>
                  <a:cubicBezTo>
                    <a:pt x="223" y="66"/>
                    <a:pt x="207" y="33"/>
                    <a:pt x="186" y="17"/>
                  </a:cubicBezTo>
                  <a:cubicBezTo>
                    <a:pt x="186" y="17"/>
                    <a:pt x="170" y="17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32"/>
            <p:cNvSpPr/>
            <p:nvPr/>
          </p:nvSpPr>
          <p:spPr>
            <a:xfrm>
              <a:off x="4578825" y="29647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20" y="0"/>
                  </a:moveTo>
                  <a:cubicBezTo>
                    <a:pt x="87" y="0"/>
                    <a:pt x="50" y="0"/>
                    <a:pt x="34" y="37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" y="190"/>
                    <a:pt x="17" y="206"/>
                  </a:cubicBezTo>
                  <a:cubicBezTo>
                    <a:pt x="34" y="243"/>
                    <a:pt x="71" y="260"/>
                    <a:pt x="87" y="260"/>
                  </a:cubicBezTo>
                  <a:cubicBezTo>
                    <a:pt x="120" y="260"/>
                    <a:pt x="153" y="260"/>
                    <a:pt x="174" y="223"/>
                  </a:cubicBezTo>
                  <a:cubicBezTo>
                    <a:pt x="223" y="190"/>
                    <a:pt x="223" y="103"/>
                    <a:pt x="190" y="54"/>
                  </a:cubicBezTo>
                  <a:cubicBezTo>
                    <a:pt x="174" y="37"/>
                    <a:pt x="174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32"/>
            <p:cNvSpPr/>
            <p:nvPr/>
          </p:nvSpPr>
          <p:spPr>
            <a:xfrm>
              <a:off x="4575825" y="30089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8" y="1"/>
                  </a:moveTo>
                  <a:cubicBezTo>
                    <a:pt x="67" y="1"/>
                    <a:pt x="50" y="21"/>
                    <a:pt x="34" y="38"/>
                  </a:cubicBezTo>
                  <a:cubicBezTo>
                    <a:pt x="17" y="71"/>
                    <a:pt x="1" y="104"/>
                    <a:pt x="1" y="158"/>
                  </a:cubicBezTo>
                  <a:cubicBezTo>
                    <a:pt x="1" y="191"/>
                    <a:pt x="17" y="207"/>
                    <a:pt x="50" y="228"/>
                  </a:cubicBezTo>
                  <a:cubicBezTo>
                    <a:pt x="67" y="261"/>
                    <a:pt x="104" y="261"/>
                    <a:pt x="121" y="261"/>
                  </a:cubicBezTo>
                  <a:cubicBezTo>
                    <a:pt x="191" y="244"/>
                    <a:pt x="224" y="191"/>
                    <a:pt x="224" y="125"/>
                  </a:cubicBezTo>
                  <a:lnTo>
                    <a:pt x="224" y="104"/>
                  </a:lnTo>
                  <a:cubicBezTo>
                    <a:pt x="207" y="54"/>
                    <a:pt x="191" y="2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32"/>
            <p:cNvSpPr/>
            <p:nvPr/>
          </p:nvSpPr>
          <p:spPr>
            <a:xfrm>
              <a:off x="4579250" y="2932325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08" y="1"/>
                  </a:moveTo>
                  <a:cubicBezTo>
                    <a:pt x="92" y="1"/>
                    <a:pt x="73" y="9"/>
                    <a:pt x="54" y="28"/>
                  </a:cubicBezTo>
                  <a:cubicBezTo>
                    <a:pt x="33" y="28"/>
                    <a:pt x="17" y="61"/>
                    <a:pt x="0" y="78"/>
                  </a:cubicBezTo>
                  <a:lnTo>
                    <a:pt x="0" y="164"/>
                  </a:lnTo>
                  <a:cubicBezTo>
                    <a:pt x="17" y="201"/>
                    <a:pt x="33" y="234"/>
                    <a:pt x="70" y="251"/>
                  </a:cubicBezTo>
                  <a:cubicBezTo>
                    <a:pt x="83" y="260"/>
                    <a:pt x="98" y="264"/>
                    <a:pt x="112" y="264"/>
                  </a:cubicBezTo>
                  <a:cubicBezTo>
                    <a:pt x="153" y="264"/>
                    <a:pt x="194" y="232"/>
                    <a:pt x="206" y="181"/>
                  </a:cubicBezTo>
                  <a:cubicBezTo>
                    <a:pt x="223" y="115"/>
                    <a:pt x="206" y="28"/>
                    <a:pt x="136" y="12"/>
                  </a:cubicBezTo>
                  <a:cubicBezTo>
                    <a:pt x="129" y="5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32"/>
            <p:cNvSpPr/>
            <p:nvPr/>
          </p:nvSpPr>
          <p:spPr>
            <a:xfrm>
              <a:off x="4584400" y="29927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20" y="0"/>
                    <a:pt x="87" y="0"/>
                    <a:pt x="70" y="33"/>
                  </a:cubicBezTo>
                  <a:cubicBezTo>
                    <a:pt x="17" y="71"/>
                    <a:pt x="0" y="157"/>
                    <a:pt x="54" y="207"/>
                  </a:cubicBezTo>
                  <a:cubicBezTo>
                    <a:pt x="70" y="240"/>
                    <a:pt x="87" y="260"/>
                    <a:pt x="120" y="260"/>
                  </a:cubicBezTo>
                  <a:cubicBezTo>
                    <a:pt x="157" y="260"/>
                    <a:pt x="173" y="260"/>
                    <a:pt x="206" y="223"/>
                  </a:cubicBezTo>
                  <a:cubicBezTo>
                    <a:pt x="223" y="207"/>
                    <a:pt x="239" y="174"/>
                    <a:pt x="239" y="136"/>
                  </a:cubicBezTo>
                  <a:cubicBezTo>
                    <a:pt x="239" y="104"/>
                    <a:pt x="239" y="71"/>
                    <a:pt x="223" y="54"/>
                  </a:cubicBezTo>
                  <a:cubicBezTo>
                    <a:pt x="206" y="33"/>
                    <a:pt x="190" y="17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32"/>
            <p:cNvSpPr/>
            <p:nvPr/>
          </p:nvSpPr>
          <p:spPr>
            <a:xfrm>
              <a:off x="4581000" y="29148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5" y="1"/>
                  </a:moveTo>
                  <a:cubicBezTo>
                    <a:pt x="80" y="1"/>
                    <a:pt x="30" y="31"/>
                    <a:pt x="17" y="75"/>
                  </a:cubicBezTo>
                  <a:cubicBezTo>
                    <a:pt x="0" y="141"/>
                    <a:pt x="17" y="227"/>
                    <a:pt x="87" y="244"/>
                  </a:cubicBezTo>
                  <a:cubicBezTo>
                    <a:pt x="103" y="260"/>
                    <a:pt x="120" y="260"/>
                    <a:pt x="136" y="260"/>
                  </a:cubicBezTo>
                  <a:cubicBezTo>
                    <a:pt x="169" y="244"/>
                    <a:pt x="206" y="227"/>
                    <a:pt x="223" y="178"/>
                  </a:cubicBezTo>
                  <a:cubicBezTo>
                    <a:pt x="239" y="124"/>
                    <a:pt x="223" y="75"/>
                    <a:pt x="206" y="38"/>
                  </a:cubicBezTo>
                  <a:cubicBezTo>
                    <a:pt x="190" y="21"/>
                    <a:pt x="169" y="21"/>
                    <a:pt x="153" y="5"/>
                  </a:cubicBezTo>
                  <a:cubicBezTo>
                    <a:pt x="144" y="2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32"/>
            <p:cNvSpPr/>
            <p:nvPr/>
          </p:nvSpPr>
          <p:spPr>
            <a:xfrm>
              <a:off x="4564200" y="2965325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20" y="1"/>
                  </a:moveTo>
                  <a:cubicBezTo>
                    <a:pt x="77" y="1"/>
                    <a:pt x="44" y="33"/>
                    <a:pt x="17" y="81"/>
                  </a:cubicBezTo>
                  <a:cubicBezTo>
                    <a:pt x="0" y="151"/>
                    <a:pt x="37" y="221"/>
                    <a:pt x="87" y="254"/>
                  </a:cubicBezTo>
                  <a:cubicBezTo>
                    <a:pt x="98" y="254"/>
                    <a:pt x="109" y="262"/>
                    <a:pt x="121" y="262"/>
                  </a:cubicBezTo>
                  <a:cubicBezTo>
                    <a:pt x="127" y="262"/>
                    <a:pt x="133" y="260"/>
                    <a:pt x="140" y="254"/>
                  </a:cubicBezTo>
                  <a:cubicBezTo>
                    <a:pt x="173" y="254"/>
                    <a:pt x="206" y="221"/>
                    <a:pt x="223" y="184"/>
                  </a:cubicBezTo>
                  <a:cubicBezTo>
                    <a:pt x="243" y="135"/>
                    <a:pt x="243" y="81"/>
                    <a:pt x="206" y="48"/>
                  </a:cubicBezTo>
                  <a:cubicBezTo>
                    <a:pt x="190" y="32"/>
                    <a:pt x="190" y="15"/>
                    <a:pt x="173" y="15"/>
                  </a:cubicBezTo>
                  <a:cubicBezTo>
                    <a:pt x="154" y="5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32"/>
            <p:cNvSpPr/>
            <p:nvPr/>
          </p:nvSpPr>
          <p:spPr>
            <a:xfrm>
              <a:off x="4573675" y="3025675"/>
              <a:ext cx="6425" cy="6675"/>
            </a:xfrm>
            <a:custGeom>
              <a:avLst/>
              <a:gdLst/>
              <a:ahLst/>
              <a:cxnLst/>
              <a:rect l="l" t="t" r="r" b="b"/>
              <a:pathLst>
                <a:path w="257" h="267" extrusionOk="0">
                  <a:moveTo>
                    <a:pt x="139" y="1"/>
                  </a:moveTo>
                  <a:cubicBezTo>
                    <a:pt x="86" y="1"/>
                    <a:pt x="44" y="33"/>
                    <a:pt x="17" y="91"/>
                  </a:cubicBezTo>
                  <a:cubicBezTo>
                    <a:pt x="0" y="157"/>
                    <a:pt x="33" y="228"/>
                    <a:pt x="87" y="261"/>
                  </a:cubicBezTo>
                  <a:cubicBezTo>
                    <a:pt x="96" y="264"/>
                    <a:pt x="106" y="266"/>
                    <a:pt x="116" y="266"/>
                  </a:cubicBezTo>
                  <a:cubicBezTo>
                    <a:pt x="161" y="266"/>
                    <a:pt x="210" y="232"/>
                    <a:pt x="223" y="178"/>
                  </a:cubicBezTo>
                  <a:cubicBezTo>
                    <a:pt x="256" y="108"/>
                    <a:pt x="223" y="38"/>
                    <a:pt x="174" y="5"/>
                  </a:cubicBezTo>
                  <a:cubicBezTo>
                    <a:pt x="162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32"/>
            <p:cNvSpPr/>
            <p:nvPr/>
          </p:nvSpPr>
          <p:spPr>
            <a:xfrm>
              <a:off x="4562950" y="301185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11" y="1"/>
                  </a:moveTo>
                  <a:cubicBezTo>
                    <a:pt x="92" y="1"/>
                    <a:pt x="76" y="14"/>
                    <a:pt x="50" y="26"/>
                  </a:cubicBezTo>
                  <a:cubicBezTo>
                    <a:pt x="1" y="76"/>
                    <a:pt x="1" y="162"/>
                    <a:pt x="34" y="216"/>
                  </a:cubicBezTo>
                  <a:cubicBezTo>
                    <a:pt x="50" y="232"/>
                    <a:pt x="87" y="249"/>
                    <a:pt x="120" y="265"/>
                  </a:cubicBezTo>
                  <a:cubicBezTo>
                    <a:pt x="137" y="265"/>
                    <a:pt x="170" y="249"/>
                    <a:pt x="190" y="232"/>
                  </a:cubicBezTo>
                  <a:cubicBezTo>
                    <a:pt x="223" y="216"/>
                    <a:pt x="223" y="179"/>
                    <a:pt x="240" y="146"/>
                  </a:cubicBezTo>
                  <a:cubicBezTo>
                    <a:pt x="240" y="113"/>
                    <a:pt x="223" y="76"/>
                    <a:pt x="207" y="43"/>
                  </a:cubicBezTo>
                  <a:cubicBezTo>
                    <a:pt x="207" y="26"/>
                    <a:pt x="190" y="26"/>
                    <a:pt x="170" y="10"/>
                  </a:cubicBezTo>
                  <a:lnTo>
                    <a:pt x="137" y="10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32"/>
            <p:cNvSpPr/>
            <p:nvPr/>
          </p:nvSpPr>
          <p:spPr>
            <a:xfrm>
              <a:off x="4651800" y="299810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95" y="0"/>
                  </a:moveTo>
                  <a:cubicBezTo>
                    <a:pt x="76" y="0"/>
                    <a:pt x="61" y="12"/>
                    <a:pt x="38" y="24"/>
                  </a:cubicBezTo>
                  <a:cubicBezTo>
                    <a:pt x="17" y="61"/>
                    <a:pt x="1" y="77"/>
                    <a:pt x="1" y="110"/>
                  </a:cubicBezTo>
                  <a:cubicBezTo>
                    <a:pt x="1" y="147"/>
                    <a:pt x="1" y="180"/>
                    <a:pt x="17" y="213"/>
                  </a:cubicBezTo>
                  <a:cubicBezTo>
                    <a:pt x="38" y="230"/>
                    <a:pt x="71" y="250"/>
                    <a:pt x="104" y="267"/>
                  </a:cubicBezTo>
                  <a:cubicBezTo>
                    <a:pt x="120" y="267"/>
                    <a:pt x="157" y="250"/>
                    <a:pt x="174" y="230"/>
                  </a:cubicBezTo>
                  <a:cubicBezTo>
                    <a:pt x="223" y="180"/>
                    <a:pt x="244" y="110"/>
                    <a:pt x="190" y="44"/>
                  </a:cubicBezTo>
                  <a:cubicBezTo>
                    <a:pt x="190" y="24"/>
                    <a:pt x="174" y="24"/>
                    <a:pt x="157" y="7"/>
                  </a:cubicBezTo>
                  <a:lnTo>
                    <a:pt x="120" y="7"/>
                  </a:lnTo>
                  <a:cubicBezTo>
                    <a:pt x="110" y="2"/>
                    <a:pt x="102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32"/>
            <p:cNvSpPr/>
            <p:nvPr/>
          </p:nvSpPr>
          <p:spPr>
            <a:xfrm>
              <a:off x="4653975" y="29481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22" y="1"/>
                  </a:moveTo>
                  <a:cubicBezTo>
                    <a:pt x="78" y="1"/>
                    <a:pt x="44" y="32"/>
                    <a:pt x="17" y="84"/>
                  </a:cubicBezTo>
                  <a:cubicBezTo>
                    <a:pt x="0" y="150"/>
                    <a:pt x="33" y="220"/>
                    <a:pt x="87" y="253"/>
                  </a:cubicBezTo>
                  <a:lnTo>
                    <a:pt x="136" y="253"/>
                  </a:lnTo>
                  <a:cubicBezTo>
                    <a:pt x="173" y="253"/>
                    <a:pt x="206" y="220"/>
                    <a:pt x="223" y="187"/>
                  </a:cubicBezTo>
                  <a:cubicBezTo>
                    <a:pt x="239" y="133"/>
                    <a:pt x="239" y="84"/>
                    <a:pt x="206" y="47"/>
                  </a:cubicBezTo>
                  <a:cubicBezTo>
                    <a:pt x="190" y="30"/>
                    <a:pt x="190" y="14"/>
                    <a:pt x="173" y="14"/>
                  </a:cubicBezTo>
                  <a:cubicBezTo>
                    <a:pt x="155" y="5"/>
                    <a:pt x="138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32"/>
            <p:cNvSpPr/>
            <p:nvPr/>
          </p:nvSpPr>
          <p:spPr>
            <a:xfrm>
              <a:off x="4657875" y="3026025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07" y="1"/>
                  </a:moveTo>
                  <a:cubicBezTo>
                    <a:pt x="84" y="1"/>
                    <a:pt x="62" y="12"/>
                    <a:pt x="50" y="24"/>
                  </a:cubicBezTo>
                  <a:cubicBezTo>
                    <a:pt x="1" y="77"/>
                    <a:pt x="1" y="164"/>
                    <a:pt x="34" y="214"/>
                  </a:cubicBezTo>
                  <a:cubicBezTo>
                    <a:pt x="50" y="230"/>
                    <a:pt x="67" y="247"/>
                    <a:pt x="104" y="267"/>
                  </a:cubicBezTo>
                  <a:cubicBezTo>
                    <a:pt x="137" y="267"/>
                    <a:pt x="170" y="247"/>
                    <a:pt x="186" y="230"/>
                  </a:cubicBezTo>
                  <a:cubicBezTo>
                    <a:pt x="207" y="214"/>
                    <a:pt x="223" y="181"/>
                    <a:pt x="223" y="143"/>
                  </a:cubicBezTo>
                  <a:cubicBezTo>
                    <a:pt x="223" y="110"/>
                    <a:pt x="223" y="77"/>
                    <a:pt x="207" y="40"/>
                  </a:cubicBezTo>
                  <a:cubicBezTo>
                    <a:pt x="186" y="24"/>
                    <a:pt x="170" y="7"/>
                    <a:pt x="153" y="7"/>
                  </a:cubicBezTo>
                  <a:lnTo>
                    <a:pt x="137" y="7"/>
                  </a:lnTo>
                  <a:cubicBezTo>
                    <a:pt x="127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12813;p32"/>
            <p:cNvSpPr/>
            <p:nvPr/>
          </p:nvSpPr>
          <p:spPr>
            <a:xfrm>
              <a:off x="4596875" y="3040275"/>
              <a:ext cx="5575" cy="3575"/>
            </a:xfrm>
            <a:custGeom>
              <a:avLst/>
              <a:gdLst/>
              <a:ahLst/>
              <a:cxnLst/>
              <a:rect l="l" t="t" r="r" b="b"/>
              <a:pathLst>
                <a:path w="223" h="143" extrusionOk="0">
                  <a:moveTo>
                    <a:pt x="117" y="1"/>
                  </a:moveTo>
                  <a:cubicBezTo>
                    <a:pt x="67" y="1"/>
                    <a:pt x="27" y="35"/>
                    <a:pt x="0" y="89"/>
                  </a:cubicBezTo>
                  <a:lnTo>
                    <a:pt x="0" y="142"/>
                  </a:lnTo>
                  <a:lnTo>
                    <a:pt x="223" y="142"/>
                  </a:lnTo>
                  <a:cubicBezTo>
                    <a:pt x="223" y="89"/>
                    <a:pt x="190" y="39"/>
                    <a:pt x="153" y="6"/>
                  </a:cubicBezTo>
                  <a:cubicBezTo>
                    <a:pt x="140" y="2"/>
                    <a:pt x="128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4" name="Google Shape;12814;p32"/>
            <p:cNvSpPr/>
            <p:nvPr/>
          </p:nvSpPr>
          <p:spPr>
            <a:xfrm>
              <a:off x="4652225" y="29658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5" y="0"/>
                  </a:moveTo>
                  <a:cubicBezTo>
                    <a:pt x="88" y="0"/>
                    <a:pt x="70" y="4"/>
                    <a:pt x="54" y="13"/>
                  </a:cubicBezTo>
                  <a:cubicBezTo>
                    <a:pt x="37" y="29"/>
                    <a:pt x="21" y="46"/>
                    <a:pt x="0" y="79"/>
                  </a:cubicBezTo>
                  <a:lnTo>
                    <a:pt x="0" y="165"/>
                  </a:lnTo>
                  <a:cubicBezTo>
                    <a:pt x="21" y="202"/>
                    <a:pt x="37" y="235"/>
                    <a:pt x="70" y="252"/>
                  </a:cubicBezTo>
                  <a:cubicBezTo>
                    <a:pt x="79" y="255"/>
                    <a:pt x="89" y="256"/>
                    <a:pt x="98" y="256"/>
                  </a:cubicBezTo>
                  <a:cubicBezTo>
                    <a:pt x="145" y="256"/>
                    <a:pt x="193" y="223"/>
                    <a:pt x="206" y="165"/>
                  </a:cubicBezTo>
                  <a:cubicBezTo>
                    <a:pt x="243" y="116"/>
                    <a:pt x="206" y="29"/>
                    <a:pt x="157" y="13"/>
                  </a:cubicBezTo>
                  <a:cubicBezTo>
                    <a:pt x="140" y="4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32"/>
            <p:cNvSpPr/>
            <p:nvPr/>
          </p:nvSpPr>
          <p:spPr>
            <a:xfrm>
              <a:off x="4659525" y="2980925"/>
              <a:ext cx="6125" cy="6650"/>
            </a:xfrm>
            <a:custGeom>
              <a:avLst/>
              <a:gdLst/>
              <a:ahLst/>
              <a:cxnLst/>
              <a:rect l="l" t="t" r="r" b="b"/>
              <a:pathLst>
                <a:path w="245" h="266" extrusionOk="0">
                  <a:moveTo>
                    <a:pt x="121" y="1"/>
                  </a:moveTo>
                  <a:cubicBezTo>
                    <a:pt x="115" y="1"/>
                    <a:pt x="109" y="3"/>
                    <a:pt x="104" y="10"/>
                  </a:cubicBezTo>
                  <a:cubicBezTo>
                    <a:pt x="38" y="10"/>
                    <a:pt x="1" y="76"/>
                    <a:pt x="1" y="146"/>
                  </a:cubicBezTo>
                  <a:cubicBezTo>
                    <a:pt x="17" y="179"/>
                    <a:pt x="38" y="216"/>
                    <a:pt x="54" y="232"/>
                  </a:cubicBezTo>
                  <a:cubicBezTo>
                    <a:pt x="71" y="249"/>
                    <a:pt x="104" y="265"/>
                    <a:pt x="141" y="265"/>
                  </a:cubicBezTo>
                  <a:cubicBezTo>
                    <a:pt x="190" y="249"/>
                    <a:pt x="244" y="179"/>
                    <a:pt x="223" y="113"/>
                  </a:cubicBezTo>
                  <a:cubicBezTo>
                    <a:pt x="223" y="76"/>
                    <a:pt x="207" y="43"/>
                    <a:pt x="190" y="26"/>
                  </a:cubicBezTo>
                  <a:cubicBezTo>
                    <a:pt x="174" y="26"/>
                    <a:pt x="174" y="10"/>
                    <a:pt x="157" y="10"/>
                  </a:cubicBezTo>
                  <a:cubicBezTo>
                    <a:pt x="146" y="10"/>
                    <a:pt x="134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32"/>
            <p:cNvSpPr/>
            <p:nvPr/>
          </p:nvSpPr>
          <p:spPr>
            <a:xfrm>
              <a:off x="4643250" y="30287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7" y="0"/>
                  </a:moveTo>
                  <a:cubicBezTo>
                    <a:pt x="50" y="0"/>
                    <a:pt x="33" y="1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07"/>
                    <a:pt x="33" y="223"/>
                  </a:cubicBezTo>
                  <a:cubicBezTo>
                    <a:pt x="70" y="260"/>
                    <a:pt x="87" y="260"/>
                    <a:pt x="120" y="260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07" y="71"/>
                    <a:pt x="190" y="33"/>
                    <a:pt x="174" y="17"/>
                  </a:cubicBezTo>
                  <a:cubicBezTo>
                    <a:pt x="153" y="17"/>
                    <a:pt x="153" y="17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32"/>
            <p:cNvSpPr/>
            <p:nvPr/>
          </p:nvSpPr>
          <p:spPr>
            <a:xfrm>
              <a:off x="4648400" y="30133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33" y="0"/>
                    <a:pt x="1" y="70"/>
                    <a:pt x="1" y="136"/>
                  </a:cubicBezTo>
                  <a:cubicBezTo>
                    <a:pt x="17" y="173"/>
                    <a:pt x="17" y="206"/>
                    <a:pt x="50" y="223"/>
                  </a:cubicBezTo>
                  <a:cubicBezTo>
                    <a:pt x="71" y="260"/>
                    <a:pt x="104" y="260"/>
                    <a:pt x="137" y="260"/>
                  </a:cubicBezTo>
                  <a:cubicBezTo>
                    <a:pt x="190" y="239"/>
                    <a:pt x="240" y="173"/>
                    <a:pt x="223" y="103"/>
                  </a:cubicBezTo>
                  <a:cubicBezTo>
                    <a:pt x="223" y="54"/>
                    <a:pt x="19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32"/>
            <p:cNvSpPr/>
            <p:nvPr/>
          </p:nvSpPr>
          <p:spPr>
            <a:xfrm>
              <a:off x="4569750" y="299527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4" y="1"/>
                  </a:moveTo>
                  <a:cubicBezTo>
                    <a:pt x="71" y="17"/>
                    <a:pt x="54" y="33"/>
                    <a:pt x="38" y="54"/>
                  </a:cubicBezTo>
                  <a:cubicBezTo>
                    <a:pt x="21" y="87"/>
                    <a:pt x="1" y="120"/>
                    <a:pt x="21" y="157"/>
                  </a:cubicBezTo>
                  <a:cubicBezTo>
                    <a:pt x="21" y="190"/>
                    <a:pt x="38" y="223"/>
                    <a:pt x="54" y="240"/>
                  </a:cubicBezTo>
                  <a:cubicBezTo>
                    <a:pt x="78" y="254"/>
                    <a:pt x="93" y="267"/>
                    <a:pt x="113" y="267"/>
                  </a:cubicBezTo>
                  <a:cubicBezTo>
                    <a:pt x="121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0"/>
                  </a:cubicBezTo>
                  <a:cubicBezTo>
                    <a:pt x="227" y="87"/>
                    <a:pt x="207" y="54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32"/>
            <p:cNvSpPr/>
            <p:nvPr/>
          </p:nvSpPr>
          <p:spPr>
            <a:xfrm>
              <a:off x="4958850" y="3000675"/>
              <a:ext cx="6525" cy="6575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22" y="0"/>
                  </a:moveTo>
                  <a:cubicBezTo>
                    <a:pt x="104" y="0"/>
                    <a:pt x="82" y="12"/>
                    <a:pt x="71" y="24"/>
                  </a:cubicBezTo>
                  <a:cubicBezTo>
                    <a:pt x="21" y="77"/>
                    <a:pt x="1" y="164"/>
                    <a:pt x="54" y="213"/>
                  </a:cubicBezTo>
                  <a:cubicBezTo>
                    <a:pt x="73" y="244"/>
                    <a:pt x="105" y="263"/>
                    <a:pt x="137" y="263"/>
                  </a:cubicBezTo>
                  <a:cubicBezTo>
                    <a:pt x="161" y="263"/>
                    <a:pt x="186" y="253"/>
                    <a:pt x="207" y="230"/>
                  </a:cubicBezTo>
                  <a:cubicBezTo>
                    <a:pt x="260" y="180"/>
                    <a:pt x="260" y="110"/>
                    <a:pt x="227" y="44"/>
                  </a:cubicBezTo>
                  <a:cubicBezTo>
                    <a:pt x="207" y="24"/>
                    <a:pt x="190" y="24"/>
                    <a:pt x="174" y="7"/>
                  </a:cubicBezTo>
                  <a:lnTo>
                    <a:pt x="141" y="7"/>
                  </a:lnTo>
                  <a:cubicBezTo>
                    <a:pt x="136" y="2"/>
                    <a:pt x="129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32"/>
            <p:cNvSpPr/>
            <p:nvPr/>
          </p:nvSpPr>
          <p:spPr>
            <a:xfrm>
              <a:off x="4566350" y="2796025"/>
              <a:ext cx="5600" cy="4400"/>
            </a:xfrm>
            <a:custGeom>
              <a:avLst/>
              <a:gdLst/>
              <a:ahLst/>
              <a:cxnLst/>
              <a:rect l="l" t="t" r="r" b="b"/>
              <a:pathLst>
                <a:path w="224" h="176" extrusionOk="0">
                  <a:moveTo>
                    <a:pt x="223" y="1"/>
                  </a:moveTo>
                  <a:cubicBezTo>
                    <a:pt x="174" y="17"/>
                    <a:pt x="104" y="34"/>
                    <a:pt x="54" y="34"/>
                  </a:cubicBezTo>
                  <a:cubicBezTo>
                    <a:pt x="34" y="34"/>
                    <a:pt x="17" y="50"/>
                    <a:pt x="1" y="50"/>
                  </a:cubicBezTo>
                  <a:cubicBezTo>
                    <a:pt x="1" y="104"/>
                    <a:pt x="34" y="154"/>
                    <a:pt x="71" y="170"/>
                  </a:cubicBezTo>
                  <a:cubicBezTo>
                    <a:pt x="83" y="174"/>
                    <a:pt x="95" y="176"/>
                    <a:pt x="106" y="176"/>
                  </a:cubicBezTo>
                  <a:cubicBezTo>
                    <a:pt x="156" y="176"/>
                    <a:pt x="197" y="141"/>
                    <a:pt x="223" y="88"/>
                  </a:cubicBezTo>
                  <a:lnTo>
                    <a:pt x="2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32"/>
            <p:cNvSpPr/>
            <p:nvPr/>
          </p:nvSpPr>
          <p:spPr>
            <a:xfrm>
              <a:off x="4561200" y="3026600"/>
              <a:ext cx="3425" cy="6625"/>
            </a:xfrm>
            <a:custGeom>
              <a:avLst/>
              <a:gdLst/>
              <a:ahLst/>
              <a:cxnLst/>
              <a:rect l="l" t="t" r="r" b="b"/>
              <a:pathLst>
                <a:path w="137" h="265" extrusionOk="0">
                  <a:moveTo>
                    <a:pt x="1" y="1"/>
                  </a:moveTo>
                  <a:lnTo>
                    <a:pt x="1" y="261"/>
                  </a:lnTo>
                  <a:cubicBezTo>
                    <a:pt x="10" y="263"/>
                    <a:pt x="19" y="265"/>
                    <a:pt x="27" y="265"/>
                  </a:cubicBezTo>
                  <a:cubicBezTo>
                    <a:pt x="70" y="265"/>
                    <a:pt x="106" y="232"/>
                    <a:pt x="120" y="174"/>
                  </a:cubicBezTo>
                  <a:cubicBezTo>
                    <a:pt x="137" y="120"/>
                    <a:pt x="104" y="38"/>
                    <a:pt x="54" y="17"/>
                  </a:cubicBezTo>
                  <a:cubicBezTo>
                    <a:pt x="34" y="1"/>
                    <a:pt x="17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32"/>
            <p:cNvSpPr/>
            <p:nvPr/>
          </p:nvSpPr>
          <p:spPr>
            <a:xfrm>
              <a:off x="4977400" y="3003000"/>
              <a:ext cx="1675" cy="3025"/>
            </a:xfrm>
            <a:custGeom>
              <a:avLst/>
              <a:gdLst/>
              <a:ahLst/>
              <a:cxnLst/>
              <a:rect l="l" t="t" r="r" b="b"/>
              <a:pathLst>
                <a:path w="67" h="121" extrusionOk="0">
                  <a:moveTo>
                    <a:pt x="1" y="1"/>
                  </a:moveTo>
                  <a:lnTo>
                    <a:pt x="1" y="34"/>
                  </a:lnTo>
                  <a:cubicBezTo>
                    <a:pt x="17" y="71"/>
                    <a:pt x="34" y="104"/>
                    <a:pt x="67" y="120"/>
                  </a:cubicBezTo>
                  <a:cubicBezTo>
                    <a:pt x="34" y="71"/>
                    <a:pt x="17" y="3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32"/>
            <p:cNvSpPr/>
            <p:nvPr/>
          </p:nvSpPr>
          <p:spPr>
            <a:xfrm>
              <a:off x="4566775" y="3041325"/>
              <a:ext cx="5175" cy="2100"/>
            </a:xfrm>
            <a:custGeom>
              <a:avLst/>
              <a:gdLst/>
              <a:ahLst/>
              <a:cxnLst/>
              <a:rect l="l" t="t" r="r" b="b"/>
              <a:pathLst>
                <a:path w="207" h="84" extrusionOk="0">
                  <a:moveTo>
                    <a:pt x="96" y="1"/>
                  </a:moveTo>
                  <a:cubicBezTo>
                    <a:pt x="53" y="1"/>
                    <a:pt x="12" y="32"/>
                    <a:pt x="0" y="84"/>
                  </a:cubicBezTo>
                  <a:lnTo>
                    <a:pt x="206" y="84"/>
                  </a:lnTo>
                  <a:cubicBezTo>
                    <a:pt x="190" y="47"/>
                    <a:pt x="173" y="30"/>
                    <a:pt x="140" y="14"/>
                  </a:cubicBezTo>
                  <a:cubicBezTo>
                    <a:pt x="126" y="5"/>
                    <a:pt x="111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12824;p32"/>
            <p:cNvSpPr/>
            <p:nvPr/>
          </p:nvSpPr>
          <p:spPr>
            <a:xfrm>
              <a:off x="4962350" y="30327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19" y="1"/>
                  </a:moveTo>
                  <a:cubicBezTo>
                    <a:pt x="76" y="1"/>
                    <a:pt x="41" y="34"/>
                    <a:pt x="17" y="82"/>
                  </a:cubicBezTo>
                  <a:cubicBezTo>
                    <a:pt x="1" y="152"/>
                    <a:pt x="34" y="238"/>
                    <a:pt x="87" y="255"/>
                  </a:cubicBezTo>
                  <a:cubicBezTo>
                    <a:pt x="98" y="255"/>
                    <a:pt x="109" y="262"/>
                    <a:pt x="120" y="262"/>
                  </a:cubicBezTo>
                  <a:cubicBezTo>
                    <a:pt x="126" y="262"/>
                    <a:pt x="131" y="260"/>
                    <a:pt x="137" y="255"/>
                  </a:cubicBezTo>
                  <a:cubicBezTo>
                    <a:pt x="170" y="255"/>
                    <a:pt x="207" y="222"/>
                    <a:pt x="224" y="185"/>
                  </a:cubicBezTo>
                  <a:cubicBezTo>
                    <a:pt x="240" y="135"/>
                    <a:pt x="240" y="82"/>
                    <a:pt x="207" y="49"/>
                  </a:cubicBezTo>
                  <a:cubicBezTo>
                    <a:pt x="191" y="32"/>
                    <a:pt x="191" y="16"/>
                    <a:pt x="170" y="16"/>
                  </a:cubicBezTo>
                  <a:cubicBezTo>
                    <a:pt x="152" y="5"/>
                    <a:pt x="135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12825;p32"/>
            <p:cNvSpPr/>
            <p:nvPr/>
          </p:nvSpPr>
          <p:spPr>
            <a:xfrm>
              <a:off x="4966175" y="2987125"/>
              <a:ext cx="5175" cy="6175"/>
            </a:xfrm>
            <a:custGeom>
              <a:avLst/>
              <a:gdLst/>
              <a:ahLst/>
              <a:cxnLst/>
              <a:rect l="l" t="t" r="r" b="b"/>
              <a:pathLst>
                <a:path w="207" h="247" extrusionOk="0">
                  <a:moveTo>
                    <a:pt x="87" y="1"/>
                  </a:moveTo>
                  <a:cubicBezTo>
                    <a:pt x="38" y="17"/>
                    <a:pt x="0" y="71"/>
                    <a:pt x="17" y="137"/>
                  </a:cubicBezTo>
                  <a:cubicBezTo>
                    <a:pt x="17" y="174"/>
                    <a:pt x="38" y="207"/>
                    <a:pt x="71" y="223"/>
                  </a:cubicBezTo>
                  <a:cubicBezTo>
                    <a:pt x="82" y="235"/>
                    <a:pt x="102" y="247"/>
                    <a:pt x="120" y="247"/>
                  </a:cubicBezTo>
                  <a:cubicBezTo>
                    <a:pt x="127" y="247"/>
                    <a:pt x="135" y="245"/>
                    <a:pt x="141" y="240"/>
                  </a:cubicBezTo>
                  <a:cubicBezTo>
                    <a:pt x="174" y="240"/>
                    <a:pt x="190" y="223"/>
                    <a:pt x="207" y="207"/>
                  </a:cubicBezTo>
                  <a:cubicBezTo>
                    <a:pt x="174" y="137"/>
                    <a:pt x="141" y="7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32"/>
            <p:cNvSpPr/>
            <p:nvPr/>
          </p:nvSpPr>
          <p:spPr>
            <a:xfrm>
              <a:off x="4976900" y="3032175"/>
              <a:ext cx="5675" cy="6525"/>
            </a:xfrm>
            <a:custGeom>
              <a:avLst/>
              <a:gdLst/>
              <a:ahLst/>
              <a:cxnLst/>
              <a:rect l="l" t="t" r="r" b="b"/>
              <a:pathLst>
                <a:path w="227" h="261" extrusionOk="0">
                  <a:moveTo>
                    <a:pt x="124" y="1"/>
                  </a:moveTo>
                  <a:cubicBezTo>
                    <a:pt x="87" y="1"/>
                    <a:pt x="54" y="1"/>
                    <a:pt x="37" y="38"/>
                  </a:cubicBezTo>
                  <a:cubicBezTo>
                    <a:pt x="21" y="54"/>
                    <a:pt x="0" y="87"/>
                    <a:pt x="0" y="124"/>
                  </a:cubicBezTo>
                  <a:cubicBezTo>
                    <a:pt x="0" y="157"/>
                    <a:pt x="0" y="190"/>
                    <a:pt x="21" y="207"/>
                  </a:cubicBezTo>
                  <a:cubicBezTo>
                    <a:pt x="37" y="244"/>
                    <a:pt x="70" y="260"/>
                    <a:pt x="87" y="260"/>
                  </a:cubicBezTo>
                  <a:cubicBezTo>
                    <a:pt x="124" y="260"/>
                    <a:pt x="157" y="260"/>
                    <a:pt x="173" y="227"/>
                  </a:cubicBezTo>
                  <a:cubicBezTo>
                    <a:pt x="227" y="190"/>
                    <a:pt x="227" y="104"/>
                    <a:pt x="190" y="54"/>
                  </a:cubicBezTo>
                  <a:cubicBezTo>
                    <a:pt x="173" y="38"/>
                    <a:pt x="173" y="21"/>
                    <a:pt x="157" y="21"/>
                  </a:cubicBezTo>
                  <a:cubicBezTo>
                    <a:pt x="140" y="1"/>
                    <a:pt x="124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32"/>
            <p:cNvSpPr/>
            <p:nvPr/>
          </p:nvSpPr>
          <p:spPr>
            <a:xfrm>
              <a:off x="4610975" y="2786550"/>
              <a:ext cx="5700" cy="5600"/>
            </a:xfrm>
            <a:custGeom>
              <a:avLst/>
              <a:gdLst/>
              <a:ahLst/>
              <a:cxnLst/>
              <a:rect l="l" t="t" r="r" b="b"/>
              <a:pathLst>
                <a:path w="228" h="224" extrusionOk="0">
                  <a:moveTo>
                    <a:pt x="191" y="1"/>
                  </a:moveTo>
                  <a:cubicBezTo>
                    <a:pt x="125" y="1"/>
                    <a:pt x="71" y="17"/>
                    <a:pt x="22" y="17"/>
                  </a:cubicBezTo>
                  <a:cubicBezTo>
                    <a:pt x="1" y="71"/>
                    <a:pt x="1" y="137"/>
                    <a:pt x="38" y="174"/>
                  </a:cubicBezTo>
                  <a:cubicBezTo>
                    <a:pt x="54" y="207"/>
                    <a:pt x="71" y="223"/>
                    <a:pt x="104" y="223"/>
                  </a:cubicBezTo>
                  <a:cubicBezTo>
                    <a:pt x="141" y="223"/>
                    <a:pt x="158" y="223"/>
                    <a:pt x="191" y="190"/>
                  </a:cubicBezTo>
                  <a:cubicBezTo>
                    <a:pt x="207" y="174"/>
                    <a:pt x="228" y="137"/>
                    <a:pt x="228" y="104"/>
                  </a:cubicBezTo>
                  <a:cubicBezTo>
                    <a:pt x="228" y="71"/>
                    <a:pt x="228" y="34"/>
                    <a:pt x="207" y="17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32"/>
            <p:cNvSpPr/>
            <p:nvPr/>
          </p:nvSpPr>
          <p:spPr>
            <a:xfrm>
              <a:off x="4900925" y="3043000"/>
              <a:ext cx="5600" cy="3000"/>
            </a:xfrm>
            <a:custGeom>
              <a:avLst/>
              <a:gdLst/>
              <a:ahLst/>
              <a:cxnLst/>
              <a:rect l="l" t="t" r="r" b="b"/>
              <a:pathLst>
                <a:path w="224" h="120" extrusionOk="0">
                  <a:moveTo>
                    <a:pt x="87" y="0"/>
                  </a:moveTo>
                  <a:cubicBezTo>
                    <a:pt x="71" y="17"/>
                    <a:pt x="50" y="17"/>
                    <a:pt x="34" y="33"/>
                  </a:cubicBezTo>
                  <a:cubicBezTo>
                    <a:pt x="17" y="66"/>
                    <a:pt x="1" y="83"/>
                    <a:pt x="1" y="120"/>
                  </a:cubicBezTo>
                  <a:lnTo>
                    <a:pt x="223" y="120"/>
                  </a:lnTo>
                  <a:cubicBezTo>
                    <a:pt x="207" y="66"/>
                    <a:pt x="190" y="33"/>
                    <a:pt x="153" y="17"/>
                  </a:cubicBezTo>
                  <a:cubicBezTo>
                    <a:pt x="137" y="0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32"/>
            <p:cNvSpPr/>
            <p:nvPr/>
          </p:nvSpPr>
          <p:spPr>
            <a:xfrm>
              <a:off x="4739000" y="3044225"/>
              <a:ext cx="3025" cy="450"/>
            </a:xfrm>
            <a:custGeom>
              <a:avLst/>
              <a:gdLst/>
              <a:ahLst/>
              <a:cxnLst/>
              <a:rect l="l" t="t" r="r" b="b"/>
              <a:pathLst>
                <a:path w="121" h="18" extrusionOk="0">
                  <a:moveTo>
                    <a:pt x="34" y="1"/>
                  </a:moveTo>
                  <a:cubicBezTo>
                    <a:pt x="34" y="1"/>
                    <a:pt x="17" y="17"/>
                    <a:pt x="1" y="17"/>
                  </a:cubicBezTo>
                  <a:lnTo>
                    <a:pt x="120" y="17"/>
                  </a:lnTo>
                  <a:cubicBezTo>
                    <a:pt x="104" y="17"/>
                    <a:pt x="104" y="17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32"/>
            <p:cNvSpPr/>
            <p:nvPr/>
          </p:nvSpPr>
          <p:spPr>
            <a:xfrm>
              <a:off x="4581400" y="3039500"/>
              <a:ext cx="5600" cy="3925"/>
            </a:xfrm>
            <a:custGeom>
              <a:avLst/>
              <a:gdLst/>
              <a:ahLst/>
              <a:cxnLst/>
              <a:rect l="l" t="t" r="r" b="b"/>
              <a:pathLst>
                <a:path w="224" h="157" extrusionOk="0">
                  <a:moveTo>
                    <a:pt x="104" y="0"/>
                  </a:moveTo>
                  <a:cubicBezTo>
                    <a:pt x="34" y="17"/>
                    <a:pt x="1" y="87"/>
                    <a:pt x="1" y="157"/>
                  </a:cubicBezTo>
                  <a:lnTo>
                    <a:pt x="223" y="157"/>
                  </a:lnTo>
                  <a:lnTo>
                    <a:pt x="223" y="103"/>
                  </a:lnTo>
                  <a:cubicBezTo>
                    <a:pt x="223" y="70"/>
                    <a:pt x="207" y="54"/>
                    <a:pt x="174" y="17"/>
                  </a:cubicBezTo>
                  <a:lnTo>
                    <a:pt x="153" y="17"/>
                  </a:ln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32"/>
            <p:cNvSpPr/>
            <p:nvPr/>
          </p:nvSpPr>
          <p:spPr>
            <a:xfrm>
              <a:off x="4916400" y="29614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0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36"/>
                    <a:pt x="70" y="253"/>
                  </a:cubicBezTo>
                  <a:cubicBezTo>
                    <a:pt x="88" y="263"/>
                    <a:pt x="106" y="267"/>
                    <a:pt x="124" y="267"/>
                  </a:cubicBezTo>
                  <a:cubicBezTo>
                    <a:pt x="170" y="267"/>
                    <a:pt x="211" y="235"/>
                    <a:pt x="223" y="187"/>
                  </a:cubicBezTo>
                  <a:cubicBezTo>
                    <a:pt x="239" y="117"/>
                    <a:pt x="206" y="30"/>
                    <a:pt x="153" y="14"/>
                  </a:cubicBezTo>
                  <a:cubicBezTo>
                    <a:pt x="139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12832;p32"/>
            <p:cNvSpPr/>
            <p:nvPr/>
          </p:nvSpPr>
          <p:spPr>
            <a:xfrm>
              <a:off x="4649225" y="3042175"/>
              <a:ext cx="4775" cy="2075"/>
            </a:xfrm>
            <a:custGeom>
              <a:avLst/>
              <a:gdLst/>
              <a:ahLst/>
              <a:cxnLst/>
              <a:rect l="l" t="t" r="r" b="b"/>
              <a:pathLst>
                <a:path w="191" h="83" extrusionOk="0">
                  <a:moveTo>
                    <a:pt x="112" y="0"/>
                  </a:moveTo>
                  <a:cubicBezTo>
                    <a:pt x="104" y="0"/>
                    <a:pt x="95" y="5"/>
                    <a:pt x="87" y="13"/>
                  </a:cubicBezTo>
                  <a:cubicBezTo>
                    <a:pt x="54" y="13"/>
                    <a:pt x="38" y="33"/>
                    <a:pt x="17" y="50"/>
                  </a:cubicBezTo>
                  <a:lnTo>
                    <a:pt x="0" y="66"/>
                  </a:lnTo>
                  <a:lnTo>
                    <a:pt x="190" y="83"/>
                  </a:lnTo>
                  <a:cubicBezTo>
                    <a:pt x="190" y="50"/>
                    <a:pt x="157" y="33"/>
                    <a:pt x="141" y="13"/>
                  </a:cubicBezTo>
                  <a:cubicBezTo>
                    <a:pt x="130" y="5"/>
                    <a:pt x="121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32"/>
            <p:cNvSpPr/>
            <p:nvPr/>
          </p:nvSpPr>
          <p:spPr>
            <a:xfrm>
              <a:off x="4681075" y="3038675"/>
              <a:ext cx="5600" cy="5575"/>
            </a:xfrm>
            <a:custGeom>
              <a:avLst/>
              <a:gdLst/>
              <a:ahLst/>
              <a:cxnLst/>
              <a:rect l="l" t="t" r="r" b="b"/>
              <a:pathLst>
                <a:path w="224" h="223" extrusionOk="0">
                  <a:moveTo>
                    <a:pt x="83" y="0"/>
                  </a:moveTo>
                  <a:cubicBezTo>
                    <a:pt x="66" y="0"/>
                    <a:pt x="33" y="17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0" y="173"/>
                    <a:pt x="17" y="206"/>
                    <a:pt x="33" y="223"/>
                  </a:cubicBezTo>
                  <a:lnTo>
                    <a:pt x="186" y="223"/>
                  </a:lnTo>
                  <a:cubicBezTo>
                    <a:pt x="207" y="190"/>
                    <a:pt x="223" y="153"/>
                    <a:pt x="223" y="103"/>
                  </a:cubicBezTo>
                  <a:cubicBezTo>
                    <a:pt x="207" y="70"/>
                    <a:pt x="207" y="33"/>
                    <a:pt x="170" y="17"/>
                  </a:cubicBezTo>
                  <a:cubicBezTo>
                    <a:pt x="170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32"/>
            <p:cNvSpPr/>
            <p:nvPr/>
          </p:nvSpPr>
          <p:spPr>
            <a:xfrm>
              <a:off x="4666025" y="3040425"/>
              <a:ext cx="5600" cy="3825"/>
            </a:xfrm>
            <a:custGeom>
              <a:avLst/>
              <a:gdLst/>
              <a:ahLst/>
              <a:cxnLst/>
              <a:rect l="l" t="t" r="r" b="b"/>
              <a:pathLst>
                <a:path w="224" h="153" extrusionOk="0">
                  <a:moveTo>
                    <a:pt x="104" y="0"/>
                  </a:moveTo>
                  <a:cubicBezTo>
                    <a:pt x="34" y="17"/>
                    <a:pt x="1" y="83"/>
                    <a:pt x="1" y="153"/>
                  </a:cubicBezTo>
                  <a:lnTo>
                    <a:pt x="223" y="153"/>
                  </a:lnTo>
                  <a:lnTo>
                    <a:pt x="223" y="120"/>
                  </a:lnTo>
                  <a:cubicBezTo>
                    <a:pt x="223" y="83"/>
                    <a:pt x="207" y="50"/>
                    <a:pt x="170" y="33"/>
                  </a:cubicBezTo>
                  <a:cubicBezTo>
                    <a:pt x="170" y="17"/>
                    <a:pt x="153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32"/>
            <p:cNvSpPr/>
            <p:nvPr/>
          </p:nvSpPr>
          <p:spPr>
            <a:xfrm>
              <a:off x="4917625" y="3041250"/>
              <a:ext cx="6100" cy="4750"/>
            </a:xfrm>
            <a:custGeom>
              <a:avLst/>
              <a:gdLst/>
              <a:ahLst/>
              <a:cxnLst/>
              <a:rect l="l" t="t" r="r" b="b"/>
              <a:pathLst>
                <a:path w="244" h="190" extrusionOk="0">
                  <a:moveTo>
                    <a:pt x="104" y="0"/>
                  </a:moveTo>
                  <a:cubicBezTo>
                    <a:pt x="54" y="17"/>
                    <a:pt x="1" y="87"/>
                    <a:pt x="21" y="153"/>
                  </a:cubicBezTo>
                  <a:cubicBezTo>
                    <a:pt x="21" y="173"/>
                    <a:pt x="21" y="173"/>
                    <a:pt x="38" y="190"/>
                  </a:cubicBezTo>
                  <a:lnTo>
                    <a:pt x="227" y="190"/>
                  </a:lnTo>
                  <a:cubicBezTo>
                    <a:pt x="227" y="173"/>
                    <a:pt x="244" y="136"/>
                    <a:pt x="244" y="103"/>
                  </a:cubicBezTo>
                  <a:cubicBezTo>
                    <a:pt x="227" y="70"/>
                    <a:pt x="207" y="50"/>
                    <a:pt x="190" y="17"/>
                  </a:cubicBezTo>
                  <a:cubicBezTo>
                    <a:pt x="190" y="17"/>
                    <a:pt x="174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32"/>
            <p:cNvSpPr/>
            <p:nvPr/>
          </p:nvSpPr>
          <p:spPr>
            <a:xfrm>
              <a:off x="4924950" y="30240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1"/>
                  </a:moveTo>
                  <a:cubicBezTo>
                    <a:pt x="37" y="17"/>
                    <a:pt x="0" y="71"/>
                    <a:pt x="0" y="157"/>
                  </a:cubicBezTo>
                  <a:cubicBezTo>
                    <a:pt x="17" y="190"/>
                    <a:pt x="37" y="207"/>
                    <a:pt x="54" y="223"/>
                  </a:cubicBezTo>
                  <a:cubicBezTo>
                    <a:pt x="70" y="261"/>
                    <a:pt x="103" y="261"/>
                    <a:pt x="140" y="261"/>
                  </a:cubicBezTo>
                  <a:cubicBezTo>
                    <a:pt x="157" y="261"/>
                    <a:pt x="190" y="223"/>
                    <a:pt x="206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73" y="17"/>
                    <a:pt x="173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12837;p32"/>
            <p:cNvSpPr/>
            <p:nvPr/>
          </p:nvSpPr>
          <p:spPr>
            <a:xfrm>
              <a:off x="4924125" y="29763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5" y="1"/>
                  </a:moveTo>
                  <a:cubicBezTo>
                    <a:pt x="80" y="1"/>
                    <a:pt x="30" y="30"/>
                    <a:pt x="17" y="71"/>
                  </a:cubicBezTo>
                  <a:cubicBezTo>
                    <a:pt x="0" y="141"/>
                    <a:pt x="17" y="228"/>
                    <a:pt x="87" y="244"/>
                  </a:cubicBezTo>
                  <a:cubicBezTo>
                    <a:pt x="100" y="253"/>
                    <a:pt x="115" y="257"/>
                    <a:pt x="129" y="257"/>
                  </a:cubicBezTo>
                  <a:cubicBezTo>
                    <a:pt x="170" y="257"/>
                    <a:pt x="211" y="226"/>
                    <a:pt x="223" y="174"/>
                  </a:cubicBezTo>
                  <a:cubicBezTo>
                    <a:pt x="239" y="108"/>
                    <a:pt x="223" y="38"/>
                    <a:pt x="153" y="5"/>
                  </a:cubicBezTo>
                  <a:cubicBezTo>
                    <a:pt x="144" y="2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12838;p32"/>
            <p:cNvSpPr/>
            <p:nvPr/>
          </p:nvSpPr>
          <p:spPr>
            <a:xfrm>
              <a:off x="4931425" y="29605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19" y="1"/>
                  </a:moveTo>
                  <a:cubicBezTo>
                    <a:pt x="76" y="1"/>
                    <a:pt x="41" y="34"/>
                    <a:pt x="17" y="82"/>
                  </a:cubicBezTo>
                  <a:cubicBezTo>
                    <a:pt x="1" y="152"/>
                    <a:pt x="34" y="222"/>
                    <a:pt x="88" y="255"/>
                  </a:cubicBezTo>
                  <a:cubicBezTo>
                    <a:pt x="96" y="258"/>
                    <a:pt x="105" y="259"/>
                    <a:pt x="114" y="259"/>
                  </a:cubicBezTo>
                  <a:cubicBezTo>
                    <a:pt x="159" y="259"/>
                    <a:pt x="210" y="226"/>
                    <a:pt x="224" y="168"/>
                  </a:cubicBezTo>
                  <a:cubicBezTo>
                    <a:pt x="257" y="119"/>
                    <a:pt x="224" y="32"/>
                    <a:pt x="170" y="16"/>
                  </a:cubicBezTo>
                  <a:cubicBezTo>
                    <a:pt x="152" y="5"/>
                    <a:pt x="135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32"/>
            <p:cNvSpPr/>
            <p:nvPr/>
          </p:nvSpPr>
          <p:spPr>
            <a:xfrm>
              <a:off x="4931850" y="29909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4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17" y="227"/>
                    <a:pt x="50" y="244"/>
                  </a:cubicBezTo>
                  <a:cubicBezTo>
                    <a:pt x="65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7" y="260"/>
                  </a:cubicBezTo>
                  <a:cubicBezTo>
                    <a:pt x="190" y="260"/>
                    <a:pt x="240" y="190"/>
                    <a:pt x="223" y="124"/>
                  </a:cubicBezTo>
                  <a:cubicBezTo>
                    <a:pt x="223" y="87"/>
                    <a:pt x="207" y="54"/>
                    <a:pt x="174" y="37"/>
                  </a:cubicBezTo>
                  <a:cubicBezTo>
                    <a:pt x="174" y="21"/>
                    <a:pt x="153" y="21"/>
                    <a:pt x="153" y="21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32"/>
            <p:cNvSpPr/>
            <p:nvPr/>
          </p:nvSpPr>
          <p:spPr>
            <a:xfrm>
              <a:off x="4913400" y="2933850"/>
              <a:ext cx="5175" cy="4200"/>
            </a:xfrm>
            <a:custGeom>
              <a:avLst/>
              <a:gdLst/>
              <a:ahLst/>
              <a:cxnLst/>
              <a:rect l="l" t="t" r="r" b="b"/>
              <a:pathLst>
                <a:path w="207" h="168" extrusionOk="0">
                  <a:moveTo>
                    <a:pt x="0" y="0"/>
                  </a:moveTo>
                  <a:lnTo>
                    <a:pt x="0" y="54"/>
                  </a:lnTo>
                  <a:cubicBezTo>
                    <a:pt x="0" y="103"/>
                    <a:pt x="33" y="140"/>
                    <a:pt x="66" y="157"/>
                  </a:cubicBezTo>
                  <a:cubicBezTo>
                    <a:pt x="82" y="164"/>
                    <a:pt x="99" y="168"/>
                    <a:pt x="117" y="168"/>
                  </a:cubicBezTo>
                  <a:cubicBezTo>
                    <a:pt x="142" y="168"/>
                    <a:pt x="168" y="160"/>
                    <a:pt x="190" y="140"/>
                  </a:cubicBezTo>
                  <a:cubicBezTo>
                    <a:pt x="190" y="120"/>
                    <a:pt x="207" y="120"/>
                    <a:pt x="207" y="103"/>
                  </a:cubicBezTo>
                  <a:cubicBezTo>
                    <a:pt x="137" y="70"/>
                    <a:pt x="66" y="3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32"/>
            <p:cNvSpPr/>
            <p:nvPr/>
          </p:nvSpPr>
          <p:spPr>
            <a:xfrm>
              <a:off x="4955050" y="3017750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14" y="0"/>
                  </a:moveTo>
                  <a:cubicBezTo>
                    <a:pt x="103" y="0"/>
                    <a:pt x="95" y="4"/>
                    <a:pt x="87" y="13"/>
                  </a:cubicBezTo>
                  <a:cubicBezTo>
                    <a:pt x="70" y="13"/>
                    <a:pt x="33" y="29"/>
                    <a:pt x="17" y="62"/>
                  </a:cubicBezTo>
                  <a:cubicBezTo>
                    <a:pt x="0" y="83"/>
                    <a:pt x="0" y="116"/>
                    <a:pt x="0" y="149"/>
                  </a:cubicBezTo>
                  <a:cubicBezTo>
                    <a:pt x="0" y="186"/>
                    <a:pt x="17" y="219"/>
                    <a:pt x="33" y="235"/>
                  </a:cubicBezTo>
                  <a:cubicBezTo>
                    <a:pt x="59" y="247"/>
                    <a:pt x="75" y="259"/>
                    <a:pt x="94" y="259"/>
                  </a:cubicBezTo>
                  <a:cubicBezTo>
                    <a:pt x="102" y="259"/>
                    <a:pt x="110" y="257"/>
                    <a:pt x="120" y="252"/>
                  </a:cubicBezTo>
                  <a:cubicBezTo>
                    <a:pt x="190" y="252"/>
                    <a:pt x="223" y="186"/>
                    <a:pt x="223" y="116"/>
                  </a:cubicBezTo>
                  <a:cubicBezTo>
                    <a:pt x="206" y="83"/>
                    <a:pt x="190" y="46"/>
                    <a:pt x="173" y="29"/>
                  </a:cubicBezTo>
                  <a:cubicBezTo>
                    <a:pt x="173" y="13"/>
                    <a:pt x="153" y="13"/>
                    <a:pt x="153" y="13"/>
                  </a:cubicBezTo>
                  <a:cubicBezTo>
                    <a:pt x="136" y="4"/>
                    <a:pt x="124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32"/>
            <p:cNvSpPr/>
            <p:nvPr/>
          </p:nvSpPr>
          <p:spPr>
            <a:xfrm>
              <a:off x="4920725" y="29467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83" y="1"/>
                    <a:pt x="50" y="17"/>
                  </a:cubicBezTo>
                  <a:cubicBezTo>
                    <a:pt x="0" y="71"/>
                    <a:pt x="0" y="157"/>
                    <a:pt x="33" y="207"/>
                  </a:cubicBezTo>
                  <a:cubicBezTo>
                    <a:pt x="50" y="244"/>
                    <a:pt x="83" y="260"/>
                    <a:pt x="120" y="260"/>
                  </a:cubicBezTo>
                  <a:cubicBezTo>
                    <a:pt x="136" y="260"/>
                    <a:pt x="169" y="260"/>
                    <a:pt x="186" y="223"/>
                  </a:cubicBezTo>
                  <a:cubicBezTo>
                    <a:pt x="223" y="207"/>
                    <a:pt x="223" y="174"/>
                    <a:pt x="239" y="141"/>
                  </a:cubicBezTo>
                  <a:cubicBezTo>
                    <a:pt x="239" y="104"/>
                    <a:pt x="223" y="71"/>
                    <a:pt x="206" y="54"/>
                  </a:cubicBezTo>
                  <a:cubicBezTo>
                    <a:pt x="206" y="38"/>
                    <a:pt x="186" y="1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32"/>
            <p:cNvSpPr/>
            <p:nvPr/>
          </p:nvSpPr>
          <p:spPr>
            <a:xfrm>
              <a:off x="4918150" y="299610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4" y="218"/>
                    <a:pt x="54" y="263"/>
                    <a:pt x="110" y="263"/>
                  </a:cubicBezTo>
                  <a:cubicBezTo>
                    <a:pt x="118" y="263"/>
                    <a:pt x="127" y="262"/>
                    <a:pt x="136" y="260"/>
                  </a:cubicBezTo>
                  <a:cubicBezTo>
                    <a:pt x="153" y="260"/>
                    <a:pt x="186" y="244"/>
                    <a:pt x="206" y="207"/>
                  </a:cubicBezTo>
                  <a:cubicBezTo>
                    <a:pt x="223" y="190"/>
                    <a:pt x="223" y="157"/>
                    <a:pt x="223" y="124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21"/>
                    <a:pt x="153" y="21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32"/>
            <p:cNvSpPr/>
            <p:nvPr/>
          </p:nvSpPr>
          <p:spPr>
            <a:xfrm>
              <a:off x="4916400" y="30115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22"/>
                    <a:pt x="0" y="88"/>
                    <a:pt x="17" y="158"/>
                  </a:cubicBezTo>
                  <a:cubicBezTo>
                    <a:pt x="17" y="191"/>
                    <a:pt x="33" y="228"/>
                    <a:pt x="50" y="244"/>
                  </a:cubicBezTo>
                  <a:cubicBezTo>
                    <a:pt x="87" y="261"/>
                    <a:pt x="103" y="261"/>
                    <a:pt x="136" y="261"/>
                  </a:cubicBezTo>
                  <a:cubicBezTo>
                    <a:pt x="173" y="261"/>
                    <a:pt x="190" y="244"/>
                    <a:pt x="206" y="207"/>
                  </a:cubicBezTo>
                  <a:cubicBezTo>
                    <a:pt x="223" y="174"/>
                    <a:pt x="239" y="141"/>
                    <a:pt x="223" y="104"/>
                  </a:cubicBezTo>
                  <a:cubicBezTo>
                    <a:pt x="223" y="71"/>
                    <a:pt x="206" y="55"/>
                    <a:pt x="190" y="38"/>
                  </a:cubicBezTo>
                  <a:cubicBezTo>
                    <a:pt x="173" y="22"/>
                    <a:pt x="173" y="22"/>
                    <a:pt x="153" y="22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32"/>
            <p:cNvSpPr/>
            <p:nvPr/>
          </p:nvSpPr>
          <p:spPr>
            <a:xfrm>
              <a:off x="4931425" y="3007325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37" y="1"/>
                  </a:moveTo>
                  <a:cubicBezTo>
                    <a:pt x="104" y="1"/>
                    <a:pt x="67" y="1"/>
                    <a:pt x="50" y="34"/>
                  </a:cubicBezTo>
                  <a:cubicBezTo>
                    <a:pt x="1" y="67"/>
                    <a:pt x="1" y="153"/>
                    <a:pt x="34" y="207"/>
                  </a:cubicBezTo>
                  <a:cubicBezTo>
                    <a:pt x="50" y="240"/>
                    <a:pt x="88" y="257"/>
                    <a:pt x="104" y="257"/>
                  </a:cubicBezTo>
                  <a:cubicBezTo>
                    <a:pt x="137" y="257"/>
                    <a:pt x="170" y="257"/>
                    <a:pt x="191" y="224"/>
                  </a:cubicBezTo>
                  <a:cubicBezTo>
                    <a:pt x="240" y="191"/>
                    <a:pt x="240" y="104"/>
                    <a:pt x="207" y="50"/>
                  </a:cubicBezTo>
                  <a:cubicBezTo>
                    <a:pt x="191" y="34"/>
                    <a:pt x="170" y="17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32"/>
            <p:cNvSpPr/>
            <p:nvPr/>
          </p:nvSpPr>
          <p:spPr>
            <a:xfrm>
              <a:off x="4950300" y="30365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3" y="223"/>
                    <a:pt x="54" y="240"/>
                  </a:cubicBezTo>
                  <a:cubicBezTo>
                    <a:pt x="78" y="255"/>
                    <a:pt x="93" y="267"/>
                    <a:pt x="112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74" y="260"/>
                    <a:pt x="190" y="240"/>
                    <a:pt x="207" y="207"/>
                  </a:cubicBezTo>
                  <a:cubicBezTo>
                    <a:pt x="223" y="190"/>
                    <a:pt x="240" y="157"/>
                    <a:pt x="223" y="120"/>
                  </a:cubicBezTo>
                  <a:cubicBezTo>
                    <a:pt x="223" y="87"/>
                    <a:pt x="207" y="54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32"/>
            <p:cNvSpPr/>
            <p:nvPr/>
          </p:nvSpPr>
          <p:spPr>
            <a:xfrm>
              <a:off x="4944325" y="3004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50" y="17"/>
                    <a:pt x="0" y="83"/>
                    <a:pt x="17" y="153"/>
                  </a:cubicBezTo>
                  <a:cubicBezTo>
                    <a:pt x="17" y="186"/>
                    <a:pt x="33" y="223"/>
                    <a:pt x="50" y="239"/>
                  </a:cubicBezTo>
                  <a:cubicBezTo>
                    <a:pt x="87" y="256"/>
                    <a:pt x="120" y="256"/>
                    <a:pt x="136" y="256"/>
                  </a:cubicBezTo>
                  <a:cubicBezTo>
                    <a:pt x="207" y="239"/>
                    <a:pt x="239" y="186"/>
                    <a:pt x="239" y="103"/>
                  </a:cubicBezTo>
                  <a:cubicBezTo>
                    <a:pt x="223" y="66"/>
                    <a:pt x="207" y="50"/>
                    <a:pt x="190" y="33"/>
                  </a:cubicBezTo>
                  <a:cubicBezTo>
                    <a:pt x="190" y="17"/>
                    <a:pt x="169" y="1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32"/>
            <p:cNvSpPr/>
            <p:nvPr/>
          </p:nvSpPr>
          <p:spPr>
            <a:xfrm>
              <a:off x="4945975" y="29882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0"/>
                  </a:moveTo>
                  <a:cubicBezTo>
                    <a:pt x="84" y="0"/>
                    <a:pt x="35" y="35"/>
                    <a:pt x="21" y="91"/>
                  </a:cubicBezTo>
                  <a:cubicBezTo>
                    <a:pt x="0" y="161"/>
                    <a:pt x="37" y="231"/>
                    <a:pt x="87" y="248"/>
                  </a:cubicBezTo>
                  <a:cubicBezTo>
                    <a:pt x="101" y="256"/>
                    <a:pt x="116" y="260"/>
                    <a:pt x="131" y="260"/>
                  </a:cubicBezTo>
                  <a:cubicBezTo>
                    <a:pt x="172" y="260"/>
                    <a:pt x="212" y="229"/>
                    <a:pt x="227" y="177"/>
                  </a:cubicBezTo>
                  <a:cubicBezTo>
                    <a:pt x="244" y="107"/>
                    <a:pt x="227" y="41"/>
                    <a:pt x="173" y="4"/>
                  </a:cubicBezTo>
                  <a:cubicBezTo>
                    <a:pt x="162" y="2"/>
                    <a:pt x="151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12849;p32"/>
            <p:cNvSpPr/>
            <p:nvPr/>
          </p:nvSpPr>
          <p:spPr>
            <a:xfrm>
              <a:off x="4932675" y="3039300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1" y="1"/>
                  </a:moveTo>
                  <a:cubicBezTo>
                    <a:pt x="115" y="1"/>
                    <a:pt x="109" y="3"/>
                    <a:pt x="104" y="8"/>
                  </a:cubicBezTo>
                  <a:cubicBezTo>
                    <a:pt x="71" y="8"/>
                    <a:pt x="54" y="25"/>
                    <a:pt x="38" y="62"/>
                  </a:cubicBezTo>
                  <a:cubicBezTo>
                    <a:pt x="17" y="78"/>
                    <a:pt x="0" y="111"/>
                    <a:pt x="17" y="148"/>
                  </a:cubicBezTo>
                  <a:cubicBezTo>
                    <a:pt x="17" y="181"/>
                    <a:pt x="38" y="214"/>
                    <a:pt x="54" y="231"/>
                  </a:cubicBezTo>
                  <a:cubicBezTo>
                    <a:pt x="87" y="251"/>
                    <a:pt x="104" y="268"/>
                    <a:pt x="141" y="268"/>
                  </a:cubicBezTo>
                  <a:cubicBezTo>
                    <a:pt x="207" y="251"/>
                    <a:pt x="244" y="181"/>
                    <a:pt x="223" y="111"/>
                  </a:cubicBezTo>
                  <a:cubicBezTo>
                    <a:pt x="223" y="78"/>
                    <a:pt x="207" y="45"/>
                    <a:pt x="190" y="25"/>
                  </a:cubicBezTo>
                  <a:cubicBezTo>
                    <a:pt x="174" y="25"/>
                    <a:pt x="174" y="8"/>
                    <a:pt x="157" y="8"/>
                  </a:cubicBezTo>
                  <a:cubicBezTo>
                    <a:pt x="146" y="8"/>
                    <a:pt x="133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12850;p32"/>
            <p:cNvSpPr/>
            <p:nvPr/>
          </p:nvSpPr>
          <p:spPr>
            <a:xfrm>
              <a:off x="4942150" y="30240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20" y="1"/>
                  </a:moveTo>
                  <a:cubicBezTo>
                    <a:pt x="104" y="1"/>
                    <a:pt x="71" y="17"/>
                    <a:pt x="50" y="38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7" y="190"/>
                    <a:pt x="34" y="223"/>
                  </a:cubicBezTo>
                  <a:cubicBezTo>
                    <a:pt x="55" y="253"/>
                    <a:pt x="84" y="267"/>
                    <a:pt x="116" y="267"/>
                  </a:cubicBezTo>
                  <a:cubicBezTo>
                    <a:pt x="141" y="267"/>
                    <a:pt x="167" y="259"/>
                    <a:pt x="190" y="244"/>
                  </a:cubicBezTo>
                  <a:cubicBezTo>
                    <a:pt x="223" y="190"/>
                    <a:pt x="240" y="104"/>
                    <a:pt x="207" y="54"/>
                  </a:cubicBezTo>
                  <a:cubicBezTo>
                    <a:pt x="190" y="38"/>
                    <a:pt x="174" y="17"/>
                    <a:pt x="153" y="17"/>
                  </a:cubicBezTo>
                  <a:cubicBezTo>
                    <a:pt x="137" y="17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32"/>
            <p:cNvSpPr/>
            <p:nvPr/>
          </p:nvSpPr>
          <p:spPr>
            <a:xfrm>
              <a:off x="4933600" y="2946325"/>
              <a:ext cx="4250" cy="3925"/>
            </a:xfrm>
            <a:custGeom>
              <a:avLst/>
              <a:gdLst/>
              <a:ahLst/>
              <a:cxnLst/>
              <a:rect l="l" t="t" r="r" b="b"/>
              <a:pathLst>
                <a:path w="170" h="157" extrusionOk="0">
                  <a:moveTo>
                    <a:pt x="1" y="0"/>
                  </a:moveTo>
                  <a:lnTo>
                    <a:pt x="1" y="54"/>
                  </a:lnTo>
                  <a:cubicBezTo>
                    <a:pt x="1" y="87"/>
                    <a:pt x="17" y="120"/>
                    <a:pt x="50" y="136"/>
                  </a:cubicBezTo>
                  <a:cubicBezTo>
                    <a:pt x="67" y="157"/>
                    <a:pt x="104" y="157"/>
                    <a:pt x="137" y="157"/>
                  </a:cubicBezTo>
                  <a:cubicBezTo>
                    <a:pt x="137" y="157"/>
                    <a:pt x="153" y="157"/>
                    <a:pt x="170" y="136"/>
                  </a:cubicBezTo>
                  <a:cubicBezTo>
                    <a:pt x="120" y="103"/>
                    <a:pt x="50" y="5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32"/>
            <p:cNvSpPr/>
            <p:nvPr/>
          </p:nvSpPr>
          <p:spPr>
            <a:xfrm>
              <a:off x="4656950" y="2780575"/>
              <a:ext cx="5600" cy="4925"/>
            </a:xfrm>
            <a:custGeom>
              <a:avLst/>
              <a:gdLst/>
              <a:ahLst/>
              <a:cxnLst/>
              <a:rect l="l" t="t" r="r" b="b"/>
              <a:pathLst>
                <a:path w="224" h="197" extrusionOk="0">
                  <a:moveTo>
                    <a:pt x="17" y="1"/>
                  </a:moveTo>
                  <a:cubicBezTo>
                    <a:pt x="1" y="34"/>
                    <a:pt x="1" y="50"/>
                    <a:pt x="1" y="87"/>
                  </a:cubicBezTo>
                  <a:cubicBezTo>
                    <a:pt x="1" y="120"/>
                    <a:pt x="17" y="153"/>
                    <a:pt x="54" y="170"/>
                  </a:cubicBezTo>
                  <a:cubicBezTo>
                    <a:pt x="66" y="184"/>
                    <a:pt x="86" y="197"/>
                    <a:pt x="110" y="197"/>
                  </a:cubicBezTo>
                  <a:cubicBezTo>
                    <a:pt x="120" y="197"/>
                    <a:pt x="130" y="195"/>
                    <a:pt x="141" y="190"/>
                  </a:cubicBezTo>
                  <a:cubicBezTo>
                    <a:pt x="157" y="190"/>
                    <a:pt x="190" y="170"/>
                    <a:pt x="207" y="137"/>
                  </a:cubicBezTo>
                  <a:cubicBezTo>
                    <a:pt x="223" y="120"/>
                    <a:pt x="223" y="87"/>
                    <a:pt x="223" y="50"/>
                  </a:cubicBezTo>
                  <a:cubicBezTo>
                    <a:pt x="223" y="34"/>
                    <a:pt x="223" y="17"/>
                    <a:pt x="207" y="17"/>
                  </a:cubicBezTo>
                  <a:cubicBezTo>
                    <a:pt x="141" y="1"/>
                    <a:pt x="87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32"/>
            <p:cNvSpPr/>
            <p:nvPr/>
          </p:nvSpPr>
          <p:spPr>
            <a:xfrm>
              <a:off x="4851975" y="29905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03" y="1"/>
                  </a:moveTo>
                  <a:cubicBezTo>
                    <a:pt x="33" y="17"/>
                    <a:pt x="0" y="87"/>
                    <a:pt x="0" y="158"/>
                  </a:cubicBezTo>
                  <a:cubicBezTo>
                    <a:pt x="17" y="191"/>
                    <a:pt x="17" y="223"/>
                    <a:pt x="50" y="244"/>
                  </a:cubicBezTo>
                  <a:cubicBezTo>
                    <a:pt x="64" y="256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1"/>
                  </a:cubicBezTo>
                  <a:cubicBezTo>
                    <a:pt x="153" y="261"/>
                    <a:pt x="190" y="244"/>
                    <a:pt x="206" y="207"/>
                  </a:cubicBezTo>
                  <a:cubicBezTo>
                    <a:pt x="223" y="191"/>
                    <a:pt x="223" y="158"/>
                    <a:pt x="223" y="120"/>
                  </a:cubicBezTo>
                  <a:cubicBezTo>
                    <a:pt x="223" y="87"/>
                    <a:pt x="206" y="54"/>
                    <a:pt x="173" y="38"/>
                  </a:cubicBezTo>
                  <a:cubicBezTo>
                    <a:pt x="173" y="17"/>
                    <a:pt x="153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32"/>
            <p:cNvSpPr/>
            <p:nvPr/>
          </p:nvSpPr>
          <p:spPr>
            <a:xfrm>
              <a:off x="4859700" y="30060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71" y="0"/>
                    <a:pt x="50" y="17"/>
                    <a:pt x="33" y="54"/>
                  </a:cubicBezTo>
                  <a:cubicBezTo>
                    <a:pt x="17" y="87"/>
                    <a:pt x="0" y="120"/>
                    <a:pt x="17" y="157"/>
                  </a:cubicBezTo>
                  <a:cubicBezTo>
                    <a:pt x="17" y="190"/>
                    <a:pt x="33" y="206"/>
                    <a:pt x="50" y="244"/>
                  </a:cubicBezTo>
                  <a:cubicBezTo>
                    <a:pt x="71" y="260"/>
                    <a:pt x="104" y="260"/>
                    <a:pt x="137" y="260"/>
                  </a:cubicBezTo>
                  <a:cubicBezTo>
                    <a:pt x="190" y="244"/>
                    <a:pt x="240" y="173"/>
                    <a:pt x="223" y="103"/>
                  </a:cubicBezTo>
                  <a:cubicBezTo>
                    <a:pt x="223" y="70"/>
                    <a:pt x="207" y="54"/>
                    <a:pt x="190" y="17"/>
                  </a:cubicBezTo>
                  <a:cubicBezTo>
                    <a:pt x="174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32"/>
            <p:cNvSpPr/>
            <p:nvPr/>
          </p:nvSpPr>
          <p:spPr>
            <a:xfrm>
              <a:off x="4854950" y="30232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87" y="1"/>
                    <a:pt x="87" y="17"/>
                    <a:pt x="87" y="17"/>
                  </a:cubicBezTo>
                  <a:cubicBezTo>
                    <a:pt x="34" y="34"/>
                    <a:pt x="1" y="87"/>
                    <a:pt x="17" y="153"/>
                  </a:cubicBezTo>
                  <a:cubicBezTo>
                    <a:pt x="17" y="190"/>
                    <a:pt x="34" y="223"/>
                    <a:pt x="54" y="240"/>
                  </a:cubicBezTo>
                  <a:cubicBezTo>
                    <a:pt x="78" y="252"/>
                    <a:pt x="93" y="265"/>
                    <a:pt x="111" y="265"/>
                  </a:cubicBezTo>
                  <a:cubicBezTo>
                    <a:pt x="119" y="265"/>
                    <a:pt x="127" y="263"/>
                    <a:pt x="137" y="256"/>
                  </a:cubicBezTo>
                  <a:cubicBezTo>
                    <a:pt x="207" y="256"/>
                    <a:pt x="240" y="190"/>
                    <a:pt x="223" y="120"/>
                  </a:cubicBezTo>
                  <a:lnTo>
                    <a:pt x="223" y="87"/>
                  </a:lnTo>
                  <a:cubicBezTo>
                    <a:pt x="207" y="50"/>
                    <a:pt x="190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32"/>
            <p:cNvSpPr/>
            <p:nvPr/>
          </p:nvSpPr>
          <p:spPr>
            <a:xfrm>
              <a:off x="4872575" y="2925700"/>
              <a:ext cx="6000" cy="5175"/>
            </a:xfrm>
            <a:custGeom>
              <a:avLst/>
              <a:gdLst/>
              <a:ahLst/>
              <a:cxnLst/>
              <a:rect l="l" t="t" r="r" b="b"/>
              <a:pathLst>
                <a:path w="240" h="207" extrusionOk="0">
                  <a:moveTo>
                    <a:pt x="207" y="1"/>
                  </a:moveTo>
                  <a:cubicBezTo>
                    <a:pt x="137" y="1"/>
                    <a:pt x="71" y="1"/>
                    <a:pt x="17" y="17"/>
                  </a:cubicBezTo>
                  <a:cubicBezTo>
                    <a:pt x="1" y="54"/>
                    <a:pt x="1" y="120"/>
                    <a:pt x="17" y="157"/>
                  </a:cubicBezTo>
                  <a:cubicBezTo>
                    <a:pt x="34" y="190"/>
                    <a:pt x="71" y="207"/>
                    <a:pt x="104" y="207"/>
                  </a:cubicBezTo>
                  <a:cubicBezTo>
                    <a:pt x="120" y="207"/>
                    <a:pt x="153" y="207"/>
                    <a:pt x="174" y="174"/>
                  </a:cubicBezTo>
                  <a:cubicBezTo>
                    <a:pt x="223" y="137"/>
                    <a:pt x="240" y="54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12857;p32"/>
            <p:cNvSpPr/>
            <p:nvPr/>
          </p:nvSpPr>
          <p:spPr>
            <a:xfrm>
              <a:off x="4858350" y="2927875"/>
              <a:ext cx="6125" cy="5900"/>
            </a:xfrm>
            <a:custGeom>
              <a:avLst/>
              <a:gdLst/>
              <a:ahLst/>
              <a:cxnLst/>
              <a:rect l="l" t="t" r="r" b="b"/>
              <a:pathLst>
                <a:path w="245" h="236" extrusionOk="0">
                  <a:moveTo>
                    <a:pt x="191" y="0"/>
                  </a:moveTo>
                  <a:cubicBezTo>
                    <a:pt x="141" y="17"/>
                    <a:pt x="87" y="33"/>
                    <a:pt x="38" y="50"/>
                  </a:cubicBezTo>
                  <a:lnTo>
                    <a:pt x="21" y="50"/>
                  </a:lnTo>
                  <a:cubicBezTo>
                    <a:pt x="1" y="120"/>
                    <a:pt x="38" y="206"/>
                    <a:pt x="87" y="223"/>
                  </a:cubicBezTo>
                  <a:cubicBezTo>
                    <a:pt x="102" y="232"/>
                    <a:pt x="117" y="236"/>
                    <a:pt x="132" y="236"/>
                  </a:cubicBezTo>
                  <a:cubicBezTo>
                    <a:pt x="173" y="236"/>
                    <a:pt x="212" y="204"/>
                    <a:pt x="228" y="153"/>
                  </a:cubicBezTo>
                  <a:cubicBezTo>
                    <a:pt x="244" y="103"/>
                    <a:pt x="228" y="33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12858;p32"/>
            <p:cNvSpPr/>
            <p:nvPr/>
          </p:nvSpPr>
          <p:spPr>
            <a:xfrm>
              <a:off x="4851150" y="29428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6" y="1"/>
                  </a:moveTo>
                  <a:cubicBezTo>
                    <a:pt x="81" y="1"/>
                    <a:pt x="30" y="34"/>
                    <a:pt x="17" y="92"/>
                  </a:cubicBezTo>
                  <a:cubicBezTo>
                    <a:pt x="0" y="158"/>
                    <a:pt x="17" y="228"/>
                    <a:pt x="83" y="261"/>
                  </a:cubicBezTo>
                  <a:cubicBezTo>
                    <a:pt x="92" y="264"/>
                    <a:pt x="101" y="265"/>
                    <a:pt x="111" y="265"/>
                  </a:cubicBezTo>
                  <a:cubicBezTo>
                    <a:pt x="159" y="265"/>
                    <a:pt x="209" y="232"/>
                    <a:pt x="223" y="174"/>
                  </a:cubicBezTo>
                  <a:cubicBezTo>
                    <a:pt x="239" y="108"/>
                    <a:pt x="223" y="38"/>
                    <a:pt x="153" y="5"/>
                  </a:cubicBezTo>
                  <a:cubicBezTo>
                    <a:pt x="144" y="2"/>
                    <a:pt x="135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32"/>
            <p:cNvSpPr/>
            <p:nvPr/>
          </p:nvSpPr>
          <p:spPr>
            <a:xfrm>
              <a:off x="4858875" y="295797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3" y="0"/>
                  </a:moveTo>
                  <a:cubicBezTo>
                    <a:pt x="33" y="0"/>
                    <a:pt x="0" y="66"/>
                    <a:pt x="0" y="136"/>
                  </a:cubicBezTo>
                  <a:cubicBezTo>
                    <a:pt x="0" y="169"/>
                    <a:pt x="17" y="206"/>
                    <a:pt x="50" y="223"/>
                  </a:cubicBezTo>
                  <a:cubicBezTo>
                    <a:pt x="66" y="256"/>
                    <a:pt x="104" y="256"/>
                    <a:pt x="120" y="256"/>
                  </a:cubicBezTo>
                  <a:cubicBezTo>
                    <a:pt x="186" y="239"/>
                    <a:pt x="223" y="169"/>
                    <a:pt x="223" y="103"/>
                  </a:cubicBezTo>
                  <a:cubicBezTo>
                    <a:pt x="223" y="66"/>
                    <a:pt x="207" y="33"/>
                    <a:pt x="170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32"/>
            <p:cNvSpPr/>
            <p:nvPr/>
          </p:nvSpPr>
          <p:spPr>
            <a:xfrm>
              <a:off x="4858350" y="297382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5" y="1"/>
                  </a:moveTo>
                  <a:cubicBezTo>
                    <a:pt x="104" y="1"/>
                    <a:pt x="71" y="17"/>
                    <a:pt x="54" y="34"/>
                  </a:cubicBezTo>
                  <a:cubicBezTo>
                    <a:pt x="1" y="88"/>
                    <a:pt x="1" y="153"/>
                    <a:pt x="38" y="224"/>
                  </a:cubicBezTo>
                  <a:cubicBezTo>
                    <a:pt x="54" y="240"/>
                    <a:pt x="71" y="257"/>
                    <a:pt x="104" y="257"/>
                  </a:cubicBezTo>
                  <a:cubicBezTo>
                    <a:pt x="115" y="261"/>
                    <a:pt x="124" y="263"/>
                    <a:pt x="132" y="263"/>
                  </a:cubicBezTo>
                  <a:cubicBezTo>
                    <a:pt x="152" y="263"/>
                    <a:pt x="167" y="252"/>
                    <a:pt x="191" y="240"/>
                  </a:cubicBezTo>
                  <a:cubicBezTo>
                    <a:pt x="244" y="191"/>
                    <a:pt x="244" y="104"/>
                    <a:pt x="207" y="50"/>
                  </a:cubicBezTo>
                  <a:cubicBezTo>
                    <a:pt x="191" y="34"/>
                    <a:pt x="174" y="17"/>
                    <a:pt x="158" y="17"/>
                  </a:cubicBezTo>
                  <a:cubicBezTo>
                    <a:pt x="158" y="17"/>
                    <a:pt x="141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32"/>
            <p:cNvSpPr/>
            <p:nvPr/>
          </p:nvSpPr>
          <p:spPr>
            <a:xfrm>
              <a:off x="4880725" y="3030825"/>
              <a:ext cx="5600" cy="6375"/>
            </a:xfrm>
            <a:custGeom>
              <a:avLst/>
              <a:gdLst/>
              <a:ahLst/>
              <a:cxnLst/>
              <a:rect l="l" t="t" r="r" b="b"/>
              <a:pathLst>
                <a:path w="224" h="255" extrusionOk="0">
                  <a:moveTo>
                    <a:pt x="122" y="1"/>
                  </a:moveTo>
                  <a:cubicBezTo>
                    <a:pt x="65" y="1"/>
                    <a:pt x="14" y="33"/>
                    <a:pt x="1" y="92"/>
                  </a:cubicBezTo>
                  <a:lnTo>
                    <a:pt x="1" y="141"/>
                  </a:lnTo>
                  <a:cubicBezTo>
                    <a:pt x="1" y="195"/>
                    <a:pt x="34" y="228"/>
                    <a:pt x="71" y="244"/>
                  </a:cubicBezTo>
                  <a:cubicBezTo>
                    <a:pt x="84" y="251"/>
                    <a:pt x="101" y="255"/>
                    <a:pt x="118" y="255"/>
                  </a:cubicBezTo>
                  <a:cubicBezTo>
                    <a:pt x="142" y="255"/>
                    <a:pt x="164" y="247"/>
                    <a:pt x="174" y="228"/>
                  </a:cubicBezTo>
                  <a:cubicBezTo>
                    <a:pt x="190" y="211"/>
                    <a:pt x="207" y="195"/>
                    <a:pt x="207" y="178"/>
                  </a:cubicBezTo>
                  <a:cubicBezTo>
                    <a:pt x="223" y="108"/>
                    <a:pt x="207" y="38"/>
                    <a:pt x="157" y="5"/>
                  </a:cubicBezTo>
                  <a:cubicBezTo>
                    <a:pt x="145" y="2"/>
                    <a:pt x="133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32"/>
            <p:cNvSpPr/>
            <p:nvPr/>
          </p:nvSpPr>
          <p:spPr>
            <a:xfrm>
              <a:off x="4877325" y="30034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33" y="0"/>
                    <a:pt x="0" y="70"/>
                    <a:pt x="17" y="140"/>
                  </a:cubicBezTo>
                  <a:cubicBezTo>
                    <a:pt x="17" y="173"/>
                    <a:pt x="33" y="206"/>
                    <a:pt x="50" y="223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70" y="243"/>
                    <a:pt x="190" y="223"/>
                    <a:pt x="207" y="206"/>
                  </a:cubicBezTo>
                  <a:cubicBezTo>
                    <a:pt x="223" y="173"/>
                    <a:pt x="240" y="140"/>
                    <a:pt x="223" y="103"/>
                  </a:cubicBezTo>
                  <a:cubicBezTo>
                    <a:pt x="223" y="70"/>
                    <a:pt x="207" y="37"/>
                    <a:pt x="190" y="17"/>
                  </a:cubicBezTo>
                  <a:cubicBezTo>
                    <a:pt x="170" y="17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32"/>
            <p:cNvSpPr/>
            <p:nvPr/>
          </p:nvSpPr>
          <p:spPr>
            <a:xfrm>
              <a:off x="4846000" y="2933425"/>
              <a:ext cx="2600" cy="1375"/>
            </a:xfrm>
            <a:custGeom>
              <a:avLst/>
              <a:gdLst/>
              <a:ahLst/>
              <a:cxnLst/>
              <a:rect l="l" t="t" r="r" b="b"/>
              <a:pathLst>
                <a:path w="104" h="55" extrusionOk="0">
                  <a:moveTo>
                    <a:pt x="103" y="1"/>
                  </a:moveTo>
                  <a:lnTo>
                    <a:pt x="103" y="1"/>
                  </a:lnTo>
                  <a:cubicBezTo>
                    <a:pt x="66" y="17"/>
                    <a:pt x="33" y="34"/>
                    <a:pt x="0" y="54"/>
                  </a:cubicBezTo>
                  <a:cubicBezTo>
                    <a:pt x="33" y="54"/>
                    <a:pt x="66" y="34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32"/>
            <p:cNvSpPr/>
            <p:nvPr/>
          </p:nvSpPr>
          <p:spPr>
            <a:xfrm>
              <a:off x="4873000" y="2955025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11" y="0"/>
                  </a:moveTo>
                  <a:cubicBezTo>
                    <a:pt x="69" y="0"/>
                    <a:pt x="29" y="33"/>
                    <a:pt x="17" y="81"/>
                  </a:cubicBezTo>
                  <a:cubicBezTo>
                    <a:pt x="0" y="151"/>
                    <a:pt x="17" y="221"/>
                    <a:pt x="87" y="254"/>
                  </a:cubicBezTo>
                  <a:cubicBezTo>
                    <a:pt x="96" y="257"/>
                    <a:pt x="105" y="258"/>
                    <a:pt x="114" y="258"/>
                  </a:cubicBezTo>
                  <a:cubicBezTo>
                    <a:pt x="159" y="258"/>
                    <a:pt x="209" y="228"/>
                    <a:pt x="223" y="184"/>
                  </a:cubicBezTo>
                  <a:cubicBezTo>
                    <a:pt x="239" y="118"/>
                    <a:pt x="223" y="31"/>
                    <a:pt x="157" y="15"/>
                  </a:cubicBezTo>
                  <a:cubicBezTo>
                    <a:pt x="142" y="5"/>
                    <a:pt x="127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32"/>
            <p:cNvSpPr/>
            <p:nvPr/>
          </p:nvSpPr>
          <p:spPr>
            <a:xfrm>
              <a:off x="4883725" y="3016850"/>
              <a:ext cx="6100" cy="6800"/>
            </a:xfrm>
            <a:custGeom>
              <a:avLst/>
              <a:gdLst/>
              <a:ahLst/>
              <a:cxnLst/>
              <a:rect l="l" t="t" r="r" b="b"/>
              <a:pathLst>
                <a:path w="244" h="272" extrusionOk="0">
                  <a:moveTo>
                    <a:pt x="111" y="1"/>
                  </a:moveTo>
                  <a:cubicBezTo>
                    <a:pt x="71" y="1"/>
                    <a:pt x="32" y="34"/>
                    <a:pt x="17" y="82"/>
                  </a:cubicBezTo>
                  <a:cubicBezTo>
                    <a:pt x="0" y="152"/>
                    <a:pt x="17" y="238"/>
                    <a:pt x="70" y="255"/>
                  </a:cubicBezTo>
                  <a:cubicBezTo>
                    <a:pt x="87" y="271"/>
                    <a:pt x="103" y="271"/>
                    <a:pt x="120" y="271"/>
                  </a:cubicBezTo>
                  <a:cubicBezTo>
                    <a:pt x="173" y="255"/>
                    <a:pt x="206" y="238"/>
                    <a:pt x="223" y="185"/>
                  </a:cubicBezTo>
                  <a:cubicBezTo>
                    <a:pt x="243" y="135"/>
                    <a:pt x="223" y="82"/>
                    <a:pt x="206" y="49"/>
                  </a:cubicBezTo>
                  <a:cubicBezTo>
                    <a:pt x="190" y="32"/>
                    <a:pt x="173" y="16"/>
                    <a:pt x="157" y="16"/>
                  </a:cubicBezTo>
                  <a:cubicBezTo>
                    <a:pt x="142" y="6"/>
                    <a:pt x="127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32"/>
            <p:cNvSpPr/>
            <p:nvPr/>
          </p:nvSpPr>
          <p:spPr>
            <a:xfrm>
              <a:off x="4870425" y="30184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70" y="0"/>
                    <a:pt x="54" y="1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4" y="239"/>
                    <a:pt x="87" y="260"/>
                    <a:pt x="103" y="260"/>
                  </a:cubicBezTo>
                  <a:cubicBezTo>
                    <a:pt x="136" y="260"/>
                    <a:pt x="173" y="239"/>
                    <a:pt x="190" y="223"/>
                  </a:cubicBezTo>
                  <a:cubicBezTo>
                    <a:pt x="223" y="206"/>
                    <a:pt x="223" y="173"/>
                    <a:pt x="239" y="136"/>
                  </a:cubicBezTo>
                  <a:cubicBezTo>
                    <a:pt x="239" y="103"/>
                    <a:pt x="223" y="70"/>
                    <a:pt x="206" y="54"/>
                  </a:cubicBezTo>
                  <a:cubicBezTo>
                    <a:pt x="190" y="17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32"/>
            <p:cNvSpPr/>
            <p:nvPr/>
          </p:nvSpPr>
          <p:spPr>
            <a:xfrm>
              <a:off x="4871250" y="297095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2" y="1"/>
                  </a:moveTo>
                  <a:cubicBezTo>
                    <a:pt x="123" y="1"/>
                    <a:pt x="114" y="5"/>
                    <a:pt x="103" y="13"/>
                  </a:cubicBezTo>
                  <a:cubicBezTo>
                    <a:pt x="54" y="13"/>
                    <a:pt x="0" y="79"/>
                    <a:pt x="21" y="149"/>
                  </a:cubicBezTo>
                  <a:cubicBezTo>
                    <a:pt x="21" y="182"/>
                    <a:pt x="37" y="219"/>
                    <a:pt x="54" y="236"/>
                  </a:cubicBezTo>
                  <a:cubicBezTo>
                    <a:pt x="77" y="247"/>
                    <a:pt x="92" y="259"/>
                    <a:pt x="112" y="259"/>
                  </a:cubicBezTo>
                  <a:cubicBezTo>
                    <a:pt x="120" y="259"/>
                    <a:pt x="130" y="257"/>
                    <a:pt x="140" y="252"/>
                  </a:cubicBezTo>
                  <a:cubicBezTo>
                    <a:pt x="206" y="252"/>
                    <a:pt x="243" y="182"/>
                    <a:pt x="227" y="116"/>
                  </a:cubicBezTo>
                  <a:cubicBezTo>
                    <a:pt x="227" y="79"/>
                    <a:pt x="206" y="46"/>
                    <a:pt x="190" y="29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9" y="5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32"/>
            <p:cNvSpPr/>
            <p:nvPr/>
          </p:nvSpPr>
          <p:spPr>
            <a:xfrm>
              <a:off x="4866600" y="303527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3" y="0"/>
                  </a:moveTo>
                  <a:cubicBezTo>
                    <a:pt x="67" y="0"/>
                    <a:pt x="34" y="17"/>
                    <a:pt x="17" y="50"/>
                  </a:cubicBezTo>
                  <a:cubicBezTo>
                    <a:pt x="1" y="83"/>
                    <a:pt x="1" y="120"/>
                    <a:pt x="1" y="153"/>
                  </a:cubicBezTo>
                  <a:cubicBezTo>
                    <a:pt x="1" y="186"/>
                    <a:pt x="17" y="206"/>
                    <a:pt x="34" y="239"/>
                  </a:cubicBezTo>
                  <a:cubicBezTo>
                    <a:pt x="67" y="256"/>
                    <a:pt x="104" y="256"/>
                    <a:pt x="120" y="256"/>
                  </a:cubicBezTo>
                  <a:cubicBezTo>
                    <a:pt x="186" y="239"/>
                    <a:pt x="223" y="169"/>
                    <a:pt x="223" y="103"/>
                  </a:cubicBezTo>
                  <a:cubicBezTo>
                    <a:pt x="207" y="66"/>
                    <a:pt x="186" y="50"/>
                    <a:pt x="170" y="17"/>
                  </a:cubicBezTo>
                  <a:cubicBezTo>
                    <a:pt x="170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32"/>
            <p:cNvSpPr/>
            <p:nvPr/>
          </p:nvSpPr>
          <p:spPr>
            <a:xfrm>
              <a:off x="4869175" y="29907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93" y="1"/>
                  </a:moveTo>
                  <a:cubicBezTo>
                    <a:pt x="72" y="1"/>
                    <a:pt x="57" y="13"/>
                    <a:pt x="34" y="28"/>
                  </a:cubicBezTo>
                  <a:cubicBezTo>
                    <a:pt x="17" y="61"/>
                    <a:pt x="1" y="77"/>
                    <a:pt x="1" y="110"/>
                  </a:cubicBezTo>
                  <a:cubicBezTo>
                    <a:pt x="1" y="148"/>
                    <a:pt x="1" y="181"/>
                    <a:pt x="17" y="213"/>
                  </a:cubicBezTo>
                  <a:cubicBezTo>
                    <a:pt x="46" y="245"/>
                    <a:pt x="83" y="264"/>
                    <a:pt x="118" y="264"/>
                  </a:cubicBezTo>
                  <a:cubicBezTo>
                    <a:pt x="142" y="264"/>
                    <a:pt x="166" y="255"/>
                    <a:pt x="186" y="234"/>
                  </a:cubicBezTo>
                  <a:cubicBezTo>
                    <a:pt x="223" y="181"/>
                    <a:pt x="240" y="110"/>
                    <a:pt x="186" y="44"/>
                  </a:cubicBezTo>
                  <a:cubicBezTo>
                    <a:pt x="186" y="28"/>
                    <a:pt x="170" y="28"/>
                    <a:pt x="153" y="7"/>
                  </a:cubicBezTo>
                  <a:lnTo>
                    <a:pt x="120" y="7"/>
                  </a:lnTo>
                  <a:cubicBezTo>
                    <a:pt x="110" y="3"/>
                    <a:pt x="101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32"/>
            <p:cNvSpPr/>
            <p:nvPr/>
          </p:nvSpPr>
          <p:spPr>
            <a:xfrm>
              <a:off x="4839500" y="30236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03" y="0"/>
                    <a:pt x="70" y="0"/>
                    <a:pt x="54" y="33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4" y="239"/>
                    <a:pt x="87" y="260"/>
                    <a:pt x="103" y="260"/>
                  </a:cubicBezTo>
                  <a:cubicBezTo>
                    <a:pt x="136" y="260"/>
                    <a:pt x="174" y="260"/>
                    <a:pt x="190" y="239"/>
                  </a:cubicBezTo>
                  <a:cubicBezTo>
                    <a:pt x="239" y="190"/>
                    <a:pt x="239" y="103"/>
                    <a:pt x="207" y="54"/>
                  </a:cubicBezTo>
                  <a:cubicBezTo>
                    <a:pt x="190" y="33"/>
                    <a:pt x="190" y="17"/>
                    <a:pt x="174" y="17"/>
                  </a:cubicBezTo>
                  <a:cubicBezTo>
                    <a:pt x="157" y="0"/>
                    <a:pt x="136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32"/>
            <p:cNvSpPr/>
            <p:nvPr/>
          </p:nvSpPr>
          <p:spPr>
            <a:xfrm>
              <a:off x="4816300" y="296620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13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49"/>
                    <a:pt x="17" y="219"/>
                    <a:pt x="87" y="252"/>
                  </a:cubicBezTo>
                  <a:lnTo>
                    <a:pt x="137" y="252"/>
                  </a:lnTo>
                  <a:cubicBezTo>
                    <a:pt x="174" y="252"/>
                    <a:pt x="207" y="219"/>
                    <a:pt x="223" y="166"/>
                  </a:cubicBezTo>
                  <a:cubicBezTo>
                    <a:pt x="240" y="133"/>
                    <a:pt x="223" y="83"/>
                    <a:pt x="207" y="46"/>
                  </a:cubicBezTo>
                  <a:cubicBezTo>
                    <a:pt x="190" y="30"/>
                    <a:pt x="174" y="13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32"/>
            <p:cNvSpPr/>
            <p:nvPr/>
          </p:nvSpPr>
          <p:spPr>
            <a:xfrm>
              <a:off x="4815075" y="3012500"/>
              <a:ext cx="5575" cy="6575"/>
            </a:xfrm>
            <a:custGeom>
              <a:avLst/>
              <a:gdLst/>
              <a:ahLst/>
              <a:cxnLst/>
              <a:rect l="l" t="t" r="r" b="b"/>
              <a:pathLst>
                <a:path w="223" h="263" extrusionOk="0">
                  <a:moveTo>
                    <a:pt x="136" y="0"/>
                  </a:moveTo>
                  <a:cubicBezTo>
                    <a:pt x="103" y="0"/>
                    <a:pt x="66" y="17"/>
                    <a:pt x="50" y="33"/>
                  </a:cubicBezTo>
                  <a:cubicBezTo>
                    <a:pt x="0" y="87"/>
                    <a:pt x="0" y="153"/>
                    <a:pt x="33" y="223"/>
                  </a:cubicBezTo>
                  <a:cubicBezTo>
                    <a:pt x="50" y="239"/>
                    <a:pt x="83" y="256"/>
                    <a:pt x="103" y="256"/>
                  </a:cubicBezTo>
                  <a:cubicBezTo>
                    <a:pt x="113" y="260"/>
                    <a:pt x="123" y="262"/>
                    <a:pt x="132" y="262"/>
                  </a:cubicBezTo>
                  <a:cubicBezTo>
                    <a:pt x="154" y="262"/>
                    <a:pt x="174" y="251"/>
                    <a:pt x="186" y="239"/>
                  </a:cubicBezTo>
                  <a:cubicBezTo>
                    <a:pt x="206" y="206"/>
                    <a:pt x="223" y="190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186" y="33"/>
                    <a:pt x="169" y="17"/>
                    <a:pt x="153" y="17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32"/>
            <p:cNvSpPr/>
            <p:nvPr/>
          </p:nvSpPr>
          <p:spPr>
            <a:xfrm>
              <a:off x="4825800" y="30265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5" y="1"/>
                  </a:moveTo>
                  <a:cubicBezTo>
                    <a:pt x="80" y="1"/>
                    <a:pt x="30" y="31"/>
                    <a:pt x="17" y="75"/>
                  </a:cubicBezTo>
                  <a:cubicBezTo>
                    <a:pt x="0" y="145"/>
                    <a:pt x="17" y="228"/>
                    <a:pt x="87" y="248"/>
                  </a:cubicBezTo>
                  <a:cubicBezTo>
                    <a:pt x="100" y="257"/>
                    <a:pt x="114" y="261"/>
                    <a:pt x="129" y="261"/>
                  </a:cubicBezTo>
                  <a:cubicBezTo>
                    <a:pt x="170" y="261"/>
                    <a:pt x="211" y="230"/>
                    <a:pt x="223" y="178"/>
                  </a:cubicBezTo>
                  <a:cubicBezTo>
                    <a:pt x="239" y="108"/>
                    <a:pt x="223" y="42"/>
                    <a:pt x="153" y="5"/>
                  </a:cubicBezTo>
                  <a:cubicBezTo>
                    <a:pt x="144" y="2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32"/>
            <p:cNvSpPr/>
            <p:nvPr/>
          </p:nvSpPr>
          <p:spPr>
            <a:xfrm>
              <a:off x="4810325" y="3027400"/>
              <a:ext cx="6425" cy="6650"/>
            </a:xfrm>
            <a:custGeom>
              <a:avLst/>
              <a:gdLst/>
              <a:ahLst/>
              <a:cxnLst/>
              <a:rect l="l" t="t" r="r" b="b"/>
              <a:pathLst>
                <a:path w="257" h="266" extrusionOk="0">
                  <a:moveTo>
                    <a:pt x="134" y="0"/>
                  </a:moveTo>
                  <a:cubicBezTo>
                    <a:pt x="84" y="0"/>
                    <a:pt x="44" y="35"/>
                    <a:pt x="17" y="88"/>
                  </a:cubicBezTo>
                  <a:cubicBezTo>
                    <a:pt x="1" y="159"/>
                    <a:pt x="34" y="229"/>
                    <a:pt x="87" y="262"/>
                  </a:cubicBezTo>
                  <a:cubicBezTo>
                    <a:pt x="96" y="264"/>
                    <a:pt x="105" y="266"/>
                    <a:pt x="114" y="266"/>
                  </a:cubicBezTo>
                  <a:cubicBezTo>
                    <a:pt x="159" y="266"/>
                    <a:pt x="210" y="233"/>
                    <a:pt x="223" y="175"/>
                  </a:cubicBezTo>
                  <a:cubicBezTo>
                    <a:pt x="256" y="109"/>
                    <a:pt x="223" y="39"/>
                    <a:pt x="170" y="6"/>
                  </a:cubicBezTo>
                  <a:cubicBezTo>
                    <a:pt x="157" y="2"/>
                    <a:pt x="145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12875;p32"/>
            <p:cNvSpPr/>
            <p:nvPr/>
          </p:nvSpPr>
          <p:spPr>
            <a:xfrm>
              <a:off x="4821875" y="29961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0"/>
                  </a:moveTo>
                  <a:cubicBezTo>
                    <a:pt x="70" y="0"/>
                    <a:pt x="54" y="21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17" y="190"/>
                    <a:pt x="17" y="207"/>
                    <a:pt x="54" y="244"/>
                  </a:cubicBezTo>
                  <a:cubicBezTo>
                    <a:pt x="70" y="260"/>
                    <a:pt x="103" y="260"/>
                    <a:pt x="141" y="260"/>
                  </a:cubicBezTo>
                  <a:cubicBezTo>
                    <a:pt x="190" y="244"/>
                    <a:pt x="244" y="174"/>
                    <a:pt x="223" y="104"/>
                  </a:cubicBezTo>
                  <a:cubicBezTo>
                    <a:pt x="223" y="71"/>
                    <a:pt x="207" y="54"/>
                    <a:pt x="174" y="21"/>
                  </a:cubicBezTo>
                  <a:lnTo>
                    <a:pt x="1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12876;p32"/>
            <p:cNvSpPr/>
            <p:nvPr/>
          </p:nvSpPr>
          <p:spPr>
            <a:xfrm>
              <a:off x="4800025" y="301495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42" y="1"/>
                  </a:moveTo>
                  <a:cubicBezTo>
                    <a:pt x="97" y="1"/>
                    <a:pt x="47" y="30"/>
                    <a:pt x="33" y="71"/>
                  </a:cubicBezTo>
                  <a:cubicBezTo>
                    <a:pt x="0" y="141"/>
                    <a:pt x="33" y="228"/>
                    <a:pt x="87" y="244"/>
                  </a:cubicBezTo>
                  <a:cubicBezTo>
                    <a:pt x="103" y="261"/>
                    <a:pt x="120" y="261"/>
                    <a:pt x="136" y="261"/>
                  </a:cubicBezTo>
                  <a:cubicBezTo>
                    <a:pt x="190" y="244"/>
                    <a:pt x="223" y="228"/>
                    <a:pt x="239" y="174"/>
                  </a:cubicBezTo>
                  <a:cubicBezTo>
                    <a:pt x="256" y="125"/>
                    <a:pt x="239" y="71"/>
                    <a:pt x="206" y="38"/>
                  </a:cubicBezTo>
                  <a:cubicBezTo>
                    <a:pt x="206" y="22"/>
                    <a:pt x="190" y="22"/>
                    <a:pt x="169" y="5"/>
                  </a:cubicBezTo>
                  <a:cubicBezTo>
                    <a:pt x="161" y="2"/>
                    <a:pt x="151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32"/>
            <p:cNvSpPr/>
            <p:nvPr/>
          </p:nvSpPr>
          <p:spPr>
            <a:xfrm>
              <a:off x="4807750" y="299752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94" y="1"/>
                  </a:moveTo>
                  <a:cubicBezTo>
                    <a:pt x="54" y="1"/>
                    <a:pt x="13" y="32"/>
                    <a:pt x="1" y="84"/>
                  </a:cubicBezTo>
                  <a:lnTo>
                    <a:pt x="1" y="133"/>
                  </a:lnTo>
                  <a:cubicBezTo>
                    <a:pt x="1" y="187"/>
                    <a:pt x="17" y="236"/>
                    <a:pt x="66" y="253"/>
                  </a:cubicBezTo>
                  <a:cubicBezTo>
                    <a:pt x="77" y="258"/>
                    <a:pt x="88" y="261"/>
                    <a:pt x="99" y="261"/>
                  </a:cubicBezTo>
                  <a:cubicBezTo>
                    <a:pt x="128" y="261"/>
                    <a:pt x="158" y="244"/>
                    <a:pt x="170" y="220"/>
                  </a:cubicBezTo>
                  <a:cubicBezTo>
                    <a:pt x="190" y="203"/>
                    <a:pt x="207" y="203"/>
                    <a:pt x="207" y="170"/>
                  </a:cubicBezTo>
                  <a:cubicBezTo>
                    <a:pt x="223" y="100"/>
                    <a:pt x="207" y="30"/>
                    <a:pt x="137" y="14"/>
                  </a:cubicBezTo>
                  <a:cubicBezTo>
                    <a:pt x="123" y="5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32"/>
            <p:cNvSpPr/>
            <p:nvPr/>
          </p:nvSpPr>
          <p:spPr>
            <a:xfrm>
              <a:off x="4804250" y="2969925"/>
              <a:ext cx="5700" cy="6525"/>
            </a:xfrm>
            <a:custGeom>
              <a:avLst/>
              <a:gdLst/>
              <a:ahLst/>
              <a:cxnLst/>
              <a:rect l="l" t="t" r="r" b="b"/>
              <a:pathLst>
                <a:path w="228" h="261" extrusionOk="0">
                  <a:moveTo>
                    <a:pt x="103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21" y="190"/>
                    <a:pt x="37" y="223"/>
                    <a:pt x="54" y="244"/>
                  </a:cubicBezTo>
                  <a:cubicBezTo>
                    <a:pt x="70" y="260"/>
                    <a:pt x="103" y="260"/>
                    <a:pt x="141" y="260"/>
                  </a:cubicBezTo>
                  <a:cubicBezTo>
                    <a:pt x="157" y="260"/>
                    <a:pt x="190" y="244"/>
                    <a:pt x="206" y="206"/>
                  </a:cubicBezTo>
                  <a:cubicBezTo>
                    <a:pt x="227" y="173"/>
                    <a:pt x="227" y="140"/>
                    <a:pt x="227" y="103"/>
                  </a:cubicBezTo>
                  <a:cubicBezTo>
                    <a:pt x="227" y="70"/>
                    <a:pt x="206" y="54"/>
                    <a:pt x="190" y="37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32"/>
            <p:cNvSpPr/>
            <p:nvPr/>
          </p:nvSpPr>
          <p:spPr>
            <a:xfrm>
              <a:off x="4885875" y="2967350"/>
              <a:ext cx="6525" cy="6400"/>
            </a:xfrm>
            <a:custGeom>
              <a:avLst/>
              <a:gdLst/>
              <a:ahLst/>
              <a:cxnLst/>
              <a:rect l="l" t="t" r="r" b="b"/>
              <a:pathLst>
                <a:path w="261" h="256" extrusionOk="0">
                  <a:moveTo>
                    <a:pt x="137" y="0"/>
                  </a:moveTo>
                  <a:cubicBezTo>
                    <a:pt x="120" y="0"/>
                    <a:pt x="87" y="0"/>
                    <a:pt x="71" y="37"/>
                  </a:cubicBezTo>
                  <a:cubicBezTo>
                    <a:pt x="17" y="70"/>
                    <a:pt x="1" y="157"/>
                    <a:pt x="54" y="206"/>
                  </a:cubicBezTo>
                  <a:cubicBezTo>
                    <a:pt x="73" y="237"/>
                    <a:pt x="104" y="256"/>
                    <a:pt x="137" y="256"/>
                  </a:cubicBezTo>
                  <a:cubicBezTo>
                    <a:pt x="161" y="256"/>
                    <a:pt x="186" y="246"/>
                    <a:pt x="207" y="223"/>
                  </a:cubicBezTo>
                  <a:cubicBezTo>
                    <a:pt x="240" y="190"/>
                    <a:pt x="260" y="103"/>
                    <a:pt x="223" y="54"/>
                  </a:cubicBezTo>
                  <a:cubicBezTo>
                    <a:pt x="207" y="37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12880;p32"/>
            <p:cNvSpPr/>
            <p:nvPr/>
          </p:nvSpPr>
          <p:spPr>
            <a:xfrm>
              <a:off x="4836500" y="29933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2" y="1"/>
                  </a:moveTo>
                  <a:cubicBezTo>
                    <a:pt x="93" y="1"/>
                    <a:pt x="77" y="13"/>
                    <a:pt x="50" y="28"/>
                  </a:cubicBezTo>
                  <a:cubicBezTo>
                    <a:pt x="17" y="78"/>
                    <a:pt x="1" y="164"/>
                    <a:pt x="34" y="214"/>
                  </a:cubicBezTo>
                  <a:cubicBezTo>
                    <a:pt x="50" y="251"/>
                    <a:pt x="87" y="267"/>
                    <a:pt x="120" y="267"/>
                  </a:cubicBezTo>
                  <a:cubicBezTo>
                    <a:pt x="137" y="267"/>
                    <a:pt x="174" y="251"/>
                    <a:pt x="190" y="234"/>
                  </a:cubicBezTo>
                  <a:cubicBezTo>
                    <a:pt x="223" y="214"/>
                    <a:pt x="240" y="181"/>
                    <a:pt x="240" y="148"/>
                  </a:cubicBezTo>
                  <a:cubicBezTo>
                    <a:pt x="240" y="110"/>
                    <a:pt x="223" y="78"/>
                    <a:pt x="207" y="45"/>
                  </a:cubicBezTo>
                  <a:cubicBezTo>
                    <a:pt x="207" y="28"/>
                    <a:pt x="190" y="28"/>
                    <a:pt x="174" y="7"/>
                  </a:cubicBezTo>
                  <a:lnTo>
                    <a:pt x="137" y="7"/>
                  </a:lnTo>
                  <a:cubicBezTo>
                    <a:pt x="127" y="3"/>
                    <a:pt x="119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32"/>
            <p:cNvSpPr/>
            <p:nvPr/>
          </p:nvSpPr>
          <p:spPr>
            <a:xfrm>
              <a:off x="4844650" y="30077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4" y="0"/>
                  </a:moveTo>
                  <a:cubicBezTo>
                    <a:pt x="54" y="17"/>
                    <a:pt x="1" y="87"/>
                    <a:pt x="17" y="153"/>
                  </a:cubicBezTo>
                  <a:cubicBezTo>
                    <a:pt x="17" y="190"/>
                    <a:pt x="33" y="223"/>
                    <a:pt x="54" y="240"/>
                  </a:cubicBezTo>
                  <a:cubicBezTo>
                    <a:pt x="77" y="251"/>
                    <a:pt x="92" y="265"/>
                    <a:pt x="111" y="265"/>
                  </a:cubicBezTo>
                  <a:cubicBezTo>
                    <a:pt x="118" y="265"/>
                    <a:pt x="127" y="262"/>
                    <a:pt x="137" y="256"/>
                  </a:cubicBezTo>
                  <a:cubicBezTo>
                    <a:pt x="207" y="256"/>
                    <a:pt x="240" y="190"/>
                    <a:pt x="223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32"/>
            <p:cNvSpPr/>
            <p:nvPr/>
          </p:nvSpPr>
          <p:spPr>
            <a:xfrm>
              <a:off x="4843425" y="2978200"/>
              <a:ext cx="5575" cy="6550"/>
            </a:xfrm>
            <a:custGeom>
              <a:avLst/>
              <a:gdLst/>
              <a:ahLst/>
              <a:cxnLst/>
              <a:rect l="l" t="t" r="r" b="b"/>
              <a:pathLst>
                <a:path w="223" h="262" extrusionOk="0">
                  <a:moveTo>
                    <a:pt x="128" y="0"/>
                  </a:moveTo>
                  <a:cubicBezTo>
                    <a:pt x="120" y="0"/>
                    <a:pt x="111" y="5"/>
                    <a:pt x="103" y="16"/>
                  </a:cubicBezTo>
                  <a:cubicBezTo>
                    <a:pt x="33" y="16"/>
                    <a:pt x="0" y="82"/>
                    <a:pt x="0" y="152"/>
                  </a:cubicBezTo>
                  <a:cubicBezTo>
                    <a:pt x="17" y="185"/>
                    <a:pt x="33" y="222"/>
                    <a:pt x="50" y="238"/>
                  </a:cubicBezTo>
                  <a:cubicBezTo>
                    <a:pt x="61" y="250"/>
                    <a:pt x="83" y="262"/>
                    <a:pt x="107" y="262"/>
                  </a:cubicBezTo>
                  <a:cubicBezTo>
                    <a:pt x="116" y="262"/>
                    <a:pt x="126" y="260"/>
                    <a:pt x="136" y="255"/>
                  </a:cubicBezTo>
                  <a:cubicBezTo>
                    <a:pt x="169" y="255"/>
                    <a:pt x="186" y="238"/>
                    <a:pt x="206" y="201"/>
                  </a:cubicBezTo>
                  <a:cubicBezTo>
                    <a:pt x="223" y="185"/>
                    <a:pt x="223" y="152"/>
                    <a:pt x="223" y="119"/>
                  </a:cubicBezTo>
                  <a:cubicBezTo>
                    <a:pt x="223" y="82"/>
                    <a:pt x="206" y="49"/>
                    <a:pt x="186" y="32"/>
                  </a:cubicBezTo>
                  <a:cubicBezTo>
                    <a:pt x="169" y="16"/>
                    <a:pt x="169" y="16"/>
                    <a:pt x="153" y="16"/>
                  </a:cubicBezTo>
                  <a:cubicBezTo>
                    <a:pt x="144" y="5"/>
                    <a:pt x="136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32"/>
            <p:cNvSpPr/>
            <p:nvPr/>
          </p:nvSpPr>
          <p:spPr>
            <a:xfrm>
              <a:off x="4838250" y="2948475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3" y="256"/>
                    <a:pt x="120" y="256"/>
                    <a:pt x="137" y="256"/>
                  </a:cubicBezTo>
                  <a:cubicBezTo>
                    <a:pt x="207" y="240"/>
                    <a:pt x="240" y="174"/>
                    <a:pt x="240" y="104"/>
                  </a:cubicBezTo>
                  <a:cubicBezTo>
                    <a:pt x="224" y="71"/>
                    <a:pt x="207" y="34"/>
                    <a:pt x="186" y="17"/>
                  </a:cubicBezTo>
                  <a:lnTo>
                    <a:pt x="1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12884;p32"/>
            <p:cNvSpPr/>
            <p:nvPr/>
          </p:nvSpPr>
          <p:spPr>
            <a:xfrm>
              <a:off x="4844650" y="29629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3" y="0"/>
                  </a:moveTo>
                  <a:cubicBezTo>
                    <a:pt x="124" y="0"/>
                    <a:pt x="115" y="2"/>
                    <a:pt x="104" y="9"/>
                  </a:cubicBezTo>
                  <a:cubicBezTo>
                    <a:pt x="54" y="9"/>
                    <a:pt x="1" y="75"/>
                    <a:pt x="17" y="145"/>
                  </a:cubicBezTo>
                  <a:cubicBezTo>
                    <a:pt x="33" y="215"/>
                    <a:pt x="87" y="265"/>
                    <a:pt x="137" y="265"/>
                  </a:cubicBezTo>
                  <a:cubicBezTo>
                    <a:pt x="174" y="248"/>
                    <a:pt x="207" y="232"/>
                    <a:pt x="223" y="215"/>
                  </a:cubicBezTo>
                  <a:cubicBezTo>
                    <a:pt x="240" y="178"/>
                    <a:pt x="240" y="145"/>
                    <a:pt x="240" y="112"/>
                  </a:cubicBezTo>
                  <a:cubicBezTo>
                    <a:pt x="223" y="75"/>
                    <a:pt x="223" y="42"/>
                    <a:pt x="190" y="26"/>
                  </a:cubicBezTo>
                  <a:lnTo>
                    <a:pt x="174" y="9"/>
                  </a:lnTo>
                  <a:cubicBezTo>
                    <a:pt x="163" y="9"/>
                    <a:pt x="150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32"/>
            <p:cNvSpPr/>
            <p:nvPr/>
          </p:nvSpPr>
          <p:spPr>
            <a:xfrm>
              <a:off x="4830525" y="29657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7" y="0"/>
                  </a:moveTo>
                  <a:cubicBezTo>
                    <a:pt x="104" y="0"/>
                    <a:pt x="67" y="0"/>
                    <a:pt x="50" y="17"/>
                  </a:cubicBezTo>
                  <a:cubicBezTo>
                    <a:pt x="17" y="50"/>
                    <a:pt x="17" y="66"/>
                    <a:pt x="1" y="103"/>
                  </a:cubicBezTo>
                  <a:cubicBezTo>
                    <a:pt x="1" y="153"/>
                    <a:pt x="17" y="169"/>
                    <a:pt x="34" y="206"/>
                  </a:cubicBezTo>
                  <a:cubicBezTo>
                    <a:pt x="50" y="239"/>
                    <a:pt x="67" y="256"/>
                    <a:pt x="104" y="256"/>
                  </a:cubicBezTo>
                  <a:cubicBezTo>
                    <a:pt x="137" y="256"/>
                    <a:pt x="170" y="239"/>
                    <a:pt x="186" y="223"/>
                  </a:cubicBezTo>
                  <a:cubicBezTo>
                    <a:pt x="240" y="186"/>
                    <a:pt x="240" y="103"/>
                    <a:pt x="207" y="50"/>
                  </a:cubicBezTo>
                  <a:cubicBezTo>
                    <a:pt x="186" y="33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32"/>
            <p:cNvSpPr/>
            <p:nvPr/>
          </p:nvSpPr>
          <p:spPr>
            <a:xfrm>
              <a:off x="4827425" y="300972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3" y="1"/>
                  </a:moveTo>
                  <a:cubicBezTo>
                    <a:pt x="117" y="1"/>
                    <a:pt x="111" y="2"/>
                    <a:pt x="104" y="8"/>
                  </a:cubicBezTo>
                  <a:cubicBezTo>
                    <a:pt x="88" y="8"/>
                    <a:pt x="71" y="24"/>
                    <a:pt x="55" y="41"/>
                  </a:cubicBezTo>
                  <a:cubicBezTo>
                    <a:pt x="22" y="57"/>
                    <a:pt x="1" y="111"/>
                    <a:pt x="22" y="144"/>
                  </a:cubicBezTo>
                  <a:cubicBezTo>
                    <a:pt x="22" y="177"/>
                    <a:pt x="38" y="214"/>
                    <a:pt x="55" y="231"/>
                  </a:cubicBezTo>
                  <a:cubicBezTo>
                    <a:pt x="88" y="247"/>
                    <a:pt x="104" y="264"/>
                    <a:pt x="141" y="264"/>
                  </a:cubicBezTo>
                  <a:cubicBezTo>
                    <a:pt x="191" y="247"/>
                    <a:pt x="244" y="198"/>
                    <a:pt x="244" y="128"/>
                  </a:cubicBezTo>
                  <a:lnTo>
                    <a:pt x="244" y="111"/>
                  </a:lnTo>
                  <a:cubicBezTo>
                    <a:pt x="228" y="57"/>
                    <a:pt x="207" y="24"/>
                    <a:pt x="158" y="8"/>
                  </a:cubicBezTo>
                  <a:cubicBezTo>
                    <a:pt x="147" y="8"/>
                    <a:pt x="136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32"/>
            <p:cNvSpPr/>
            <p:nvPr/>
          </p:nvSpPr>
          <p:spPr>
            <a:xfrm>
              <a:off x="4595525" y="2790700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123" y="0"/>
                  </a:moveTo>
                  <a:cubicBezTo>
                    <a:pt x="117" y="0"/>
                    <a:pt x="110" y="2"/>
                    <a:pt x="104" y="8"/>
                  </a:cubicBezTo>
                  <a:lnTo>
                    <a:pt x="71" y="8"/>
                  </a:lnTo>
                  <a:cubicBezTo>
                    <a:pt x="21" y="24"/>
                    <a:pt x="0" y="94"/>
                    <a:pt x="0" y="144"/>
                  </a:cubicBezTo>
                  <a:cubicBezTo>
                    <a:pt x="0" y="177"/>
                    <a:pt x="21" y="214"/>
                    <a:pt x="54" y="230"/>
                  </a:cubicBezTo>
                  <a:cubicBezTo>
                    <a:pt x="71" y="247"/>
                    <a:pt x="104" y="263"/>
                    <a:pt x="141" y="263"/>
                  </a:cubicBezTo>
                  <a:cubicBezTo>
                    <a:pt x="190" y="247"/>
                    <a:pt x="227" y="177"/>
                    <a:pt x="227" y="111"/>
                  </a:cubicBezTo>
                  <a:cubicBezTo>
                    <a:pt x="227" y="94"/>
                    <a:pt x="227" y="94"/>
                    <a:pt x="207" y="74"/>
                  </a:cubicBezTo>
                  <a:cubicBezTo>
                    <a:pt x="207" y="41"/>
                    <a:pt x="174" y="24"/>
                    <a:pt x="157" y="8"/>
                  </a:cubicBezTo>
                  <a:cubicBezTo>
                    <a:pt x="146" y="8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32"/>
            <p:cNvSpPr/>
            <p:nvPr/>
          </p:nvSpPr>
          <p:spPr>
            <a:xfrm>
              <a:off x="4561625" y="2857250"/>
              <a:ext cx="3925" cy="6625"/>
            </a:xfrm>
            <a:custGeom>
              <a:avLst/>
              <a:gdLst/>
              <a:ahLst/>
              <a:cxnLst/>
              <a:rect l="l" t="t" r="r" b="b"/>
              <a:pathLst>
                <a:path w="157" h="265" extrusionOk="0">
                  <a:moveTo>
                    <a:pt x="36" y="0"/>
                  </a:moveTo>
                  <a:cubicBezTo>
                    <a:pt x="30" y="0"/>
                    <a:pt x="23" y="2"/>
                    <a:pt x="17" y="9"/>
                  </a:cubicBezTo>
                  <a:lnTo>
                    <a:pt x="0" y="9"/>
                  </a:lnTo>
                  <a:lnTo>
                    <a:pt x="0" y="248"/>
                  </a:lnTo>
                  <a:cubicBezTo>
                    <a:pt x="17" y="265"/>
                    <a:pt x="37" y="265"/>
                    <a:pt x="54" y="265"/>
                  </a:cubicBezTo>
                  <a:cubicBezTo>
                    <a:pt x="87" y="248"/>
                    <a:pt x="103" y="232"/>
                    <a:pt x="120" y="215"/>
                  </a:cubicBezTo>
                  <a:cubicBezTo>
                    <a:pt x="140" y="178"/>
                    <a:pt x="157" y="145"/>
                    <a:pt x="140" y="112"/>
                  </a:cubicBezTo>
                  <a:cubicBezTo>
                    <a:pt x="140" y="75"/>
                    <a:pt x="120" y="42"/>
                    <a:pt x="103" y="26"/>
                  </a:cubicBezTo>
                  <a:cubicBezTo>
                    <a:pt x="87" y="26"/>
                    <a:pt x="87" y="9"/>
                    <a:pt x="70" y="9"/>
                  </a:cubicBezTo>
                  <a:cubicBezTo>
                    <a:pt x="59" y="9"/>
                    <a:pt x="48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32"/>
            <p:cNvSpPr/>
            <p:nvPr/>
          </p:nvSpPr>
          <p:spPr>
            <a:xfrm>
              <a:off x="4578000" y="28848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83" y="17"/>
                    <a:pt x="50" y="38"/>
                  </a:cubicBezTo>
                  <a:cubicBezTo>
                    <a:pt x="17" y="71"/>
                    <a:pt x="1" y="158"/>
                    <a:pt x="34" y="207"/>
                  </a:cubicBezTo>
                  <a:cubicBezTo>
                    <a:pt x="67" y="244"/>
                    <a:pt x="83" y="261"/>
                    <a:pt x="120" y="261"/>
                  </a:cubicBezTo>
                  <a:cubicBezTo>
                    <a:pt x="153" y="261"/>
                    <a:pt x="170" y="261"/>
                    <a:pt x="207" y="244"/>
                  </a:cubicBezTo>
                  <a:cubicBezTo>
                    <a:pt x="223" y="207"/>
                    <a:pt x="240" y="191"/>
                    <a:pt x="240" y="158"/>
                  </a:cubicBezTo>
                  <a:cubicBezTo>
                    <a:pt x="240" y="120"/>
                    <a:pt x="240" y="87"/>
                    <a:pt x="207" y="54"/>
                  </a:cubicBezTo>
                  <a:cubicBezTo>
                    <a:pt x="207" y="38"/>
                    <a:pt x="186" y="17"/>
                    <a:pt x="170" y="17"/>
                  </a:cubicBezTo>
                  <a:cubicBezTo>
                    <a:pt x="153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32"/>
            <p:cNvSpPr/>
            <p:nvPr/>
          </p:nvSpPr>
          <p:spPr>
            <a:xfrm>
              <a:off x="4568100" y="29193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1"/>
                  </a:moveTo>
                  <a:cubicBezTo>
                    <a:pt x="50" y="17"/>
                    <a:pt x="1" y="83"/>
                    <a:pt x="17" y="153"/>
                  </a:cubicBezTo>
                  <a:cubicBezTo>
                    <a:pt x="17" y="186"/>
                    <a:pt x="34" y="224"/>
                    <a:pt x="67" y="240"/>
                  </a:cubicBezTo>
                  <a:cubicBezTo>
                    <a:pt x="81" y="252"/>
                    <a:pt x="102" y="263"/>
                    <a:pt x="119" y="263"/>
                  </a:cubicBezTo>
                  <a:cubicBezTo>
                    <a:pt x="126" y="263"/>
                    <a:pt x="132" y="261"/>
                    <a:pt x="137" y="257"/>
                  </a:cubicBezTo>
                  <a:cubicBezTo>
                    <a:pt x="207" y="257"/>
                    <a:pt x="240" y="186"/>
                    <a:pt x="240" y="121"/>
                  </a:cubicBezTo>
                  <a:cubicBezTo>
                    <a:pt x="223" y="83"/>
                    <a:pt x="223" y="50"/>
                    <a:pt x="190" y="34"/>
                  </a:cubicBezTo>
                  <a:cubicBezTo>
                    <a:pt x="190" y="17"/>
                    <a:pt x="170" y="17"/>
                    <a:pt x="170" y="17"/>
                  </a:cubicBez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12891;p32"/>
            <p:cNvSpPr/>
            <p:nvPr/>
          </p:nvSpPr>
          <p:spPr>
            <a:xfrm>
              <a:off x="4576650" y="2857475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37" y="0"/>
                  </a:moveTo>
                  <a:cubicBezTo>
                    <a:pt x="104" y="0"/>
                    <a:pt x="71" y="0"/>
                    <a:pt x="55" y="33"/>
                  </a:cubicBezTo>
                  <a:cubicBezTo>
                    <a:pt x="17" y="50"/>
                    <a:pt x="17" y="83"/>
                    <a:pt x="1" y="120"/>
                  </a:cubicBezTo>
                  <a:cubicBezTo>
                    <a:pt x="1" y="153"/>
                    <a:pt x="17" y="186"/>
                    <a:pt x="34" y="206"/>
                  </a:cubicBezTo>
                  <a:cubicBezTo>
                    <a:pt x="56" y="245"/>
                    <a:pt x="87" y="261"/>
                    <a:pt x="121" y="261"/>
                  </a:cubicBezTo>
                  <a:cubicBezTo>
                    <a:pt x="144" y="261"/>
                    <a:pt x="168" y="253"/>
                    <a:pt x="191" y="239"/>
                  </a:cubicBezTo>
                  <a:cubicBezTo>
                    <a:pt x="240" y="186"/>
                    <a:pt x="240" y="103"/>
                    <a:pt x="207" y="50"/>
                  </a:cubicBezTo>
                  <a:cubicBezTo>
                    <a:pt x="191" y="33"/>
                    <a:pt x="174" y="17"/>
                    <a:pt x="158" y="17"/>
                  </a:cubicBezTo>
                  <a:cubicBezTo>
                    <a:pt x="158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32"/>
            <p:cNvSpPr/>
            <p:nvPr/>
          </p:nvSpPr>
          <p:spPr>
            <a:xfrm>
              <a:off x="4573675" y="28075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60"/>
                    <a:pt x="240" y="190"/>
                    <a:pt x="223" y="120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32"/>
            <p:cNvSpPr/>
            <p:nvPr/>
          </p:nvSpPr>
          <p:spPr>
            <a:xfrm>
              <a:off x="4571500" y="29489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54" y="0"/>
                    <a:pt x="1" y="70"/>
                    <a:pt x="17" y="136"/>
                  </a:cubicBezTo>
                  <a:cubicBezTo>
                    <a:pt x="17" y="190"/>
                    <a:pt x="34" y="223"/>
                    <a:pt x="71" y="239"/>
                  </a:cubicBezTo>
                  <a:cubicBezTo>
                    <a:pt x="87" y="239"/>
                    <a:pt x="120" y="260"/>
                    <a:pt x="137" y="260"/>
                  </a:cubicBezTo>
                  <a:cubicBezTo>
                    <a:pt x="174" y="239"/>
                    <a:pt x="190" y="223"/>
                    <a:pt x="207" y="206"/>
                  </a:cubicBezTo>
                  <a:cubicBezTo>
                    <a:pt x="240" y="173"/>
                    <a:pt x="240" y="136"/>
                    <a:pt x="240" y="103"/>
                  </a:cubicBezTo>
                  <a:cubicBezTo>
                    <a:pt x="223" y="70"/>
                    <a:pt x="207" y="33"/>
                    <a:pt x="190" y="1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32"/>
            <p:cNvSpPr/>
            <p:nvPr/>
          </p:nvSpPr>
          <p:spPr>
            <a:xfrm>
              <a:off x="4574075" y="290167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04" y="1"/>
                  </a:moveTo>
                  <a:cubicBezTo>
                    <a:pt x="71" y="17"/>
                    <a:pt x="34" y="34"/>
                    <a:pt x="17" y="50"/>
                  </a:cubicBezTo>
                  <a:cubicBezTo>
                    <a:pt x="1" y="88"/>
                    <a:pt x="1" y="120"/>
                    <a:pt x="1" y="153"/>
                  </a:cubicBezTo>
                  <a:cubicBezTo>
                    <a:pt x="17" y="191"/>
                    <a:pt x="17" y="224"/>
                    <a:pt x="54" y="240"/>
                  </a:cubicBezTo>
                  <a:cubicBezTo>
                    <a:pt x="66" y="252"/>
                    <a:pt x="86" y="263"/>
                    <a:pt x="108" y="263"/>
                  </a:cubicBezTo>
                  <a:cubicBezTo>
                    <a:pt x="118" y="263"/>
                    <a:pt x="127" y="261"/>
                    <a:pt x="137" y="257"/>
                  </a:cubicBezTo>
                  <a:cubicBezTo>
                    <a:pt x="191" y="257"/>
                    <a:pt x="240" y="191"/>
                    <a:pt x="224" y="120"/>
                  </a:cubicBezTo>
                  <a:cubicBezTo>
                    <a:pt x="224" y="88"/>
                    <a:pt x="207" y="50"/>
                    <a:pt x="174" y="34"/>
                  </a:cubicBezTo>
                  <a:cubicBezTo>
                    <a:pt x="174" y="17"/>
                    <a:pt x="158" y="17"/>
                    <a:pt x="158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32"/>
            <p:cNvSpPr/>
            <p:nvPr/>
          </p:nvSpPr>
          <p:spPr>
            <a:xfrm>
              <a:off x="4575425" y="297982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04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0" y="190"/>
                    <a:pt x="17" y="223"/>
                    <a:pt x="50" y="239"/>
                  </a:cubicBezTo>
                  <a:cubicBezTo>
                    <a:pt x="66" y="260"/>
                    <a:pt x="104" y="260"/>
                    <a:pt x="137" y="260"/>
                  </a:cubicBezTo>
                  <a:cubicBezTo>
                    <a:pt x="186" y="239"/>
                    <a:pt x="223" y="190"/>
                    <a:pt x="223" y="103"/>
                  </a:cubicBezTo>
                  <a:cubicBezTo>
                    <a:pt x="223" y="70"/>
                    <a:pt x="186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32"/>
            <p:cNvSpPr/>
            <p:nvPr/>
          </p:nvSpPr>
          <p:spPr>
            <a:xfrm>
              <a:off x="4561625" y="2909000"/>
              <a:ext cx="425" cy="3025"/>
            </a:xfrm>
            <a:custGeom>
              <a:avLst/>
              <a:gdLst/>
              <a:ahLst/>
              <a:cxnLst/>
              <a:rect l="l" t="t" r="r" b="b"/>
              <a:pathLst>
                <a:path w="17" h="121" extrusionOk="0">
                  <a:moveTo>
                    <a:pt x="0" y="1"/>
                  </a:moveTo>
                  <a:lnTo>
                    <a:pt x="0" y="120"/>
                  </a:lnTo>
                  <a:cubicBezTo>
                    <a:pt x="17" y="83"/>
                    <a:pt x="17" y="3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32"/>
            <p:cNvSpPr/>
            <p:nvPr/>
          </p:nvSpPr>
          <p:spPr>
            <a:xfrm>
              <a:off x="4566350" y="2824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17"/>
                    <a:pt x="1" y="87"/>
                    <a:pt x="1" y="153"/>
                  </a:cubicBezTo>
                  <a:cubicBezTo>
                    <a:pt x="17" y="190"/>
                    <a:pt x="34" y="223"/>
                    <a:pt x="54" y="240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56"/>
                    <a:pt x="240" y="190"/>
                    <a:pt x="223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8" name="Google Shape;12898;p32"/>
            <p:cNvSpPr/>
            <p:nvPr/>
          </p:nvSpPr>
          <p:spPr>
            <a:xfrm>
              <a:off x="4565950" y="28406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70" y="0"/>
                    <a:pt x="50" y="1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39"/>
                    <a:pt x="87" y="260"/>
                    <a:pt x="103" y="260"/>
                  </a:cubicBezTo>
                  <a:cubicBezTo>
                    <a:pt x="136" y="260"/>
                    <a:pt x="173" y="239"/>
                    <a:pt x="190" y="223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9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12899;p32"/>
            <p:cNvSpPr/>
            <p:nvPr/>
          </p:nvSpPr>
          <p:spPr>
            <a:xfrm>
              <a:off x="4560800" y="2809425"/>
              <a:ext cx="4350" cy="6475"/>
            </a:xfrm>
            <a:custGeom>
              <a:avLst/>
              <a:gdLst/>
              <a:ahLst/>
              <a:cxnLst/>
              <a:rect l="l" t="t" r="r" b="b"/>
              <a:pathLst>
                <a:path w="174" h="259" extrusionOk="0">
                  <a:moveTo>
                    <a:pt x="42" y="1"/>
                  </a:moveTo>
                  <a:cubicBezTo>
                    <a:pt x="29" y="1"/>
                    <a:pt x="17" y="5"/>
                    <a:pt x="0" y="13"/>
                  </a:cubicBezTo>
                  <a:cubicBezTo>
                    <a:pt x="17" y="100"/>
                    <a:pt x="17" y="186"/>
                    <a:pt x="33" y="252"/>
                  </a:cubicBezTo>
                  <a:cubicBezTo>
                    <a:pt x="40" y="256"/>
                    <a:pt x="48" y="258"/>
                    <a:pt x="56" y="258"/>
                  </a:cubicBezTo>
                  <a:cubicBezTo>
                    <a:pt x="88" y="258"/>
                    <a:pt x="123" y="226"/>
                    <a:pt x="136" y="186"/>
                  </a:cubicBezTo>
                  <a:cubicBezTo>
                    <a:pt x="173" y="116"/>
                    <a:pt x="136" y="30"/>
                    <a:pt x="87" y="13"/>
                  </a:cubicBezTo>
                  <a:cubicBezTo>
                    <a:pt x="68" y="5"/>
                    <a:pt x="55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32"/>
            <p:cNvSpPr/>
            <p:nvPr/>
          </p:nvSpPr>
          <p:spPr>
            <a:xfrm>
              <a:off x="4562950" y="2889850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15" y="1"/>
                  </a:moveTo>
                  <a:cubicBezTo>
                    <a:pt x="107" y="1"/>
                    <a:pt x="98" y="3"/>
                    <a:pt x="87" y="8"/>
                  </a:cubicBezTo>
                  <a:lnTo>
                    <a:pt x="67" y="8"/>
                  </a:lnTo>
                  <a:cubicBezTo>
                    <a:pt x="17" y="45"/>
                    <a:pt x="1" y="95"/>
                    <a:pt x="1" y="148"/>
                  </a:cubicBezTo>
                  <a:cubicBezTo>
                    <a:pt x="1" y="181"/>
                    <a:pt x="17" y="214"/>
                    <a:pt x="50" y="231"/>
                  </a:cubicBezTo>
                  <a:cubicBezTo>
                    <a:pt x="67" y="268"/>
                    <a:pt x="104" y="268"/>
                    <a:pt x="120" y="268"/>
                  </a:cubicBezTo>
                  <a:cubicBezTo>
                    <a:pt x="190" y="251"/>
                    <a:pt x="223" y="181"/>
                    <a:pt x="223" y="111"/>
                  </a:cubicBezTo>
                  <a:cubicBezTo>
                    <a:pt x="223" y="95"/>
                    <a:pt x="207" y="95"/>
                    <a:pt x="207" y="78"/>
                  </a:cubicBezTo>
                  <a:cubicBezTo>
                    <a:pt x="207" y="45"/>
                    <a:pt x="170" y="25"/>
                    <a:pt x="153" y="8"/>
                  </a:cubicBezTo>
                  <a:cubicBezTo>
                    <a:pt x="142" y="8"/>
                    <a:pt x="131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32"/>
            <p:cNvSpPr/>
            <p:nvPr/>
          </p:nvSpPr>
          <p:spPr>
            <a:xfrm>
              <a:off x="4561625" y="2951050"/>
              <a:ext cx="950" cy="5175"/>
            </a:xfrm>
            <a:custGeom>
              <a:avLst/>
              <a:gdLst/>
              <a:ahLst/>
              <a:cxnLst/>
              <a:rect l="l" t="t" r="r" b="b"/>
              <a:pathLst>
                <a:path w="38" h="207" extrusionOk="0">
                  <a:moveTo>
                    <a:pt x="0" y="1"/>
                  </a:moveTo>
                  <a:lnTo>
                    <a:pt x="0" y="207"/>
                  </a:lnTo>
                  <a:cubicBezTo>
                    <a:pt x="17" y="174"/>
                    <a:pt x="37" y="120"/>
                    <a:pt x="37" y="87"/>
                  </a:cubicBezTo>
                  <a:cubicBezTo>
                    <a:pt x="17" y="50"/>
                    <a:pt x="17" y="3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32"/>
            <p:cNvSpPr/>
            <p:nvPr/>
          </p:nvSpPr>
          <p:spPr>
            <a:xfrm>
              <a:off x="4561625" y="293325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85" y="1"/>
                  </a:moveTo>
                  <a:cubicBezTo>
                    <a:pt x="69" y="1"/>
                    <a:pt x="49" y="13"/>
                    <a:pt x="37" y="24"/>
                  </a:cubicBezTo>
                  <a:cubicBezTo>
                    <a:pt x="17" y="41"/>
                    <a:pt x="0" y="61"/>
                    <a:pt x="0" y="94"/>
                  </a:cubicBezTo>
                  <a:lnTo>
                    <a:pt x="0" y="164"/>
                  </a:lnTo>
                  <a:cubicBezTo>
                    <a:pt x="0" y="181"/>
                    <a:pt x="0" y="197"/>
                    <a:pt x="17" y="214"/>
                  </a:cubicBezTo>
                  <a:cubicBezTo>
                    <a:pt x="38" y="245"/>
                    <a:pt x="69" y="263"/>
                    <a:pt x="101" y="263"/>
                  </a:cubicBezTo>
                  <a:cubicBezTo>
                    <a:pt x="125" y="263"/>
                    <a:pt x="150" y="253"/>
                    <a:pt x="173" y="230"/>
                  </a:cubicBezTo>
                  <a:cubicBezTo>
                    <a:pt x="206" y="181"/>
                    <a:pt x="223" y="111"/>
                    <a:pt x="190" y="41"/>
                  </a:cubicBezTo>
                  <a:cubicBezTo>
                    <a:pt x="173" y="24"/>
                    <a:pt x="157" y="8"/>
                    <a:pt x="140" y="8"/>
                  </a:cubicBezTo>
                  <a:lnTo>
                    <a:pt x="103" y="8"/>
                  </a:lnTo>
                  <a:cubicBezTo>
                    <a:pt x="98" y="3"/>
                    <a:pt x="92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32"/>
            <p:cNvSpPr/>
            <p:nvPr/>
          </p:nvSpPr>
          <p:spPr>
            <a:xfrm>
              <a:off x="4579250" y="28376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33" y="17"/>
                    <a:pt x="0" y="71"/>
                    <a:pt x="0" y="153"/>
                  </a:cubicBezTo>
                  <a:cubicBezTo>
                    <a:pt x="0" y="190"/>
                    <a:pt x="17" y="207"/>
                    <a:pt x="54" y="240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23" y="71"/>
                    <a:pt x="206" y="50"/>
                    <a:pt x="173" y="17"/>
                  </a:cubicBezTo>
                  <a:cubicBezTo>
                    <a:pt x="173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32"/>
            <p:cNvSpPr/>
            <p:nvPr/>
          </p:nvSpPr>
          <p:spPr>
            <a:xfrm>
              <a:off x="4613550" y="2815575"/>
              <a:ext cx="6125" cy="6675"/>
            </a:xfrm>
            <a:custGeom>
              <a:avLst/>
              <a:gdLst/>
              <a:ahLst/>
              <a:cxnLst/>
              <a:rect l="l" t="t" r="r" b="b"/>
              <a:pathLst>
                <a:path w="245" h="267" extrusionOk="0">
                  <a:moveTo>
                    <a:pt x="128" y="1"/>
                  </a:moveTo>
                  <a:cubicBezTo>
                    <a:pt x="82" y="1"/>
                    <a:pt x="47" y="23"/>
                    <a:pt x="22" y="77"/>
                  </a:cubicBezTo>
                  <a:cubicBezTo>
                    <a:pt x="1" y="147"/>
                    <a:pt x="38" y="233"/>
                    <a:pt x="88" y="250"/>
                  </a:cubicBezTo>
                  <a:cubicBezTo>
                    <a:pt x="104" y="266"/>
                    <a:pt x="125" y="266"/>
                    <a:pt x="141" y="266"/>
                  </a:cubicBezTo>
                  <a:cubicBezTo>
                    <a:pt x="174" y="250"/>
                    <a:pt x="207" y="233"/>
                    <a:pt x="228" y="180"/>
                  </a:cubicBezTo>
                  <a:cubicBezTo>
                    <a:pt x="244" y="130"/>
                    <a:pt x="244" y="77"/>
                    <a:pt x="207" y="44"/>
                  </a:cubicBezTo>
                  <a:cubicBezTo>
                    <a:pt x="191" y="27"/>
                    <a:pt x="191" y="6"/>
                    <a:pt x="174" y="6"/>
                  </a:cubicBezTo>
                  <a:cubicBezTo>
                    <a:pt x="158" y="3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32"/>
            <p:cNvSpPr/>
            <p:nvPr/>
          </p:nvSpPr>
          <p:spPr>
            <a:xfrm>
              <a:off x="4640675" y="27814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120" y="1"/>
                    <a:pt x="87" y="17"/>
                    <a:pt x="70" y="17"/>
                  </a:cubicBezTo>
                  <a:cubicBezTo>
                    <a:pt x="17" y="33"/>
                    <a:pt x="0" y="87"/>
                    <a:pt x="17" y="137"/>
                  </a:cubicBezTo>
                  <a:cubicBezTo>
                    <a:pt x="17" y="174"/>
                    <a:pt x="33" y="207"/>
                    <a:pt x="50" y="223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54"/>
                    <a:pt x="19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32"/>
            <p:cNvSpPr/>
            <p:nvPr/>
          </p:nvSpPr>
          <p:spPr>
            <a:xfrm>
              <a:off x="4611925" y="28330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03" y="0"/>
                  </a:moveTo>
                  <a:cubicBezTo>
                    <a:pt x="86" y="0"/>
                    <a:pt x="68" y="4"/>
                    <a:pt x="49" y="12"/>
                  </a:cubicBezTo>
                  <a:cubicBezTo>
                    <a:pt x="33" y="29"/>
                    <a:pt x="16" y="50"/>
                    <a:pt x="0" y="83"/>
                  </a:cubicBezTo>
                  <a:lnTo>
                    <a:pt x="0" y="169"/>
                  </a:lnTo>
                  <a:cubicBezTo>
                    <a:pt x="16" y="202"/>
                    <a:pt x="33" y="235"/>
                    <a:pt x="66" y="256"/>
                  </a:cubicBezTo>
                  <a:cubicBezTo>
                    <a:pt x="78" y="260"/>
                    <a:pt x="92" y="262"/>
                    <a:pt x="105" y="262"/>
                  </a:cubicBezTo>
                  <a:cubicBezTo>
                    <a:pt x="149" y="262"/>
                    <a:pt x="194" y="239"/>
                    <a:pt x="206" y="186"/>
                  </a:cubicBezTo>
                  <a:cubicBezTo>
                    <a:pt x="239" y="116"/>
                    <a:pt x="206" y="29"/>
                    <a:pt x="153" y="12"/>
                  </a:cubicBezTo>
                  <a:cubicBezTo>
                    <a:pt x="136" y="4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32"/>
            <p:cNvSpPr/>
            <p:nvPr/>
          </p:nvSpPr>
          <p:spPr>
            <a:xfrm>
              <a:off x="4798275" y="30323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04" y="1"/>
                  </a:moveTo>
                  <a:cubicBezTo>
                    <a:pt x="87" y="1"/>
                    <a:pt x="70" y="6"/>
                    <a:pt x="54" y="16"/>
                  </a:cubicBezTo>
                  <a:cubicBezTo>
                    <a:pt x="33" y="33"/>
                    <a:pt x="17" y="66"/>
                    <a:pt x="17" y="82"/>
                  </a:cubicBezTo>
                  <a:cubicBezTo>
                    <a:pt x="0" y="119"/>
                    <a:pt x="0" y="152"/>
                    <a:pt x="0" y="169"/>
                  </a:cubicBezTo>
                  <a:cubicBezTo>
                    <a:pt x="17" y="202"/>
                    <a:pt x="33" y="239"/>
                    <a:pt x="70" y="255"/>
                  </a:cubicBezTo>
                  <a:cubicBezTo>
                    <a:pt x="88" y="264"/>
                    <a:pt x="104" y="268"/>
                    <a:pt x="120" y="268"/>
                  </a:cubicBezTo>
                  <a:cubicBezTo>
                    <a:pt x="163" y="268"/>
                    <a:pt x="199" y="237"/>
                    <a:pt x="223" y="185"/>
                  </a:cubicBezTo>
                  <a:cubicBezTo>
                    <a:pt x="239" y="119"/>
                    <a:pt x="206" y="33"/>
                    <a:pt x="157" y="16"/>
                  </a:cubicBezTo>
                  <a:cubicBezTo>
                    <a:pt x="138" y="6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12908;p32"/>
            <p:cNvSpPr/>
            <p:nvPr/>
          </p:nvSpPr>
          <p:spPr>
            <a:xfrm>
              <a:off x="4580575" y="2821700"/>
              <a:ext cx="6425" cy="6425"/>
            </a:xfrm>
            <a:custGeom>
              <a:avLst/>
              <a:gdLst/>
              <a:ahLst/>
              <a:cxnLst/>
              <a:rect l="l" t="t" r="r" b="b"/>
              <a:pathLst>
                <a:path w="257" h="257" extrusionOk="0">
                  <a:moveTo>
                    <a:pt x="136" y="0"/>
                  </a:moveTo>
                  <a:cubicBezTo>
                    <a:pt x="85" y="0"/>
                    <a:pt x="44" y="30"/>
                    <a:pt x="17" y="71"/>
                  </a:cubicBezTo>
                  <a:cubicBezTo>
                    <a:pt x="1" y="141"/>
                    <a:pt x="34" y="227"/>
                    <a:pt x="83" y="244"/>
                  </a:cubicBezTo>
                  <a:cubicBezTo>
                    <a:pt x="97" y="253"/>
                    <a:pt x="113" y="257"/>
                    <a:pt x="128" y="257"/>
                  </a:cubicBezTo>
                  <a:cubicBezTo>
                    <a:pt x="170" y="257"/>
                    <a:pt x="211" y="225"/>
                    <a:pt x="223" y="174"/>
                  </a:cubicBezTo>
                  <a:cubicBezTo>
                    <a:pt x="256" y="108"/>
                    <a:pt x="223" y="38"/>
                    <a:pt x="170" y="5"/>
                  </a:cubicBezTo>
                  <a:cubicBezTo>
                    <a:pt x="158" y="2"/>
                    <a:pt x="14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12909;p32"/>
            <p:cNvSpPr/>
            <p:nvPr/>
          </p:nvSpPr>
          <p:spPr>
            <a:xfrm>
              <a:off x="4945150" y="2958375"/>
              <a:ext cx="5575" cy="6000"/>
            </a:xfrm>
            <a:custGeom>
              <a:avLst/>
              <a:gdLst/>
              <a:ahLst/>
              <a:cxnLst/>
              <a:rect l="l" t="t" r="r" b="b"/>
              <a:pathLst>
                <a:path w="223" h="240" extrusionOk="0">
                  <a:moveTo>
                    <a:pt x="54" y="1"/>
                  </a:moveTo>
                  <a:cubicBezTo>
                    <a:pt x="17" y="50"/>
                    <a:pt x="0" y="137"/>
                    <a:pt x="54" y="190"/>
                  </a:cubicBezTo>
                  <a:cubicBezTo>
                    <a:pt x="70" y="207"/>
                    <a:pt x="87" y="223"/>
                    <a:pt x="120" y="240"/>
                  </a:cubicBezTo>
                  <a:cubicBezTo>
                    <a:pt x="157" y="240"/>
                    <a:pt x="174" y="223"/>
                    <a:pt x="206" y="207"/>
                  </a:cubicBezTo>
                  <a:cubicBezTo>
                    <a:pt x="206" y="190"/>
                    <a:pt x="223" y="190"/>
                    <a:pt x="223" y="170"/>
                  </a:cubicBezTo>
                  <a:cubicBezTo>
                    <a:pt x="174" y="120"/>
                    <a:pt x="120" y="50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32"/>
            <p:cNvSpPr/>
            <p:nvPr/>
          </p:nvSpPr>
          <p:spPr>
            <a:xfrm>
              <a:off x="4893200" y="29536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3"/>
                  </a:cubicBezTo>
                  <a:cubicBezTo>
                    <a:pt x="87" y="256"/>
                    <a:pt x="103" y="256"/>
                    <a:pt x="136" y="256"/>
                  </a:cubicBezTo>
                  <a:cubicBezTo>
                    <a:pt x="207" y="240"/>
                    <a:pt x="240" y="174"/>
                    <a:pt x="240" y="104"/>
                  </a:cubicBezTo>
                  <a:cubicBezTo>
                    <a:pt x="223" y="71"/>
                    <a:pt x="207" y="34"/>
                    <a:pt x="190" y="17"/>
                  </a:cubicBezTo>
                  <a:cubicBezTo>
                    <a:pt x="190" y="17"/>
                    <a:pt x="17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32"/>
            <p:cNvSpPr/>
            <p:nvPr/>
          </p:nvSpPr>
          <p:spPr>
            <a:xfrm>
              <a:off x="4899175" y="293600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7" y="1"/>
                  </a:moveTo>
                  <a:cubicBezTo>
                    <a:pt x="71" y="1"/>
                    <a:pt x="38" y="17"/>
                    <a:pt x="17" y="54"/>
                  </a:cubicBezTo>
                  <a:cubicBezTo>
                    <a:pt x="1" y="71"/>
                    <a:pt x="1" y="104"/>
                    <a:pt x="1" y="137"/>
                  </a:cubicBezTo>
                  <a:cubicBezTo>
                    <a:pt x="1" y="174"/>
                    <a:pt x="17" y="207"/>
                    <a:pt x="54" y="223"/>
                  </a:cubicBezTo>
                  <a:cubicBezTo>
                    <a:pt x="71" y="261"/>
                    <a:pt x="104" y="261"/>
                    <a:pt x="120" y="261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23" y="71"/>
                    <a:pt x="207" y="34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32"/>
            <p:cNvSpPr/>
            <p:nvPr/>
          </p:nvSpPr>
          <p:spPr>
            <a:xfrm>
              <a:off x="4888050" y="2926525"/>
              <a:ext cx="5575" cy="3950"/>
            </a:xfrm>
            <a:custGeom>
              <a:avLst/>
              <a:gdLst/>
              <a:ahLst/>
              <a:cxnLst/>
              <a:rect l="l" t="t" r="r" b="b"/>
              <a:pathLst>
                <a:path w="223" h="158" extrusionOk="0">
                  <a:moveTo>
                    <a:pt x="0" y="1"/>
                  </a:moveTo>
                  <a:lnTo>
                    <a:pt x="0" y="54"/>
                  </a:lnTo>
                  <a:cubicBezTo>
                    <a:pt x="0" y="87"/>
                    <a:pt x="17" y="124"/>
                    <a:pt x="33" y="141"/>
                  </a:cubicBezTo>
                  <a:cubicBezTo>
                    <a:pt x="70" y="157"/>
                    <a:pt x="103" y="157"/>
                    <a:pt x="120" y="157"/>
                  </a:cubicBezTo>
                  <a:cubicBezTo>
                    <a:pt x="173" y="157"/>
                    <a:pt x="223" y="87"/>
                    <a:pt x="223" y="38"/>
                  </a:cubicBezTo>
                  <a:cubicBezTo>
                    <a:pt x="153" y="21"/>
                    <a:pt x="87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32"/>
            <p:cNvSpPr/>
            <p:nvPr/>
          </p:nvSpPr>
          <p:spPr>
            <a:xfrm>
              <a:off x="4889275" y="2999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29" y="0"/>
                  </a:moveTo>
                  <a:cubicBezTo>
                    <a:pt x="83" y="0"/>
                    <a:pt x="35" y="33"/>
                    <a:pt x="21" y="91"/>
                  </a:cubicBezTo>
                  <a:cubicBezTo>
                    <a:pt x="1" y="141"/>
                    <a:pt x="21" y="227"/>
                    <a:pt x="87" y="244"/>
                  </a:cubicBezTo>
                  <a:cubicBezTo>
                    <a:pt x="104" y="260"/>
                    <a:pt x="124" y="260"/>
                    <a:pt x="141" y="260"/>
                  </a:cubicBezTo>
                  <a:cubicBezTo>
                    <a:pt x="174" y="260"/>
                    <a:pt x="207" y="227"/>
                    <a:pt x="227" y="174"/>
                  </a:cubicBezTo>
                  <a:cubicBezTo>
                    <a:pt x="244" y="124"/>
                    <a:pt x="227" y="71"/>
                    <a:pt x="207" y="38"/>
                  </a:cubicBezTo>
                  <a:cubicBezTo>
                    <a:pt x="190" y="21"/>
                    <a:pt x="174" y="21"/>
                    <a:pt x="157" y="5"/>
                  </a:cubicBezTo>
                  <a:cubicBezTo>
                    <a:pt x="148" y="2"/>
                    <a:pt x="139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32"/>
            <p:cNvSpPr/>
            <p:nvPr/>
          </p:nvSpPr>
          <p:spPr>
            <a:xfrm>
              <a:off x="4588725" y="2808550"/>
              <a:ext cx="6400" cy="6475"/>
            </a:xfrm>
            <a:custGeom>
              <a:avLst/>
              <a:gdLst/>
              <a:ahLst/>
              <a:cxnLst/>
              <a:rect l="l" t="t" r="r" b="b"/>
              <a:pathLst>
                <a:path w="256" h="259" extrusionOk="0">
                  <a:moveTo>
                    <a:pt x="126" y="1"/>
                  </a:moveTo>
                  <a:cubicBezTo>
                    <a:pt x="86" y="1"/>
                    <a:pt x="45" y="33"/>
                    <a:pt x="33" y="81"/>
                  </a:cubicBezTo>
                  <a:cubicBezTo>
                    <a:pt x="0" y="151"/>
                    <a:pt x="33" y="221"/>
                    <a:pt x="87" y="254"/>
                  </a:cubicBezTo>
                  <a:cubicBezTo>
                    <a:pt x="98" y="257"/>
                    <a:pt x="109" y="259"/>
                    <a:pt x="120" y="259"/>
                  </a:cubicBezTo>
                  <a:cubicBezTo>
                    <a:pt x="171" y="259"/>
                    <a:pt x="212" y="226"/>
                    <a:pt x="239" y="168"/>
                  </a:cubicBezTo>
                  <a:cubicBezTo>
                    <a:pt x="256" y="102"/>
                    <a:pt x="223" y="32"/>
                    <a:pt x="169" y="15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32"/>
            <p:cNvSpPr/>
            <p:nvPr/>
          </p:nvSpPr>
          <p:spPr>
            <a:xfrm>
              <a:off x="4584800" y="28698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4" y="1"/>
                  </a:moveTo>
                  <a:cubicBezTo>
                    <a:pt x="54" y="22"/>
                    <a:pt x="1" y="88"/>
                    <a:pt x="17" y="158"/>
                  </a:cubicBezTo>
                  <a:cubicBezTo>
                    <a:pt x="17" y="191"/>
                    <a:pt x="38" y="228"/>
                    <a:pt x="71" y="244"/>
                  </a:cubicBezTo>
                  <a:cubicBezTo>
                    <a:pt x="82" y="256"/>
                    <a:pt x="102" y="268"/>
                    <a:pt x="120" y="268"/>
                  </a:cubicBezTo>
                  <a:cubicBezTo>
                    <a:pt x="128" y="268"/>
                    <a:pt x="135" y="266"/>
                    <a:pt x="141" y="261"/>
                  </a:cubicBezTo>
                  <a:cubicBezTo>
                    <a:pt x="174" y="261"/>
                    <a:pt x="207" y="244"/>
                    <a:pt x="223" y="207"/>
                  </a:cubicBezTo>
                  <a:cubicBezTo>
                    <a:pt x="244" y="191"/>
                    <a:pt x="244" y="158"/>
                    <a:pt x="244" y="125"/>
                  </a:cubicBezTo>
                  <a:cubicBezTo>
                    <a:pt x="223" y="88"/>
                    <a:pt x="223" y="55"/>
                    <a:pt x="190" y="38"/>
                  </a:cubicBezTo>
                  <a:cubicBezTo>
                    <a:pt x="190" y="22"/>
                    <a:pt x="174" y="22"/>
                    <a:pt x="174" y="22"/>
                  </a:cubicBezTo>
                  <a:cubicBezTo>
                    <a:pt x="15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12916;p32"/>
            <p:cNvSpPr/>
            <p:nvPr/>
          </p:nvSpPr>
          <p:spPr>
            <a:xfrm>
              <a:off x="4593875" y="28337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7" y="1"/>
                  </a:moveTo>
                  <a:cubicBezTo>
                    <a:pt x="104" y="1"/>
                    <a:pt x="66" y="22"/>
                    <a:pt x="50" y="38"/>
                  </a:cubicBezTo>
                  <a:cubicBezTo>
                    <a:pt x="0" y="88"/>
                    <a:pt x="0" y="158"/>
                    <a:pt x="33" y="228"/>
                  </a:cubicBezTo>
                  <a:cubicBezTo>
                    <a:pt x="52" y="255"/>
                    <a:pt x="81" y="267"/>
                    <a:pt x="113" y="267"/>
                  </a:cubicBezTo>
                  <a:cubicBezTo>
                    <a:pt x="139" y="267"/>
                    <a:pt x="166" y="259"/>
                    <a:pt x="190" y="244"/>
                  </a:cubicBezTo>
                  <a:cubicBezTo>
                    <a:pt x="240" y="191"/>
                    <a:pt x="240" y="104"/>
                    <a:pt x="207" y="55"/>
                  </a:cubicBezTo>
                  <a:cubicBezTo>
                    <a:pt x="190" y="38"/>
                    <a:pt x="170" y="22"/>
                    <a:pt x="153" y="22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12917;p32"/>
            <p:cNvSpPr/>
            <p:nvPr/>
          </p:nvSpPr>
          <p:spPr>
            <a:xfrm>
              <a:off x="4604600" y="2849350"/>
              <a:ext cx="5575" cy="6550"/>
            </a:xfrm>
            <a:custGeom>
              <a:avLst/>
              <a:gdLst/>
              <a:ahLst/>
              <a:cxnLst/>
              <a:rect l="l" t="t" r="r" b="b"/>
              <a:pathLst>
                <a:path w="223" h="262" extrusionOk="0">
                  <a:moveTo>
                    <a:pt x="114" y="1"/>
                  </a:moveTo>
                  <a:cubicBezTo>
                    <a:pt x="107" y="1"/>
                    <a:pt x="103" y="6"/>
                    <a:pt x="103" y="16"/>
                  </a:cubicBezTo>
                  <a:cubicBezTo>
                    <a:pt x="33" y="16"/>
                    <a:pt x="0" y="82"/>
                    <a:pt x="0" y="152"/>
                  </a:cubicBezTo>
                  <a:cubicBezTo>
                    <a:pt x="0" y="185"/>
                    <a:pt x="33" y="222"/>
                    <a:pt x="50" y="239"/>
                  </a:cubicBezTo>
                  <a:cubicBezTo>
                    <a:pt x="64" y="250"/>
                    <a:pt x="85" y="262"/>
                    <a:pt x="102" y="262"/>
                  </a:cubicBezTo>
                  <a:cubicBezTo>
                    <a:pt x="109" y="262"/>
                    <a:pt x="115" y="260"/>
                    <a:pt x="120" y="255"/>
                  </a:cubicBezTo>
                  <a:cubicBezTo>
                    <a:pt x="153" y="255"/>
                    <a:pt x="190" y="239"/>
                    <a:pt x="206" y="202"/>
                  </a:cubicBezTo>
                  <a:cubicBezTo>
                    <a:pt x="223" y="185"/>
                    <a:pt x="223" y="152"/>
                    <a:pt x="223" y="119"/>
                  </a:cubicBezTo>
                  <a:cubicBezTo>
                    <a:pt x="223" y="82"/>
                    <a:pt x="206" y="49"/>
                    <a:pt x="173" y="32"/>
                  </a:cubicBezTo>
                  <a:cubicBezTo>
                    <a:pt x="173" y="16"/>
                    <a:pt x="153" y="16"/>
                    <a:pt x="153" y="16"/>
                  </a:cubicBezTo>
                  <a:lnTo>
                    <a:pt x="136" y="16"/>
                  </a:lnTo>
                  <a:cubicBezTo>
                    <a:pt x="128" y="6"/>
                    <a:pt x="120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32"/>
            <p:cNvSpPr/>
            <p:nvPr/>
          </p:nvSpPr>
          <p:spPr>
            <a:xfrm>
              <a:off x="4561625" y="2982800"/>
              <a:ext cx="3000" cy="6525"/>
            </a:xfrm>
            <a:custGeom>
              <a:avLst/>
              <a:gdLst/>
              <a:ahLst/>
              <a:cxnLst/>
              <a:rect l="l" t="t" r="r" b="b"/>
              <a:pathLst>
                <a:path w="120" h="261" extrusionOk="0">
                  <a:moveTo>
                    <a:pt x="0" y="1"/>
                  </a:moveTo>
                  <a:lnTo>
                    <a:pt x="0" y="260"/>
                  </a:lnTo>
                  <a:cubicBezTo>
                    <a:pt x="54" y="260"/>
                    <a:pt x="87" y="223"/>
                    <a:pt x="103" y="174"/>
                  </a:cubicBezTo>
                  <a:cubicBezTo>
                    <a:pt x="120" y="141"/>
                    <a:pt x="103" y="87"/>
                    <a:pt x="87" y="38"/>
                  </a:cubicBezTo>
                  <a:cubicBezTo>
                    <a:pt x="70" y="38"/>
                    <a:pt x="54" y="17"/>
                    <a:pt x="37" y="17"/>
                  </a:cubicBezTo>
                  <a:cubicBezTo>
                    <a:pt x="17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32"/>
            <p:cNvSpPr/>
            <p:nvPr/>
          </p:nvSpPr>
          <p:spPr>
            <a:xfrm>
              <a:off x="4601200" y="282005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0" y="190"/>
                    <a:pt x="17" y="223"/>
                    <a:pt x="50" y="240"/>
                  </a:cubicBezTo>
                  <a:cubicBezTo>
                    <a:pt x="61" y="254"/>
                    <a:pt x="84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86" y="260"/>
                    <a:pt x="223" y="190"/>
                    <a:pt x="223" y="120"/>
                  </a:cubicBezTo>
                  <a:cubicBezTo>
                    <a:pt x="223" y="87"/>
                    <a:pt x="206" y="54"/>
                    <a:pt x="169" y="34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32"/>
            <p:cNvSpPr/>
            <p:nvPr/>
          </p:nvSpPr>
          <p:spPr>
            <a:xfrm>
              <a:off x="4596875" y="286612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21" y="0"/>
                  </a:moveTo>
                  <a:cubicBezTo>
                    <a:pt x="76" y="0"/>
                    <a:pt x="41" y="31"/>
                    <a:pt x="17" y="83"/>
                  </a:cubicBezTo>
                  <a:cubicBezTo>
                    <a:pt x="0" y="149"/>
                    <a:pt x="33" y="219"/>
                    <a:pt x="87" y="252"/>
                  </a:cubicBezTo>
                  <a:lnTo>
                    <a:pt x="136" y="252"/>
                  </a:lnTo>
                  <a:cubicBezTo>
                    <a:pt x="173" y="252"/>
                    <a:pt x="223" y="219"/>
                    <a:pt x="223" y="186"/>
                  </a:cubicBezTo>
                  <a:cubicBezTo>
                    <a:pt x="239" y="132"/>
                    <a:pt x="239" y="83"/>
                    <a:pt x="206" y="46"/>
                  </a:cubicBezTo>
                  <a:cubicBezTo>
                    <a:pt x="206" y="29"/>
                    <a:pt x="190" y="13"/>
                    <a:pt x="173" y="13"/>
                  </a:cubicBezTo>
                  <a:cubicBezTo>
                    <a:pt x="155" y="4"/>
                    <a:pt x="137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5">
    <p:spTree>
      <p:nvGrpSpPr>
        <p:cNvPr id="1" name="Shape 12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22" name="Google Shape;12922;p3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69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2923" name="Google Shape;12923;p33"/>
          <p:cNvGrpSpPr/>
          <p:nvPr/>
        </p:nvGrpSpPr>
        <p:grpSpPr>
          <a:xfrm rot="-5400000">
            <a:off x="184362" y="3905064"/>
            <a:ext cx="901674" cy="1575190"/>
            <a:chOff x="5052950" y="2452900"/>
            <a:chExt cx="213900" cy="373675"/>
          </a:xfrm>
        </p:grpSpPr>
        <p:sp>
          <p:nvSpPr>
            <p:cNvPr id="12924" name="Google Shape;12924;p33"/>
            <p:cNvSpPr/>
            <p:nvPr/>
          </p:nvSpPr>
          <p:spPr>
            <a:xfrm>
              <a:off x="5133675" y="262597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3" y="0"/>
                  </a:moveTo>
                  <a:cubicBezTo>
                    <a:pt x="70" y="17"/>
                    <a:pt x="54" y="33"/>
                    <a:pt x="3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37" y="223"/>
                    <a:pt x="54" y="239"/>
                  </a:cubicBezTo>
                  <a:cubicBezTo>
                    <a:pt x="65" y="251"/>
                    <a:pt x="85" y="263"/>
                    <a:pt x="109" y="263"/>
                  </a:cubicBezTo>
                  <a:cubicBezTo>
                    <a:pt x="119" y="263"/>
                    <a:pt x="129" y="261"/>
                    <a:pt x="140" y="256"/>
                  </a:cubicBezTo>
                  <a:cubicBezTo>
                    <a:pt x="190" y="256"/>
                    <a:pt x="243" y="190"/>
                    <a:pt x="223" y="120"/>
                  </a:cubicBezTo>
                  <a:cubicBezTo>
                    <a:pt x="223" y="87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12925;p33"/>
            <p:cNvSpPr/>
            <p:nvPr/>
          </p:nvSpPr>
          <p:spPr>
            <a:xfrm>
              <a:off x="5133675" y="25013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21"/>
                    <a:pt x="0" y="71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20" y="260"/>
                    <a:pt x="140" y="260"/>
                  </a:cubicBezTo>
                  <a:cubicBezTo>
                    <a:pt x="206" y="244"/>
                    <a:pt x="243" y="174"/>
                    <a:pt x="243" y="104"/>
                  </a:cubicBezTo>
                  <a:cubicBezTo>
                    <a:pt x="223" y="71"/>
                    <a:pt x="206" y="2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12926;p33"/>
            <p:cNvSpPr/>
            <p:nvPr/>
          </p:nvSpPr>
          <p:spPr>
            <a:xfrm>
              <a:off x="5132025" y="2593950"/>
              <a:ext cx="6400" cy="6675"/>
            </a:xfrm>
            <a:custGeom>
              <a:avLst/>
              <a:gdLst/>
              <a:ahLst/>
              <a:cxnLst/>
              <a:rect l="l" t="t" r="r" b="b"/>
              <a:pathLst>
                <a:path w="256" h="267" extrusionOk="0">
                  <a:moveTo>
                    <a:pt x="118" y="0"/>
                  </a:moveTo>
                  <a:cubicBezTo>
                    <a:pt x="100" y="0"/>
                    <a:pt x="78" y="13"/>
                    <a:pt x="66" y="28"/>
                  </a:cubicBezTo>
                  <a:cubicBezTo>
                    <a:pt x="17" y="77"/>
                    <a:pt x="0" y="164"/>
                    <a:pt x="50" y="213"/>
                  </a:cubicBezTo>
                  <a:cubicBezTo>
                    <a:pt x="66" y="234"/>
                    <a:pt x="83" y="250"/>
                    <a:pt x="120" y="267"/>
                  </a:cubicBezTo>
                  <a:cubicBezTo>
                    <a:pt x="153" y="267"/>
                    <a:pt x="169" y="250"/>
                    <a:pt x="206" y="234"/>
                  </a:cubicBezTo>
                  <a:cubicBezTo>
                    <a:pt x="239" y="180"/>
                    <a:pt x="256" y="110"/>
                    <a:pt x="223" y="44"/>
                  </a:cubicBezTo>
                  <a:cubicBezTo>
                    <a:pt x="206" y="28"/>
                    <a:pt x="186" y="7"/>
                    <a:pt x="169" y="7"/>
                  </a:cubicBezTo>
                  <a:lnTo>
                    <a:pt x="136" y="7"/>
                  </a:lnTo>
                  <a:cubicBezTo>
                    <a:pt x="132" y="2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12927;p33"/>
            <p:cNvSpPr/>
            <p:nvPr/>
          </p:nvSpPr>
          <p:spPr>
            <a:xfrm>
              <a:off x="5134075" y="253062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87" y="1"/>
                    <a:pt x="71" y="17"/>
                    <a:pt x="54" y="33"/>
                  </a:cubicBezTo>
                  <a:cubicBezTo>
                    <a:pt x="21" y="50"/>
                    <a:pt x="1" y="104"/>
                    <a:pt x="21" y="137"/>
                  </a:cubicBezTo>
                  <a:cubicBezTo>
                    <a:pt x="21" y="170"/>
                    <a:pt x="38" y="207"/>
                    <a:pt x="54" y="223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190" y="240"/>
                    <a:pt x="244" y="190"/>
                    <a:pt x="244" y="120"/>
                  </a:cubicBezTo>
                  <a:lnTo>
                    <a:pt x="244" y="104"/>
                  </a:lnTo>
                  <a:cubicBezTo>
                    <a:pt x="227" y="50"/>
                    <a:pt x="20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33"/>
            <p:cNvSpPr/>
            <p:nvPr/>
          </p:nvSpPr>
          <p:spPr>
            <a:xfrm>
              <a:off x="5132425" y="25472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1" y="145"/>
                    <a:pt x="17" y="227"/>
                    <a:pt x="87" y="248"/>
                  </a:cubicBezTo>
                  <a:cubicBezTo>
                    <a:pt x="100" y="256"/>
                    <a:pt x="115" y="261"/>
                    <a:pt x="130" y="261"/>
                  </a:cubicBezTo>
                  <a:cubicBezTo>
                    <a:pt x="170" y="261"/>
                    <a:pt x="211" y="229"/>
                    <a:pt x="223" y="178"/>
                  </a:cubicBezTo>
                  <a:cubicBezTo>
                    <a:pt x="240" y="107"/>
                    <a:pt x="223" y="42"/>
                    <a:pt x="153" y="4"/>
                  </a:cubicBez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33"/>
            <p:cNvSpPr/>
            <p:nvPr/>
          </p:nvSpPr>
          <p:spPr>
            <a:xfrm>
              <a:off x="5125925" y="26105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87" y="1"/>
                  </a:moveTo>
                  <a:cubicBezTo>
                    <a:pt x="38" y="17"/>
                    <a:pt x="1" y="87"/>
                    <a:pt x="1" y="153"/>
                  </a:cubicBezTo>
                  <a:cubicBezTo>
                    <a:pt x="1" y="190"/>
                    <a:pt x="17" y="223"/>
                    <a:pt x="55" y="240"/>
                  </a:cubicBezTo>
                  <a:cubicBezTo>
                    <a:pt x="66" y="252"/>
                    <a:pt x="86" y="263"/>
                    <a:pt x="103" y="263"/>
                  </a:cubicBezTo>
                  <a:cubicBezTo>
                    <a:pt x="109" y="263"/>
                    <a:pt x="116" y="261"/>
                    <a:pt x="120" y="256"/>
                  </a:cubicBezTo>
                  <a:cubicBezTo>
                    <a:pt x="158" y="256"/>
                    <a:pt x="191" y="240"/>
                    <a:pt x="207" y="207"/>
                  </a:cubicBezTo>
                  <a:cubicBezTo>
                    <a:pt x="224" y="190"/>
                    <a:pt x="224" y="153"/>
                    <a:pt x="224" y="120"/>
                  </a:cubicBezTo>
                  <a:cubicBezTo>
                    <a:pt x="224" y="87"/>
                    <a:pt x="207" y="50"/>
                    <a:pt x="174" y="34"/>
                  </a:cubicBezTo>
                  <a:cubicBezTo>
                    <a:pt x="174" y="17"/>
                    <a:pt x="158" y="17"/>
                    <a:pt x="158" y="17"/>
                  </a:cubicBezTo>
                  <a:cubicBezTo>
                    <a:pt x="141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33"/>
            <p:cNvSpPr/>
            <p:nvPr/>
          </p:nvSpPr>
          <p:spPr>
            <a:xfrm>
              <a:off x="5128925" y="264307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4" y="1"/>
                  </a:moveTo>
                  <a:cubicBezTo>
                    <a:pt x="87" y="21"/>
                    <a:pt x="87" y="21"/>
                    <a:pt x="71" y="21"/>
                  </a:cubicBezTo>
                  <a:cubicBezTo>
                    <a:pt x="38" y="38"/>
                    <a:pt x="0" y="104"/>
                    <a:pt x="0" y="157"/>
                  </a:cubicBezTo>
                  <a:cubicBezTo>
                    <a:pt x="21" y="190"/>
                    <a:pt x="38" y="227"/>
                    <a:pt x="54" y="244"/>
                  </a:cubicBezTo>
                  <a:cubicBezTo>
                    <a:pt x="66" y="255"/>
                    <a:pt x="86" y="267"/>
                    <a:pt x="109" y="267"/>
                  </a:cubicBezTo>
                  <a:cubicBezTo>
                    <a:pt x="119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4"/>
                  </a:cubicBezTo>
                  <a:lnTo>
                    <a:pt x="227" y="87"/>
                  </a:lnTo>
                  <a:cubicBezTo>
                    <a:pt x="207" y="54"/>
                    <a:pt x="190" y="38"/>
                    <a:pt x="157" y="21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33"/>
            <p:cNvSpPr/>
            <p:nvPr/>
          </p:nvSpPr>
          <p:spPr>
            <a:xfrm>
              <a:off x="5132425" y="25778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190"/>
                    <a:pt x="34" y="207"/>
                    <a:pt x="50" y="240"/>
                  </a:cubicBezTo>
                  <a:cubicBezTo>
                    <a:pt x="87" y="261"/>
                    <a:pt x="120" y="261"/>
                    <a:pt x="137" y="261"/>
                  </a:cubicBezTo>
                  <a:cubicBezTo>
                    <a:pt x="207" y="240"/>
                    <a:pt x="240" y="174"/>
                    <a:pt x="240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90" y="17"/>
                    <a:pt x="170" y="17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33"/>
            <p:cNvSpPr/>
            <p:nvPr/>
          </p:nvSpPr>
          <p:spPr>
            <a:xfrm>
              <a:off x="5130275" y="247012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6" y="0"/>
                  </a:moveTo>
                  <a:cubicBezTo>
                    <a:pt x="120" y="0"/>
                    <a:pt x="111" y="4"/>
                    <a:pt x="103" y="13"/>
                  </a:cubicBezTo>
                  <a:cubicBezTo>
                    <a:pt x="50" y="13"/>
                    <a:pt x="0" y="83"/>
                    <a:pt x="17" y="153"/>
                  </a:cubicBezTo>
                  <a:cubicBezTo>
                    <a:pt x="17" y="186"/>
                    <a:pt x="33" y="219"/>
                    <a:pt x="70" y="239"/>
                  </a:cubicBezTo>
                  <a:cubicBezTo>
                    <a:pt x="87" y="256"/>
                    <a:pt x="103" y="272"/>
                    <a:pt x="136" y="272"/>
                  </a:cubicBezTo>
                  <a:cubicBezTo>
                    <a:pt x="173" y="256"/>
                    <a:pt x="190" y="239"/>
                    <a:pt x="206" y="202"/>
                  </a:cubicBezTo>
                  <a:cubicBezTo>
                    <a:pt x="223" y="186"/>
                    <a:pt x="239" y="153"/>
                    <a:pt x="223" y="116"/>
                  </a:cubicBezTo>
                  <a:cubicBezTo>
                    <a:pt x="223" y="83"/>
                    <a:pt x="206" y="50"/>
                    <a:pt x="190" y="33"/>
                  </a:cubicBezTo>
                  <a:cubicBezTo>
                    <a:pt x="173" y="13"/>
                    <a:pt x="173" y="13"/>
                    <a:pt x="153" y="13"/>
                  </a:cubicBezTo>
                  <a:lnTo>
                    <a:pt x="136" y="13"/>
                  </a:lnTo>
                  <a:cubicBezTo>
                    <a:pt x="136" y="4"/>
                    <a:pt x="132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33"/>
            <p:cNvSpPr/>
            <p:nvPr/>
          </p:nvSpPr>
          <p:spPr>
            <a:xfrm>
              <a:off x="5116975" y="2504300"/>
              <a:ext cx="6400" cy="6550"/>
            </a:xfrm>
            <a:custGeom>
              <a:avLst/>
              <a:gdLst/>
              <a:ahLst/>
              <a:cxnLst/>
              <a:rect l="l" t="t" r="r" b="b"/>
              <a:pathLst>
                <a:path w="256" h="262" extrusionOk="0">
                  <a:moveTo>
                    <a:pt x="140" y="1"/>
                  </a:moveTo>
                  <a:cubicBezTo>
                    <a:pt x="95" y="1"/>
                    <a:pt x="47" y="35"/>
                    <a:pt x="33" y="89"/>
                  </a:cubicBezTo>
                  <a:cubicBezTo>
                    <a:pt x="0" y="159"/>
                    <a:pt x="33" y="229"/>
                    <a:pt x="87" y="262"/>
                  </a:cubicBezTo>
                  <a:lnTo>
                    <a:pt x="136" y="262"/>
                  </a:lnTo>
                  <a:cubicBezTo>
                    <a:pt x="190" y="262"/>
                    <a:pt x="223" y="229"/>
                    <a:pt x="239" y="175"/>
                  </a:cubicBezTo>
                  <a:cubicBezTo>
                    <a:pt x="256" y="126"/>
                    <a:pt x="239" y="72"/>
                    <a:pt x="206" y="39"/>
                  </a:cubicBezTo>
                  <a:cubicBezTo>
                    <a:pt x="206" y="39"/>
                    <a:pt x="190" y="23"/>
                    <a:pt x="169" y="6"/>
                  </a:cubicBezTo>
                  <a:cubicBezTo>
                    <a:pt x="160" y="2"/>
                    <a:pt x="150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33"/>
            <p:cNvSpPr/>
            <p:nvPr/>
          </p:nvSpPr>
          <p:spPr>
            <a:xfrm>
              <a:off x="5106650" y="25356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42" y="0"/>
                  </a:moveTo>
                  <a:cubicBezTo>
                    <a:pt x="97" y="0"/>
                    <a:pt x="47" y="30"/>
                    <a:pt x="34" y="71"/>
                  </a:cubicBezTo>
                  <a:cubicBezTo>
                    <a:pt x="1" y="141"/>
                    <a:pt x="34" y="227"/>
                    <a:pt x="88" y="244"/>
                  </a:cubicBezTo>
                  <a:cubicBezTo>
                    <a:pt x="104" y="260"/>
                    <a:pt x="120" y="260"/>
                    <a:pt x="137" y="260"/>
                  </a:cubicBezTo>
                  <a:cubicBezTo>
                    <a:pt x="191" y="244"/>
                    <a:pt x="224" y="227"/>
                    <a:pt x="240" y="174"/>
                  </a:cubicBezTo>
                  <a:cubicBezTo>
                    <a:pt x="257" y="124"/>
                    <a:pt x="240" y="71"/>
                    <a:pt x="207" y="38"/>
                  </a:cubicBezTo>
                  <a:cubicBezTo>
                    <a:pt x="207" y="21"/>
                    <a:pt x="191" y="21"/>
                    <a:pt x="170" y="5"/>
                  </a:cubicBezTo>
                  <a:cubicBezTo>
                    <a:pt x="161" y="2"/>
                    <a:pt x="152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33"/>
            <p:cNvSpPr/>
            <p:nvPr/>
          </p:nvSpPr>
          <p:spPr>
            <a:xfrm>
              <a:off x="5110875" y="2490625"/>
              <a:ext cx="5700" cy="6700"/>
            </a:xfrm>
            <a:custGeom>
              <a:avLst/>
              <a:gdLst/>
              <a:ahLst/>
              <a:cxnLst/>
              <a:rect l="l" t="t" r="r" b="b"/>
              <a:pathLst>
                <a:path w="228" h="268" extrusionOk="0">
                  <a:moveTo>
                    <a:pt x="104" y="1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2" y="190"/>
                    <a:pt x="38" y="223"/>
                    <a:pt x="55" y="244"/>
                  </a:cubicBezTo>
                  <a:cubicBezTo>
                    <a:pt x="66" y="256"/>
                    <a:pt x="86" y="267"/>
                    <a:pt x="110" y="267"/>
                  </a:cubicBezTo>
                  <a:cubicBezTo>
                    <a:pt x="120" y="267"/>
                    <a:pt x="130" y="265"/>
                    <a:pt x="141" y="261"/>
                  </a:cubicBezTo>
                  <a:cubicBezTo>
                    <a:pt x="174" y="261"/>
                    <a:pt x="191" y="244"/>
                    <a:pt x="207" y="207"/>
                  </a:cubicBezTo>
                  <a:cubicBezTo>
                    <a:pt x="228" y="190"/>
                    <a:pt x="228" y="157"/>
                    <a:pt x="228" y="120"/>
                  </a:cubicBezTo>
                  <a:cubicBezTo>
                    <a:pt x="228" y="87"/>
                    <a:pt x="207" y="54"/>
                    <a:pt x="191" y="38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33"/>
            <p:cNvSpPr/>
            <p:nvPr/>
          </p:nvSpPr>
          <p:spPr>
            <a:xfrm>
              <a:off x="5099750" y="26771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54" y="17"/>
                    <a:pt x="1" y="83"/>
                    <a:pt x="17" y="153"/>
                  </a:cubicBezTo>
                  <a:cubicBezTo>
                    <a:pt x="17" y="186"/>
                    <a:pt x="34" y="223"/>
                    <a:pt x="54" y="239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207" y="239"/>
                    <a:pt x="240" y="186"/>
                    <a:pt x="223" y="103"/>
                  </a:cubicBezTo>
                  <a:cubicBezTo>
                    <a:pt x="223" y="66"/>
                    <a:pt x="207" y="50"/>
                    <a:pt x="190" y="17"/>
                  </a:cubicBezTo>
                  <a:lnTo>
                    <a:pt x="157" y="17"/>
                  </a:ln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33"/>
            <p:cNvSpPr/>
            <p:nvPr/>
          </p:nvSpPr>
          <p:spPr>
            <a:xfrm>
              <a:off x="5122950" y="248690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12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20"/>
                    <a:pt x="87" y="253"/>
                  </a:cubicBezTo>
                  <a:lnTo>
                    <a:pt x="136" y="253"/>
                  </a:lnTo>
                  <a:cubicBezTo>
                    <a:pt x="174" y="253"/>
                    <a:pt x="206" y="220"/>
                    <a:pt x="223" y="187"/>
                  </a:cubicBezTo>
                  <a:cubicBezTo>
                    <a:pt x="239" y="133"/>
                    <a:pt x="223" y="84"/>
                    <a:pt x="206" y="47"/>
                  </a:cubicBezTo>
                  <a:cubicBezTo>
                    <a:pt x="190" y="30"/>
                    <a:pt x="174" y="14"/>
                    <a:pt x="157" y="14"/>
                  </a:cubicBezTo>
                  <a:cubicBezTo>
                    <a:pt x="143" y="5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12938;p33"/>
            <p:cNvSpPr/>
            <p:nvPr/>
          </p:nvSpPr>
          <p:spPr>
            <a:xfrm>
              <a:off x="5099350" y="2693200"/>
              <a:ext cx="6400" cy="6600"/>
            </a:xfrm>
            <a:custGeom>
              <a:avLst/>
              <a:gdLst/>
              <a:ahLst/>
              <a:cxnLst/>
              <a:rect l="l" t="t" r="r" b="b"/>
              <a:pathLst>
                <a:path w="256" h="264" extrusionOk="0">
                  <a:moveTo>
                    <a:pt x="111" y="1"/>
                  </a:moveTo>
                  <a:cubicBezTo>
                    <a:pt x="92" y="1"/>
                    <a:pt x="76" y="12"/>
                    <a:pt x="50" y="24"/>
                  </a:cubicBezTo>
                  <a:cubicBezTo>
                    <a:pt x="17" y="78"/>
                    <a:pt x="0" y="160"/>
                    <a:pt x="33" y="214"/>
                  </a:cubicBezTo>
                  <a:cubicBezTo>
                    <a:pt x="50" y="247"/>
                    <a:pt x="87" y="263"/>
                    <a:pt x="120" y="263"/>
                  </a:cubicBezTo>
                  <a:cubicBezTo>
                    <a:pt x="136" y="263"/>
                    <a:pt x="173" y="247"/>
                    <a:pt x="190" y="230"/>
                  </a:cubicBezTo>
                  <a:cubicBezTo>
                    <a:pt x="239" y="181"/>
                    <a:pt x="256" y="111"/>
                    <a:pt x="206" y="41"/>
                  </a:cubicBezTo>
                  <a:cubicBezTo>
                    <a:pt x="206" y="24"/>
                    <a:pt x="190" y="24"/>
                    <a:pt x="173" y="8"/>
                  </a:cubicBezTo>
                  <a:lnTo>
                    <a:pt x="136" y="8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33"/>
            <p:cNvSpPr/>
            <p:nvPr/>
          </p:nvSpPr>
          <p:spPr>
            <a:xfrm>
              <a:off x="5124700" y="25628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7" y="0"/>
                  </a:moveTo>
                  <a:cubicBezTo>
                    <a:pt x="87" y="0"/>
                    <a:pt x="46" y="32"/>
                    <a:pt x="33" y="83"/>
                  </a:cubicBezTo>
                  <a:cubicBezTo>
                    <a:pt x="0" y="154"/>
                    <a:pt x="33" y="219"/>
                    <a:pt x="87" y="257"/>
                  </a:cubicBezTo>
                  <a:cubicBezTo>
                    <a:pt x="99" y="259"/>
                    <a:pt x="110" y="261"/>
                    <a:pt x="121" y="261"/>
                  </a:cubicBezTo>
                  <a:cubicBezTo>
                    <a:pt x="171" y="261"/>
                    <a:pt x="212" y="231"/>
                    <a:pt x="240" y="186"/>
                  </a:cubicBezTo>
                  <a:cubicBezTo>
                    <a:pt x="256" y="116"/>
                    <a:pt x="223" y="34"/>
                    <a:pt x="169" y="13"/>
                  </a:cubicBezTo>
                  <a:cubicBezTo>
                    <a:pt x="156" y="5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33"/>
            <p:cNvSpPr/>
            <p:nvPr/>
          </p:nvSpPr>
          <p:spPr>
            <a:xfrm>
              <a:off x="5121700" y="25332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1"/>
                  </a:moveTo>
                  <a:cubicBezTo>
                    <a:pt x="104" y="1"/>
                    <a:pt x="67" y="17"/>
                    <a:pt x="50" y="34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0" y="240"/>
                    <a:pt x="83" y="256"/>
                    <a:pt x="104" y="256"/>
                  </a:cubicBezTo>
                  <a:cubicBezTo>
                    <a:pt x="114" y="261"/>
                    <a:pt x="123" y="263"/>
                    <a:pt x="133" y="263"/>
                  </a:cubicBezTo>
                  <a:cubicBezTo>
                    <a:pt x="155" y="263"/>
                    <a:pt x="175" y="251"/>
                    <a:pt x="186" y="240"/>
                  </a:cubicBezTo>
                  <a:cubicBezTo>
                    <a:pt x="207" y="223"/>
                    <a:pt x="224" y="190"/>
                    <a:pt x="224" y="153"/>
                  </a:cubicBezTo>
                  <a:cubicBezTo>
                    <a:pt x="240" y="120"/>
                    <a:pt x="224" y="87"/>
                    <a:pt x="207" y="50"/>
                  </a:cubicBezTo>
                  <a:cubicBezTo>
                    <a:pt x="186" y="34"/>
                    <a:pt x="170" y="17"/>
                    <a:pt x="153" y="17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33"/>
            <p:cNvSpPr/>
            <p:nvPr/>
          </p:nvSpPr>
          <p:spPr>
            <a:xfrm>
              <a:off x="5128500" y="2516825"/>
              <a:ext cx="6125" cy="6500"/>
            </a:xfrm>
            <a:custGeom>
              <a:avLst/>
              <a:gdLst/>
              <a:ahLst/>
              <a:cxnLst/>
              <a:rect l="l" t="t" r="r" b="b"/>
              <a:pathLst>
                <a:path w="245" h="260" extrusionOk="0">
                  <a:moveTo>
                    <a:pt x="104" y="0"/>
                  </a:moveTo>
                  <a:cubicBezTo>
                    <a:pt x="71" y="0"/>
                    <a:pt x="55" y="21"/>
                    <a:pt x="38" y="54"/>
                  </a:cubicBezTo>
                  <a:cubicBezTo>
                    <a:pt x="17" y="87"/>
                    <a:pt x="1" y="124"/>
                    <a:pt x="1" y="157"/>
                  </a:cubicBezTo>
                  <a:cubicBezTo>
                    <a:pt x="17" y="190"/>
                    <a:pt x="38" y="227"/>
                    <a:pt x="55" y="243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1" y="243"/>
                    <a:pt x="244" y="190"/>
                    <a:pt x="224" y="103"/>
                  </a:cubicBezTo>
                  <a:cubicBezTo>
                    <a:pt x="224" y="70"/>
                    <a:pt x="207" y="54"/>
                    <a:pt x="191" y="21"/>
                  </a:cubicBezTo>
                  <a:lnTo>
                    <a:pt x="158" y="21"/>
                  </a:lnTo>
                  <a:cubicBezTo>
                    <a:pt x="141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33"/>
            <p:cNvSpPr/>
            <p:nvPr/>
          </p:nvSpPr>
          <p:spPr>
            <a:xfrm>
              <a:off x="5143150" y="25142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4" y="1"/>
                    <a:pt x="87" y="1"/>
                    <a:pt x="50" y="22"/>
                  </a:cubicBezTo>
                  <a:cubicBezTo>
                    <a:pt x="17" y="71"/>
                    <a:pt x="0" y="158"/>
                    <a:pt x="33" y="207"/>
                  </a:cubicBezTo>
                  <a:cubicBezTo>
                    <a:pt x="50" y="244"/>
                    <a:pt x="87" y="261"/>
                    <a:pt x="120" y="261"/>
                  </a:cubicBezTo>
                  <a:cubicBezTo>
                    <a:pt x="136" y="261"/>
                    <a:pt x="174" y="244"/>
                    <a:pt x="190" y="228"/>
                  </a:cubicBezTo>
                  <a:cubicBezTo>
                    <a:pt x="223" y="207"/>
                    <a:pt x="240" y="174"/>
                    <a:pt x="240" y="141"/>
                  </a:cubicBezTo>
                  <a:cubicBezTo>
                    <a:pt x="240" y="104"/>
                    <a:pt x="240" y="71"/>
                    <a:pt x="207" y="55"/>
                  </a:cubicBezTo>
                  <a:cubicBezTo>
                    <a:pt x="207" y="22"/>
                    <a:pt x="190" y="22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33"/>
            <p:cNvSpPr/>
            <p:nvPr/>
          </p:nvSpPr>
          <p:spPr>
            <a:xfrm>
              <a:off x="5139750" y="25611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83"/>
                    <a:pt x="17" y="153"/>
                  </a:cubicBezTo>
                  <a:cubicBezTo>
                    <a:pt x="17" y="186"/>
                    <a:pt x="33" y="207"/>
                    <a:pt x="66" y="240"/>
                  </a:cubicBezTo>
                  <a:cubicBezTo>
                    <a:pt x="83" y="256"/>
                    <a:pt x="120" y="256"/>
                    <a:pt x="136" y="256"/>
                  </a:cubicBezTo>
                  <a:cubicBezTo>
                    <a:pt x="207" y="240"/>
                    <a:pt x="240" y="170"/>
                    <a:pt x="240" y="104"/>
                  </a:cubicBezTo>
                  <a:cubicBezTo>
                    <a:pt x="223" y="67"/>
                    <a:pt x="207" y="50"/>
                    <a:pt x="186" y="17"/>
                  </a:cubicBezTo>
                  <a:cubicBezTo>
                    <a:pt x="186" y="17"/>
                    <a:pt x="169" y="1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33"/>
            <p:cNvSpPr/>
            <p:nvPr/>
          </p:nvSpPr>
          <p:spPr>
            <a:xfrm>
              <a:off x="5081300" y="26174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0" y="1"/>
                  </a:moveTo>
                  <a:cubicBezTo>
                    <a:pt x="70" y="1"/>
                    <a:pt x="29" y="33"/>
                    <a:pt x="17" y="81"/>
                  </a:cubicBezTo>
                  <a:cubicBezTo>
                    <a:pt x="1" y="98"/>
                    <a:pt x="1" y="119"/>
                    <a:pt x="1" y="152"/>
                  </a:cubicBezTo>
                  <a:cubicBezTo>
                    <a:pt x="17" y="185"/>
                    <a:pt x="34" y="238"/>
                    <a:pt x="87" y="255"/>
                  </a:cubicBezTo>
                  <a:cubicBezTo>
                    <a:pt x="96" y="259"/>
                    <a:pt x="105" y="261"/>
                    <a:pt x="114" y="261"/>
                  </a:cubicBezTo>
                  <a:cubicBezTo>
                    <a:pt x="138" y="261"/>
                    <a:pt x="163" y="246"/>
                    <a:pt x="190" y="222"/>
                  </a:cubicBezTo>
                  <a:cubicBezTo>
                    <a:pt x="207" y="222"/>
                    <a:pt x="207" y="201"/>
                    <a:pt x="223" y="185"/>
                  </a:cubicBezTo>
                  <a:cubicBezTo>
                    <a:pt x="240" y="119"/>
                    <a:pt x="207" y="32"/>
                    <a:pt x="153" y="15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33"/>
            <p:cNvSpPr/>
            <p:nvPr/>
          </p:nvSpPr>
          <p:spPr>
            <a:xfrm>
              <a:off x="5166350" y="2483825"/>
              <a:ext cx="2175" cy="1275"/>
            </a:xfrm>
            <a:custGeom>
              <a:avLst/>
              <a:gdLst/>
              <a:ahLst/>
              <a:cxnLst/>
              <a:rect l="l" t="t" r="r" b="b"/>
              <a:pathLst>
                <a:path w="87" h="51" extrusionOk="0">
                  <a:moveTo>
                    <a:pt x="0" y="1"/>
                  </a:moveTo>
                  <a:cubicBezTo>
                    <a:pt x="0" y="17"/>
                    <a:pt x="0" y="17"/>
                    <a:pt x="17" y="17"/>
                  </a:cubicBezTo>
                  <a:cubicBezTo>
                    <a:pt x="33" y="34"/>
                    <a:pt x="50" y="50"/>
                    <a:pt x="87" y="50"/>
                  </a:cubicBezTo>
                  <a:cubicBezTo>
                    <a:pt x="50" y="34"/>
                    <a:pt x="17" y="1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33"/>
            <p:cNvSpPr/>
            <p:nvPr/>
          </p:nvSpPr>
          <p:spPr>
            <a:xfrm>
              <a:off x="5118625" y="2627900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3" y="1"/>
                  </a:moveTo>
                  <a:cubicBezTo>
                    <a:pt x="117" y="1"/>
                    <a:pt x="110" y="3"/>
                    <a:pt x="103" y="10"/>
                  </a:cubicBezTo>
                  <a:cubicBezTo>
                    <a:pt x="37" y="10"/>
                    <a:pt x="0" y="76"/>
                    <a:pt x="0" y="146"/>
                  </a:cubicBezTo>
                  <a:cubicBezTo>
                    <a:pt x="21" y="179"/>
                    <a:pt x="37" y="216"/>
                    <a:pt x="54" y="232"/>
                  </a:cubicBezTo>
                  <a:cubicBezTo>
                    <a:pt x="70" y="249"/>
                    <a:pt x="103" y="265"/>
                    <a:pt x="140" y="265"/>
                  </a:cubicBezTo>
                  <a:cubicBezTo>
                    <a:pt x="190" y="249"/>
                    <a:pt x="243" y="179"/>
                    <a:pt x="227" y="113"/>
                  </a:cubicBezTo>
                  <a:cubicBezTo>
                    <a:pt x="227" y="76"/>
                    <a:pt x="206" y="43"/>
                    <a:pt x="190" y="26"/>
                  </a:cubicBezTo>
                  <a:cubicBezTo>
                    <a:pt x="173" y="26"/>
                    <a:pt x="173" y="10"/>
                    <a:pt x="157" y="10"/>
                  </a:cubicBezTo>
                  <a:cubicBezTo>
                    <a:pt x="146" y="10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33"/>
            <p:cNvSpPr/>
            <p:nvPr/>
          </p:nvSpPr>
          <p:spPr>
            <a:xfrm>
              <a:off x="5223025" y="25322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0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74" y="260"/>
                    <a:pt x="190" y="244"/>
                    <a:pt x="207" y="207"/>
                  </a:cubicBezTo>
                  <a:cubicBezTo>
                    <a:pt x="223" y="190"/>
                    <a:pt x="240" y="157"/>
                    <a:pt x="223" y="124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74" y="21"/>
                    <a:pt x="174" y="21"/>
                    <a:pt x="153" y="21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33"/>
            <p:cNvSpPr/>
            <p:nvPr/>
          </p:nvSpPr>
          <p:spPr>
            <a:xfrm>
              <a:off x="5122950" y="270367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3" y="1"/>
                  </a:moveTo>
                  <a:cubicBezTo>
                    <a:pt x="70" y="17"/>
                    <a:pt x="33" y="34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17" y="223"/>
                    <a:pt x="54" y="240"/>
                  </a:cubicBezTo>
                  <a:cubicBezTo>
                    <a:pt x="66" y="252"/>
                    <a:pt x="85" y="265"/>
                    <a:pt x="107" y="265"/>
                  </a:cubicBezTo>
                  <a:cubicBezTo>
                    <a:pt x="117" y="265"/>
                    <a:pt x="127" y="263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6" y="50"/>
                    <a:pt x="174" y="34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33"/>
            <p:cNvSpPr/>
            <p:nvPr/>
          </p:nvSpPr>
          <p:spPr>
            <a:xfrm>
              <a:off x="5231575" y="25447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17" y="190"/>
                    <a:pt x="38" y="206"/>
                    <a:pt x="54" y="244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74" y="260"/>
                    <a:pt x="191" y="244"/>
                    <a:pt x="207" y="206"/>
                  </a:cubicBezTo>
                  <a:cubicBezTo>
                    <a:pt x="224" y="174"/>
                    <a:pt x="224" y="141"/>
                    <a:pt x="224" y="103"/>
                  </a:cubicBezTo>
                  <a:cubicBezTo>
                    <a:pt x="224" y="70"/>
                    <a:pt x="207" y="54"/>
                    <a:pt x="191" y="17"/>
                  </a:cubicBezTo>
                  <a:cubicBezTo>
                    <a:pt x="174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33"/>
            <p:cNvSpPr/>
            <p:nvPr/>
          </p:nvSpPr>
          <p:spPr>
            <a:xfrm>
              <a:off x="5224275" y="25619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54" y="17"/>
                    <a:pt x="0" y="87"/>
                    <a:pt x="21" y="153"/>
                  </a:cubicBezTo>
                  <a:cubicBezTo>
                    <a:pt x="21" y="191"/>
                    <a:pt x="37" y="223"/>
                    <a:pt x="54" y="240"/>
                  </a:cubicBezTo>
                  <a:cubicBezTo>
                    <a:pt x="87" y="256"/>
                    <a:pt x="124" y="256"/>
                    <a:pt x="140" y="256"/>
                  </a:cubicBezTo>
                  <a:cubicBezTo>
                    <a:pt x="206" y="256"/>
                    <a:pt x="243" y="191"/>
                    <a:pt x="243" y="104"/>
                  </a:cubicBezTo>
                  <a:cubicBezTo>
                    <a:pt x="227" y="87"/>
                    <a:pt x="206" y="50"/>
                    <a:pt x="190" y="34"/>
                  </a:cubicBezTo>
                  <a:cubicBezTo>
                    <a:pt x="190" y="17"/>
                    <a:pt x="173" y="17"/>
                    <a:pt x="173" y="17"/>
                  </a:cubicBez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33"/>
            <p:cNvSpPr/>
            <p:nvPr/>
          </p:nvSpPr>
          <p:spPr>
            <a:xfrm>
              <a:off x="5110475" y="26135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41" y="0"/>
                  </a:moveTo>
                  <a:cubicBezTo>
                    <a:pt x="104" y="0"/>
                    <a:pt x="87" y="0"/>
                    <a:pt x="54" y="33"/>
                  </a:cubicBezTo>
                  <a:cubicBezTo>
                    <a:pt x="0" y="70"/>
                    <a:pt x="0" y="153"/>
                    <a:pt x="38" y="206"/>
                  </a:cubicBezTo>
                  <a:cubicBezTo>
                    <a:pt x="54" y="239"/>
                    <a:pt x="87" y="256"/>
                    <a:pt x="120" y="256"/>
                  </a:cubicBezTo>
                  <a:cubicBezTo>
                    <a:pt x="141" y="256"/>
                    <a:pt x="174" y="256"/>
                    <a:pt x="190" y="223"/>
                  </a:cubicBezTo>
                  <a:cubicBezTo>
                    <a:pt x="223" y="206"/>
                    <a:pt x="223" y="173"/>
                    <a:pt x="244" y="136"/>
                  </a:cubicBezTo>
                  <a:cubicBezTo>
                    <a:pt x="244" y="103"/>
                    <a:pt x="223" y="70"/>
                    <a:pt x="207" y="50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33"/>
            <p:cNvSpPr/>
            <p:nvPr/>
          </p:nvSpPr>
          <p:spPr>
            <a:xfrm>
              <a:off x="5112225" y="2568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50" y="21"/>
                    <a:pt x="1" y="71"/>
                    <a:pt x="17" y="157"/>
                  </a:cubicBezTo>
                  <a:cubicBezTo>
                    <a:pt x="17" y="190"/>
                    <a:pt x="34" y="207"/>
                    <a:pt x="50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207" y="244"/>
                    <a:pt x="240" y="174"/>
                    <a:pt x="223" y="104"/>
                  </a:cubicBezTo>
                  <a:cubicBezTo>
                    <a:pt x="223" y="71"/>
                    <a:pt x="207" y="54"/>
                    <a:pt x="190" y="21"/>
                  </a:cubicBezTo>
                  <a:cubicBezTo>
                    <a:pt x="174" y="21"/>
                    <a:pt x="174" y="2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33"/>
            <p:cNvSpPr/>
            <p:nvPr/>
          </p:nvSpPr>
          <p:spPr>
            <a:xfrm>
              <a:off x="5113475" y="26436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40" y="0"/>
                  </a:moveTo>
                  <a:cubicBezTo>
                    <a:pt x="103" y="0"/>
                    <a:pt x="70" y="17"/>
                    <a:pt x="54" y="33"/>
                  </a:cubicBezTo>
                  <a:cubicBezTo>
                    <a:pt x="0" y="83"/>
                    <a:pt x="0" y="153"/>
                    <a:pt x="37" y="223"/>
                  </a:cubicBezTo>
                  <a:cubicBezTo>
                    <a:pt x="54" y="239"/>
                    <a:pt x="87" y="256"/>
                    <a:pt x="103" y="256"/>
                  </a:cubicBezTo>
                  <a:cubicBezTo>
                    <a:pt x="114" y="261"/>
                    <a:pt x="124" y="263"/>
                    <a:pt x="134" y="263"/>
                  </a:cubicBezTo>
                  <a:cubicBezTo>
                    <a:pt x="158" y="263"/>
                    <a:pt x="178" y="251"/>
                    <a:pt x="190" y="239"/>
                  </a:cubicBezTo>
                  <a:cubicBezTo>
                    <a:pt x="243" y="186"/>
                    <a:pt x="243" y="103"/>
                    <a:pt x="206" y="50"/>
                  </a:cubicBezTo>
                  <a:cubicBezTo>
                    <a:pt x="190" y="33"/>
                    <a:pt x="173" y="17"/>
                    <a:pt x="157" y="17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33"/>
            <p:cNvSpPr/>
            <p:nvPr/>
          </p:nvSpPr>
          <p:spPr>
            <a:xfrm>
              <a:off x="5122525" y="26610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8" y="0"/>
                  </a:moveTo>
                  <a:cubicBezTo>
                    <a:pt x="83" y="0"/>
                    <a:pt x="31" y="35"/>
                    <a:pt x="17" y="91"/>
                  </a:cubicBezTo>
                  <a:cubicBezTo>
                    <a:pt x="1" y="161"/>
                    <a:pt x="17" y="231"/>
                    <a:pt x="71" y="264"/>
                  </a:cubicBezTo>
                  <a:cubicBezTo>
                    <a:pt x="82" y="267"/>
                    <a:pt x="94" y="268"/>
                    <a:pt x="105" y="268"/>
                  </a:cubicBezTo>
                  <a:cubicBezTo>
                    <a:pt x="159" y="268"/>
                    <a:pt x="210" y="235"/>
                    <a:pt x="223" y="177"/>
                  </a:cubicBezTo>
                  <a:cubicBezTo>
                    <a:pt x="240" y="107"/>
                    <a:pt x="207" y="41"/>
                    <a:pt x="153" y="4"/>
                  </a:cubicBezTo>
                  <a:cubicBezTo>
                    <a:pt x="146" y="1"/>
                    <a:pt x="137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33"/>
            <p:cNvSpPr/>
            <p:nvPr/>
          </p:nvSpPr>
          <p:spPr>
            <a:xfrm>
              <a:off x="5114400" y="25182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94" y="0"/>
                  </a:moveTo>
                  <a:cubicBezTo>
                    <a:pt x="53" y="0"/>
                    <a:pt x="12" y="32"/>
                    <a:pt x="0" y="83"/>
                  </a:cubicBezTo>
                  <a:lnTo>
                    <a:pt x="0" y="133"/>
                  </a:lnTo>
                  <a:cubicBezTo>
                    <a:pt x="0" y="186"/>
                    <a:pt x="17" y="236"/>
                    <a:pt x="66" y="252"/>
                  </a:cubicBezTo>
                  <a:cubicBezTo>
                    <a:pt x="76" y="258"/>
                    <a:pt x="88" y="261"/>
                    <a:pt x="99" y="261"/>
                  </a:cubicBezTo>
                  <a:cubicBezTo>
                    <a:pt x="128" y="261"/>
                    <a:pt x="157" y="243"/>
                    <a:pt x="169" y="219"/>
                  </a:cubicBezTo>
                  <a:cubicBezTo>
                    <a:pt x="190" y="219"/>
                    <a:pt x="206" y="203"/>
                    <a:pt x="206" y="170"/>
                  </a:cubicBezTo>
                  <a:cubicBezTo>
                    <a:pt x="223" y="116"/>
                    <a:pt x="206" y="30"/>
                    <a:pt x="136" y="13"/>
                  </a:cubicBezTo>
                  <a:cubicBezTo>
                    <a:pt x="123" y="4"/>
                    <a:pt x="108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33"/>
            <p:cNvSpPr/>
            <p:nvPr/>
          </p:nvSpPr>
          <p:spPr>
            <a:xfrm>
              <a:off x="5116975" y="2548100"/>
              <a:ext cx="6400" cy="6675"/>
            </a:xfrm>
            <a:custGeom>
              <a:avLst/>
              <a:gdLst/>
              <a:ahLst/>
              <a:cxnLst/>
              <a:rect l="l" t="t" r="r" b="b"/>
              <a:pathLst>
                <a:path w="256" h="267" extrusionOk="0">
                  <a:moveTo>
                    <a:pt x="134" y="1"/>
                  </a:moveTo>
                  <a:cubicBezTo>
                    <a:pt x="84" y="1"/>
                    <a:pt x="44" y="35"/>
                    <a:pt x="17" y="89"/>
                  </a:cubicBezTo>
                  <a:cubicBezTo>
                    <a:pt x="0" y="159"/>
                    <a:pt x="33" y="229"/>
                    <a:pt x="87" y="262"/>
                  </a:cubicBezTo>
                  <a:cubicBezTo>
                    <a:pt x="95" y="265"/>
                    <a:pt x="104" y="266"/>
                    <a:pt x="114" y="266"/>
                  </a:cubicBezTo>
                  <a:cubicBezTo>
                    <a:pt x="159" y="266"/>
                    <a:pt x="209" y="234"/>
                    <a:pt x="223" y="176"/>
                  </a:cubicBezTo>
                  <a:cubicBezTo>
                    <a:pt x="256" y="110"/>
                    <a:pt x="223" y="40"/>
                    <a:pt x="169" y="7"/>
                  </a:cubicBezTo>
                  <a:cubicBezTo>
                    <a:pt x="157" y="3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33"/>
            <p:cNvSpPr/>
            <p:nvPr/>
          </p:nvSpPr>
          <p:spPr>
            <a:xfrm>
              <a:off x="5118625" y="25829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1"/>
                    <a:pt x="0" y="71"/>
                    <a:pt x="21" y="137"/>
                  </a:cubicBezTo>
                  <a:cubicBezTo>
                    <a:pt x="21" y="224"/>
                    <a:pt x="87" y="261"/>
                    <a:pt x="140" y="261"/>
                  </a:cubicBezTo>
                  <a:cubicBezTo>
                    <a:pt x="173" y="240"/>
                    <a:pt x="190" y="224"/>
                    <a:pt x="206" y="207"/>
                  </a:cubicBezTo>
                  <a:cubicBezTo>
                    <a:pt x="227" y="174"/>
                    <a:pt x="243" y="137"/>
                    <a:pt x="243" y="104"/>
                  </a:cubicBezTo>
                  <a:cubicBezTo>
                    <a:pt x="227" y="71"/>
                    <a:pt x="206" y="34"/>
                    <a:pt x="190" y="17"/>
                  </a:cubicBezTo>
                  <a:cubicBezTo>
                    <a:pt x="190" y="17"/>
                    <a:pt x="17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33"/>
            <p:cNvSpPr/>
            <p:nvPr/>
          </p:nvSpPr>
          <p:spPr>
            <a:xfrm>
              <a:off x="5117375" y="25984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34" y="0"/>
                    <a:pt x="1" y="70"/>
                    <a:pt x="1" y="136"/>
                  </a:cubicBezTo>
                  <a:cubicBezTo>
                    <a:pt x="17" y="174"/>
                    <a:pt x="17" y="207"/>
                    <a:pt x="50" y="223"/>
                  </a:cubicBezTo>
                  <a:cubicBezTo>
                    <a:pt x="71" y="260"/>
                    <a:pt x="104" y="260"/>
                    <a:pt x="137" y="260"/>
                  </a:cubicBezTo>
                  <a:cubicBezTo>
                    <a:pt x="153" y="239"/>
                    <a:pt x="190" y="223"/>
                    <a:pt x="207" y="207"/>
                  </a:cubicBezTo>
                  <a:cubicBezTo>
                    <a:pt x="223" y="174"/>
                    <a:pt x="223" y="136"/>
                    <a:pt x="223" y="103"/>
                  </a:cubicBezTo>
                  <a:cubicBezTo>
                    <a:pt x="223" y="70"/>
                    <a:pt x="207" y="33"/>
                    <a:pt x="174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33"/>
            <p:cNvSpPr/>
            <p:nvPr/>
          </p:nvSpPr>
          <p:spPr>
            <a:xfrm>
              <a:off x="5093375" y="24932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66" y="17"/>
                    <a:pt x="50" y="38"/>
                    <a:pt x="33" y="54"/>
                  </a:cubicBezTo>
                  <a:cubicBezTo>
                    <a:pt x="17" y="87"/>
                    <a:pt x="0" y="120"/>
                    <a:pt x="0" y="158"/>
                  </a:cubicBezTo>
                  <a:cubicBezTo>
                    <a:pt x="17" y="191"/>
                    <a:pt x="33" y="224"/>
                    <a:pt x="50" y="244"/>
                  </a:cubicBezTo>
                  <a:cubicBezTo>
                    <a:pt x="61" y="256"/>
                    <a:pt x="83" y="267"/>
                    <a:pt x="107" y="267"/>
                  </a:cubicBezTo>
                  <a:cubicBezTo>
                    <a:pt x="116" y="267"/>
                    <a:pt x="126" y="265"/>
                    <a:pt x="136" y="261"/>
                  </a:cubicBezTo>
                  <a:cubicBezTo>
                    <a:pt x="186" y="261"/>
                    <a:pt x="239" y="191"/>
                    <a:pt x="223" y="120"/>
                  </a:cubicBezTo>
                  <a:cubicBezTo>
                    <a:pt x="223" y="87"/>
                    <a:pt x="206" y="54"/>
                    <a:pt x="186" y="38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33"/>
            <p:cNvSpPr/>
            <p:nvPr/>
          </p:nvSpPr>
          <p:spPr>
            <a:xfrm>
              <a:off x="5078325" y="24953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33" y="17"/>
                    <a:pt x="0" y="71"/>
                    <a:pt x="17" y="157"/>
                  </a:cubicBezTo>
                  <a:cubicBezTo>
                    <a:pt x="17" y="190"/>
                    <a:pt x="33" y="207"/>
                    <a:pt x="50" y="240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3"/>
                    <a:pt x="190" y="17"/>
                  </a:cubicBezTo>
                  <a:cubicBezTo>
                    <a:pt x="169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33"/>
            <p:cNvSpPr/>
            <p:nvPr/>
          </p:nvSpPr>
          <p:spPr>
            <a:xfrm>
              <a:off x="5085625" y="24781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1"/>
                  </a:moveTo>
                  <a:cubicBezTo>
                    <a:pt x="34" y="1"/>
                    <a:pt x="1" y="71"/>
                    <a:pt x="1" y="141"/>
                  </a:cubicBezTo>
                  <a:cubicBezTo>
                    <a:pt x="1" y="174"/>
                    <a:pt x="17" y="207"/>
                    <a:pt x="50" y="228"/>
                  </a:cubicBezTo>
                  <a:cubicBezTo>
                    <a:pt x="67" y="261"/>
                    <a:pt x="104" y="261"/>
                    <a:pt x="120" y="261"/>
                  </a:cubicBezTo>
                  <a:cubicBezTo>
                    <a:pt x="153" y="244"/>
                    <a:pt x="186" y="228"/>
                    <a:pt x="207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7" y="38"/>
                    <a:pt x="170" y="22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33"/>
            <p:cNvSpPr/>
            <p:nvPr/>
          </p:nvSpPr>
          <p:spPr>
            <a:xfrm>
              <a:off x="5088625" y="25106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lnTo>
                    <a:pt x="66" y="8"/>
                  </a:lnTo>
                  <a:cubicBezTo>
                    <a:pt x="33" y="41"/>
                    <a:pt x="0" y="94"/>
                    <a:pt x="17" y="144"/>
                  </a:cubicBezTo>
                  <a:cubicBezTo>
                    <a:pt x="17" y="181"/>
                    <a:pt x="33" y="214"/>
                    <a:pt x="50" y="231"/>
                  </a:cubicBezTo>
                  <a:cubicBezTo>
                    <a:pt x="66" y="268"/>
                    <a:pt x="103" y="268"/>
                    <a:pt x="136" y="268"/>
                  </a:cubicBezTo>
                  <a:cubicBezTo>
                    <a:pt x="190" y="247"/>
                    <a:pt x="240" y="181"/>
                    <a:pt x="223" y="111"/>
                  </a:cubicBezTo>
                  <a:lnTo>
                    <a:pt x="223" y="78"/>
                  </a:lnTo>
                  <a:cubicBezTo>
                    <a:pt x="207" y="41"/>
                    <a:pt x="190" y="24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33"/>
            <p:cNvSpPr/>
            <p:nvPr/>
          </p:nvSpPr>
          <p:spPr>
            <a:xfrm>
              <a:off x="5064100" y="24529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0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17" y="50"/>
                    <a:pt x="0" y="83"/>
                    <a:pt x="0" y="120"/>
                  </a:cubicBezTo>
                  <a:cubicBezTo>
                    <a:pt x="0" y="153"/>
                    <a:pt x="17" y="186"/>
                    <a:pt x="37" y="223"/>
                  </a:cubicBezTo>
                  <a:cubicBezTo>
                    <a:pt x="54" y="240"/>
                    <a:pt x="70" y="256"/>
                    <a:pt x="103" y="256"/>
                  </a:cubicBezTo>
                  <a:cubicBezTo>
                    <a:pt x="114" y="261"/>
                    <a:pt x="123" y="263"/>
                    <a:pt x="131" y="263"/>
                  </a:cubicBezTo>
                  <a:cubicBezTo>
                    <a:pt x="151" y="263"/>
                    <a:pt x="167" y="252"/>
                    <a:pt x="190" y="240"/>
                  </a:cubicBezTo>
                  <a:cubicBezTo>
                    <a:pt x="223" y="186"/>
                    <a:pt x="243" y="104"/>
                    <a:pt x="206" y="50"/>
                  </a:cubicBezTo>
                  <a:cubicBezTo>
                    <a:pt x="190" y="34"/>
                    <a:pt x="173" y="17"/>
                    <a:pt x="157" y="17"/>
                  </a:cubicBezTo>
                  <a:cubicBezTo>
                    <a:pt x="157" y="1"/>
                    <a:pt x="140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33"/>
            <p:cNvSpPr/>
            <p:nvPr/>
          </p:nvSpPr>
          <p:spPr>
            <a:xfrm>
              <a:off x="5082125" y="252855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13" y="1"/>
                  </a:moveTo>
                  <a:cubicBezTo>
                    <a:pt x="72" y="1"/>
                    <a:pt x="32" y="32"/>
                    <a:pt x="17" y="84"/>
                  </a:cubicBezTo>
                  <a:cubicBezTo>
                    <a:pt x="1" y="149"/>
                    <a:pt x="17" y="220"/>
                    <a:pt x="87" y="253"/>
                  </a:cubicBezTo>
                  <a:cubicBezTo>
                    <a:pt x="97" y="256"/>
                    <a:pt x="108" y="258"/>
                    <a:pt x="118" y="258"/>
                  </a:cubicBezTo>
                  <a:cubicBezTo>
                    <a:pt x="164" y="258"/>
                    <a:pt x="210" y="224"/>
                    <a:pt x="223" y="170"/>
                  </a:cubicBezTo>
                  <a:cubicBezTo>
                    <a:pt x="244" y="116"/>
                    <a:pt x="207" y="30"/>
                    <a:pt x="157" y="13"/>
                  </a:cubicBezTo>
                  <a:cubicBezTo>
                    <a:pt x="143" y="5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33"/>
            <p:cNvSpPr/>
            <p:nvPr/>
          </p:nvSpPr>
          <p:spPr>
            <a:xfrm>
              <a:off x="5097600" y="2569700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7" y="0"/>
                    <a:pt x="0" y="70"/>
                    <a:pt x="0" y="136"/>
                  </a:cubicBezTo>
                  <a:cubicBezTo>
                    <a:pt x="17" y="190"/>
                    <a:pt x="37" y="223"/>
                    <a:pt x="70" y="239"/>
                  </a:cubicBezTo>
                  <a:cubicBezTo>
                    <a:pt x="87" y="239"/>
                    <a:pt x="103" y="256"/>
                    <a:pt x="140" y="256"/>
                  </a:cubicBezTo>
                  <a:cubicBezTo>
                    <a:pt x="157" y="239"/>
                    <a:pt x="190" y="223"/>
                    <a:pt x="206" y="206"/>
                  </a:cubicBezTo>
                  <a:cubicBezTo>
                    <a:pt x="223" y="173"/>
                    <a:pt x="223" y="136"/>
                    <a:pt x="223" y="103"/>
                  </a:cubicBezTo>
                  <a:cubicBezTo>
                    <a:pt x="223" y="70"/>
                    <a:pt x="206" y="33"/>
                    <a:pt x="190" y="17"/>
                  </a:cubicBezTo>
                  <a:cubicBezTo>
                    <a:pt x="173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33"/>
            <p:cNvSpPr/>
            <p:nvPr/>
          </p:nvSpPr>
          <p:spPr>
            <a:xfrm>
              <a:off x="5219125" y="2577825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40" y="1"/>
                  </a:moveTo>
                  <a:cubicBezTo>
                    <a:pt x="103" y="1"/>
                    <a:pt x="87" y="1"/>
                    <a:pt x="54" y="17"/>
                  </a:cubicBezTo>
                  <a:cubicBezTo>
                    <a:pt x="21" y="71"/>
                    <a:pt x="0" y="157"/>
                    <a:pt x="37" y="207"/>
                  </a:cubicBezTo>
                  <a:cubicBezTo>
                    <a:pt x="54" y="240"/>
                    <a:pt x="87" y="261"/>
                    <a:pt x="124" y="261"/>
                  </a:cubicBezTo>
                  <a:cubicBezTo>
                    <a:pt x="140" y="261"/>
                    <a:pt x="173" y="261"/>
                    <a:pt x="190" y="223"/>
                  </a:cubicBezTo>
                  <a:cubicBezTo>
                    <a:pt x="243" y="190"/>
                    <a:pt x="260" y="104"/>
                    <a:pt x="206" y="54"/>
                  </a:cubicBezTo>
                  <a:cubicBezTo>
                    <a:pt x="206" y="34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33"/>
            <p:cNvSpPr/>
            <p:nvPr/>
          </p:nvSpPr>
          <p:spPr>
            <a:xfrm>
              <a:off x="5091600" y="2461475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37" y="0"/>
                  </a:moveTo>
                  <a:cubicBezTo>
                    <a:pt x="121" y="0"/>
                    <a:pt x="88" y="0"/>
                    <a:pt x="71" y="17"/>
                  </a:cubicBezTo>
                  <a:cubicBezTo>
                    <a:pt x="17" y="70"/>
                    <a:pt x="1" y="153"/>
                    <a:pt x="50" y="206"/>
                  </a:cubicBezTo>
                  <a:cubicBezTo>
                    <a:pt x="71" y="239"/>
                    <a:pt x="88" y="256"/>
                    <a:pt x="121" y="256"/>
                  </a:cubicBezTo>
                  <a:cubicBezTo>
                    <a:pt x="154" y="256"/>
                    <a:pt x="174" y="239"/>
                    <a:pt x="207" y="223"/>
                  </a:cubicBezTo>
                  <a:cubicBezTo>
                    <a:pt x="240" y="190"/>
                    <a:pt x="257" y="103"/>
                    <a:pt x="224" y="50"/>
                  </a:cubicBezTo>
                  <a:cubicBezTo>
                    <a:pt x="207" y="33"/>
                    <a:pt x="191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33"/>
            <p:cNvSpPr/>
            <p:nvPr/>
          </p:nvSpPr>
          <p:spPr>
            <a:xfrm>
              <a:off x="5094200" y="25400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64" y="256"/>
                    <a:pt x="85" y="267"/>
                    <a:pt x="107" y="267"/>
                  </a:cubicBezTo>
                  <a:cubicBezTo>
                    <a:pt x="117" y="267"/>
                    <a:pt x="126" y="265"/>
                    <a:pt x="136" y="260"/>
                  </a:cubicBezTo>
                  <a:cubicBezTo>
                    <a:pt x="190" y="260"/>
                    <a:pt x="239" y="190"/>
                    <a:pt x="223" y="124"/>
                  </a:cubicBezTo>
                  <a:cubicBezTo>
                    <a:pt x="223" y="87"/>
                    <a:pt x="206" y="54"/>
                    <a:pt x="190" y="38"/>
                  </a:cubicBezTo>
                  <a:cubicBezTo>
                    <a:pt x="173" y="21"/>
                    <a:pt x="173" y="21"/>
                    <a:pt x="153" y="21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33"/>
            <p:cNvSpPr/>
            <p:nvPr/>
          </p:nvSpPr>
          <p:spPr>
            <a:xfrm>
              <a:off x="5082550" y="25709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3" y="1"/>
                  </a:moveTo>
                  <a:cubicBezTo>
                    <a:pt x="70" y="21"/>
                    <a:pt x="37" y="38"/>
                    <a:pt x="21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21" y="190"/>
                    <a:pt x="21" y="227"/>
                    <a:pt x="54" y="244"/>
                  </a:cubicBezTo>
                  <a:cubicBezTo>
                    <a:pt x="65" y="255"/>
                    <a:pt x="85" y="267"/>
                    <a:pt x="109" y="267"/>
                  </a:cubicBezTo>
                  <a:cubicBezTo>
                    <a:pt x="119" y="267"/>
                    <a:pt x="129" y="265"/>
                    <a:pt x="140" y="260"/>
                  </a:cubicBezTo>
                  <a:cubicBezTo>
                    <a:pt x="190" y="260"/>
                    <a:pt x="243" y="190"/>
                    <a:pt x="227" y="124"/>
                  </a:cubicBezTo>
                  <a:cubicBezTo>
                    <a:pt x="227" y="87"/>
                    <a:pt x="206" y="54"/>
                    <a:pt x="173" y="38"/>
                  </a:cubicBezTo>
                  <a:cubicBezTo>
                    <a:pt x="173" y="21"/>
                    <a:pt x="173" y="21"/>
                    <a:pt x="157" y="21"/>
                  </a:cubicBezTo>
                  <a:cubicBezTo>
                    <a:pt x="140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33"/>
            <p:cNvSpPr/>
            <p:nvPr/>
          </p:nvSpPr>
          <p:spPr>
            <a:xfrm>
              <a:off x="5072225" y="255762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04" y="1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1" y="190"/>
                    <a:pt x="38" y="223"/>
                    <a:pt x="54" y="244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1" y="244"/>
                    <a:pt x="244" y="190"/>
                    <a:pt x="228" y="104"/>
                  </a:cubicBezTo>
                  <a:cubicBezTo>
                    <a:pt x="228" y="71"/>
                    <a:pt x="207" y="54"/>
                    <a:pt x="191" y="17"/>
                  </a:cubicBezTo>
                  <a:lnTo>
                    <a:pt x="158" y="17"/>
                  </a:ln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33"/>
            <p:cNvSpPr/>
            <p:nvPr/>
          </p:nvSpPr>
          <p:spPr>
            <a:xfrm>
              <a:off x="5073575" y="2541650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5" y="1"/>
                  </a:moveTo>
                  <a:cubicBezTo>
                    <a:pt x="98" y="1"/>
                    <a:pt x="47" y="33"/>
                    <a:pt x="33" y="91"/>
                  </a:cubicBezTo>
                  <a:cubicBezTo>
                    <a:pt x="0" y="161"/>
                    <a:pt x="33" y="227"/>
                    <a:pt x="87" y="244"/>
                  </a:cubicBezTo>
                  <a:cubicBezTo>
                    <a:pt x="105" y="254"/>
                    <a:pt x="122" y="259"/>
                    <a:pt x="138" y="259"/>
                  </a:cubicBezTo>
                  <a:cubicBezTo>
                    <a:pt x="181" y="259"/>
                    <a:pt x="216" y="226"/>
                    <a:pt x="240" y="178"/>
                  </a:cubicBezTo>
                  <a:cubicBezTo>
                    <a:pt x="256" y="108"/>
                    <a:pt x="223" y="38"/>
                    <a:pt x="174" y="5"/>
                  </a:cubicBezTo>
                  <a:cubicBezTo>
                    <a:pt x="165" y="2"/>
                    <a:pt x="155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33"/>
            <p:cNvSpPr/>
            <p:nvPr/>
          </p:nvSpPr>
          <p:spPr>
            <a:xfrm>
              <a:off x="5071400" y="2604950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120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1" y="83"/>
                    <a:pt x="1" y="153"/>
                    <a:pt x="34" y="223"/>
                  </a:cubicBezTo>
                  <a:cubicBezTo>
                    <a:pt x="54" y="239"/>
                    <a:pt x="71" y="256"/>
                    <a:pt x="104" y="256"/>
                  </a:cubicBezTo>
                  <a:cubicBezTo>
                    <a:pt x="114" y="261"/>
                    <a:pt x="122" y="263"/>
                    <a:pt x="130" y="263"/>
                  </a:cubicBezTo>
                  <a:cubicBezTo>
                    <a:pt x="150" y="263"/>
                    <a:pt x="167" y="251"/>
                    <a:pt x="191" y="239"/>
                  </a:cubicBezTo>
                  <a:cubicBezTo>
                    <a:pt x="207" y="206"/>
                    <a:pt x="224" y="186"/>
                    <a:pt x="224" y="153"/>
                  </a:cubicBezTo>
                  <a:cubicBezTo>
                    <a:pt x="224" y="120"/>
                    <a:pt x="224" y="83"/>
                    <a:pt x="207" y="50"/>
                  </a:cubicBezTo>
                  <a:cubicBezTo>
                    <a:pt x="191" y="33"/>
                    <a:pt x="174" y="17"/>
                    <a:pt x="158" y="17"/>
                  </a:cubicBezTo>
                  <a:cubicBezTo>
                    <a:pt x="158" y="17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33"/>
            <p:cNvSpPr/>
            <p:nvPr/>
          </p:nvSpPr>
          <p:spPr>
            <a:xfrm>
              <a:off x="5078325" y="2589900"/>
              <a:ext cx="5575" cy="6575"/>
            </a:xfrm>
            <a:custGeom>
              <a:avLst/>
              <a:gdLst/>
              <a:ahLst/>
              <a:cxnLst/>
              <a:rect l="l" t="t" r="r" b="b"/>
              <a:pathLst>
                <a:path w="223" h="263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17" y="223"/>
                    <a:pt x="50" y="239"/>
                  </a:cubicBezTo>
                  <a:cubicBezTo>
                    <a:pt x="61" y="251"/>
                    <a:pt x="83" y="263"/>
                    <a:pt x="107" y="263"/>
                  </a:cubicBezTo>
                  <a:cubicBezTo>
                    <a:pt x="117" y="263"/>
                    <a:pt x="127" y="261"/>
                    <a:pt x="136" y="256"/>
                  </a:cubicBezTo>
                  <a:cubicBezTo>
                    <a:pt x="153" y="256"/>
                    <a:pt x="190" y="239"/>
                    <a:pt x="206" y="206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33"/>
            <p:cNvSpPr/>
            <p:nvPr/>
          </p:nvSpPr>
          <p:spPr>
            <a:xfrm>
              <a:off x="5070175" y="2577425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20" y="0"/>
                  </a:moveTo>
                  <a:cubicBezTo>
                    <a:pt x="83" y="0"/>
                    <a:pt x="50" y="17"/>
                    <a:pt x="33" y="33"/>
                  </a:cubicBezTo>
                  <a:cubicBezTo>
                    <a:pt x="17" y="50"/>
                    <a:pt x="0" y="87"/>
                    <a:pt x="0" y="120"/>
                  </a:cubicBezTo>
                  <a:cubicBezTo>
                    <a:pt x="0" y="153"/>
                    <a:pt x="0" y="190"/>
                    <a:pt x="17" y="223"/>
                  </a:cubicBezTo>
                  <a:cubicBezTo>
                    <a:pt x="35" y="252"/>
                    <a:pt x="64" y="265"/>
                    <a:pt x="95" y="265"/>
                  </a:cubicBezTo>
                  <a:cubicBezTo>
                    <a:pt x="120" y="265"/>
                    <a:pt x="147" y="256"/>
                    <a:pt x="169" y="239"/>
                  </a:cubicBezTo>
                  <a:cubicBezTo>
                    <a:pt x="223" y="190"/>
                    <a:pt x="223" y="103"/>
                    <a:pt x="186" y="50"/>
                  </a:cubicBezTo>
                  <a:cubicBezTo>
                    <a:pt x="169" y="33"/>
                    <a:pt x="153" y="17"/>
                    <a:pt x="136" y="17"/>
                  </a:cubicBezTo>
                  <a:cubicBezTo>
                    <a:pt x="136" y="0"/>
                    <a:pt x="120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33"/>
            <p:cNvSpPr/>
            <p:nvPr/>
          </p:nvSpPr>
          <p:spPr>
            <a:xfrm>
              <a:off x="5073150" y="2511075"/>
              <a:ext cx="6025" cy="6700"/>
            </a:xfrm>
            <a:custGeom>
              <a:avLst/>
              <a:gdLst/>
              <a:ahLst/>
              <a:cxnLst/>
              <a:rect l="l" t="t" r="r" b="b"/>
              <a:pathLst>
                <a:path w="241" h="268" extrusionOk="0">
                  <a:moveTo>
                    <a:pt x="108" y="1"/>
                  </a:moveTo>
                  <a:cubicBezTo>
                    <a:pt x="84" y="1"/>
                    <a:pt x="62" y="12"/>
                    <a:pt x="50" y="24"/>
                  </a:cubicBezTo>
                  <a:cubicBezTo>
                    <a:pt x="1" y="77"/>
                    <a:pt x="1" y="164"/>
                    <a:pt x="34" y="214"/>
                  </a:cubicBezTo>
                  <a:cubicBezTo>
                    <a:pt x="50" y="230"/>
                    <a:pt x="88" y="251"/>
                    <a:pt x="104" y="267"/>
                  </a:cubicBezTo>
                  <a:cubicBezTo>
                    <a:pt x="137" y="267"/>
                    <a:pt x="170" y="251"/>
                    <a:pt x="191" y="230"/>
                  </a:cubicBezTo>
                  <a:cubicBezTo>
                    <a:pt x="240" y="181"/>
                    <a:pt x="240" y="110"/>
                    <a:pt x="207" y="45"/>
                  </a:cubicBezTo>
                  <a:cubicBezTo>
                    <a:pt x="191" y="24"/>
                    <a:pt x="170" y="7"/>
                    <a:pt x="154" y="7"/>
                  </a:cubicBezTo>
                  <a:lnTo>
                    <a:pt x="137" y="7"/>
                  </a:lnTo>
                  <a:cubicBezTo>
                    <a:pt x="127" y="3"/>
                    <a:pt x="117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33"/>
            <p:cNvSpPr/>
            <p:nvPr/>
          </p:nvSpPr>
          <p:spPr>
            <a:xfrm>
              <a:off x="5076975" y="24658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04" y="0"/>
                  </a:moveTo>
                  <a:cubicBezTo>
                    <a:pt x="38" y="17"/>
                    <a:pt x="1" y="66"/>
                    <a:pt x="1" y="153"/>
                  </a:cubicBezTo>
                  <a:cubicBezTo>
                    <a:pt x="17" y="186"/>
                    <a:pt x="17" y="206"/>
                    <a:pt x="54" y="239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57" y="256"/>
                    <a:pt x="190" y="239"/>
                    <a:pt x="207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7" y="50"/>
                    <a:pt x="174" y="17"/>
                  </a:cubicBezTo>
                  <a:lnTo>
                    <a:pt x="1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33"/>
            <p:cNvSpPr/>
            <p:nvPr/>
          </p:nvSpPr>
          <p:spPr>
            <a:xfrm>
              <a:off x="5070175" y="24807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83" y="0"/>
                    <a:pt x="50" y="3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43"/>
                    <a:pt x="83" y="260"/>
                    <a:pt x="120" y="260"/>
                  </a:cubicBezTo>
                  <a:cubicBezTo>
                    <a:pt x="136" y="260"/>
                    <a:pt x="169" y="260"/>
                    <a:pt x="186" y="243"/>
                  </a:cubicBezTo>
                  <a:cubicBezTo>
                    <a:pt x="223" y="206"/>
                    <a:pt x="223" y="173"/>
                    <a:pt x="240" y="140"/>
                  </a:cubicBezTo>
                  <a:cubicBezTo>
                    <a:pt x="240" y="103"/>
                    <a:pt x="223" y="70"/>
                    <a:pt x="207" y="54"/>
                  </a:cubicBezTo>
                  <a:cubicBezTo>
                    <a:pt x="207" y="37"/>
                    <a:pt x="186" y="21"/>
                    <a:pt x="169" y="21"/>
                  </a:cubicBezTo>
                  <a:cubicBezTo>
                    <a:pt x="153" y="0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33"/>
            <p:cNvSpPr/>
            <p:nvPr/>
          </p:nvSpPr>
          <p:spPr>
            <a:xfrm>
              <a:off x="5060700" y="259270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70" y="8"/>
                    <a:pt x="33" y="24"/>
                    <a:pt x="17" y="57"/>
                  </a:cubicBezTo>
                  <a:cubicBezTo>
                    <a:pt x="0" y="78"/>
                    <a:pt x="0" y="111"/>
                    <a:pt x="0" y="144"/>
                  </a:cubicBezTo>
                  <a:cubicBezTo>
                    <a:pt x="0" y="181"/>
                    <a:pt x="17" y="214"/>
                    <a:pt x="50" y="230"/>
                  </a:cubicBezTo>
                  <a:cubicBezTo>
                    <a:pt x="70" y="247"/>
                    <a:pt x="103" y="263"/>
                    <a:pt x="136" y="263"/>
                  </a:cubicBezTo>
                  <a:cubicBezTo>
                    <a:pt x="190" y="247"/>
                    <a:pt x="223" y="181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3" y="8"/>
                  </a:ln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33"/>
            <p:cNvSpPr/>
            <p:nvPr/>
          </p:nvSpPr>
          <p:spPr>
            <a:xfrm>
              <a:off x="5058950" y="2560625"/>
              <a:ext cx="6500" cy="6500"/>
            </a:xfrm>
            <a:custGeom>
              <a:avLst/>
              <a:gdLst/>
              <a:ahLst/>
              <a:cxnLst/>
              <a:rect l="l" t="t" r="r" b="b"/>
              <a:pathLst>
                <a:path w="260" h="260" extrusionOk="0">
                  <a:moveTo>
                    <a:pt x="140" y="0"/>
                  </a:moveTo>
                  <a:cubicBezTo>
                    <a:pt x="103" y="0"/>
                    <a:pt x="87" y="0"/>
                    <a:pt x="54" y="37"/>
                  </a:cubicBezTo>
                  <a:cubicBezTo>
                    <a:pt x="17" y="70"/>
                    <a:pt x="0" y="157"/>
                    <a:pt x="37" y="206"/>
                  </a:cubicBezTo>
                  <a:cubicBezTo>
                    <a:pt x="54" y="244"/>
                    <a:pt x="87" y="260"/>
                    <a:pt x="120" y="260"/>
                  </a:cubicBezTo>
                  <a:cubicBezTo>
                    <a:pt x="140" y="260"/>
                    <a:pt x="173" y="260"/>
                    <a:pt x="190" y="227"/>
                  </a:cubicBezTo>
                  <a:cubicBezTo>
                    <a:pt x="243" y="190"/>
                    <a:pt x="260" y="103"/>
                    <a:pt x="206" y="54"/>
                  </a:cubicBezTo>
                  <a:cubicBezTo>
                    <a:pt x="206" y="37"/>
                    <a:pt x="190" y="21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33"/>
            <p:cNvSpPr/>
            <p:nvPr/>
          </p:nvSpPr>
          <p:spPr>
            <a:xfrm>
              <a:off x="5060700" y="24678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50" y="21"/>
                    <a:pt x="0" y="87"/>
                    <a:pt x="17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76" y="256"/>
                    <a:pt x="92" y="267"/>
                    <a:pt x="111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206" y="260"/>
                    <a:pt x="239" y="190"/>
                    <a:pt x="223" y="124"/>
                  </a:cubicBezTo>
                  <a:cubicBezTo>
                    <a:pt x="223" y="71"/>
                    <a:pt x="190" y="38"/>
                    <a:pt x="153" y="21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33"/>
            <p:cNvSpPr/>
            <p:nvPr/>
          </p:nvSpPr>
          <p:spPr>
            <a:xfrm>
              <a:off x="5055525" y="2483325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71" y="21"/>
                    <a:pt x="34" y="37"/>
                    <a:pt x="17" y="54"/>
                  </a:cubicBezTo>
                  <a:cubicBezTo>
                    <a:pt x="1" y="87"/>
                    <a:pt x="1" y="124"/>
                    <a:pt x="1" y="157"/>
                  </a:cubicBezTo>
                  <a:cubicBezTo>
                    <a:pt x="1" y="190"/>
                    <a:pt x="17" y="227"/>
                    <a:pt x="50" y="243"/>
                  </a:cubicBezTo>
                  <a:cubicBezTo>
                    <a:pt x="65" y="255"/>
                    <a:pt x="86" y="267"/>
                    <a:pt x="108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91" y="260"/>
                    <a:pt x="224" y="190"/>
                    <a:pt x="224" y="124"/>
                  </a:cubicBezTo>
                  <a:cubicBezTo>
                    <a:pt x="224" y="87"/>
                    <a:pt x="207" y="54"/>
                    <a:pt x="174" y="37"/>
                  </a:cubicBezTo>
                  <a:cubicBezTo>
                    <a:pt x="174" y="21"/>
                    <a:pt x="154" y="21"/>
                    <a:pt x="154" y="21"/>
                  </a:cubicBezTo>
                  <a:cubicBezTo>
                    <a:pt x="137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12982;p33"/>
            <p:cNvSpPr/>
            <p:nvPr/>
          </p:nvSpPr>
          <p:spPr>
            <a:xfrm>
              <a:off x="5059350" y="25443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4" y="1"/>
                  </a:moveTo>
                  <a:cubicBezTo>
                    <a:pt x="54" y="17"/>
                    <a:pt x="1" y="87"/>
                    <a:pt x="21" y="158"/>
                  </a:cubicBezTo>
                  <a:cubicBezTo>
                    <a:pt x="21" y="191"/>
                    <a:pt x="38" y="223"/>
                    <a:pt x="54" y="240"/>
                  </a:cubicBezTo>
                  <a:cubicBezTo>
                    <a:pt x="78" y="255"/>
                    <a:pt x="93" y="267"/>
                    <a:pt x="113" y="267"/>
                  </a:cubicBezTo>
                  <a:cubicBezTo>
                    <a:pt x="121" y="267"/>
                    <a:pt x="130" y="265"/>
                    <a:pt x="141" y="261"/>
                  </a:cubicBezTo>
                  <a:cubicBezTo>
                    <a:pt x="207" y="261"/>
                    <a:pt x="244" y="191"/>
                    <a:pt x="227" y="120"/>
                  </a:cubicBezTo>
                  <a:cubicBezTo>
                    <a:pt x="227" y="87"/>
                    <a:pt x="207" y="54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12983;p33"/>
            <p:cNvSpPr/>
            <p:nvPr/>
          </p:nvSpPr>
          <p:spPr>
            <a:xfrm>
              <a:off x="5052950" y="2670600"/>
              <a:ext cx="2600" cy="6525"/>
            </a:xfrm>
            <a:custGeom>
              <a:avLst/>
              <a:gdLst/>
              <a:ahLst/>
              <a:cxnLst/>
              <a:rect l="l" t="t" r="r" b="b"/>
              <a:pathLst>
                <a:path w="104" h="261" extrusionOk="0">
                  <a:moveTo>
                    <a:pt x="1" y="0"/>
                  </a:moveTo>
                  <a:lnTo>
                    <a:pt x="1" y="260"/>
                  </a:lnTo>
                  <a:cubicBezTo>
                    <a:pt x="71" y="240"/>
                    <a:pt x="104" y="174"/>
                    <a:pt x="104" y="103"/>
                  </a:cubicBezTo>
                  <a:cubicBezTo>
                    <a:pt x="104" y="70"/>
                    <a:pt x="87" y="33"/>
                    <a:pt x="50" y="17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12984;p33"/>
            <p:cNvSpPr/>
            <p:nvPr/>
          </p:nvSpPr>
          <p:spPr>
            <a:xfrm>
              <a:off x="5095950" y="2616075"/>
              <a:ext cx="5575" cy="6625"/>
            </a:xfrm>
            <a:custGeom>
              <a:avLst/>
              <a:gdLst/>
              <a:ahLst/>
              <a:cxnLst/>
              <a:rect l="l" t="t" r="r" b="b"/>
              <a:pathLst>
                <a:path w="223" h="265" extrusionOk="0">
                  <a:moveTo>
                    <a:pt x="103" y="0"/>
                  </a:moveTo>
                  <a:cubicBezTo>
                    <a:pt x="66" y="17"/>
                    <a:pt x="33" y="33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0" y="190"/>
                    <a:pt x="17" y="223"/>
                    <a:pt x="50" y="240"/>
                  </a:cubicBezTo>
                  <a:cubicBezTo>
                    <a:pt x="61" y="251"/>
                    <a:pt x="83" y="265"/>
                    <a:pt x="100" y="265"/>
                  </a:cubicBezTo>
                  <a:cubicBezTo>
                    <a:pt x="108" y="265"/>
                    <a:pt x="115" y="262"/>
                    <a:pt x="120" y="256"/>
                  </a:cubicBezTo>
                  <a:cubicBezTo>
                    <a:pt x="186" y="256"/>
                    <a:pt x="223" y="190"/>
                    <a:pt x="223" y="120"/>
                  </a:cubicBezTo>
                  <a:cubicBezTo>
                    <a:pt x="223" y="87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12985;p33"/>
            <p:cNvSpPr/>
            <p:nvPr/>
          </p:nvSpPr>
          <p:spPr>
            <a:xfrm>
              <a:off x="5079550" y="26676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38" y="17"/>
                    <a:pt x="1" y="87"/>
                    <a:pt x="17" y="153"/>
                  </a:cubicBezTo>
                  <a:cubicBezTo>
                    <a:pt x="17" y="190"/>
                    <a:pt x="38" y="223"/>
                    <a:pt x="54" y="240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90" y="240"/>
                    <a:pt x="244" y="190"/>
                    <a:pt x="223" y="104"/>
                  </a:cubicBezTo>
                  <a:cubicBezTo>
                    <a:pt x="223" y="71"/>
                    <a:pt x="207" y="50"/>
                    <a:pt x="190" y="17"/>
                  </a:cubicBezTo>
                  <a:lnTo>
                    <a:pt x="157" y="17"/>
                  </a:ln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6" name="Google Shape;12986;p33"/>
            <p:cNvSpPr/>
            <p:nvPr/>
          </p:nvSpPr>
          <p:spPr>
            <a:xfrm>
              <a:off x="5066675" y="25276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03" y="1"/>
                  </a:moveTo>
                  <a:cubicBezTo>
                    <a:pt x="54" y="17"/>
                    <a:pt x="0" y="83"/>
                    <a:pt x="17" y="153"/>
                  </a:cubicBezTo>
                  <a:cubicBezTo>
                    <a:pt x="17" y="186"/>
                    <a:pt x="37" y="224"/>
                    <a:pt x="54" y="240"/>
                  </a:cubicBezTo>
                  <a:cubicBezTo>
                    <a:pt x="77" y="252"/>
                    <a:pt x="92" y="263"/>
                    <a:pt x="112" y="263"/>
                  </a:cubicBezTo>
                  <a:cubicBezTo>
                    <a:pt x="120" y="263"/>
                    <a:pt x="130" y="261"/>
                    <a:pt x="140" y="257"/>
                  </a:cubicBezTo>
                  <a:cubicBezTo>
                    <a:pt x="206" y="257"/>
                    <a:pt x="243" y="186"/>
                    <a:pt x="243" y="121"/>
                  </a:cubicBezTo>
                  <a:cubicBezTo>
                    <a:pt x="223" y="83"/>
                    <a:pt x="206" y="50"/>
                    <a:pt x="190" y="34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7" name="Google Shape;12987;p33"/>
            <p:cNvSpPr/>
            <p:nvPr/>
          </p:nvSpPr>
          <p:spPr>
            <a:xfrm>
              <a:off x="5059350" y="25139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13" y="0"/>
                  </a:moveTo>
                  <a:cubicBezTo>
                    <a:pt x="72" y="0"/>
                    <a:pt x="33" y="32"/>
                    <a:pt x="21" y="83"/>
                  </a:cubicBezTo>
                  <a:cubicBezTo>
                    <a:pt x="1" y="153"/>
                    <a:pt x="21" y="219"/>
                    <a:pt x="87" y="256"/>
                  </a:cubicBezTo>
                  <a:cubicBezTo>
                    <a:pt x="96" y="259"/>
                    <a:pt x="106" y="260"/>
                    <a:pt x="115" y="260"/>
                  </a:cubicBezTo>
                  <a:cubicBezTo>
                    <a:pt x="162" y="260"/>
                    <a:pt x="210" y="228"/>
                    <a:pt x="227" y="170"/>
                  </a:cubicBezTo>
                  <a:cubicBezTo>
                    <a:pt x="244" y="116"/>
                    <a:pt x="207" y="34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8" name="Google Shape;12988;p33"/>
            <p:cNvSpPr/>
            <p:nvPr/>
          </p:nvSpPr>
          <p:spPr>
            <a:xfrm>
              <a:off x="5052950" y="2628125"/>
              <a:ext cx="2600" cy="6000"/>
            </a:xfrm>
            <a:custGeom>
              <a:avLst/>
              <a:gdLst/>
              <a:ahLst/>
              <a:cxnLst/>
              <a:rect l="l" t="t" r="r" b="b"/>
              <a:pathLst>
                <a:path w="104" h="240" extrusionOk="0">
                  <a:moveTo>
                    <a:pt x="1" y="1"/>
                  </a:moveTo>
                  <a:lnTo>
                    <a:pt x="1" y="240"/>
                  </a:lnTo>
                  <a:cubicBezTo>
                    <a:pt x="34" y="240"/>
                    <a:pt x="71" y="207"/>
                    <a:pt x="87" y="170"/>
                  </a:cubicBezTo>
                  <a:cubicBezTo>
                    <a:pt x="104" y="104"/>
                    <a:pt x="71" y="17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9" name="Google Shape;12989;p33"/>
            <p:cNvSpPr/>
            <p:nvPr/>
          </p:nvSpPr>
          <p:spPr>
            <a:xfrm>
              <a:off x="5055950" y="26101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71" y="0"/>
                  </a:moveTo>
                  <a:cubicBezTo>
                    <a:pt x="33" y="33"/>
                    <a:pt x="0" y="83"/>
                    <a:pt x="0" y="136"/>
                  </a:cubicBezTo>
                  <a:cubicBezTo>
                    <a:pt x="17" y="169"/>
                    <a:pt x="17" y="206"/>
                    <a:pt x="54" y="223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39"/>
                    <a:pt x="240" y="169"/>
                    <a:pt x="223" y="103"/>
                  </a:cubicBezTo>
                  <a:lnTo>
                    <a:pt x="223" y="66"/>
                  </a:lnTo>
                  <a:cubicBezTo>
                    <a:pt x="207" y="33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12990;p33"/>
            <p:cNvSpPr/>
            <p:nvPr/>
          </p:nvSpPr>
          <p:spPr>
            <a:xfrm>
              <a:off x="5052950" y="257742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50" y="0"/>
                    <a:pt x="17" y="33"/>
                    <a:pt x="1" y="87"/>
                  </a:cubicBezTo>
                  <a:lnTo>
                    <a:pt x="1" y="173"/>
                  </a:lnTo>
                  <a:cubicBezTo>
                    <a:pt x="17" y="190"/>
                    <a:pt x="17" y="223"/>
                    <a:pt x="34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53" y="256"/>
                    <a:pt x="174" y="223"/>
                    <a:pt x="191" y="206"/>
                  </a:cubicBezTo>
                  <a:cubicBezTo>
                    <a:pt x="224" y="173"/>
                    <a:pt x="224" y="136"/>
                    <a:pt x="224" y="103"/>
                  </a:cubicBezTo>
                  <a:cubicBezTo>
                    <a:pt x="207" y="70"/>
                    <a:pt x="191" y="33"/>
                    <a:pt x="174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1" name="Google Shape;12991;p33"/>
            <p:cNvSpPr/>
            <p:nvPr/>
          </p:nvSpPr>
          <p:spPr>
            <a:xfrm>
              <a:off x="5099750" y="26464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9" y="1"/>
                  </a:moveTo>
                  <a:cubicBezTo>
                    <a:pt x="81" y="1"/>
                    <a:pt x="31" y="33"/>
                    <a:pt x="17" y="91"/>
                  </a:cubicBezTo>
                  <a:cubicBezTo>
                    <a:pt x="1" y="157"/>
                    <a:pt x="17" y="227"/>
                    <a:pt x="71" y="260"/>
                  </a:cubicBezTo>
                  <a:cubicBezTo>
                    <a:pt x="82" y="263"/>
                    <a:pt x="93" y="265"/>
                    <a:pt x="105" y="265"/>
                  </a:cubicBezTo>
                  <a:cubicBezTo>
                    <a:pt x="159" y="265"/>
                    <a:pt x="210" y="232"/>
                    <a:pt x="223" y="174"/>
                  </a:cubicBezTo>
                  <a:cubicBezTo>
                    <a:pt x="240" y="108"/>
                    <a:pt x="207" y="38"/>
                    <a:pt x="157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2" name="Google Shape;12992;p33"/>
            <p:cNvSpPr/>
            <p:nvPr/>
          </p:nvSpPr>
          <p:spPr>
            <a:xfrm>
              <a:off x="5052950" y="2500525"/>
              <a:ext cx="1275" cy="5600"/>
            </a:xfrm>
            <a:custGeom>
              <a:avLst/>
              <a:gdLst/>
              <a:ahLst/>
              <a:cxnLst/>
              <a:rect l="l" t="t" r="r" b="b"/>
              <a:pathLst>
                <a:path w="51" h="224" extrusionOk="0">
                  <a:moveTo>
                    <a:pt x="1" y="1"/>
                  </a:moveTo>
                  <a:lnTo>
                    <a:pt x="1" y="223"/>
                  </a:lnTo>
                  <a:lnTo>
                    <a:pt x="17" y="207"/>
                  </a:lnTo>
                  <a:cubicBezTo>
                    <a:pt x="34" y="190"/>
                    <a:pt x="50" y="157"/>
                    <a:pt x="50" y="120"/>
                  </a:cubicBezTo>
                  <a:cubicBezTo>
                    <a:pt x="50" y="87"/>
                    <a:pt x="50" y="54"/>
                    <a:pt x="34" y="34"/>
                  </a:cubicBezTo>
                  <a:cubicBezTo>
                    <a:pt x="17" y="17"/>
                    <a:pt x="17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12993;p33"/>
            <p:cNvSpPr/>
            <p:nvPr/>
          </p:nvSpPr>
          <p:spPr>
            <a:xfrm>
              <a:off x="5052950" y="2717400"/>
              <a:ext cx="1775" cy="5175"/>
            </a:xfrm>
            <a:custGeom>
              <a:avLst/>
              <a:gdLst/>
              <a:ahLst/>
              <a:cxnLst/>
              <a:rect l="l" t="t" r="r" b="b"/>
              <a:pathLst>
                <a:path w="71" h="207" extrusionOk="0">
                  <a:moveTo>
                    <a:pt x="1" y="0"/>
                  </a:moveTo>
                  <a:lnTo>
                    <a:pt x="1" y="206"/>
                  </a:lnTo>
                  <a:lnTo>
                    <a:pt x="17" y="206"/>
                  </a:lnTo>
                  <a:cubicBezTo>
                    <a:pt x="34" y="190"/>
                    <a:pt x="34" y="173"/>
                    <a:pt x="50" y="157"/>
                  </a:cubicBezTo>
                  <a:cubicBezTo>
                    <a:pt x="71" y="87"/>
                    <a:pt x="50" y="37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4" name="Google Shape;12994;p33"/>
            <p:cNvSpPr/>
            <p:nvPr/>
          </p:nvSpPr>
          <p:spPr>
            <a:xfrm>
              <a:off x="5052950" y="2529550"/>
              <a:ext cx="5200" cy="6575"/>
            </a:xfrm>
            <a:custGeom>
              <a:avLst/>
              <a:gdLst/>
              <a:ahLst/>
              <a:cxnLst/>
              <a:rect l="l" t="t" r="r" b="b"/>
              <a:pathLst>
                <a:path w="208" h="263" extrusionOk="0">
                  <a:moveTo>
                    <a:pt x="91" y="0"/>
                  </a:moveTo>
                  <a:cubicBezTo>
                    <a:pt x="61" y="0"/>
                    <a:pt x="25" y="16"/>
                    <a:pt x="1" y="44"/>
                  </a:cubicBezTo>
                  <a:lnTo>
                    <a:pt x="1" y="233"/>
                  </a:lnTo>
                  <a:cubicBezTo>
                    <a:pt x="17" y="233"/>
                    <a:pt x="17" y="250"/>
                    <a:pt x="34" y="250"/>
                  </a:cubicBezTo>
                  <a:cubicBezTo>
                    <a:pt x="52" y="258"/>
                    <a:pt x="70" y="263"/>
                    <a:pt x="85" y="263"/>
                  </a:cubicBezTo>
                  <a:cubicBezTo>
                    <a:pt x="129" y="263"/>
                    <a:pt x="163" y="231"/>
                    <a:pt x="191" y="180"/>
                  </a:cubicBezTo>
                  <a:cubicBezTo>
                    <a:pt x="207" y="109"/>
                    <a:pt x="174" y="44"/>
                    <a:pt x="120" y="6"/>
                  </a:cubicBezTo>
                  <a:cubicBezTo>
                    <a:pt x="112" y="2"/>
                    <a:pt x="102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5" name="Google Shape;12995;p33"/>
            <p:cNvSpPr/>
            <p:nvPr/>
          </p:nvSpPr>
          <p:spPr>
            <a:xfrm>
              <a:off x="5061100" y="24971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87" y="1"/>
                    <a:pt x="54" y="17"/>
                    <a:pt x="54" y="34"/>
                  </a:cubicBezTo>
                  <a:cubicBezTo>
                    <a:pt x="17" y="67"/>
                    <a:pt x="1" y="104"/>
                    <a:pt x="17" y="153"/>
                  </a:cubicBezTo>
                  <a:cubicBezTo>
                    <a:pt x="17" y="190"/>
                    <a:pt x="34" y="223"/>
                    <a:pt x="54" y="240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90" y="240"/>
                    <a:pt x="240" y="190"/>
                    <a:pt x="223" y="120"/>
                  </a:cubicBezTo>
                  <a:lnTo>
                    <a:pt x="223" y="104"/>
                  </a:lnTo>
                  <a:cubicBezTo>
                    <a:pt x="223" y="67"/>
                    <a:pt x="190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6" name="Google Shape;12996;p33"/>
            <p:cNvSpPr/>
            <p:nvPr/>
          </p:nvSpPr>
          <p:spPr>
            <a:xfrm>
              <a:off x="5137175" y="24864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66" y="1"/>
                    <a:pt x="50" y="34"/>
                  </a:cubicBezTo>
                  <a:cubicBezTo>
                    <a:pt x="17" y="50"/>
                    <a:pt x="17" y="83"/>
                    <a:pt x="0" y="120"/>
                  </a:cubicBezTo>
                  <a:cubicBezTo>
                    <a:pt x="0" y="153"/>
                    <a:pt x="17" y="186"/>
                    <a:pt x="33" y="207"/>
                  </a:cubicBezTo>
                  <a:cubicBezTo>
                    <a:pt x="50" y="240"/>
                    <a:pt x="66" y="256"/>
                    <a:pt x="103" y="256"/>
                  </a:cubicBezTo>
                  <a:cubicBezTo>
                    <a:pt x="136" y="256"/>
                    <a:pt x="169" y="256"/>
                    <a:pt x="186" y="223"/>
                  </a:cubicBezTo>
                  <a:cubicBezTo>
                    <a:pt x="239" y="186"/>
                    <a:pt x="239" y="104"/>
                    <a:pt x="206" y="50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12997;p33"/>
            <p:cNvSpPr/>
            <p:nvPr/>
          </p:nvSpPr>
          <p:spPr>
            <a:xfrm>
              <a:off x="5185200" y="260167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5" y="0"/>
                  </a:moveTo>
                  <a:cubicBezTo>
                    <a:pt x="117" y="0"/>
                    <a:pt x="109" y="2"/>
                    <a:pt x="104" y="7"/>
                  </a:cubicBezTo>
                  <a:cubicBezTo>
                    <a:pt x="54" y="7"/>
                    <a:pt x="1" y="78"/>
                    <a:pt x="17" y="148"/>
                  </a:cubicBezTo>
                  <a:cubicBezTo>
                    <a:pt x="17" y="181"/>
                    <a:pt x="38" y="214"/>
                    <a:pt x="54" y="234"/>
                  </a:cubicBezTo>
                  <a:cubicBezTo>
                    <a:pt x="87" y="251"/>
                    <a:pt x="120" y="267"/>
                    <a:pt x="141" y="267"/>
                  </a:cubicBezTo>
                  <a:cubicBezTo>
                    <a:pt x="207" y="251"/>
                    <a:pt x="244" y="181"/>
                    <a:pt x="244" y="110"/>
                  </a:cubicBezTo>
                  <a:cubicBezTo>
                    <a:pt x="223" y="78"/>
                    <a:pt x="207" y="45"/>
                    <a:pt x="190" y="28"/>
                  </a:cubicBezTo>
                  <a:lnTo>
                    <a:pt x="174" y="7"/>
                  </a:lnTo>
                  <a:cubicBezTo>
                    <a:pt x="163" y="7"/>
                    <a:pt x="143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12998;p33"/>
            <p:cNvSpPr/>
            <p:nvPr/>
          </p:nvSpPr>
          <p:spPr>
            <a:xfrm>
              <a:off x="5228175" y="25951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1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1" y="150"/>
                    <a:pt x="34" y="236"/>
                    <a:pt x="87" y="253"/>
                  </a:cubicBezTo>
                  <a:cubicBezTo>
                    <a:pt x="101" y="263"/>
                    <a:pt x="116" y="268"/>
                    <a:pt x="131" y="268"/>
                  </a:cubicBezTo>
                  <a:cubicBezTo>
                    <a:pt x="171" y="268"/>
                    <a:pt x="211" y="235"/>
                    <a:pt x="223" y="187"/>
                  </a:cubicBezTo>
                  <a:cubicBezTo>
                    <a:pt x="240" y="117"/>
                    <a:pt x="223" y="30"/>
                    <a:pt x="153" y="14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12999;p33"/>
            <p:cNvSpPr/>
            <p:nvPr/>
          </p:nvSpPr>
          <p:spPr>
            <a:xfrm>
              <a:off x="5177875" y="249197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04" y="0"/>
                  </a:moveTo>
                  <a:cubicBezTo>
                    <a:pt x="38" y="17"/>
                    <a:pt x="1" y="66"/>
                    <a:pt x="21" y="136"/>
                  </a:cubicBezTo>
                  <a:cubicBezTo>
                    <a:pt x="21" y="169"/>
                    <a:pt x="38" y="207"/>
                    <a:pt x="54" y="223"/>
                  </a:cubicBezTo>
                  <a:cubicBezTo>
                    <a:pt x="87" y="240"/>
                    <a:pt x="104" y="256"/>
                    <a:pt x="141" y="256"/>
                  </a:cubicBezTo>
                  <a:cubicBezTo>
                    <a:pt x="207" y="240"/>
                    <a:pt x="244" y="169"/>
                    <a:pt x="228" y="103"/>
                  </a:cubicBezTo>
                  <a:lnTo>
                    <a:pt x="228" y="66"/>
                  </a:lnTo>
                  <a:cubicBezTo>
                    <a:pt x="191" y="50"/>
                    <a:pt x="141" y="17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13000;p33"/>
            <p:cNvSpPr/>
            <p:nvPr/>
          </p:nvSpPr>
          <p:spPr>
            <a:xfrm>
              <a:off x="5228600" y="26379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70" y="0"/>
                    <a:pt x="54" y="21"/>
                    <a:pt x="33" y="54"/>
                  </a:cubicBezTo>
                  <a:cubicBezTo>
                    <a:pt x="17" y="71"/>
                    <a:pt x="0" y="104"/>
                    <a:pt x="17" y="141"/>
                  </a:cubicBezTo>
                  <a:cubicBezTo>
                    <a:pt x="17" y="174"/>
                    <a:pt x="33" y="207"/>
                    <a:pt x="54" y="227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4"/>
                  </a:cubicBezTo>
                  <a:cubicBezTo>
                    <a:pt x="223" y="71"/>
                    <a:pt x="206" y="38"/>
                    <a:pt x="190" y="21"/>
                  </a:cubicBezTo>
                  <a:cubicBezTo>
                    <a:pt x="173" y="21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13001;p33"/>
            <p:cNvSpPr/>
            <p:nvPr/>
          </p:nvSpPr>
          <p:spPr>
            <a:xfrm>
              <a:off x="5152625" y="2701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3" y="256"/>
                    <a:pt x="104" y="256"/>
                    <a:pt x="137" y="256"/>
                  </a:cubicBezTo>
                  <a:cubicBezTo>
                    <a:pt x="207" y="240"/>
                    <a:pt x="240" y="174"/>
                    <a:pt x="223" y="104"/>
                  </a:cubicBezTo>
                  <a:cubicBezTo>
                    <a:pt x="223" y="71"/>
                    <a:pt x="207" y="34"/>
                    <a:pt x="186" y="17"/>
                  </a:cubicBezTo>
                  <a:cubicBezTo>
                    <a:pt x="17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2" name="Google Shape;13002;p33"/>
            <p:cNvSpPr/>
            <p:nvPr/>
          </p:nvSpPr>
          <p:spPr>
            <a:xfrm>
              <a:off x="5138000" y="27019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6" y="256"/>
                    <a:pt x="92" y="267"/>
                    <a:pt x="111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153" y="260"/>
                    <a:pt x="190" y="244"/>
                    <a:pt x="206" y="207"/>
                  </a:cubicBezTo>
                  <a:cubicBezTo>
                    <a:pt x="223" y="190"/>
                    <a:pt x="223" y="157"/>
                    <a:pt x="223" y="120"/>
                  </a:cubicBezTo>
                  <a:cubicBezTo>
                    <a:pt x="223" y="87"/>
                    <a:pt x="206" y="54"/>
                    <a:pt x="190" y="38"/>
                  </a:cubicBezTo>
                  <a:cubicBezTo>
                    <a:pt x="173" y="17"/>
                    <a:pt x="173" y="17"/>
                    <a:pt x="153" y="17"/>
                  </a:cubicBezTo>
                  <a:lnTo>
                    <a:pt x="136" y="17"/>
                  </a:lnTo>
                  <a:cubicBezTo>
                    <a:pt x="12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3" name="Google Shape;13003;p33"/>
            <p:cNvSpPr/>
            <p:nvPr/>
          </p:nvSpPr>
          <p:spPr>
            <a:xfrm>
              <a:off x="5107075" y="26603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0"/>
                  </a:moveTo>
                  <a:cubicBezTo>
                    <a:pt x="50" y="17"/>
                    <a:pt x="0" y="87"/>
                    <a:pt x="17" y="157"/>
                  </a:cubicBezTo>
                  <a:cubicBezTo>
                    <a:pt x="17" y="190"/>
                    <a:pt x="33" y="223"/>
                    <a:pt x="50" y="239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207" y="239"/>
                    <a:pt x="240" y="190"/>
                    <a:pt x="223" y="103"/>
                  </a:cubicBezTo>
                  <a:cubicBezTo>
                    <a:pt x="223" y="70"/>
                    <a:pt x="207" y="54"/>
                    <a:pt x="190" y="17"/>
                  </a:cubicBezTo>
                  <a:lnTo>
                    <a:pt x="153" y="17"/>
                  </a:ln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4" name="Google Shape;13004;p33"/>
            <p:cNvSpPr/>
            <p:nvPr/>
          </p:nvSpPr>
          <p:spPr>
            <a:xfrm>
              <a:off x="5170675" y="26027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3" y="1"/>
                  </a:moveTo>
                  <a:cubicBezTo>
                    <a:pt x="33" y="17"/>
                    <a:pt x="0" y="87"/>
                    <a:pt x="17" y="153"/>
                  </a:cubicBezTo>
                  <a:cubicBezTo>
                    <a:pt x="17" y="190"/>
                    <a:pt x="33" y="223"/>
                    <a:pt x="66" y="240"/>
                  </a:cubicBezTo>
                  <a:cubicBezTo>
                    <a:pt x="78" y="251"/>
                    <a:pt x="92" y="263"/>
                    <a:pt x="110" y="263"/>
                  </a:cubicBezTo>
                  <a:cubicBezTo>
                    <a:pt x="118" y="263"/>
                    <a:pt x="127" y="261"/>
                    <a:pt x="136" y="256"/>
                  </a:cubicBezTo>
                  <a:cubicBezTo>
                    <a:pt x="169" y="256"/>
                    <a:pt x="186" y="240"/>
                    <a:pt x="206" y="207"/>
                  </a:cubicBezTo>
                  <a:cubicBezTo>
                    <a:pt x="223" y="190"/>
                    <a:pt x="239" y="153"/>
                    <a:pt x="223" y="120"/>
                  </a:cubicBezTo>
                  <a:cubicBezTo>
                    <a:pt x="223" y="87"/>
                    <a:pt x="206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lnTo>
                    <a:pt x="1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13005;p33"/>
            <p:cNvSpPr/>
            <p:nvPr/>
          </p:nvSpPr>
          <p:spPr>
            <a:xfrm>
              <a:off x="5115225" y="24717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70" y="17"/>
                    <a:pt x="54" y="33"/>
                    <a:pt x="33" y="50"/>
                  </a:cubicBezTo>
                  <a:cubicBezTo>
                    <a:pt x="17" y="87"/>
                    <a:pt x="0" y="120"/>
                    <a:pt x="17" y="153"/>
                  </a:cubicBezTo>
                  <a:cubicBezTo>
                    <a:pt x="17" y="190"/>
                    <a:pt x="33" y="223"/>
                    <a:pt x="54" y="239"/>
                  </a:cubicBezTo>
                  <a:cubicBezTo>
                    <a:pt x="65" y="251"/>
                    <a:pt x="85" y="265"/>
                    <a:pt x="107" y="265"/>
                  </a:cubicBezTo>
                  <a:cubicBezTo>
                    <a:pt x="116" y="265"/>
                    <a:pt x="126" y="262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33"/>
            <p:cNvSpPr/>
            <p:nvPr/>
          </p:nvSpPr>
          <p:spPr>
            <a:xfrm>
              <a:off x="5065025" y="26688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3" y="0"/>
                    <a:pt x="0" y="70"/>
                    <a:pt x="0" y="140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83" y="260"/>
                    <a:pt x="103" y="260"/>
                    <a:pt x="136" y="260"/>
                  </a:cubicBezTo>
                  <a:cubicBezTo>
                    <a:pt x="153" y="244"/>
                    <a:pt x="186" y="227"/>
                    <a:pt x="206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6" y="37"/>
                    <a:pt x="169" y="21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33"/>
            <p:cNvSpPr/>
            <p:nvPr/>
          </p:nvSpPr>
          <p:spPr>
            <a:xfrm>
              <a:off x="5165000" y="24945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4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0" y="87"/>
                    <a:pt x="0" y="153"/>
                    <a:pt x="38" y="223"/>
                  </a:cubicBezTo>
                  <a:cubicBezTo>
                    <a:pt x="54" y="240"/>
                    <a:pt x="71" y="256"/>
                    <a:pt x="104" y="256"/>
                  </a:cubicBezTo>
                  <a:cubicBezTo>
                    <a:pt x="114" y="261"/>
                    <a:pt x="124" y="263"/>
                    <a:pt x="132" y="263"/>
                  </a:cubicBezTo>
                  <a:cubicBezTo>
                    <a:pt x="152" y="263"/>
                    <a:pt x="167" y="251"/>
                    <a:pt x="190" y="240"/>
                  </a:cubicBezTo>
                  <a:cubicBezTo>
                    <a:pt x="244" y="190"/>
                    <a:pt x="244" y="104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57" y="17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13008;p33"/>
            <p:cNvSpPr/>
            <p:nvPr/>
          </p:nvSpPr>
          <p:spPr>
            <a:xfrm>
              <a:off x="5166350" y="25267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70" y="1"/>
                    <a:pt x="50" y="38"/>
                    <a:pt x="33" y="54"/>
                  </a:cubicBezTo>
                  <a:cubicBezTo>
                    <a:pt x="17" y="87"/>
                    <a:pt x="0" y="120"/>
                    <a:pt x="17" y="158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0" y="261"/>
                    <a:pt x="103" y="261"/>
                    <a:pt x="136" y="261"/>
                  </a:cubicBezTo>
                  <a:cubicBezTo>
                    <a:pt x="190" y="244"/>
                    <a:pt x="239" y="190"/>
                    <a:pt x="223" y="104"/>
                  </a:cubicBezTo>
                  <a:cubicBezTo>
                    <a:pt x="223" y="71"/>
                    <a:pt x="206" y="54"/>
                    <a:pt x="190" y="17"/>
                  </a:cubicBezTo>
                  <a:lnTo>
                    <a:pt x="153" y="17"/>
                  </a:ln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9" name="Google Shape;13009;p33"/>
            <p:cNvSpPr/>
            <p:nvPr/>
          </p:nvSpPr>
          <p:spPr>
            <a:xfrm>
              <a:off x="5161600" y="25439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4" y="0"/>
                  </a:moveTo>
                  <a:lnTo>
                    <a:pt x="87" y="17"/>
                  </a:lnTo>
                  <a:cubicBezTo>
                    <a:pt x="33" y="33"/>
                    <a:pt x="0" y="103"/>
                    <a:pt x="17" y="153"/>
                  </a:cubicBezTo>
                  <a:cubicBezTo>
                    <a:pt x="17" y="190"/>
                    <a:pt x="33" y="223"/>
                    <a:pt x="54" y="239"/>
                  </a:cubicBezTo>
                  <a:cubicBezTo>
                    <a:pt x="77" y="251"/>
                    <a:pt x="92" y="265"/>
                    <a:pt x="110" y="265"/>
                  </a:cubicBezTo>
                  <a:cubicBezTo>
                    <a:pt x="118" y="265"/>
                    <a:pt x="127" y="262"/>
                    <a:pt x="136" y="256"/>
                  </a:cubicBezTo>
                  <a:cubicBezTo>
                    <a:pt x="207" y="256"/>
                    <a:pt x="240" y="190"/>
                    <a:pt x="223" y="120"/>
                  </a:cubicBezTo>
                  <a:lnTo>
                    <a:pt x="223" y="87"/>
                  </a:lnTo>
                  <a:cubicBezTo>
                    <a:pt x="207" y="50"/>
                    <a:pt x="190" y="17"/>
                    <a:pt x="157" y="17"/>
                  </a:cubicBezTo>
                  <a:cubicBezTo>
                    <a:pt x="136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13010;p33"/>
            <p:cNvSpPr/>
            <p:nvPr/>
          </p:nvSpPr>
          <p:spPr>
            <a:xfrm>
              <a:off x="5158600" y="2511250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34" y="17"/>
                    <a:pt x="1" y="87"/>
                    <a:pt x="1" y="157"/>
                  </a:cubicBezTo>
                  <a:cubicBezTo>
                    <a:pt x="17" y="190"/>
                    <a:pt x="17" y="223"/>
                    <a:pt x="50" y="244"/>
                  </a:cubicBezTo>
                  <a:cubicBezTo>
                    <a:pt x="65" y="255"/>
                    <a:pt x="86" y="267"/>
                    <a:pt x="108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53" y="260"/>
                    <a:pt x="191" y="244"/>
                    <a:pt x="207" y="207"/>
                  </a:cubicBezTo>
                  <a:cubicBezTo>
                    <a:pt x="224" y="190"/>
                    <a:pt x="224" y="157"/>
                    <a:pt x="224" y="120"/>
                  </a:cubicBezTo>
                  <a:cubicBezTo>
                    <a:pt x="224" y="87"/>
                    <a:pt x="207" y="54"/>
                    <a:pt x="174" y="38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13011;p33"/>
            <p:cNvSpPr/>
            <p:nvPr/>
          </p:nvSpPr>
          <p:spPr>
            <a:xfrm>
              <a:off x="5145325" y="25911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17" y="141"/>
                  </a:cubicBezTo>
                  <a:cubicBezTo>
                    <a:pt x="17" y="174"/>
                    <a:pt x="33" y="207"/>
                    <a:pt x="49" y="22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69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13012;p33"/>
            <p:cNvSpPr/>
            <p:nvPr/>
          </p:nvSpPr>
          <p:spPr>
            <a:xfrm>
              <a:off x="5144375" y="2638450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41" y="0"/>
                  </a:moveTo>
                  <a:cubicBezTo>
                    <a:pt x="104" y="0"/>
                    <a:pt x="71" y="0"/>
                    <a:pt x="55" y="33"/>
                  </a:cubicBezTo>
                  <a:cubicBezTo>
                    <a:pt x="1" y="66"/>
                    <a:pt x="1" y="153"/>
                    <a:pt x="38" y="206"/>
                  </a:cubicBezTo>
                  <a:cubicBezTo>
                    <a:pt x="55" y="239"/>
                    <a:pt x="87" y="256"/>
                    <a:pt x="104" y="256"/>
                  </a:cubicBezTo>
                  <a:cubicBezTo>
                    <a:pt x="141" y="256"/>
                    <a:pt x="174" y="256"/>
                    <a:pt x="191" y="223"/>
                  </a:cubicBezTo>
                  <a:cubicBezTo>
                    <a:pt x="207" y="206"/>
                    <a:pt x="228" y="169"/>
                    <a:pt x="228" y="136"/>
                  </a:cubicBezTo>
                  <a:cubicBezTo>
                    <a:pt x="244" y="103"/>
                    <a:pt x="228" y="66"/>
                    <a:pt x="207" y="50"/>
                  </a:cubicBezTo>
                  <a:cubicBezTo>
                    <a:pt x="191" y="33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13013;p33"/>
            <p:cNvSpPr/>
            <p:nvPr/>
          </p:nvSpPr>
          <p:spPr>
            <a:xfrm>
              <a:off x="5143150" y="261092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0" y="0"/>
                  </a:moveTo>
                  <a:cubicBezTo>
                    <a:pt x="87" y="0"/>
                    <a:pt x="71" y="0"/>
                    <a:pt x="33" y="33"/>
                  </a:cubicBezTo>
                  <a:cubicBezTo>
                    <a:pt x="17" y="50"/>
                    <a:pt x="0" y="87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6" y="235"/>
                    <a:pt x="74" y="255"/>
                    <a:pt x="110" y="255"/>
                  </a:cubicBezTo>
                  <a:cubicBezTo>
                    <a:pt x="134" y="255"/>
                    <a:pt x="158" y="245"/>
                    <a:pt x="174" y="223"/>
                  </a:cubicBezTo>
                  <a:cubicBezTo>
                    <a:pt x="223" y="190"/>
                    <a:pt x="240" y="103"/>
                    <a:pt x="190" y="50"/>
                  </a:cubicBezTo>
                  <a:cubicBezTo>
                    <a:pt x="190" y="33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4" name="Google Shape;13014;p33"/>
            <p:cNvSpPr/>
            <p:nvPr/>
          </p:nvSpPr>
          <p:spPr>
            <a:xfrm>
              <a:off x="5167175" y="2573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37" y="21"/>
                    <a:pt x="0" y="87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03" y="260"/>
                    <a:pt x="140" y="260"/>
                  </a:cubicBezTo>
                  <a:cubicBezTo>
                    <a:pt x="190" y="244"/>
                    <a:pt x="243" y="174"/>
                    <a:pt x="223" y="104"/>
                  </a:cubicBezTo>
                  <a:cubicBezTo>
                    <a:pt x="223" y="71"/>
                    <a:pt x="206" y="54"/>
                    <a:pt x="190" y="21"/>
                  </a:cubicBezTo>
                  <a:cubicBezTo>
                    <a:pt x="173" y="21"/>
                    <a:pt x="173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13015;p33"/>
            <p:cNvSpPr/>
            <p:nvPr/>
          </p:nvSpPr>
          <p:spPr>
            <a:xfrm>
              <a:off x="5247975" y="26963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83" y="0"/>
                  </a:moveTo>
                  <a:cubicBezTo>
                    <a:pt x="66" y="0"/>
                    <a:pt x="50" y="17"/>
                    <a:pt x="33" y="33"/>
                  </a:cubicBezTo>
                  <a:cubicBezTo>
                    <a:pt x="0" y="70"/>
                    <a:pt x="0" y="103"/>
                    <a:pt x="0" y="157"/>
                  </a:cubicBezTo>
                  <a:cubicBezTo>
                    <a:pt x="0" y="190"/>
                    <a:pt x="17" y="223"/>
                    <a:pt x="33" y="239"/>
                  </a:cubicBezTo>
                  <a:cubicBezTo>
                    <a:pt x="66" y="260"/>
                    <a:pt x="104" y="260"/>
                    <a:pt x="120" y="260"/>
                  </a:cubicBezTo>
                  <a:cubicBezTo>
                    <a:pt x="186" y="260"/>
                    <a:pt x="223" y="190"/>
                    <a:pt x="223" y="120"/>
                  </a:cubicBezTo>
                  <a:lnTo>
                    <a:pt x="223" y="103"/>
                  </a:lnTo>
                  <a:cubicBezTo>
                    <a:pt x="207" y="70"/>
                    <a:pt x="186" y="33"/>
                    <a:pt x="153" y="17"/>
                  </a:cubicBezTo>
                  <a:cubicBezTo>
                    <a:pt x="136" y="0"/>
                    <a:pt x="104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33"/>
            <p:cNvSpPr/>
            <p:nvPr/>
          </p:nvSpPr>
          <p:spPr>
            <a:xfrm>
              <a:off x="5180050" y="269380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54" y="0"/>
                    <a:pt x="0" y="70"/>
                    <a:pt x="17" y="136"/>
                  </a:cubicBezTo>
                  <a:cubicBezTo>
                    <a:pt x="17" y="173"/>
                    <a:pt x="38" y="206"/>
                    <a:pt x="54" y="223"/>
                  </a:cubicBezTo>
                  <a:cubicBezTo>
                    <a:pt x="87" y="260"/>
                    <a:pt x="120" y="260"/>
                    <a:pt x="141" y="260"/>
                  </a:cubicBezTo>
                  <a:cubicBezTo>
                    <a:pt x="207" y="239"/>
                    <a:pt x="244" y="173"/>
                    <a:pt x="244" y="103"/>
                  </a:cubicBezTo>
                  <a:cubicBezTo>
                    <a:pt x="223" y="70"/>
                    <a:pt x="207" y="33"/>
                    <a:pt x="190" y="1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33"/>
            <p:cNvSpPr/>
            <p:nvPr/>
          </p:nvSpPr>
          <p:spPr>
            <a:xfrm>
              <a:off x="5225600" y="27342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4" y="0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39"/>
                  </a:cubicBezTo>
                  <a:cubicBezTo>
                    <a:pt x="76" y="251"/>
                    <a:pt x="101" y="263"/>
                    <a:pt x="118" y="263"/>
                  </a:cubicBezTo>
                  <a:cubicBezTo>
                    <a:pt x="126" y="263"/>
                    <a:pt x="132" y="261"/>
                    <a:pt x="137" y="256"/>
                  </a:cubicBezTo>
                  <a:cubicBezTo>
                    <a:pt x="207" y="256"/>
                    <a:pt x="240" y="190"/>
                    <a:pt x="240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33"/>
            <p:cNvSpPr/>
            <p:nvPr/>
          </p:nvSpPr>
          <p:spPr>
            <a:xfrm>
              <a:off x="5147475" y="27930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50" y="17"/>
                    <a:pt x="1" y="66"/>
                    <a:pt x="17" y="153"/>
                  </a:cubicBezTo>
                  <a:cubicBezTo>
                    <a:pt x="17" y="186"/>
                    <a:pt x="34" y="207"/>
                    <a:pt x="50" y="223"/>
                  </a:cubicBezTo>
                  <a:cubicBezTo>
                    <a:pt x="83" y="256"/>
                    <a:pt x="104" y="256"/>
                    <a:pt x="137" y="256"/>
                  </a:cubicBezTo>
                  <a:cubicBezTo>
                    <a:pt x="207" y="240"/>
                    <a:pt x="240" y="169"/>
                    <a:pt x="223" y="103"/>
                  </a:cubicBezTo>
                  <a:cubicBezTo>
                    <a:pt x="223" y="66"/>
                    <a:pt x="207" y="33"/>
                    <a:pt x="186" y="17"/>
                  </a:cubicBezTo>
                  <a:cubicBezTo>
                    <a:pt x="17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33"/>
            <p:cNvSpPr/>
            <p:nvPr/>
          </p:nvSpPr>
          <p:spPr>
            <a:xfrm>
              <a:off x="5119950" y="28002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34" y="22"/>
                    <a:pt x="1" y="71"/>
                    <a:pt x="1" y="158"/>
                  </a:cubicBezTo>
                  <a:cubicBezTo>
                    <a:pt x="17" y="191"/>
                    <a:pt x="34" y="207"/>
                    <a:pt x="50" y="228"/>
                  </a:cubicBezTo>
                  <a:cubicBezTo>
                    <a:pt x="71" y="261"/>
                    <a:pt x="104" y="261"/>
                    <a:pt x="137" y="261"/>
                  </a:cubicBezTo>
                  <a:cubicBezTo>
                    <a:pt x="190" y="244"/>
                    <a:pt x="240" y="174"/>
                    <a:pt x="223" y="104"/>
                  </a:cubicBezTo>
                  <a:cubicBezTo>
                    <a:pt x="223" y="71"/>
                    <a:pt x="207" y="38"/>
                    <a:pt x="190" y="22"/>
                  </a:cubicBezTo>
                  <a:cubicBezTo>
                    <a:pt x="174" y="22"/>
                    <a:pt x="174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0" name="Google Shape;13020;p33"/>
            <p:cNvSpPr/>
            <p:nvPr/>
          </p:nvSpPr>
          <p:spPr>
            <a:xfrm>
              <a:off x="5105325" y="2801425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08" y="0"/>
                  </a:moveTo>
                  <a:cubicBezTo>
                    <a:pt x="105" y="0"/>
                    <a:pt x="103" y="2"/>
                    <a:pt x="103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97"/>
                    <a:pt x="37" y="214"/>
                    <a:pt x="54" y="247"/>
                  </a:cubicBezTo>
                  <a:cubicBezTo>
                    <a:pt x="87" y="247"/>
                    <a:pt x="103" y="263"/>
                    <a:pt x="141" y="263"/>
                  </a:cubicBezTo>
                  <a:cubicBezTo>
                    <a:pt x="157" y="247"/>
                    <a:pt x="190" y="230"/>
                    <a:pt x="206" y="214"/>
                  </a:cubicBezTo>
                  <a:cubicBezTo>
                    <a:pt x="223" y="181"/>
                    <a:pt x="223" y="144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7" y="8"/>
                  </a:lnTo>
                  <a:lnTo>
                    <a:pt x="141" y="8"/>
                  </a:lnTo>
                  <a:cubicBezTo>
                    <a:pt x="127" y="8"/>
                    <a:pt x="115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1" name="Google Shape;13021;p33"/>
            <p:cNvSpPr/>
            <p:nvPr/>
          </p:nvSpPr>
          <p:spPr>
            <a:xfrm>
              <a:off x="5258700" y="26349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33" y="17"/>
                    <a:pt x="0" y="87"/>
                    <a:pt x="0" y="158"/>
                  </a:cubicBezTo>
                  <a:cubicBezTo>
                    <a:pt x="0" y="191"/>
                    <a:pt x="17" y="224"/>
                    <a:pt x="50" y="244"/>
                  </a:cubicBezTo>
                  <a:cubicBezTo>
                    <a:pt x="61" y="256"/>
                    <a:pt x="83" y="267"/>
                    <a:pt x="101" y="267"/>
                  </a:cubicBezTo>
                  <a:cubicBezTo>
                    <a:pt x="108" y="267"/>
                    <a:pt x="115" y="265"/>
                    <a:pt x="120" y="261"/>
                  </a:cubicBezTo>
                  <a:cubicBezTo>
                    <a:pt x="190" y="261"/>
                    <a:pt x="223" y="191"/>
                    <a:pt x="223" y="120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13022;p33"/>
            <p:cNvSpPr/>
            <p:nvPr/>
          </p:nvSpPr>
          <p:spPr>
            <a:xfrm>
              <a:off x="5155200" y="256185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27" y="1"/>
                  </a:moveTo>
                  <a:cubicBezTo>
                    <a:pt x="82" y="1"/>
                    <a:pt x="31" y="33"/>
                    <a:pt x="17" y="91"/>
                  </a:cubicBezTo>
                  <a:cubicBezTo>
                    <a:pt x="1" y="157"/>
                    <a:pt x="17" y="227"/>
                    <a:pt x="83" y="244"/>
                  </a:cubicBezTo>
                  <a:cubicBezTo>
                    <a:pt x="98" y="254"/>
                    <a:pt x="114" y="259"/>
                    <a:pt x="129" y="259"/>
                  </a:cubicBezTo>
                  <a:cubicBezTo>
                    <a:pt x="171" y="259"/>
                    <a:pt x="211" y="226"/>
                    <a:pt x="223" y="178"/>
                  </a:cubicBezTo>
                  <a:cubicBezTo>
                    <a:pt x="240" y="108"/>
                    <a:pt x="223" y="38"/>
                    <a:pt x="153" y="5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3" name="Google Shape;13023;p33"/>
            <p:cNvSpPr/>
            <p:nvPr/>
          </p:nvSpPr>
          <p:spPr>
            <a:xfrm>
              <a:off x="5241900" y="268275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30" y="1"/>
                  </a:moveTo>
                  <a:cubicBezTo>
                    <a:pt x="121" y="1"/>
                    <a:pt x="111" y="5"/>
                    <a:pt x="103" y="13"/>
                  </a:cubicBezTo>
                  <a:cubicBezTo>
                    <a:pt x="70" y="13"/>
                    <a:pt x="54" y="30"/>
                    <a:pt x="37" y="63"/>
                  </a:cubicBezTo>
                  <a:cubicBezTo>
                    <a:pt x="17" y="83"/>
                    <a:pt x="0" y="116"/>
                    <a:pt x="0" y="149"/>
                  </a:cubicBezTo>
                  <a:cubicBezTo>
                    <a:pt x="17" y="186"/>
                    <a:pt x="37" y="219"/>
                    <a:pt x="54" y="236"/>
                  </a:cubicBezTo>
                  <a:cubicBezTo>
                    <a:pt x="65" y="248"/>
                    <a:pt x="85" y="259"/>
                    <a:pt x="109" y="259"/>
                  </a:cubicBezTo>
                  <a:cubicBezTo>
                    <a:pt x="119" y="259"/>
                    <a:pt x="129" y="257"/>
                    <a:pt x="140" y="252"/>
                  </a:cubicBezTo>
                  <a:cubicBezTo>
                    <a:pt x="190" y="252"/>
                    <a:pt x="243" y="186"/>
                    <a:pt x="223" y="116"/>
                  </a:cubicBezTo>
                  <a:cubicBezTo>
                    <a:pt x="223" y="83"/>
                    <a:pt x="206" y="46"/>
                    <a:pt x="190" y="30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9" y="5"/>
                    <a:pt x="139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4" name="Google Shape;13024;p33"/>
            <p:cNvSpPr/>
            <p:nvPr/>
          </p:nvSpPr>
          <p:spPr>
            <a:xfrm>
              <a:off x="5074400" y="27595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4" y="0"/>
                  </a:moveTo>
                  <a:cubicBezTo>
                    <a:pt x="38" y="17"/>
                    <a:pt x="0" y="83"/>
                    <a:pt x="17" y="153"/>
                  </a:cubicBezTo>
                  <a:cubicBezTo>
                    <a:pt x="17" y="186"/>
                    <a:pt x="38" y="223"/>
                    <a:pt x="54" y="240"/>
                  </a:cubicBezTo>
                  <a:cubicBezTo>
                    <a:pt x="66" y="251"/>
                    <a:pt x="86" y="263"/>
                    <a:pt x="109" y="263"/>
                  </a:cubicBezTo>
                  <a:cubicBezTo>
                    <a:pt x="119" y="263"/>
                    <a:pt x="130" y="261"/>
                    <a:pt x="141" y="256"/>
                  </a:cubicBezTo>
                  <a:cubicBezTo>
                    <a:pt x="190" y="256"/>
                    <a:pt x="244" y="186"/>
                    <a:pt x="223" y="120"/>
                  </a:cubicBezTo>
                  <a:cubicBezTo>
                    <a:pt x="223" y="83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33"/>
            <p:cNvSpPr/>
            <p:nvPr/>
          </p:nvSpPr>
          <p:spPr>
            <a:xfrm>
              <a:off x="5172325" y="2726475"/>
              <a:ext cx="6500" cy="6575"/>
            </a:xfrm>
            <a:custGeom>
              <a:avLst/>
              <a:gdLst/>
              <a:ahLst/>
              <a:cxnLst/>
              <a:rect l="l" t="t" r="r" b="b"/>
              <a:pathLst>
                <a:path w="260" h="263" extrusionOk="0">
                  <a:moveTo>
                    <a:pt x="140" y="0"/>
                  </a:moveTo>
                  <a:cubicBezTo>
                    <a:pt x="120" y="0"/>
                    <a:pt x="87" y="16"/>
                    <a:pt x="54" y="33"/>
                  </a:cubicBezTo>
                  <a:cubicBezTo>
                    <a:pt x="17" y="87"/>
                    <a:pt x="0" y="153"/>
                    <a:pt x="54" y="223"/>
                  </a:cubicBezTo>
                  <a:cubicBezTo>
                    <a:pt x="70" y="239"/>
                    <a:pt x="87" y="256"/>
                    <a:pt x="120" y="256"/>
                  </a:cubicBezTo>
                  <a:cubicBezTo>
                    <a:pt x="131" y="260"/>
                    <a:pt x="140" y="262"/>
                    <a:pt x="148" y="262"/>
                  </a:cubicBezTo>
                  <a:cubicBezTo>
                    <a:pt x="168" y="262"/>
                    <a:pt x="183" y="251"/>
                    <a:pt x="206" y="239"/>
                  </a:cubicBezTo>
                  <a:cubicBezTo>
                    <a:pt x="243" y="190"/>
                    <a:pt x="260" y="103"/>
                    <a:pt x="223" y="49"/>
                  </a:cubicBezTo>
                  <a:cubicBezTo>
                    <a:pt x="206" y="33"/>
                    <a:pt x="190" y="16"/>
                    <a:pt x="173" y="16"/>
                  </a:cubicBezTo>
                  <a:cubicBezTo>
                    <a:pt x="157" y="16"/>
                    <a:pt x="157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33"/>
            <p:cNvSpPr/>
            <p:nvPr/>
          </p:nvSpPr>
          <p:spPr>
            <a:xfrm>
              <a:off x="5090275" y="2802850"/>
              <a:ext cx="5700" cy="6675"/>
            </a:xfrm>
            <a:custGeom>
              <a:avLst/>
              <a:gdLst/>
              <a:ahLst/>
              <a:cxnLst/>
              <a:rect l="l" t="t" r="r" b="b"/>
              <a:pathLst>
                <a:path w="228" h="267" extrusionOk="0">
                  <a:moveTo>
                    <a:pt x="87" y="0"/>
                  </a:moveTo>
                  <a:cubicBezTo>
                    <a:pt x="70" y="21"/>
                    <a:pt x="37" y="37"/>
                    <a:pt x="21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21" y="227"/>
                    <a:pt x="54" y="243"/>
                  </a:cubicBezTo>
                  <a:cubicBezTo>
                    <a:pt x="66" y="255"/>
                    <a:pt x="86" y="267"/>
                    <a:pt x="104" y="267"/>
                  </a:cubicBezTo>
                  <a:cubicBezTo>
                    <a:pt x="111" y="267"/>
                    <a:pt x="118" y="265"/>
                    <a:pt x="124" y="260"/>
                  </a:cubicBezTo>
                  <a:cubicBezTo>
                    <a:pt x="190" y="260"/>
                    <a:pt x="227" y="190"/>
                    <a:pt x="227" y="124"/>
                  </a:cubicBezTo>
                  <a:cubicBezTo>
                    <a:pt x="227" y="87"/>
                    <a:pt x="207" y="54"/>
                    <a:pt x="174" y="37"/>
                  </a:cubicBezTo>
                  <a:cubicBezTo>
                    <a:pt x="174" y="21"/>
                    <a:pt x="157" y="21"/>
                    <a:pt x="157" y="21"/>
                  </a:cubicBezTo>
                  <a:cubicBezTo>
                    <a:pt x="141" y="0"/>
                    <a:pt x="12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33"/>
            <p:cNvSpPr/>
            <p:nvPr/>
          </p:nvSpPr>
          <p:spPr>
            <a:xfrm>
              <a:off x="5172725" y="267992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18" y="1"/>
                  </a:moveTo>
                  <a:cubicBezTo>
                    <a:pt x="75" y="1"/>
                    <a:pt x="34" y="22"/>
                    <a:pt x="21" y="73"/>
                  </a:cubicBezTo>
                  <a:cubicBezTo>
                    <a:pt x="1" y="143"/>
                    <a:pt x="21" y="229"/>
                    <a:pt x="87" y="246"/>
                  </a:cubicBezTo>
                  <a:cubicBezTo>
                    <a:pt x="102" y="255"/>
                    <a:pt x="117" y="259"/>
                    <a:pt x="132" y="259"/>
                  </a:cubicBezTo>
                  <a:cubicBezTo>
                    <a:pt x="173" y="259"/>
                    <a:pt x="212" y="227"/>
                    <a:pt x="227" y="176"/>
                  </a:cubicBezTo>
                  <a:cubicBezTo>
                    <a:pt x="244" y="110"/>
                    <a:pt x="227" y="40"/>
                    <a:pt x="157" y="7"/>
                  </a:cubicBezTo>
                  <a:cubicBezTo>
                    <a:pt x="145" y="3"/>
                    <a:pt x="131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13028;p33"/>
            <p:cNvSpPr/>
            <p:nvPr/>
          </p:nvSpPr>
          <p:spPr>
            <a:xfrm>
              <a:off x="5240250" y="26068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50" y="8"/>
                    <a:pt x="0" y="78"/>
                    <a:pt x="17" y="148"/>
                  </a:cubicBezTo>
                  <a:cubicBezTo>
                    <a:pt x="17" y="181"/>
                    <a:pt x="33" y="214"/>
                    <a:pt x="50" y="234"/>
                  </a:cubicBezTo>
                  <a:cubicBezTo>
                    <a:pt x="83" y="251"/>
                    <a:pt x="103" y="267"/>
                    <a:pt x="136" y="267"/>
                  </a:cubicBezTo>
                  <a:cubicBezTo>
                    <a:pt x="206" y="251"/>
                    <a:pt x="239" y="181"/>
                    <a:pt x="239" y="111"/>
                  </a:cubicBezTo>
                  <a:cubicBezTo>
                    <a:pt x="223" y="78"/>
                    <a:pt x="206" y="45"/>
                    <a:pt x="186" y="28"/>
                  </a:cubicBezTo>
                  <a:cubicBezTo>
                    <a:pt x="169" y="28"/>
                    <a:pt x="169" y="8"/>
                    <a:pt x="153" y="8"/>
                  </a:cubicBez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13029;p33"/>
            <p:cNvSpPr/>
            <p:nvPr/>
          </p:nvSpPr>
          <p:spPr>
            <a:xfrm>
              <a:off x="5172725" y="27106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54" y="0"/>
                    <a:pt x="1" y="66"/>
                    <a:pt x="21" y="136"/>
                  </a:cubicBezTo>
                  <a:cubicBezTo>
                    <a:pt x="21" y="169"/>
                    <a:pt x="38" y="206"/>
                    <a:pt x="54" y="223"/>
                  </a:cubicBezTo>
                  <a:cubicBezTo>
                    <a:pt x="87" y="256"/>
                    <a:pt x="124" y="256"/>
                    <a:pt x="141" y="256"/>
                  </a:cubicBezTo>
                  <a:cubicBezTo>
                    <a:pt x="207" y="239"/>
                    <a:pt x="244" y="169"/>
                    <a:pt x="244" y="103"/>
                  </a:cubicBezTo>
                  <a:cubicBezTo>
                    <a:pt x="227" y="66"/>
                    <a:pt x="207" y="33"/>
                    <a:pt x="190" y="1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33"/>
            <p:cNvSpPr/>
            <p:nvPr/>
          </p:nvSpPr>
          <p:spPr>
            <a:xfrm>
              <a:off x="5243650" y="26362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0"/>
                  </a:moveTo>
                  <a:cubicBezTo>
                    <a:pt x="50" y="17"/>
                    <a:pt x="0" y="66"/>
                    <a:pt x="17" y="153"/>
                  </a:cubicBezTo>
                  <a:cubicBezTo>
                    <a:pt x="17" y="190"/>
                    <a:pt x="33" y="223"/>
                    <a:pt x="70" y="240"/>
                  </a:cubicBezTo>
                  <a:cubicBezTo>
                    <a:pt x="87" y="256"/>
                    <a:pt x="120" y="256"/>
                    <a:pt x="136" y="256"/>
                  </a:cubicBezTo>
                  <a:cubicBezTo>
                    <a:pt x="173" y="256"/>
                    <a:pt x="190" y="240"/>
                    <a:pt x="206" y="207"/>
                  </a:cubicBezTo>
                  <a:cubicBezTo>
                    <a:pt x="223" y="170"/>
                    <a:pt x="239" y="137"/>
                    <a:pt x="223" y="104"/>
                  </a:cubicBezTo>
                  <a:cubicBezTo>
                    <a:pt x="223" y="66"/>
                    <a:pt x="206" y="50"/>
                    <a:pt x="190" y="17"/>
                  </a:cubicBezTo>
                  <a:cubicBezTo>
                    <a:pt x="173" y="17"/>
                    <a:pt x="17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13031;p33"/>
            <p:cNvSpPr/>
            <p:nvPr/>
          </p:nvSpPr>
          <p:spPr>
            <a:xfrm>
              <a:off x="5168925" y="26495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70" y="0"/>
                    <a:pt x="33" y="17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17" y="206"/>
                    <a:pt x="50" y="223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90" y="239"/>
                    <a:pt x="239" y="173"/>
                    <a:pt x="223" y="103"/>
                  </a:cubicBezTo>
                  <a:cubicBezTo>
                    <a:pt x="223" y="70"/>
                    <a:pt x="206" y="33"/>
                    <a:pt x="173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2" name="Google Shape;13032;p33"/>
            <p:cNvSpPr/>
            <p:nvPr/>
          </p:nvSpPr>
          <p:spPr>
            <a:xfrm>
              <a:off x="5265075" y="2649575"/>
              <a:ext cx="1775" cy="6000"/>
            </a:xfrm>
            <a:custGeom>
              <a:avLst/>
              <a:gdLst/>
              <a:ahLst/>
              <a:cxnLst/>
              <a:rect l="l" t="t" r="r" b="b"/>
              <a:pathLst>
                <a:path w="71" h="240" extrusionOk="0">
                  <a:moveTo>
                    <a:pt x="71" y="0"/>
                  </a:moveTo>
                  <a:cubicBezTo>
                    <a:pt x="17" y="33"/>
                    <a:pt x="1" y="87"/>
                    <a:pt x="1" y="153"/>
                  </a:cubicBezTo>
                  <a:cubicBezTo>
                    <a:pt x="1" y="190"/>
                    <a:pt x="38" y="223"/>
                    <a:pt x="54" y="239"/>
                  </a:cubicBezTo>
                  <a:cubicBezTo>
                    <a:pt x="71" y="173"/>
                    <a:pt x="71" y="87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13033;p33"/>
            <p:cNvSpPr/>
            <p:nvPr/>
          </p:nvSpPr>
          <p:spPr>
            <a:xfrm>
              <a:off x="5201600" y="2550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66" y="1"/>
                    <a:pt x="50" y="22"/>
                    <a:pt x="33" y="55"/>
                  </a:cubicBezTo>
                  <a:cubicBezTo>
                    <a:pt x="17" y="71"/>
                    <a:pt x="0" y="104"/>
                    <a:pt x="17" y="141"/>
                  </a:cubicBezTo>
                  <a:cubicBezTo>
                    <a:pt x="17" y="174"/>
                    <a:pt x="33" y="207"/>
                    <a:pt x="50" y="228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86" y="244"/>
                    <a:pt x="239" y="174"/>
                    <a:pt x="223" y="104"/>
                  </a:cubicBezTo>
                  <a:cubicBezTo>
                    <a:pt x="223" y="71"/>
                    <a:pt x="206" y="38"/>
                    <a:pt x="186" y="22"/>
                  </a:cubicBezTo>
                  <a:cubicBezTo>
                    <a:pt x="169" y="22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33"/>
            <p:cNvSpPr/>
            <p:nvPr/>
          </p:nvSpPr>
          <p:spPr>
            <a:xfrm>
              <a:off x="5187375" y="25515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1" y="0"/>
                  </a:moveTo>
                  <a:cubicBezTo>
                    <a:pt x="64" y="0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0" y="194"/>
                    <a:pt x="33" y="227"/>
                    <a:pt x="70" y="244"/>
                  </a:cubicBezTo>
                  <a:cubicBezTo>
                    <a:pt x="84" y="251"/>
                    <a:pt x="101" y="255"/>
                    <a:pt x="118" y="255"/>
                  </a:cubicBezTo>
                  <a:cubicBezTo>
                    <a:pt x="141" y="255"/>
                    <a:pt x="164" y="247"/>
                    <a:pt x="173" y="227"/>
                  </a:cubicBezTo>
                  <a:cubicBezTo>
                    <a:pt x="190" y="211"/>
                    <a:pt x="206" y="194"/>
                    <a:pt x="206" y="178"/>
                  </a:cubicBezTo>
                  <a:cubicBezTo>
                    <a:pt x="239" y="108"/>
                    <a:pt x="206" y="38"/>
                    <a:pt x="157" y="5"/>
                  </a:cubicBezTo>
                  <a:cubicBezTo>
                    <a:pt x="145" y="2"/>
                    <a:pt x="133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33"/>
            <p:cNvSpPr/>
            <p:nvPr/>
          </p:nvSpPr>
          <p:spPr>
            <a:xfrm>
              <a:off x="5190350" y="253775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16" y="1"/>
                  </a:moveTo>
                  <a:cubicBezTo>
                    <a:pt x="74" y="1"/>
                    <a:pt x="33" y="25"/>
                    <a:pt x="17" y="74"/>
                  </a:cubicBezTo>
                  <a:cubicBezTo>
                    <a:pt x="1" y="144"/>
                    <a:pt x="17" y="231"/>
                    <a:pt x="87" y="247"/>
                  </a:cubicBezTo>
                  <a:cubicBezTo>
                    <a:pt x="87" y="264"/>
                    <a:pt x="104" y="264"/>
                    <a:pt x="120" y="264"/>
                  </a:cubicBezTo>
                  <a:cubicBezTo>
                    <a:pt x="174" y="247"/>
                    <a:pt x="207" y="231"/>
                    <a:pt x="223" y="177"/>
                  </a:cubicBezTo>
                  <a:cubicBezTo>
                    <a:pt x="244" y="128"/>
                    <a:pt x="223" y="74"/>
                    <a:pt x="207" y="41"/>
                  </a:cubicBezTo>
                  <a:cubicBezTo>
                    <a:pt x="190" y="25"/>
                    <a:pt x="174" y="8"/>
                    <a:pt x="157" y="8"/>
                  </a:cubicBezTo>
                  <a:cubicBezTo>
                    <a:pt x="144" y="3"/>
                    <a:pt x="130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13036;p33"/>
            <p:cNvSpPr/>
            <p:nvPr/>
          </p:nvSpPr>
          <p:spPr>
            <a:xfrm>
              <a:off x="5155625" y="26044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66" y="0"/>
                    <a:pt x="50" y="21"/>
                    <a:pt x="33" y="54"/>
                  </a:cubicBezTo>
                  <a:cubicBezTo>
                    <a:pt x="17" y="87"/>
                    <a:pt x="0" y="124"/>
                    <a:pt x="0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4"/>
                    <a:pt x="239" y="190"/>
                    <a:pt x="223" y="104"/>
                  </a:cubicBezTo>
                  <a:cubicBezTo>
                    <a:pt x="223" y="71"/>
                    <a:pt x="206" y="54"/>
                    <a:pt x="190" y="21"/>
                  </a:cubicBezTo>
                  <a:lnTo>
                    <a:pt x="153" y="21"/>
                  </a:ln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13037;p33"/>
            <p:cNvSpPr/>
            <p:nvPr/>
          </p:nvSpPr>
          <p:spPr>
            <a:xfrm>
              <a:off x="5190350" y="2631525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04" y="1"/>
                  </a:moveTo>
                  <a:cubicBezTo>
                    <a:pt x="38" y="17"/>
                    <a:pt x="1" y="87"/>
                    <a:pt x="1" y="153"/>
                  </a:cubicBezTo>
                  <a:cubicBezTo>
                    <a:pt x="17" y="190"/>
                    <a:pt x="38" y="223"/>
                    <a:pt x="54" y="240"/>
                  </a:cubicBezTo>
                  <a:cubicBezTo>
                    <a:pt x="66" y="252"/>
                    <a:pt x="86" y="265"/>
                    <a:pt x="109" y="265"/>
                  </a:cubicBezTo>
                  <a:cubicBezTo>
                    <a:pt x="119" y="265"/>
                    <a:pt x="130" y="263"/>
                    <a:pt x="141" y="256"/>
                  </a:cubicBezTo>
                  <a:cubicBezTo>
                    <a:pt x="157" y="256"/>
                    <a:pt x="190" y="240"/>
                    <a:pt x="207" y="207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33"/>
            <p:cNvSpPr/>
            <p:nvPr/>
          </p:nvSpPr>
          <p:spPr>
            <a:xfrm>
              <a:off x="5188200" y="250527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3" y="0"/>
                  </a:moveTo>
                  <a:cubicBezTo>
                    <a:pt x="70" y="0"/>
                    <a:pt x="54" y="17"/>
                    <a:pt x="37" y="50"/>
                  </a:cubicBezTo>
                  <a:cubicBezTo>
                    <a:pt x="21" y="87"/>
                    <a:pt x="0" y="120"/>
                    <a:pt x="21" y="153"/>
                  </a:cubicBezTo>
                  <a:cubicBezTo>
                    <a:pt x="21" y="190"/>
                    <a:pt x="37" y="206"/>
                    <a:pt x="54" y="239"/>
                  </a:cubicBezTo>
                  <a:cubicBezTo>
                    <a:pt x="87" y="256"/>
                    <a:pt x="103" y="256"/>
                    <a:pt x="140" y="256"/>
                  </a:cubicBezTo>
                  <a:cubicBezTo>
                    <a:pt x="206" y="239"/>
                    <a:pt x="243" y="173"/>
                    <a:pt x="227" y="103"/>
                  </a:cubicBezTo>
                  <a:cubicBezTo>
                    <a:pt x="227" y="70"/>
                    <a:pt x="206" y="50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33"/>
            <p:cNvSpPr/>
            <p:nvPr/>
          </p:nvSpPr>
          <p:spPr>
            <a:xfrm>
              <a:off x="5195925" y="252022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29" y="0"/>
                  </a:moveTo>
                  <a:cubicBezTo>
                    <a:pt x="82" y="0"/>
                    <a:pt x="35" y="33"/>
                    <a:pt x="21" y="91"/>
                  </a:cubicBezTo>
                  <a:cubicBezTo>
                    <a:pt x="0" y="157"/>
                    <a:pt x="21" y="227"/>
                    <a:pt x="87" y="243"/>
                  </a:cubicBezTo>
                  <a:cubicBezTo>
                    <a:pt x="103" y="260"/>
                    <a:pt x="124" y="260"/>
                    <a:pt x="141" y="260"/>
                  </a:cubicBezTo>
                  <a:cubicBezTo>
                    <a:pt x="174" y="260"/>
                    <a:pt x="207" y="227"/>
                    <a:pt x="227" y="173"/>
                  </a:cubicBezTo>
                  <a:cubicBezTo>
                    <a:pt x="244" y="124"/>
                    <a:pt x="227" y="70"/>
                    <a:pt x="207" y="37"/>
                  </a:cubicBezTo>
                  <a:cubicBezTo>
                    <a:pt x="190" y="37"/>
                    <a:pt x="174" y="21"/>
                    <a:pt x="157" y="4"/>
                  </a:cubicBezTo>
                  <a:cubicBezTo>
                    <a:pt x="148" y="1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13040;p33"/>
            <p:cNvSpPr/>
            <p:nvPr/>
          </p:nvSpPr>
          <p:spPr>
            <a:xfrm>
              <a:off x="5205400" y="2580500"/>
              <a:ext cx="6000" cy="6750"/>
            </a:xfrm>
            <a:custGeom>
              <a:avLst/>
              <a:gdLst/>
              <a:ahLst/>
              <a:cxnLst/>
              <a:rect l="l" t="t" r="r" b="b"/>
              <a:pathLst>
                <a:path w="240" h="270" extrusionOk="0">
                  <a:moveTo>
                    <a:pt x="119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54"/>
                    <a:pt x="34" y="236"/>
                    <a:pt x="87" y="257"/>
                  </a:cubicBezTo>
                  <a:cubicBezTo>
                    <a:pt x="100" y="265"/>
                    <a:pt x="115" y="269"/>
                    <a:pt x="130" y="269"/>
                  </a:cubicBezTo>
                  <a:cubicBezTo>
                    <a:pt x="170" y="269"/>
                    <a:pt x="211" y="238"/>
                    <a:pt x="223" y="187"/>
                  </a:cubicBezTo>
                  <a:cubicBezTo>
                    <a:pt x="240" y="116"/>
                    <a:pt x="223" y="30"/>
                    <a:pt x="174" y="13"/>
                  </a:cubicBezTo>
                  <a:cubicBezTo>
                    <a:pt x="155" y="5"/>
                    <a:pt x="137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33"/>
            <p:cNvSpPr/>
            <p:nvPr/>
          </p:nvSpPr>
          <p:spPr>
            <a:xfrm>
              <a:off x="5191700" y="2616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50" y="17"/>
                    <a:pt x="0" y="87"/>
                    <a:pt x="17" y="153"/>
                  </a:cubicBezTo>
                  <a:cubicBezTo>
                    <a:pt x="31" y="213"/>
                    <a:pt x="72" y="260"/>
                    <a:pt x="114" y="260"/>
                  </a:cubicBezTo>
                  <a:cubicBezTo>
                    <a:pt x="122" y="260"/>
                    <a:pt x="129" y="259"/>
                    <a:pt x="136" y="256"/>
                  </a:cubicBezTo>
                  <a:cubicBezTo>
                    <a:pt x="169" y="256"/>
                    <a:pt x="206" y="240"/>
                    <a:pt x="223" y="207"/>
                  </a:cubicBezTo>
                  <a:cubicBezTo>
                    <a:pt x="239" y="190"/>
                    <a:pt x="239" y="153"/>
                    <a:pt x="239" y="120"/>
                  </a:cubicBezTo>
                  <a:cubicBezTo>
                    <a:pt x="223" y="87"/>
                    <a:pt x="223" y="50"/>
                    <a:pt x="190" y="33"/>
                  </a:cubicBezTo>
                  <a:cubicBezTo>
                    <a:pt x="190" y="17"/>
                    <a:pt x="169" y="1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33"/>
            <p:cNvSpPr/>
            <p:nvPr/>
          </p:nvSpPr>
          <p:spPr>
            <a:xfrm>
              <a:off x="5189950" y="2581600"/>
              <a:ext cx="6500" cy="6475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41" y="1"/>
                  </a:moveTo>
                  <a:cubicBezTo>
                    <a:pt x="96" y="1"/>
                    <a:pt x="50" y="33"/>
                    <a:pt x="33" y="72"/>
                  </a:cubicBezTo>
                  <a:cubicBezTo>
                    <a:pt x="0" y="143"/>
                    <a:pt x="33" y="229"/>
                    <a:pt x="87" y="246"/>
                  </a:cubicBezTo>
                  <a:cubicBezTo>
                    <a:pt x="105" y="254"/>
                    <a:pt x="123" y="258"/>
                    <a:pt x="138" y="258"/>
                  </a:cubicBezTo>
                  <a:cubicBezTo>
                    <a:pt x="182" y="258"/>
                    <a:pt x="215" y="227"/>
                    <a:pt x="239" y="175"/>
                  </a:cubicBezTo>
                  <a:cubicBezTo>
                    <a:pt x="260" y="110"/>
                    <a:pt x="223" y="39"/>
                    <a:pt x="173" y="6"/>
                  </a:cubicBezTo>
                  <a:cubicBezTo>
                    <a:pt x="163" y="2"/>
                    <a:pt x="152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33"/>
            <p:cNvSpPr/>
            <p:nvPr/>
          </p:nvSpPr>
          <p:spPr>
            <a:xfrm>
              <a:off x="5206750" y="26594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66" y="0"/>
                    <a:pt x="50" y="17"/>
                    <a:pt x="33" y="50"/>
                  </a:cubicBezTo>
                  <a:cubicBezTo>
                    <a:pt x="17" y="87"/>
                    <a:pt x="0" y="120"/>
                    <a:pt x="0" y="153"/>
                  </a:cubicBezTo>
                  <a:cubicBezTo>
                    <a:pt x="17" y="190"/>
                    <a:pt x="33" y="206"/>
                    <a:pt x="50" y="239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86" y="239"/>
                    <a:pt x="239" y="169"/>
                    <a:pt x="223" y="103"/>
                  </a:cubicBezTo>
                  <a:cubicBezTo>
                    <a:pt x="223" y="66"/>
                    <a:pt x="206" y="33"/>
                    <a:pt x="186" y="17"/>
                  </a:cubicBezTo>
                  <a:cubicBezTo>
                    <a:pt x="169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33"/>
            <p:cNvSpPr/>
            <p:nvPr/>
          </p:nvSpPr>
          <p:spPr>
            <a:xfrm>
              <a:off x="5210150" y="25197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7" y="0"/>
                  </a:moveTo>
                  <a:cubicBezTo>
                    <a:pt x="85" y="0"/>
                    <a:pt x="64" y="14"/>
                    <a:pt x="50" y="25"/>
                  </a:cubicBezTo>
                  <a:cubicBezTo>
                    <a:pt x="33" y="42"/>
                    <a:pt x="17" y="75"/>
                    <a:pt x="17" y="112"/>
                  </a:cubicBezTo>
                  <a:cubicBezTo>
                    <a:pt x="0" y="145"/>
                    <a:pt x="17" y="178"/>
                    <a:pt x="33" y="215"/>
                  </a:cubicBezTo>
                  <a:cubicBezTo>
                    <a:pt x="50" y="231"/>
                    <a:pt x="87" y="248"/>
                    <a:pt x="103" y="264"/>
                  </a:cubicBezTo>
                  <a:cubicBezTo>
                    <a:pt x="136" y="264"/>
                    <a:pt x="173" y="248"/>
                    <a:pt x="190" y="231"/>
                  </a:cubicBezTo>
                  <a:cubicBezTo>
                    <a:pt x="239" y="178"/>
                    <a:pt x="239" y="112"/>
                    <a:pt x="206" y="42"/>
                  </a:cubicBezTo>
                  <a:cubicBezTo>
                    <a:pt x="190" y="25"/>
                    <a:pt x="173" y="9"/>
                    <a:pt x="153" y="9"/>
                  </a:cubicBezTo>
                  <a:lnTo>
                    <a:pt x="136" y="9"/>
                  </a:lnTo>
                  <a:cubicBezTo>
                    <a:pt x="127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33"/>
            <p:cNvSpPr/>
            <p:nvPr/>
          </p:nvSpPr>
          <p:spPr>
            <a:xfrm>
              <a:off x="5207575" y="256370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87" y="1"/>
                  </a:moveTo>
                  <a:cubicBezTo>
                    <a:pt x="70" y="17"/>
                    <a:pt x="50" y="17"/>
                    <a:pt x="33" y="34"/>
                  </a:cubicBezTo>
                  <a:cubicBezTo>
                    <a:pt x="0" y="67"/>
                    <a:pt x="0" y="121"/>
                    <a:pt x="0" y="153"/>
                  </a:cubicBezTo>
                  <a:cubicBezTo>
                    <a:pt x="0" y="186"/>
                    <a:pt x="17" y="224"/>
                    <a:pt x="50" y="240"/>
                  </a:cubicBezTo>
                  <a:cubicBezTo>
                    <a:pt x="64" y="252"/>
                    <a:pt x="85" y="263"/>
                    <a:pt x="102" y="263"/>
                  </a:cubicBezTo>
                  <a:cubicBezTo>
                    <a:pt x="109" y="263"/>
                    <a:pt x="115" y="261"/>
                    <a:pt x="120" y="257"/>
                  </a:cubicBezTo>
                  <a:cubicBezTo>
                    <a:pt x="190" y="257"/>
                    <a:pt x="223" y="186"/>
                    <a:pt x="223" y="121"/>
                  </a:cubicBezTo>
                  <a:cubicBezTo>
                    <a:pt x="206" y="67"/>
                    <a:pt x="190" y="34"/>
                    <a:pt x="153" y="17"/>
                  </a:cubicBezTo>
                  <a:cubicBezTo>
                    <a:pt x="136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33"/>
            <p:cNvSpPr/>
            <p:nvPr/>
          </p:nvSpPr>
          <p:spPr>
            <a:xfrm>
              <a:off x="5203650" y="2507850"/>
              <a:ext cx="2600" cy="2175"/>
            </a:xfrm>
            <a:custGeom>
              <a:avLst/>
              <a:gdLst/>
              <a:ahLst/>
              <a:cxnLst/>
              <a:rect l="l" t="t" r="r" b="b"/>
              <a:pathLst>
                <a:path w="104" h="87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33"/>
                    <a:pt x="38" y="50"/>
                    <a:pt x="54" y="70"/>
                  </a:cubicBezTo>
                  <a:cubicBezTo>
                    <a:pt x="71" y="87"/>
                    <a:pt x="87" y="87"/>
                    <a:pt x="104" y="87"/>
                  </a:cubicBezTo>
                  <a:cubicBezTo>
                    <a:pt x="71" y="70"/>
                    <a:pt x="38" y="3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33"/>
            <p:cNvSpPr/>
            <p:nvPr/>
          </p:nvSpPr>
          <p:spPr>
            <a:xfrm>
              <a:off x="5198075" y="25961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9" y="1"/>
                  </a:moveTo>
                  <a:cubicBezTo>
                    <a:pt x="83" y="1"/>
                    <a:pt x="35" y="33"/>
                    <a:pt x="17" y="91"/>
                  </a:cubicBezTo>
                  <a:cubicBezTo>
                    <a:pt x="1" y="161"/>
                    <a:pt x="17" y="227"/>
                    <a:pt x="88" y="248"/>
                  </a:cubicBezTo>
                  <a:cubicBezTo>
                    <a:pt x="102" y="257"/>
                    <a:pt x="117" y="261"/>
                    <a:pt x="132" y="261"/>
                  </a:cubicBezTo>
                  <a:cubicBezTo>
                    <a:pt x="173" y="261"/>
                    <a:pt x="211" y="229"/>
                    <a:pt x="224" y="178"/>
                  </a:cubicBezTo>
                  <a:cubicBezTo>
                    <a:pt x="244" y="108"/>
                    <a:pt x="224" y="42"/>
                    <a:pt x="158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33"/>
            <p:cNvSpPr/>
            <p:nvPr/>
          </p:nvSpPr>
          <p:spPr>
            <a:xfrm>
              <a:off x="5194675" y="2566700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37" y="1"/>
                  </a:moveTo>
                  <a:cubicBezTo>
                    <a:pt x="104" y="1"/>
                    <a:pt x="71" y="1"/>
                    <a:pt x="50" y="33"/>
                  </a:cubicBezTo>
                  <a:cubicBezTo>
                    <a:pt x="1" y="66"/>
                    <a:pt x="1" y="153"/>
                    <a:pt x="34" y="207"/>
                  </a:cubicBezTo>
                  <a:cubicBezTo>
                    <a:pt x="50" y="240"/>
                    <a:pt x="87" y="256"/>
                    <a:pt x="104" y="256"/>
                  </a:cubicBezTo>
                  <a:cubicBezTo>
                    <a:pt x="137" y="256"/>
                    <a:pt x="174" y="256"/>
                    <a:pt x="191" y="223"/>
                  </a:cubicBezTo>
                  <a:cubicBezTo>
                    <a:pt x="207" y="207"/>
                    <a:pt x="224" y="170"/>
                    <a:pt x="224" y="137"/>
                  </a:cubicBezTo>
                  <a:cubicBezTo>
                    <a:pt x="240" y="104"/>
                    <a:pt x="224" y="66"/>
                    <a:pt x="207" y="50"/>
                  </a:cubicBezTo>
                  <a:cubicBezTo>
                    <a:pt x="191" y="33"/>
                    <a:pt x="174" y="17"/>
                    <a:pt x="153" y="17"/>
                  </a:cubicBezTo>
                  <a:cubicBezTo>
                    <a:pt x="153" y="1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33"/>
            <p:cNvSpPr/>
            <p:nvPr/>
          </p:nvSpPr>
          <p:spPr>
            <a:xfrm>
              <a:off x="5199025" y="2644000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03" y="1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17" y="223"/>
                    <a:pt x="50" y="240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53" y="256"/>
                    <a:pt x="186" y="240"/>
                    <a:pt x="206" y="207"/>
                  </a:cubicBezTo>
                  <a:cubicBezTo>
                    <a:pt x="223" y="170"/>
                    <a:pt x="223" y="137"/>
                    <a:pt x="223" y="104"/>
                  </a:cubicBezTo>
                  <a:cubicBezTo>
                    <a:pt x="223" y="67"/>
                    <a:pt x="206" y="50"/>
                    <a:pt x="169" y="17"/>
                  </a:cubicBezTo>
                  <a:lnTo>
                    <a:pt x="153" y="17"/>
                  </a:ln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33"/>
            <p:cNvSpPr/>
            <p:nvPr/>
          </p:nvSpPr>
          <p:spPr>
            <a:xfrm>
              <a:off x="5202000" y="26765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87" y="1"/>
                    <a:pt x="87" y="1"/>
                    <a:pt x="67" y="21"/>
                  </a:cubicBezTo>
                  <a:cubicBezTo>
                    <a:pt x="34" y="38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0" y="244"/>
                    <a:pt x="240" y="190"/>
                    <a:pt x="223" y="104"/>
                  </a:cubicBezTo>
                  <a:lnTo>
                    <a:pt x="223" y="71"/>
                  </a:lnTo>
                  <a:cubicBezTo>
                    <a:pt x="207" y="54"/>
                    <a:pt x="190" y="21"/>
                    <a:pt x="153" y="21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33"/>
            <p:cNvSpPr/>
            <p:nvPr/>
          </p:nvSpPr>
          <p:spPr>
            <a:xfrm>
              <a:off x="5183975" y="25241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50" y="17"/>
                    <a:pt x="0" y="71"/>
                    <a:pt x="17" y="157"/>
                  </a:cubicBezTo>
                  <a:cubicBezTo>
                    <a:pt x="17" y="190"/>
                    <a:pt x="33" y="207"/>
                    <a:pt x="50" y="223"/>
                  </a:cubicBezTo>
                  <a:cubicBezTo>
                    <a:pt x="87" y="261"/>
                    <a:pt x="103" y="261"/>
                    <a:pt x="136" y="261"/>
                  </a:cubicBezTo>
                  <a:cubicBezTo>
                    <a:pt x="169" y="261"/>
                    <a:pt x="190" y="223"/>
                    <a:pt x="206" y="207"/>
                  </a:cubicBezTo>
                  <a:cubicBezTo>
                    <a:pt x="223" y="174"/>
                    <a:pt x="239" y="141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33"/>
            <p:cNvSpPr/>
            <p:nvPr/>
          </p:nvSpPr>
          <p:spPr>
            <a:xfrm>
              <a:off x="5157275" y="2680800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39" y="1"/>
                  </a:moveTo>
                  <a:cubicBezTo>
                    <a:pt x="87" y="1"/>
                    <a:pt x="48" y="33"/>
                    <a:pt x="21" y="91"/>
                  </a:cubicBezTo>
                  <a:cubicBezTo>
                    <a:pt x="0" y="141"/>
                    <a:pt x="37" y="227"/>
                    <a:pt x="87" y="244"/>
                  </a:cubicBezTo>
                  <a:cubicBezTo>
                    <a:pt x="101" y="254"/>
                    <a:pt x="117" y="259"/>
                    <a:pt x="132" y="259"/>
                  </a:cubicBezTo>
                  <a:cubicBezTo>
                    <a:pt x="173" y="259"/>
                    <a:pt x="212" y="226"/>
                    <a:pt x="227" y="178"/>
                  </a:cubicBezTo>
                  <a:cubicBezTo>
                    <a:pt x="260" y="108"/>
                    <a:pt x="227" y="38"/>
                    <a:pt x="173" y="5"/>
                  </a:cubicBezTo>
                  <a:cubicBezTo>
                    <a:pt x="162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33"/>
            <p:cNvSpPr/>
            <p:nvPr/>
          </p:nvSpPr>
          <p:spPr>
            <a:xfrm>
              <a:off x="5146950" y="2574925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14" y="1"/>
                  </a:moveTo>
                  <a:cubicBezTo>
                    <a:pt x="73" y="1"/>
                    <a:pt x="34" y="32"/>
                    <a:pt x="22" y="84"/>
                  </a:cubicBezTo>
                  <a:cubicBezTo>
                    <a:pt x="1" y="150"/>
                    <a:pt x="22" y="236"/>
                    <a:pt x="88" y="253"/>
                  </a:cubicBezTo>
                  <a:cubicBezTo>
                    <a:pt x="102" y="263"/>
                    <a:pt x="118" y="268"/>
                    <a:pt x="133" y="268"/>
                  </a:cubicBezTo>
                  <a:cubicBezTo>
                    <a:pt x="174" y="268"/>
                    <a:pt x="213" y="235"/>
                    <a:pt x="228" y="187"/>
                  </a:cubicBezTo>
                  <a:cubicBezTo>
                    <a:pt x="244" y="117"/>
                    <a:pt x="207" y="30"/>
                    <a:pt x="158" y="14"/>
                  </a:cubicBezTo>
                  <a:cubicBezTo>
                    <a:pt x="143" y="5"/>
                    <a:pt x="128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33"/>
            <p:cNvSpPr/>
            <p:nvPr/>
          </p:nvSpPr>
          <p:spPr>
            <a:xfrm>
              <a:off x="5151300" y="2623400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33" y="206"/>
                    <a:pt x="54" y="239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57" y="256"/>
                    <a:pt x="190" y="239"/>
                    <a:pt x="206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6" y="50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33"/>
            <p:cNvSpPr/>
            <p:nvPr/>
          </p:nvSpPr>
          <p:spPr>
            <a:xfrm>
              <a:off x="5154700" y="2650700"/>
              <a:ext cx="5675" cy="6775"/>
            </a:xfrm>
            <a:custGeom>
              <a:avLst/>
              <a:gdLst/>
              <a:ahLst/>
              <a:cxnLst/>
              <a:rect l="l" t="t" r="r" b="b"/>
              <a:pathLst>
                <a:path w="227" h="271" extrusionOk="0">
                  <a:moveTo>
                    <a:pt x="114" y="1"/>
                  </a:moveTo>
                  <a:cubicBezTo>
                    <a:pt x="67" y="1"/>
                    <a:pt x="18" y="36"/>
                    <a:pt x="0" y="91"/>
                  </a:cubicBezTo>
                  <a:lnTo>
                    <a:pt x="0" y="145"/>
                  </a:lnTo>
                  <a:cubicBezTo>
                    <a:pt x="0" y="194"/>
                    <a:pt x="21" y="232"/>
                    <a:pt x="70" y="265"/>
                  </a:cubicBezTo>
                  <a:cubicBezTo>
                    <a:pt x="79" y="269"/>
                    <a:pt x="89" y="271"/>
                    <a:pt x="100" y="271"/>
                  </a:cubicBezTo>
                  <a:cubicBezTo>
                    <a:pt x="129" y="271"/>
                    <a:pt x="161" y="256"/>
                    <a:pt x="173" y="232"/>
                  </a:cubicBezTo>
                  <a:cubicBezTo>
                    <a:pt x="190" y="211"/>
                    <a:pt x="206" y="194"/>
                    <a:pt x="206" y="178"/>
                  </a:cubicBezTo>
                  <a:cubicBezTo>
                    <a:pt x="227" y="108"/>
                    <a:pt x="206" y="42"/>
                    <a:pt x="140" y="5"/>
                  </a:cubicBezTo>
                  <a:cubicBezTo>
                    <a:pt x="132" y="2"/>
                    <a:pt x="123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33"/>
            <p:cNvSpPr/>
            <p:nvPr/>
          </p:nvSpPr>
          <p:spPr>
            <a:xfrm>
              <a:off x="5146150" y="2544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0" y="71"/>
                    <a:pt x="0" y="158"/>
                    <a:pt x="33" y="207"/>
                  </a:cubicBezTo>
                  <a:cubicBezTo>
                    <a:pt x="54" y="240"/>
                    <a:pt x="87" y="261"/>
                    <a:pt x="103" y="261"/>
                  </a:cubicBezTo>
                  <a:cubicBezTo>
                    <a:pt x="136" y="261"/>
                    <a:pt x="173" y="261"/>
                    <a:pt x="190" y="240"/>
                  </a:cubicBezTo>
                  <a:cubicBezTo>
                    <a:pt x="239" y="191"/>
                    <a:pt x="239" y="104"/>
                    <a:pt x="206" y="54"/>
                  </a:cubicBezTo>
                  <a:cubicBezTo>
                    <a:pt x="190" y="34"/>
                    <a:pt x="190" y="17"/>
                    <a:pt x="173" y="17"/>
                  </a:cubicBezTo>
                  <a:cubicBezTo>
                    <a:pt x="157" y="1"/>
                    <a:pt x="13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33"/>
            <p:cNvSpPr/>
            <p:nvPr/>
          </p:nvSpPr>
          <p:spPr>
            <a:xfrm>
              <a:off x="5151300" y="252857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8" y="0"/>
                  </a:moveTo>
                  <a:cubicBezTo>
                    <a:pt x="120" y="0"/>
                    <a:pt x="111" y="4"/>
                    <a:pt x="103" y="12"/>
                  </a:cubicBezTo>
                  <a:cubicBezTo>
                    <a:pt x="54" y="12"/>
                    <a:pt x="0" y="83"/>
                    <a:pt x="17" y="148"/>
                  </a:cubicBezTo>
                  <a:cubicBezTo>
                    <a:pt x="17" y="186"/>
                    <a:pt x="33" y="219"/>
                    <a:pt x="54" y="235"/>
                  </a:cubicBezTo>
                  <a:cubicBezTo>
                    <a:pt x="87" y="252"/>
                    <a:pt x="103" y="272"/>
                    <a:pt x="136" y="272"/>
                  </a:cubicBezTo>
                  <a:cubicBezTo>
                    <a:pt x="206" y="252"/>
                    <a:pt x="239" y="186"/>
                    <a:pt x="223" y="115"/>
                  </a:cubicBezTo>
                  <a:cubicBezTo>
                    <a:pt x="223" y="83"/>
                    <a:pt x="206" y="45"/>
                    <a:pt x="190" y="29"/>
                  </a:cubicBezTo>
                  <a:cubicBezTo>
                    <a:pt x="173" y="29"/>
                    <a:pt x="173" y="12"/>
                    <a:pt x="157" y="12"/>
                  </a:cubicBezTo>
                  <a:cubicBezTo>
                    <a:pt x="147" y="4"/>
                    <a:pt x="137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33"/>
            <p:cNvSpPr/>
            <p:nvPr/>
          </p:nvSpPr>
          <p:spPr>
            <a:xfrm>
              <a:off x="5151300" y="24836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32" y="1"/>
                  </a:moveTo>
                  <a:cubicBezTo>
                    <a:pt x="124" y="1"/>
                    <a:pt x="114" y="3"/>
                    <a:pt x="103" y="10"/>
                  </a:cubicBezTo>
                  <a:cubicBezTo>
                    <a:pt x="54" y="10"/>
                    <a:pt x="0" y="76"/>
                    <a:pt x="17" y="146"/>
                  </a:cubicBezTo>
                  <a:cubicBezTo>
                    <a:pt x="33" y="216"/>
                    <a:pt x="87" y="265"/>
                    <a:pt x="136" y="265"/>
                  </a:cubicBezTo>
                  <a:cubicBezTo>
                    <a:pt x="173" y="249"/>
                    <a:pt x="206" y="232"/>
                    <a:pt x="223" y="216"/>
                  </a:cubicBezTo>
                  <a:cubicBezTo>
                    <a:pt x="239" y="179"/>
                    <a:pt x="239" y="146"/>
                    <a:pt x="239" y="113"/>
                  </a:cubicBezTo>
                  <a:cubicBezTo>
                    <a:pt x="223" y="76"/>
                    <a:pt x="223" y="43"/>
                    <a:pt x="190" y="26"/>
                  </a:cubicBezTo>
                  <a:lnTo>
                    <a:pt x="173" y="10"/>
                  </a:lnTo>
                  <a:cubicBezTo>
                    <a:pt x="162" y="10"/>
                    <a:pt x="149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33"/>
            <p:cNvSpPr/>
            <p:nvPr/>
          </p:nvSpPr>
          <p:spPr>
            <a:xfrm>
              <a:off x="5150050" y="2499050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20" y="1"/>
                  </a:moveTo>
                  <a:cubicBezTo>
                    <a:pt x="115" y="1"/>
                    <a:pt x="109" y="3"/>
                    <a:pt x="104" y="10"/>
                  </a:cubicBezTo>
                  <a:cubicBezTo>
                    <a:pt x="34" y="10"/>
                    <a:pt x="1" y="76"/>
                    <a:pt x="1" y="146"/>
                  </a:cubicBezTo>
                  <a:cubicBezTo>
                    <a:pt x="17" y="179"/>
                    <a:pt x="34" y="216"/>
                    <a:pt x="50" y="233"/>
                  </a:cubicBezTo>
                  <a:cubicBezTo>
                    <a:pt x="67" y="249"/>
                    <a:pt x="104" y="266"/>
                    <a:pt x="137" y="266"/>
                  </a:cubicBezTo>
                  <a:cubicBezTo>
                    <a:pt x="170" y="249"/>
                    <a:pt x="186" y="233"/>
                    <a:pt x="207" y="216"/>
                  </a:cubicBezTo>
                  <a:cubicBezTo>
                    <a:pt x="223" y="179"/>
                    <a:pt x="223" y="146"/>
                    <a:pt x="223" y="113"/>
                  </a:cubicBezTo>
                  <a:cubicBezTo>
                    <a:pt x="223" y="76"/>
                    <a:pt x="207" y="43"/>
                    <a:pt x="186" y="27"/>
                  </a:cubicBezTo>
                  <a:cubicBezTo>
                    <a:pt x="170" y="27"/>
                    <a:pt x="170" y="10"/>
                    <a:pt x="153" y="10"/>
                  </a:cubicBezTo>
                  <a:cubicBezTo>
                    <a:pt x="142" y="10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33"/>
            <p:cNvSpPr/>
            <p:nvPr/>
          </p:nvSpPr>
          <p:spPr>
            <a:xfrm>
              <a:off x="5206750" y="25346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1" y="0"/>
                  </a:moveTo>
                  <a:cubicBezTo>
                    <a:pt x="123" y="0"/>
                    <a:pt x="114" y="2"/>
                    <a:pt x="103" y="8"/>
                  </a:cubicBezTo>
                  <a:cubicBezTo>
                    <a:pt x="50" y="8"/>
                    <a:pt x="0" y="78"/>
                    <a:pt x="17" y="148"/>
                  </a:cubicBezTo>
                  <a:cubicBezTo>
                    <a:pt x="17" y="181"/>
                    <a:pt x="33" y="214"/>
                    <a:pt x="66" y="234"/>
                  </a:cubicBezTo>
                  <a:cubicBezTo>
                    <a:pt x="83" y="251"/>
                    <a:pt x="120" y="267"/>
                    <a:pt x="136" y="267"/>
                  </a:cubicBezTo>
                  <a:cubicBezTo>
                    <a:pt x="206" y="251"/>
                    <a:pt x="239" y="181"/>
                    <a:pt x="239" y="111"/>
                  </a:cubicBezTo>
                  <a:cubicBezTo>
                    <a:pt x="223" y="61"/>
                    <a:pt x="206" y="28"/>
                    <a:pt x="169" y="8"/>
                  </a:cubicBezTo>
                  <a:cubicBezTo>
                    <a:pt x="158" y="8"/>
                    <a:pt x="147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33"/>
            <p:cNvSpPr/>
            <p:nvPr/>
          </p:nvSpPr>
          <p:spPr>
            <a:xfrm>
              <a:off x="5177050" y="25391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4" y="240"/>
                    <a:pt x="87" y="260"/>
                    <a:pt x="104" y="260"/>
                  </a:cubicBezTo>
                  <a:cubicBezTo>
                    <a:pt x="137" y="260"/>
                    <a:pt x="174" y="260"/>
                    <a:pt x="191" y="223"/>
                  </a:cubicBezTo>
                  <a:cubicBezTo>
                    <a:pt x="224" y="207"/>
                    <a:pt x="224" y="174"/>
                    <a:pt x="240" y="137"/>
                  </a:cubicBezTo>
                  <a:cubicBezTo>
                    <a:pt x="240" y="104"/>
                    <a:pt x="224" y="71"/>
                    <a:pt x="207" y="54"/>
                  </a:cubicBezTo>
                  <a:cubicBezTo>
                    <a:pt x="191" y="34"/>
                    <a:pt x="191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33"/>
            <p:cNvSpPr/>
            <p:nvPr/>
          </p:nvSpPr>
          <p:spPr>
            <a:xfrm>
              <a:off x="5216125" y="254732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41" y="0"/>
                  </a:moveTo>
                  <a:cubicBezTo>
                    <a:pt x="120" y="0"/>
                    <a:pt x="87" y="17"/>
                    <a:pt x="71" y="38"/>
                  </a:cubicBezTo>
                  <a:cubicBezTo>
                    <a:pt x="17" y="87"/>
                    <a:pt x="0" y="157"/>
                    <a:pt x="54" y="223"/>
                  </a:cubicBezTo>
                  <a:cubicBezTo>
                    <a:pt x="71" y="244"/>
                    <a:pt x="87" y="260"/>
                    <a:pt x="120" y="260"/>
                  </a:cubicBezTo>
                  <a:cubicBezTo>
                    <a:pt x="131" y="265"/>
                    <a:pt x="140" y="267"/>
                    <a:pt x="148" y="267"/>
                  </a:cubicBezTo>
                  <a:cubicBezTo>
                    <a:pt x="168" y="267"/>
                    <a:pt x="183" y="255"/>
                    <a:pt x="207" y="244"/>
                  </a:cubicBezTo>
                  <a:cubicBezTo>
                    <a:pt x="223" y="223"/>
                    <a:pt x="244" y="190"/>
                    <a:pt x="244" y="157"/>
                  </a:cubicBezTo>
                  <a:cubicBezTo>
                    <a:pt x="244" y="120"/>
                    <a:pt x="244" y="87"/>
                    <a:pt x="223" y="54"/>
                  </a:cubicBezTo>
                  <a:cubicBezTo>
                    <a:pt x="207" y="38"/>
                    <a:pt x="190" y="17"/>
                    <a:pt x="174" y="17"/>
                  </a:cubicBezTo>
                  <a:cubicBezTo>
                    <a:pt x="157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33"/>
            <p:cNvSpPr/>
            <p:nvPr/>
          </p:nvSpPr>
          <p:spPr>
            <a:xfrm>
              <a:off x="5205000" y="262720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36" y="1"/>
                  </a:moveTo>
                  <a:cubicBezTo>
                    <a:pt x="120" y="1"/>
                    <a:pt x="87" y="17"/>
                    <a:pt x="70" y="38"/>
                  </a:cubicBezTo>
                  <a:cubicBezTo>
                    <a:pt x="17" y="71"/>
                    <a:pt x="0" y="157"/>
                    <a:pt x="50" y="207"/>
                  </a:cubicBezTo>
                  <a:cubicBezTo>
                    <a:pt x="70" y="244"/>
                    <a:pt x="87" y="260"/>
                    <a:pt x="120" y="260"/>
                  </a:cubicBezTo>
                  <a:cubicBezTo>
                    <a:pt x="153" y="260"/>
                    <a:pt x="173" y="260"/>
                    <a:pt x="206" y="244"/>
                  </a:cubicBezTo>
                  <a:cubicBezTo>
                    <a:pt x="256" y="190"/>
                    <a:pt x="256" y="104"/>
                    <a:pt x="223" y="54"/>
                  </a:cubicBezTo>
                  <a:cubicBezTo>
                    <a:pt x="206" y="38"/>
                    <a:pt x="190" y="17"/>
                    <a:pt x="173" y="17"/>
                  </a:cubicBezTo>
                  <a:cubicBezTo>
                    <a:pt x="173" y="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33"/>
            <p:cNvSpPr/>
            <p:nvPr/>
          </p:nvSpPr>
          <p:spPr>
            <a:xfrm>
              <a:off x="5205825" y="261115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16" y="0"/>
                  </a:moveTo>
                  <a:cubicBezTo>
                    <a:pt x="107" y="0"/>
                    <a:pt x="98" y="2"/>
                    <a:pt x="87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81"/>
                    <a:pt x="17" y="214"/>
                    <a:pt x="54" y="230"/>
                  </a:cubicBezTo>
                  <a:cubicBezTo>
                    <a:pt x="70" y="247"/>
                    <a:pt x="103" y="267"/>
                    <a:pt x="120" y="267"/>
                  </a:cubicBezTo>
                  <a:cubicBezTo>
                    <a:pt x="190" y="247"/>
                    <a:pt x="223" y="181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7" y="8"/>
                  </a:lnTo>
                  <a:cubicBezTo>
                    <a:pt x="146" y="8"/>
                    <a:pt x="13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33"/>
            <p:cNvSpPr/>
            <p:nvPr/>
          </p:nvSpPr>
          <p:spPr>
            <a:xfrm>
              <a:off x="5159850" y="2587325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41" y="0"/>
                  </a:moveTo>
                  <a:cubicBezTo>
                    <a:pt x="103" y="0"/>
                    <a:pt x="87" y="17"/>
                    <a:pt x="54" y="33"/>
                  </a:cubicBezTo>
                  <a:cubicBezTo>
                    <a:pt x="21" y="66"/>
                    <a:pt x="0" y="153"/>
                    <a:pt x="37" y="206"/>
                  </a:cubicBezTo>
                  <a:cubicBezTo>
                    <a:pt x="66" y="245"/>
                    <a:pt x="102" y="261"/>
                    <a:pt x="134" y="261"/>
                  </a:cubicBezTo>
                  <a:cubicBezTo>
                    <a:pt x="156" y="261"/>
                    <a:pt x="176" y="253"/>
                    <a:pt x="190" y="239"/>
                  </a:cubicBezTo>
                  <a:cubicBezTo>
                    <a:pt x="244" y="190"/>
                    <a:pt x="260" y="103"/>
                    <a:pt x="206" y="50"/>
                  </a:cubicBezTo>
                  <a:cubicBezTo>
                    <a:pt x="206" y="33"/>
                    <a:pt x="190" y="17"/>
                    <a:pt x="174" y="17"/>
                  </a:cubicBezTo>
                  <a:cubicBezTo>
                    <a:pt x="157" y="0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33"/>
            <p:cNvSpPr/>
            <p:nvPr/>
          </p:nvSpPr>
          <p:spPr>
            <a:xfrm>
              <a:off x="5157275" y="2637000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7" y="0"/>
                  </a:moveTo>
                  <a:cubicBezTo>
                    <a:pt x="102" y="0"/>
                    <a:pt x="51" y="33"/>
                    <a:pt x="37" y="91"/>
                  </a:cubicBezTo>
                  <a:cubicBezTo>
                    <a:pt x="0" y="141"/>
                    <a:pt x="37" y="227"/>
                    <a:pt x="87" y="244"/>
                  </a:cubicBezTo>
                  <a:cubicBezTo>
                    <a:pt x="103" y="264"/>
                    <a:pt x="124" y="264"/>
                    <a:pt x="140" y="264"/>
                  </a:cubicBezTo>
                  <a:cubicBezTo>
                    <a:pt x="190" y="264"/>
                    <a:pt x="227" y="227"/>
                    <a:pt x="244" y="178"/>
                  </a:cubicBezTo>
                  <a:cubicBezTo>
                    <a:pt x="260" y="124"/>
                    <a:pt x="244" y="75"/>
                    <a:pt x="206" y="37"/>
                  </a:cubicBezTo>
                  <a:cubicBezTo>
                    <a:pt x="206" y="21"/>
                    <a:pt x="190" y="21"/>
                    <a:pt x="173" y="4"/>
                  </a:cubicBezTo>
                  <a:cubicBezTo>
                    <a:pt x="165" y="2"/>
                    <a:pt x="1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33"/>
            <p:cNvSpPr/>
            <p:nvPr/>
          </p:nvSpPr>
          <p:spPr>
            <a:xfrm>
              <a:off x="5163350" y="26193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1" y="161"/>
                    <a:pt x="17" y="227"/>
                    <a:pt x="87" y="264"/>
                  </a:cubicBezTo>
                  <a:lnTo>
                    <a:pt x="137" y="264"/>
                  </a:lnTo>
                  <a:cubicBezTo>
                    <a:pt x="170" y="264"/>
                    <a:pt x="207" y="227"/>
                    <a:pt x="223" y="178"/>
                  </a:cubicBezTo>
                  <a:cubicBezTo>
                    <a:pt x="240" y="145"/>
                    <a:pt x="223" y="91"/>
                    <a:pt x="207" y="58"/>
                  </a:cubicBezTo>
                  <a:lnTo>
                    <a:pt x="153" y="4"/>
                  </a:ln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33"/>
            <p:cNvSpPr/>
            <p:nvPr/>
          </p:nvSpPr>
          <p:spPr>
            <a:xfrm>
              <a:off x="5175825" y="2511650"/>
              <a:ext cx="6000" cy="6450"/>
            </a:xfrm>
            <a:custGeom>
              <a:avLst/>
              <a:gdLst/>
              <a:ahLst/>
              <a:cxnLst/>
              <a:rect l="l" t="t" r="r" b="b"/>
              <a:pathLst>
                <a:path w="240" h="258" extrusionOk="0">
                  <a:moveTo>
                    <a:pt x="120" y="1"/>
                  </a:moveTo>
                  <a:cubicBezTo>
                    <a:pt x="83" y="1"/>
                    <a:pt x="66" y="1"/>
                    <a:pt x="33" y="22"/>
                  </a:cubicBezTo>
                  <a:cubicBezTo>
                    <a:pt x="17" y="54"/>
                    <a:pt x="0" y="71"/>
                    <a:pt x="0" y="104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46" y="239"/>
                    <a:pt x="82" y="257"/>
                    <a:pt x="117" y="257"/>
                  </a:cubicBezTo>
                  <a:cubicBezTo>
                    <a:pt x="142" y="257"/>
                    <a:pt x="166" y="248"/>
                    <a:pt x="186" y="228"/>
                  </a:cubicBezTo>
                  <a:cubicBezTo>
                    <a:pt x="223" y="191"/>
                    <a:pt x="240" y="104"/>
                    <a:pt x="207" y="54"/>
                  </a:cubicBezTo>
                  <a:cubicBezTo>
                    <a:pt x="186" y="22"/>
                    <a:pt x="169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33"/>
            <p:cNvSpPr/>
            <p:nvPr/>
          </p:nvSpPr>
          <p:spPr>
            <a:xfrm>
              <a:off x="5128925" y="276512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41" y="0"/>
                  </a:moveTo>
                  <a:cubicBezTo>
                    <a:pt x="124" y="0"/>
                    <a:pt x="87" y="17"/>
                    <a:pt x="71" y="33"/>
                  </a:cubicBezTo>
                  <a:cubicBezTo>
                    <a:pt x="21" y="87"/>
                    <a:pt x="0" y="153"/>
                    <a:pt x="54" y="223"/>
                  </a:cubicBezTo>
                  <a:cubicBezTo>
                    <a:pt x="71" y="239"/>
                    <a:pt x="87" y="256"/>
                    <a:pt x="124" y="256"/>
                  </a:cubicBezTo>
                  <a:cubicBezTo>
                    <a:pt x="134" y="261"/>
                    <a:pt x="142" y="263"/>
                    <a:pt x="150" y="263"/>
                  </a:cubicBezTo>
                  <a:cubicBezTo>
                    <a:pt x="168" y="263"/>
                    <a:pt x="183" y="251"/>
                    <a:pt x="207" y="239"/>
                  </a:cubicBezTo>
                  <a:cubicBezTo>
                    <a:pt x="227" y="206"/>
                    <a:pt x="244" y="190"/>
                    <a:pt x="244" y="153"/>
                  </a:cubicBezTo>
                  <a:cubicBezTo>
                    <a:pt x="244" y="120"/>
                    <a:pt x="244" y="87"/>
                    <a:pt x="227" y="50"/>
                  </a:cubicBezTo>
                  <a:cubicBezTo>
                    <a:pt x="207" y="33"/>
                    <a:pt x="190" y="17"/>
                    <a:pt x="174" y="17"/>
                  </a:cubicBezTo>
                  <a:cubicBezTo>
                    <a:pt x="157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33"/>
            <p:cNvSpPr/>
            <p:nvPr/>
          </p:nvSpPr>
          <p:spPr>
            <a:xfrm>
              <a:off x="5262925" y="2614725"/>
              <a:ext cx="3525" cy="6525"/>
            </a:xfrm>
            <a:custGeom>
              <a:avLst/>
              <a:gdLst/>
              <a:ahLst/>
              <a:cxnLst/>
              <a:rect l="l" t="t" r="r" b="b"/>
              <a:pathLst>
                <a:path w="141" h="261" extrusionOk="0">
                  <a:moveTo>
                    <a:pt x="103" y="1"/>
                  </a:moveTo>
                  <a:cubicBezTo>
                    <a:pt x="70" y="21"/>
                    <a:pt x="54" y="54"/>
                    <a:pt x="37" y="87"/>
                  </a:cubicBezTo>
                  <a:cubicBezTo>
                    <a:pt x="0" y="157"/>
                    <a:pt x="37" y="228"/>
                    <a:pt x="87" y="261"/>
                  </a:cubicBezTo>
                  <a:lnTo>
                    <a:pt x="140" y="261"/>
                  </a:lnTo>
                  <a:cubicBezTo>
                    <a:pt x="140" y="174"/>
                    <a:pt x="124" y="87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33"/>
            <p:cNvSpPr/>
            <p:nvPr/>
          </p:nvSpPr>
          <p:spPr>
            <a:xfrm>
              <a:off x="5114400" y="27675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5" y="0"/>
                  </a:moveTo>
                  <a:cubicBezTo>
                    <a:pt x="79" y="0"/>
                    <a:pt x="42" y="22"/>
                    <a:pt x="17" y="72"/>
                  </a:cubicBezTo>
                  <a:cubicBezTo>
                    <a:pt x="0" y="142"/>
                    <a:pt x="33" y="229"/>
                    <a:pt x="87" y="245"/>
                  </a:cubicBezTo>
                  <a:cubicBezTo>
                    <a:pt x="103" y="262"/>
                    <a:pt x="120" y="262"/>
                    <a:pt x="136" y="262"/>
                  </a:cubicBezTo>
                  <a:cubicBezTo>
                    <a:pt x="169" y="245"/>
                    <a:pt x="206" y="229"/>
                    <a:pt x="223" y="175"/>
                  </a:cubicBezTo>
                  <a:cubicBezTo>
                    <a:pt x="239" y="126"/>
                    <a:pt x="239" y="72"/>
                    <a:pt x="206" y="39"/>
                  </a:cubicBezTo>
                  <a:cubicBezTo>
                    <a:pt x="190" y="23"/>
                    <a:pt x="190" y="23"/>
                    <a:pt x="169" y="6"/>
                  </a:cubicBezTo>
                  <a:cubicBezTo>
                    <a:pt x="154" y="2"/>
                    <a:pt x="139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33"/>
            <p:cNvSpPr/>
            <p:nvPr/>
          </p:nvSpPr>
          <p:spPr>
            <a:xfrm>
              <a:off x="5169325" y="27758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87" y="1"/>
                    <a:pt x="87" y="17"/>
                    <a:pt x="71" y="17"/>
                  </a:cubicBezTo>
                  <a:cubicBezTo>
                    <a:pt x="34" y="34"/>
                    <a:pt x="1" y="87"/>
                    <a:pt x="1" y="153"/>
                  </a:cubicBezTo>
                  <a:cubicBezTo>
                    <a:pt x="17" y="191"/>
                    <a:pt x="34" y="224"/>
                    <a:pt x="54" y="240"/>
                  </a:cubicBezTo>
                  <a:cubicBezTo>
                    <a:pt x="66" y="252"/>
                    <a:pt x="85" y="265"/>
                    <a:pt x="108" y="265"/>
                  </a:cubicBezTo>
                  <a:cubicBezTo>
                    <a:pt x="117" y="265"/>
                    <a:pt x="127" y="263"/>
                    <a:pt x="137" y="256"/>
                  </a:cubicBezTo>
                  <a:cubicBezTo>
                    <a:pt x="190" y="256"/>
                    <a:pt x="240" y="191"/>
                    <a:pt x="223" y="120"/>
                  </a:cubicBezTo>
                  <a:lnTo>
                    <a:pt x="223" y="87"/>
                  </a:lnTo>
                  <a:cubicBezTo>
                    <a:pt x="207" y="50"/>
                    <a:pt x="190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33"/>
            <p:cNvSpPr/>
            <p:nvPr/>
          </p:nvSpPr>
          <p:spPr>
            <a:xfrm>
              <a:off x="5132425" y="2794775"/>
              <a:ext cx="6425" cy="6550"/>
            </a:xfrm>
            <a:custGeom>
              <a:avLst/>
              <a:gdLst/>
              <a:ahLst/>
              <a:cxnLst/>
              <a:rect l="l" t="t" r="r" b="b"/>
              <a:pathLst>
                <a:path w="257" h="262" extrusionOk="0">
                  <a:moveTo>
                    <a:pt x="127" y="1"/>
                  </a:moveTo>
                  <a:cubicBezTo>
                    <a:pt x="87" y="1"/>
                    <a:pt x="46" y="32"/>
                    <a:pt x="34" y="84"/>
                  </a:cubicBezTo>
                  <a:cubicBezTo>
                    <a:pt x="1" y="154"/>
                    <a:pt x="34" y="220"/>
                    <a:pt x="87" y="257"/>
                  </a:cubicBezTo>
                  <a:cubicBezTo>
                    <a:pt x="96" y="260"/>
                    <a:pt x="105" y="261"/>
                    <a:pt x="114" y="261"/>
                  </a:cubicBezTo>
                  <a:cubicBezTo>
                    <a:pt x="160" y="261"/>
                    <a:pt x="212" y="229"/>
                    <a:pt x="240" y="171"/>
                  </a:cubicBezTo>
                  <a:cubicBezTo>
                    <a:pt x="256" y="117"/>
                    <a:pt x="223" y="34"/>
                    <a:pt x="170" y="14"/>
                  </a:cubicBezTo>
                  <a:cubicBezTo>
                    <a:pt x="157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33"/>
            <p:cNvSpPr/>
            <p:nvPr/>
          </p:nvSpPr>
          <p:spPr>
            <a:xfrm>
              <a:off x="5094600" y="27857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1"/>
                  </a:moveTo>
                  <a:cubicBezTo>
                    <a:pt x="104" y="1"/>
                    <a:pt x="71" y="17"/>
                    <a:pt x="54" y="34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4" y="251"/>
                    <a:pt x="83" y="263"/>
                    <a:pt x="114" y="263"/>
                  </a:cubicBezTo>
                  <a:cubicBezTo>
                    <a:pt x="140" y="263"/>
                    <a:pt x="166" y="255"/>
                    <a:pt x="190" y="240"/>
                  </a:cubicBezTo>
                  <a:cubicBezTo>
                    <a:pt x="240" y="190"/>
                    <a:pt x="240" y="104"/>
                    <a:pt x="207" y="50"/>
                  </a:cubicBezTo>
                  <a:cubicBezTo>
                    <a:pt x="190" y="34"/>
                    <a:pt x="174" y="17"/>
                    <a:pt x="157" y="17"/>
                  </a:cubicBezTo>
                  <a:cubicBezTo>
                    <a:pt x="157" y="17"/>
                    <a:pt x="13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33"/>
            <p:cNvSpPr/>
            <p:nvPr/>
          </p:nvSpPr>
          <p:spPr>
            <a:xfrm>
              <a:off x="5089450" y="2760475"/>
              <a:ext cx="6525" cy="6450"/>
            </a:xfrm>
            <a:custGeom>
              <a:avLst/>
              <a:gdLst/>
              <a:ahLst/>
              <a:cxnLst/>
              <a:rect l="l" t="t" r="r" b="b"/>
              <a:pathLst>
                <a:path w="261" h="258" extrusionOk="0">
                  <a:moveTo>
                    <a:pt x="129" y="0"/>
                  </a:moveTo>
                  <a:cubicBezTo>
                    <a:pt x="88" y="0"/>
                    <a:pt x="49" y="32"/>
                    <a:pt x="33" y="83"/>
                  </a:cubicBezTo>
                  <a:cubicBezTo>
                    <a:pt x="0" y="149"/>
                    <a:pt x="33" y="219"/>
                    <a:pt x="87" y="252"/>
                  </a:cubicBezTo>
                  <a:cubicBezTo>
                    <a:pt x="100" y="256"/>
                    <a:pt x="113" y="258"/>
                    <a:pt x="124" y="258"/>
                  </a:cubicBezTo>
                  <a:cubicBezTo>
                    <a:pt x="175" y="258"/>
                    <a:pt x="213" y="223"/>
                    <a:pt x="240" y="170"/>
                  </a:cubicBezTo>
                  <a:cubicBezTo>
                    <a:pt x="260" y="100"/>
                    <a:pt x="223" y="29"/>
                    <a:pt x="174" y="13"/>
                  </a:cubicBezTo>
                  <a:cubicBezTo>
                    <a:pt x="159" y="4"/>
                    <a:pt x="144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33"/>
            <p:cNvSpPr/>
            <p:nvPr/>
          </p:nvSpPr>
          <p:spPr>
            <a:xfrm>
              <a:off x="5107475" y="2754400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04" y="0"/>
                  </a:moveTo>
                  <a:cubicBezTo>
                    <a:pt x="71" y="17"/>
                    <a:pt x="55" y="33"/>
                    <a:pt x="34" y="50"/>
                  </a:cubicBezTo>
                  <a:cubicBezTo>
                    <a:pt x="17" y="83"/>
                    <a:pt x="1" y="120"/>
                    <a:pt x="1" y="153"/>
                  </a:cubicBezTo>
                  <a:cubicBezTo>
                    <a:pt x="17" y="186"/>
                    <a:pt x="34" y="223"/>
                    <a:pt x="55" y="239"/>
                  </a:cubicBezTo>
                  <a:cubicBezTo>
                    <a:pt x="66" y="251"/>
                    <a:pt x="86" y="263"/>
                    <a:pt x="108" y="263"/>
                  </a:cubicBezTo>
                  <a:cubicBezTo>
                    <a:pt x="118" y="263"/>
                    <a:pt x="127" y="261"/>
                    <a:pt x="137" y="256"/>
                  </a:cubicBezTo>
                  <a:cubicBezTo>
                    <a:pt x="191" y="256"/>
                    <a:pt x="240" y="186"/>
                    <a:pt x="224" y="120"/>
                  </a:cubicBezTo>
                  <a:cubicBezTo>
                    <a:pt x="224" y="83"/>
                    <a:pt x="207" y="50"/>
                    <a:pt x="191" y="33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33"/>
            <p:cNvSpPr/>
            <p:nvPr/>
          </p:nvSpPr>
          <p:spPr>
            <a:xfrm>
              <a:off x="5136250" y="27487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1"/>
                  </a:moveTo>
                  <a:cubicBezTo>
                    <a:pt x="70" y="1"/>
                    <a:pt x="37" y="21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07"/>
                    <a:pt x="54" y="244"/>
                  </a:cubicBezTo>
                  <a:cubicBezTo>
                    <a:pt x="70" y="260"/>
                    <a:pt x="103" y="260"/>
                    <a:pt x="120" y="260"/>
                  </a:cubicBezTo>
                  <a:cubicBezTo>
                    <a:pt x="190" y="244"/>
                    <a:pt x="223" y="174"/>
                    <a:pt x="223" y="104"/>
                  </a:cubicBezTo>
                  <a:cubicBezTo>
                    <a:pt x="223" y="71"/>
                    <a:pt x="206" y="54"/>
                    <a:pt x="173" y="21"/>
                  </a:cubicBezTo>
                  <a:cubicBezTo>
                    <a:pt x="173" y="21"/>
                    <a:pt x="157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33"/>
            <p:cNvSpPr/>
            <p:nvPr/>
          </p:nvSpPr>
          <p:spPr>
            <a:xfrm>
              <a:off x="5101925" y="27719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0" y="190"/>
                    <a:pt x="17" y="227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23" y="190"/>
                    <a:pt x="223" y="124"/>
                  </a:cubicBezTo>
                  <a:cubicBezTo>
                    <a:pt x="223" y="87"/>
                    <a:pt x="206" y="54"/>
                    <a:pt x="173" y="37"/>
                  </a:cubicBezTo>
                  <a:cubicBezTo>
                    <a:pt x="173" y="21"/>
                    <a:pt x="153" y="21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33"/>
            <p:cNvSpPr/>
            <p:nvPr/>
          </p:nvSpPr>
          <p:spPr>
            <a:xfrm>
              <a:off x="5097600" y="28179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29" y="1"/>
                  </a:moveTo>
                  <a:cubicBezTo>
                    <a:pt x="87" y="1"/>
                    <a:pt x="44" y="32"/>
                    <a:pt x="17" y="84"/>
                  </a:cubicBezTo>
                  <a:cubicBezTo>
                    <a:pt x="0" y="154"/>
                    <a:pt x="37" y="220"/>
                    <a:pt x="87" y="257"/>
                  </a:cubicBezTo>
                  <a:lnTo>
                    <a:pt x="140" y="257"/>
                  </a:lnTo>
                  <a:cubicBezTo>
                    <a:pt x="173" y="257"/>
                    <a:pt x="223" y="220"/>
                    <a:pt x="243" y="187"/>
                  </a:cubicBezTo>
                  <a:cubicBezTo>
                    <a:pt x="243" y="137"/>
                    <a:pt x="243" y="84"/>
                    <a:pt x="206" y="51"/>
                  </a:cubicBezTo>
                  <a:cubicBezTo>
                    <a:pt x="206" y="34"/>
                    <a:pt x="190" y="14"/>
                    <a:pt x="173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33"/>
            <p:cNvSpPr/>
            <p:nvPr/>
          </p:nvSpPr>
          <p:spPr>
            <a:xfrm>
              <a:off x="5139750" y="2779125"/>
              <a:ext cx="6400" cy="6550"/>
            </a:xfrm>
            <a:custGeom>
              <a:avLst/>
              <a:gdLst/>
              <a:ahLst/>
              <a:cxnLst/>
              <a:rect l="l" t="t" r="r" b="b"/>
              <a:pathLst>
                <a:path w="256" h="262" extrusionOk="0">
                  <a:moveTo>
                    <a:pt x="142" y="1"/>
                  </a:moveTo>
                  <a:cubicBezTo>
                    <a:pt x="97" y="1"/>
                    <a:pt x="47" y="31"/>
                    <a:pt x="33" y="75"/>
                  </a:cubicBezTo>
                  <a:cubicBezTo>
                    <a:pt x="0" y="145"/>
                    <a:pt x="33" y="228"/>
                    <a:pt x="83" y="248"/>
                  </a:cubicBezTo>
                  <a:cubicBezTo>
                    <a:pt x="101" y="257"/>
                    <a:pt x="119" y="261"/>
                    <a:pt x="135" y="261"/>
                  </a:cubicBezTo>
                  <a:cubicBezTo>
                    <a:pt x="180" y="261"/>
                    <a:pt x="215" y="230"/>
                    <a:pt x="240" y="178"/>
                  </a:cubicBezTo>
                  <a:cubicBezTo>
                    <a:pt x="256" y="108"/>
                    <a:pt x="223" y="42"/>
                    <a:pt x="169" y="5"/>
                  </a:cubicBezTo>
                  <a:cubicBezTo>
                    <a:pt x="161" y="2"/>
                    <a:pt x="151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33"/>
            <p:cNvSpPr/>
            <p:nvPr/>
          </p:nvSpPr>
          <p:spPr>
            <a:xfrm>
              <a:off x="5162425" y="279377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47" y="0"/>
                  </a:moveTo>
                  <a:cubicBezTo>
                    <a:pt x="102" y="0"/>
                    <a:pt x="51" y="33"/>
                    <a:pt x="38" y="91"/>
                  </a:cubicBezTo>
                  <a:cubicBezTo>
                    <a:pt x="0" y="140"/>
                    <a:pt x="38" y="227"/>
                    <a:pt x="87" y="244"/>
                  </a:cubicBezTo>
                  <a:cubicBezTo>
                    <a:pt x="106" y="254"/>
                    <a:pt x="124" y="258"/>
                    <a:pt x="140" y="258"/>
                  </a:cubicBezTo>
                  <a:cubicBezTo>
                    <a:pt x="183" y="258"/>
                    <a:pt x="217" y="226"/>
                    <a:pt x="244" y="178"/>
                  </a:cubicBezTo>
                  <a:cubicBezTo>
                    <a:pt x="260" y="107"/>
                    <a:pt x="227" y="37"/>
                    <a:pt x="174" y="4"/>
                  </a:cubicBezTo>
                  <a:cubicBezTo>
                    <a:pt x="165" y="2"/>
                    <a:pt x="1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33"/>
            <p:cNvSpPr/>
            <p:nvPr/>
          </p:nvSpPr>
          <p:spPr>
            <a:xfrm>
              <a:off x="5166350" y="274315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33" y="17"/>
                    <a:pt x="0" y="87"/>
                    <a:pt x="0" y="158"/>
                  </a:cubicBezTo>
                  <a:cubicBezTo>
                    <a:pt x="0" y="191"/>
                    <a:pt x="17" y="224"/>
                    <a:pt x="50" y="244"/>
                  </a:cubicBezTo>
                  <a:cubicBezTo>
                    <a:pt x="64" y="256"/>
                    <a:pt x="85" y="267"/>
                    <a:pt x="102" y="267"/>
                  </a:cubicBezTo>
                  <a:cubicBezTo>
                    <a:pt x="109" y="267"/>
                    <a:pt x="115" y="265"/>
                    <a:pt x="120" y="261"/>
                  </a:cubicBezTo>
                  <a:cubicBezTo>
                    <a:pt x="153" y="261"/>
                    <a:pt x="190" y="244"/>
                    <a:pt x="206" y="207"/>
                  </a:cubicBezTo>
                  <a:cubicBezTo>
                    <a:pt x="223" y="191"/>
                    <a:pt x="223" y="158"/>
                    <a:pt x="223" y="120"/>
                  </a:cubicBezTo>
                  <a:cubicBezTo>
                    <a:pt x="223" y="87"/>
                    <a:pt x="206" y="55"/>
                    <a:pt x="173" y="38"/>
                  </a:cubicBezTo>
                  <a:cubicBezTo>
                    <a:pt x="173" y="17"/>
                    <a:pt x="153" y="17"/>
                    <a:pt x="153" y="17"/>
                  </a:cubicBez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33"/>
            <p:cNvSpPr/>
            <p:nvPr/>
          </p:nvSpPr>
          <p:spPr>
            <a:xfrm>
              <a:off x="5153875" y="27762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03" y="0"/>
                    <a:pt x="70" y="0"/>
                    <a:pt x="54" y="33"/>
                  </a:cubicBezTo>
                  <a:cubicBezTo>
                    <a:pt x="0" y="70"/>
                    <a:pt x="0" y="157"/>
                    <a:pt x="33" y="207"/>
                  </a:cubicBezTo>
                  <a:cubicBezTo>
                    <a:pt x="54" y="239"/>
                    <a:pt x="87" y="260"/>
                    <a:pt x="103" y="260"/>
                  </a:cubicBezTo>
                  <a:cubicBezTo>
                    <a:pt x="136" y="260"/>
                    <a:pt x="173" y="260"/>
                    <a:pt x="190" y="239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73" y="17"/>
                    <a:pt x="157" y="17"/>
                  </a:cubicBezTo>
                  <a:cubicBezTo>
                    <a:pt x="157" y="0"/>
                    <a:pt x="136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33"/>
            <p:cNvSpPr/>
            <p:nvPr/>
          </p:nvSpPr>
          <p:spPr>
            <a:xfrm>
              <a:off x="5159025" y="27603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33" y="223"/>
                    <a:pt x="54" y="240"/>
                  </a:cubicBezTo>
                  <a:cubicBezTo>
                    <a:pt x="66" y="251"/>
                    <a:pt x="85" y="265"/>
                    <a:pt x="107" y="265"/>
                  </a:cubicBezTo>
                  <a:cubicBezTo>
                    <a:pt x="117" y="265"/>
                    <a:pt x="127" y="262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33"/>
            <p:cNvSpPr/>
            <p:nvPr/>
          </p:nvSpPr>
          <p:spPr>
            <a:xfrm>
              <a:off x="5150875" y="27459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9" y="1"/>
                  </a:moveTo>
                  <a:cubicBezTo>
                    <a:pt x="86" y="1"/>
                    <a:pt x="65" y="13"/>
                    <a:pt x="50" y="28"/>
                  </a:cubicBezTo>
                  <a:cubicBezTo>
                    <a:pt x="1" y="78"/>
                    <a:pt x="1" y="164"/>
                    <a:pt x="34" y="214"/>
                  </a:cubicBezTo>
                  <a:cubicBezTo>
                    <a:pt x="50" y="251"/>
                    <a:pt x="87" y="267"/>
                    <a:pt x="104" y="267"/>
                  </a:cubicBezTo>
                  <a:cubicBezTo>
                    <a:pt x="137" y="267"/>
                    <a:pt x="174" y="251"/>
                    <a:pt x="190" y="234"/>
                  </a:cubicBezTo>
                  <a:cubicBezTo>
                    <a:pt x="223" y="214"/>
                    <a:pt x="223" y="181"/>
                    <a:pt x="240" y="148"/>
                  </a:cubicBezTo>
                  <a:cubicBezTo>
                    <a:pt x="240" y="111"/>
                    <a:pt x="223" y="78"/>
                    <a:pt x="207" y="45"/>
                  </a:cubicBezTo>
                  <a:cubicBezTo>
                    <a:pt x="190" y="28"/>
                    <a:pt x="190" y="28"/>
                    <a:pt x="153" y="7"/>
                  </a:cubicBezTo>
                  <a:lnTo>
                    <a:pt x="137" y="7"/>
                  </a:lnTo>
                  <a:cubicBezTo>
                    <a:pt x="127" y="3"/>
                    <a:pt x="118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33"/>
            <p:cNvSpPr/>
            <p:nvPr/>
          </p:nvSpPr>
          <p:spPr>
            <a:xfrm>
              <a:off x="5141800" y="2762350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123" y="1"/>
                  </a:moveTo>
                  <a:cubicBezTo>
                    <a:pt x="117" y="1"/>
                    <a:pt x="111" y="3"/>
                    <a:pt x="104" y="8"/>
                  </a:cubicBezTo>
                  <a:cubicBezTo>
                    <a:pt x="87" y="8"/>
                    <a:pt x="54" y="25"/>
                    <a:pt x="38" y="41"/>
                  </a:cubicBezTo>
                  <a:cubicBezTo>
                    <a:pt x="21" y="57"/>
                    <a:pt x="1" y="111"/>
                    <a:pt x="21" y="144"/>
                  </a:cubicBezTo>
                  <a:cubicBezTo>
                    <a:pt x="21" y="177"/>
                    <a:pt x="38" y="214"/>
                    <a:pt x="54" y="231"/>
                  </a:cubicBezTo>
                  <a:cubicBezTo>
                    <a:pt x="87" y="247"/>
                    <a:pt x="104" y="264"/>
                    <a:pt x="141" y="264"/>
                  </a:cubicBezTo>
                  <a:cubicBezTo>
                    <a:pt x="190" y="247"/>
                    <a:pt x="228" y="198"/>
                    <a:pt x="228" y="128"/>
                  </a:cubicBezTo>
                  <a:lnTo>
                    <a:pt x="228" y="111"/>
                  </a:lnTo>
                  <a:cubicBezTo>
                    <a:pt x="228" y="57"/>
                    <a:pt x="190" y="25"/>
                    <a:pt x="158" y="8"/>
                  </a:cubicBezTo>
                  <a:cubicBezTo>
                    <a:pt x="147" y="8"/>
                    <a:pt x="136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33"/>
            <p:cNvSpPr/>
            <p:nvPr/>
          </p:nvSpPr>
          <p:spPr>
            <a:xfrm>
              <a:off x="5144900" y="27183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0" y="0"/>
                  </a:moveTo>
                  <a:cubicBezTo>
                    <a:pt x="104" y="0"/>
                    <a:pt x="66" y="0"/>
                    <a:pt x="50" y="17"/>
                  </a:cubicBezTo>
                  <a:cubicBezTo>
                    <a:pt x="17" y="50"/>
                    <a:pt x="1" y="66"/>
                    <a:pt x="1" y="103"/>
                  </a:cubicBezTo>
                  <a:cubicBezTo>
                    <a:pt x="1" y="153"/>
                    <a:pt x="17" y="169"/>
                    <a:pt x="34" y="206"/>
                  </a:cubicBezTo>
                  <a:cubicBezTo>
                    <a:pt x="50" y="239"/>
                    <a:pt x="66" y="256"/>
                    <a:pt x="104" y="256"/>
                  </a:cubicBezTo>
                  <a:cubicBezTo>
                    <a:pt x="137" y="256"/>
                    <a:pt x="153" y="239"/>
                    <a:pt x="186" y="223"/>
                  </a:cubicBezTo>
                  <a:cubicBezTo>
                    <a:pt x="223" y="186"/>
                    <a:pt x="240" y="103"/>
                    <a:pt x="207" y="50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33"/>
            <p:cNvSpPr/>
            <p:nvPr/>
          </p:nvSpPr>
          <p:spPr>
            <a:xfrm>
              <a:off x="5112650" y="278492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04" y="1"/>
                  </a:moveTo>
                  <a:cubicBezTo>
                    <a:pt x="87" y="1"/>
                    <a:pt x="70" y="6"/>
                    <a:pt x="54" y="16"/>
                  </a:cubicBezTo>
                  <a:cubicBezTo>
                    <a:pt x="33" y="33"/>
                    <a:pt x="17" y="66"/>
                    <a:pt x="0" y="82"/>
                  </a:cubicBezTo>
                  <a:lnTo>
                    <a:pt x="0" y="169"/>
                  </a:lnTo>
                  <a:cubicBezTo>
                    <a:pt x="17" y="202"/>
                    <a:pt x="33" y="239"/>
                    <a:pt x="70" y="255"/>
                  </a:cubicBezTo>
                  <a:cubicBezTo>
                    <a:pt x="83" y="264"/>
                    <a:pt x="98" y="268"/>
                    <a:pt x="113" y="268"/>
                  </a:cubicBezTo>
                  <a:cubicBezTo>
                    <a:pt x="153" y="268"/>
                    <a:pt x="194" y="237"/>
                    <a:pt x="206" y="185"/>
                  </a:cubicBezTo>
                  <a:cubicBezTo>
                    <a:pt x="239" y="119"/>
                    <a:pt x="206" y="33"/>
                    <a:pt x="157" y="16"/>
                  </a:cubicBezTo>
                  <a:cubicBezTo>
                    <a:pt x="138" y="6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33"/>
            <p:cNvSpPr/>
            <p:nvPr/>
          </p:nvSpPr>
          <p:spPr>
            <a:xfrm>
              <a:off x="5059350" y="2761300"/>
              <a:ext cx="6525" cy="6750"/>
            </a:xfrm>
            <a:custGeom>
              <a:avLst/>
              <a:gdLst/>
              <a:ahLst/>
              <a:cxnLst/>
              <a:rect l="l" t="t" r="r" b="b"/>
              <a:pathLst>
                <a:path w="261" h="270" extrusionOk="0">
                  <a:moveTo>
                    <a:pt x="122" y="0"/>
                  </a:moveTo>
                  <a:cubicBezTo>
                    <a:pt x="78" y="0"/>
                    <a:pt x="45" y="32"/>
                    <a:pt x="21" y="83"/>
                  </a:cubicBezTo>
                  <a:cubicBezTo>
                    <a:pt x="1" y="153"/>
                    <a:pt x="38" y="240"/>
                    <a:pt x="87" y="256"/>
                  </a:cubicBezTo>
                  <a:cubicBezTo>
                    <a:pt x="101" y="265"/>
                    <a:pt x="116" y="269"/>
                    <a:pt x="131" y="269"/>
                  </a:cubicBezTo>
                  <a:cubicBezTo>
                    <a:pt x="173" y="269"/>
                    <a:pt x="212" y="238"/>
                    <a:pt x="227" y="186"/>
                  </a:cubicBezTo>
                  <a:cubicBezTo>
                    <a:pt x="260" y="116"/>
                    <a:pt x="227" y="34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33"/>
            <p:cNvSpPr/>
            <p:nvPr/>
          </p:nvSpPr>
          <p:spPr>
            <a:xfrm>
              <a:off x="5055950" y="27318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1" y="1"/>
                  </a:moveTo>
                  <a:cubicBezTo>
                    <a:pt x="92" y="1"/>
                    <a:pt x="77" y="12"/>
                    <a:pt x="54" y="24"/>
                  </a:cubicBezTo>
                  <a:cubicBezTo>
                    <a:pt x="17" y="78"/>
                    <a:pt x="0" y="160"/>
                    <a:pt x="33" y="214"/>
                  </a:cubicBezTo>
                  <a:cubicBezTo>
                    <a:pt x="71" y="247"/>
                    <a:pt x="87" y="263"/>
                    <a:pt x="120" y="263"/>
                  </a:cubicBezTo>
                  <a:cubicBezTo>
                    <a:pt x="157" y="263"/>
                    <a:pt x="174" y="247"/>
                    <a:pt x="207" y="230"/>
                  </a:cubicBezTo>
                  <a:cubicBezTo>
                    <a:pt x="223" y="214"/>
                    <a:pt x="240" y="181"/>
                    <a:pt x="240" y="144"/>
                  </a:cubicBezTo>
                  <a:cubicBezTo>
                    <a:pt x="240" y="111"/>
                    <a:pt x="240" y="78"/>
                    <a:pt x="223" y="41"/>
                  </a:cubicBezTo>
                  <a:cubicBezTo>
                    <a:pt x="207" y="24"/>
                    <a:pt x="190" y="24"/>
                    <a:pt x="174" y="8"/>
                  </a:cubicBezTo>
                  <a:lnTo>
                    <a:pt x="137" y="8"/>
                  </a:lnTo>
                  <a:cubicBezTo>
                    <a:pt x="127" y="3"/>
                    <a:pt x="119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33"/>
            <p:cNvSpPr/>
            <p:nvPr/>
          </p:nvSpPr>
          <p:spPr>
            <a:xfrm>
              <a:off x="5060275" y="28093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70" y="240"/>
                    <a:pt x="190" y="223"/>
                    <a:pt x="207" y="207"/>
                  </a:cubicBezTo>
                  <a:cubicBezTo>
                    <a:pt x="223" y="174"/>
                    <a:pt x="240" y="137"/>
                    <a:pt x="223" y="104"/>
                  </a:cubicBezTo>
                  <a:cubicBezTo>
                    <a:pt x="223" y="71"/>
                    <a:pt x="207" y="34"/>
                    <a:pt x="190" y="17"/>
                  </a:cubicBezTo>
                  <a:cubicBezTo>
                    <a:pt x="17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33"/>
            <p:cNvSpPr/>
            <p:nvPr/>
          </p:nvSpPr>
          <p:spPr>
            <a:xfrm>
              <a:off x="5063275" y="27152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70" y="21"/>
                    <a:pt x="33" y="38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27"/>
                    <a:pt x="33" y="244"/>
                  </a:cubicBezTo>
                  <a:cubicBezTo>
                    <a:pt x="59" y="256"/>
                    <a:pt x="84" y="267"/>
                    <a:pt x="101" y="267"/>
                  </a:cubicBezTo>
                  <a:cubicBezTo>
                    <a:pt x="109" y="267"/>
                    <a:pt x="115" y="265"/>
                    <a:pt x="120" y="260"/>
                  </a:cubicBezTo>
                  <a:cubicBezTo>
                    <a:pt x="190" y="260"/>
                    <a:pt x="223" y="190"/>
                    <a:pt x="223" y="124"/>
                  </a:cubicBezTo>
                  <a:cubicBezTo>
                    <a:pt x="206" y="87"/>
                    <a:pt x="190" y="54"/>
                    <a:pt x="173" y="38"/>
                  </a:cubicBezTo>
                  <a:cubicBezTo>
                    <a:pt x="173" y="21"/>
                    <a:pt x="153" y="21"/>
                    <a:pt x="153" y="21"/>
                  </a:cubicBezTo>
                  <a:cubicBezTo>
                    <a:pt x="136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33"/>
            <p:cNvSpPr/>
            <p:nvPr/>
          </p:nvSpPr>
          <p:spPr>
            <a:xfrm>
              <a:off x="5053375" y="27814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5" y="215"/>
                    <a:pt x="58" y="263"/>
                    <a:pt x="113" y="263"/>
                  </a:cubicBezTo>
                  <a:cubicBezTo>
                    <a:pt x="120" y="263"/>
                    <a:pt x="128" y="262"/>
                    <a:pt x="136" y="260"/>
                  </a:cubicBezTo>
                  <a:cubicBezTo>
                    <a:pt x="157" y="260"/>
                    <a:pt x="190" y="240"/>
                    <a:pt x="207" y="207"/>
                  </a:cubicBezTo>
                  <a:cubicBezTo>
                    <a:pt x="223" y="174"/>
                    <a:pt x="223" y="137"/>
                    <a:pt x="223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33"/>
            <p:cNvSpPr/>
            <p:nvPr/>
          </p:nvSpPr>
          <p:spPr>
            <a:xfrm>
              <a:off x="5086050" y="27272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0" y="137"/>
                  </a:cubicBezTo>
                  <a:cubicBezTo>
                    <a:pt x="17" y="174"/>
                    <a:pt x="17" y="207"/>
                    <a:pt x="50" y="224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69" y="17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33"/>
            <p:cNvSpPr/>
            <p:nvPr/>
          </p:nvSpPr>
          <p:spPr>
            <a:xfrm>
              <a:off x="5146150" y="2474750"/>
              <a:ext cx="2175" cy="850"/>
            </a:xfrm>
            <a:custGeom>
              <a:avLst/>
              <a:gdLst/>
              <a:ahLst/>
              <a:cxnLst/>
              <a:rect l="l" t="t" r="r" b="b"/>
              <a:pathLst>
                <a:path w="87" h="34" extrusionOk="0">
                  <a:moveTo>
                    <a:pt x="0" y="1"/>
                  </a:moveTo>
                  <a:cubicBezTo>
                    <a:pt x="5" y="1"/>
                    <a:pt x="11" y="2"/>
                    <a:pt x="18" y="4"/>
                  </a:cubicBezTo>
                  <a:lnTo>
                    <a:pt x="18" y="4"/>
                  </a:lnTo>
                  <a:cubicBezTo>
                    <a:pt x="18" y="3"/>
                    <a:pt x="17" y="2"/>
                    <a:pt x="16" y="1"/>
                  </a:cubicBezTo>
                  <a:close/>
                  <a:moveTo>
                    <a:pt x="18" y="4"/>
                  </a:moveTo>
                  <a:cubicBezTo>
                    <a:pt x="35" y="34"/>
                    <a:pt x="55" y="34"/>
                    <a:pt x="87" y="34"/>
                  </a:cubicBezTo>
                  <a:cubicBezTo>
                    <a:pt x="63" y="22"/>
                    <a:pt x="37" y="10"/>
                    <a:pt x="18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33"/>
            <p:cNvSpPr/>
            <p:nvPr/>
          </p:nvSpPr>
          <p:spPr>
            <a:xfrm>
              <a:off x="5104900" y="2460650"/>
              <a:ext cx="5600" cy="4250"/>
            </a:xfrm>
            <a:custGeom>
              <a:avLst/>
              <a:gdLst/>
              <a:ahLst/>
              <a:cxnLst/>
              <a:rect l="l" t="t" r="r" b="b"/>
              <a:pathLst>
                <a:path w="224" h="170" extrusionOk="0">
                  <a:moveTo>
                    <a:pt x="17" y="0"/>
                  </a:moveTo>
                  <a:cubicBezTo>
                    <a:pt x="17" y="17"/>
                    <a:pt x="1" y="33"/>
                    <a:pt x="17" y="66"/>
                  </a:cubicBezTo>
                  <a:cubicBezTo>
                    <a:pt x="17" y="103"/>
                    <a:pt x="34" y="120"/>
                    <a:pt x="54" y="153"/>
                  </a:cubicBezTo>
                  <a:cubicBezTo>
                    <a:pt x="87" y="169"/>
                    <a:pt x="104" y="169"/>
                    <a:pt x="137" y="169"/>
                  </a:cubicBezTo>
                  <a:cubicBezTo>
                    <a:pt x="190" y="153"/>
                    <a:pt x="223" y="120"/>
                    <a:pt x="223" y="50"/>
                  </a:cubicBezTo>
                  <a:cubicBezTo>
                    <a:pt x="158" y="33"/>
                    <a:pt x="87" y="17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33"/>
            <p:cNvSpPr/>
            <p:nvPr/>
          </p:nvSpPr>
          <p:spPr>
            <a:xfrm>
              <a:off x="5052950" y="2796850"/>
              <a:ext cx="4775" cy="6525"/>
            </a:xfrm>
            <a:custGeom>
              <a:avLst/>
              <a:gdLst/>
              <a:ahLst/>
              <a:cxnLst/>
              <a:rect l="l" t="t" r="r" b="b"/>
              <a:pathLst>
                <a:path w="191" h="261" extrusionOk="0">
                  <a:moveTo>
                    <a:pt x="50" y="1"/>
                  </a:moveTo>
                  <a:cubicBezTo>
                    <a:pt x="34" y="1"/>
                    <a:pt x="17" y="17"/>
                    <a:pt x="1" y="34"/>
                  </a:cubicBezTo>
                  <a:lnTo>
                    <a:pt x="1" y="224"/>
                  </a:lnTo>
                  <a:lnTo>
                    <a:pt x="1" y="240"/>
                  </a:lnTo>
                  <a:cubicBezTo>
                    <a:pt x="34" y="261"/>
                    <a:pt x="50" y="261"/>
                    <a:pt x="87" y="261"/>
                  </a:cubicBezTo>
                  <a:cubicBezTo>
                    <a:pt x="120" y="261"/>
                    <a:pt x="137" y="240"/>
                    <a:pt x="153" y="207"/>
                  </a:cubicBezTo>
                  <a:cubicBezTo>
                    <a:pt x="174" y="174"/>
                    <a:pt x="191" y="137"/>
                    <a:pt x="191" y="104"/>
                  </a:cubicBezTo>
                  <a:cubicBezTo>
                    <a:pt x="174" y="71"/>
                    <a:pt x="153" y="55"/>
                    <a:pt x="137" y="17"/>
                  </a:cubicBezTo>
                  <a:cubicBezTo>
                    <a:pt x="137" y="17"/>
                    <a:pt x="120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33"/>
            <p:cNvSpPr/>
            <p:nvPr/>
          </p:nvSpPr>
          <p:spPr>
            <a:xfrm>
              <a:off x="5079975" y="2789550"/>
              <a:ext cx="5675" cy="6500"/>
            </a:xfrm>
            <a:custGeom>
              <a:avLst/>
              <a:gdLst/>
              <a:ahLst/>
              <a:cxnLst/>
              <a:rect l="l" t="t" r="r" b="b"/>
              <a:pathLst>
                <a:path w="227" h="260" extrusionOk="0">
                  <a:moveTo>
                    <a:pt x="87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0" y="190"/>
                    <a:pt x="21" y="206"/>
                    <a:pt x="54" y="243"/>
                  </a:cubicBezTo>
                  <a:cubicBezTo>
                    <a:pt x="70" y="260"/>
                    <a:pt x="103" y="260"/>
                    <a:pt x="124" y="260"/>
                  </a:cubicBezTo>
                  <a:cubicBezTo>
                    <a:pt x="190" y="243"/>
                    <a:pt x="227" y="173"/>
                    <a:pt x="227" y="103"/>
                  </a:cubicBezTo>
                  <a:cubicBezTo>
                    <a:pt x="227" y="70"/>
                    <a:pt x="206" y="54"/>
                    <a:pt x="173" y="17"/>
                  </a:cubicBezTo>
                  <a:cubicBezTo>
                    <a:pt x="173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33"/>
            <p:cNvSpPr/>
            <p:nvPr/>
          </p:nvSpPr>
          <p:spPr>
            <a:xfrm>
              <a:off x="5071825" y="268482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20" y="0"/>
                  </a:moveTo>
                  <a:cubicBezTo>
                    <a:pt x="87" y="0"/>
                    <a:pt x="70" y="17"/>
                    <a:pt x="37" y="33"/>
                  </a:cubicBezTo>
                  <a:cubicBezTo>
                    <a:pt x="17" y="50"/>
                    <a:pt x="0" y="83"/>
                    <a:pt x="0" y="120"/>
                  </a:cubicBezTo>
                  <a:cubicBezTo>
                    <a:pt x="0" y="153"/>
                    <a:pt x="0" y="186"/>
                    <a:pt x="17" y="206"/>
                  </a:cubicBezTo>
                  <a:cubicBezTo>
                    <a:pt x="37" y="239"/>
                    <a:pt x="70" y="256"/>
                    <a:pt x="103" y="256"/>
                  </a:cubicBezTo>
                  <a:cubicBezTo>
                    <a:pt x="120" y="256"/>
                    <a:pt x="157" y="256"/>
                    <a:pt x="174" y="239"/>
                  </a:cubicBezTo>
                  <a:cubicBezTo>
                    <a:pt x="223" y="186"/>
                    <a:pt x="244" y="103"/>
                    <a:pt x="190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41" y="0"/>
                    <a:pt x="14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33"/>
            <p:cNvSpPr/>
            <p:nvPr/>
          </p:nvSpPr>
          <p:spPr>
            <a:xfrm>
              <a:off x="5077400" y="28093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0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21" y="50"/>
                    <a:pt x="21" y="87"/>
                    <a:pt x="0" y="120"/>
                  </a:cubicBezTo>
                  <a:cubicBezTo>
                    <a:pt x="0" y="153"/>
                    <a:pt x="21" y="190"/>
                    <a:pt x="37" y="207"/>
                  </a:cubicBezTo>
                  <a:cubicBezTo>
                    <a:pt x="56" y="248"/>
                    <a:pt x="88" y="265"/>
                    <a:pt x="121" y="265"/>
                  </a:cubicBezTo>
                  <a:cubicBezTo>
                    <a:pt x="144" y="265"/>
                    <a:pt x="169" y="256"/>
                    <a:pt x="190" y="240"/>
                  </a:cubicBezTo>
                  <a:cubicBezTo>
                    <a:pt x="243" y="190"/>
                    <a:pt x="243" y="104"/>
                    <a:pt x="206" y="50"/>
                  </a:cubicBezTo>
                  <a:cubicBezTo>
                    <a:pt x="190" y="34"/>
                    <a:pt x="173" y="17"/>
                    <a:pt x="157" y="17"/>
                  </a:cubicBezTo>
                  <a:cubicBezTo>
                    <a:pt x="157" y="1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33"/>
            <p:cNvSpPr/>
            <p:nvPr/>
          </p:nvSpPr>
          <p:spPr>
            <a:xfrm>
              <a:off x="5081300" y="27735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0" y="0"/>
                  </a:moveTo>
                  <a:cubicBezTo>
                    <a:pt x="86" y="0"/>
                    <a:pt x="45" y="33"/>
                    <a:pt x="17" y="91"/>
                  </a:cubicBezTo>
                  <a:cubicBezTo>
                    <a:pt x="1" y="140"/>
                    <a:pt x="34" y="227"/>
                    <a:pt x="87" y="243"/>
                  </a:cubicBezTo>
                  <a:cubicBezTo>
                    <a:pt x="101" y="254"/>
                    <a:pt x="116" y="258"/>
                    <a:pt x="131" y="258"/>
                  </a:cubicBezTo>
                  <a:cubicBezTo>
                    <a:pt x="171" y="258"/>
                    <a:pt x="211" y="225"/>
                    <a:pt x="223" y="177"/>
                  </a:cubicBezTo>
                  <a:cubicBezTo>
                    <a:pt x="256" y="107"/>
                    <a:pt x="223" y="37"/>
                    <a:pt x="174" y="4"/>
                  </a:cubicBezTo>
                  <a:cubicBezTo>
                    <a:pt x="162" y="1"/>
                    <a:pt x="15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33"/>
            <p:cNvSpPr/>
            <p:nvPr/>
          </p:nvSpPr>
          <p:spPr>
            <a:xfrm>
              <a:off x="5067075" y="277625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1" y="190"/>
                    <a:pt x="38" y="223"/>
                    <a:pt x="54" y="239"/>
                  </a:cubicBezTo>
                  <a:cubicBezTo>
                    <a:pt x="66" y="254"/>
                    <a:pt x="86" y="267"/>
                    <a:pt x="110" y="267"/>
                  </a:cubicBezTo>
                  <a:cubicBezTo>
                    <a:pt x="120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0"/>
                  </a:cubicBezTo>
                  <a:cubicBezTo>
                    <a:pt x="227" y="87"/>
                    <a:pt x="207" y="54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33"/>
            <p:cNvSpPr/>
            <p:nvPr/>
          </p:nvSpPr>
          <p:spPr>
            <a:xfrm>
              <a:off x="5068825" y="272905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04" y="0"/>
                  </a:moveTo>
                  <a:cubicBezTo>
                    <a:pt x="71" y="0"/>
                    <a:pt x="54" y="17"/>
                    <a:pt x="34" y="33"/>
                  </a:cubicBezTo>
                  <a:cubicBezTo>
                    <a:pt x="17" y="66"/>
                    <a:pt x="1" y="103"/>
                    <a:pt x="1" y="153"/>
                  </a:cubicBezTo>
                  <a:cubicBezTo>
                    <a:pt x="17" y="190"/>
                    <a:pt x="34" y="206"/>
                    <a:pt x="54" y="239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39"/>
                    <a:pt x="223" y="190"/>
                    <a:pt x="223" y="120"/>
                  </a:cubicBezTo>
                  <a:lnTo>
                    <a:pt x="223" y="103"/>
                  </a:lnTo>
                  <a:cubicBezTo>
                    <a:pt x="223" y="66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33"/>
            <p:cNvSpPr/>
            <p:nvPr/>
          </p:nvSpPr>
          <p:spPr>
            <a:xfrm>
              <a:off x="5066675" y="27925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103" y="1"/>
                    <a:pt x="70" y="1"/>
                    <a:pt x="54" y="21"/>
                  </a:cubicBezTo>
                  <a:cubicBezTo>
                    <a:pt x="0" y="71"/>
                    <a:pt x="0" y="157"/>
                    <a:pt x="37" y="207"/>
                  </a:cubicBezTo>
                  <a:cubicBezTo>
                    <a:pt x="54" y="244"/>
                    <a:pt x="87" y="261"/>
                    <a:pt x="103" y="261"/>
                  </a:cubicBezTo>
                  <a:cubicBezTo>
                    <a:pt x="140" y="261"/>
                    <a:pt x="173" y="261"/>
                    <a:pt x="190" y="228"/>
                  </a:cubicBezTo>
                  <a:cubicBezTo>
                    <a:pt x="243" y="190"/>
                    <a:pt x="243" y="104"/>
                    <a:pt x="206" y="54"/>
                  </a:cubicBezTo>
                  <a:cubicBezTo>
                    <a:pt x="190" y="38"/>
                    <a:pt x="190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33"/>
            <p:cNvSpPr/>
            <p:nvPr/>
          </p:nvSpPr>
          <p:spPr>
            <a:xfrm>
              <a:off x="5066675" y="2745825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29" y="1"/>
                  </a:moveTo>
                  <a:cubicBezTo>
                    <a:pt x="88" y="1"/>
                    <a:pt x="49" y="32"/>
                    <a:pt x="37" y="84"/>
                  </a:cubicBezTo>
                  <a:cubicBezTo>
                    <a:pt x="0" y="154"/>
                    <a:pt x="37" y="220"/>
                    <a:pt x="87" y="257"/>
                  </a:cubicBezTo>
                  <a:cubicBezTo>
                    <a:pt x="99" y="260"/>
                    <a:pt x="110" y="261"/>
                    <a:pt x="121" y="261"/>
                  </a:cubicBezTo>
                  <a:cubicBezTo>
                    <a:pt x="173" y="261"/>
                    <a:pt x="213" y="228"/>
                    <a:pt x="243" y="170"/>
                  </a:cubicBezTo>
                  <a:cubicBezTo>
                    <a:pt x="260" y="100"/>
                    <a:pt x="223" y="34"/>
                    <a:pt x="173" y="13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33"/>
            <p:cNvSpPr/>
            <p:nvPr/>
          </p:nvSpPr>
          <p:spPr>
            <a:xfrm>
              <a:off x="5124700" y="27800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32" y="0"/>
                  </a:moveTo>
                  <a:cubicBezTo>
                    <a:pt x="79" y="0"/>
                    <a:pt x="30" y="35"/>
                    <a:pt x="17" y="88"/>
                  </a:cubicBezTo>
                  <a:cubicBezTo>
                    <a:pt x="0" y="159"/>
                    <a:pt x="33" y="229"/>
                    <a:pt x="87" y="262"/>
                  </a:cubicBezTo>
                  <a:cubicBezTo>
                    <a:pt x="95" y="264"/>
                    <a:pt x="104" y="266"/>
                    <a:pt x="114" y="266"/>
                  </a:cubicBezTo>
                  <a:cubicBezTo>
                    <a:pt x="159" y="266"/>
                    <a:pt x="209" y="233"/>
                    <a:pt x="223" y="175"/>
                  </a:cubicBezTo>
                  <a:cubicBezTo>
                    <a:pt x="240" y="109"/>
                    <a:pt x="223" y="39"/>
                    <a:pt x="169" y="6"/>
                  </a:cubicBezTo>
                  <a:cubicBezTo>
                    <a:pt x="157" y="2"/>
                    <a:pt x="14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33"/>
            <p:cNvSpPr/>
            <p:nvPr/>
          </p:nvSpPr>
          <p:spPr>
            <a:xfrm>
              <a:off x="5068425" y="2824475"/>
              <a:ext cx="5175" cy="2100"/>
            </a:xfrm>
            <a:custGeom>
              <a:avLst/>
              <a:gdLst/>
              <a:ahLst/>
              <a:cxnLst/>
              <a:rect l="l" t="t" r="r" b="b"/>
              <a:pathLst>
                <a:path w="207" h="84" extrusionOk="0">
                  <a:moveTo>
                    <a:pt x="120" y="1"/>
                  </a:moveTo>
                  <a:cubicBezTo>
                    <a:pt x="108" y="1"/>
                    <a:pt x="95" y="5"/>
                    <a:pt x="87" y="13"/>
                  </a:cubicBezTo>
                  <a:cubicBezTo>
                    <a:pt x="70" y="13"/>
                    <a:pt x="33" y="30"/>
                    <a:pt x="17" y="63"/>
                  </a:cubicBezTo>
                  <a:lnTo>
                    <a:pt x="0" y="83"/>
                  </a:lnTo>
                  <a:lnTo>
                    <a:pt x="206" y="83"/>
                  </a:lnTo>
                  <a:cubicBezTo>
                    <a:pt x="206" y="63"/>
                    <a:pt x="190" y="46"/>
                    <a:pt x="173" y="30"/>
                  </a:cubicBezTo>
                  <a:lnTo>
                    <a:pt x="153" y="13"/>
                  </a:lnTo>
                  <a:cubicBezTo>
                    <a:pt x="145" y="5"/>
                    <a:pt x="132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33"/>
            <p:cNvSpPr/>
            <p:nvPr/>
          </p:nvSpPr>
          <p:spPr>
            <a:xfrm>
              <a:off x="5263425" y="2665025"/>
              <a:ext cx="2100" cy="5600"/>
            </a:xfrm>
            <a:custGeom>
              <a:avLst/>
              <a:gdLst/>
              <a:ahLst/>
              <a:cxnLst/>
              <a:rect l="l" t="t" r="r" b="b"/>
              <a:pathLst>
                <a:path w="84" h="224" extrusionOk="0">
                  <a:moveTo>
                    <a:pt x="83" y="1"/>
                  </a:moveTo>
                  <a:lnTo>
                    <a:pt x="83" y="1"/>
                  </a:lnTo>
                  <a:cubicBezTo>
                    <a:pt x="34" y="34"/>
                    <a:pt x="1" y="87"/>
                    <a:pt x="17" y="153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50" y="153"/>
                    <a:pt x="67" y="87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33"/>
            <p:cNvSpPr/>
            <p:nvPr/>
          </p:nvSpPr>
          <p:spPr>
            <a:xfrm>
              <a:off x="5085625" y="2821800"/>
              <a:ext cx="6000" cy="4250"/>
            </a:xfrm>
            <a:custGeom>
              <a:avLst/>
              <a:gdLst/>
              <a:ahLst/>
              <a:cxnLst/>
              <a:rect l="l" t="t" r="r" b="b"/>
              <a:pathLst>
                <a:path w="240" h="170" extrusionOk="0">
                  <a:moveTo>
                    <a:pt x="104" y="1"/>
                  </a:moveTo>
                  <a:cubicBezTo>
                    <a:pt x="50" y="17"/>
                    <a:pt x="1" y="87"/>
                    <a:pt x="17" y="153"/>
                  </a:cubicBezTo>
                  <a:lnTo>
                    <a:pt x="17" y="170"/>
                  </a:lnTo>
                  <a:cubicBezTo>
                    <a:pt x="83" y="170"/>
                    <a:pt x="170" y="153"/>
                    <a:pt x="240" y="153"/>
                  </a:cubicBezTo>
                  <a:lnTo>
                    <a:pt x="240" y="120"/>
                  </a:lnTo>
                  <a:cubicBezTo>
                    <a:pt x="223" y="87"/>
                    <a:pt x="223" y="50"/>
                    <a:pt x="186" y="34"/>
                  </a:cubicBezTo>
                  <a:cubicBezTo>
                    <a:pt x="186" y="17"/>
                    <a:pt x="170" y="17"/>
                    <a:pt x="170" y="17"/>
                  </a:cubicBezTo>
                  <a:cubicBezTo>
                    <a:pt x="153" y="1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33"/>
            <p:cNvSpPr/>
            <p:nvPr/>
          </p:nvSpPr>
          <p:spPr>
            <a:xfrm>
              <a:off x="5253125" y="2602225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4" y="0"/>
                  </a:moveTo>
                  <a:cubicBezTo>
                    <a:pt x="79" y="0"/>
                    <a:pt x="30" y="35"/>
                    <a:pt x="17" y="88"/>
                  </a:cubicBezTo>
                  <a:cubicBezTo>
                    <a:pt x="1" y="159"/>
                    <a:pt x="17" y="229"/>
                    <a:pt x="83" y="262"/>
                  </a:cubicBezTo>
                  <a:lnTo>
                    <a:pt x="137" y="262"/>
                  </a:lnTo>
                  <a:cubicBezTo>
                    <a:pt x="170" y="262"/>
                    <a:pt x="207" y="229"/>
                    <a:pt x="223" y="175"/>
                  </a:cubicBezTo>
                  <a:cubicBezTo>
                    <a:pt x="240" y="126"/>
                    <a:pt x="223" y="72"/>
                    <a:pt x="207" y="39"/>
                  </a:cubicBezTo>
                  <a:cubicBezTo>
                    <a:pt x="186" y="39"/>
                    <a:pt x="170" y="23"/>
                    <a:pt x="153" y="6"/>
                  </a:cubicBezTo>
                  <a:cubicBezTo>
                    <a:pt x="144" y="2"/>
                    <a:pt x="134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33"/>
            <p:cNvSpPr/>
            <p:nvPr/>
          </p:nvSpPr>
          <p:spPr>
            <a:xfrm>
              <a:off x="5250950" y="261972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26" y="0"/>
                  </a:moveTo>
                  <a:cubicBezTo>
                    <a:pt x="103" y="0"/>
                    <a:pt x="82" y="13"/>
                    <a:pt x="67" y="28"/>
                  </a:cubicBezTo>
                  <a:cubicBezTo>
                    <a:pt x="34" y="44"/>
                    <a:pt x="17" y="61"/>
                    <a:pt x="17" y="94"/>
                  </a:cubicBezTo>
                  <a:cubicBezTo>
                    <a:pt x="1" y="110"/>
                    <a:pt x="1" y="147"/>
                    <a:pt x="17" y="180"/>
                  </a:cubicBezTo>
                  <a:cubicBezTo>
                    <a:pt x="17" y="213"/>
                    <a:pt x="50" y="234"/>
                    <a:pt x="88" y="250"/>
                  </a:cubicBezTo>
                  <a:cubicBezTo>
                    <a:pt x="101" y="259"/>
                    <a:pt x="115" y="263"/>
                    <a:pt x="130" y="263"/>
                  </a:cubicBezTo>
                  <a:cubicBezTo>
                    <a:pt x="170" y="263"/>
                    <a:pt x="212" y="232"/>
                    <a:pt x="224" y="180"/>
                  </a:cubicBezTo>
                  <a:cubicBezTo>
                    <a:pt x="240" y="110"/>
                    <a:pt x="224" y="44"/>
                    <a:pt x="154" y="7"/>
                  </a:cubicBezTo>
                  <a:cubicBezTo>
                    <a:pt x="144" y="2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33"/>
            <p:cNvSpPr/>
            <p:nvPr/>
          </p:nvSpPr>
          <p:spPr>
            <a:xfrm>
              <a:off x="5112225" y="28174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87" y="1"/>
                    <a:pt x="71" y="1"/>
                    <a:pt x="34" y="34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87" y="190"/>
                    <a:pt x="153" y="190"/>
                    <a:pt x="207" y="174"/>
                  </a:cubicBezTo>
                  <a:cubicBezTo>
                    <a:pt x="223" y="137"/>
                    <a:pt x="223" y="87"/>
                    <a:pt x="190" y="54"/>
                  </a:cubicBezTo>
                  <a:cubicBezTo>
                    <a:pt x="190" y="34"/>
                    <a:pt x="174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33"/>
            <p:cNvSpPr/>
            <p:nvPr/>
          </p:nvSpPr>
          <p:spPr>
            <a:xfrm>
              <a:off x="5247050" y="26672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3" y="0"/>
                  </a:moveTo>
                  <a:cubicBezTo>
                    <a:pt x="54" y="17"/>
                    <a:pt x="0" y="87"/>
                    <a:pt x="17" y="153"/>
                  </a:cubicBezTo>
                  <a:cubicBezTo>
                    <a:pt x="17" y="190"/>
                    <a:pt x="37" y="223"/>
                    <a:pt x="70" y="239"/>
                  </a:cubicBezTo>
                  <a:cubicBezTo>
                    <a:pt x="82" y="251"/>
                    <a:pt x="102" y="263"/>
                    <a:pt x="120" y="263"/>
                  </a:cubicBezTo>
                  <a:cubicBezTo>
                    <a:pt x="127" y="263"/>
                    <a:pt x="134" y="261"/>
                    <a:pt x="141" y="256"/>
                  </a:cubicBezTo>
                  <a:cubicBezTo>
                    <a:pt x="206" y="256"/>
                    <a:pt x="244" y="190"/>
                    <a:pt x="244" y="120"/>
                  </a:cubicBezTo>
                  <a:cubicBezTo>
                    <a:pt x="223" y="66"/>
                    <a:pt x="206" y="33"/>
                    <a:pt x="173" y="17"/>
                  </a:cubicBezTo>
                  <a:cubicBezTo>
                    <a:pt x="157" y="0"/>
                    <a:pt x="141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33"/>
            <p:cNvSpPr/>
            <p:nvPr/>
          </p:nvSpPr>
          <p:spPr>
            <a:xfrm>
              <a:off x="5250550" y="26521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7" y="0"/>
                  </a:moveTo>
                  <a:cubicBezTo>
                    <a:pt x="104" y="0"/>
                    <a:pt x="66" y="17"/>
                    <a:pt x="50" y="33"/>
                  </a:cubicBezTo>
                  <a:cubicBezTo>
                    <a:pt x="33" y="50"/>
                    <a:pt x="17" y="87"/>
                    <a:pt x="17" y="120"/>
                  </a:cubicBezTo>
                  <a:cubicBezTo>
                    <a:pt x="1" y="153"/>
                    <a:pt x="17" y="190"/>
                    <a:pt x="33" y="223"/>
                  </a:cubicBezTo>
                  <a:cubicBezTo>
                    <a:pt x="50" y="240"/>
                    <a:pt x="83" y="256"/>
                    <a:pt x="104" y="256"/>
                  </a:cubicBezTo>
                  <a:cubicBezTo>
                    <a:pt x="113" y="262"/>
                    <a:pt x="123" y="265"/>
                    <a:pt x="133" y="265"/>
                  </a:cubicBezTo>
                  <a:cubicBezTo>
                    <a:pt x="155" y="265"/>
                    <a:pt x="174" y="251"/>
                    <a:pt x="186" y="240"/>
                  </a:cubicBezTo>
                  <a:cubicBezTo>
                    <a:pt x="240" y="190"/>
                    <a:pt x="240" y="103"/>
                    <a:pt x="207" y="50"/>
                  </a:cubicBezTo>
                  <a:cubicBezTo>
                    <a:pt x="186" y="33"/>
                    <a:pt x="170" y="17"/>
                    <a:pt x="153" y="17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33"/>
            <p:cNvSpPr/>
            <p:nvPr/>
          </p:nvSpPr>
          <p:spPr>
            <a:xfrm>
              <a:off x="5236325" y="26528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8" y="0"/>
                  </a:moveTo>
                  <a:cubicBezTo>
                    <a:pt x="81" y="0"/>
                    <a:pt x="31" y="30"/>
                    <a:pt x="17" y="74"/>
                  </a:cubicBezTo>
                  <a:cubicBezTo>
                    <a:pt x="1" y="145"/>
                    <a:pt x="17" y="227"/>
                    <a:pt x="87" y="248"/>
                  </a:cubicBezTo>
                  <a:cubicBezTo>
                    <a:pt x="104" y="264"/>
                    <a:pt x="120" y="264"/>
                    <a:pt x="137" y="264"/>
                  </a:cubicBezTo>
                  <a:cubicBezTo>
                    <a:pt x="174" y="248"/>
                    <a:pt x="207" y="227"/>
                    <a:pt x="223" y="178"/>
                  </a:cubicBezTo>
                  <a:cubicBezTo>
                    <a:pt x="240" y="124"/>
                    <a:pt x="223" y="74"/>
                    <a:pt x="207" y="41"/>
                  </a:cubicBezTo>
                  <a:cubicBezTo>
                    <a:pt x="190" y="21"/>
                    <a:pt x="174" y="21"/>
                    <a:pt x="157" y="4"/>
                  </a:cubicBezTo>
                  <a:cubicBezTo>
                    <a:pt x="148" y="1"/>
                    <a:pt x="138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33"/>
            <p:cNvSpPr/>
            <p:nvPr/>
          </p:nvSpPr>
          <p:spPr>
            <a:xfrm>
              <a:off x="5214875" y="2766350"/>
              <a:ext cx="3025" cy="3525"/>
            </a:xfrm>
            <a:custGeom>
              <a:avLst/>
              <a:gdLst/>
              <a:ahLst/>
              <a:cxnLst/>
              <a:rect l="l" t="t" r="r" b="b"/>
              <a:pathLst>
                <a:path w="121" h="141" extrusionOk="0">
                  <a:moveTo>
                    <a:pt x="121" y="1"/>
                  </a:moveTo>
                  <a:cubicBezTo>
                    <a:pt x="104" y="1"/>
                    <a:pt x="104" y="1"/>
                    <a:pt x="88" y="17"/>
                  </a:cubicBezTo>
                  <a:cubicBezTo>
                    <a:pt x="34" y="17"/>
                    <a:pt x="1" y="71"/>
                    <a:pt x="1" y="141"/>
                  </a:cubicBezTo>
                  <a:cubicBezTo>
                    <a:pt x="34" y="87"/>
                    <a:pt x="67" y="54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33"/>
            <p:cNvSpPr/>
            <p:nvPr/>
          </p:nvSpPr>
          <p:spPr>
            <a:xfrm>
              <a:off x="5238500" y="2728925"/>
              <a:ext cx="5175" cy="6525"/>
            </a:xfrm>
            <a:custGeom>
              <a:avLst/>
              <a:gdLst/>
              <a:ahLst/>
              <a:cxnLst/>
              <a:rect l="l" t="t" r="r" b="b"/>
              <a:pathLst>
                <a:path w="207" h="261" extrusionOk="0">
                  <a:moveTo>
                    <a:pt x="125" y="1"/>
                  </a:moveTo>
                  <a:cubicBezTo>
                    <a:pt x="80" y="1"/>
                    <a:pt x="30" y="30"/>
                    <a:pt x="17" y="71"/>
                  </a:cubicBezTo>
                  <a:cubicBezTo>
                    <a:pt x="0" y="141"/>
                    <a:pt x="17" y="228"/>
                    <a:pt x="87" y="244"/>
                  </a:cubicBezTo>
                  <a:lnTo>
                    <a:pt x="103" y="261"/>
                  </a:lnTo>
                  <a:lnTo>
                    <a:pt x="103" y="228"/>
                  </a:lnTo>
                  <a:cubicBezTo>
                    <a:pt x="136" y="174"/>
                    <a:pt x="173" y="108"/>
                    <a:pt x="206" y="55"/>
                  </a:cubicBezTo>
                  <a:cubicBezTo>
                    <a:pt x="190" y="38"/>
                    <a:pt x="173" y="22"/>
                    <a:pt x="153" y="5"/>
                  </a:cubicBezTo>
                  <a:cubicBezTo>
                    <a:pt x="144" y="2"/>
                    <a:pt x="134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33"/>
            <p:cNvSpPr/>
            <p:nvPr/>
          </p:nvSpPr>
          <p:spPr>
            <a:xfrm>
              <a:off x="5245800" y="2713200"/>
              <a:ext cx="5600" cy="6375"/>
            </a:xfrm>
            <a:custGeom>
              <a:avLst/>
              <a:gdLst/>
              <a:ahLst/>
              <a:cxnLst/>
              <a:rect l="l" t="t" r="r" b="b"/>
              <a:pathLst>
                <a:path w="224" h="255" extrusionOk="0">
                  <a:moveTo>
                    <a:pt x="110" y="1"/>
                  </a:moveTo>
                  <a:cubicBezTo>
                    <a:pt x="70" y="1"/>
                    <a:pt x="29" y="34"/>
                    <a:pt x="17" y="82"/>
                  </a:cubicBezTo>
                  <a:cubicBezTo>
                    <a:pt x="1" y="152"/>
                    <a:pt x="17" y="222"/>
                    <a:pt x="87" y="255"/>
                  </a:cubicBezTo>
                  <a:lnTo>
                    <a:pt x="137" y="255"/>
                  </a:lnTo>
                  <a:cubicBezTo>
                    <a:pt x="153" y="205"/>
                    <a:pt x="191" y="135"/>
                    <a:pt x="223" y="65"/>
                  </a:cubicBezTo>
                  <a:cubicBezTo>
                    <a:pt x="207" y="49"/>
                    <a:pt x="191" y="16"/>
                    <a:pt x="153" y="16"/>
                  </a:cubicBezTo>
                  <a:cubicBezTo>
                    <a:pt x="140" y="6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33"/>
            <p:cNvSpPr/>
            <p:nvPr/>
          </p:nvSpPr>
          <p:spPr>
            <a:xfrm>
              <a:off x="5256525" y="26800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37" y="1"/>
                  </a:moveTo>
                  <a:cubicBezTo>
                    <a:pt x="120" y="1"/>
                    <a:pt x="87" y="17"/>
                    <a:pt x="50" y="34"/>
                  </a:cubicBezTo>
                  <a:cubicBezTo>
                    <a:pt x="17" y="67"/>
                    <a:pt x="1" y="153"/>
                    <a:pt x="50" y="207"/>
                  </a:cubicBezTo>
                  <a:cubicBezTo>
                    <a:pt x="71" y="240"/>
                    <a:pt x="87" y="256"/>
                    <a:pt x="120" y="256"/>
                  </a:cubicBezTo>
                  <a:cubicBezTo>
                    <a:pt x="137" y="256"/>
                    <a:pt x="174" y="256"/>
                    <a:pt x="190" y="240"/>
                  </a:cubicBezTo>
                  <a:cubicBezTo>
                    <a:pt x="207" y="190"/>
                    <a:pt x="207" y="137"/>
                    <a:pt x="223" y="67"/>
                  </a:cubicBezTo>
                  <a:lnTo>
                    <a:pt x="223" y="50"/>
                  </a:lnTo>
                  <a:cubicBezTo>
                    <a:pt x="207" y="34"/>
                    <a:pt x="190" y="17"/>
                    <a:pt x="174" y="17"/>
                  </a:cubicBezTo>
                  <a:cubicBezTo>
                    <a:pt x="153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33"/>
            <p:cNvSpPr/>
            <p:nvPr/>
          </p:nvSpPr>
          <p:spPr>
            <a:xfrm>
              <a:off x="5140150" y="2809750"/>
              <a:ext cx="5600" cy="5575"/>
            </a:xfrm>
            <a:custGeom>
              <a:avLst/>
              <a:gdLst/>
              <a:ahLst/>
              <a:cxnLst/>
              <a:rect l="l" t="t" r="r" b="b"/>
              <a:pathLst>
                <a:path w="224" h="223" extrusionOk="0">
                  <a:moveTo>
                    <a:pt x="104" y="0"/>
                  </a:moveTo>
                  <a:cubicBezTo>
                    <a:pt x="50" y="17"/>
                    <a:pt x="1" y="70"/>
                    <a:pt x="17" y="157"/>
                  </a:cubicBezTo>
                  <a:cubicBezTo>
                    <a:pt x="17" y="173"/>
                    <a:pt x="34" y="206"/>
                    <a:pt x="50" y="223"/>
                  </a:cubicBezTo>
                  <a:cubicBezTo>
                    <a:pt x="104" y="206"/>
                    <a:pt x="170" y="173"/>
                    <a:pt x="224" y="157"/>
                  </a:cubicBezTo>
                  <a:lnTo>
                    <a:pt x="224" y="103"/>
                  </a:lnTo>
                  <a:cubicBezTo>
                    <a:pt x="224" y="70"/>
                    <a:pt x="207" y="33"/>
                    <a:pt x="191" y="17"/>
                  </a:cubicBezTo>
                  <a:cubicBezTo>
                    <a:pt x="17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33"/>
            <p:cNvSpPr/>
            <p:nvPr/>
          </p:nvSpPr>
          <p:spPr>
            <a:xfrm>
              <a:off x="5194675" y="2783450"/>
              <a:ext cx="4375" cy="3550"/>
            </a:xfrm>
            <a:custGeom>
              <a:avLst/>
              <a:gdLst/>
              <a:ahLst/>
              <a:cxnLst/>
              <a:rect l="l" t="t" r="r" b="b"/>
              <a:pathLst>
                <a:path w="175" h="142" extrusionOk="0">
                  <a:moveTo>
                    <a:pt x="127" y="1"/>
                  </a:moveTo>
                  <a:cubicBezTo>
                    <a:pt x="82" y="1"/>
                    <a:pt x="31" y="34"/>
                    <a:pt x="17" y="92"/>
                  </a:cubicBezTo>
                  <a:cubicBezTo>
                    <a:pt x="17" y="108"/>
                    <a:pt x="1" y="125"/>
                    <a:pt x="17" y="141"/>
                  </a:cubicBezTo>
                  <a:cubicBezTo>
                    <a:pt x="71" y="108"/>
                    <a:pt x="120" y="55"/>
                    <a:pt x="174" y="22"/>
                  </a:cubicBezTo>
                  <a:cubicBezTo>
                    <a:pt x="174" y="22"/>
                    <a:pt x="174" y="5"/>
                    <a:pt x="153" y="5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33"/>
            <p:cNvSpPr/>
            <p:nvPr/>
          </p:nvSpPr>
          <p:spPr>
            <a:xfrm>
              <a:off x="5126350" y="2814900"/>
              <a:ext cx="5700" cy="4775"/>
            </a:xfrm>
            <a:custGeom>
              <a:avLst/>
              <a:gdLst/>
              <a:ahLst/>
              <a:cxnLst/>
              <a:rect l="l" t="t" r="r" b="b"/>
              <a:pathLst>
                <a:path w="228" h="191" extrusionOk="0">
                  <a:moveTo>
                    <a:pt x="103" y="0"/>
                  </a:moveTo>
                  <a:cubicBezTo>
                    <a:pt x="38" y="0"/>
                    <a:pt x="0" y="71"/>
                    <a:pt x="21" y="137"/>
                  </a:cubicBezTo>
                  <a:lnTo>
                    <a:pt x="21" y="190"/>
                  </a:lnTo>
                  <a:cubicBezTo>
                    <a:pt x="87" y="174"/>
                    <a:pt x="157" y="157"/>
                    <a:pt x="227" y="120"/>
                  </a:cubicBezTo>
                  <a:lnTo>
                    <a:pt x="227" y="104"/>
                  </a:lnTo>
                  <a:cubicBezTo>
                    <a:pt x="227" y="71"/>
                    <a:pt x="207" y="33"/>
                    <a:pt x="190" y="17"/>
                  </a:cubicBezTo>
                  <a:cubicBezTo>
                    <a:pt x="174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33"/>
            <p:cNvSpPr/>
            <p:nvPr/>
          </p:nvSpPr>
          <p:spPr>
            <a:xfrm>
              <a:off x="5154700" y="2806850"/>
              <a:ext cx="4750" cy="3325"/>
            </a:xfrm>
            <a:custGeom>
              <a:avLst/>
              <a:gdLst/>
              <a:ahLst/>
              <a:cxnLst/>
              <a:rect l="l" t="t" r="r" b="b"/>
              <a:pathLst>
                <a:path w="190" h="133" extrusionOk="0">
                  <a:moveTo>
                    <a:pt x="113" y="0"/>
                  </a:moveTo>
                  <a:cubicBezTo>
                    <a:pt x="72" y="0"/>
                    <a:pt x="33" y="32"/>
                    <a:pt x="21" y="83"/>
                  </a:cubicBezTo>
                  <a:cubicBezTo>
                    <a:pt x="0" y="100"/>
                    <a:pt x="0" y="116"/>
                    <a:pt x="0" y="133"/>
                  </a:cubicBezTo>
                  <a:cubicBezTo>
                    <a:pt x="70" y="100"/>
                    <a:pt x="140" y="83"/>
                    <a:pt x="190" y="46"/>
                  </a:cubicBezTo>
                  <a:cubicBezTo>
                    <a:pt x="190" y="30"/>
                    <a:pt x="173" y="13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33"/>
            <p:cNvSpPr/>
            <p:nvPr/>
          </p:nvSpPr>
          <p:spPr>
            <a:xfrm>
              <a:off x="5174075" y="27586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70" y="0"/>
                    <a:pt x="33" y="1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17" y="190"/>
                    <a:pt x="17" y="206"/>
                    <a:pt x="50" y="244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3"/>
                  </a:cubicBezTo>
                  <a:cubicBezTo>
                    <a:pt x="223" y="70"/>
                    <a:pt x="206" y="54"/>
                    <a:pt x="173" y="17"/>
                  </a:cubicBezTo>
                  <a:cubicBezTo>
                    <a:pt x="173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33"/>
            <p:cNvSpPr/>
            <p:nvPr/>
          </p:nvSpPr>
          <p:spPr>
            <a:xfrm>
              <a:off x="5180450" y="2787900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04" y="0"/>
                  </a:moveTo>
                  <a:cubicBezTo>
                    <a:pt x="71" y="0"/>
                    <a:pt x="55" y="17"/>
                    <a:pt x="38" y="50"/>
                  </a:cubicBezTo>
                  <a:cubicBezTo>
                    <a:pt x="22" y="83"/>
                    <a:pt x="1" y="120"/>
                    <a:pt x="22" y="153"/>
                  </a:cubicBezTo>
                  <a:cubicBezTo>
                    <a:pt x="22" y="186"/>
                    <a:pt x="38" y="206"/>
                    <a:pt x="55" y="239"/>
                  </a:cubicBezTo>
                  <a:cubicBezTo>
                    <a:pt x="88" y="256"/>
                    <a:pt x="104" y="256"/>
                    <a:pt x="141" y="256"/>
                  </a:cubicBezTo>
                  <a:cubicBezTo>
                    <a:pt x="207" y="239"/>
                    <a:pt x="244" y="169"/>
                    <a:pt x="228" y="103"/>
                  </a:cubicBezTo>
                  <a:cubicBezTo>
                    <a:pt x="228" y="66"/>
                    <a:pt x="207" y="50"/>
                    <a:pt x="191" y="17"/>
                  </a:cubicBezTo>
                  <a:cubicBezTo>
                    <a:pt x="174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33"/>
            <p:cNvSpPr/>
            <p:nvPr/>
          </p:nvSpPr>
          <p:spPr>
            <a:xfrm>
              <a:off x="5185625" y="272357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1" y="1"/>
                  </a:moveTo>
                  <a:cubicBezTo>
                    <a:pt x="123" y="1"/>
                    <a:pt x="113" y="5"/>
                    <a:pt x="103" y="13"/>
                  </a:cubicBezTo>
                  <a:cubicBezTo>
                    <a:pt x="37" y="13"/>
                    <a:pt x="0" y="79"/>
                    <a:pt x="0" y="149"/>
                  </a:cubicBezTo>
                  <a:cubicBezTo>
                    <a:pt x="21" y="182"/>
                    <a:pt x="37" y="219"/>
                    <a:pt x="54" y="236"/>
                  </a:cubicBezTo>
                  <a:cubicBezTo>
                    <a:pt x="65" y="247"/>
                    <a:pt x="85" y="259"/>
                    <a:pt x="109" y="259"/>
                  </a:cubicBezTo>
                  <a:cubicBezTo>
                    <a:pt x="119" y="259"/>
                    <a:pt x="129" y="257"/>
                    <a:pt x="140" y="252"/>
                  </a:cubicBezTo>
                  <a:cubicBezTo>
                    <a:pt x="190" y="252"/>
                    <a:pt x="243" y="182"/>
                    <a:pt x="227" y="116"/>
                  </a:cubicBezTo>
                  <a:cubicBezTo>
                    <a:pt x="227" y="79"/>
                    <a:pt x="206" y="46"/>
                    <a:pt x="190" y="29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8" y="5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33"/>
            <p:cNvSpPr/>
            <p:nvPr/>
          </p:nvSpPr>
          <p:spPr>
            <a:xfrm>
              <a:off x="5184800" y="277110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70" y="0"/>
                    <a:pt x="54" y="1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4" y="239"/>
                    <a:pt x="70" y="260"/>
                    <a:pt x="103" y="260"/>
                  </a:cubicBezTo>
                  <a:cubicBezTo>
                    <a:pt x="136" y="260"/>
                    <a:pt x="173" y="239"/>
                    <a:pt x="190" y="223"/>
                  </a:cubicBezTo>
                  <a:cubicBezTo>
                    <a:pt x="206" y="206"/>
                    <a:pt x="223" y="173"/>
                    <a:pt x="223" y="136"/>
                  </a:cubicBezTo>
                  <a:cubicBezTo>
                    <a:pt x="223" y="103"/>
                    <a:pt x="223" y="70"/>
                    <a:pt x="206" y="54"/>
                  </a:cubicBezTo>
                  <a:cubicBezTo>
                    <a:pt x="190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33"/>
            <p:cNvSpPr/>
            <p:nvPr/>
          </p:nvSpPr>
          <p:spPr>
            <a:xfrm>
              <a:off x="5187375" y="270765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11" y="0"/>
                  </a:moveTo>
                  <a:cubicBezTo>
                    <a:pt x="69" y="0"/>
                    <a:pt x="29" y="33"/>
                    <a:pt x="17" y="81"/>
                  </a:cubicBezTo>
                  <a:cubicBezTo>
                    <a:pt x="0" y="151"/>
                    <a:pt x="17" y="221"/>
                    <a:pt x="70" y="254"/>
                  </a:cubicBezTo>
                  <a:cubicBezTo>
                    <a:pt x="82" y="257"/>
                    <a:pt x="94" y="258"/>
                    <a:pt x="105" y="258"/>
                  </a:cubicBezTo>
                  <a:cubicBezTo>
                    <a:pt x="159" y="258"/>
                    <a:pt x="209" y="228"/>
                    <a:pt x="223" y="184"/>
                  </a:cubicBezTo>
                  <a:cubicBezTo>
                    <a:pt x="239" y="118"/>
                    <a:pt x="206" y="31"/>
                    <a:pt x="157" y="15"/>
                  </a:cubicBezTo>
                  <a:cubicBezTo>
                    <a:pt x="142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33"/>
            <p:cNvSpPr/>
            <p:nvPr/>
          </p:nvSpPr>
          <p:spPr>
            <a:xfrm>
              <a:off x="5084300" y="2647500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0" y="153"/>
                    <a:pt x="33" y="219"/>
                    <a:pt x="87" y="256"/>
                  </a:cubicBezTo>
                  <a:cubicBezTo>
                    <a:pt x="95" y="259"/>
                    <a:pt x="103" y="260"/>
                    <a:pt x="112" y="260"/>
                  </a:cubicBezTo>
                  <a:cubicBezTo>
                    <a:pt x="157" y="260"/>
                    <a:pt x="209" y="225"/>
                    <a:pt x="223" y="170"/>
                  </a:cubicBezTo>
                  <a:cubicBezTo>
                    <a:pt x="260" y="116"/>
                    <a:pt x="223" y="30"/>
                    <a:pt x="173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33"/>
            <p:cNvSpPr/>
            <p:nvPr/>
          </p:nvSpPr>
          <p:spPr>
            <a:xfrm>
              <a:off x="5183550" y="27434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93" y="1"/>
                  </a:moveTo>
                  <a:cubicBezTo>
                    <a:pt x="72" y="1"/>
                    <a:pt x="57" y="13"/>
                    <a:pt x="34" y="28"/>
                  </a:cubicBezTo>
                  <a:cubicBezTo>
                    <a:pt x="17" y="61"/>
                    <a:pt x="1" y="77"/>
                    <a:pt x="1" y="110"/>
                  </a:cubicBezTo>
                  <a:cubicBezTo>
                    <a:pt x="1" y="148"/>
                    <a:pt x="1" y="181"/>
                    <a:pt x="17" y="214"/>
                  </a:cubicBezTo>
                  <a:cubicBezTo>
                    <a:pt x="36" y="245"/>
                    <a:pt x="69" y="264"/>
                    <a:pt x="102" y="264"/>
                  </a:cubicBezTo>
                  <a:cubicBezTo>
                    <a:pt x="125" y="264"/>
                    <a:pt x="149" y="255"/>
                    <a:pt x="170" y="234"/>
                  </a:cubicBezTo>
                  <a:cubicBezTo>
                    <a:pt x="223" y="181"/>
                    <a:pt x="223" y="110"/>
                    <a:pt x="186" y="45"/>
                  </a:cubicBezTo>
                  <a:cubicBezTo>
                    <a:pt x="186" y="28"/>
                    <a:pt x="170" y="28"/>
                    <a:pt x="153" y="7"/>
                  </a:cubicBezTo>
                  <a:lnTo>
                    <a:pt x="120" y="7"/>
                  </a:lnTo>
                  <a:cubicBezTo>
                    <a:pt x="110" y="3"/>
                    <a:pt x="101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33"/>
            <p:cNvSpPr/>
            <p:nvPr/>
          </p:nvSpPr>
          <p:spPr>
            <a:xfrm>
              <a:off x="5174475" y="26629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29" y="0"/>
                  </a:moveTo>
                  <a:cubicBezTo>
                    <a:pt x="120" y="0"/>
                    <a:pt x="112" y="4"/>
                    <a:pt x="104" y="13"/>
                  </a:cubicBezTo>
                  <a:cubicBezTo>
                    <a:pt x="87" y="13"/>
                    <a:pt x="71" y="29"/>
                    <a:pt x="54" y="50"/>
                  </a:cubicBezTo>
                  <a:cubicBezTo>
                    <a:pt x="17" y="66"/>
                    <a:pt x="1" y="116"/>
                    <a:pt x="17" y="153"/>
                  </a:cubicBezTo>
                  <a:cubicBezTo>
                    <a:pt x="17" y="186"/>
                    <a:pt x="34" y="219"/>
                    <a:pt x="54" y="235"/>
                  </a:cubicBezTo>
                  <a:cubicBezTo>
                    <a:pt x="78" y="250"/>
                    <a:pt x="93" y="263"/>
                    <a:pt x="112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190" y="256"/>
                    <a:pt x="240" y="186"/>
                    <a:pt x="240" y="132"/>
                  </a:cubicBezTo>
                  <a:cubicBezTo>
                    <a:pt x="240" y="116"/>
                    <a:pt x="240" y="116"/>
                    <a:pt x="223" y="116"/>
                  </a:cubicBezTo>
                  <a:cubicBezTo>
                    <a:pt x="223" y="66"/>
                    <a:pt x="207" y="29"/>
                    <a:pt x="157" y="13"/>
                  </a:cubicBezTo>
                  <a:cubicBezTo>
                    <a:pt x="147" y="4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33"/>
            <p:cNvSpPr/>
            <p:nvPr/>
          </p:nvSpPr>
          <p:spPr>
            <a:xfrm>
              <a:off x="5177475" y="261890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9" y="0"/>
                  </a:moveTo>
                  <a:cubicBezTo>
                    <a:pt x="86" y="0"/>
                    <a:pt x="66" y="12"/>
                    <a:pt x="54" y="23"/>
                  </a:cubicBezTo>
                  <a:cubicBezTo>
                    <a:pt x="17" y="61"/>
                    <a:pt x="17" y="77"/>
                    <a:pt x="0" y="110"/>
                  </a:cubicBezTo>
                  <a:cubicBezTo>
                    <a:pt x="0" y="143"/>
                    <a:pt x="17" y="180"/>
                    <a:pt x="37" y="213"/>
                  </a:cubicBezTo>
                  <a:cubicBezTo>
                    <a:pt x="54" y="230"/>
                    <a:pt x="70" y="246"/>
                    <a:pt x="103" y="267"/>
                  </a:cubicBezTo>
                  <a:cubicBezTo>
                    <a:pt x="141" y="267"/>
                    <a:pt x="174" y="246"/>
                    <a:pt x="190" y="230"/>
                  </a:cubicBezTo>
                  <a:cubicBezTo>
                    <a:pt x="244" y="180"/>
                    <a:pt x="244" y="110"/>
                    <a:pt x="207" y="40"/>
                  </a:cubicBezTo>
                  <a:cubicBezTo>
                    <a:pt x="190" y="23"/>
                    <a:pt x="174" y="23"/>
                    <a:pt x="157" y="7"/>
                  </a:cubicBezTo>
                  <a:lnTo>
                    <a:pt x="141" y="7"/>
                  </a:lnTo>
                  <a:cubicBezTo>
                    <a:pt x="130" y="2"/>
                    <a:pt x="119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33"/>
            <p:cNvSpPr/>
            <p:nvPr/>
          </p:nvSpPr>
          <p:spPr>
            <a:xfrm>
              <a:off x="5213550" y="268862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7" y="1"/>
                  </a:moveTo>
                  <a:cubicBezTo>
                    <a:pt x="70" y="1"/>
                    <a:pt x="37" y="17"/>
                    <a:pt x="17" y="54"/>
                  </a:cubicBezTo>
                  <a:cubicBezTo>
                    <a:pt x="0" y="71"/>
                    <a:pt x="0" y="104"/>
                    <a:pt x="0" y="137"/>
                  </a:cubicBezTo>
                  <a:cubicBezTo>
                    <a:pt x="0" y="174"/>
                    <a:pt x="17" y="207"/>
                    <a:pt x="37" y="224"/>
                  </a:cubicBezTo>
                  <a:cubicBezTo>
                    <a:pt x="70" y="261"/>
                    <a:pt x="103" y="261"/>
                    <a:pt x="120" y="261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07" y="71"/>
                    <a:pt x="190" y="34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33"/>
            <p:cNvSpPr/>
            <p:nvPr/>
          </p:nvSpPr>
          <p:spPr>
            <a:xfrm>
              <a:off x="5217875" y="27513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04" y="1"/>
                    <a:pt x="71" y="21"/>
                    <a:pt x="50" y="38"/>
                  </a:cubicBezTo>
                  <a:cubicBezTo>
                    <a:pt x="17" y="54"/>
                    <a:pt x="17" y="87"/>
                    <a:pt x="1" y="124"/>
                  </a:cubicBezTo>
                  <a:cubicBezTo>
                    <a:pt x="1" y="157"/>
                    <a:pt x="17" y="190"/>
                    <a:pt x="34" y="227"/>
                  </a:cubicBezTo>
                  <a:cubicBezTo>
                    <a:pt x="50" y="244"/>
                    <a:pt x="71" y="260"/>
                    <a:pt x="104" y="260"/>
                  </a:cubicBezTo>
                  <a:cubicBezTo>
                    <a:pt x="113" y="265"/>
                    <a:pt x="122" y="267"/>
                    <a:pt x="129" y="267"/>
                  </a:cubicBezTo>
                  <a:cubicBezTo>
                    <a:pt x="148" y="267"/>
                    <a:pt x="164" y="256"/>
                    <a:pt x="190" y="244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0" y="38"/>
                    <a:pt x="174" y="21"/>
                    <a:pt x="153" y="21"/>
                  </a:cubicBezTo>
                  <a:cubicBezTo>
                    <a:pt x="153" y="21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33"/>
            <p:cNvSpPr/>
            <p:nvPr/>
          </p:nvSpPr>
          <p:spPr>
            <a:xfrm>
              <a:off x="5195925" y="27371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70" y="1"/>
                    <a:pt x="54" y="17"/>
                    <a:pt x="37" y="50"/>
                  </a:cubicBezTo>
                  <a:cubicBezTo>
                    <a:pt x="21" y="87"/>
                    <a:pt x="0" y="120"/>
                    <a:pt x="0" y="153"/>
                  </a:cubicBezTo>
                  <a:cubicBezTo>
                    <a:pt x="21" y="190"/>
                    <a:pt x="37" y="207"/>
                    <a:pt x="54" y="223"/>
                  </a:cubicBezTo>
                  <a:cubicBezTo>
                    <a:pt x="70" y="256"/>
                    <a:pt x="103" y="256"/>
                    <a:pt x="141" y="256"/>
                  </a:cubicBezTo>
                  <a:cubicBezTo>
                    <a:pt x="190" y="240"/>
                    <a:pt x="244" y="174"/>
                    <a:pt x="227" y="104"/>
                  </a:cubicBezTo>
                  <a:cubicBezTo>
                    <a:pt x="227" y="71"/>
                    <a:pt x="207" y="3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33"/>
            <p:cNvSpPr/>
            <p:nvPr/>
          </p:nvSpPr>
          <p:spPr>
            <a:xfrm>
              <a:off x="5220050" y="2701600"/>
              <a:ext cx="6400" cy="6425"/>
            </a:xfrm>
            <a:custGeom>
              <a:avLst/>
              <a:gdLst/>
              <a:ahLst/>
              <a:cxnLst/>
              <a:rect l="l" t="t" r="r" b="b"/>
              <a:pathLst>
                <a:path w="256" h="257" extrusionOk="0">
                  <a:moveTo>
                    <a:pt x="127" y="1"/>
                  </a:moveTo>
                  <a:cubicBezTo>
                    <a:pt x="86" y="1"/>
                    <a:pt x="45" y="32"/>
                    <a:pt x="33" y="84"/>
                  </a:cubicBezTo>
                  <a:cubicBezTo>
                    <a:pt x="0" y="154"/>
                    <a:pt x="33" y="220"/>
                    <a:pt x="87" y="257"/>
                  </a:cubicBezTo>
                  <a:lnTo>
                    <a:pt x="136" y="257"/>
                  </a:lnTo>
                  <a:cubicBezTo>
                    <a:pt x="190" y="257"/>
                    <a:pt x="223" y="220"/>
                    <a:pt x="239" y="170"/>
                  </a:cubicBezTo>
                  <a:cubicBezTo>
                    <a:pt x="256" y="133"/>
                    <a:pt x="239" y="84"/>
                    <a:pt x="206" y="51"/>
                  </a:cubicBezTo>
                  <a:cubicBezTo>
                    <a:pt x="206" y="30"/>
                    <a:pt x="190" y="14"/>
                    <a:pt x="169" y="14"/>
                  </a:cubicBezTo>
                  <a:cubicBezTo>
                    <a:pt x="156" y="5"/>
                    <a:pt x="141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33"/>
            <p:cNvSpPr/>
            <p:nvPr/>
          </p:nvSpPr>
          <p:spPr>
            <a:xfrm>
              <a:off x="5230350" y="2714075"/>
              <a:ext cx="6425" cy="6700"/>
            </a:xfrm>
            <a:custGeom>
              <a:avLst/>
              <a:gdLst/>
              <a:ahLst/>
              <a:cxnLst/>
              <a:rect l="l" t="t" r="r" b="b"/>
              <a:pathLst>
                <a:path w="257" h="268" extrusionOk="0">
                  <a:moveTo>
                    <a:pt x="127" y="1"/>
                  </a:moveTo>
                  <a:cubicBezTo>
                    <a:pt x="87" y="1"/>
                    <a:pt x="46" y="32"/>
                    <a:pt x="33" y="84"/>
                  </a:cubicBezTo>
                  <a:cubicBezTo>
                    <a:pt x="0" y="150"/>
                    <a:pt x="33" y="236"/>
                    <a:pt x="87" y="253"/>
                  </a:cubicBezTo>
                  <a:cubicBezTo>
                    <a:pt x="105" y="263"/>
                    <a:pt x="122" y="267"/>
                    <a:pt x="138" y="267"/>
                  </a:cubicBezTo>
                  <a:cubicBezTo>
                    <a:pt x="181" y="267"/>
                    <a:pt x="216" y="235"/>
                    <a:pt x="240" y="187"/>
                  </a:cubicBezTo>
                  <a:cubicBezTo>
                    <a:pt x="256" y="117"/>
                    <a:pt x="223" y="30"/>
                    <a:pt x="169" y="14"/>
                  </a:cubicBezTo>
                  <a:cubicBezTo>
                    <a:pt x="156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33"/>
            <p:cNvSpPr/>
            <p:nvPr/>
          </p:nvSpPr>
          <p:spPr>
            <a:xfrm>
              <a:off x="5218300" y="27191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57" y="0"/>
                  </a:moveTo>
                  <a:cubicBezTo>
                    <a:pt x="120" y="0"/>
                    <a:pt x="87" y="0"/>
                    <a:pt x="70" y="17"/>
                  </a:cubicBezTo>
                  <a:cubicBezTo>
                    <a:pt x="33" y="33"/>
                    <a:pt x="17" y="50"/>
                    <a:pt x="17" y="87"/>
                  </a:cubicBezTo>
                  <a:cubicBezTo>
                    <a:pt x="0" y="103"/>
                    <a:pt x="0" y="136"/>
                    <a:pt x="17" y="173"/>
                  </a:cubicBezTo>
                  <a:cubicBezTo>
                    <a:pt x="17" y="206"/>
                    <a:pt x="54" y="239"/>
                    <a:pt x="70" y="239"/>
                  </a:cubicBezTo>
                  <a:cubicBezTo>
                    <a:pt x="88" y="250"/>
                    <a:pt x="105" y="254"/>
                    <a:pt x="121" y="254"/>
                  </a:cubicBezTo>
                  <a:cubicBezTo>
                    <a:pt x="164" y="254"/>
                    <a:pt x="199" y="221"/>
                    <a:pt x="223" y="173"/>
                  </a:cubicBezTo>
                  <a:cubicBezTo>
                    <a:pt x="239" y="103"/>
                    <a:pt x="206" y="33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33"/>
            <p:cNvSpPr/>
            <p:nvPr/>
          </p:nvSpPr>
          <p:spPr>
            <a:xfrm>
              <a:off x="5235100" y="2699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66" y="1"/>
                    <a:pt x="50" y="17"/>
                  </a:cubicBezTo>
                  <a:cubicBezTo>
                    <a:pt x="0" y="71"/>
                    <a:pt x="0" y="157"/>
                    <a:pt x="33" y="207"/>
                  </a:cubicBezTo>
                  <a:cubicBezTo>
                    <a:pt x="50" y="244"/>
                    <a:pt x="83" y="260"/>
                    <a:pt x="103" y="260"/>
                  </a:cubicBezTo>
                  <a:cubicBezTo>
                    <a:pt x="136" y="260"/>
                    <a:pt x="169" y="260"/>
                    <a:pt x="186" y="223"/>
                  </a:cubicBezTo>
                  <a:cubicBezTo>
                    <a:pt x="206" y="207"/>
                    <a:pt x="223" y="174"/>
                    <a:pt x="223" y="141"/>
                  </a:cubicBezTo>
                  <a:cubicBezTo>
                    <a:pt x="239" y="104"/>
                    <a:pt x="223" y="71"/>
                    <a:pt x="206" y="54"/>
                  </a:cubicBezTo>
                  <a:cubicBezTo>
                    <a:pt x="186" y="38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33"/>
            <p:cNvSpPr/>
            <p:nvPr/>
          </p:nvSpPr>
          <p:spPr>
            <a:xfrm>
              <a:off x="5197675" y="2769500"/>
              <a:ext cx="6000" cy="6775"/>
            </a:xfrm>
            <a:custGeom>
              <a:avLst/>
              <a:gdLst/>
              <a:ahLst/>
              <a:cxnLst/>
              <a:rect l="l" t="t" r="r" b="b"/>
              <a:pathLst>
                <a:path w="240" h="271" extrusionOk="0">
                  <a:moveTo>
                    <a:pt x="128" y="0"/>
                  </a:moveTo>
                  <a:cubicBezTo>
                    <a:pt x="87" y="0"/>
                    <a:pt x="48" y="33"/>
                    <a:pt x="33" y="81"/>
                  </a:cubicBezTo>
                  <a:cubicBezTo>
                    <a:pt x="0" y="151"/>
                    <a:pt x="33" y="237"/>
                    <a:pt x="87" y="254"/>
                  </a:cubicBezTo>
                  <a:cubicBezTo>
                    <a:pt x="104" y="270"/>
                    <a:pt x="120" y="270"/>
                    <a:pt x="137" y="270"/>
                  </a:cubicBezTo>
                  <a:cubicBezTo>
                    <a:pt x="174" y="254"/>
                    <a:pt x="223" y="237"/>
                    <a:pt x="240" y="184"/>
                  </a:cubicBezTo>
                  <a:cubicBezTo>
                    <a:pt x="240" y="134"/>
                    <a:pt x="240" y="81"/>
                    <a:pt x="207" y="48"/>
                  </a:cubicBezTo>
                  <a:cubicBezTo>
                    <a:pt x="207" y="31"/>
                    <a:pt x="190" y="15"/>
                    <a:pt x="174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33"/>
            <p:cNvSpPr/>
            <p:nvPr/>
          </p:nvSpPr>
          <p:spPr>
            <a:xfrm>
              <a:off x="5210975" y="27354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37" y="17"/>
                    <a:pt x="0" y="87"/>
                    <a:pt x="17" y="157"/>
                  </a:cubicBezTo>
                  <a:cubicBezTo>
                    <a:pt x="17" y="190"/>
                    <a:pt x="37" y="223"/>
                    <a:pt x="70" y="244"/>
                  </a:cubicBezTo>
                  <a:cubicBezTo>
                    <a:pt x="87" y="260"/>
                    <a:pt x="103" y="260"/>
                    <a:pt x="140" y="260"/>
                  </a:cubicBezTo>
                  <a:cubicBezTo>
                    <a:pt x="173" y="260"/>
                    <a:pt x="190" y="244"/>
                    <a:pt x="206" y="207"/>
                  </a:cubicBezTo>
                  <a:cubicBezTo>
                    <a:pt x="223" y="174"/>
                    <a:pt x="244" y="141"/>
                    <a:pt x="223" y="104"/>
                  </a:cubicBezTo>
                  <a:cubicBezTo>
                    <a:pt x="223" y="71"/>
                    <a:pt x="206" y="54"/>
                    <a:pt x="190" y="17"/>
                  </a:cubicBezTo>
                  <a:cubicBezTo>
                    <a:pt x="173" y="17"/>
                    <a:pt x="173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33"/>
            <p:cNvSpPr/>
            <p:nvPr/>
          </p:nvSpPr>
          <p:spPr>
            <a:xfrm>
              <a:off x="5191700" y="27560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3" y="0"/>
                    <a:pt x="0" y="70"/>
                    <a:pt x="0" y="140"/>
                  </a:cubicBezTo>
                  <a:cubicBezTo>
                    <a:pt x="17" y="173"/>
                    <a:pt x="33" y="206"/>
                    <a:pt x="50" y="22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53" y="244"/>
                    <a:pt x="190" y="223"/>
                    <a:pt x="206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6" y="37"/>
                    <a:pt x="190" y="17"/>
                  </a:cubicBezTo>
                  <a:cubicBezTo>
                    <a:pt x="169" y="17"/>
                    <a:pt x="169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33"/>
            <p:cNvSpPr/>
            <p:nvPr/>
          </p:nvSpPr>
          <p:spPr>
            <a:xfrm>
              <a:off x="5088625" y="26326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9" y="1"/>
                  </a:moveTo>
                  <a:cubicBezTo>
                    <a:pt x="102" y="1"/>
                    <a:pt x="81" y="13"/>
                    <a:pt x="66" y="28"/>
                  </a:cubicBezTo>
                  <a:cubicBezTo>
                    <a:pt x="17" y="77"/>
                    <a:pt x="0" y="164"/>
                    <a:pt x="50" y="213"/>
                  </a:cubicBezTo>
                  <a:cubicBezTo>
                    <a:pt x="66" y="234"/>
                    <a:pt x="87" y="251"/>
                    <a:pt x="120" y="267"/>
                  </a:cubicBezTo>
                  <a:cubicBezTo>
                    <a:pt x="153" y="267"/>
                    <a:pt x="169" y="251"/>
                    <a:pt x="207" y="234"/>
                  </a:cubicBezTo>
                  <a:cubicBezTo>
                    <a:pt x="223" y="213"/>
                    <a:pt x="240" y="180"/>
                    <a:pt x="240" y="147"/>
                  </a:cubicBezTo>
                  <a:cubicBezTo>
                    <a:pt x="240" y="110"/>
                    <a:pt x="240" y="77"/>
                    <a:pt x="223" y="44"/>
                  </a:cubicBezTo>
                  <a:cubicBezTo>
                    <a:pt x="207" y="28"/>
                    <a:pt x="190" y="28"/>
                    <a:pt x="169" y="7"/>
                  </a:cubicBezTo>
                  <a:lnTo>
                    <a:pt x="136" y="7"/>
                  </a:lnTo>
                  <a:cubicBezTo>
                    <a:pt x="132" y="3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33"/>
            <p:cNvSpPr/>
            <p:nvPr/>
          </p:nvSpPr>
          <p:spPr>
            <a:xfrm>
              <a:off x="5092025" y="26621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9" y="1"/>
                  </a:moveTo>
                  <a:cubicBezTo>
                    <a:pt x="88" y="1"/>
                    <a:pt x="49" y="32"/>
                    <a:pt x="33" y="84"/>
                  </a:cubicBezTo>
                  <a:cubicBezTo>
                    <a:pt x="0" y="150"/>
                    <a:pt x="33" y="220"/>
                    <a:pt x="87" y="253"/>
                  </a:cubicBezTo>
                  <a:cubicBezTo>
                    <a:pt x="104" y="257"/>
                    <a:pt x="119" y="259"/>
                    <a:pt x="133" y="259"/>
                  </a:cubicBezTo>
                  <a:cubicBezTo>
                    <a:pt x="180" y="259"/>
                    <a:pt x="214" y="237"/>
                    <a:pt x="240" y="187"/>
                  </a:cubicBezTo>
                  <a:cubicBezTo>
                    <a:pt x="260" y="117"/>
                    <a:pt x="223" y="30"/>
                    <a:pt x="174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33"/>
            <p:cNvSpPr/>
            <p:nvPr/>
          </p:nvSpPr>
          <p:spPr>
            <a:xfrm>
              <a:off x="5096350" y="27425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5" y="0"/>
                    <a:pt x="109" y="2"/>
                    <a:pt x="104" y="7"/>
                  </a:cubicBezTo>
                  <a:lnTo>
                    <a:pt x="67" y="7"/>
                  </a:lnTo>
                  <a:cubicBezTo>
                    <a:pt x="17" y="24"/>
                    <a:pt x="1" y="94"/>
                    <a:pt x="1" y="143"/>
                  </a:cubicBezTo>
                  <a:cubicBezTo>
                    <a:pt x="17" y="181"/>
                    <a:pt x="17" y="214"/>
                    <a:pt x="50" y="230"/>
                  </a:cubicBezTo>
                  <a:cubicBezTo>
                    <a:pt x="67" y="247"/>
                    <a:pt x="104" y="267"/>
                    <a:pt x="137" y="267"/>
                  </a:cubicBezTo>
                  <a:cubicBezTo>
                    <a:pt x="190" y="247"/>
                    <a:pt x="240" y="181"/>
                    <a:pt x="223" y="110"/>
                  </a:cubicBezTo>
                  <a:cubicBezTo>
                    <a:pt x="223" y="94"/>
                    <a:pt x="223" y="94"/>
                    <a:pt x="207" y="78"/>
                  </a:cubicBezTo>
                  <a:cubicBezTo>
                    <a:pt x="207" y="40"/>
                    <a:pt x="190" y="24"/>
                    <a:pt x="153" y="7"/>
                  </a:cubicBezTo>
                  <a:cubicBezTo>
                    <a:pt x="142" y="7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33"/>
            <p:cNvSpPr/>
            <p:nvPr/>
          </p:nvSpPr>
          <p:spPr>
            <a:xfrm>
              <a:off x="5092850" y="2709900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7" y="0"/>
                  </a:moveTo>
                  <a:cubicBezTo>
                    <a:pt x="119" y="0"/>
                    <a:pt x="110" y="2"/>
                    <a:pt x="104" y="7"/>
                  </a:cubicBezTo>
                  <a:cubicBezTo>
                    <a:pt x="54" y="7"/>
                    <a:pt x="0" y="78"/>
                    <a:pt x="21" y="148"/>
                  </a:cubicBezTo>
                  <a:cubicBezTo>
                    <a:pt x="21" y="181"/>
                    <a:pt x="38" y="214"/>
                    <a:pt x="54" y="234"/>
                  </a:cubicBezTo>
                  <a:cubicBezTo>
                    <a:pt x="87" y="251"/>
                    <a:pt x="124" y="267"/>
                    <a:pt x="141" y="267"/>
                  </a:cubicBezTo>
                  <a:cubicBezTo>
                    <a:pt x="174" y="251"/>
                    <a:pt x="190" y="234"/>
                    <a:pt x="207" y="214"/>
                  </a:cubicBezTo>
                  <a:cubicBezTo>
                    <a:pt x="227" y="181"/>
                    <a:pt x="244" y="148"/>
                    <a:pt x="244" y="111"/>
                  </a:cubicBezTo>
                  <a:cubicBezTo>
                    <a:pt x="227" y="78"/>
                    <a:pt x="207" y="45"/>
                    <a:pt x="190" y="28"/>
                  </a:cubicBezTo>
                  <a:lnTo>
                    <a:pt x="174" y="7"/>
                  </a:lnTo>
                  <a:cubicBezTo>
                    <a:pt x="163" y="7"/>
                    <a:pt x="144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33"/>
            <p:cNvSpPr/>
            <p:nvPr/>
          </p:nvSpPr>
          <p:spPr>
            <a:xfrm>
              <a:off x="5086050" y="26822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0"/>
                  </a:moveTo>
                  <a:cubicBezTo>
                    <a:pt x="33" y="17"/>
                    <a:pt x="0" y="66"/>
                    <a:pt x="17" y="153"/>
                  </a:cubicBezTo>
                  <a:cubicBezTo>
                    <a:pt x="17" y="214"/>
                    <a:pt x="54" y="259"/>
                    <a:pt x="110" y="259"/>
                  </a:cubicBezTo>
                  <a:cubicBezTo>
                    <a:pt x="118" y="259"/>
                    <a:pt x="127" y="258"/>
                    <a:pt x="136" y="256"/>
                  </a:cubicBezTo>
                  <a:cubicBezTo>
                    <a:pt x="169" y="256"/>
                    <a:pt x="190" y="239"/>
                    <a:pt x="206" y="206"/>
                  </a:cubicBezTo>
                  <a:cubicBezTo>
                    <a:pt x="223" y="169"/>
                    <a:pt x="239" y="136"/>
                    <a:pt x="223" y="103"/>
                  </a:cubicBezTo>
                  <a:cubicBezTo>
                    <a:pt x="223" y="66"/>
                    <a:pt x="206" y="50"/>
                    <a:pt x="190" y="17"/>
                  </a:cubicBezTo>
                  <a:cubicBezTo>
                    <a:pt x="169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33"/>
            <p:cNvSpPr/>
            <p:nvPr/>
          </p:nvSpPr>
          <p:spPr>
            <a:xfrm>
              <a:off x="5084700" y="2697700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87" y="1"/>
                  </a:moveTo>
                  <a:cubicBezTo>
                    <a:pt x="38" y="17"/>
                    <a:pt x="1" y="67"/>
                    <a:pt x="1" y="153"/>
                  </a:cubicBezTo>
                  <a:cubicBezTo>
                    <a:pt x="1" y="186"/>
                    <a:pt x="17" y="207"/>
                    <a:pt x="54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57" y="256"/>
                    <a:pt x="190" y="223"/>
                    <a:pt x="207" y="207"/>
                  </a:cubicBezTo>
                  <a:cubicBezTo>
                    <a:pt x="223" y="170"/>
                    <a:pt x="223" y="137"/>
                    <a:pt x="223" y="104"/>
                  </a:cubicBezTo>
                  <a:cubicBezTo>
                    <a:pt x="223" y="67"/>
                    <a:pt x="207" y="34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33"/>
            <p:cNvSpPr/>
            <p:nvPr/>
          </p:nvSpPr>
          <p:spPr>
            <a:xfrm>
              <a:off x="5072225" y="2652400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8" y="0"/>
                  </a:moveTo>
                  <a:cubicBezTo>
                    <a:pt x="103" y="0"/>
                    <a:pt x="78" y="12"/>
                    <a:pt x="54" y="23"/>
                  </a:cubicBezTo>
                  <a:cubicBezTo>
                    <a:pt x="38" y="23"/>
                    <a:pt x="21" y="60"/>
                    <a:pt x="1" y="77"/>
                  </a:cubicBezTo>
                  <a:lnTo>
                    <a:pt x="1" y="164"/>
                  </a:lnTo>
                  <a:cubicBezTo>
                    <a:pt x="21" y="213"/>
                    <a:pt x="38" y="230"/>
                    <a:pt x="71" y="246"/>
                  </a:cubicBezTo>
                  <a:cubicBezTo>
                    <a:pt x="86" y="256"/>
                    <a:pt x="101" y="261"/>
                    <a:pt x="116" y="261"/>
                  </a:cubicBezTo>
                  <a:cubicBezTo>
                    <a:pt x="157" y="261"/>
                    <a:pt x="195" y="228"/>
                    <a:pt x="207" y="180"/>
                  </a:cubicBezTo>
                  <a:cubicBezTo>
                    <a:pt x="244" y="110"/>
                    <a:pt x="207" y="40"/>
                    <a:pt x="158" y="7"/>
                  </a:cubicBezTo>
                  <a:cubicBezTo>
                    <a:pt x="148" y="2"/>
                    <a:pt x="138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33"/>
            <p:cNvSpPr/>
            <p:nvPr/>
          </p:nvSpPr>
          <p:spPr>
            <a:xfrm>
              <a:off x="5077900" y="27126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67" y="1"/>
                    <a:pt x="50" y="38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0" y="244"/>
                    <a:pt x="83" y="260"/>
                    <a:pt x="104" y="260"/>
                  </a:cubicBezTo>
                  <a:cubicBezTo>
                    <a:pt x="137" y="260"/>
                    <a:pt x="170" y="260"/>
                    <a:pt x="186" y="227"/>
                  </a:cubicBezTo>
                  <a:cubicBezTo>
                    <a:pt x="207" y="207"/>
                    <a:pt x="223" y="174"/>
                    <a:pt x="223" y="141"/>
                  </a:cubicBezTo>
                  <a:cubicBezTo>
                    <a:pt x="240" y="104"/>
                    <a:pt x="223" y="71"/>
                    <a:pt x="207" y="54"/>
                  </a:cubicBezTo>
                  <a:cubicBezTo>
                    <a:pt x="186" y="38"/>
                    <a:pt x="170" y="2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33"/>
            <p:cNvSpPr/>
            <p:nvPr/>
          </p:nvSpPr>
          <p:spPr>
            <a:xfrm>
              <a:off x="5080900" y="2742750"/>
              <a:ext cx="6000" cy="6925"/>
            </a:xfrm>
            <a:custGeom>
              <a:avLst/>
              <a:gdLst/>
              <a:ahLst/>
              <a:cxnLst/>
              <a:rect l="l" t="t" r="r" b="b"/>
              <a:pathLst>
                <a:path w="240" h="277" extrusionOk="0">
                  <a:moveTo>
                    <a:pt x="120" y="0"/>
                  </a:moveTo>
                  <a:cubicBezTo>
                    <a:pt x="103" y="0"/>
                    <a:pt x="66" y="17"/>
                    <a:pt x="50" y="33"/>
                  </a:cubicBezTo>
                  <a:cubicBezTo>
                    <a:pt x="0" y="87"/>
                    <a:pt x="0" y="157"/>
                    <a:pt x="33" y="223"/>
                  </a:cubicBezTo>
                  <a:cubicBezTo>
                    <a:pt x="50" y="240"/>
                    <a:pt x="66" y="260"/>
                    <a:pt x="103" y="277"/>
                  </a:cubicBezTo>
                  <a:cubicBezTo>
                    <a:pt x="136" y="277"/>
                    <a:pt x="153" y="260"/>
                    <a:pt x="190" y="240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69" y="17"/>
                    <a:pt x="153" y="17"/>
                  </a:cubicBezTo>
                  <a:cubicBezTo>
                    <a:pt x="153" y="17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33"/>
            <p:cNvSpPr/>
            <p:nvPr/>
          </p:nvSpPr>
          <p:spPr>
            <a:xfrm>
              <a:off x="5073975" y="2634825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40" y="1"/>
                  </a:moveTo>
                  <a:cubicBezTo>
                    <a:pt x="88" y="1"/>
                    <a:pt x="48" y="33"/>
                    <a:pt x="17" y="91"/>
                  </a:cubicBezTo>
                  <a:cubicBezTo>
                    <a:pt x="1" y="162"/>
                    <a:pt x="34" y="228"/>
                    <a:pt x="88" y="248"/>
                  </a:cubicBezTo>
                  <a:cubicBezTo>
                    <a:pt x="104" y="265"/>
                    <a:pt x="121" y="265"/>
                    <a:pt x="137" y="265"/>
                  </a:cubicBezTo>
                  <a:cubicBezTo>
                    <a:pt x="174" y="265"/>
                    <a:pt x="224" y="228"/>
                    <a:pt x="224" y="178"/>
                  </a:cubicBezTo>
                  <a:cubicBezTo>
                    <a:pt x="240" y="124"/>
                    <a:pt x="240" y="75"/>
                    <a:pt x="207" y="42"/>
                  </a:cubicBezTo>
                  <a:cubicBezTo>
                    <a:pt x="207" y="21"/>
                    <a:pt x="191" y="21"/>
                    <a:pt x="174" y="5"/>
                  </a:cubicBezTo>
                  <a:cubicBezTo>
                    <a:pt x="162" y="2"/>
                    <a:pt x="151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33"/>
            <p:cNvSpPr/>
            <p:nvPr/>
          </p:nvSpPr>
          <p:spPr>
            <a:xfrm>
              <a:off x="5112650" y="2690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67"/>
                    <a:pt x="0" y="154"/>
                  </a:cubicBezTo>
                  <a:cubicBezTo>
                    <a:pt x="17" y="191"/>
                    <a:pt x="17" y="207"/>
                    <a:pt x="54" y="224"/>
                  </a:cubicBezTo>
                  <a:cubicBezTo>
                    <a:pt x="70" y="257"/>
                    <a:pt x="103" y="257"/>
                    <a:pt x="136" y="257"/>
                  </a:cubicBezTo>
                  <a:cubicBezTo>
                    <a:pt x="190" y="240"/>
                    <a:pt x="239" y="170"/>
                    <a:pt x="223" y="104"/>
                  </a:cubicBezTo>
                  <a:cubicBezTo>
                    <a:pt x="223" y="67"/>
                    <a:pt x="206" y="34"/>
                    <a:pt x="173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33"/>
            <p:cNvSpPr/>
            <p:nvPr/>
          </p:nvSpPr>
          <p:spPr>
            <a:xfrm>
              <a:off x="5111400" y="27376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0"/>
                  </a:moveTo>
                  <a:cubicBezTo>
                    <a:pt x="120" y="0"/>
                    <a:pt x="83" y="0"/>
                    <a:pt x="67" y="33"/>
                  </a:cubicBezTo>
                  <a:cubicBezTo>
                    <a:pt x="17" y="70"/>
                    <a:pt x="1" y="157"/>
                    <a:pt x="50" y="206"/>
                  </a:cubicBezTo>
                  <a:cubicBezTo>
                    <a:pt x="67" y="239"/>
                    <a:pt x="83" y="260"/>
                    <a:pt x="120" y="260"/>
                  </a:cubicBezTo>
                  <a:cubicBezTo>
                    <a:pt x="153" y="260"/>
                    <a:pt x="170" y="260"/>
                    <a:pt x="207" y="239"/>
                  </a:cubicBezTo>
                  <a:cubicBezTo>
                    <a:pt x="223" y="206"/>
                    <a:pt x="240" y="173"/>
                    <a:pt x="240" y="136"/>
                  </a:cubicBezTo>
                  <a:cubicBezTo>
                    <a:pt x="240" y="103"/>
                    <a:pt x="240" y="70"/>
                    <a:pt x="223" y="54"/>
                  </a:cubicBezTo>
                  <a:cubicBezTo>
                    <a:pt x="207" y="33"/>
                    <a:pt x="186" y="17"/>
                    <a:pt x="170" y="17"/>
                  </a:cubicBezTo>
                  <a:cubicBezTo>
                    <a:pt x="170" y="0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33"/>
            <p:cNvSpPr/>
            <p:nvPr/>
          </p:nvSpPr>
          <p:spPr>
            <a:xfrm>
              <a:off x="5113975" y="26743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39" y="0"/>
                  </a:moveTo>
                  <a:cubicBezTo>
                    <a:pt x="95" y="0"/>
                    <a:pt x="47" y="32"/>
                    <a:pt x="34" y="72"/>
                  </a:cubicBezTo>
                  <a:cubicBezTo>
                    <a:pt x="1" y="142"/>
                    <a:pt x="34" y="229"/>
                    <a:pt x="83" y="245"/>
                  </a:cubicBezTo>
                  <a:cubicBezTo>
                    <a:pt x="102" y="254"/>
                    <a:pt x="119" y="258"/>
                    <a:pt x="135" y="258"/>
                  </a:cubicBezTo>
                  <a:cubicBezTo>
                    <a:pt x="180" y="258"/>
                    <a:pt x="216" y="227"/>
                    <a:pt x="240" y="175"/>
                  </a:cubicBezTo>
                  <a:cubicBezTo>
                    <a:pt x="256" y="109"/>
                    <a:pt x="223" y="39"/>
                    <a:pt x="170" y="6"/>
                  </a:cubicBezTo>
                  <a:cubicBezTo>
                    <a:pt x="160" y="2"/>
                    <a:pt x="150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33"/>
            <p:cNvSpPr/>
            <p:nvPr/>
          </p:nvSpPr>
          <p:spPr>
            <a:xfrm>
              <a:off x="5121700" y="27501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1" y="1"/>
                  </a:moveTo>
                  <a:cubicBezTo>
                    <a:pt x="71" y="1"/>
                    <a:pt x="29" y="32"/>
                    <a:pt x="17" y="84"/>
                  </a:cubicBezTo>
                  <a:cubicBezTo>
                    <a:pt x="1" y="100"/>
                    <a:pt x="1" y="117"/>
                    <a:pt x="1" y="133"/>
                  </a:cubicBezTo>
                  <a:cubicBezTo>
                    <a:pt x="17" y="187"/>
                    <a:pt x="34" y="236"/>
                    <a:pt x="67" y="253"/>
                  </a:cubicBezTo>
                  <a:cubicBezTo>
                    <a:pt x="82" y="258"/>
                    <a:pt x="95" y="261"/>
                    <a:pt x="107" y="261"/>
                  </a:cubicBezTo>
                  <a:cubicBezTo>
                    <a:pt x="139" y="261"/>
                    <a:pt x="163" y="244"/>
                    <a:pt x="186" y="220"/>
                  </a:cubicBezTo>
                  <a:cubicBezTo>
                    <a:pt x="207" y="203"/>
                    <a:pt x="207" y="203"/>
                    <a:pt x="224" y="170"/>
                  </a:cubicBezTo>
                  <a:cubicBezTo>
                    <a:pt x="240" y="100"/>
                    <a:pt x="207" y="30"/>
                    <a:pt x="153" y="14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33"/>
            <p:cNvSpPr/>
            <p:nvPr/>
          </p:nvSpPr>
          <p:spPr>
            <a:xfrm>
              <a:off x="5101100" y="27251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103" y="0"/>
                  </a:moveTo>
                  <a:cubicBezTo>
                    <a:pt x="66" y="17"/>
                    <a:pt x="33" y="38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23"/>
                    <a:pt x="50" y="244"/>
                  </a:cubicBezTo>
                  <a:cubicBezTo>
                    <a:pt x="61" y="255"/>
                    <a:pt x="83" y="267"/>
                    <a:pt x="101" y="267"/>
                  </a:cubicBezTo>
                  <a:cubicBezTo>
                    <a:pt x="108" y="267"/>
                    <a:pt x="115" y="265"/>
                    <a:pt x="120" y="260"/>
                  </a:cubicBezTo>
                  <a:cubicBezTo>
                    <a:pt x="186" y="260"/>
                    <a:pt x="223" y="190"/>
                    <a:pt x="223" y="120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33"/>
            <p:cNvSpPr/>
            <p:nvPr/>
          </p:nvSpPr>
          <p:spPr>
            <a:xfrm>
              <a:off x="5110050" y="2710075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37" y="0"/>
                  </a:moveTo>
                  <a:cubicBezTo>
                    <a:pt x="104" y="0"/>
                    <a:pt x="71" y="0"/>
                    <a:pt x="55" y="38"/>
                  </a:cubicBezTo>
                  <a:cubicBezTo>
                    <a:pt x="34" y="54"/>
                    <a:pt x="17" y="87"/>
                    <a:pt x="17" y="124"/>
                  </a:cubicBezTo>
                  <a:cubicBezTo>
                    <a:pt x="1" y="157"/>
                    <a:pt x="17" y="190"/>
                    <a:pt x="34" y="207"/>
                  </a:cubicBezTo>
                  <a:cubicBezTo>
                    <a:pt x="54" y="245"/>
                    <a:pt x="83" y="262"/>
                    <a:pt x="113" y="262"/>
                  </a:cubicBezTo>
                  <a:cubicBezTo>
                    <a:pt x="139" y="262"/>
                    <a:pt x="166" y="250"/>
                    <a:pt x="191" y="227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1" y="38"/>
                    <a:pt x="174" y="21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33"/>
            <p:cNvSpPr/>
            <p:nvPr/>
          </p:nvSpPr>
          <p:spPr>
            <a:xfrm>
              <a:off x="5101500" y="26297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87" y="1"/>
                    <a:pt x="50" y="17"/>
                    <a:pt x="34" y="38"/>
                  </a:cubicBezTo>
                  <a:cubicBezTo>
                    <a:pt x="17" y="71"/>
                    <a:pt x="1" y="104"/>
                    <a:pt x="17" y="157"/>
                  </a:cubicBezTo>
                  <a:cubicBezTo>
                    <a:pt x="17" y="190"/>
                    <a:pt x="34" y="207"/>
                    <a:pt x="50" y="223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0" y="244"/>
                    <a:pt x="240" y="190"/>
                    <a:pt x="223" y="120"/>
                  </a:cubicBezTo>
                  <a:lnTo>
                    <a:pt x="223" y="104"/>
                  </a:lnTo>
                  <a:cubicBezTo>
                    <a:pt x="223" y="54"/>
                    <a:pt x="19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33"/>
            <p:cNvSpPr/>
            <p:nvPr/>
          </p:nvSpPr>
          <p:spPr>
            <a:xfrm>
              <a:off x="5104500" y="25855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0" y="0"/>
                  </a:moveTo>
                  <a:cubicBezTo>
                    <a:pt x="103" y="0"/>
                    <a:pt x="70" y="0"/>
                    <a:pt x="50" y="33"/>
                  </a:cubicBezTo>
                  <a:cubicBezTo>
                    <a:pt x="17" y="54"/>
                    <a:pt x="0" y="87"/>
                    <a:pt x="0" y="120"/>
                  </a:cubicBezTo>
                  <a:cubicBezTo>
                    <a:pt x="0" y="157"/>
                    <a:pt x="17" y="190"/>
                    <a:pt x="33" y="206"/>
                  </a:cubicBezTo>
                  <a:cubicBezTo>
                    <a:pt x="50" y="239"/>
                    <a:pt x="70" y="260"/>
                    <a:pt x="103" y="260"/>
                  </a:cubicBezTo>
                  <a:cubicBezTo>
                    <a:pt x="136" y="260"/>
                    <a:pt x="153" y="260"/>
                    <a:pt x="190" y="223"/>
                  </a:cubicBezTo>
                  <a:cubicBezTo>
                    <a:pt x="223" y="190"/>
                    <a:pt x="239" y="103"/>
                    <a:pt x="206" y="54"/>
                  </a:cubicBezTo>
                  <a:cubicBezTo>
                    <a:pt x="190" y="33"/>
                    <a:pt x="174" y="16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33"/>
            <p:cNvSpPr/>
            <p:nvPr/>
          </p:nvSpPr>
          <p:spPr>
            <a:xfrm>
              <a:off x="5118625" y="2722550"/>
              <a:ext cx="5675" cy="6525"/>
            </a:xfrm>
            <a:custGeom>
              <a:avLst/>
              <a:gdLst/>
              <a:ahLst/>
              <a:cxnLst/>
              <a:rect l="l" t="t" r="r" b="b"/>
              <a:pathLst>
                <a:path w="227" h="261" extrusionOk="0">
                  <a:moveTo>
                    <a:pt x="103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0" y="190"/>
                    <a:pt x="21" y="223"/>
                    <a:pt x="54" y="244"/>
                  </a:cubicBezTo>
                  <a:cubicBezTo>
                    <a:pt x="70" y="260"/>
                    <a:pt x="103" y="260"/>
                    <a:pt x="140" y="260"/>
                  </a:cubicBezTo>
                  <a:cubicBezTo>
                    <a:pt x="157" y="260"/>
                    <a:pt x="190" y="244"/>
                    <a:pt x="206" y="206"/>
                  </a:cubicBezTo>
                  <a:cubicBezTo>
                    <a:pt x="227" y="173"/>
                    <a:pt x="227" y="141"/>
                    <a:pt x="227" y="103"/>
                  </a:cubicBezTo>
                  <a:cubicBezTo>
                    <a:pt x="227" y="70"/>
                    <a:pt x="206" y="54"/>
                    <a:pt x="173" y="37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40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33"/>
            <p:cNvSpPr/>
            <p:nvPr/>
          </p:nvSpPr>
          <p:spPr>
            <a:xfrm>
              <a:off x="5099750" y="25224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1"/>
                  </a:moveTo>
                  <a:cubicBezTo>
                    <a:pt x="71" y="17"/>
                    <a:pt x="54" y="34"/>
                    <a:pt x="34" y="50"/>
                  </a:cubicBezTo>
                  <a:cubicBezTo>
                    <a:pt x="17" y="83"/>
                    <a:pt x="1" y="120"/>
                    <a:pt x="17" y="153"/>
                  </a:cubicBezTo>
                  <a:cubicBezTo>
                    <a:pt x="17" y="186"/>
                    <a:pt x="34" y="223"/>
                    <a:pt x="54" y="240"/>
                  </a:cubicBezTo>
                  <a:cubicBezTo>
                    <a:pt x="78" y="252"/>
                    <a:pt x="93" y="263"/>
                    <a:pt x="111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207" y="256"/>
                    <a:pt x="240" y="186"/>
                    <a:pt x="223" y="120"/>
                  </a:cubicBezTo>
                  <a:cubicBezTo>
                    <a:pt x="223" y="83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33"/>
            <p:cNvSpPr/>
            <p:nvPr/>
          </p:nvSpPr>
          <p:spPr>
            <a:xfrm>
              <a:off x="5101100" y="26006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88"/>
                    <a:pt x="17" y="153"/>
                  </a:cubicBezTo>
                  <a:cubicBezTo>
                    <a:pt x="17" y="191"/>
                    <a:pt x="33" y="224"/>
                    <a:pt x="50" y="240"/>
                  </a:cubicBezTo>
                  <a:cubicBezTo>
                    <a:pt x="83" y="257"/>
                    <a:pt x="103" y="257"/>
                    <a:pt x="136" y="257"/>
                  </a:cubicBezTo>
                  <a:cubicBezTo>
                    <a:pt x="206" y="240"/>
                    <a:pt x="239" y="191"/>
                    <a:pt x="223" y="104"/>
                  </a:cubicBezTo>
                  <a:cubicBezTo>
                    <a:pt x="223" y="71"/>
                    <a:pt x="186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33"/>
            <p:cNvSpPr/>
            <p:nvPr/>
          </p:nvSpPr>
          <p:spPr>
            <a:xfrm>
              <a:off x="5104900" y="25530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2" y="1"/>
                  </a:moveTo>
                  <a:cubicBezTo>
                    <a:pt x="92" y="1"/>
                    <a:pt x="73" y="10"/>
                    <a:pt x="54" y="31"/>
                  </a:cubicBezTo>
                  <a:cubicBezTo>
                    <a:pt x="34" y="31"/>
                    <a:pt x="17" y="64"/>
                    <a:pt x="17" y="81"/>
                  </a:cubicBezTo>
                  <a:cubicBezTo>
                    <a:pt x="1" y="118"/>
                    <a:pt x="1" y="151"/>
                    <a:pt x="1" y="167"/>
                  </a:cubicBezTo>
                  <a:cubicBezTo>
                    <a:pt x="17" y="200"/>
                    <a:pt x="34" y="237"/>
                    <a:pt x="71" y="254"/>
                  </a:cubicBezTo>
                  <a:cubicBezTo>
                    <a:pt x="88" y="263"/>
                    <a:pt x="105" y="267"/>
                    <a:pt x="121" y="267"/>
                  </a:cubicBezTo>
                  <a:cubicBezTo>
                    <a:pt x="164" y="267"/>
                    <a:pt x="199" y="235"/>
                    <a:pt x="223" y="184"/>
                  </a:cubicBezTo>
                  <a:cubicBezTo>
                    <a:pt x="240" y="118"/>
                    <a:pt x="207" y="31"/>
                    <a:pt x="158" y="15"/>
                  </a:cubicBezTo>
                  <a:cubicBezTo>
                    <a:pt x="142" y="6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33"/>
            <p:cNvSpPr/>
            <p:nvPr/>
          </p:nvSpPr>
          <p:spPr>
            <a:xfrm>
              <a:off x="5104075" y="25056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67" y="17"/>
                    <a:pt x="50" y="34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0" y="240"/>
                    <a:pt x="87" y="261"/>
                    <a:pt x="104" y="261"/>
                  </a:cubicBezTo>
                  <a:cubicBezTo>
                    <a:pt x="137" y="261"/>
                    <a:pt x="170" y="261"/>
                    <a:pt x="191" y="240"/>
                  </a:cubicBezTo>
                  <a:cubicBezTo>
                    <a:pt x="207" y="207"/>
                    <a:pt x="223" y="190"/>
                    <a:pt x="223" y="157"/>
                  </a:cubicBezTo>
                  <a:cubicBezTo>
                    <a:pt x="240" y="120"/>
                    <a:pt x="223" y="87"/>
                    <a:pt x="207" y="54"/>
                  </a:cubicBezTo>
                  <a:cubicBezTo>
                    <a:pt x="191" y="34"/>
                    <a:pt x="170" y="17"/>
                    <a:pt x="153" y="17"/>
                  </a:cubicBezTo>
                  <a:cubicBezTo>
                    <a:pt x="153" y="1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33"/>
            <p:cNvSpPr/>
            <p:nvPr/>
          </p:nvSpPr>
          <p:spPr>
            <a:xfrm>
              <a:off x="5102750" y="2478150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0" y="1"/>
                  </a:moveTo>
                  <a:cubicBezTo>
                    <a:pt x="87" y="1"/>
                    <a:pt x="70" y="1"/>
                    <a:pt x="37" y="38"/>
                  </a:cubicBezTo>
                  <a:cubicBezTo>
                    <a:pt x="17" y="55"/>
                    <a:pt x="0" y="88"/>
                    <a:pt x="0" y="125"/>
                  </a:cubicBezTo>
                  <a:cubicBezTo>
                    <a:pt x="0" y="158"/>
                    <a:pt x="0" y="191"/>
                    <a:pt x="17" y="207"/>
                  </a:cubicBezTo>
                  <a:cubicBezTo>
                    <a:pt x="49" y="249"/>
                    <a:pt x="86" y="266"/>
                    <a:pt x="118" y="266"/>
                  </a:cubicBezTo>
                  <a:cubicBezTo>
                    <a:pt x="140" y="266"/>
                    <a:pt x="160" y="258"/>
                    <a:pt x="173" y="244"/>
                  </a:cubicBezTo>
                  <a:cubicBezTo>
                    <a:pt x="223" y="191"/>
                    <a:pt x="244" y="104"/>
                    <a:pt x="190" y="55"/>
                  </a:cubicBezTo>
                  <a:cubicBezTo>
                    <a:pt x="190" y="38"/>
                    <a:pt x="173" y="22"/>
                    <a:pt x="157" y="22"/>
                  </a:cubicBezTo>
                  <a:cubicBezTo>
                    <a:pt x="140" y="1"/>
                    <a:pt x="140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33"/>
            <p:cNvSpPr/>
            <p:nvPr/>
          </p:nvSpPr>
          <p:spPr>
            <a:xfrm>
              <a:off x="5084300" y="26037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0" y="153"/>
                    <a:pt x="33" y="219"/>
                    <a:pt x="87" y="256"/>
                  </a:cubicBezTo>
                  <a:lnTo>
                    <a:pt x="136" y="256"/>
                  </a:lnTo>
                  <a:cubicBezTo>
                    <a:pt x="173" y="256"/>
                    <a:pt x="223" y="219"/>
                    <a:pt x="223" y="170"/>
                  </a:cubicBezTo>
                  <a:cubicBezTo>
                    <a:pt x="239" y="133"/>
                    <a:pt x="239" y="83"/>
                    <a:pt x="206" y="29"/>
                  </a:cubicBezTo>
                  <a:cubicBezTo>
                    <a:pt x="206" y="29"/>
                    <a:pt x="190" y="13"/>
                    <a:pt x="173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33"/>
            <p:cNvSpPr/>
            <p:nvPr/>
          </p:nvSpPr>
          <p:spPr>
            <a:xfrm>
              <a:off x="5086875" y="25540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1" y="1"/>
                  </a:moveTo>
                  <a:cubicBezTo>
                    <a:pt x="92" y="1"/>
                    <a:pt x="77" y="12"/>
                    <a:pt x="54" y="24"/>
                  </a:cubicBezTo>
                  <a:cubicBezTo>
                    <a:pt x="0" y="78"/>
                    <a:pt x="0" y="160"/>
                    <a:pt x="33" y="214"/>
                  </a:cubicBezTo>
                  <a:cubicBezTo>
                    <a:pt x="55" y="243"/>
                    <a:pt x="87" y="262"/>
                    <a:pt x="120" y="262"/>
                  </a:cubicBezTo>
                  <a:cubicBezTo>
                    <a:pt x="144" y="262"/>
                    <a:pt x="168" y="252"/>
                    <a:pt x="190" y="230"/>
                  </a:cubicBezTo>
                  <a:cubicBezTo>
                    <a:pt x="239" y="181"/>
                    <a:pt x="239" y="111"/>
                    <a:pt x="206" y="41"/>
                  </a:cubicBezTo>
                  <a:cubicBezTo>
                    <a:pt x="190" y="24"/>
                    <a:pt x="190" y="8"/>
                    <a:pt x="173" y="8"/>
                  </a:cubicBezTo>
                  <a:lnTo>
                    <a:pt x="136" y="8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33"/>
            <p:cNvSpPr/>
            <p:nvPr/>
          </p:nvSpPr>
          <p:spPr>
            <a:xfrm>
              <a:off x="5089850" y="2586075"/>
              <a:ext cx="6525" cy="6600"/>
            </a:xfrm>
            <a:custGeom>
              <a:avLst/>
              <a:gdLst/>
              <a:ahLst/>
              <a:cxnLst/>
              <a:rect l="l" t="t" r="r" b="b"/>
              <a:pathLst>
                <a:path w="261" h="264" extrusionOk="0">
                  <a:moveTo>
                    <a:pt x="130" y="0"/>
                  </a:moveTo>
                  <a:cubicBezTo>
                    <a:pt x="89" y="0"/>
                    <a:pt x="50" y="32"/>
                    <a:pt x="38" y="83"/>
                  </a:cubicBezTo>
                  <a:cubicBezTo>
                    <a:pt x="1" y="153"/>
                    <a:pt x="38" y="219"/>
                    <a:pt x="87" y="256"/>
                  </a:cubicBezTo>
                  <a:cubicBezTo>
                    <a:pt x="98" y="256"/>
                    <a:pt x="109" y="264"/>
                    <a:pt x="122" y="264"/>
                  </a:cubicBezTo>
                  <a:cubicBezTo>
                    <a:pt x="128" y="264"/>
                    <a:pt x="134" y="262"/>
                    <a:pt x="141" y="256"/>
                  </a:cubicBezTo>
                  <a:cubicBezTo>
                    <a:pt x="191" y="256"/>
                    <a:pt x="224" y="219"/>
                    <a:pt x="244" y="186"/>
                  </a:cubicBezTo>
                  <a:cubicBezTo>
                    <a:pt x="261" y="137"/>
                    <a:pt x="244" y="83"/>
                    <a:pt x="224" y="50"/>
                  </a:cubicBezTo>
                  <a:cubicBezTo>
                    <a:pt x="207" y="34"/>
                    <a:pt x="191" y="13"/>
                    <a:pt x="174" y="13"/>
                  </a:cubicBezTo>
                  <a:cubicBezTo>
                    <a:pt x="160" y="4"/>
                    <a:pt x="145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33"/>
            <p:cNvSpPr/>
            <p:nvPr/>
          </p:nvSpPr>
          <p:spPr>
            <a:xfrm>
              <a:off x="5052950" y="2453725"/>
              <a:ext cx="3025" cy="6425"/>
            </a:xfrm>
            <a:custGeom>
              <a:avLst/>
              <a:gdLst/>
              <a:ahLst/>
              <a:cxnLst/>
              <a:rect l="l" t="t" r="r" b="b"/>
              <a:pathLst>
                <a:path w="121" h="257" extrusionOk="0">
                  <a:moveTo>
                    <a:pt x="1" y="1"/>
                  </a:moveTo>
                  <a:lnTo>
                    <a:pt x="1" y="256"/>
                  </a:lnTo>
                  <a:cubicBezTo>
                    <a:pt x="50" y="240"/>
                    <a:pt x="87" y="223"/>
                    <a:pt x="104" y="174"/>
                  </a:cubicBezTo>
                  <a:cubicBezTo>
                    <a:pt x="120" y="120"/>
                    <a:pt x="104" y="71"/>
                    <a:pt x="87" y="34"/>
                  </a:cubicBezTo>
                  <a:cubicBezTo>
                    <a:pt x="71" y="17"/>
                    <a:pt x="50" y="17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33"/>
            <p:cNvSpPr/>
            <p:nvPr/>
          </p:nvSpPr>
          <p:spPr>
            <a:xfrm>
              <a:off x="5057300" y="268532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27" y="0"/>
                  </a:moveTo>
                  <a:cubicBezTo>
                    <a:pt x="86" y="0"/>
                    <a:pt x="45" y="32"/>
                    <a:pt x="33" y="83"/>
                  </a:cubicBezTo>
                  <a:cubicBezTo>
                    <a:pt x="0" y="149"/>
                    <a:pt x="33" y="236"/>
                    <a:pt x="83" y="252"/>
                  </a:cubicBezTo>
                  <a:cubicBezTo>
                    <a:pt x="103" y="269"/>
                    <a:pt x="120" y="269"/>
                    <a:pt x="136" y="269"/>
                  </a:cubicBezTo>
                  <a:cubicBezTo>
                    <a:pt x="186" y="252"/>
                    <a:pt x="223" y="236"/>
                    <a:pt x="239" y="186"/>
                  </a:cubicBezTo>
                  <a:cubicBezTo>
                    <a:pt x="239" y="133"/>
                    <a:pt x="239" y="83"/>
                    <a:pt x="206" y="46"/>
                  </a:cubicBezTo>
                  <a:cubicBezTo>
                    <a:pt x="206" y="30"/>
                    <a:pt x="186" y="13"/>
                    <a:pt x="169" y="13"/>
                  </a:cubicBezTo>
                  <a:cubicBezTo>
                    <a:pt x="156" y="5"/>
                    <a:pt x="141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33"/>
            <p:cNvSpPr/>
            <p:nvPr/>
          </p:nvSpPr>
          <p:spPr>
            <a:xfrm>
              <a:off x="5061525" y="2639375"/>
              <a:ext cx="6100" cy="6825"/>
            </a:xfrm>
            <a:custGeom>
              <a:avLst/>
              <a:gdLst/>
              <a:ahLst/>
              <a:cxnLst/>
              <a:rect l="l" t="t" r="r" b="b"/>
              <a:pathLst>
                <a:path w="244" h="273" extrusionOk="0">
                  <a:moveTo>
                    <a:pt x="130" y="0"/>
                  </a:moveTo>
                  <a:cubicBezTo>
                    <a:pt x="121" y="0"/>
                    <a:pt x="111" y="4"/>
                    <a:pt x="103" y="13"/>
                  </a:cubicBezTo>
                  <a:cubicBezTo>
                    <a:pt x="37" y="13"/>
                    <a:pt x="0" y="83"/>
                    <a:pt x="0" y="149"/>
                  </a:cubicBezTo>
                  <a:cubicBezTo>
                    <a:pt x="17" y="186"/>
                    <a:pt x="17" y="219"/>
                    <a:pt x="54" y="235"/>
                  </a:cubicBezTo>
                  <a:cubicBezTo>
                    <a:pt x="70" y="252"/>
                    <a:pt x="103" y="272"/>
                    <a:pt x="140" y="272"/>
                  </a:cubicBezTo>
                  <a:cubicBezTo>
                    <a:pt x="190" y="252"/>
                    <a:pt x="243" y="186"/>
                    <a:pt x="223" y="116"/>
                  </a:cubicBezTo>
                  <a:cubicBezTo>
                    <a:pt x="223" y="83"/>
                    <a:pt x="206" y="46"/>
                    <a:pt x="173" y="29"/>
                  </a:cubicBezTo>
                  <a:lnTo>
                    <a:pt x="157" y="13"/>
                  </a:lnTo>
                  <a:cubicBezTo>
                    <a:pt x="149" y="4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33"/>
            <p:cNvSpPr/>
            <p:nvPr/>
          </p:nvSpPr>
          <p:spPr>
            <a:xfrm>
              <a:off x="5068425" y="26997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39" y="190"/>
                    <a:pt x="223" y="124"/>
                  </a:cubicBezTo>
                  <a:cubicBezTo>
                    <a:pt x="223" y="70"/>
                    <a:pt x="190" y="37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33"/>
            <p:cNvSpPr/>
            <p:nvPr/>
          </p:nvSpPr>
          <p:spPr>
            <a:xfrm>
              <a:off x="5054200" y="26532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10" y="0"/>
                  </a:moveTo>
                  <a:cubicBezTo>
                    <a:pt x="86" y="0"/>
                    <a:pt x="66" y="13"/>
                    <a:pt x="54" y="27"/>
                  </a:cubicBezTo>
                  <a:cubicBezTo>
                    <a:pt x="0" y="77"/>
                    <a:pt x="0" y="164"/>
                    <a:pt x="37" y="213"/>
                  </a:cubicBezTo>
                  <a:cubicBezTo>
                    <a:pt x="57" y="245"/>
                    <a:pt x="89" y="263"/>
                    <a:pt x="122" y="263"/>
                  </a:cubicBezTo>
                  <a:cubicBezTo>
                    <a:pt x="146" y="263"/>
                    <a:pt x="170" y="254"/>
                    <a:pt x="190" y="234"/>
                  </a:cubicBezTo>
                  <a:cubicBezTo>
                    <a:pt x="244" y="180"/>
                    <a:pt x="244" y="110"/>
                    <a:pt x="207" y="44"/>
                  </a:cubicBezTo>
                  <a:cubicBezTo>
                    <a:pt x="190" y="27"/>
                    <a:pt x="174" y="27"/>
                    <a:pt x="157" y="7"/>
                  </a:cubicBezTo>
                  <a:lnTo>
                    <a:pt x="141" y="7"/>
                  </a:lnTo>
                  <a:cubicBezTo>
                    <a:pt x="130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33"/>
            <p:cNvSpPr/>
            <p:nvPr/>
          </p:nvSpPr>
          <p:spPr>
            <a:xfrm>
              <a:off x="5052950" y="2746800"/>
              <a:ext cx="4775" cy="6375"/>
            </a:xfrm>
            <a:custGeom>
              <a:avLst/>
              <a:gdLst/>
              <a:ahLst/>
              <a:cxnLst/>
              <a:rect l="l" t="t" r="r" b="b"/>
              <a:pathLst>
                <a:path w="191" h="255" extrusionOk="0">
                  <a:moveTo>
                    <a:pt x="61" y="1"/>
                  </a:moveTo>
                  <a:cubicBezTo>
                    <a:pt x="41" y="1"/>
                    <a:pt x="20" y="9"/>
                    <a:pt x="1" y="28"/>
                  </a:cubicBezTo>
                  <a:lnTo>
                    <a:pt x="1" y="234"/>
                  </a:lnTo>
                  <a:cubicBezTo>
                    <a:pt x="17" y="234"/>
                    <a:pt x="17" y="251"/>
                    <a:pt x="34" y="251"/>
                  </a:cubicBezTo>
                  <a:cubicBezTo>
                    <a:pt x="43" y="254"/>
                    <a:pt x="53" y="255"/>
                    <a:pt x="63" y="255"/>
                  </a:cubicBezTo>
                  <a:cubicBezTo>
                    <a:pt x="109" y="255"/>
                    <a:pt x="157" y="225"/>
                    <a:pt x="174" y="181"/>
                  </a:cubicBezTo>
                  <a:cubicBezTo>
                    <a:pt x="191" y="115"/>
                    <a:pt x="174" y="28"/>
                    <a:pt x="104" y="12"/>
                  </a:cubicBezTo>
                  <a:cubicBezTo>
                    <a:pt x="90" y="5"/>
                    <a:pt x="76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33"/>
            <p:cNvSpPr/>
            <p:nvPr/>
          </p:nvSpPr>
          <p:spPr>
            <a:xfrm>
              <a:off x="5067075" y="262187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3" y="0"/>
                  </a:moveTo>
                  <a:cubicBezTo>
                    <a:pt x="117" y="0"/>
                    <a:pt x="111" y="2"/>
                    <a:pt x="104" y="8"/>
                  </a:cubicBezTo>
                  <a:cubicBezTo>
                    <a:pt x="71" y="8"/>
                    <a:pt x="54" y="24"/>
                    <a:pt x="38" y="61"/>
                  </a:cubicBezTo>
                  <a:cubicBezTo>
                    <a:pt x="21" y="78"/>
                    <a:pt x="1" y="111"/>
                    <a:pt x="21" y="148"/>
                  </a:cubicBezTo>
                  <a:cubicBezTo>
                    <a:pt x="21" y="181"/>
                    <a:pt x="38" y="214"/>
                    <a:pt x="54" y="230"/>
                  </a:cubicBezTo>
                  <a:cubicBezTo>
                    <a:pt x="71" y="251"/>
                    <a:pt x="104" y="267"/>
                    <a:pt x="141" y="267"/>
                  </a:cubicBezTo>
                  <a:cubicBezTo>
                    <a:pt x="190" y="251"/>
                    <a:pt x="244" y="181"/>
                    <a:pt x="227" y="111"/>
                  </a:cubicBezTo>
                  <a:cubicBezTo>
                    <a:pt x="227" y="78"/>
                    <a:pt x="207" y="45"/>
                    <a:pt x="190" y="24"/>
                  </a:cubicBezTo>
                  <a:cubicBezTo>
                    <a:pt x="174" y="24"/>
                    <a:pt x="174" y="8"/>
                    <a:pt x="157" y="8"/>
                  </a:cubicBezTo>
                  <a:cubicBezTo>
                    <a:pt x="146" y="8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33"/>
            <p:cNvSpPr/>
            <p:nvPr/>
          </p:nvSpPr>
          <p:spPr>
            <a:xfrm>
              <a:off x="5052950" y="2703000"/>
              <a:ext cx="4775" cy="6275"/>
            </a:xfrm>
            <a:custGeom>
              <a:avLst/>
              <a:gdLst/>
              <a:ahLst/>
              <a:cxnLst/>
              <a:rect l="l" t="t" r="r" b="b"/>
              <a:pathLst>
                <a:path w="191" h="251" extrusionOk="0">
                  <a:moveTo>
                    <a:pt x="65" y="1"/>
                  </a:moveTo>
                  <a:cubicBezTo>
                    <a:pt x="41" y="1"/>
                    <a:pt x="20" y="9"/>
                    <a:pt x="1" y="28"/>
                  </a:cubicBezTo>
                  <a:lnTo>
                    <a:pt x="1" y="234"/>
                  </a:lnTo>
                  <a:cubicBezTo>
                    <a:pt x="17" y="234"/>
                    <a:pt x="17" y="250"/>
                    <a:pt x="34" y="250"/>
                  </a:cubicBezTo>
                  <a:lnTo>
                    <a:pt x="87" y="250"/>
                  </a:lnTo>
                  <a:cubicBezTo>
                    <a:pt x="120" y="250"/>
                    <a:pt x="153" y="217"/>
                    <a:pt x="174" y="164"/>
                  </a:cubicBezTo>
                  <a:cubicBezTo>
                    <a:pt x="191" y="131"/>
                    <a:pt x="191" y="77"/>
                    <a:pt x="153" y="44"/>
                  </a:cubicBezTo>
                  <a:cubicBezTo>
                    <a:pt x="137" y="28"/>
                    <a:pt x="137" y="11"/>
                    <a:pt x="120" y="11"/>
                  </a:cubicBezTo>
                  <a:cubicBezTo>
                    <a:pt x="100" y="5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33"/>
            <p:cNvSpPr/>
            <p:nvPr/>
          </p:nvSpPr>
          <p:spPr>
            <a:xfrm>
              <a:off x="5078725" y="2453725"/>
              <a:ext cx="5175" cy="3100"/>
            </a:xfrm>
            <a:custGeom>
              <a:avLst/>
              <a:gdLst/>
              <a:ahLst/>
              <a:cxnLst/>
              <a:rect l="l" t="t" r="r" b="b"/>
              <a:pathLst>
                <a:path w="207" h="124" extrusionOk="0">
                  <a:moveTo>
                    <a:pt x="1" y="1"/>
                  </a:moveTo>
                  <a:lnTo>
                    <a:pt x="1" y="17"/>
                  </a:lnTo>
                  <a:cubicBezTo>
                    <a:pt x="1" y="78"/>
                    <a:pt x="54" y="124"/>
                    <a:pt x="100" y="124"/>
                  </a:cubicBezTo>
                  <a:cubicBezTo>
                    <a:pt x="107" y="124"/>
                    <a:pt x="114" y="123"/>
                    <a:pt x="120" y="120"/>
                  </a:cubicBezTo>
                  <a:cubicBezTo>
                    <a:pt x="153" y="120"/>
                    <a:pt x="174" y="104"/>
                    <a:pt x="190" y="71"/>
                  </a:cubicBezTo>
                  <a:cubicBezTo>
                    <a:pt x="207" y="71"/>
                    <a:pt x="207" y="50"/>
                    <a:pt x="207" y="50"/>
                  </a:cubicBezTo>
                  <a:cubicBezTo>
                    <a:pt x="137" y="34"/>
                    <a:pt x="71" y="1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33"/>
            <p:cNvSpPr/>
            <p:nvPr/>
          </p:nvSpPr>
          <p:spPr>
            <a:xfrm>
              <a:off x="5124700" y="2736225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34" y="0"/>
                  </a:moveTo>
                  <a:cubicBezTo>
                    <a:pt x="84" y="0"/>
                    <a:pt x="44" y="35"/>
                    <a:pt x="17" y="88"/>
                  </a:cubicBezTo>
                  <a:cubicBezTo>
                    <a:pt x="0" y="158"/>
                    <a:pt x="33" y="228"/>
                    <a:pt x="87" y="245"/>
                  </a:cubicBezTo>
                  <a:cubicBezTo>
                    <a:pt x="104" y="261"/>
                    <a:pt x="120" y="261"/>
                    <a:pt x="136" y="261"/>
                  </a:cubicBezTo>
                  <a:cubicBezTo>
                    <a:pt x="169" y="261"/>
                    <a:pt x="207" y="228"/>
                    <a:pt x="223" y="175"/>
                  </a:cubicBezTo>
                  <a:cubicBezTo>
                    <a:pt x="240" y="125"/>
                    <a:pt x="240" y="72"/>
                    <a:pt x="207" y="39"/>
                  </a:cubicBezTo>
                  <a:cubicBezTo>
                    <a:pt x="190" y="22"/>
                    <a:pt x="190" y="22"/>
                    <a:pt x="169" y="6"/>
                  </a:cubicBezTo>
                  <a:cubicBezTo>
                    <a:pt x="157" y="2"/>
                    <a:pt x="145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33"/>
            <p:cNvSpPr/>
            <p:nvPr/>
          </p:nvSpPr>
          <p:spPr>
            <a:xfrm>
              <a:off x="5191700" y="26611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50" y="21"/>
                    <a:pt x="0" y="87"/>
                    <a:pt x="17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206" y="260"/>
                    <a:pt x="239" y="190"/>
                    <a:pt x="223" y="124"/>
                  </a:cubicBezTo>
                  <a:cubicBezTo>
                    <a:pt x="223" y="87"/>
                    <a:pt x="206" y="54"/>
                    <a:pt x="190" y="37"/>
                  </a:cubicBezTo>
                  <a:cubicBezTo>
                    <a:pt x="169" y="21"/>
                    <a:pt x="169" y="21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33"/>
            <p:cNvSpPr/>
            <p:nvPr/>
          </p:nvSpPr>
          <p:spPr>
            <a:xfrm>
              <a:off x="5216125" y="2644250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94" y="0"/>
                  </a:moveTo>
                  <a:cubicBezTo>
                    <a:pt x="76" y="0"/>
                    <a:pt x="61" y="12"/>
                    <a:pt x="38" y="24"/>
                  </a:cubicBezTo>
                  <a:cubicBezTo>
                    <a:pt x="17" y="40"/>
                    <a:pt x="0" y="77"/>
                    <a:pt x="0" y="110"/>
                  </a:cubicBezTo>
                  <a:cubicBezTo>
                    <a:pt x="0" y="143"/>
                    <a:pt x="0" y="180"/>
                    <a:pt x="17" y="213"/>
                  </a:cubicBezTo>
                  <a:cubicBezTo>
                    <a:pt x="48" y="242"/>
                    <a:pt x="86" y="261"/>
                    <a:pt x="117" y="261"/>
                  </a:cubicBezTo>
                  <a:cubicBezTo>
                    <a:pt x="140" y="261"/>
                    <a:pt x="160" y="252"/>
                    <a:pt x="174" y="230"/>
                  </a:cubicBezTo>
                  <a:cubicBezTo>
                    <a:pt x="223" y="180"/>
                    <a:pt x="244" y="110"/>
                    <a:pt x="190" y="40"/>
                  </a:cubicBezTo>
                  <a:cubicBezTo>
                    <a:pt x="190" y="24"/>
                    <a:pt x="174" y="7"/>
                    <a:pt x="157" y="7"/>
                  </a:cubicBezTo>
                  <a:lnTo>
                    <a:pt x="120" y="7"/>
                  </a:lnTo>
                  <a:cubicBezTo>
                    <a:pt x="110" y="2"/>
                    <a:pt x="102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33"/>
            <p:cNvSpPr/>
            <p:nvPr/>
          </p:nvSpPr>
          <p:spPr>
            <a:xfrm>
              <a:off x="5207575" y="27062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4"/>
                  </a:cubicBezTo>
                  <a:cubicBezTo>
                    <a:pt x="87" y="257"/>
                    <a:pt x="103" y="257"/>
                    <a:pt x="136" y="257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90" y="17"/>
                  </a:cubicBezTo>
                  <a:cubicBezTo>
                    <a:pt x="173" y="17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33"/>
            <p:cNvSpPr/>
            <p:nvPr/>
          </p:nvSpPr>
          <p:spPr>
            <a:xfrm>
              <a:off x="5218300" y="26242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3" y="223"/>
                    <a:pt x="54" y="239"/>
                  </a:cubicBezTo>
                  <a:cubicBezTo>
                    <a:pt x="77" y="254"/>
                    <a:pt x="92" y="267"/>
                    <a:pt x="111" y="267"/>
                  </a:cubicBezTo>
                  <a:cubicBezTo>
                    <a:pt x="119" y="267"/>
                    <a:pt x="127" y="265"/>
                    <a:pt x="136" y="260"/>
                  </a:cubicBezTo>
                  <a:cubicBezTo>
                    <a:pt x="206" y="260"/>
                    <a:pt x="239" y="190"/>
                    <a:pt x="223" y="120"/>
                  </a:cubicBezTo>
                  <a:cubicBezTo>
                    <a:pt x="223" y="87"/>
                    <a:pt x="206" y="54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33"/>
            <p:cNvSpPr/>
            <p:nvPr/>
          </p:nvSpPr>
          <p:spPr>
            <a:xfrm>
              <a:off x="5217475" y="26717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6" y="0"/>
                  </a:moveTo>
                  <a:cubicBezTo>
                    <a:pt x="83" y="0"/>
                    <a:pt x="61" y="14"/>
                    <a:pt x="50" y="25"/>
                  </a:cubicBezTo>
                  <a:cubicBezTo>
                    <a:pt x="0" y="75"/>
                    <a:pt x="0" y="162"/>
                    <a:pt x="33" y="215"/>
                  </a:cubicBezTo>
                  <a:cubicBezTo>
                    <a:pt x="50" y="232"/>
                    <a:pt x="87" y="248"/>
                    <a:pt x="103" y="265"/>
                  </a:cubicBezTo>
                  <a:cubicBezTo>
                    <a:pt x="136" y="265"/>
                    <a:pt x="169" y="248"/>
                    <a:pt x="190" y="232"/>
                  </a:cubicBezTo>
                  <a:cubicBezTo>
                    <a:pt x="206" y="215"/>
                    <a:pt x="223" y="178"/>
                    <a:pt x="239" y="145"/>
                  </a:cubicBezTo>
                  <a:cubicBezTo>
                    <a:pt x="239" y="112"/>
                    <a:pt x="223" y="75"/>
                    <a:pt x="206" y="42"/>
                  </a:cubicBezTo>
                  <a:cubicBezTo>
                    <a:pt x="190" y="25"/>
                    <a:pt x="169" y="25"/>
                    <a:pt x="153" y="9"/>
                  </a:cubicBezTo>
                  <a:lnTo>
                    <a:pt x="136" y="9"/>
                  </a:lnTo>
                  <a:cubicBezTo>
                    <a:pt x="126" y="3"/>
                    <a:pt x="116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33"/>
            <p:cNvSpPr/>
            <p:nvPr/>
          </p:nvSpPr>
          <p:spPr>
            <a:xfrm>
              <a:off x="5195500" y="2694475"/>
              <a:ext cx="6125" cy="6575"/>
            </a:xfrm>
            <a:custGeom>
              <a:avLst/>
              <a:gdLst/>
              <a:ahLst/>
              <a:cxnLst/>
              <a:rect l="l" t="t" r="r" b="b"/>
              <a:pathLst>
                <a:path w="245" h="263" extrusionOk="0">
                  <a:moveTo>
                    <a:pt x="119" y="0"/>
                  </a:moveTo>
                  <a:cubicBezTo>
                    <a:pt x="76" y="0"/>
                    <a:pt x="33" y="22"/>
                    <a:pt x="17" y="76"/>
                  </a:cubicBezTo>
                  <a:cubicBezTo>
                    <a:pt x="1" y="146"/>
                    <a:pt x="17" y="233"/>
                    <a:pt x="87" y="249"/>
                  </a:cubicBezTo>
                  <a:cubicBezTo>
                    <a:pt x="102" y="258"/>
                    <a:pt x="117" y="262"/>
                    <a:pt x="132" y="262"/>
                  </a:cubicBezTo>
                  <a:cubicBezTo>
                    <a:pt x="173" y="262"/>
                    <a:pt x="211" y="231"/>
                    <a:pt x="224" y="179"/>
                  </a:cubicBezTo>
                  <a:cubicBezTo>
                    <a:pt x="244" y="109"/>
                    <a:pt x="224" y="43"/>
                    <a:pt x="158" y="6"/>
                  </a:cubicBezTo>
                  <a:cubicBezTo>
                    <a:pt x="145" y="2"/>
                    <a:pt x="132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33"/>
            <p:cNvSpPr/>
            <p:nvPr/>
          </p:nvSpPr>
          <p:spPr>
            <a:xfrm>
              <a:off x="5200250" y="2719975"/>
              <a:ext cx="6525" cy="6400"/>
            </a:xfrm>
            <a:custGeom>
              <a:avLst/>
              <a:gdLst/>
              <a:ahLst/>
              <a:cxnLst/>
              <a:rect l="l" t="t" r="r" b="b"/>
              <a:pathLst>
                <a:path w="261" h="256" extrusionOk="0">
                  <a:moveTo>
                    <a:pt x="137" y="0"/>
                  </a:moveTo>
                  <a:cubicBezTo>
                    <a:pt x="104" y="0"/>
                    <a:pt x="87" y="0"/>
                    <a:pt x="54" y="37"/>
                  </a:cubicBezTo>
                  <a:cubicBezTo>
                    <a:pt x="17" y="70"/>
                    <a:pt x="1" y="157"/>
                    <a:pt x="34" y="206"/>
                  </a:cubicBezTo>
                  <a:cubicBezTo>
                    <a:pt x="64" y="237"/>
                    <a:pt x="101" y="256"/>
                    <a:pt x="132" y="256"/>
                  </a:cubicBezTo>
                  <a:cubicBezTo>
                    <a:pt x="155" y="256"/>
                    <a:pt x="176" y="246"/>
                    <a:pt x="190" y="223"/>
                  </a:cubicBezTo>
                  <a:cubicBezTo>
                    <a:pt x="240" y="190"/>
                    <a:pt x="260" y="103"/>
                    <a:pt x="207" y="54"/>
                  </a:cubicBezTo>
                  <a:cubicBezTo>
                    <a:pt x="207" y="37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33"/>
            <p:cNvSpPr/>
            <p:nvPr/>
          </p:nvSpPr>
          <p:spPr>
            <a:xfrm>
              <a:off x="5203650" y="27521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29" y="1"/>
                  </a:moveTo>
                  <a:cubicBezTo>
                    <a:pt x="83" y="1"/>
                    <a:pt x="35" y="33"/>
                    <a:pt x="21" y="91"/>
                  </a:cubicBezTo>
                  <a:cubicBezTo>
                    <a:pt x="1" y="141"/>
                    <a:pt x="21" y="227"/>
                    <a:pt x="87" y="244"/>
                  </a:cubicBezTo>
                  <a:cubicBezTo>
                    <a:pt x="104" y="260"/>
                    <a:pt x="124" y="260"/>
                    <a:pt x="141" y="260"/>
                  </a:cubicBezTo>
                  <a:cubicBezTo>
                    <a:pt x="174" y="260"/>
                    <a:pt x="207" y="227"/>
                    <a:pt x="227" y="174"/>
                  </a:cubicBezTo>
                  <a:cubicBezTo>
                    <a:pt x="244" y="124"/>
                    <a:pt x="227" y="71"/>
                    <a:pt x="207" y="38"/>
                  </a:cubicBezTo>
                  <a:cubicBezTo>
                    <a:pt x="190" y="21"/>
                    <a:pt x="174" y="21"/>
                    <a:pt x="157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33"/>
            <p:cNvSpPr/>
            <p:nvPr/>
          </p:nvSpPr>
          <p:spPr>
            <a:xfrm>
              <a:off x="5213125" y="2594400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16" y="1"/>
                  </a:moveTo>
                  <a:cubicBezTo>
                    <a:pt x="108" y="1"/>
                    <a:pt x="98" y="3"/>
                    <a:pt x="87" y="10"/>
                  </a:cubicBezTo>
                  <a:cubicBezTo>
                    <a:pt x="34" y="10"/>
                    <a:pt x="1" y="76"/>
                    <a:pt x="1" y="146"/>
                  </a:cubicBezTo>
                  <a:cubicBezTo>
                    <a:pt x="1" y="179"/>
                    <a:pt x="17" y="216"/>
                    <a:pt x="54" y="232"/>
                  </a:cubicBezTo>
                  <a:cubicBezTo>
                    <a:pt x="71" y="249"/>
                    <a:pt x="104" y="265"/>
                    <a:pt x="120" y="265"/>
                  </a:cubicBezTo>
                  <a:cubicBezTo>
                    <a:pt x="191" y="249"/>
                    <a:pt x="224" y="179"/>
                    <a:pt x="224" y="113"/>
                  </a:cubicBezTo>
                  <a:cubicBezTo>
                    <a:pt x="224" y="76"/>
                    <a:pt x="207" y="43"/>
                    <a:pt x="174" y="26"/>
                  </a:cubicBezTo>
                  <a:lnTo>
                    <a:pt x="158" y="10"/>
                  </a:lnTo>
                  <a:cubicBezTo>
                    <a:pt x="144" y="10"/>
                    <a:pt x="132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33"/>
            <p:cNvSpPr/>
            <p:nvPr/>
          </p:nvSpPr>
          <p:spPr>
            <a:xfrm>
              <a:off x="5239325" y="25602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70" y="1"/>
                    <a:pt x="54" y="17"/>
                    <a:pt x="37" y="54"/>
                  </a:cubicBezTo>
                  <a:cubicBezTo>
                    <a:pt x="17" y="71"/>
                    <a:pt x="0" y="104"/>
                    <a:pt x="17" y="141"/>
                  </a:cubicBezTo>
                  <a:cubicBezTo>
                    <a:pt x="17" y="174"/>
                    <a:pt x="37" y="207"/>
                    <a:pt x="54" y="223"/>
                  </a:cubicBezTo>
                  <a:cubicBezTo>
                    <a:pt x="87" y="261"/>
                    <a:pt x="103" y="261"/>
                    <a:pt x="140" y="261"/>
                  </a:cubicBezTo>
                  <a:cubicBezTo>
                    <a:pt x="206" y="244"/>
                    <a:pt x="243" y="174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73" y="17"/>
                    <a:pt x="17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33"/>
            <p:cNvSpPr/>
            <p:nvPr/>
          </p:nvSpPr>
          <p:spPr>
            <a:xfrm>
              <a:off x="5220050" y="2608425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10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20"/>
                    <a:pt x="87" y="253"/>
                  </a:cubicBezTo>
                  <a:cubicBezTo>
                    <a:pt x="96" y="257"/>
                    <a:pt x="106" y="258"/>
                    <a:pt x="116" y="258"/>
                  </a:cubicBezTo>
                  <a:cubicBezTo>
                    <a:pt x="161" y="258"/>
                    <a:pt x="209" y="224"/>
                    <a:pt x="223" y="170"/>
                  </a:cubicBezTo>
                  <a:cubicBezTo>
                    <a:pt x="239" y="100"/>
                    <a:pt x="223" y="30"/>
                    <a:pt x="153" y="14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33"/>
            <p:cNvSpPr/>
            <p:nvPr/>
          </p:nvSpPr>
          <p:spPr>
            <a:xfrm>
              <a:off x="5246225" y="25894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70" y="1"/>
                    <a:pt x="33" y="17"/>
                    <a:pt x="17" y="50"/>
                  </a:cubicBezTo>
                  <a:cubicBezTo>
                    <a:pt x="0" y="67"/>
                    <a:pt x="0" y="104"/>
                    <a:pt x="0" y="137"/>
                  </a:cubicBezTo>
                  <a:cubicBezTo>
                    <a:pt x="0" y="170"/>
                    <a:pt x="17" y="207"/>
                    <a:pt x="50" y="223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23" y="67"/>
                    <a:pt x="206" y="34"/>
                    <a:pt x="174" y="17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33"/>
            <p:cNvSpPr/>
            <p:nvPr/>
          </p:nvSpPr>
          <p:spPr>
            <a:xfrm>
              <a:off x="5232925" y="2620825"/>
              <a:ext cx="6425" cy="6325"/>
            </a:xfrm>
            <a:custGeom>
              <a:avLst/>
              <a:gdLst/>
              <a:ahLst/>
              <a:cxnLst/>
              <a:rect l="l" t="t" r="r" b="b"/>
              <a:pathLst>
                <a:path w="257" h="253" extrusionOk="0">
                  <a:moveTo>
                    <a:pt x="137" y="0"/>
                  </a:moveTo>
                  <a:cubicBezTo>
                    <a:pt x="120" y="0"/>
                    <a:pt x="87" y="0"/>
                    <a:pt x="50" y="17"/>
                  </a:cubicBezTo>
                  <a:cubicBezTo>
                    <a:pt x="17" y="66"/>
                    <a:pt x="0" y="153"/>
                    <a:pt x="33" y="206"/>
                  </a:cubicBezTo>
                  <a:cubicBezTo>
                    <a:pt x="65" y="235"/>
                    <a:pt x="100" y="253"/>
                    <a:pt x="135" y="253"/>
                  </a:cubicBezTo>
                  <a:cubicBezTo>
                    <a:pt x="160" y="253"/>
                    <a:pt x="184" y="243"/>
                    <a:pt x="207" y="223"/>
                  </a:cubicBezTo>
                  <a:cubicBezTo>
                    <a:pt x="240" y="190"/>
                    <a:pt x="256" y="103"/>
                    <a:pt x="223" y="50"/>
                  </a:cubicBezTo>
                  <a:cubicBezTo>
                    <a:pt x="207" y="33"/>
                    <a:pt x="190" y="17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33"/>
            <p:cNvSpPr/>
            <p:nvPr/>
          </p:nvSpPr>
          <p:spPr>
            <a:xfrm>
              <a:off x="5234575" y="257742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104" y="0"/>
                    <a:pt x="87" y="0"/>
                    <a:pt x="87" y="17"/>
                  </a:cubicBezTo>
                  <a:cubicBezTo>
                    <a:pt x="38" y="33"/>
                    <a:pt x="0" y="87"/>
                    <a:pt x="21" y="153"/>
                  </a:cubicBezTo>
                  <a:cubicBezTo>
                    <a:pt x="21" y="190"/>
                    <a:pt x="38" y="206"/>
                    <a:pt x="54" y="239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207" y="239"/>
                    <a:pt x="244" y="173"/>
                    <a:pt x="244" y="103"/>
                  </a:cubicBezTo>
                  <a:cubicBezTo>
                    <a:pt x="227" y="103"/>
                    <a:pt x="227" y="87"/>
                    <a:pt x="227" y="70"/>
                  </a:cubicBezTo>
                  <a:cubicBezTo>
                    <a:pt x="207" y="50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33"/>
            <p:cNvSpPr/>
            <p:nvPr/>
          </p:nvSpPr>
          <p:spPr>
            <a:xfrm>
              <a:off x="5224275" y="26567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3" y="1"/>
                  </a:moveTo>
                  <a:cubicBezTo>
                    <a:pt x="117" y="1"/>
                    <a:pt x="110" y="3"/>
                    <a:pt x="103" y="8"/>
                  </a:cubicBezTo>
                  <a:cubicBezTo>
                    <a:pt x="37" y="8"/>
                    <a:pt x="0" y="74"/>
                    <a:pt x="21" y="144"/>
                  </a:cubicBezTo>
                  <a:cubicBezTo>
                    <a:pt x="21" y="177"/>
                    <a:pt x="37" y="214"/>
                    <a:pt x="54" y="231"/>
                  </a:cubicBezTo>
                  <a:cubicBezTo>
                    <a:pt x="87" y="247"/>
                    <a:pt x="103" y="264"/>
                    <a:pt x="140" y="264"/>
                  </a:cubicBezTo>
                  <a:cubicBezTo>
                    <a:pt x="173" y="247"/>
                    <a:pt x="190" y="231"/>
                    <a:pt x="206" y="214"/>
                  </a:cubicBezTo>
                  <a:cubicBezTo>
                    <a:pt x="227" y="177"/>
                    <a:pt x="243" y="144"/>
                    <a:pt x="227" y="111"/>
                  </a:cubicBezTo>
                  <a:cubicBezTo>
                    <a:pt x="227" y="74"/>
                    <a:pt x="206" y="41"/>
                    <a:pt x="190" y="25"/>
                  </a:cubicBezTo>
                  <a:cubicBezTo>
                    <a:pt x="173" y="25"/>
                    <a:pt x="173" y="8"/>
                    <a:pt x="157" y="8"/>
                  </a:cubicBezTo>
                  <a:cubicBezTo>
                    <a:pt x="146" y="8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33"/>
            <p:cNvSpPr/>
            <p:nvPr/>
          </p:nvSpPr>
          <p:spPr>
            <a:xfrm>
              <a:off x="5230350" y="2670275"/>
              <a:ext cx="6425" cy="6550"/>
            </a:xfrm>
            <a:custGeom>
              <a:avLst/>
              <a:gdLst/>
              <a:ahLst/>
              <a:cxnLst/>
              <a:rect l="l" t="t" r="r" b="b"/>
              <a:pathLst>
                <a:path w="257" h="262" extrusionOk="0">
                  <a:moveTo>
                    <a:pt x="127" y="1"/>
                  </a:moveTo>
                  <a:cubicBezTo>
                    <a:pt x="87" y="1"/>
                    <a:pt x="46" y="32"/>
                    <a:pt x="33" y="83"/>
                  </a:cubicBezTo>
                  <a:cubicBezTo>
                    <a:pt x="0" y="149"/>
                    <a:pt x="33" y="220"/>
                    <a:pt x="87" y="253"/>
                  </a:cubicBezTo>
                  <a:cubicBezTo>
                    <a:pt x="98" y="253"/>
                    <a:pt x="109" y="262"/>
                    <a:pt x="120" y="262"/>
                  </a:cubicBezTo>
                  <a:cubicBezTo>
                    <a:pt x="125" y="262"/>
                    <a:pt x="131" y="259"/>
                    <a:pt x="136" y="253"/>
                  </a:cubicBezTo>
                  <a:cubicBezTo>
                    <a:pt x="190" y="253"/>
                    <a:pt x="223" y="220"/>
                    <a:pt x="240" y="187"/>
                  </a:cubicBezTo>
                  <a:cubicBezTo>
                    <a:pt x="256" y="133"/>
                    <a:pt x="240" y="83"/>
                    <a:pt x="207" y="46"/>
                  </a:cubicBezTo>
                  <a:cubicBezTo>
                    <a:pt x="207" y="30"/>
                    <a:pt x="190" y="13"/>
                    <a:pt x="169" y="13"/>
                  </a:cubicBezTo>
                  <a:cubicBezTo>
                    <a:pt x="156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33"/>
            <p:cNvSpPr/>
            <p:nvPr/>
          </p:nvSpPr>
          <p:spPr>
            <a:xfrm>
              <a:off x="5227775" y="26841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99" y="1"/>
                  </a:moveTo>
                  <a:cubicBezTo>
                    <a:pt x="57" y="1"/>
                    <a:pt x="13" y="23"/>
                    <a:pt x="0" y="77"/>
                  </a:cubicBezTo>
                  <a:lnTo>
                    <a:pt x="0" y="147"/>
                  </a:lnTo>
                  <a:cubicBezTo>
                    <a:pt x="0" y="196"/>
                    <a:pt x="33" y="233"/>
                    <a:pt x="66" y="250"/>
                  </a:cubicBezTo>
                  <a:cubicBezTo>
                    <a:pt x="82" y="257"/>
                    <a:pt x="99" y="261"/>
                    <a:pt x="116" y="261"/>
                  </a:cubicBezTo>
                  <a:cubicBezTo>
                    <a:pt x="139" y="261"/>
                    <a:pt x="160" y="253"/>
                    <a:pt x="169" y="233"/>
                  </a:cubicBezTo>
                  <a:cubicBezTo>
                    <a:pt x="190" y="213"/>
                    <a:pt x="206" y="196"/>
                    <a:pt x="206" y="180"/>
                  </a:cubicBezTo>
                  <a:cubicBezTo>
                    <a:pt x="223" y="110"/>
                    <a:pt x="206" y="44"/>
                    <a:pt x="136" y="7"/>
                  </a:cubicBezTo>
                  <a:cubicBezTo>
                    <a:pt x="125" y="3"/>
                    <a:pt x="112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33"/>
            <p:cNvSpPr/>
            <p:nvPr/>
          </p:nvSpPr>
          <p:spPr>
            <a:xfrm>
              <a:off x="5183550" y="26468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10" y="0"/>
                  </a:moveTo>
                  <a:cubicBezTo>
                    <a:pt x="91" y="0"/>
                    <a:pt x="73" y="12"/>
                    <a:pt x="50" y="24"/>
                  </a:cubicBezTo>
                  <a:cubicBezTo>
                    <a:pt x="17" y="77"/>
                    <a:pt x="1" y="160"/>
                    <a:pt x="34" y="213"/>
                  </a:cubicBezTo>
                  <a:cubicBezTo>
                    <a:pt x="50" y="230"/>
                    <a:pt x="83" y="246"/>
                    <a:pt x="120" y="263"/>
                  </a:cubicBezTo>
                  <a:cubicBezTo>
                    <a:pt x="137" y="263"/>
                    <a:pt x="170" y="246"/>
                    <a:pt x="186" y="230"/>
                  </a:cubicBezTo>
                  <a:cubicBezTo>
                    <a:pt x="223" y="213"/>
                    <a:pt x="240" y="180"/>
                    <a:pt x="240" y="143"/>
                  </a:cubicBezTo>
                  <a:cubicBezTo>
                    <a:pt x="240" y="110"/>
                    <a:pt x="223" y="77"/>
                    <a:pt x="207" y="40"/>
                  </a:cubicBezTo>
                  <a:cubicBezTo>
                    <a:pt x="207" y="24"/>
                    <a:pt x="186" y="7"/>
                    <a:pt x="170" y="7"/>
                  </a:cubicBezTo>
                  <a:lnTo>
                    <a:pt x="137" y="7"/>
                  </a:lnTo>
                  <a:cubicBezTo>
                    <a:pt x="127" y="2"/>
                    <a:pt x="118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33"/>
            <p:cNvSpPr/>
            <p:nvPr/>
          </p:nvSpPr>
          <p:spPr>
            <a:xfrm>
              <a:off x="5145325" y="2685750"/>
              <a:ext cx="6000" cy="6450"/>
            </a:xfrm>
            <a:custGeom>
              <a:avLst/>
              <a:gdLst/>
              <a:ahLst/>
              <a:cxnLst/>
              <a:rect l="l" t="t" r="r" b="b"/>
              <a:pathLst>
                <a:path w="240" h="258" extrusionOk="0">
                  <a:moveTo>
                    <a:pt x="103" y="0"/>
                  </a:moveTo>
                  <a:cubicBezTo>
                    <a:pt x="86" y="0"/>
                    <a:pt x="68" y="5"/>
                    <a:pt x="49" y="13"/>
                  </a:cubicBezTo>
                  <a:cubicBezTo>
                    <a:pt x="33" y="29"/>
                    <a:pt x="17" y="46"/>
                    <a:pt x="17" y="83"/>
                  </a:cubicBezTo>
                  <a:cubicBezTo>
                    <a:pt x="0" y="116"/>
                    <a:pt x="0" y="132"/>
                    <a:pt x="0" y="169"/>
                  </a:cubicBezTo>
                  <a:cubicBezTo>
                    <a:pt x="17" y="202"/>
                    <a:pt x="33" y="235"/>
                    <a:pt x="66" y="252"/>
                  </a:cubicBezTo>
                  <a:cubicBezTo>
                    <a:pt x="80" y="256"/>
                    <a:pt x="92" y="258"/>
                    <a:pt x="105" y="258"/>
                  </a:cubicBezTo>
                  <a:cubicBezTo>
                    <a:pt x="156" y="258"/>
                    <a:pt x="196" y="226"/>
                    <a:pt x="223" y="186"/>
                  </a:cubicBezTo>
                  <a:cubicBezTo>
                    <a:pt x="239" y="116"/>
                    <a:pt x="206" y="29"/>
                    <a:pt x="153" y="13"/>
                  </a:cubicBezTo>
                  <a:cubicBezTo>
                    <a:pt x="136" y="5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33"/>
            <p:cNvSpPr/>
            <p:nvPr/>
          </p:nvSpPr>
          <p:spPr>
            <a:xfrm>
              <a:off x="5141400" y="27332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37" y="21"/>
                    <a:pt x="0" y="70"/>
                    <a:pt x="17" y="157"/>
                  </a:cubicBezTo>
                  <a:cubicBezTo>
                    <a:pt x="17" y="190"/>
                    <a:pt x="37" y="206"/>
                    <a:pt x="54" y="227"/>
                  </a:cubicBezTo>
                  <a:cubicBezTo>
                    <a:pt x="87" y="260"/>
                    <a:pt x="103" y="260"/>
                    <a:pt x="141" y="260"/>
                  </a:cubicBezTo>
                  <a:cubicBezTo>
                    <a:pt x="190" y="243"/>
                    <a:pt x="244" y="173"/>
                    <a:pt x="223" y="103"/>
                  </a:cubicBezTo>
                  <a:cubicBezTo>
                    <a:pt x="223" y="54"/>
                    <a:pt x="190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33"/>
            <p:cNvSpPr/>
            <p:nvPr/>
          </p:nvSpPr>
          <p:spPr>
            <a:xfrm>
              <a:off x="5140150" y="26551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67" y="17"/>
                    <a:pt x="50" y="34"/>
                    <a:pt x="34" y="55"/>
                  </a:cubicBezTo>
                  <a:cubicBezTo>
                    <a:pt x="17" y="88"/>
                    <a:pt x="1" y="121"/>
                    <a:pt x="17" y="158"/>
                  </a:cubicBezTo>
                  <a:cubicBezTo>
                    <a:pt x="17" y="191"/>
                    <a:pt x="34" y="224"/>
                    <a:pt x="50" y="240"/>
                  </a:cubicBezTo>
                  <a:cubicBezTo>
                    <a:pt x="87" y="261"/>
                    <a:pt x="104" y="261"/>
                    <a:pt x="137" y="261"/>
                  </a:cubicBezTo>
                  <a:cubicBezTo>
                    <a:pt x="207" y="261"/>
                    <a:pt x="240" y="191"/>
                    <a:pt x="224" y="121"/>
                  </a:cubicBezTo>
                  <a:cubicBezTo>
                    <a:pt x="224" y="88"/>
                    <a:pt x="207" y="55"/>
                    <a:pt x="191" y="34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33"/>
            <p:cNvSpPr/>
            <p:nvPr/>
          </p:nvSpPr>
          <p:spPr>
            <a:xfrm>
              <a:off x="5157775" y="2730825"/>
              <a:ext cx="5600" cy="6550"/>
            </a:xfrm>
            <a:custGeom>
              <a:avLst/>
              <a:gdLst/>
              <a:ahLst/>
              <a:cxnLst/>
              <a:rect l="l" t="t" r="r" b="b"/>
              <a:pathLst>
                <a:path w="224" h="262" extrusionOk="0">
                  <a:moveTo>
                    <a:pt x="129" y="0"/>
                  </a:moveTo>
                  <a:cubicBezTo>
                    <a:pt x="120" y="0"/>
                    <a:pt x="112" y="5"/>
                    <a:pt x="104" y="16"/>
                  </a:cubicBezTo>
                  <a:cubicBezTo>
                    <a:pt x="34" y="16"/>
                    <a:pt x="1" y="82"/>
                    <a:pt x="1" y="152"/>
                  </a:cubicBezTo>
                  <a:cubicBezTo>
                    <a:pt x="1" y="185"/>
                    <a:pt x="17" y="222"/>
                    <a:pt x="50" y="238"/>
                  </a:cubicBezTo>
                  <a:cubicBezTo>
                    <a:pt x="62" y="250"/>
                    <a:pt x="84" y="262"/>
                    <a:pt x="108" y="262"/>
                  </a:cubicBezTo>
                  <a:cubicBezTo>
                    <a:pt x="117" y="262"/>
                    <a:pt x="127" y="260"/>
                    <a:pt x="137" y="255"/>
                  </a:cubicBezTo>
                  <a:cubicBezTo>
                    <a:pt x="153" y="255"/>
                    <a:pt x="186" y="238"/>
                    <a:pt x="207" y="201"/>
                  </a:cubicBezTo>
                  <a:cubicBezTo>
                    <a:pt x="224" y="185"/>
                    <a:pt x="224" y="152"/>
                    <a:pt x="224" y="119"/>
                  </a:cubicBezTo>
                  <a:cubicBezTo>
                    <a:pt x="224" y="82"/>
                    <a:pt x="207" y="49"/>
                    <a:pt x="170" y="32"/>
                  </a:cubicBezTo>
                  <a:cubicBezTo>
                    <a:pt x="170" y="16"/>
                    <a:pt x="153" y="16"/>
                    <a:pt x="153" y="16"/>
                  </a:cubicBezTo>
                  <a:cubicBezTo>
                    <a:pt x="145" y="5"/>
                    <a:pt x="137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33"/>
            <p:cNvSpPr/>
            <p:nvPr/>
          </p:nvSpPr>
          <p:spPr>
            <a:xfrm>
              <a:off x="5146950" y="2668100"/>
              <a:ext cx="6125" cy="6850"/>
            </a:xfrm>
            <a:custGeom>
              <a:avLst/>
              <a:gdLst/>
              <a:ahLst/>
              <a:cxnLst/>
              <a:rect l="l" t="t" r="r" b="b"/>
              <a:pathLst>
                <a:path w="245" h="274" extrusionOk="0">
                  <a:moveTo>
                    <a:pt x="132" y="1"/>
                  </a:moveTo>
                  <a:cubicBezTo>
                    <a:pt x="91" y="1"/>
                    <a:pt x="50" y="32"/>
                    <a:pt x="38" y="84"/>
                  </a:cubicBezTo>
                  <a:cubicBezTo>
                    <a:pt x="1" y="154"/>
                    <a:pt x="38" y="236"/>
                    <a:pt x="88" y="257"/>
                  </a:cubicBezTo>
                  <a:cubicBezTo>
                    <a:pt x="104" y="257"/>
                    <a:pt x="125" y="274"/>
                    <a:pt x="141" y="274"/>
                  </a:cubicBezTo>
                  <a:cubicBezTo>
                    <a:pt x="191" y="257"/>
                    <a:pt x="228" y="220"/>
                    <a:pt x="244" y="187"/>
                  </a:cubicBezTo>
                  <a:cubicBezTo>
                    <a:pt x="244" y="133"/>
                    <a:pt x="244" y="84"/>
                    <a:pt x="207" y="51"/>
                  </a:cubicBezTo>
                  <a:cubicBezTo>
                    <a:pt x="207" y="30"/>
                    <a:pt x="191" y="14"/>
                    <a:pt x="174" y="14"/>
                  </a:cubicBezTo>
                  <a:cubicBezTo>
                    <a:pt x="161" y="5"/>
                    <a:pt x="146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33"/>
            <p:cNvSpPr/>
            <p:nvPr/>
          </p:nvSpPr>
          <p:spPr>
            <a:xfrm>
              <a:off x="5127275" y="26864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37" y="0"/>
                  </a:moveTo>
                  <a:cubicBezTo>
                    <a:pt x="104" y="0"/>
                    <a:pt x="66" y="17"/>
                    <a:pt x="50" y="37"/>
                  </a:cubicBezTo>
                  <a:cubicBezTo>
                    <a:pt x="1" y="87"/>
                    <a:pt x="1" y="157"/>
                    <a:pt x="33" y="223"/>
                  </a:cubicBezTo>
                  <a:cubicBezTo>
                    <a:pt x="52" y="253"/>
                    <a:pt x="82" y="266"/>
                    <a:pt x="114" y="266"/>
                  </a:cubicBezTo>
                  <a:cubicBezTo>
                    <a:pt x="140" y="266"/>
                    <a:pt x="167" y="258"/>
                    <a:pt x="190" y="244"/>
                  </a:cubicBezTo>
                  <a:cubicBezTo>
                    <a:pt x="240" y="190"/>
                    <a:pt x="240" y="103"/>
                    <a:pt x="207" y="54"/>
                  </a:cubicBezTo>
                  <a:cubicBezTo>
                    <a:pt x="190" y="37"/>
                    <a:pt x="190" y="17"/>
                    <a:pt x="153" y="17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33"/>
            <p:cNvSpPr/>
            <p:nvPr/>
          </p:nvSpPr>
          <p:spPr>
            <a:xfrm>
              <a:off x="5134600" y="26727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88"/>
                    <a:pt x="0" y="154"/>
                  </a:cubicBezTo>
                  <a:cubicBezTo>
                    <a:pt x="17" y="191"/>
                    <a:pt x="33" y="224"/>
                    <a:pt x="50" y="240"/>
                  </a:cubicBezTo>
                  <a:cubicBezTo>
                    <a:pt x="66" y="257"/>
                    <a:pt x="103" y="257"/>
                    <a:pt x="136" y="257"/>
                  </a:cubicBezTo>
                  <a:cubicBezTo>
                    <a:pt x="186" y="240"/>
                    <a:pt x="239" y="191"/>
                    <a:pt x="223" y="104"/>
                  </a:cubicBezTo>
                  <a:cubicBezTo>
                    <a:pt x="223" y="71"/>
                    <a:pt x="206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33"/>
            <p:cNvSpPr/>
            <p:nvPr/>
          </p:nvSpPr>
          <p:spPr>
            <a:xfrm>
              <a:off x="5130275" y="2718825"/>
              <a:ext cx="6400" cy="6325"/>
            </a:xfrm>
            <a:custGeom>
              <a:avLst/>
              <a:gdLst/>
              <a:ahLst/>
              <a:cxnLst/>
              <a:rect l="l" t="t" r="r" b="b"/>
              <a:pathLst>
                <a:path w="256" h="253" extrusionOk="0">
                  <a:moveTo>
                    <a:pt x="128" y="0"/>
                  </a:moveTo>
                  <a:cubicBezTo>
                    <a:pt x="86" y="0"/>
                    <a:pt x="45" y="32"/>
                    <a:pt x="33" y="83"/>
                  </a:cubicBezTo>
                  <a:cubicBezTo>
                    <a:pt x="0" y="149"/>
                    <a:pt x="33" y="219"/>
                    <a:pt x="87" y="252"/>
                  </a:cubicBezTo>
                  <a:lnTo>
                    <a:pt x="136" y="252"/>
                  </a:lnTo>
                  <a:cubicBezTo>
                    <a:pt x="190" y="252"/>
                    <a:pt x="223" y="219"/>
                    <a:pt x="239" y="166"/>
                  </a:cubicBezTo>
                  <a:cubicBezTo>
                    <a:pt x="256" y="133"/>
                    <a:pt x="239" y="83"/>
                    <a:pt x="206" y="46"/>
                  </a:cubicBezTo>
                  <a:cubicBezTo>
                    <a:pt x="206" y="30"/>
                    <a:pt x="190" y="13"/>
                    <a:pt x="173" y="13"/>
                  </a:cubicBezTo>
                  <a:cubicBezTo>
                    <a:pt x="159" y="5"/>
                    <a:pt x="144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33"/>
            <p:cNvSpPr/>
            <p:nvPr/>
          </p:nvSpPr>
          <p:spPr>
            <a:xfrm>
              <a:off x="5173250" y="25559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3" y="1"/>
                  </a:moveTo>
                  <a:cubicBezTo>
                    <a:pt x="66" y="1"/>
                    <a:pt x="33" y="17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07"/>
                    <a:pt x="33" y="240"/>
                  </a:cubicBezTo>
                  <a:cubicBezTo>
                    <a:pt x="66" y="256"/>
                    <a:pt x="103" y="256"/>
                    <a:pt x="120" y="256"/>
                  </a:cubicBezTo>
                  <a:cubicBezTo>
                    <a:pt x="186" y="240"/>
                    <a:pt x="223" y="186"/>
                    <a:pt x="223" y="104"/>
                  </a:cubicBezTo>
                  <a:cubicBezTo>
                    <a:pt x="206" y="67"/>
                    <a:pt x="186" y="50"/>
                    <a:pt x="169" y="17"/>
                  </a:cubicBezTo>
                  <a:cubicBezTo>
                    <a:pt x="169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33"/>
            <p:cNvSpPr/>
            <p:nvPr/>
          </p:nvSpPr>
          <p:spPr>
            <a:xfrm>
              <a:off x="5177875" y="2586525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08" y="0"/>
                  </a:moveTo>
                  <a:cubicBezTo>
                    <a:pt x="93" y="0"/>
                    <a:pt x="79" y="5"/>
                    <a:pt x="71" y="16"/>
                  </a:cubicBezTo>
                  <a:cubicBezTo>
                    <a:pt x="38" y="32"/>
                    <a:pt x="21" y="49"/>
                    <a:pt x="21" y="82"/>
                  </a:cubicBezTo>
                  <a:cubicBezTo>
                    <a:pt x="1" y="119"/>
                    <a:pt x="1" y="135"/>
                    <a:pt x="21" y="168"/>
                  </a:cubicBezTo>
                  <a:cubicBezTo>
                    <a:pt x="21" y="201"/>
                    <a:pt x="54" y="238"/>
                    <a:pt x="71" y="255"/>
                  </a:cubicBezTo>
                  <a:cubicBezTo>
                    <a:pt x="83" y="258"/>
                    <a:pt x="94" y="259"/>
                    <a:pt x="105" y="259"/>
                  </a:cubicBezTo>
                  <a:cubicBezTo>
                    <a:pt x="158" y="259"/>
                    <a:pt x="197" y="226"/>
                    <a:pt x="228" y="168"/>
                  </a:cubicBezTo>
                  <a:cubicBezTo>
                    <a:pt x="244" y="119"/>
                    <a:pt x="207" y="32"/>
                    <a:pt x="158" y="16"/>
                  </a:cubicBezTo>
                  <a:cubicBezTo>
                    <a:pt x="141" y="5"/>
                    <a:pt x="124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33"/>
            <p:cNvSpPr/>
            <p:nvPr/>
          </p:nvSpPr>
          <p:spPr>
            <a:xfrm>
              <a:off x="5179625" y="2568900"/>
              <a:ext cx="6525" cy="6375"/>
            </a:xfrm>
            <a:custGeom>
              <a:avLst/>
              <a:gdLst/>
              <a:ahLst/>
              <a:cxnLst/>
              <a:rect l="l" t="t" r="r" b="b"/>
              <a:pathLst>
                <a:path w="261" h="255" extrusionOk="0">
                  <a:moveTo>
                    <a:pt x="129" y="1"/>
                  </a:moveTo>
                  <a:cubicBezTo>
                    <a:pt x="88" y="1"/>
                    <a:pt x="49" y="34"/>
                    <a:pt x="34" y="82"/>
                  </a:cubicBezTo>
                  <a:cubicBezTo>
                    <a:pt x="1" y="152"/>
                    <a:pt x="34" y="222"/>
                    <a:pt x="88" y="255"/>
                  </a:cubicBezTo>
                  <a:lnTo>
                    <a:pt x="137" y="255"/>
                  </a:lnTo>
                  <a:cubicBezTo>
                    <a:pt x="191" y="255"/>
                    <a:pt x="224" y="222"/>
                    <a:pt x="240" y="185"/>
                  </a:cubicBezTo>
                  <a:cubicBezTo>
                    <a:pt x="261" y="135"/>
                    <a:pt x="240" y="82"/>
                    <a:pt x="224" y="49"/>
                  </a:cubicBezTo>
                  <a:cubicBezTo>
                    <a:pt x="207" y="32"/>
                    <a:pt x="191" y="16"/>
                    <a:pt x="174" y="16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33"/>
            <p:cNvSpPr/>
            <p:nvPr/>
          </p:nvSpPr>
          <p:spPr>
            <a:xfrm>
              <a:off x="5186550" y="26771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6" y="0"/>
                  </a:moveTo>
                  <a:cubicBezTo>
                    <a:pt x="103" y="0"/>
                    <a:pt x="66" y="0"/>
                    <a:pt x="50" y="33"/>
                  </a:cubicBezTo>
                  <a:cubicBezTo>
                    <a:pt x="0" y="66"/>
                    <a:pt x="0" y="153"/>
                    <a:pt x="33" y="206"/>
                  </a:cubicBezTo>
                  <a:cubicBezTo>
                    <a:pt x="50" y="239"/>
                    <a:pt x="87" y="256"/>
                    <a:pt x="103" y="256"/>
                  </a:cubicBezTo>
                  <a:cubicBezTo>
                    <a:pt x="136" y="256"/>
                    <a:pt x="169" y="256"/>
                    <a:pt x="190" y="223"/>
                  </a:cubicBezTo>
                  <a:cubicBezTo>
                    <a:pt x="239" y="186"/>
                    <a:pt x="239" y="103"/>
                    <a:pt x="206" y="50"/>
                  </a:cubicBezTo>
                  <a:cubicBezTo>
                    <a:pt x="190" y="33"/>
                    <a:pt x="19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33"/>
            <p:cNvSpPr/>
            <p:nvPr/>
          </p:nvSpPr>
          <p:spPr>
            <a:xfrm>
              <a:off x="5250025" y="2572275"/>
              <a:ext cx="5700" cy="6925"/>
            </a:xfrm>
            <a:custGeom>
              <a:avLst/>
              <a:gdLst/>
              <a:ahLst/>
              <a:cxnLst/>
              <a:rect l="l" t="t" r="r" b="b"/>
              <a:pathLst>
                <a:path w="228" h="277" extrusionOk="0">
                  <a:moveTo>
                    <a:pt x="141" y="0"/>
                  </a:moveTo>
                  <a:cubicBezTo>
                    <a:pt x="104" y="0"/>
                    <a:pt x="87" y="17"/>
                    <a:pt x="54" y="33"/>
                  </a:cubicBezTo>
                  <a:cubicBezTo>
                    <a:pt x="22" y="87"/>
                    <a:pt x="1" y="153"/>
                    <a:pt x="38" y="223"/>
                  </a:cubicBezTo>
                  <a:cubicBezTo>
                    <a:pt x="54" y="239"/>
                    <a:pt x="87" y="256"/>
                    <a:pt x="125" y="276"/>
                  </a:cubicBezTo>
                  <a:cubicBezTo>
                    <a:pt x="141" y="276"/>
                    <a:pt x="174" y="256"/>
                    <a:pt x="191" y="239"/>
                  </a:cubicBezTo>
                  <a:cubicBezTo>
                    <a:pt x="207" y="223"/>
                    <a:pt x="228" y="206"/>
                    <a:pt x="228" y="190"/>
                  </a:cubicBezTo>
                  <a:cubicBezTo>
                    <a:pt x="207" y="136"/>
                    <a:pt x="174" y="70"/>
                    <a:pt x="158" y="17"/>
                  </a:cubicBezTo>
                  <a:cubicBezTo>
                    <a:pt x="158" y="17"/>
                    <a:pt x="141" y="17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33"/>
            <p:cNvSpPr/>
            <p:nvPr/>
          </p:nvSpPr>
          <p:spPr>
            <a:xfrm>
              <a:off x="5174075" y="2634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4"/>
                  </a:cubicBezTo>
                  <a:cubicBezTo>
                    <a:pt x="87" y="257"/>
                    <a:pt x="103" y="257"/>
                    <a:pt x="136" y="257"/>
                  </a:cubicBezTo>
                  <a:cubicBezTo>
                    <a:pt x="206" y="240"/>
                    <a:pt x="239" y="174"/>
                    <a:pt x="239" y="104"/>
                  </a:cubicBezTo>
                  <a:cubicBezTo>
                    <a:pt x="223" y="50"/>
                    <a:pt x="206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33"/>
            <p:cNvSpPr/>
            <p:nvPr/>
          </p:nvSpPr>
          <p:spPr>
            <a:xfrm>
              <a:off x="5162000" y="26658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41" y="1"/>
                  </a:moveTo>
                  <a:cubicBezTo>
                    <a:pt x="104" y="1"/>
                    <a:pt x="71" y="17"/>
                    <a:pt x="55" y="38"/>
                  </a:cubicBezTo>
                  <a:cubicBezTo>
                    <a:pt x="1" y="71"/>
                    <a:pt x="1" y="157"/>
                    <a:pt x="38" y="207"/>
                  </a:cubicBezTo>
                  <a:cubicBezTo>
                    <a:pt x="55" y="244"/>
                    <a:pt x="71" y="260"/>
                    <a:pt x="104" y="260"/>
                  </a:cubicBezTo>
                  <a:cubicBezTo>
                    <a:pt x="141" y="260"/>
                    <a:pt x="174" y="260"/>
                    <a:pt x="191" y="244"/>
                  </a:cubicBezTo>
                  <a:cubicBezTo>
                    <a:pt x="207" y="207"/>
                    <a:pt x="224" y="190"/>
                    <a:pt x="224" y="157"/>
                  </a:cubicBezTo>
                  <a:cubicBezTo>
                    <a:pt x="224" y="120"/>
                    <a:pt x="224" y="87"/>
                    <a:pt x="207" y="54"/>
                  </a:cubicBezTo>
                  <a:cubicBezTo>
                    <a:pt x="191" y="38"/>
                    <a:pt x="174" y="17"/>
                    <a:pt x="158" y="17"/>
                  </a:cubicBezTo>
                  <a:cubicBezTo>
                    <a:pt x="158" y="1"/>
                    <a:pt x="141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33"/>
            <p:cNvSpPr/>
            <p:nvPr/>
          </p:nvSpPr>
          <p:spPr>
            <a:xfrm>
              <a:off x="5159025" y="27155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0" y="0"/>
                  </a:moveTo>
                  <a:cubicBezTo>
                    <a:pt x="114" y="0"/>
                    <a:pt x="109" y="2"/>
                    <a:pt x="103" y="9"/>
                  </a:cubicBezTo>
                  <a:cubicBezTo>
                    <a:pt x="54" y="9"/>
                    <a:pt x="0" y="75"/>
                    <a:pt x="17" y="145"/>
                  </a:cubicBezTo>
                  <a:cubicBezTo>
                    <a:pt x="17" y="215"/>
                    <a:pt x="87" y="265"/>
                    <a:pt x="136" y="265"/>
                  </a:cubicBezTo>
                  <a:cubicBezTo>
                    <a:pt x="174" y="248"/>
                    <a:pt x="190" y="232"/>
                    <a:pt x="207" y="215"/>
                  </a:cubicBezTo>
                  <a:cubicBezTo>
                    <a:pt x="223" y="178"/>
                    <a:pt x="239" y="145"/>
                    <a:pt x="223" y="112"/>
                  </a:cubicBezTo>
                  <a:cubicBezTo>
                    <a:pt x="223" y="75"/>
                    <a:pt x="207" y="42"/>
                    <a:pt x="190" y="26"/>
                  </a:cubicBezTo>
                  <a:cubicBezTo>
                    <a:pt x="174" y="26"/>
                    <a:pt x="174" y="9"/>
                    <a:pt x="157" y="9"/>
                  </a:cubicBezTo>
                  <a:cubicBezTo>
                    <a:pt x="143" y="9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33"/>
            <p:cNvSpPr/>
            <p:nvPr/>
          </p:nvSpPr>
          <p:spPr>
            <a:xfrm>
              <a:off x="5165000" y="2695425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7" y="1"/>
                  </a:moveTo>
                  <a:cubicBezTo>
                    <a:pt x="102" y="1"/>
                    <a:pt x="51" y="34"/>
                    <a:pt x="38" y="92"/>
                  </a:cubicBezTo>
                  <a:cubicBezTo>
                    <a:pt x="0" y="158"/>
                    <a:pt x="38" y="228"/>
                    <a:pt x="87" y="261"/>
                  </a:cubicBezTo>
                  <a:cubicBezTo>
                    <a:pt x="99" y="264"/>
                    <a:pt x="110" y="265"/>
                    <a:pt x="121" y="265"/>
                  </a:cubicBezTo>
                  <a:cubicBezTo>
                    <a:pt x="174" y="265"/>
                    <a:pt x="213" y="232"/>
                    <a:pt x="244" y="174"/>
                  </a:cubicBezTo>
                  <a:cubicBezTo>
                    <a:pt x="260" y="108"/>
                    <a:pt x="227" y="38"/>
                    <a:pt x="174" y="5"/>
                  </a:cubicBezTo>
                  <a:cubicBezTo>
                    <a:pt x="165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215" name="Google Shape;13215;p33"/>
          <p:cNvSpPr/>
          <p:nvPr/>
        </p:nvSpPr>
        <p:spPr>
          <a:xfrm flipH="1">
            <a:off x="8319600" y="951525"/>
            <a:ext cx="343650" cy="281174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16" name="Google Shape;13216;p33"/>
          <p:cNvSpPr/>
          <p:nvPr/>
        </p:nvSpPr>
        <p:spPr>
          <a:xfrm flipH="1">
            <a:off x="8100932" y="207651"/>
            <a:ext cx="420427" cy="461299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17" name="Google Shape;13217;p33"/>
          <p:cNvSpPr/>
          <p:nvPr/>
        </p:nvSpPr>
        <p:spPr>
          <a:xfrm rot="5400000">
            <a:off x="5499501" y="498573"/>
            <a:ext cx="1598323" cy="9542026"/>
          </a:xfrm>
          <a:custGeom>
            <a:avLst/>
            <a:gdLst/>
            <a:ahLst/>
            <a:cxnLst/>
            <a:rect l="l" t="t" r="r" b="b"/>
            <a:pathLst>
              <a:path w="3691" h="7369" extrusionOk="0">
                <a:moveTo>
                  <a:pt x="3690" y="1"/>
                </a:moveTo>
                <a:cubicBezTo>
                  <a:pt x="2763" y="376"/>
                  <a:pt x="1856" y="805"/>
                  <a:pt x="928" y="1184"/>
                </a:cubicBezTo>
                <a:cubicBezTo>
                  <a:pt x="532" y="1341"/>
                  <a:pt x="66" y="1580"/>
                  <a:pt x="33" y="1992"/>
                </a:cubicBezTo>
                <a:cubicBezTo>
                  <a:pt x="0" y="2334"/>
                  <a:pt x="273" y="2627"/>
                  <a:pt x="413" y="2936"/>
                </a:cubicBezTo>
                <a:cubicBezTo>
                  <a:pt x="755" y="3711"/>
                  <a:pt x="326" y="4721"/>
                  <a:pt x="788" y="5443"/>
                </a:cubicBezTo>
                <a:cubicBezTo>
                  <a:pt x="945" y="5686"/>
                  <a:pt x="1184" y="5855"/>
                  <a:pt x="1406" y="6028"/>
                </a:cubicBezTo>
                <a:cubicBezTo>
                  <a:pt x="2128" y="6560"/>
                  <a:pt x="2866" y="7092"/>
                  <a:pt x="3690" y="7368"/>
                </a:cubicBezTo>
                <a:lnTo>
                  <a:pt x="369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CUSTOM_24">
    <p:spTree>
      <p:nvGrpSpPr>
        <p:cNvPr id="1" name="Shape 14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99" name="Google Shape;14499;p38"/>
          <p:cNvSpPr/>
          <p:nvPr/>
        </p:nvSpPr>
        <p:spPr>
          <a:xfrm>
            <a:off x="-2393550" y="-390625"/>
            <a:ext cx="6838949" cy="7391276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00" name="Google Shape;14500;p38"/>
          <p:cNvSpPr txBox="1">
            <a:spLocks noGrp="1"/>
          </p:cNvSpPr>
          <p:nvPr>
            <p:ph type="title"/>
          </p:nvPr>
        </p:nvSpPr>
        <p:spPr>
          <a:xfrm>
            <a:off x="718550" y="2642625"/>
            <a:ext cx="2862600" cy="82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4800"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4501" name="Google Shape;14501;p38"/>
          <p:cNvSpPr txBox="1">
            <a:spLocks noGrp="1"/>
          </p:cNvSpPr>
          <p:nvPr>
            <p:ph type="subTitle" idx="1"/>
          </p:nvPr>
        </p:nvSpPr>
        <p:spPr>
          <a:xfrm>
            <a:off x="718550" y="3464925"/>
            <a:ext cx="2862600" cy="53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600"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600"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600"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600"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600"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600"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600"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14502" name="Google Shape;14502;p38"/>
          <p:cNvSpPr txBox="1">
            <a:spLocks noGrp="1"/>
          </p:cNvSpPr>
          <p:nvPr>
            <p:ph type="title" idx="2" hasCustomPrompt="1"/>
          </p:nvPr>
        </p:nvSpPr>
        <p:spPr>
          <a:xfrm>
            <a:off x="720000" y="2003725"/>
            <a:ext cx="1286100" cy="51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 1">
  <p:cSld name="CUSTOM_10">
    <p:spTree>
      <p:nvGrpSpPr>
        <p:cNvPr id="1" name="Shape 15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5" name="Google Shape;15715;p41"/>
          <p:cNvSpPr/>
          <p:nvPr/>
        </p:nvSpPr>
        <p:spPr>
          <a:xfrm rot="1575730">
            <a:off x="8594927" y="9974"/>
            <a:ext cx="3099692" cy="3353437"/>
          </a:xfrm>
          <a:custGeom>
            <a:avLst/>
            <a:gdLst/>
            <a:ahLst/>
            <a:cxnLst/>
            <a:rect l="l" t="t" r="r" b="b"/>
            <a:pathLst>
              <a:path w="7586" h="8207" extrusionOk="0">
                <a:moveTo>
                  <a:pt x="2484" y="0"/>
                </a:moveTo>
                <a:cubicBezTo>
                  <a:pt x="1587" y="0"/>
                  <a:pt x="290" y="487"/>
                  <a:pt x="149" y="2303"/>
                </a:cubicBezTo>
                <a:cubicBezTo>
                  <a:pt x="1" y="4587"/>
                  <a:pt x="1730" y="7048"/>
                  <a:pt x="3663" y="7926"/>
                </a:cubicBezTo>
                <a:cubicBezTo>
                  <a:pt x="4118" y="8125"/>
                  <a:pt x="4518" y="8207"/>
                  <a:pt x="4864" y="8207"/>
                </a:cubicBezTo>
                <a:cubicBezTo>
                  <a:pt x="5988" y="8207"/>
                  <a:pt x="6546" y="7340"/>
                  <a:pt x="6595" y="6780"/>
                </a:cubicBezTo>
                <a:cubicBezTo>
                  <a:pt x="6651" y="5930"/>
                  <a:pt x="6067" y="4672"/>
                  <a:pt x="6855" y="3413"/>
                </a:cubicBezTo>
                <a:cubicBezTo>
                  <a:pt x="7178" y="2858"/>
                  <a:pt x="7354" y="2415"/>
                  <a:pt x="7438" y="2064"/>
                </a:cubicBezTo>
                <a:cubicBezTo>
                  <a:pt x="7586" y="1424"/>
                  <a:pt x="7298" y="749"/>
                  <a:pt x="6735" y="454"/>
                </a:cubicBezTo>
                <a:cubicBezTo>
                  <a:pt x="6484" y="328"/>
                  <a:pt x="6223" y="279"/>
                  <a:pt x="5972" y="279"/>
                </a:cubicBezTo>
                <a:cubicBezTo>
                  <a:pt x="5758" y="279"/>
                  <a:pt x="5552" y="315"/>
                  <a:pt x="5364" y="370"/>
                </a:cubicBezTo>
                <a:cubicBezTo>
                  <a:pt x="5235" y="404"/>
                  <a:pt x="5082" y="418"/>
                  <a:pt x="4918" y="418"/>
                </a:cubicBezTo>
                <a:cubicBezTo>
                  <a:pt x="4116" y="418"/>
                  <a:pt x="3045" y="74"/>
                  <a:pt x="3045" y="74"/>
                </a:cubicBezTo>
                <a:cubicBezTo>
                  <a:pt x="2896" y="29"/>
                  <a:pt x="2702" y="0"/>
                  <a:pt x="248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16" name="Google Shape;15716;p41"/>
          <p:cNvSpPr/>
          <p:nvPr/>
        </p:nvSpPr>
        <p:spPr>
          <a:xfrm>
            <a:off x="-789100" y="4646325"/>
            <a:ext cx="3099696" cy="3353442"/>
          </a:xfrm>
          <a:custGeom>
            <a:avLst/>
            <a:gdLst/>
            <a:ahLst/>
            <a:cxnLst/>
            <a:rect l="l" t="t" r="r" b="b"/>
            <a:pathLst>
              <a:path w="7586" h="8207" extrusionOk="0">
                <a:moveTo>
                  <a:pt x="2484" y="0"/>
                </a:moveTo>
                <a:cubicBezTo>
                  <a:pt x="1587" y="0"/>
                  <a:pt x="290" y="487"/>
                  <a:pt x="149" y="2303"/>
                </a:cubicBezTo>
                <a:cubicBezTo>
                  <a:pt x="1" y="4587"/>
                  <a:pt x="1730" y="7048"/>
                  <a:pt x="3663" y="7926"/>
                </a:cubicBezTo>
                <a:cubicBezTo>
                  <a:pt x="4118" y="8125"/>
                  <a:pt x="4518" y="8207"/>
                  <a:pt x="4864" y="8207"/>
                </a:cubicBezTo>
                <a:cubicBezTo>
                  <a:pt x="5988" y="8207"/>
                  <a:pt x="6546" y="7340"/>
                  <a:pt x="6595" y="6780"/>
                </a:cubicBezTo>
                <a:cubicBezTo>
                  <a:pt x="6651" y="5930"/>
                  <a:pt x="6067" y="4672"/>
                  <a:pt x="6855" y="3413"/>
                </a:cubicBezTo>
                <a:cubicBezTo>
                  <a:pt x="7178" y="2858"/>
                  <a:pt x="7354" y="2415"/>
                  <a:pt x="7438" y="2064"/>
                </a:cubicBezTo>
                <a:cubicBezTo>
                  <a:pt x="7586" y="1424"/>
                  <a:pt x="7298" y="749"/>
                  <a:pt x="6735" y="454"/>
                </a:cubicBezTo>
                <a:cubicBezTo>
                  <a:pt x="6484" y="328"/>
                  <a:pt x="6223" y="279"/>
                  <a:pt x="5972" y="279"/>
                </a:cubicBezTo>
                <a:cubicBezTo>
                  <a:pt x="5758" y="279"/>
                  <a:pt x="5552" y="315"/>
                  <a:pt x="5364" y="370"/>
                </a:cubicBezTo>
                <a:cubicBezTo>
                  <a:pt x="5235" y="404"/>
                  <a:pt x="5082" y="418"/>
                  <a:pt x="4918" y="418"/>
                </a:cubicBezTo>
                <a:cubicBezTo>
                  <a:pt x="4116" y="418"/>
                  <a:pt x="3045" y="74"/>
                  <a:pt x="3045" y="74"/>
                </a:cubicBezTo>
                <a:cubicBezTo>
                  <a:pt x="2896" y="29"/>
                  <a:pt x="2702" y="0"/>
                  <a:pt x="248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17" name="Google Shape;15717;p41"/>
          <p:cNvSpPr txBox="1">
            <a:spLocks noGrp="1"/>
          </p:cNvSpPr>
          <p:nvPr>
            <p:ph type="title"/>
          </p:nvPr>
        </p:nvSpPr>
        <p:spPr>
          <a:xfrm>
            <a:off x="5777875" y="3456450"/>
            <a:ext cx="3002700" cy="93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chemeClr val="accent3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chemeClr val="accent3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chemeClr val="accent3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chemeClr val="accent3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chemeClr val="accent3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chemeClr val="accent3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chemeClr val="accent3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grpSp>
        <p:nvGrpSpPr>
          <p:cNvPr id="15718" name="Google Shape;15718;p41"/>
          <p:cNvGrpSpPr/>
          <p:nvPr/>
        </p:nvGrpSpPr>
        <p:grpSpPr>
          <a:xfrm flipH="1">
            <a:off x="-285591" y="3876106"/>
            <a:ext cx="1685528" cy="1419220"/>
            <a:chOff x="3986575" y="2932600"/>
            <a:chExt cx="399850" cy="336675"/>
          </a:xfrm>
        </p:grpSpPr>
        <p:sp>
          <p:nvSpPr>
            <p:cNvPr id="15719" name="Google Shape;15719;p41"/>
            <p:cNvSpPr/>
            <p:nvPr/>
          </p:nvSpPr>
          <p:spPr>
            <a:xfrm>
              <a:off x="4179425" y="29956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1" y="1"/>
                  </a:moveTo>
                  <a:cubicBezTo>
                    <a:pt x="57" y="1"/>
                    <a:pt x="15" y="47"/>
                    <a:pt x="0" y="91"/>
                  </a:cubicBezTo>
                  <a:lnTo>
                    <a:pt x="0" y="144"/>
                  </a:lnTo>
                  <a:cubicBezTo>
                    <a:pt x="17" y="144"/>
                    <a:pt x="17" y="161"/>
                    <a:pt x="17" y="161"/>
                  </a:cubicBezTo>
                  <a:cubicBezTo>
                    <a:pt x="33" y="194"/>
                    <a:pt x="70" y="194"/>
                    <a:pt x="87" y="210"/>
                  </a:cubicBezTo>
                  <a:cubicBezTo>
                    <a:pt x="120" y="210"/>
                    <a:pt x="136" y="210"/>
                    <a:pt x="173" y="194"/>
                  </a:cubicBezTo>
                  <a:cubicBezTo>
                    <a:pt x="190" y="177"/>
                    <a:pt x="206" y="144"/>
                    <a:pt x="206" y="124"/>
                  </a:cubicBezTo>
                  <a:cubicBezTo>
                    <a:pt x="206" y="91"/>
                    <a:pt x="206" y="58"/>
                    <a:pt x="190" y="41"/>
                  </a:cubicBezTo>
                  <a:cubicBezTo>
                    <a:pt x="173" y="20"/>
                    <a:pt x="153" y="4"/>
                    <a:pt x="120" y="4"/>
                  </a:cubicBezTo>
                  <a:cubicBezTo>
                    <a:pt x="114" y="2"/>
                    <a:pt x="107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0" name="Google Shape;15720;p41"/>
            <p:cNvSpPr/>
            <p:nvPr/>
          </p:nvSpPr>
          <p:spPr>
            <a:xfrm>
              <a:off x="4172525" y="2959125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0" y="0"/>
                  </a:moveTo>
                  <a:cubicBezTo>
                    <a:pt x="57" y="0"/>
                    <a:pt x="17" y="44"/>
                    <a:pt x="17" y="90"/>
                  </a:cubicBezTo>
                  <a:cubicBezTo>
                    <a:pt x="0" y="107"/>
                    <a:pt x="0" y="123"/>
                    <a:pt x="17" y="140"/>
                  </a:cubicBezTo>
                  <a:cubicBezTo>
                    <a:pt x="17" y="140"/>
                    <a:pt x="17" y="160"/>
                    <a:pt x="37" y="160"/>
                  </a:cubicBezTo>
                  <a:cubicBezTo>
                    <a:pt x="54" y="193"/>
                    <a:pt x="70" y="193"/>
                    <a:pt x="103" y="210"/>
                  </a:cubicBezTo>
                  <a:cubicBezTo>
                    <a:pt x="120" y="210"/>
                    <a:pt x="157" y="210"/>
                    <a:pt x="173" y="193"/>
                  </a:cubicBezTo>
                  <a:cubicBezTo>
                    <a:pt x="190" y="177"/>
                    <a:pt x="206" y="140"/>
                    <a:pt x="223" y="123"/>
                  </a:cubicBezTo>
                  <a:cubicBezTo>
                    <a:pt x="223" y="90"/>
                    <a:pt x="206" y="74"/>
                    <a:pt x="190" y="36"/>
                  </a:cubicBezTo>
                  <a:cubicBezTo>
                    <a:pt x="190" y="20"/>
                    <a:pt x="157" y="3"/>
                    <a:pt x="120" y="3"/>
                  </a:cubicBezTo>
                  <a:cubicBezTo>
                    <a:pt x="113" y="1"/>
                    <a:pt x="106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1" name="Google Shape;15721;p41"/>
            <p:cNvSpPr/>
            <p:nvPr/>
          </p:nvSpPr>
          <p:spPr>
            <a:xfrm>
              <a:off x="4176025" y="300975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5" y="0"/>
                  </a:moveTo>
                  <a:cubicBezTo>
                    <a:pt x="64" y="0"/>
                    <a:pt x="35" y="13"/>
                    <a:pt x="17" y="40"/>
                  </a:cubicBezTo>
                  <a:cubicBezTo>
                    <a:pt x="0" y="56"/>
                    <a:pt x="0" y="73"/>
                    <a:pt x="0" y="110"/>
                  </a:cubicBezTo>
                  <a:lnTo>
                    <a:pt x="0" y="143"/>
                  </a:lnTo>
                  <a:cubicBezTo>
                    <a:pt x="17" y="160"/>
                    <a:pt x="17" y="160"/>
                    <a:pt x="33" y="176"/>
                  </a:cubicBezTo>
                  <a:cubicBezTo>
                    <a:pt x="56" y="193"/>
                    <a:pt x="82" y="202"/>
                    <a:pt x="108" y="202"/>
                  </a:cubicBezTo>
                  <a:cubicBezTo>
                    <a:pt x="139" y="202"/>
                    <a:pt x="168" y="189"/>
                    <a:pt x="186" y="160"/>
                  </a:cubicBezTo>
                  <a:cubicBezTo>
                    <a:pt x="206" y="143"/>
                    <a:pt x="206" y="110"/>
                    <a:pt x="206" y="94"/>
                  </a:cubicBezTo>
                  <a:cubicBezTo>
                    <a:pt x="206" y="56"/>
                    <a:pt x="186" y="40"/>
                    <a:pt x="169" y="23"/>
                  </a:cubicBezTo>
                  <a:cubicBezTo>
                    <a:pt x="147" y="9"/>
                    <a:pt x="121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2" name="Google Shape;15722;p41"/>
            <p:cNvSpPr/>
            <p:nvPr/>
          </p:nvSpPr>
          <p:spPr>
            <a:xfrm>
              <a:off x="4181175" y="29805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5" y="0"/>
                  </a:moveTo>
                  <a:cubicBezTo>
                    <a:pt x="51" y="0"/>
                    <a:pt x="14" y="35"/>
                    <a:pt x="0" y="91"/>
                  </a:cubicBezTo>
                  <a:cubicBezTo>
                    <a:pt x="0" y="107"/>
                    <a:pt x="0" y="128"/>
                    <a:pt x="17" y="144"/>
                  </a:cubicBezTo>
                  <a:cubicBezTo>
                    <a:pt x="33" y="177"/>
                    <a:pt x="50" y="194"/>
                    <a:pt x="103" y="210"/>
                  </a:cubicBezTo>
                  <a:cubicBezTo>
                    <a:pt x="153" y="210"/>
                    <a:pt x="207" y="177"/>
                    <a:pt x="223" y="128"/>
                  </a:cubicBezTo>
                  <a:cubicBezTo>
                    <a:pt x="223" y="91"/>
                    <a:pt x="207" y="58"/>
                    <a:pt x="186" y="41"/>
                  </a:cubicBezTo>
                  <a:cubicBezTo>
                    <a:pt x="169" y="25"/>
                    <a:pt x="153" y="4"/>
                    <a:pt x="120" y="4"/>
                  </a:cubicBezTo>
                  <a:cubicBezTo>
                    <a:pt x="111" y="1"/>
                    <a:pt x="103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3" name="Google Shape;15723;p41"/>
            <p:cNvSpPr/>
            <p:nvPr/>
          </p:nvSpPr>
          <p:spPr>
            <a:xfrm>
              <a:off x="4169125" y="297022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12" y="1"/>
                  </a:moveTo>
                  <a:cubicBezTo>
                    <a:pt x="103" y="1"/>
                    <a:pt x="95" y="2"/>
                    <a:pt x="87" y="5"/>
                  </a:cubicBezTo>
                  <a:cubicBezTo>
                    <a:pt x="33" y="42"/>
                    <a:pt x="0" y="91"/>
                    <a:pt x="33" y="145"/>
                  </a:cubicBezTo>
                  <a:cubicBezTo>
                    <a:pt x="33" y="161"/>
                    <a:pt x="49" y="178"/>
                    <a:pt x="49" y="194"/>
                  </a:cubicBezTo>
                  <a:cubicBezTo>
                    <a:pt x="87" y="211"/>
                    <a:pt x="120" y="211"/>
                    <a:pt x="173" y="211"/>
                  </a:cubicBezTo>
                  <a:cubicBezTo>
                    <a:pt x="206" y="194"/>
                    <a:pt x="223" y="161"/>
                    <a:pt x="223" y="128"/>
                  </a:cubicBezTo>
                  <a:lnTo>
                    <a:pt x="223" y="75"/>
                  </a:lnTo>
                  <a:cubicBezTo>
                    <a:pt x="209" y="34"/>
                    <a:pt x="158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4" name="Google Shape;15724;p41"/>
            <p:cNvSpPr/>
            <p:nvPr/>
          </p:nvSpPr>
          <p:spPr>
            <a:xfrm>
              <a:off x="4166950" y="29970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71" y="1"/>
                    <a:pt x="17" y="34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3" y="190"/>
                    <a:pt x="71" y="207"/>
                    <a:pt x="87" y="207"/>
                  </a:cubicBezTo>
                  <a:cubicBezTo>
                    <a:pt x="120" y="207"/>
                    <a:pt x="136" y="207"/>
                    <a:pt x="174" y="190"/>
                  </a:cubicBezTo>
                  <a:cubicBezTo>
                    <a:pt x="190" y="170"/>
                    <a:pt x="207" y="153"/>
                    <a:pt x="207" y="120"/>
                  </a:cubicBezTo>
                  <a:cubicBezTo>
                    <a:pt x="223" y="67"/>
                    <a:pt x="174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5" name="Google Shape;15725;p41"/>
            <p:cNvSpPr/>
            <p:nvPr/>
          </p:nvSpPr>
          <p:spPr>
            <a:xfrm>
              <a:off x="4162625" y="2951300"/>
              <a:ext cx="5700" cy="5100"/>
            </a:xfrm>
            <a:custGeom>
              <a:avLst/>
              <a:gdLst/>
              <a:ahLst/>
              <a:cxnLst/>
              <a:rect l="l" t="t" r="r" b="b"/>
              <a:pathLst>
                <a:path w="228" h="204" extrusionOk="0">
                  <a:moveTo>
                    <a:pt x="118" y="0"/>
                  </a:moveTo>
                  <a:cubicBezTo>
                    <a:pt x="108" y="0"/>
                    <a:pt x="98" y="2"/>
                    <a:pt x="87" y="7"/>
                  </a:cubicBezTo>
                  <a:cubicBezTo>
                    <a:pt x="70" y="7"/>
                    <a:pt x="37" y="24"/>
                    <a:pt x="21" y="40"/>
                  </a:cubicBezTo>
                  <a:cubicBezTo>
                    <a:pt x="0" y="61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4"/>
                    <a:pt x="21" y="180"/>
                    <a:pt x="37" y="180"/>
                  </a:cubicBezTo>
                  <a:cubicBezTo>
                    <a:pt x="60" y="195"/>
                    <a:pt x="86" y="203"/>
                    <a:pt x="111" y="203"/>
                  </a:cubicBezTo>
                  <a:cubicBezTo>
                    <a:pt x="142" y="203"/>
                    <a:pt x="172" y="191"/>
                    <a:pt x="190" y="164"/>
                  </a:cubicBezTo>
                  <a:cubicBezTo>
                    <a:pt x="227" y="127"/>
                    <a:pt x="227" y="61"/>
                    <a:pt x="173" y="24"/>
                  </a:cubicBezTo>
                  <a:cubicBezTo>
                    <a:pt x="162" y="12"/>
                    <a:pt x="142" y="0"/>
                    <a:pt x="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6" name="Google Shape;15726;p41"/>
            <p:cNvSpPr/>
            <p:nvPr/>
          </p:nvSpPr>
          <p:spPr>
            <a:xfrm>
              <a:off x="4194475" y="2962000"/>
              <a:ext cx="6000" cy="5100"/>
            </a:xfrm>
            <a:custGeom>
              <a:avLst/>
              <a:gdLst/>
              <a:ahLst/>
              <a:cxnLst/>
              <a:rect l="l" t="t" r="r" b="b"/>
              <a:pathLst>
                <a:path w="240" h="204" extrusionOk="0">
                  <a:moveTo>
                    <a:pt x="120" y="1"/>
                  </a:moveTo>
                  <a:cubicBezTo>
                    <a:pt x="109" y="1"/>
                    <a:pt x="98" y="8"/>
                    <a:pt x="87" y="8"/>
                  </a:cubicBezTo>
                  <a:cubicBezTo>
                    <a:pt x="33" y="25"/>
                    <a:pt x="0" y="95"/>
                    <a:pt x="17" y="148"/>
                  </a:cubicBezTo>
                  <a:cubicBezTo>
                    <a:pt x="41" y="185"/>
                    <a:pt x="78" y="204"/>
                    <a:pt x="115" y="204"/>
                  </a:cubicBezTo>
                  <a:cubicBezTo>
                    <a:pt x="128" y="204"/>
                    <a:pt x="140" y="202"/>
                    <a:pt x="153" y="198"/>
                  </a:cubicBezTo>
                  <a:cubicBezTo>
                    <a:pt x="169" y="198"/>
                    <a:pt x="190" y="181"/>
                    <a:pt x="206" y="165"/>
                  </a:cubicBezTo>
                  <a:cubicBezTo>
                    <a:pt x="223" y="148"/>
                    <a:pt x="239" y="111"/>
                    <a:pt x="223" y="62"/>
                  </a:cubicBezTo>
                  <a:cubicBezTo>
                    <a:pt x="206" y="25"/>
                    <a:pt x="169" y="8"/>
                    <a:pt x="136" y="8"/>
                  </a:cubicBezTo>
                  <a:cubicBezTo>
                    <a:pt x="131" y="3"/>
                    <a:pt x="125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7" name="Google Shape;15727;p41"/>
            <p:cNvSpPr/>
            <p:nvPr/>
          </p:nvSpPr>
          <p:spPr>
            <a:xfrm>
              <a:off x="4169125" y="298372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03" y="1"/>
                  </a:moveTo>
                  <a:cubicBezTo>
                    <a:pt x="70" y="1"/>
                    <a:pt x="33" y="17"/>
                    <a:pt x="17" y="34"/>
                  </a:cubicBezTo>
                  <a:cubicBezTo>
                    <a:pt x="0" y="50"/>
                    <a:pt x="0" y="83"/>
                    <a:pt x="0" y="104"/>
                  </a:cubicBezTo>
                  <a:cubicBezTo>
                    <a:pt x="0" y="120"/>
                    <a:pt x="0" y="120"/>
                    <a:pt x="17" y="137"/>
                  </a:cubicBezTo>
                  <a:cubicBezTo>
                    <a:pt x="17" y="153"/>
                    <a:pt x="33" y="170"/>
                    <a:pt x="33" y="170"/>
                  </a:cubicBezTo>
                  <a:cubicBezTo>
                    <a:pt x="57" y="194"/>
                    <a:pt x="84" y="204"/>
                    <a:pt x="110" y="204"/>
                  </a:cubicBezTo>
                  <a:cubicBezTo>
                    <a:pt x="141" y="204"/>
                    <a:pt x="169" y="190"/>
                    <a:pt x="190" y="170"/>
                  </a:cubicBezTo>
                  <a:cubicBezTo>
                    <a:pt x="206" y="137"/>
                    <a:pt x="206" y="120"/>
                    <a:pt x="206" y="83"/>
                  </a:cubicBezTo>
                  <a:cubicBezTo>
                    <a:pt x="206" y="50"/>
                    <a:pt x="190" y="34"/>
                    <a:pt x="173" y="17"/>
                  </a:cubicBezTo>
                  <a:cubicBezTo>
                    <a:pt x="153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8" name="Google Shape;15728;p41"/>
            <p:cNvSpPr/>
            <p:nvPr/>
          </p:nvSpPr>
          <p:spPr>
            <a:xfrm>
              <a:off x="4157475" y="29631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87" y="0"/>
                    <a:pt x="70" y="0"/>
                    <a:pt x="54" y="17"/>
                  </a:cubicBezTo>
                  <a:cubicBezTo>
                    <a:pt x="21" y="33"/>
                    <a:pt x="0" y="66"/>
                    <a:pt x="0" y="83"/>
                  </a:cubicBezTo>
                  <a:lnTo>
                    <a:pt x="0" y="136"/>
                  </a:lnTo>
                  <a:cubicBezTo>
                    <a:pt x="21" y="153"/>
                    <a:pt x="21" y="153"/>
                    <a:pt x="21" y="169"/>
                  </a:cubicBezTo>
                  <a:cubicBezTo>
                    <a:pt x="37" y="186"/>
                    <a:pt x="70" y="206"/>
                    <a:pt x="87" y="206"/>
                  </a:cubicBezTo>
                  <a:cubicBezTo>
                    <a:pt x="96" y="208"/>
                    <a:pt x="104" y="209"/>
                    <a:pt x="112" y="209"/>
                  </a:cubicBezTo>
                  <a:cubicBezTo>
                    <a:pt x="168" y="209"/>
                    <a:pt x="206" y="163"/>
                    <a:pt x="206" y="120"/>
                  </a:cubicBezTo>
                  <a:cubicBezTo>
                    <a:pt x="206" y="83"/>
                    <a:pt x="206" y="66"/>
                    <a:pt x="190" y="50"/>
                  </a:cubicBezTo>
                  <a:cubicBezTo>
                    <a:pt x="173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9" name="Google Shape;15729;p41"/>
            <p:cNvSpPr/>
            <p:nvPr/>
          </p:nvSpPr>
          <p:spPr>
            <a:xfrm>
              <a:off x="4196125" y="3038550"/>
              <a:ext cx="5675" cy="5300"/>
            </a:xfrm>
            <a:custGeom>
              <a:avLst/>
              <a:gdLst/>
              <a:ahLst/>
              <a:cxnLst/>
              <a:rect l="l" t="t" r="r" b="b"/>
              <a:pathLst>
                <a:path w="227" h="212" extrusionOk="0">
                  <a:moveTo>
                    <a:pt x="115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37" y="22"/>
                    <a:pt x="0" y="92"/>
                    <a:pt x="21" y="141"/>
                  </a:cubicBezTo>
                  <a:cubicBezTo>
                    <a:pt x="37" y="158"/>
                    <a:pt x="37" y="178"/>
                    <a:pt x="54" y="178"/>
                  </a:cubicBezTo>
                  <a:cubicBezTo>
                    <a:pt x="87" y="211"/>
                    <a:pt x="124" y="211"/>
                    <a:pt x="157" y="211"/>
                  </a:cubicBezTo>
                  <a:cubicBezTo>
                    <a:pt x="190" y="195"/>
                    <a:pt x="227" y="158"/>
                    <a:pt x="227" y="125"/>
                  </a:cubicBezTo>
                  <a:lnTo>
                    <a:pt x="227" y="75"/>
                  </a:lnTo>
                  <a:cubicBezTo>
                    <a:pt x="196" y="31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0" name="Google Shape;15730;p41"/>
            <p:cNvSpPr/>
            <p:nvPr/>
          </p:nvSpPr>
          <p:spPr>
            <a:xfrm>
              <a:off x="4187150" y="3091575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32" y="1"/>
                  </a:moveTo>
                  <a:cubicBezTo>
                    <a:pt x="117" y="1"/>
                    <a:pt x="101" y="5"/>
                    <a:pt x="87" y="16"/>
                  </a:cubicBezTo>
                  <a:cubicBezTo>
                    <a:pt x="34" y="32"/>
                    <a:pt x="1" y="82"/>
                    <a:pt x="17" y="135"/>
                  </a:cubicBezTo>
                  <a:cubicBezTo>
                    <a:pt x="44" y="175"/>
                    <a:pt x="84" y="207"/>
                    <a:pt x="124" y="207"/>
                  </a:cubicBezTo>
                  <a:cubicBezTo>
                    <a:pt x="134" y="207"/>
                    <a:pt x="144" y="205"/>
                    <a:pt x="153" y="201"/>
                  </a:cubicBezTo>
                  <a:cubicBezTo>
                    <a:pt x="207" y="185"/>
                    <a:pt x="240" y="119"/>
                    <a:pt x="223" y="65"/>
                  </a:cubicBezTo>
                  <a:cubicBezTo>
                    <a:pt x="211" y="30"/>
                    <a:pt x="172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1" name="Google Shape;15731;p41"/>
            <p:cNvSpPr/>
            <p:nvPr/>
          </p:nvSpPr>
          <p:spPr>
            <a:xfrm>
              <a:off x="4183225" y="2965025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28" y="1"/>
                  </a:moveTo>
                  <a:cubicBezTo>
                    <a:pt x="115" y="1"/>
                    <a:pt x="101" y="3"/>
                    <a:pt x="87" y="7"/>
                  </a:cubicBezTo>
                  <a:cubicBezTo>
                    <a:pt x="38" y="27"/>
                    <a:pt x="1" y="93"/>
                    <a:pt x="21" y="147"/>
                  </a:cubicBezTo>
                  <a:cubicBezTo>
                    <a:pt x="38" y="163"/>
                    <a:pt x="38" y="163"/>
                    <a:pt x="54" y="180"/>
                  </a:cubicBezTo>
                  <a:cubicBezTo>
                    <a:pt x="74" y="199"/>
                    <a:pt x="95" y="207"/>
                    <a:pt x="115" y="207"/>
                  </a:cubicBezTo>
                  <a:cubicBezTo>
                    <a:pt x="130" y="207"/>
                    <a:pt x="144" y="203"/>
                    <a:pt x="158" y="196"/>
                  </a:cubicBezTo>
                  <a:cubicBezTo>
                    <a:pt x="207" y="180"/>
                    <a:pt x="228" y="147"/>
                    <a:pt x="228" y="110"/>
                  </a:cubicBezTo>
                  <a:lnTo>
                    <a:pt x="228" y="60"/>
                  </a:lnTo>
                  <a:cubicBezTo>
                    <a:pt x="212" y="20"/>
                    <a:pt x="171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2" name="Google Shape;15732;p41"/>
            <p:cNvSpPr/>
            <p:nvPr/>
          </p:nvSpPr>
          <p:spPr>
            <a:xfrm>
              <a:off x="4189725" y="30780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1" y="0"/>
                  </a:moveTo>
                  <a:cubicBezTo>
                    <a:pt x="58" y="0"/>
                    <a:pt x="15" y="47"/>
                    <a:pt x="1" y="90"/>
                  </a:cubicBezTo>
                  <a:cubicBezTo>
                    <a:pt x="1" y="106"/>
                    <a:pt x="1" y="123"/>
                    <a:pt x="17" y="143"/>
                  </a:cubicBezTo>
                  <a:lnTo>
                    <a:pt x="17" y="160"/>
                  </a:lnTo>
                  <a:cubicBezTo>
                    <a:pt x="34" y="193"/>
                    <a:pt x="71" y="209"/>
                    <a:pt x="87" y="209"/>
                  </a:cubicBezTo>
                  <a:cubicBezTo>
                    <a:pt x="153" y="209"/>
                    <a:pt x="207" y="176"/>
                    <a:pt x="207" y="123"/>
                  </a:cubicBezTo>
                  <a:cubicBezTo>
                    <a:pt x="223" y="90"/>
                    <a:pt x="207" y="73"/>
                    <a:pt x="190" y="40"/>
                  </a:cubicBezTo>
                  <a:cubicBezTo>
                    <a:pt x="174" y="20"/>
                    <a:pt x="153" y="3"/>
                    <a:pt x="120" y="3"/>
                  </a:cubicBez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3" name="Google Shape;15733;p41"/>
            <p:cNvSpPr/>
            <p:nvPr/>
          </p:nvSpPr>
          <p:spPr>
            <a:xfrm>
              <a:off x="4184575" y="30313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50" y="1"/>
                    <a:pt x="33" y="17"/>
                  </a:cubicBezTo>
                  <a:cubicBezTo>
                    <a:pt x="17" y="34"/>
                    <a:pt x="0" y="71"/>
                    <a:pt x="0" y="87"/>
                  </a:cubicBezTo>
                  <a:lnTo>
                    <a:pt x="0" y="137"/>
                  </a:lnTo>
                  <a:cubicBezTo>
                    <a:pt x="0" y="157"/>
                    <a:pt x="17" y="157"/>
                    <a:pt x="17" y="174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137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4"/>
                  </a:cubicBezTo>
                  <a:cubicBezTo>
                    <a:pt x="174" y="17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4" name="Google Shape;15734;p41"/>
            <p:cNvSpPr/>
            <p:nvPr/>
          </p:nvSpPr>
          <p:spPr>
            <a:xfrm>
              <a:off x="4196125" y="3051800"/>
              <a:ext cx="5175" cy="5100"/>
            </a:xfrm>
            <a:custGeom>
              <a:avLst/>
              <a:gdLst/>
              <a:ahLst/>
              <a:cxnLst/>
              <a:rect l="l" t="t" r="r" b="b"/>
              <a:pathLst>
                <a:path w="207" h="204" extrusionOk="0">
                  <a:moveTo>
                    <a:pt x="115" y="0"/>
                  </a:moveTo>
                  <a:cubicBezTo>
                    <a:pt x="107" y="0"/>
                    <a:pt x="98" y="2"/>
                    <a:pt x="87" y="7"/>
                  </a:cubicBezTo>
                  <a:cubicBezTo>
                    <a:pt x="70" y="7"/>
                    <a:pt x="37" y="24"/>
                    <a:pt x="21" y="40"/>
                  </a:cubicBezTo>
                  <a:cubicBezTo>
                    <a:pt x="0" y="61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4"/>
                    <a:pt x="21" y="180"/>
                    <a:pt x="37" y="180"/>
                  </a:cubicBezTo>
                  <a:cubicBezTo>
                    <a:pt x="60" y="195"/>
                    <a:pt x="86" y="203"/>
                    <a:pt x="111" y="203"/>
                  </a:cubicBezTo>
                  <a:cubicBezTo>
                    <a:pt x="142" y="203"/>
                    <a:pt x="172" y="191"/>
                    <a:pt x="190" y="164"/>
                  </a:cubicBezTo>
                  <a:cubicBezTo>
                    <a:pt x="206" y="143"/>
                    <a:pt x="206" y="127"/>
                    <a:pt x="206" y="94"/>
                  </a:cubicBezTo>
                  <a:cubicBezTo>
                    <a:pt x="206" y="61"/>
                    <a:pt x="190" y="40"/>
                    <a:pt x="173" y="24"/>
                  </a:cubicBezTo>
                  <a:cubicBezTo>
                    <a:pt x="150" y="12"/>
                    <a:pt x="135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5" name="Google Shape;15735;p41"/>
            <p:cNvSpPr/>
            <p:nvPr/>
          </p:nvSpPr>
          <p:spPr>
            <a:xfrm>
              <a:off x="4194050" y="30651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5" y="1"/>
                  </a:moveTo>
                  <a:cubicBezTo>
                    <a:pt x="39" y="1"/>
                    <a:pt x="1" y="47"/>
                    <a:pt x="1" y="91"/>
                  </a:cubicBezTo>
                  <a:lnTo>
                    <a:pt x="1" y="144"/>
                  </a:lnTo>
                  <a:cubicBezTo>
                    <a:pt x="1" y="161"/>
                    <a:pt x="17" y="161"/>
                    <a:pt x="17" y="161"/>
                  </a:cubicBezTo>
                  <a:cubicBezTo>
                    <a:pt x="34" y="194"/>
                    <a:pt x="50" y="210"/>
                    <a:pt x="83" y="210"/>
                  </a:cubicBezTo>
                  <a:cubicBezTo>
                    <a:pt x="120" y="210"/>
                    <a:pt x="137" y="210"/>
                    <a:pt x="153" y="194"/>
                  </a:cubicBezTo>
                  <a:cubicBezTo>
                    <a:pt x="186" y="177"/>
                    <a:pt x="207" y="144"/>
                    <a:pt x="207" y="124"/>
                  </a:cubicBezTo>
                  <a:cubicBezTo>
                    <a:pt x="207" y="74"/>
                    <a:pt x="170" y="4"/>
                    <a:pt x="120" y="4"/>
                  </a:cubicBezTo>
                  <a:cubicBezTo>
                    <a:pt x="111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6" name="Google Shape;15736;p41"/>
            <p:cNvSpPr/>
            <p:nvPr/>
          </p:nvSpPr>
          <p:spPr>
            <a:xfrm>
              <a:off x="4126125" y="30944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8" y="0"/>
                  </a:moveTo>
                  <a:cubicBezTo>
                    <a:pt x="56" y="0"/>
                    <a:pt x="15" y="45"/>
                    <a:pt x="1" y="87"/>
                  </a:cubicBezTo>
                  <a:cubicBezTo>
                    <a:pt x="1" y="108"/>
                    <a:pt x="1" y="124"/>
                    <a:pt x="17" y="141"/>
                  </a:cubicBezTo>
                  <a:lnTo>
                    <a:pt x="17" y="157"/>
                  </a:lnTo>
                  <a:cubicBezTo>
                    <a:pt x="38" y="190"/>
                    <a:pt x="71" y="190"/>
                    <a:pt x="87" y="211"/>
                  </a:cubicBezTo>
                  <a:cubicBezTo>
                    <a:pt x="120" y="211"/>
                    <a:pt x="157" y="211"/>
                    <a:pt x="174" y="190"/>
                  </a:cubicBezTo>
                  <a:cubicBezTo>
                    <a:pt x="190" y="174"/>
                    <a:pt x="207" y="141"/>
                    <a:pt x="207" y="124"/>
                  </a:cubicBezTo>
                  <a:cubicBezTo>
                    <a:pt x="223" y="87"/>
                    <a:pt x="207" y="71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3" y="2"/>
                    <a:pt x="105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7" name="Google Shape;15737;p41"/>
            <p:cNvSpPr/>
            <p:nvPr/>
          </p:nvSpPr>
          <p:spPr>
            <a:xfrm>
              <a:off x="4133450" y="295520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6" y="0"/>
                  </a:moveTo>
                  <a:cubicBezTo>
                    <a:pt x="113" y="0"/>
                    <a:pt x="100" y="3"/>
                    <a:pt x="87" y="8"/>
                  </a:cubicBezTo>
                  <a:cubicBezTo>
                    <a:pt x="17" y="24"/>
                    <a:pt x="1" y="90"/>
                    <a:pt x="17" y="144"/>
                  </a:cubicBezTo>
                  <a:cubicBezTo>
                    <a:pt x="29" y="181"/>
                    <a:pt x="71" y="201"/>
                    <a:pt x="113" y="201"/>
                  </a:cubicBezTo>
                  <a:cubicBezTo>
                    <a:pt x="128" y="201"/>
                    <a:pt x="143" y="199"/>
                    <a:pt x="157" y="193"/>
                  </a:cubicBezTo>
                  <a:cubicBezTo>
                    <a:pt x="207" y="177"/>
                    <a:pt x="240" y="111"/>
                    <a:pt x="207" y="57"/>
                  </a:cubicBezTo>
                  <a:cubicBezTo>
                    <a:pt x="194" y="21"/>
                    <a:pt x="162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8" name="Google Shape;15738;p41"/>
            <p:cNvSpPr/>
            <p:nvPr/>
          </p:nvSpPr>
          <p:spPr>
            <a:xfrm>
              <a:off x="4118400" y="29794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71" y="1"/>
                    <a:pt x="38" y="17"/>
                  </a:cubicBezTo>
                  <a:cubicBezTo>
                    <a:pt x="17" y="34"/>
                    <a:pt x="1" y="50"/>
                    <a:pt x="1" y="87"/>
                  </a:cubicBezTo>
                  <a:lnTo>
                    <a:pt x="1" y="137"/>
                  </a:lnTo>
                  <a:cubicBezTo>
                    <a:pt x="1" y="153"/>
                    <a:pt x="17" y="153"/>
                    <a:pt x="17" y="153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41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4"/>
                  </a:cubicBezTo>
                  <a:cubicBezTo>
                    <a:pt x="174" y="17"/>
                    <a:pt x="141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9" name="Google Shape;15739;p41"/>
            <p:cNvSpPr/>
            <p:nvPr/>
          </p:nvSpPr>
          <p:spPr>
            <a:xfrm>
              <a:off x="4122325" y="29484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20" y="1"/>
                  </a:moveTo>
                  <a:cubicBezTo>
                    <a:pt x="66" y="1"/>
                    <a:pt x="17" y="34"/>
                    <a:pt x="0" y="87"/>
                  </a:cubicBezTo>
                  <a:cubicBezTo>
                    <a:pt x="0" y="104"/>
                    <a:pt x="0" y="120"/>
                    <a:pt x="17" y="137"/>
                  </a:cubicBezTo>
                  <a:cubicBezTo>
                    <a:pt x="17" y="153"/>
                    <a:pt x="17" y="153"/>
                    <a:pt x="33" y="174"/>
                  </a:cubicBezTo>
                  <a:cubicBezTo>
                    <a:pt x="50" y="190"/>
                    <a:pt x="66" y="207"/>
                    <a:pt x="103" y="207"/>
                  </a:cubicBezTo>
                  <a:cubicBezTo>
                    <a:pt x="110" y="209"/>
                    <a:pt x="117" y="210"/>
                    <a:pt x="123" y="210"/>
                  </a:cubicBezTo>
                  <a:cubicBezTo>
                    <a:pt x="166" y="210"/>
                    <a:pt x="209" y="167"/>
                    <a:pt x="223" y="120"/>
                  </a:cubicBezTo>
                  <a:cubicBezTo>
                    <a:pt x="223" y="87"/>
                    <a:pt x="206" y="71"/>
                    <a:pt x="190" y="50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0" name="Google Shape;15740;p41"/>
            <p:cNvSpPr/>
            <p:nvPr/>
          </p:nvSpPr>
          <p:spPr>
            <a:xfrm>
              <a:off x="4123550" y="2934625"/>
              <a:ext cx="6100" cy="5175"/>
            </a:xfrm>
            <a:custGeom>
              <a:avLst/>
              <a:gdLst/>
              <a:ahLst/>
              <a:cxnLst/>
              <a:rect l="l" t="t" r="r" b="b"/>
              <a:pathLst>
                <a:path w="244" h="207" extrusionOk="0">
                  <a:moveTo>
                    <a:pt x="118" y="1"/>
                  </a:moveTo>
                  <a:cubicBezTo>
                    <a:pt x="108" y="1"/>
                    <a:pt x="98" y="2"/>
                    <a:pt x="87" y="6"/>
                  </a:cubicBezTo>
                  <a:cubicBezTo>
                    <a:pt x="38" y="23"/>
                    <a:pt x="1" y="89"/>
                    <a:pt x="17" y="142"/>
                  </a:cubicBezTo>
                  <a:cubicBezTo>
                    <a:pt x="44" y="178"/>
                    <a:pt x="77" y="207"/>
                    <a:pt x="113" y="207"/>
                  </a:cubicBezTo>
                  <a:cubicBezTo>
                    <a:pt x="127" y="207"/>
                    <a:pt x="142" y="202"/>
                    <a:pt x="157" y="192"/>
                  </a:cubicBezTo>
                  <a:cubicBezTo>
                    <a:pt x="207" y="175"/>
                    <a:pt x="244" y="126"/>
                    <a:pt x="223" y="72"/>
                  </a:cubicBezTo>
                  <a:cubicBezTo>
                    <a:pt x="197" y="32"/>
                    <a:pt x="159" y="1"/>
                    <a:pt x="1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1" name="Google Shape;15741;p41"/>
            <p:cNvSpPr/>
            <p:nvPr/>
          </p:nvSpPr>
          <p:spPr>
            <a:xfrm>
              <a:off x="4128300" y="298610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9"/>
                  </a:cubicBezTo>
                  <a:cubicBezTo>
                    <a:pt x="33" y="25"/>
                    <a:pt x="0" y="75"/>
                    <a:pt x="33" y="145"/>
                  </a:cubicBezTo>
                  <a:cubicBezTo>
                    <a:pt x="33" y="145"/>
                    <a:pt x="54" y="161"/>
                    <a:pt x="54" y="178"/>
                  </a:cubicBezTo>
                  <a:cubicBezTo>
                    <a:pt x="77" y="189"/>
                    <a:pt x="100" y="203"/>
                    <a:pt x="130" y="203"/>
                  </a:cubicBezTo>
                  <a:cubicBezTo>
                    <a:pt x="143" y="203"/>
                    <a:pt x="157" y="201"/>
                    <a:pt x="174" y="194"/>
                  </a:cubicBezTo>
                  <a:cubicBezTo>
                    <a:pt x="207" y="178"/>
                    <a:pt x="223" y="145"/>
                    <a:pt x="223" y="112"/>
                  </a:cubicBezTo>
                  <a:cubicBezTo>
                    <a:pt x="239" y="91"/>
                    <a:pt x="223" y="75"/>
                    <a:pt x="223" y="58"/>
                  </a:cubicBezTo>
                  <a:cubicBezTo>
                    <a:pt x="211" y="22"/>
                    <a:pt x="169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2" name="Google Shape;15742;p41"/>
            <p:cNvSpPr/>
            <p:nvPr/>
          </p:nvSpPr>
          <p:spPr>
            <a:xfrm>
              <a:off x="4132625" y="2974150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2" y="0"/>
                  </a:moveTo>
                  <a:cubicBezTo>
                    <a:pt x="46" y="0"/>
                    <a:pt x="1" y="33"/>
                    <a:pt x="1" y="91"/>
                  </a:cubicBezTo>
                  <a:lnTo>
                    <a:pt x="1" y="140"/>
                  </a:lnTo>
                  <a:lnTo>
                    <a:pt x="17" y="157"/>
                  </a:lnTo>
                  <a:cubicBezTo>
                    <a:pt x="34" y="178"/>
                    <a:pt x="50" y="194"/>
                    <a:pt x="87" y="194"/>
                  </a:cubicBezTo>
                  <a:cubicBezTo>
                    <a:pt x="96" y="197"/>
                    <a:pt x="104" y="198"/>
                    <a:pt x="113" y="198"/>
                  </a:cubicBezTo>
                  <a:cubicBezTo>
                    <a:pt x="154" y="198"/>
                    <a:pt x="193" y="166"/>
                    <a:pt x="207" y="108"/>
                  </a:cubicBezTo>
                  <a:cubicBezTo>
                    <a:pt x="207" y="91"/>
                    <a:pt x="207" y="54"/>
                    <a:pt x="190" y="37"/>
                  </a:cubicBezTo>
                  <a:cubicBezTo>
                    <a:pt x="170" y="21"/>
                    <a:pt x="153" y="4"/>
                    <a:pt x="120" y="4"/>
                  </a:cubicBezTo>
                  <a:cubicBezTo>
                    <a:pt x="111" y="2"/>
                    <a:pt x="101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3" name="Google Shape;15743;p41"/>
            <p:cNvSpPr/>
            <p:nvPr/>
          </p:nvSpPr>
          <p:spPr>
            <a:xfrm>
              <a:off x="4114600" y="2992700"/>
              <a:ext cx="5575" cy="4925"/>
            </a:xfrm>
            <a:custGeom>
              <a:avLst/>
              <a:gdLst/>
              <a:ahLst/>
              <a:cxnLst/>
              <a:rect l="l" t="t" r="r" b="b"/>
              <a:pathLst>
                <a:path w="223" h="197" extrusionOk="0">
                  <a:moveTo>
                    <a:pt x="66" y="0"/>
                  </a:moveTo>
                  <a:cubicBezTo>
                    <a:pt x="17" y="17"/>
                    <a:pt x="0" y="87"/>
                    <a:pt x="17" y="136"/>
                  </a:cubicBezTo>
                  <a:cubicBezTo>
                    <a:pt x="29" y="177"/>
                    <a:pt x="72" y="196"/>
                    <a:pt x="113" y="196"/>
                  </a:cubicBezTo>
                  <a:cubicBezTo>
                    <a:pt x="127" y="196"/>
                    <a:pt x="140" y="194"/>
                    <a:pt x="153" y="190"/>
                  </a:cubicBezTo>
                  <a:cubicBezTo>
                    <a:pt x="169" y="190"/>
                    <a:pt x="190" y="174"/>
                    <a:pt x="190" y="174"/>
                  </a:cubicBezTo>
                  <a:cubicBezTo>
                    <a:pt x="223" y="136"/>
                    <a:pt x="223" y="104"/>
                    <a:pt x="206" y="54"/>
                  </a:cubicBezTo>
                  <a:cubicBezTo>
                    <a:pt x="206" y="17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4" name="Google Shape;15744;p41"/>
            <p:cNvSpPr/>
            <p:nvPr/>
          </p:nvSpPr>
          <p:spPr>
            <a:xfrm>
              <a:off x="4104700" y="2983200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12" y="1"/>
                  </a:moveTo>
                  <a:cubicBezTo>
                    <a:pt x="83" y="1"/>
                    <a:pt x="56" y="16"/>
                    <a:pt x="33" y="38"/>
                  </a:cubicBezTo>
                  <a:cubicBezTo>
                    <a:pt x="0" y="71"/>
                    <a:pt x="0" y="88"/>
                    <a:pt x="0" y="125"/>
                  </a:cubicBezTo>
                  <a:cubicBezTo>
                    <a:pt x="0" y="125"/>
                    <a:pt x="0" y="141"/>
                    <a:pt x="17" y="141"/>
                  </a:cubicBezTo>
                  <a:cubicBezTo>
                    <a:pt x="17" y="158"/>
                    <a:pt x="33" y="174"/>
                    <a:pt x="33" y="191"/>
                  </a:cubicBezTo>
                  <a:cubicBezTo>
                    <a:pt x="70" y="207"/>
                    <a:pt x="87" y="207"/>
                    <a:pt x="120" y="207"/>
                  </a:cubicBezTo>
                  <a:cubicBezTo>
                    <a:pt x="153" y="207"/>
                    <a:pt x="173" y="191"/>
                    <a:pt x="190" y="174"/>
                  </a:cubicBezTo>
                  <a:cubicBezTo>
                    <a:pt x="206" y="158"/>
                    <a:pt x="223" y="125"/>
                    <a:pt x="206" y="88"/>
                  </a:cubicBezTo>
                  <a:cubicBezTo>
                    <a:pt x="206" y="71"/>
                    <a:pt x="190" y="38"/>
                    <a:pt x="173" y="22"/>
                  </a:cubicBezTo>
                  <a:cubicBezTo>
                    <a:pt x="152" y="7"/>
                    <a:pt x="132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5" name="Google Shape;15745;p41"/>
            <p:cNvSpPr/>
            <p:nvPr/>
          </p:nvSpPr>
          <p:spPr>
            <a:xfrm>
              <a:off x="4111075" y="2941475"/>
              <a:ext cx="6125" cy="5375"/>
            </a:xfrm>
            <a:custGeom>
              <a:avLst/>
              <a:gdLst/>
              <a:ahLst/>
              <a:cxnLst/>
              <a:rect l="l" t="t" r="r" b="b"/>
              <a:pathLst>
                <a:path w="245" h="215" extrusionOk="0">
                  <a:moveTo>
                    <a:pt x="106" y="0"/>
                  </a:moveTo>
                  <a:cubicBezTo>
                    <a:pt x="95" y="0"/>
                    <a:pt x="83" y="2"/>
                    <a:pt x="71" y="4"/>
                  </a:cubicBezTo>
                  <a:cubicBezTo>
                    <a:pt x="21" y="42"/>
                    <a:pt x="1" y="91"/>
                    <a:pt x="21" y="145"/>
                  </a:cubicBezTo>
                  <a:cubicBezTo>
                    <a:pt x="35" y="185"/>
                    <a:pt x="82" y="215"/>
                    <a:pt x="128" y="215"/>
                  </a:cubicBezTo>
                  <a:cubicBezTo>
                    <a:pt x="138" y="215"/>
                    <a:pt x="148" y="214"/>
                    <a:pt x="158" y="211"/>
                  </a:cubicBezTo>
                  <a:cubicBezTo>
                    <a:pt x="207" y="178"/>
                    <a:pt x="244" y="124"/>
                    <a:pt x="207" y="75"/>
                  </a:cubicBezTo>
                  <a:cubicBezTo>
                    <a:pt x="193" y="30"/>
                    <a:pt x="157" y="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6" name="Google Shape;15746;p41"/>
            <p:cNvSpPr/>
            <p:nvPr/>
          </p:nvSpPr>
          <p:spPr>
            <a:xfrm>
              <a:off x="4156225" y="29771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0" y="1"/>
                  </a:moveTo>
                  <a:cubicBezTo>
                    <a:pt x="57" y="1"/>
                    <a:pt x="15" y="44"/>
                    <a:pt x="1" y="91"/>
                  </a:cubicBezTo>
                  <a:lnTo>
                    <a:pt x="1" y="124"/>
                  </a:lnTo>
                  <a:lnTo>
                    <a:pt x="1" y="140"/>
                  </a:lnTo>
                  <a:lnTo>
                    <a:pt x="17" y="161"/>
                  </a:lnTo>
                  <a:cubicBezTo>
                    <a:pt x="34" y="194"/>
                    <a:pt x="71" y="210"/>
                    <a:pt x="87" y="210"/>
                  </a:cubicBezTo>
                  <a:cubicBezTo>
                    <a:pt x="120" y="210"/>
                    <a:pt x="137" y="210"/>
                    <a:pt x="174" y="194"/>
                  </a:cubicBezTo>
                  <a:cubicBezTo>
                    <a:pt x="190" y="177"/>
                    <a:pt x="207" y="140"/>
                    <a:pt x="207" y="124"/>
                  </a:cubicBezTo>
                  <a:cubicBezTo>
                    <a:pt x="207" y="91"/>
                    <a:pt x="207" y="74"/>
                    <a:pt x="190" y="58"/>
                  </a:cubicBezTo>
                  <a:cubicBezTo>
                    <a:pt x="174" y="20"/>
                    <a:pt x="153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7" name="Google Shape;15747;p41"/>
            <p:cNvSpPr/>
            <p:nvPr/>
          </p:nvSpPr>
          <p:spPr>
            <a:xfrm>
              <a:off x="4146750" y="29535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4" y="1"/>
                  </a:moveTo>
                  <a:cubicBezTo>
                    <a:pt x="41" y="1"/>
                    <a:pt x="0" y="44"/>
                    <a:pt x="0" y="90"/>
                  </a:cubicBezTo>
                  <a:lnTo>
                    <a:pt x="0" y="140"/>
                  </a:lnTo>
                  <a:lnTo>
                    <a:pt x="17" y="156"/>
                  </a:lnTo>
                  <a:cubicBezTo>
                    <a:pt x="37" y="194"/>
                    <a:pt x="54" y="194"/>
                    <a:pt x="87" y="210"/>
                  </a:cubicBezTo>
                  <a:cubicBezTo>
                    <a:pt x="141" y="210"/>
                    <a:pt x="190" y="177"/>
                    <a:pt x="206" y="123"/>
                  </a:cubicBezTo>
                  <a:cubicBezTo>
                    <a:pt x="206" y="90"/>
                    <a:pt x="206" y="74"/>
                    <a:pt x="190" y="37"/>
                  </a:cubicBezTo>
                  <a:cubicBezTo>
                    <a:pt x="174" y="20"/>
                    <a:pt x="141" y="4"/>
                    <a:pt x="120" y="4"/>
                  </a:cubicBezTo>
                  <a:cubicBezTo>
                    <a:pt x="111" y="2"/>
                    <a:pt x="103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8" name="Google Shape;15748;p41"/>
            <p:cNvSpPr/>
            <p:nvPr/>
          </p:nvSpPr>
          <p:spPr>
            <a:xfrm>
              <a:off x="4150675" y="30028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14" y="1"/>
                  </a:moveTo>
                  <a:cubicBezTo>
                    <a:pt x="100" y="1"/>
                    <a:pt x="83" y="3"/>
                    <a:pt x="66" y="7"/>
                  </a:cubicBezTo>
                  <a:cubicBezTo>
                    <a:pt x="17" y="23"/>
                    <a:pt x="0" y="93"/>
                    <a:pt x="17" y="143"/>
                  </a:cubicBezTo>
                  <a:cubicBezTo>
                    <a:pt x="29" y="183"/>
                    <a:pt x="72" y="203"/>
                    <a:pt x="113" y="203"/>
                  </a:cubicBezTo>
                  <a:cubicBezTo>
                    <a:pt x="127" y="203"/>
                    <a:pt x="140" y="200"/>
                    <a:pt x="153" y="196"/>
                  </a:cubicBezTo>
                  <a:cubicBezTo>
                    <a:pt x="206" y="180"/>
                    <a:pt x="239" y="126"/>
                    <a:pt x="206" y="60"/>
                  </a:cubicBezTo>
                  <a:cubicBezTo>
                    <a:pt x="194" y="20"/>
                    <a:pt x="160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9" name="Google Shape;15749;p41"/>
            <p:cNvSpPr/>
            <p:nvPr/>
          </p:nvSpPr>
          <p:spPr>
            <a:xfrm>
              <a:off x="4148900" y="29414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3" y="0"/>
                  </a:moveTo>
                  <a:cubicBezTo>
                    <a:pt x="85" y="0"/>
                    <a:pt x="55" y="14"/>
                    <a:pt x="34" y="44"/>
                  </a:cubicBezTo>
                  <a:cubicBezTo>
                    <a:pt x="17" y="60"/>
                    <a:pt x="1" y="93"/>
                    <a:pt x="1" y="110"/>
                  </a:cubicBezTo>
                  <a:cubicBezTo>
                    <a:pt x="1" y="126"/>
                    <a:pt x="1" y="126"/>
                    <a:pt x="17" y="147"/>
                  </a:cubicBezTo>
                  <a:cubicBezTo>
                    <a:pt x="17" y="163"/>
                    <a:pt x="34" y="180"/>
                    <a:pt x="55" y="180"/>
                  </a:cubicBezTo>
                  <a:cubicBezTo>
                    <a:pt x="69" y="194"/>
                    <a:pt x="92" y="203"/>
                    <a:pt x="115" y="203"/>
                  </a:cubicBezTo>
                  <a:cubicBezTo>
                    <a:pt x="143" y="203"/>
                    <a:pt x="172" y="190"/>
                    <a:pt x="191" y="163"/>
                  </a:cubicBezTo>
                  <a:cubicBezTo>
                    <a:pt x="207" y="147"/>
                    <a:pt x="224" y="110"/>
                    <a:pt x="207" y="93"/>
                  </a:cubicBezTo>
                  <a:cubicBezTo>
                    <a:pt x="207" y="60"/>
                    <a:pt x="191" y="44"/>
                    <a:pt x="174" y="23"/>
                  </a:cubicBezTo>
                  <a:cubicBezTo>
                    <a:pt x="158" y="8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0" name="Google Shape;15750;p41"/>
            <p:cNvSpPr/>
            <p:nvPr/>
          </p:nvSpPr>
          <p:spPr>
            <a:xfrm>
              <a:off x="4155400" y="29909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50" y="0"/>
                    <a:pt x="1" y="37"/>
                    <a:pt x="1" y="87"/>
                  </a:cubicBezTo>
                  <a:lnTo>
                    <a:pt x="1" y="141"/>
                  </a:lnTo>
                  <a:cubicBezTo>
                    <a:pt x="1" y="157"/>
                    <a:pt x="17" y="157"/>
                    <a:pt x="17" y="174"/>
                  </a:cubicBezTo>
                  <a:cubicBezTo>
                    <a:pt x="34" y="190"/>
                    <a:pt x="50" y="206"/>
                    <a:pt x="83" y="206"/>
                  </a:cubicBezTo>
                  <a:cubicBezTo>
                    <a:pt x="137" y="206"/>
                    <a:pt x="186" y="174"/>
                    <a:pt x="207" y="124"/>
                  </a:cubicBezTo>
                  <a:cubicBezTo>
                    <a:pt x="207" y="87"/>
                    <a:pt x="207" y="70"/>
                    <a:pt x="186" y="37"/>
                  </a:cubicBezTo>
                  <a:cubicBezTo>
                    <a:pt x="170" y="21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1" name="Google Shape;15751;p41"/>
            <p:cNvSpPr/>
            <p:nvPr/>
          </p:nvSpPr>
          <p:spPr>
            <a:xfrm>
              <a:off x="4143750" y="29673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1" y="1"/>
                  </a:moveTo>
                  <a:cubicBezTo>
                    <a:pt x="75" y="1"/>
                    <a:pt x="41" y="16"/>
                    <a:pt x="17" y="39"/>
                  </a:cubicBezTo>
                  <a:cubicBezTo>
                    <a:pt x="1" y="56"/>
                    <a:pt x="1" y="89"/>
                    <a:pt x="1" y="122"/>
                  </a:cubicBezTo>
                  <a:lnTo>
                    <a:pt x="1" y="142"/>
                  </a:lnTo>
                  <a:cubicBezTo>
                    <a:pt x="17" y="159"/>
                    <a:pt x="17" y="175"/>
                    <a:pt x="34" y="192"/>
                  </a:cubicBezTo>
                  <a:cubicBezTo>
                    <a:pt x="54" y="204"/>
                    <a:pt x="77" y="210"/>
                    <a:pt x="99" y="210"/>
                  </a:cubicBezTo>
                  <a:cubicBezTo>
                    <a:pt x="136" y="210"/>
                    <a:pt x="170" y="196"/>
                    <a:pt x="190" y="175"/>
                  </a:cubicBezTo>
                  <a:cubicBezTo>
                    <a:pt x="223" y="122"/>
                    <a:pt x="207" y="56"/>
                    <a:pt x="174" y="19"/>
                  </a:cubicBezTo>
                  <a:cubicBezTo>
                    <a:pt x="154" y="6"/>
                    <a:pt x="132" y="1"/>
                    <a:pt x="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2" name="Google Shape;15752;p41"/>
            <p:cNvSpPr/>
            <p:nvPr/>
          </p:nvSpPr>
          <p:spPr>
            <a:xfrm>
              <a:off x="4138600" y="29955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1"/>
                  </a:moveTo>
                  <a:cubicBezTo>
                    <a:pt x="113" y="1"/>
                    <a:pt x="99" y="3"/>
                    <a:pt x="87" y="7"/>
                  </a:cubicBezTo>
                  <a:cubicBezTo>
                    <a:pt x="34" y="23"/>
                    <a:pt x="1" y="94"/>
                    <a:pt x="17" y="147"/>
                  </a:cubicBezTo>
                  <a:cubicBezTo>
                    <a:pt x="45" y="184"/>
                    <a:pt x="80" y="203"/>
                    <a:pt x="118" y="203"/>
                  </a:cubicBezTo>
                  <a:cubicBezTo>
                    <a:pt x="131" y="203"/>
                    <a:pt x="144" y="201"/>
                    <a:pt x="157" y="197"/>
                  </a:cubicBezTo>
                  <a:cubicBezTo>
                    <a:pt x="207" y="180"/>
                    <a:pt x="240" y="110"/>
                    <a:pt x="223" y="61"/>
                  </a:cubicBezTo>
                  <a:cubicBezTo>
                    <a:pt x="211" y="20"/>
                    <a:pt x="168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3" name="Google Shape;15753;p41"/>
            <p:cNvSpPr/>
            <p:nvPr/>
          </p:nvSpPr>
          <p:spPr>
            <a:xfrm>
              <a:off x="4142925" y="2984150"/>
              <a:ext cx="5600" cy="4900"/>
            </a:xfrm>
            <a:custGeom>
              <a:avLst/>
              <a:gdLst/>
              <a:ahLst/>
              <a:cxnLst/>
              <a:rect l="l" t="t" r="r" b="b"/>
              <a:pathLst>
                <a:path w="224" h="196" extrusionOk="0">
                  <a:moveTo>
                    <a:pt x="67" y="0"/>
                  </a:moveTo>
                  <a:cubicBezTo>
                    <a:pt x="50" y="17"/>
                    <a:pt x="34" y="33"/>
                    <a:pt x="17" y="50"/>
                  </a:cubicBezTo>
                  <a:cubicBezTo>
                    <a:pt x="1" y="66"/>
                    <a:pt x="1" y="103"/>
                    <a:pt x="17" y="136"/>
                  </a:cubicBezTo>
                  <a:cubicBezTo>
                    <a:pt x="30" y="177"/>
                    <a:pt x="63" y="196"/>
                    <a:pt x="107" y="196"/>
                  </a:cubicBezTo>
                  <a:cubicBezTo>
                    <a:pt x="122" y="196"/>
                    <a:pt x="137" y="194"/>
                    <a:pt x="153" y="190"/>
                  </a:cubicBezTo>
                  <a:cubicBezTo>
                    <a:pt x="207" y="169"/>
                    <a:pt x="223" y="120"/>
                    <a:pt x="207" y="50"/>
                  </a:cubicBezTo>
                  <a:cubicBezTo>
                    <a:pt x="190" y="33"/>
                    <a:pt x="170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4" name="Google Shape;15754;p41"/>
            <p:cNvSpPr/>
            <p:nvPr/>
          </p:nvSpPr>
          <p:spPr>
            <a:xfrm>
              <a:off x="4136025" y="29415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71" y="0"/>
                    <a:pt x="1" y="38"/>
                    <a:pt x="1" y="87"/>
                  </a:cubicBezTo>
                  <a:lnTo>
                    <a:pt x="1" y="141"/>
                  </a:lnTo>
                  <a:cubicBezTo>
                    <a:pt x="1" y="157"/>
                    <a:pt x="17" y="157"/>
                    <a:pt x="17" y="174"/>
                  </a:cubicBezTo>
                  <a:cubicBezTo>
                    <a:pt x="34" y="190"/>
                    <a:pt x="54" y="207"/>
                    <a:pt x="87" y="207"/>
                  </a:cubicBezTo>
                  <a:cubicBezTo>
                    <a:pt x="94" y="209"/>
                    <a:pt x="101" y="210"/>
                    <a:pt x="108" y="210"/>
                  </a:cubicBezTo>
                  <a:cubicBezTo>
                    <a:pt x="154" y="210"/>
                    <a:pt x="207" y="166"/>
                    <a:pt x="207" y="120"/>
                  </a:cubicBezTo>
                  <a:cubicBezTo>
                    <a:pt x="207" y="87"/>
                    <a:pt x="207" y="71"/>
                    <a:pt x="190" y="54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5" name="Google Shape;15755;p41"/>
            <p:cNvSpPr/>
            <p:nvPr/>
          </p:nvSpPr>
          <p:spPr>
            <a:xfrm>
              <a:off x="4176425" y="30849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3" y="0"/>
                  </a:moveTo>
                  <a:cubicBezTo>
                    <a:pt x="38" y="0"/>
                    <a:pt x="1" y="44"/>
                    <a:pt x="1" y="90"/>
                  </a:cubicBezTo>
                  <a:lnTo>
                    <a:pt x="1" y="140"/>
                  </a:lnTo>
                  <a:lnTo>
                    <a:pt x="17" y="156"/>
                  </a:lnTo>
                  <a:cubicBezTo>
                    <a:pt x="34" y="193"/>
                    <a:pt x="50" y="193"/>
                    <a:pt x="87" y="210"/>
                  </a:cubicBezTo>
                  <a:cubicBezTo>
                    <a:pt x="137" y="210"/>
                    <a:pt x="190" y="177"/>
                    <a:pt x="207" y="123"/>
                  </a:cubicBezTo>
                  <a:cubicBezTo>
                    <a:pt x="207" y="90"/>
                    <a:pt x="207" y="74"/>
                    <a:pt x="190" y="37"/>
                  </a:cubicBezTo>
                  <a:cubicBezTo>
                    <a:pt x="170" y="20"/>
                    <a:pt x="137" y="4"/>
                    <a:pt x="120" y="4"/>
                  </a:cubicBezTo>
                  <a:cubicBezTo>
                    <a:pt x="111" y="1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6" name="Google Shape;15756;p41"/>
            <p:cNvSpPr/>
            <p:nvPr/>
          </p:nvSpPr>
          <p:spPr>
            <a:xfrm>
              <a:off x="4140775" y="30743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70" y="1"/>
                    <a:pt x="33" y="17"/>
                  </a:cubicBezTo>
                  <a:cubicBezTo>
                    <a:pt x="17" y="34"/>
                    <a:pt x="0" y="50"/>
                    <a:pt x="0" y="87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53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136" y="207"/>
                    <a:pt x="190" y="170"/>
                    <a:pt x="206" y="120"/>
                  </a:cubicBezTo>
                  <a:cubicBezTo>
                    <a:pt x="206" y="87"/>
                    <a:pt x="206" y="67"/>
                    <a:pt x="190" y="34"/>
                  </a:cubicBezTo>
                  <a:cubicBezTo>
                    <a:pt x="17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7" name="Google Shape;15757;p41"/>
            <p:cNvSpPr/>
            <p:nvPr/>
          </p:nvSpPr>
          <p:spPr>
            <a:xfrm>
              <a:off x="4145100" y="30476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0" y="1"/>
                  </a:moveTo>
                  <a:cubicBezTo>
                    <a:pt x="103" y="1"/>
                    <a:pt x="66" y="1"/>
                    <a:pt x="50" y="22"/>
                  </a:cubicBezTo>
                  <a:cubicBezTo>
                    <a:pt x="33" y="38"/>
                    <a:pt x="17" y="55"/>
                    <a:pt x="17" y="88"/>
                  </a:cubicBezTo>
                  <a:cubicBezTo>
                    <a:pt x="0" y="104"/>
                    <a:pt x="0" y="125"/>
                    <a:pt x="17" y="141"/>
                  </a:cubicBezTo>
                  <a:cubicBezTo>
                    <a:pt x="17" y="141"/>
                    <a:pt x="17" y="158"/>
                    <a:pt x="33" y="158"/>
                  </a:cubicBezTo>
                  <a:cubicBezTo>
                    <a:pt x="50" y="191"/>
                    <a:pt x="66" y="191"/>
                    <a:pt x="103" y="207"/>
                  </a:cubicBezTo>
                  <a:cubicBezTo>
                    <a:pt x="153" y="207"/>
                    <a:pt x="207" y="174"/>
                    <a:pt x="223" y="125"/>
                  </a:cubicBezTo>
                  <a:cubicBezTo>
                    <a:pt x="223" y="88"/>
                    <a:pt x="207" y="71"/>
                    <a:pt x="207" y="38"/>
                  </a:cubicBezTo>
                  <a:cubicBezTo>
                    <a:pt x="186" y="22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8" name="Google Shape;15758;p41"/>
            <p:cNvSpPr/>
            <p:nvPr/>
          </p:nvSpPr>
          <p:spPr>
            <a:xfrm>
              <a:off x="4141175" y="3060800"/>
              <a:ext cx="6000" cy="5100"/>
            </a:xfrm>
            <a:custGeom>
              <a:avLst/>
              <a:gdLst/>
              <a:ahLst/>
              <a:cxnLst/>
              <a:rect l="l" t="t" r="r" b="b"/>
              <a:pathLst>
                <a:path w="240" h="204" extrusionOk="0">
                  <a:moveTo>
                    <a:pt x="120" y="1"/>
                  </a:moveTo>
                  <a:cubicBezTo>
                    <a:pt x="109" y="1"/>
                    <a:pt x="98" y="10"/>
                    <a:pt x="87" y="10"/>
                  </a:cubicBezTo>
                  <a:cubicBezTo>
                    <a:pt x="34" y="26"/>
                    <a:pt x="1" y="92"/>
                    <a:pt x="34" y="146"/>
                  </a:cubicBezTo>
                  <a:cubicBezTo>
                    <a:pt x="49" y="183"/>
                    <a:pt x="80" y="203"/>
                    <a:pt x="124" y="203"/>
                  </a:cubicBezTo>
                  <a:cubicBezTo>
                    <a:pt x="139" y="203"/>
                    <a:pt x="156" y="201"/>
                    <a:pt x="174" y="195"/>
                  </a:cubicBezTo>
                  <a:cubicBezTo>
                    <a:pt x="174" y="195"/>
                    <a:pt x="190" y="179"/>
                    <a:pt x="207" y="179"/>
                  </a:cubicBezTo>
                  <a:cubicBezTo>
                    <a:pt x="223" y="146"/>
                    <a:pt x="240" y="113"/>
                    <a:pt x="223" y="59"/>
                  </a:cubicBezTo>
                  <a:cubicBezTo>
                    <a:pt x="207" y="26"/>
                    <a:pt x="174" y="10"/>
                    <a:pt x="137" y="10"/>
                  </a:cubicBezTo>
                  <a:cubicBezTo>
                    <a:pt x="131" y="3"/>
                    <a:pt x="126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9" name="Google Shape;15759;p41"/>
            <p:cNvSpPr/>
            <p:nvPr/>
          </p:nvSpPr>
          <p:spPr>
            <a:xfrm>
              <a:off x="4189325" y="3019300"/>
              <a:ext cx="6000" cy="5400"/>
            </a:xfrm>
            <a:custGeom>
              <a:avLst/>
              <a:gdLst/>
              <a:ahLst/>
              <a:cxnLst/>
              <a:rect l="l" t="t" r="r" b="b"/>
              <a:pathLst>
                <a:path w="240" h="216" extrusionOk="0">
                  <a:moveTo>
                    <a:pt x="103" y="0"/>
                  </a:moveTo>
                  <a:cubicBezTo>
                    <a:pt x="66" y="21"/>
                    <a:pt x="50" y="21"/>
                    <a:pt x="33" y="54"/>
                  </a:cubicBezTo>
                  <a:cubicBezTo>
                    <a:pt x="17" y="70"/>
                    <a:pt x="0" y="87"/>
                    <a:pt x="17" y="124"/>
                  </a:cubicBezTo>
                  <a:lnTo>
                    <a:pt x="17" y="157"/>
                  </a:lnTo>
                  <a:cubicBezTo>
                    <a:pt x="17" y="173"/>
                    <a:pt x="33" y="173"/>
                    <a:pt x="50" y="190"/>
                  </a:cubicBezTo>
                  <a:cubicBezTo>
                    <a:pt x="74" y="207"/>
                    <a:pt x="97" y="216"/>
                    <a:pt x="121" y="216"/>
                  </a:cubicBezTo>
                  <a:cubicBezTo>
                    <a:pt x="149" y="216"/>
                    <a:pt x="177" y="203"/>
                    <a:pt x="206" y="173"/>
                  </a:cubicBezTo>
                  <a:cubicBezTo>
                    <a:pt x="239" y="140"/>
                    <a:pt x="223" y="70"/>
                    <a:pt x="190" y="37"/>
                  </a:cubicBezTo>
                  <a:cubicBezTo>
                    <a:pt x="153" y="21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0" name="Google Shape;15760;p41"/>
            <p:cNvSpPr/>
            <p:nvPr/>
          </p:nvSpPr>
          <p:spPr>
            <a:xfrm>
              <a:off x="4149325" y="30166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1" y="0"/>
                  </a:moveTo>
                  <a:cubicBezTo>
                    <a:pt x="58" y="0"/>
                    <a:pt x="15" y="46"/>
                    <a:pt x="0" y="90"/>
                  </a:cubicBezTo>
                  <a:lnTo>
                    <a:pt x="0" y="143"/>
                  </a:lnTo>
                  <a:lnTo>
                    <a:pt x="17" y="160"/>
                  </a:lnTo>
                  <a:cubicBezTo>
                    <a:pt x="38" y="193"/>
                    <a:pt x="71" y="209"/>
                    <a:pt x="87" y="209"/>
                  </a:cubicBezTo>
                  <a:cubicBezTo>
                    <a:pt x="157" y="209"/>
                    <a:pt x="207" y="176"/>
                    <a:pt x="207" y="127"/>
                  </a:cubicBezTo>
                  <a:cubicBezTo>
                    <a:pt x="207" y="90"/>
                    <a:pt x="207" y="73"/>
                    <a:pt x="190" y="40"/>
                  </a:cubicBezTo>
                  <a:cubicBezTo>
                    <a:pt x="174" y="24"/>
                    <a:pt x="157" y="3"/>
                    <a:pt x="120" y="3"/>
                  </a:cubicBezTo>
                  <a:cubicBezTo>
                    <a:pt x="114" y="1"/>
                    <a:pt x="107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1" name="Google Shape;15761;p41"/>
            <p:cNvSpPr/>
            <p:nvPr/>
          </p:nvSpPr>
          <p:spPr>
            <a:xfrm>
              <a:off x="4151500" y="3079725"/>
              <a:ext cx="5575" cy="5050"/>
            </a:xfrm>
            <a:custGeom>
              <a:avLst/>
              <a:gdLst/>
              <a:ahLst/>
              <a:cxnLst/>
              <a:rect l="l" t="t" r="r" b="b"/>
              <a:pathLst>
                <a:path w="223" h="202" extrusionOk="0">
                  <a:moveTo>
                    <a:pt x="91" y="1"/>
                  </a:moveTo>
                  <a:cubicBezTo>
                    <a:pt x="68" y="1"/>
                    <a:pt x="48" y="12"/>
                    <a:pt x="33" y="24"/>
                  </a:cubicBezTo>
                  <a:cubicBezTo>
                    <a:pt x="16" y="40"/>
                    <a:pt x="0" y="57"/>
                    <a:pt x="0" y="94"/>
                  </a:cubicBezTo>
                  <a:cubicBezTo>
                    <a:pt x="0" y="110"/>
                    <a:pt x="0" y="127"/>
                    <a:pt x="16" y="143"/>
                  </a:cubicBezTo>
                  <a:cubicBezTo>
                    <a:pt x="16" y="181"/>
                    <a:pt x="54" y="197"/>
                    <a:pt x="87" y="197"/>
                  </a:cubicBezTo>
                  <a:lnTo>
                    <a:pt x="103" y="197"/>
                  </a:lnTo>
                  <a:cubicBezTo>
                    <a:pt x="112" y="200"/>
                    <a:pt x="121" y="201"/>
                    <a:pt x="130" y="201"/>
                  </a:cubicBezTo>
                  <a:cubicBezTo>
                    <a:pt x="172" y="201"/>
                    <a:pt x="206" y="169"/>
                    <a:pt x="206" y="110"/>
                  </a:cubicBezTo>
                  <a:cubicBezTo>
                    <a:pt x="223" y="94"/>
                    <a:pt x="206" y="57"/>
                    <a:pt x="190" y="40"/>
                  </a:cubicBezTo>
                  <a:cubicBezTo>
                    <a:pt x="173" y="24"/>
                    <a:pt x="157" y="7"/>
                    <a:pt x="120" y="7"/>
                  </a:cubicBezTo>
                  <a:cubicBezTo>
                    <a:pt x="110" y="3"/>
                    <a:pt x="100" y="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2" name="Google Shape;15762;p41"/>
            <p:cNvSpPr/>
            <p:nvPr/>
          </p:nvSpPr>
          <p:spPr>
            <a:xfrm>
              <a:off x="4148500" y="31094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20" y="1"/>
                  </a:moveTo>
                  <a:cubicBezTo>
                    <a:pt x="104" y="1"/>
                    <a:pt x="71" y="1"/>
                    <a:pt x="50" y="21"/>
                  </a:cubicBezTo>
                  <a:cubicBezTo>
                    <a:pt x="17" y="38"/>
                    <a:pt x="17" y="71"/>
                    <a:pt x="0" y="87"/>
                  </a:cubicBezTo>
                  <a:cubicBezTo>
                    <a:pt x="0" y="104"/>
                    <a:pt x="0" y="124"/>
                    <a:pt x="17" y="141"/>
                  </a:cubicBezTo>
                  <a:lnTo>
                    <a:pt x="17" y="174"/>
                  </a:lnTo>
                  <a:cubicBezTo>
                    <a:pt x="33" y="190"/>
                    <a:pt x="71" y="207"/>
                    <a:pt x="87" y="207"/>
                  </a:cubicBezTo>
                  <a:cubicBezTo>
                    <a:pt x="97" y="210"/>
                    <a:pt x="107" y="211"/>
                    <a:pt x="116" y="211"/>
                  </a:cubicBezTo>
                  <a:cubicBezTo>
                    <a:pt x="168" y="211"/>
                    <a:pt x="207" y="166"/>
                    <a:pt x="207" y="124"/>
                  </a:cubicBezTo>
                  <a:cubicBezTo>
                    <a:pt x="223" y="104"/>
                    <a:pt x="207" y="71"/>
                    <a:pt x="190" y="54"/>
                  </a:cubicBezTo>
                  <a:cubicBezTo>
                    <a:pt x="174" y="21"/>
                    <a:pt x="153" y="2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3" name="Google Shape;15763;p41"/>
            <p:cNvSpPr/>
            <p:nvPr/>
          </p:nvSpPr>
          <p:spPr>
            <a:xfrm>
              <a:off x="4154075" y="3067900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96" y="1"/>
                  </a:moveTo>
                  <a:cubicBezTo>
                    <a:pt x="66" y="1"/>
                    <a:pt x="37" y="15"/>
                    <a:pt x="17" y="35"/>
                  </a:cubicBezTo>
                  <a:cubicBezTo>
                    <a:pt x="0" y="68"/>
                    <a:pt x="0" y="85"/>
                    <a:pt x="0" y="118"/>
                  </a:cubicBezTo>
                  <a:lnTo>
                    <a:pt x="0" y="138"/>
                  </a:lnTo>
                  <a:cubicBezTo>
                    <a:pt x="0" y="155"/>
                    <a:pt x="17" y="171"/>
                    <a:pt x="33" y="188"/>
                  </a:cubicBezTo>
                  <a:cubicBezTo>
                    <a:pt x="54" y="204"/>
                    <a:pt x="87" y="204"/>
                    <a:pt x="103" y="204"/>
                  </a:cubicBezTo>
                  <a:cubicBezTo>
                    <a:pt x="136" y="204"/>
                    <a:pt x="157" y="188"/>
                    <a:pt x="190" y="171"/>
                  </a:cubicBezTo>
                  <a:cubicBezTo>
                    <a:pt x="206" y="155"/>
                    <a:pt x="206" y="118"/>
                    <a:pt x="206" y="101"/>
                  </a:cubicBezTo>
                  <a:cubicBezTo>
                    <a:pt x="206" y="68"/>
                    <a:pt x="190" y="52"/>
                    <a:pt x="173" y="35"/>
                  </a:cubicBezTo>
                  <a:cubicBezTo>
                    <a:pt x="149" y="11"/>
                    <a:pt x="122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4" name="Google Shape;15764;p41"/>
            <p:cNvSpPr/>
            <p:nvPr/>
          </p:nvSpPr>
          <p:spPr>
            <a:xfrm>
              <a:off x="4150250" y="30957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8" y="0"/>
                  </a:moveTo>
                  <a:cubicBezTo>
                    <a:pt x="50" y="0"/>
                    <a:pt x="1" y="43"/>
                    <a:pt x="1" y="90"/>
                  </a:cubicBezTo>
                  <a:lnTo>
                    <a:pt x="1" y="139"/>
                  </a:lnTo>
                  <a:lnTo>
                    <a:pt x="17" y="160"/>
                  </a:lnTo>
                  <a:cubicBezTo>
                    <a:pt x="34" y="193"/>
                    <a:pt x="50" y="193"/>
                    <a:pt x="83" y="209"/>
                  </a:cubicBezTo>
                  <a:cubicBezTo>
                    <a:pt x="137" y="209"/>
                    <a:pt x="186" y="176"/>
                    <a:pt x="207" y="123"/>
                  </a:cubicBezTo>
                  <a:cubicBezTo>
                    <a:pt x="207" y="90"/>
                    <a:pt x="207" y="73"/>
                    <a:pt x="186" y="36"/>
                  </a:cubicBezTo>
                  <a:cubicBezTo>
                    <a:pt x="170" y="20"/>
                    <a:pt x="137" y="3"/>
                    <a:pt x="120" y="3"/>
                  </a:cubicBezTo>
                  <a:cubicBezTo>
                    <a:pt x="113" y="1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5" name="Google Shape;15765;p41"/>
            <p:cNvSpPr/>
            <p:nvPr/>
          </p:nvSpPr>
          <p:spPr>
            <a:xfrm>
              <a:off x="4130050" y="30638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7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3" y="23"/>
                    <a:pt x="0" y="93"/>
                    <a:pt x="33" y="143"/>
                  </a:cubicBezTo>
                  <a:cubicBezTo>
                    <a:pt x="33" y="159"/>
                    <a:pt x="50" y="159"/>
                    <a:pt x="50" y="176"/>
                  </a:cubicBezTo>
                  <a:cubicBezTo>
                    <a:pt x="72" y="198"/>
                    <a:pt x="93" y="207"/>
                    <a:pt x="117" y="207"/>
                  </a:cubicBezTo>
                  <a:cubicBezTo>
                    <a:pt x="133" y="207"/>
                    <a:pt x="150" y="203"/>
                    <a:pt x="169" y="196"/>
                  </a:cubicBezTo>
                  <a:cubicBezTo>
                    <a:pt x="207" y="176"/>
                    <a:pt x="223" y="143"/>
                    <a:pt x="223" y="110"/>
                  </a:cubicBezTo>
                  <a:lnTo>
                    <a:pt x="223" y="56"/>
                  </a:ln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6" name="Google Shape;15766;p41"/>
            <p:cNvSpPr/>
            <p:nvPr/>
          </p:nvSpPr>
          <p:spPr>
            <a:xfrm>
              <a:off x="4155400" y="30542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6" y="1"/>
                  </a:moveTo>
                  <a:cubicBezTo>
                    <a:pt x="112" y="1"/>
                    <a:pt x="98" y="5"/>
                    <a:pt x="83" y="14"/>
                  </a:cubicBezTo>
                  <a:cubicBezTo>
                    <a:pt x="34" y="31"/>
                    <a:pt x="1" y="84"/>
                    <a:pt x="17" y="134"/>
                  </a:cubicBezTo>
                  <a:cubicBezTo>
                    <a:pt x="34" y="150"/>
                    <a:pt x="34" y="171"/>
                    <a:pt x="50" y="187"/>
                  </a:cubicBezTo>
                  <a:cubicBezTo>
                    <a:pt x="73" y="199"/>
                    <a:pt x="99" y="211"/>
                    <a:pt x="123" y="211"/>
                  </a:cubicBezTo>
                  <a:cubicBezTo>
                    <a:pt x="134" y="211"/>
                    <a:pt x="144" y="209"/>
                    <a:pt x="153" y="204"/>
                  </a:cubicBezTo>
                  <a:cubicBezTo>
                    <a:pt x="186" y="187"/>
                    <a:pt x="223" y="150"/>
                    <a:pt x="223" y="117"/>
                  </a:cubicBezTo>
                  <a:lnTo>
                    <a:pt x="223" y="68"/>
                  </a:lnTo>
                  <a:cubicBezTo>
                    <a:pt x="196" y="29"/>
                    <a:pt x="16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7" name="Google Shape;15767;p41"/>
            <p:cNvSpPr/>
            <p:nvPr/>
          </p:nvSpPr>
          <p:spPr>
            <a:xfrm>
              <a:off x="4138200" y="30883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15" y="0"/>
                  </a:moveTo>
                  <a:cubicBezTo>
                    <a:pt x="84" y="0"/>
                    <a:pt x="54" y="14"/>
                    <a:pt x="33" y="44"/>
                  </a:cubicBezTo>
                  <a:cubicBezTo>
                    <a:pt x="17" y="60"/>
                    <a:pt x="0" y="77"/>
                    <a:pt x="17" y="110"/>
                  </a:cubicBezTo>
                  <a:lnTo>
                    <a:pt x="17" y="147"/>
                  </a:lnTo>
                  <a:cubicBezTo>
                    <a:pt x="17" y="163"/>
                    <a:pt x="33" y="163"/>
                    <a:pt x="50" y="180"/>
                  </a:cubicBezTo>
                  <a:cubicBezTo>
                    <a:pt x="64" y="191"/>
                    <a:pt x="85" y="203"/>
                    <a:pt x="102" y="203"/>
                  </a:cubicBezTo>
                  <a:cubicBezTo>
                    <a:pt x="109" y="203"/>
                    <a:pt x="115" y="201"/>
                    <a:pt x="120" y="196"/>
                  </a:cubicBezTo>
                  <a:cubicBezTo>
                    <a:pt x="153" y="196"/>
                    <a:pt x="173" y="180"/>
                    <a:pt x="190" y="163"/>
                  </a:cubicBezTo>
                  <a:cubicBezTo>
                    <a:pt x="206" y="147"/>
                    <a:pt x="223" y="110"/>
                    <a:pt x="223" y="93"/>
                  </a:cubicBezTo>
                  <a:cubicBezTo>
                    <a:pt x="223" y="60"/>
                    <a:pt x="206" y="44"/>
                    <a:pt x="190" y="23"/>
                  </a:cubicBezTo>
                  <a:cubicBezTo>
                    <a:pt x="166" y="9"/>
                    <a:pt x="140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8" name="Google Shape;15768;p41"/>
            <p:cNvSpPr/>
            <p:nvPr/>
          </p:nvSpPr>
          <p:spPr>
            <a:xfrm>
              <a:off x="4131700" y="305152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11" y="0"/>
                  </a:moveTo>
                  <a:cubicBezTo>
                    <a:pt x="76" y="0"/>
                    <a:pt x="41" y="14"/>
                    <a:pt x="21" y="35"/>
                  </a:cubicBezTo>
                  <a:cubicBezTo>
                    <a:pt x="0" y="51"/>
                    <a:pt x="0" y="88"/>
                    <a:pt x="0" y="121"/>
                  </a:cubicBezTo>
                  <a:lnTo>
                    <a:pt x="0" y="138"/>
                  </a:lnTo>
                  <a:cubicBezTo>
                    <a:pt x="21" y="154"/>
                    <a:pt x="21" y="175"/>
                    <a:pt x="38" y="191"/>
                  </a:cubicBezTo>
                  <a:cubicBezTo>
                    <a:pt x="54" y="208"/>
                    <a:pt x="87" y="208"/>
                    <a:pt x="124" y="208"/>
                  </a:cubicBezTo>
                  <a:cubicBezTo>
                    <a:pt x="141" y="208"/>
                    <a:pt x="174" y="191"/>
                    <a:pt x="190" y="175"/>
                  </a:cubicBezTo>
                  <a:cubicBezTo>
                    <a:pt x="207" y="154"/>
                    <a:pt x="207" y="121"/>
                    <a:pt x="207" y="88"/>
                  </a:cubicBezTo>
                  <a:cubicBezTo>
                    <a:pt x="207" y="72"/>
                    <a:pt x="190" y="35"/>
                    <a:pt x="174" y="18"/>
                  </a:cubicBezTo>
                  <a:cubicBezTo>
                    <a:pt x="155" y="6"/>
                    <a:pt x="133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9" name="Google Shape;15769;p41"/>
            <p:cNvSpPr/>
            <p:nvPr/>
          </p:nvSpPr>
          <p:spPr>
            <a:xfrm>
              <a:off x="4127875" y="30793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04" y="1"/>
                  </a:moveTo>
                  <a:cubicBezTo>
                    <a:pt x="54" y="1"/>
                    <a:pt x="17" y="33"/>
                    <a:pt x="17" y="91"/>
                  </a:cubicBezTo>
                  <a:cubicBezTo>
                    <a:pt x="1" y="108"/>
                    <a:pt x="17" y="124"/>
                    <a:pt x="17" y="141"/>
                  </a:cubicBezTo>
                  <a:cubicBezTo>
                    <a:pt x="34" y="174"/>
                    <a:pt x="50" y="195"/>
                    <a:pt x="104" y="211"/>
                  </a:cubicBezTo>
                  <a:cubicBezTo>
                    <a:pt x="153" y="211"/>
                    <a:pt x="207" y="174"/>
                    <a:pt x="224" y="124"/>
                  </a:cubicBezTo>
                  <a:cubicBezTo>
                    <a:pt x="224" y="91"/>
                    <a:pt x="224" y="54"/>
                    <a:pt x="207" y="38"/>
                  </a:cubicBezTo>
                  <a:cubicBezTo>
                    <a:pt x="191" y="21"/>
                    <a:pt x="153" y="5"/>
                    <a:pt x="137" y="5"/>
                  </a:cubicBezTo>
                  <a:cubicBezTo>
                    <a:pt x="126" y="2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0" name="Google Shape;15770;p41"/>
            <p:cNvSpPr/>
            <p:nvPr/>
          </p:nvSpPr>
          <p:spPr>
            <a:xfrm>
              <a:off x="4136025" y="30226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8" y="1"/>
                  </a:moveTo>
                  <a:cubicBezTo>
                    <a:pt x="67" y="1"/>
                    <a:pt x="37" y="13"/>
                    <a:pt x="17" y="40"/>
                  </a:cubicBezTo>
                  <a:cubicBezTo>
                    <a:pt x="1" y="57"/>
                    <a:pt x="1" y="94"/>
                    <a:pt x="1" y="110"/>
                  </a:cubicBezTo>
                  <a:lnTo>
                    <a:pt x="1" y="143"/>
                  </a:lnTo>
                  <a:cubicBezTo>
                    <a:pt x="17" y="160"/>
                    <a:pt x="17" y="176"/>
                    <a:pt x="34" y="176"/>
                  </a:cubicBezTo>
                  <a:cubicBezTo>
                    <a:pt x="58" y="201"/>
                    <a:pt x="86" y="211"/>
                    <a:pt x="112" y="211"/>
                  </a:cubicBezTo>
                  <a:cubicBezTo>
                    <a:pt x="143" y="211"/>
                    <a:pt x="172" y="197"/>
                    <a:pt x="190" y="176"/>
                  </a:cubicBezTo>
                  <a:cubicBezTo>
                    <a:pt x="207" y="143"/>
                    <a:pt x="207" y="127"/>
                    <a:pt x="207" y="94"/>
                  </a:cubicBezTo>
                  <a:cubicBezTo>
                    <a:pt x="207" y="73"/>
                    <a:pt x="190" y="40"/>
                    <a:pt x="174" y="24"/>
                  </a:cubicBezTo>
                  <a:cubicBezTo>
                    <a:pt x="150" y="9"/>
                    <a:pt x="123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1" name="Google Shape;15771;p41"/>
            <p:cNvSpPr/>
            <p:nvPr/>
          </p:nvSpPr>
          <p:spPr>
            <a:xfrm>
              <a:off x="4136025" y="31022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71" y="0"/>
                    <a:pt x="17" y="33"/>
                    <a:pt x="1" y="83"/>
                  </a:cubicBezTo>
                  <a:cubicBezTo>
                    <a:pt x="1" y="103"/>
                    <a:pt x="1" y="120"/>
                    <a:pt x="17" y="136"/>
                  </a:cubicBezTo>
                  <a:cubicBezTo>
                    <a:pt x="17" y="153"/>
                    <a:pt x="17" y="153"/>
                    <a:pt x="34" y="169"/>
                  </a:cubicBezTo>
                  <a:cubicBezTo>
                    <a:pt x="54" y="186"/>
                    <a:pt x="71" y="206"/>
                    <a:pt x="104" y="206"/>
                  </a:cubicBezTo>
                  <a:cubicBezTo>
                    <a:pt x="120" y="206"/>
                    <a:pt x="157" y="206"/>
                    <a:pt x="174" y="186"/>
                  </a:cubicBezTo>
                  <a:cubicBezTo>
                    <a:pt x="190" y="169"/>
                    <a:pt x="207" y="153"/>
                    <a:pt x="223" y="120"/>
                  </a:cubicBezTo>
                  <a:cubicBezTo>
                    <a:pt x="223" y="103"/>
                    <a:pt x="207" y="66"/>
                    <a:pt x="190" y="50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2" name="Google Shape;15772;p41"/>
            <p:cNvSpPr/>
            <p:nvPr/>
          </p:nvSpPr>
          <p:spPr>
            <a:xfrm>
              <a:off x="4137775" y="30098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4" y="21"/>
                    <a:pt x="1" y="92"/>
                    <a:pt x="34" y="141"/>
                  </a:cubicBezTo>
                  <a:cubicBezTo>
                    <a:pt x="46" y="180"/>
                    <a:pt x="77" y="208"/>
                    <a:pt x="112" y="208"/>
                  </a:cubicBezTo>
                  <a:cubicBezTo>
                    <a:pt x="126" y="208"/>
                    <a:pt x="140" y="204"/>
                    <a:pt x="153" y="195"/>
                  </a:cubicBezTo>
                  <a:cubicBezTo>
                    <a:pt x="223" y="174"/>
                    <a:pt x="240" y="125"/>
                    <a:pt x="223" y="71"/>
                  </a:cubicBezTo>
                  <a:cubicBezTo>
                    <a:pt x="210" y="30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3" name="Google Shape;15773;p41"/>
            <p:cNvSpPr/>
            <p:nvPr/>
          </p:nvSpPr>
          <p:spPr>
            <a:xfrm>
              <a:off x="4135625" y="30369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70" y="0"/>
                    <a:pt x="33" y="17"/>
                    <a:pt x="17" y="70"/>
                  </a:cubicBezTo>
                  <a:cubicBezTo>
                    <a:pt x="0" y="70"/>
                    <a:pt x="0" y="87"/>
                    <a:pt x="0" y="87"/>
                  </a:cubicBezTo>
                  <a:lnTo>
                    <a:pt x="0" y="140"/>
                  </a:lnTo>
                  <a:cubicBezTo>
                    <a:pt x="17" y="173"/>
                    <a:pt x="33" y="190"/>
                    <a:pt x="70" y="206"/>
                  </a:cubicBezTo>
                  <a:lnTo>
                    <a:pt x="87" y="206"/>
                  </a:lnTo>
                  <a:cubicBezTo>
                    <a:pt x="95" y="209"/>
                    <a:pt x="104" y="210"/>
                    <a:pt x="112" y="210"/>
                  </a:cubicBezTo>
                  <a:cubicBezTo>
                    <a:pt x="166" y="210"/>
                    <a:pt x="206" y="166"/>
                    <a:pt x="206" y="120"/>
                  </a:cubicBezTo>
                  <a:cubicBezTo>
                    <a:pt x="206" y="103"/>
                    <a:pt x="206" y="70"/>
                    <a:pt x="190" y="54"/>
                  </a:cubicBezTo>
                  <a:cubicBezTo>
                    <a:pt x="173" y="1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4" name="Google Shape;15774;p41"/>
            <p:cNvSpPr/>
            <p:nvPr/>
          </p:nvSpPr>
          <p:spPr>
            <a:xfrm>
              <a:off x="4149725" y="3031025"/>
              <a:ext cx="6125" cy="5250"/>
            </a:xfrm>
            <a:custGeom>
              <a:avLst/>
              <a:gdLst/>
              <a:ahLst/>
              <a:cxnLst/>
              <a:rect l="l" t="t" r="r" b="b"/>
              <a:pathLst>
                <a:path w="245" h="210" extrusionOk="0">
                  <a:moveTo>
                    <a:pt x="124" y="0"/>
                  </a:moveTo>
                  <a:cubicBezTo>
                    <a:pt x="108" y="0"/>
                    <a:pt x="90" y="4"/>
                    <a:pt x="71" y="14"/>
                  </a:cubicBezTo>
                  <a:cubicBezTo>
                    <a:pt x="22" y="30"/>
                    <a:pt x="1" y="84"/>
                    <a:pt x="22" y="133"/>
                  </a:cubicBezTo>
                  <a:cubicBezTo>
                    <a:pt x="34" y="187"/>
                    <a:pt x="76" y="209"/>
                    <a:pt x="119" y="209"/>
                  </a:cubicBezTo>
                  <a:cubicBezTo>
                    <a:pt x="132" y="209"/>
                    <a:pt x="145" y="207"/>
                    <a:pt x="158" y="203"/>
                  </a:cubicBezTo>
                  <a:cubicBezTo>
                    <a:pt x="207" y="187"/>
                    <a:pt x="244" y="117"/>
                    <a:pt x="207" y="67"/>
                  </a:cubicBezTo>
                  <a:cubicBezTo>
                    <a:pt x="195" y="28"/>
                    <a:pt x="166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5" name="Google Shape;15775;p41"/>
            <p:cNvSpPr/>
            <p:nvPr/>
          </p:nvSpPr>
          <p:spPr>
            <a:xfrm>
              <a:off x="4182000" y="30592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0" y="1"/>
                  </a:moveTo>
                  <a:cubicBezTo>
                    <a:pt x="57" y="1"/>
                    <a:pt x="15" y="44"/>
                    <a:pt x="0" y="90"/>
                  </a:cubicBezTo>
                  <a:cubicBezTo>
                    <a:pt x="0" y="107"/>
                    <a:pt x="0" y="123"/>
                    <a:pt x="17" y="140"/>
                  </a:cubicBezTo>
                  <a:cubicBezTo>
                    <a:pt x="17" y="140"/>
                    <a:pt x="17" y="156"/>
                    <a:pt x="33" y="156"/>
                  </a:cubicBezTo>
                  <a:cubicBezTo>
                    <a:pt x="50" y="193"/>
                    <a:pt x="70" y="210"/>
                    <a:pt x="103" y="210"/>
                  </a:cubicBezTo>
                  <a:cubicBezTo>
                    <a:pt x="153" y="210"/>
                    <a:pt x="207" y="177"/>
                    <a:pt x="223" y="123"/>
                  </a:cubicBezTo>
                  <a:cubicBezTo>
                    <a:pt x="223" y="90"/>
                    <a:pt x="207" y="74"/>
                    <a:pt x="190" y="37"/>
                  </a:cubicBezTo>
                  <a:cubicBezTo>
                    <a:pt x="190" y="20"/>
                    <a:pt x="153" y="4"/>
                    <a:pt x="120" y="4"/>
                  </a:cubicBezTo>
                  <a:cubicBezTo>
                    <a:pt x="113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6" name="Google Shape;15776;p41"/>
            <p:cNvSpPr/>
            <p:nvPr/>
          </p:nvSpPr>
          <p:spPr>
            <a:xfrm>
              <a:off x="4176425" y="30993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33" y="1"/>
                  </a:moveTo>
                  <a:cubicBezTo>
                    <a:pt x="117" y="1"/>
                    <a:pt x="101" y="5"/>
                    <a:pt x="87" y="16"/>
                  </a:cubicBezTo>
                  <a:cubicBezTo>
                    <a:pt x="34" y="32"/>
                    <a:pt x="1" y="82"/>
                    <a:pt x="34" y="136"/>
                  </a:cubicBezTo>
                  <a:cubicBezTo>
                    <a:pt x="47" y="175"/>
                    <a:pt x="84" y="207"/>
                    <a:pt x="133" y="207"/>
                  </a:cubicBezTo>
                  <a:cubicBezTo>
                    <a:pt x="145" y="207"/>
                    <a:pt x="157" y="206"/>
                    <a:pt x="170" y="202"/>
                  </a:cubicBezTo>
                  <a:cubicBezTo>
                    <a:pt x="223" y="185"/>
                    <a:pt x="240" y="119"/>
                    <a:pt x="223" y="65"/>
                  </a:cubicBezTo>
                  <a:cubicBezTo>
                    <a:pt x="212" y="30"/>
                    <a:pt x="172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7" name="Google Shape;15777;p41"/>
            <p:cNvSpPr/>
            <p:nvPr/>
          </p:nvSpPr>
          <p:spPr>
            <a:xfrm>
              <a:off x="4177250" y="307115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9" y="0"/>
                  </a:moveTo>
                  <a:cubicBezTo>
                    <a:pt x="114" y="0"/>
                    <a:pt x="100" y="3"/>
                    <a:pt x="87" y="8"/>
                  </a:cubicBezTo>
                  <a:cubicBezTo>
                    <a:pt x="34" y="25"/>
                    <a:pt x="1" y="91"/>
                    <a:pt x="34" y="144"/>
                  </a:cubicBezTo>
                  <a:cubicBezTo>
                    <a:pt x="49" y="181"/>
                    <a:pt x="80" y="202"/>
                    <a:pt x="124" y="202"/>
                  </a:cubicBezTo>
                  <a:cubicBezTo>
                    <a:pt x="139" y="202"/>
                    <a:pt x="156" y="199"/>
                    <a:pt x="174" y="194"/>
                  </a:cubicBezTo>
                  <a:cubicBezTo>
                    <a:pt x="223" y="177"/>
                    <a:pt x="240" y="111"/>
                    <a:pt x="223" y="58"/>
                  </a:cubicBezTo>
                  <a:cubicBezTo>
                    <a:pt x="211" y="21"/>
                    <a:pt x="170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8" name="Google Shape;15778;p41"/>
            <p:cNvSpPr/>
            <p:nvPr/>
          </p:nvSpPr>
          <p:spPr>
            <a:xfrm>
              <a:off x="4103350" y="2995575"/>
              <a:ext cx="5700" cy="5150"/>
            </a:xfrm>
            <a:custGeom>
              <a:avLst/>
              <a:gdLst/>
              <a:ahLst/>
              <a:cxnLst/>
              <a:rect l="l" t="t" r="r" b="b"/>
              <a:pathLst>
                <a:path w="228" h="206" extrusionOk="0">
                  <a:moveTo>
                    <a:pt x="106" y="1"/>
                  </a:moveTo>
                  <a:cubicBezTo>
                    <a:pt x="95" y="1"/>
                    <a:pt x="83" y="2"/>
                    <a:pt x="71" y="5"/>
                  </a:cubicBezTo>
                  <a:cubicBezTo>
                    <a:pt x="21" y="21"/>
                    <a:pt x="1" y="92"/>
                    <a:pt x="21" y="145"/>
                  </a:cubicBezTo>
                  <a:cubicBezTo>
                    <a:pt x="21" y="162"/>
                    <a:pt x="38" y="178"/>
                    <a:pt x="54" y="178"/>
                  </a:cubicBezTo>
                  <a:cubicBezTo>
                    <a:pt x="64" y="197"/>
                    <a:pt x="86" y="205"/>
                    <a:pt x="110" y="205"/>
                  </a:cubicBezTo>
                  <a:cubicBezTo>
                    <a:pt x="126" y="205"/>
                    <a:pt x="144" y="201"/>
                    <a:pt x="157" y="195"/>
                  </a:cubicBezTo>
                  <a:cubicBezTo>
                    <a:pt x="190" y="195"/>
                    <a:pt x="227" y="145"/>
                    <a:pt x="227" y="108"/>
                  </a:cubicBezTo>
                  <a:cubicBezTo>
                    <a:pt x="227" y="92"/>
                    <a:pt x="227" y="75"/>
                    <a:pt x="207" y="75"/>
                  </a:cubicBezTo>
                  <a:cubicBezTo>
                    <a:pt x="193" y="31"/>
                    <a:pt x="157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9" name="Google Shape;15779;p41"/>
            <p:cNvSpPr/>
            <p:nvPr/>
          </p:nvSpPr>
          <p:spPr>
            <a:xfrm>
              <a:off x="4173450" y="30217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4" y="0"/>
                  </a:moveTo>
                  <a:cubicBezTo>
                    <a:pt x="51" y="0"/>
                    <a:pt x="14" y="35"/>
                    <a:pt x="0" y="91"/>
                  </a:cubicBezTo>
                  <a:cubicBezTo>
                    <a:pt x="0" y="107"/>
                    <a:pt x="0" y="128"/>
                    <a:pt x="17" y="144"/>
                  </a:cubicBezTo>
                  <a:cubicBezTo>
                    <a:pt x="17" y="144"/>
                    <a:pt x="17" y="161"/>
                    <a:pt x="33" y="161"/>
                  </a:cubicBezTo>
                  <a:cubicBezTo>
                    <a:pt x="33" y="194"/>
                    <a:pt x="66" y="194"/>
                    <a:pt x="103" y="210"/>
                  </a:cubicBezTo>
                  <a:cubicBezTo>
                    <a:pt x="153" y="210"/>
                    <a:pt x="206" y="177"/>
                    <a:pt x="206" y="128"/>
                  </a:cubicBezTo>
                  <a:cubicBezTo>
                    <a:pt x="223" y="91"/>
                    <a:pt x="206" y="58"/>
                    <a:pt x="186" y="41"/>
                  </a:cubicBezTo>
                  <a:cubicBezTo>
                    <a:pt x="169" y="25"/>
                    <a:pt x="153" y="4"/>
                    <a:pt x="120" y="4"/>
                  </a:cubicBezTo>
                  <a:cubicBezTo>
                    <a:pt x="111" y="2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0" name="Google Shape;15780;p41"/>
            <p:cNvSpPr/>
            <p:nvPr/>
          </p:nvSpPr>
          <p:spPr>
            <a:xfrm>
              <a:off x="4183225" y="3045450"/>
              <a:ext cx="5200" cy="5300"/>
            </a:xfrm>
            <a:custGeom>
              <a:avLst/>
              <a:gdLst/>
              <a:ahLst/>
              <a:cxnLst/>
              <a:rect l="l" t="t" r="r" b="b"/>
              <a:pathLst>
                <a:path w="208" h="212" extrusionOk="0">
                  <a:moveTo>
                    <a:pt x="94" y="1"/>
                  </a:moveTo>
                  <a:cubicBezTo>
                    <a:pt x="40" y="1"/>
                    <a:pt x="1" y="46"/>
                    <a:pt x="1" y="88"/>
                  </a:cubicBezTo>
                  <a:lnTo>
                    <a:pt x="1" y="125"/>
                  </a:lnTo>
                  <a:lnTo>
                    <a:pt x="1" y="142"/>
                  </a:lnTo>
                  <a:cubicBezTo>
                    <a:pt x="1" y="142"/>
                    <a:pt x="1" y="158"/>
                    <a:pt x="21" y="158"/>
                  </a:cubicBezTo>
                  <a:cubicBezTo>
                    <a:pt x="38" y="191"/>
                    <a:pt x="54" y="212"/>
                    <a:pt x="87" y="212"/>
                  </a:cubicBezTo>
                  <a:cubicBezTo>
                    <a:pt x="104" y="212"/>
                    <a:pt x="141" y="212"/>
                    <a:pt x="158" y="191"/>
                  </a:cubicBezTo>
                  <a:cubicBezTo>
                    <a:pt x="191" y="175"/>
                    <a:pt x="191" y="142"/>
                    <a:pt x="207" y="125"/>
                  </a:cubicBezTo>
                  <a:cubicBezTo>
                    <a:pt x="207" y="88"/>
                    <a:pt x="207" y="71"/>
                    <a:pt x="191" y="55"/>
                  </a:cubicBezTo>
                  <a:cubicBezTo>
                    <a:pt x="174" y="22"/>
                    <a:pt x="158" y="5"/>
                    <a:pt x="125" y="5"/>
                  </a:cubicBezTo>
                  <a:cubicBezTo>
                    <a:pt x="114" y="2"/>
                    <a:pt x="104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1" name="Google Shape;15781;p41"/>
            <p:cNvSpPr/>
            <p:nvPr/>
          </p:nvSpPr>
          <p:spPr>
            <a:xfrm>
              <a:off x="4193550" y="2975475"/>
              <a:ext cx="5675" cy="5200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140" y="1"/>
                  </a:moveTo>
                  <a:cubicBezTo>
                    <a:pt x="103" y="1"/>
                    <a:pt x="70" y="1"/>
                    <a:pt x="54" y="22"/>
                  </a:cubicBezTo>
                  <a:cubicBezTo>
                    <a:pt x="37" y="38"/>
                    <a:pt x="21" y="55"/>
                    <a:pt x="21" y="87"/>
                  </a:cubicBezTo>
                  <a:cubicBezTo>
                    <a:pt x="0" y="104"/>
                    <a:pt x="21" y="125"/>
                    <a:pt x="21" y="141"/>
                  </a:cubicBezTo>
                  <a:cubicBezTo>
                    <a:pt x="21" y="158"/>
                    <a:pt x="21" y="158"/>
                    <a:pt x="37" y="158"/>
                  </a:cubicBezTo>
                  <a:cubicBezTo>
                    <a:pt x="54" y="191"/>
                    <a:pt x="70" y="207"/>
                    <a:pt x="103" y="207"/>
                  </a:cubicBezTo>
                  <a:cubicBezTo>
                    <a:pt x="157" y="207"/>
                    <a:pt x="206" y="174"/>
                    <a:pt x="227" y="125"/>
                  </a:cubicBezTo>
                  <a:cubicBezTo>
                    <a:pt x="227" y="87"/>
                    <a:pt x="227" y="71"/>
                    <a:pt x="206" y="38"/>
                  </a:cubicBezTo>
                  <a:cubicBezTo>
                    <a:pt x="190" y="22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2" name="Google Shape;15782;p41"/>
            <p:cNvSpPr/>
            <p:nvPr/>
          </p:nvSpPr>
          <p:spPr>
            <a:xfrm>
              <a:off x="4189325" y="3003425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20"/>
                    <a:pt x="17" y="140"/>
                  </a:cubicBezTo>
                  <a:lnTo>
                    <a:pt x="17" y="173"/>
                  </a:lnTo>
                  <a:cubicBezTo>
                    <a:pt x="33" y="190"/>
                    <a:pt x="66" y="206"/>
                    <a:pt x="87" y="206"/>
                  </a:cubicBezTo>
                  <a:cubicBezTo>
                    <a:pt x="120" y="206"/>
                    <a:pt x="153" y="206"/>
                    <a:pt x="169" y="190"/>
                  </a:cubicBezTo>
                  <a:cubicBezTo>
                    <a:pt x="190" y="173"/>
                    <a:pt x="206" y="157"/>
                    <a:pt x="206" y="120"/>
                  </a:cubicBezTo>
                  <a:cubicBezTo>
                    <a:pt x="223" y="103"/>
                    <a:pt x="206" y="70"/>
                    <a:pt x="190" y="54"/>
                  </a:cubicBezTo>
                  <a:cubicBezTo>
                    <a:pt x="169" y="1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3" name="Google Shape;15783;p41"/>
            <p:cNvSpPr/>
            <p:nvPr/>
          </p:nvSpPr>
          <p:spPr>
            <a:xfrm>
              <a:off x="4191475" y="2989550"/>
              <a:ext cx="5600" cy="4925"/>
            </a:xfrm>
            <a:custGeom>
              <a:avLst/>
              <a:gdLst/>
              <a:ahLst/>
              <a:cxnLst/>
              <a:rect l="l" t="t" r="r" b="b"/>
              <a:pathLst>
                <a:path w="224" h="197" extrusionOk="0">
                  <a:moveTo>
                    <a:pt x="110" y="0"/>
                  </a:moveTo>
                  <a:cubicBezTo>
                    <a:pt x="81" y="0"/>
                    <a:pt x="52" y="13"/>
                    <a:pt x="34" y="40"/>
                  </a:cubicBezTo>
                  <a:cubicBezTo>
                    <a:pt x="17" y="56"/>
                    <a:pt x="1" y="77"/>
                    <a:pt x="1" y="110"/>
                  </a:cubicBezTo>
                  <a:cubicBezTo>
                    <a:pt x="17" y="126"/>
                    <a:pt x="17" y="126"/>
                    <a:pt x="17" y="143"/>
                  </a:cubicBezTo>
                  <a:cubicBezTo>
                    <a:pt x="17" y="143"/>
                    <a:pt x="34" y="159"/>
                    <a:pt x="50" y="180"/>
                  </a:cubicBezTo>
                  <a:cubicBezTo>
                    <a:pt x="67" y="197"/>
                    <a:pt x="104" y="197"/>
                    <a:pt x="120" y="197"/>
                  </a:cubicBezTo>
                  <a:cubicBezTo>
                    <a:pt x="153" y="197"/>
                    <a:pt x="170" y="180"/>
                    <a:pt x="186" y="159"/>
                  </a:cubicBezTo>
                  <a:cubicBezTo>
                    <a:pt x="207" y="143"/>
                    <a:pt x="223" y="110"/>
                    <a:pt x="223" y="93"/>
                  </a:cubicBezTo>
                  <a:cubicBezTo>
                    <a:pt x="207" y="56"/>
                    <a:pt x="207" y="40"/>
                    <a:pt x="170" y="23"/>
                  </a:cubicBezTo>
                  <a:cubicBezTo>
                    <a:pt x="155" y="9"/>
                    <a:pt x="133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4" name="Google Shape;15784;p41"/>
            <p:cNvSpPr/>
            <p:nvPr/>
          </p:nvSpPr>
          <p:spPr>
            <a:xfrm>
              <a:off x="4160550" y="302347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08" y="0"/>
                  </a:moveTo>
                  <a:cubicBezTo>
                    <a:pt x="94" y="0"/>
                    <a:pt x="80" y="2"/>
                    <a:pt x="67" y="6"/>
                  </a:cubicBezTo>
                  <a:cubicBezTo>
                    <a:pt x="17" y="23"/>
                    <a:pt x="1" y="76"/>
                    <a:pt x="17" y="142"/>
                  </a:cubicBezTo>
                  <a:cubicBezTo>
                    <a:pt x="30" y="183"/>
                    <a:pt x="61" y="202"/>
                    <a:pt x="106" y="202"/>
                  </a:cubicBezTo>
                  <a:cubicBezTo>
                    <a:pt x="120" y="202"/>
                    <a:pt x="136" y="200"/>
                    <a:pt x="153" y="196"/>
                  </a:cubicBezTo>
                  <a:cubicBezTo>
                    <a:pt x="207" y="179"/>
                    <a:pt x="223" y="109"/>
                    <a:pt x="207" y="60"/>
                  </a:cubicBezTo>
                  <a:cubicBezTo>
                    <a:pt x="191" y="20"/>
                    <a:pt x="150" y="0"/>
                    <a:pt x="1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5" name="Google Shape;15785;p41"/>
            <p:cNvSpPr/>
            <p:nvPr/>
          </p:nvSpPr>
          <p:spPr>
            <a:xfrm>
              <a:off x="4162625" y="3090875"/>
              <a:ext cx="5700" cy="5075"/>
            </a:xfrm>
            <a:custGeom>
              <a:avLst/>
              <a:gdLst/>
              <a:ahLst/>
              <a:cxnLst/>
              <a:rect l="l" t="t" r="r" b="b"/>
              <a:pathLst>
                <a:path w="228" h="203" extrusionOk="0">
                  <a:moveTo>
                    <a:pt x="115" y="1"/>
                  </a:moveTo>
                  <a:cubicBezTo>
                    <a:pt x="86" y="1"/>
                    <a:pt x="56" y="14"/>
                    <a:pt x="37" y="44"/>
                  </a:cubicBezTo>
                  <a:cubicBezTo>
                    <a:pt x="21" y="60"/>
                    <a:pt x="0" y="93"/>
                    <a:pt x="0" y="110"/>
                  </a:cubicBezTo>
                  <a:cubicBezTo>
                    <a:pt x="21" y="126"/>
                    <a:pt x="21" y="126"/>
                    <a:pt x="21" y="147"/>
                  </a:cubicBezTo>
                  <a:cubicBezTo>
                    <a:pt x="21" y="163"/>
                    <a:pt x="37" y="180"/>
                    <a:pt x="54" y="180"/>
                  </a:cubicBezTo>
                  <a:cubicBezTo>
                    <a:pt x="69" y="195"/>
                    <a:pt x="91" y="203"/>
                    <a:pt x="114" y="203"/>
                  </a:cubicBezTo>
                  <a:cubicBezTo>
                    <a:pt x="142" y="203"/>
                    <a:pt x="172" y="191"/>
                    <a:pt x="190" y="163"/>
                  </a:cubicBezTo>
                  <a:cubicBezTo>
                    <a:pt x="206" y="147"/>
                    <a:pt x="227" y="126"/>
                    <a:pt x="227" y="93"/>
                  </a:cubicBezTo>
                  <a:cubicBezTo>
                    <a:pt x="206" y="60"/>
                    <a:pt x="206" y="44"/>
                    <a:pt x="173" y="23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6" name="Google Shape;15786;p41"/>
            <p:cNvSpPr/>
            <p:nvPr/>
          </p:nvSpPr>
          <p:spPr>
            <a:xfrm>
              <a:off x="4162625" y="31052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1"/>
                  </a:moveTo>
                  <a:cubicBezTo>
                    <a:pt x="70" y="1"/>
                    <a:pt x="21" y="17"/>
                    <a:pt x="0" y="67"/>
                  </a:cubicBezTo>
                  <a:lnTo>
                    <a:pt x="0" y="87"/>
                  </a:lnTo>
                  <a:lnTo>
                    <a:pt x="0" y="137"/>
                  </a:lnTo>
                  <a:cubicBezTo>
                    <a:pt x="21" y="170"/>
                    <a:pt x="37" y="190"/>
                    <a:pt x="54" y="207"/>
                  </a:cubicBezTo>
                  <a:lnTo>
                    <a:pt x="87" y="207"/>
                  </a:lnTo>
                  <a:cubicBezTo>
                    <a:pt x="94" y="209"/>
                    <a:pt x="100" y="210"/>
                    <a:pt x="107" y="210"/>
                  </a:cubicBezTo>
                  <a:cubicBezTo>
                    <a:pt x="152" y="210"/>
                    <a:pt x="192" y="163"/>
                    <a:pt x="206" y="120"/>
                  </a:cubicBezTo>
                  <a:cubicBezTo>
                    <a:pt x="206" y="87"/>
                    <a:pt x="206" y="67"/>
                    <a:pt x="190" y="50"/>
                  </a:cubicBezTo>
                  <a:cubicBezTo>
                    <a:pt x="173" y="17"/>
                    <a:pt x="140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7" name="Google Shape;15787;p41"/>
            <p:cNvSpPr/>
            <p:nvPr/>
          </p:nvSpPr>
          <p:spPr>
            <a:xfrm>
              <a:off x="4162625" y="3009900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40" y="1"/>
                  </a:moveTo>
                  <a:cubicBezTo>
                    <a:pt x="70" y="1"/>
                    <a:pt x="21" y="34"/>
                    <a:pt x="21" y="88"/>
                  </a:cubicBezTo>
                  <a:cubicBezTo>
                    <a:pt x="0" y="104"/>
                    <a:pt x="21" y="121"/>
                    <a:pt x="21" y="137"/>
                  </a:cubicBezTo>
                  <a:cubicBezTo>
                    <a:pt x="21" y="154"/>
                    <a:pt x="21" y="154"/>
                    <a:pt x="37" y="170"/>
                  </a:cubicBezTo>
                  <a:cubicBezTo>
                    <a:pt x="54" y="191"/>
                    <a:pt x="70" y="207"/>
                    <a:pt x="103" y="207"/>
                  </a:cubicBezTo>
                  <a:cubicBezTo>
                    <a:pt x="157" y="207"/>
                    <a:pt x="206" y="170"/>
                    <a:pt x="227" y="121"/>
                  </a:cubicBezTo>
                  <a:cubicBezTo>
                    <a:pt x="227" y="88"/>
                    <a:pt x="227" y="67"/>
                    <a:pt x="206" y="34"/>
                  </a:cubicBezTo>
                  <a:cubicBezTo>
                    <a:pt x="190" y="17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8" name="Google Shape;15788;p41"/>
            <p:cNvSpPr/>
            <p:nvPr/>
          </p:nvSpPr>
          <p:spPr>
            <a:xfrm>
              <a:off x="4159225" y="30420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0"/>
                  </a:moveTo>
                  <a:cubicBezTo>
                    <a:pt x="70" y="0"/>
                    <a:pt x="17" y="37"/>
                    <a:pt x="17" y="87"/>
                  </a:cubicBezTo>
                  <a:cubicBezTo>
                    <a:pt x="0" y="103"/>
                    <a:pt x="17" y="140"/>
                    <a:pt x="17" y="157"/>
                  </a:cubicBezTo>
                  <a:lnTo>
                    <a:pt x="33" y="173"/>
                  </a:lnTo>
                  <a:cubicBezTo>
                    <a:pt x="54" y="190"/>
                    <a:pt x="70" y="206"/>
                    <a:pt x="103" y="206"/>
                  </a:cubicBezTo>
                  <a:cubicBezTo>
                    <a:pt x="112" y="209"/>
                    <a:pt x="121" y="211"/>
                    <a:pt x="130" y="211"/>
                  </a:cubicBezTo>
                  <a:cubicBezTo>
                    <a:pt x="173" y="211"/>
                    <a:pt x="209" y="178"/>
                    <a:pt x="223" y="120"/>
                  </a:cubicBezTo>
                  <a:cubicBezTo>
                    <a:pt x="223" y="103"/>
                    <a:pt x="223" y="70"/>
                    <a:pt x="206" y="54"/>
                  </a:cubicBezTo>
                  <a:cubicBezTo>
                    <a:pt x="190" y="37"/>
                    <a:pt x="157" y="17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9" name="Google Shape;15789;p41"/>
            <p:cNvSpPr/>
            <p:nvPr/>
          </p:nvSpPr>
          <p:spPr>
            <a:xfrm>
              <a:off x="4165700" y="3063875"/>
              <a:ext cx="6025" cy="5075"/>
            </a:xfrm>
            <a:custGeom>
              <a:avLst/>
              <a:gdLst/>
              <a:ahLst/>
              <a:cxnLst/>
              <a:rect l="l" t="t" r="r" b="b"/>
              <a:pathLst>
                <a:path w="241" h="203" extrusionOk="0">
                  <a:moveTo>
                    <a:pt x="116" y="0"/>
                  </a:moveTo>
                  <a:cubicBezTo>
                    <a:pt x="101" y="0"/>
                    <a:pt x="84" y="2"/>
                    <a:pt x="67" y="6"/>
                  </a:cubicBezTo>
                  <a:cubicBezTo>
                    <a:pt x="17" y="23"/>
                    <a:pt x="1" y="93"/>
                    <a:pt x="17" y="143"/>
                  </a:cubicBezTo>
                  <a:cubicBezTo>
                    <a:pt x="30" y="183"/>
                    <a:pt x="73" y="202"/>
                    <a:pt x="114" y="202"/>
                  </a:cubicBezTo>
                  <a:cubicBezTo>
                    <a:pt x="128" y="202"/>
                    <a:pt x="141" y="200"/>
                    <a:pt x="154" y="196"/>
                  </a:cubicBezTo>
                  <a:cubicBezTo>
                    <a:pt x="207" y="176"/>
                    <a:pt x="240" y="110"/>
                    <a:pt x="207" y="56"/>
                  </a:cubicBezTo>
                  <a:cubicBezTo>
                    <a:pt x="192" y="19"/>
                    <a:pt x="160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0" name="Google Shape;15790;p41"/>
            <p:cNvSpPr/>
            <p:nvPr/>
          </p:nvSpPr>
          <p:spPr>
            <a:xfrm>
              <a:off x="4169950" y="3052075"/>
              <a:ext cx="5575" cy="5225"/>
            </a:xfrm>
            <a:custGeom>
              <a:avLst/>
              <a:gdLst/>
              <a:ahLst/>
              <a:cxnLst/>
              <a:rect l="l" t="t" r="r" b="b"/>
              <a:pathLst>
                <a:path w="223" h="209" extrusionOk="0">
                  <a:moveTo>
                    <a:pt x="97" y="0"/>
                  </a:moveTo>
                  <a:cubicBezTo>
                    <a:pt x="87" y="0"/>
                    <a:pt x="78" y="4"/>
                    <a:pt x="70" y="13"/>
                  </a:cubicBezTo>
                  <a:cubicBezTo>
                    <a:pt x="37" y="13"/>
                    <a:pt x="16" y="29"/>
                    <a:pt x="16" y="66"/>
                  </a:cubicBezTo>
                  <a:cubicBezTo>
                    <a:pt x="0" y="83"/>
                    <a:pt x="0" y="116"/>
                    <a:pt x="0" y="153"/>
                  </a:cubicBezTo>
                  <a:cubicBezTo>
                    <a:pt x="12" y="190"/>
                    <a:pt x="55" y="208"/>
                    <a:pt x="98" y="208"/>
                  </a:cubicBezTo>
                  <a:cubicBezTo>
                    <a:pt x="112" y="208"/>
                    <a:pt x="127" y="206"/>
                    <a:pt x="140" y="202"/>
                  </a:cubicBezTo>
                  <a:cubicBezTo>
                    <a:pt x="190" y="186"/>
                    <a:pt x="223" y="116"/>
                    <a:pt x="206" y="66"/>
                  </a:cubicBezTo>
                  <a:cubicBezTo>
                    <a:pt x="190" y="50"/>
                    <a:pt x="157" y="13"/>
                    <a:pt x="140" y="13"/>
                  </a:cubicBezTo>
                  <a:cubicBezTo>
                    <a:pt x="122" y="4"/>
                    <a:pt x="108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1" name="Google Shape;15791;p41"/>
            <p:cNvSpPr/>
            <p:nvPr/>
          </p:nvSpPr>
          <p:spPr>
            <a:xfrm>
              <a:off x="4164775" y="3078000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126" y="0"/>
                  </a:moveTo>
                  <a:cubicBezTo>
                    <a:pt x="114" y="0"/>
                    <a:pt x="101" y="2"/>
                    <a:pt x="87" y="6"/>
                  </a:cubicBezTo>
                  <a:cubicBezTo>
                    <a:pt x="38" y="23"/>
                    <a:pt x="1" y="93"/>
                    <a:pt x="17" y="146"/>
                  </a:cubicBezTo>
                  <a:cubicBezTo>
                    <a:pt x="33" y="184"/>
                    <a:pt x="74" y="202"/>
                    <a:pt x="116" y="202"/>
                  </a:cubicBezTo>
                  <a:cubicBezTo>
                    <a:pt x="130" y="202"/>
                    <a:pt x="144" y="200"/>
                    <a:pt x="158" y="196"/>
                  </a:cubicBezTo>
                  <a:cubicBezTo>
                    <a:pt x="207" y="179"/>
                    <a:pt x="244" y="126"/>
                    <a:pt x="223" y="60"/>
                  </a:cubicBezTo>
                  <a:cubicBezTo>
                    <a:pt x="199" y="20"/>
                    <a:pt x="164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2" name="Google Shape;15792;p41"/>
            <p:cNvSpPr/>
            <p:nvPr/>
          </p:nvSpPr>
          <p:spPr>
            <a:xfrm>
              <a:off x="4170350" y="3035650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24" y="0"/>
                  </a:moveTo>
                  <a:cubicBezTo>
                    <a:pt x="93" y="0"/>
                    <a:pt x="58" y="14"/>
                    <a:pt x="38" y="35"/>
                  </a:cubicBezTo>
                  <a:cubicBezTo>
                    <a:pt x="21" y="51"/>
                    <a:pt x="0" y="88"/>
                    <a:pt x="21" y="105"/>
                  </a:cubicBezTo>
                  <a:lnTo>
                    <a:pt x="21" y="138"/>
                  </a:lnTo>
                  <a:cubicBezTo>
                    <a:pt x="21" y="154"/>
                    <a:pt x="38" y="171"/>
                    <a:pt x="54" y="191"/>
                  </a:cubicBezTo>
                  <a:cubicBezTo>
                    <a:pt x="66" y="204"/>
                    <a:pt x="84" y="209"/>
                    <a:pt x="103" y="209"/>
                  </a:cubicBezTo>
                  <a:cubicBezTo>
                    <a:pt x="134" y="209"/>
                    <a:pt x="170" y="194"/>
                    <a:pt x="190" y="171"/>
                  </a:cubicBezTo>
                  <a:cubicBezTo>
                    <a:pt x="227" y="121"/>
                    <a:pt x="227" y="51"/>
                    <a:pt x="174" y="18"/>
                  </a:cubicBezTo>
                  <a:cubicBezTo>
                    <a:pt x="161" y="6"/>
                    <a:pt x="143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3" name="Google Shape;15793;p41"/>
            <p:cNvSpPr/>
            <p:nvPr/>
          </p:nvSpPr>
          <p:spPr>
            <a:xfrm>
              <a:off x="4184975" y="2952725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10" y="1"/>
                  </a:moveTo>
                  <a:cubicBezTo>
                    <a:pt x="75" y="1"/>
                    <a:pt x="41" y="16"/>
                    <a:pt x="17" y="37"/>
                  </a:cubicBezTo>
                  <a:cubicBezTo>
                    <a:pt x="1" y="53"/>
                    <a:pt x="1" y="86"/>
                    <a:pt x="1" y="123"/>
                  </a:cubicBezTo>
                  <a:lnTo>
                    <a:pt x="1" y="140"/>
                  </a:lnTo>
                  <a:cubicBezTo>
                    <a:pt x="1" y="156"/>
                    <a:pt x="17" y="173"/>
                    <a:pt x="34" y="189"/>
                  </a:cubicBezTo>
                  <a:cubicBezTo>
                    <a:pt x="55" y="210"/>
                    <a:pt x="88" y="210"/>
                    <a:pt x="104" y="210"/>
                  </a:cubicBezTo>
                  <a:cubicBezTo>
                    <a:pt x="137" y="210"/>
                    <a:pt x="174" y="189"/>
                    <a:pt x="191" y="173"/>
                  </a:cubicBezTo>
                  <a:cubicBezTo>
                    <a:pt x="207" y="156"/>
                    <a:pt x="207" y="123"/>
                    <a:pt x="207" y="86"/>
                  </a:cubicBezTo>
                  <a:cubicBezTo>
                    <a:pt x="207" y="70"/>
                    <a:pt x="191" y="37"/>
                    <a:pt x="174" y="20"/>
                  </a:cubicBezTo>
                  <a:cubicBezTo>
                    <a:pt x="154" y="6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4" name="Google Shape;15794;p41"/>
            <p:cNvSpPr/>
            <p:nvPr/>
          </p:nvSpPr>
          <p:spPr>
            <a:xfrm>
              <a:off x="4086650" y="30275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37" y="1"/>
                  </a:moveTo>
                  <a:cubicBezTo>
                    <a:pt x="71" y="1"/>
                    <a:pt x="17" y="34"/>
                    <a:pt x="17" y="83"/>
                  </a:cubicBezTo>
                  <a:cubicBezTo>
                    <a:pt x="1" y="104"/>
                    <a:pt x="17" y="121"/>
                    <a:pt x="17" y="137"/>
                  </a:cubicBezTo>
                  <a:cubicBezTo>
                    <a:pt x="17" y="154"/>
                    <a:pt x="17" y="154"/>
                    <a:pt x="34" y="170"/>
                  </a:cubicBezTo>
                  <a:cubicBezTo>
                    <a:pt x="50" y="187"/>
                    <a:pt x="71" y="207"/>
                    <a:pt x="104" y="207"/>
                  </a:cubicBezTo>
                  <a:cubicBezTo>
                    <a:pt x="120" y="207"/>
                    <a:pt x="153" y="207"/>
                    <a:pt x="174" y="187"/>
                  </a:cubicBezTo>
                  <a:cubicBezTo>
                    <a:pt x="207" y="170"/>
                    <a:pt x="207" y="154"/>
                    <a:pt x="223" y="121"/>
                  </a:cubicBezTo>
                  <a:cubicBezTo>
                    <a:pt x="223" y="67"/>
                    <a:pt x="190" y="17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5" name="Google Shape;15795;p41"/>
            <p:cNvSpPr/>
            <p:nvPr/>
          </p:nvSpPr>
          <p:spPr>
            <a:xfrm>
              <a:off x="4082325" y="2981975"/>
              <a:ext cx="5600" cy="4925"/>
            </a:xfrm>
            <a:custGeom>
              <a:avLst/>
              <a:gdLst/>
              <a:ahLst/>
              <a:cxnLst/>
              <a:rect l="l" t="t" r="r" b="b"/>
              <a:pathLst>
                <a:path w="224" h="197" extrusionOk="0">
                  <a:moveTo>
                    <a:pt x="104" y="1"/>
                  </a:moveTo>
                  <a:cubicBezTo>
                    <a:pt x="71" y="1"/>
                    <a:pt x="54" y="17"/>
                    <a:pt x="38" y="34"/>
                  </a:cubicBezTo>
                  <a:cubicBezTo>
                    <a:pt x="17" y="50"/>
                    <a:pt x="1" y="87"/>
                    <a:pt x="1" y="104"/>
                  </a:cubicBezTo>
                  <a:cubicBezTo>
                    <a:pt x="17" y="120"/>
                    <a:pt x="17" y="120"/>
                    <a:pt x="17" y="137"/>
                  </a:cubicBezTo>
                  <a:cubicBezTo>
                    <a:pt x="17" y="153"/>
                    <a:pt x="38" y="174"/>
                    <a:pt x="54" y="174"/>
                  </a:cubicBezTo>
                  <a:cubicBezTo>
                    <a:pt x="69" y="188"/>
                    <a:pt x="90" y="196"/>
                    <a:pt x="113" y="196"/>
                  </a:cubicBezTo>
                  <a:cubicBezTo>
                    <a:pt x="142" y="196"/>
                    <a:pt x="172" y="183"/>
                    <a:pt x="190" y="153"/>
                  </a:cubicBezTo>
                  <a:cubicBezTo>
                    <a:pt x="223" y="120"/>
                    <a:pt x="223" y="50"/>
                    <a:pt x="174" y="17"/>
                  </a:cubicBezTo>
                  <a:cubicBezTo>
                    <a:pt x="157" y="1"/>
                    <a:pt x="141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6" name="Google Shape;15796;p41"/>
            <p:cNvSpPr/>
            <p:nvPr/>
          </p:nvSpPr>
          <p:spPr>
            <a:xfrm>
              <a:off x="4082750" y="30404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70" y="0"/>
                    <a:pt x="21" y="33"/>
                    <a:pt x="0" y="83"/>
                  </a:cubicBezTo>
                  <a:lnTo>
                    <a:pt x="0" y="136"/>
                  </a:lnTo>
                  <a:cubicBezTo>
                    <a:pt x="21" y="153"/>
                    <a:pt x="21" y="153"/>
                    <a:pt x="21" y="169"/>
                  </a:cubicBezTo>
                  <a:cubicBezTo>
                    <a:pt x="37" y="186"/>
                    <a:pt x="70" y="206"/>
                    <a:pt x="87" y="206"/>
                  </a:cubicBezTo>
                  <a:cubicBezTo>
                    <a:pt x="95" y="209"/>
                    <a:pt x="104" y="210"/>
                    <a:pt x="112" y="210"/>
                  </a:cubicBezTo>
                  <a:cubicBezTo>
                    <a:pt x="168" y="210"/>
                    <a:pt x="206" y="163"/>
                    <a:pt x="206" y="120"/>
                  </a:cubicBezTo>
                  <a:cubicBezTo>
                    <a:pt x="206" y="83"/>
                    <a:pt x="206" y="66"/>
                    <a:pt x="190" y="50"/>
                  </a:cubicBezTo>
                  <a:cubicBezTo>
                    <a:pt x="173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7" name="Google Shape;15797;p41"/>
            <p:cNvSpPr/>
            <p:nvPr/>
          </p:nvSpPr>
          <p:spPr>
            <a:xfrm>
              <a:off x="4088825" y="30141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3" y="0"/>
                  </a:moveTo>
                  <a:cubicBezTo>
                    <a:pt x="66" y="0"/>
                    <a:pt x="50" y="21"/>
                    <a:pt x="33" y="37"/>
                  </a:cubicBezTo>
                  <a:cubicBezTo>
                    <a:pt x="17" y="54"/>
                    <a:pt x="0" y="87"/>
                    <a:pt x="17" y="124"/>
                  </a:cubicBezTo>
                  <a:lnTo>
                    <a:pt x="17" y="140"/>
                  </a:lnTo>
                  <a:cubicBezTo>
                    <a:pt x="17" y="157"/>
                    <a:pt x="33" y="173"/>
                    <a:pt x="50" y="190"/>
                  </a:cubicBezTo>
                  <a:cubicBezTo>
                    <a:pt x="70" y="204"/>
                    <a:pt x="90" y="209"/>
                    <a:pt x="108" y="209"/>
                  </a:cubicBezTo>
                  <a:cubicBezTo>
                    <a:pt x="139" y="209"/>
                    <a:pt x="167" y="194"/>
                    <a:pt x="190" y="173"/>
                  </a:cubicBezTo>
                  <a:cubicBezTo>
                    <a:pt x="223" y="140"/>
                    <a:pt x="223" y="124"/>
                    <a:pt x="223" y="87"/>
                  </a:cubicBezTo>
                  <a:cubicBezTo>
                    <a:pt x="223" y="70"/>
                    <a:pt x="206" y="37"/>
                    <a:pt x="190" y="21"/>
                  </a:cubicBezTo>
                  <a:cubicBezTo>
                    <a:pt x="153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8" name="Google Shape;15798;p41"/>
            <p:cNvSpPr/>
            <p:nvPr/>
          </p:nvSpPr>
          <p:spPr>
            <a:xfrm>
              <a:off x="4086650" y="29377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104" y="1"/>
                    <a:pt x="71" y="1"/>
                    <a:pt x="50" y="17"/>
                  </a:cubicBezTo>
                  <a:cubicBezTo>
                    <a:pt x="34" y="34"/>
                    <a:pt x="17" y="67"/>
                    <a:pt x="1" y="88"/>
                  </a:cubicBezTo>
                  <a:cubicBezTo>
                    <a:pt x="1" y="104"/>
                    <a:pt x="1" y="121"/>
                    <a:pt x="17" y="137"/>
                  </a:cubicBezTo>
                  <a:cubicBezTo>
                    <a:pt x="17" y="153"/>
                    <a:pt x="17" y="153"/>
                    <a:pt x="34" y="170"/>
                  </a:cubicBezTo>
                  <a:cubicBezTo>
                    <a:pt x="50" y="191"/>
                    <a:pt x="71" y="207"/>
                    <a:pt x="104" y="207"/>
                  </a:cubicBezTo>
                  <a:cubicBezTo>
                    <a:pt x="110" y="209"/>
                    <a:pt x="116" y="210"/>
                    <a:pt x="123" y="210"/>
                  </a:cubicBezTo>
                  <a:cubicBezTo>
                    <a:pt x="166" y="210"/>
                    <a:pt x="209" y="164"/>
                    <a:pt x="223" y="121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9" name="Google Shape;15799;p41"/>
            <p:cNvSpPr/>
            <p:nvPr/>
          </p:nvSpPr>
          <p:spPr>
            <a:xfrm>
              <a:off x="4077175" y="299352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41" y="0"/>
                  </a:moveTo>
                  <a:cubicBezTo>
                    <a:pt x="103" y="0"/>
                    <a:pt x="70" y="21"/>
                    <a:pt x="54" y="21"/>
                  </a:cubicBezTo>
                  <a:cubicBezTo>
                    <a:pt x="38" y="38"/>
                    <a:pt x="17" y="71"/>
                    <a:pt x="17" y="87"/>
                  </a:cubicBezTo>
                  <a:cubicBezTo>
                    <a:pt x="0" y="103"/>
                    <a:pt x="17" y="141"/>
                    <a:pt x="17" y="141"/>
                  </a:cubicBezTo>
                  <a:cubicBezTo>
                    <a:pt x="17" y="157"/>
                    <a:pt x="17" y="157"/>
                    <a:pt x="38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4" y="210"/>
                    <a:pt x="123" y="212"/>
                    <a:pt x="133" y="212"/>
                  </a:cubicBezTo>
                  <a:cubicBezTo>
                    <a:pt x="174" y="212"/>
                    <a:pt x="210" y="178"/>
                    <a:pt x="223" y="124"/>
                  </a:cubicBezTo>
                  <a:cubicBezTo>
                    <a:pt x="223" y="103"/>
                    <a:pt x="223" y="71"/>
                    <a:pt x="207" y="54"/>
                  </a:cubicBezTo>
                  <a:cubicBezTo>
                    <a:pt x="190" y="21"/>
                    <a:pt x="157" y="21"/>
                    <a:pt x="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0" name="Google Shape;15800;p41"/>
            <p:cNvSpPr/>
            <p:nvPr/>
          </p:nvSpPr>
          <p:spPr>
            <a:xfrm>
              <a:off x="4082325" y="2966000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95" y="1"/>
                  </a:moveTo>
                  <a:cubicBezTo>
                    <a:pt x="53" y="1"/>
                    <a:pt x="14" y="33"/>
                    <a:pt x="1" y="91"/>
                  </a:cubicBezTo>
                  <a:cubicBezTo>
                    <a:pt x="1" y="108"/>
                    <a:pt x="1" y="124"/>
                    <a:pt x="17" y="141"/>
                  </a:cubicBezTo>
                  <a:lnTo>
                    <a:pt x="17" y="157"/>
                  </a:lnTo>
                  <a:cubicBezTo>
                    <a:pt x="38" y="174"/>
                    <a:pt x="71" y="194"/>
                    <a:pt x="87" y="194"/>
                  </a:cubicBezTo>
                  <a:cubicBezTo>
                    <a:pt x="97" y="199"/>
                    <a:pt x="106" y="201"/>
                    <a:pt x="116" y="201"/>
                  </a:cubicBezTo>
                  <a:cubicBezTo>
                    <a:pt x="140" y="201"/>
                    <a:pt x="162" y="188"/>
                    <a:pt x="174" y="174"/>
                  </a:cubicBezTo>
                  <a:cubicBezTo>
                    <a:pt x="190" y="157"/>
                    <a:pt x="207" y="141"/>
                    <a:pt x="207" y="108"/>
                  </a:cubicBezTo>
                  <a:cubicBezTo>
                    <a:pt x="223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1" name="Google Shape;15801;p41"/>
            <p:cNvSpPr/>
            <p:nvPr/>
          </p:nvSpPr>
          <p:spPr>
            <a:xfrm>
              <a:off x="4084500" y="2951725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113" y="1"/>
                  </a:moveTo>
                  <a:cubicBezTo>
                    <a:pt x="84" y="1"/>
                    <a:pt x="54" y="14"/>
                    <a:pt x="33" y="44"/>
                  </a:cubicBezTo>
                  <a:cubicBezTo>
                    <a:pt x="17" y="60"/>
                    <a:pt x="0" y="93"/>
                    <a:pt x="0" y="110"/>
                  </a:cubicBezTo>
                  <a:cubicBezTo>
                    <a:pt x="0" y="126"/>
                    <a:pt x="17" y="126"/>
                    <a:pt x="17" y="147"/>
                  </a:cubicBezTo>
                  <a:cubicBezTo>
                    <a:pt x="17" y="163"/>
                    <a:pt x="33" y="180"/>
                    <a:pt x="54" y="180"/>
                  </a:cubicBezTo>
                  <a:cubicBezTo>
                    <a:pt x="70" y="196"/>
                    <a:pt x="87" y="213"/>
                    <a:pt x="120" y="213"/>
                  </a:cubicBezTo>
                  <a:cubicBezTo>
                    <a:pt x="157" y="196"/>
                    <a:pt x="173" y="196"/>
                    <a:pt x="190" y="163"/>
                  </a:cubicBezTo>
                  <a:cubicBezTo>
                    <a:pt x="206" y="147"/>
                    <a:pt x="223" y="126"/>
                    <a:pt x="206" y="93"/>
                  </a:cubicBezTo>
                  <a:cubicBezTo>
                    <a:pt x="206" y="60"/>
                    <a:pt x="206" y="44"/>
                    <a:pt x="173" y="23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2" name="Google Shape;15802;p41"/>
            <p:cNvSpPr/>
            <p:nvPr/>
          </p:nvSpPr>
          <p:spPr>
            <a:xfrm>
              <a:off x="4074175" y="29428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00" y="1"/>
                  </a:moveTo>
                  <a:cubicBezTo>
                    <a:pt x="57" y="1"/>
                    <a:pt x="15" y="44"/>
                    <a:pt x="1" y="91"/>
                  </a:cubicBezTo>
                  <a:cubicBezTo>
                    <a:pt x="1" y="107"/>
                    <a:pt x="1" y="124"/>
                    <a:pt x="17" y="140"/>
                  </a:cubicBezTo>
                  <a:cubicBezTo>
                    <a:pt x="17" y="173"/>
                    <a:pt x="54" y="210"/>
                    <a:pt x="87" y="210"/>
                  </a:cubicBezTo>
                  <a:cubicBezTo>
                    <a:pt x="158" y="210"/>
                    <a:pt x="207" y="173"/>
                    <a:pt x="207" y="124"/>
                  </a:cubicBezTo>
                  <a:cubicBezTo>
                    <a:pt x="223" y="91"/>
                    <a:pt x="207" y="70"/>
                    <a:pt x="190" y="37"/>
                  </a:cubicBezTo>
                  <a:cubicBezTo>
                    <a:pt x="174" y="21"/>
                    <a:pt x="158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3" name="Google Shape;15803;p41"/>
            <p:cNvSpPr/>
            <p:nvPr/>
          </p:nvSpPr>
          <p:spPr>
            <a:xfrm>
              <a:off x="4080150" y="3053975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127" y="1"/>
                  </a:moveTo>
                  <a:cubicBezTo>
                    <a:pt x="114" y="1"/>
                    <a:pt x="101" y="3"/>
                    <a:pt x="88" y="7"/>
                  </a:cubicBezTo>
                  <a:cubicBezTo>
                    <a:pt x="38" y="23"/>
                    <a:pt x="1" y="93"/>
                    <a:pt x="22" y="143"/>
                  </a:cubicBezTo>
                  <a:cubicBezTo>
                    <a:pt x="34" y="183"/>
                    <a:pt x="75" y="202"/>
                    <a:pt x="117" y="202"/>
                  </a:cubicBezTo>
                  <a:cubicBezTo>
                    <a:pt x="130" y="202"/>
                    <a:pt x="144" y="200"/>
                    <a:pt x="158" y="196"/>
                  </a:cubicBezTo>
                  <a:cubicBezTo>
                    <a:pt x="207" y="180"/>
                    <a:pt x="244" y="110"/>
                    <a:pt x="228" y="56"/>
                  </a:cubicBezTo>
                  <a:cubicBezTo>
                    <a:pt x="200" y="19"/>
                    <a:pt x="165" y="1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4" name="Google Shape;15804;p41"/>
            <p:cNvSpPr/>
            <p:nvPr/>
          </p:nvSpPr>
          <p:spPr>
            <a:xfrm>
              <a:off x="4069450" y="30617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3"/>
                    <a:pt x="0" y="77"/>
                    <a:pt x="17" y="143"/>
                  </a:cubicBezTo>
                  <a:cubicBezTo>
                    <a:pt x="45" y="183"/>
                    <a:pt x="80" y="203"/>
                    <a:pt x="118" y="203"/>
                  </a:cubicBezTo>
                  <a:cubicBezTo>
                    <a:pt x="131" y="203"/>
                    <a:pt x="144" y="201"/>
                    <a:pt x="157" y="197"/>
                  </a:cubicBezTo>
                  <a:cubicBezTo>
                    <a:pt x="223" y="180"/>
                    <a:pt x="243" y="110"/>
                    <a:pt x="223" y="56"/>
                  </a:cubicBezTo>
                  <a:cubicBezTo>
                    <a:pt x="210" y="19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5" name="Google Shape;15805;p41"/>
            <p:cNvSpPr/>
            <p:nvPr/>
          </p:nvSpPr>
          <p:spPr>
            <a:xfrm>
              <a:off x="4069025" y="30472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37" y="0"/>
                  </a:moveTo>
                  <a:cubicBezTo>
                    <a:pt x="71" y="0"/>
                    <a:pt x="17" y="38"/>
                    <a:pt x="17" y="87"/>
                  </a:cubicBezTo>
                  <a:cubicBezTo>
                    <a:pt x="1" y="104"/>
                    <a:pt x="17" y="120"/>
                    <a:pt x="17" y="141"/>
                  </a:cubicBezTo>
                  <a:cubicBezTo>
                    <a:pt x="17" y="157"/>
                    <a:pt x="17" y="157"/>
                    <a:pt x="34" y="174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11" y="209"/>
                    <a:pt x="118" y="210"/>
                    <a:pt x="125" y="210"/>
                  </a:cubicBezTo>
                  <a:cubicBezTo>
                    <a:pt x="170" y="210"/>
                    <a:pt x="209" y="166"/>
                    <a:pt x="223" y="120"/>
                  </a:cubicBezTo>
                  <a:cubicBezTo>
                    <a:pt x="223" y="87"/>
                    <a:pt x="223" y="71"/>
                    <a:pt x="207" y="54"/>
                  </a:cubicBezTo>
                  <a:cubicBezTo>
                    <a:pt x="190" y="17"/>
                    <a:pt x="157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6" name="Google Shape;15806;p41"/>
            <p:cNvSpPr/>
            <p:nvPr/>
          </p:nvSpPr>
          <p:spPr>
            <a:xfrm>
              <a:off x="4069850" y="3126200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03" y="0"/>
                  </a:moveTo>
                  <a:cubicBezTo>
                    <a:pt x="58" y="0"/>
                    <a:pt x="19" y="44"/>
                    <a:pt x="1" y="90"/>
                  </a:cubicBezTo>
                  <a:cubicBezTo>
                    <a:pt x="1" y="107"/>
                    <a:pt x="1" y="123"/>
                    <a:pt x="21" y="140"/>
                  </a:cubicBezTo>
                  <a:lnTo>
                    <a:pt x="21" y="156"/>
                  </a:lnTo>
                  <a:cubicBezTo>
                    <a:pt x="38" y="193"/>
                    <a:pt x="71" y="210"/>
                    <a:pt x="87" y="210"/>
                  </a:cubicBezTo>
                  <a:cubicBezTo>
                    <a:pt x="157" y="210"/>
                    <a:pt x="207" y="177"/>
                    <a:pt x="207" y="123"/>
                  </a:cubicBezTo>
                  <a:cubicBezTo>
                    <a:pt x="227" y="90"/>
                    <a:pt x="207" y="74"/>
                    <a:pt x="190" y="37"/>
                  </a:cubicBezTo>
                  <a:cubicBezTo>
                    <a:pt x="174" y="20"/>
                    <a:pt x="157" y="4"/>
                    <a:pt x="124" y="4"/>
                  </a:cubicBezTo>
                  <a:cubicBezTo>
                    <a:pt x="117" y="2"/>
                    <a:pt x="110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7" name="Google Shape;15807;p41"/>
            <p:cNvSpPr/>
            <p:nvPr/>
          </p:nvSpPr>
          <p:spPr>
            <a:xfrm>
              <a:off x="4070375" y="30334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2" y="1"/>
                  </a:moveTo>
                  <a:cubicBezTo>
                    <a:pt x="102" y="1"/>
                    <a:pt x="92" y="2"/>
                    <a:pt x="83" y="5"/>
                  </a:cubicBezTo>
                  <a:cubicBezTo>
                    <a:pt x="33" y="22"/>
                    <a:pt x="0" y="92"/>
                    <a:pt x="17" y="141"/>
                  </a:cubicBezTo>
                  <a:cubicBezTo>
                    <a:pt x="41" y="180"/>
                    <a:pt x="75" y="208"/>
                    <a:pt x="111" y="208"/>
                  </a:cubicBezTo>
                  <a:cubicBezTo>
                    <a:pt x="125" y="208"/>
                    <a:pt x="139" y="204"/>
                    <a:pt x="153" y="195"/>
                  </a:cubicBezTo>
                  <a:cubicBezTo>
                    <a:pt x="206" y="178"/>
                    <a:pt x="239" y="125"/>
                    <a:pt x="223" y="75"/>
                  </a:cubicBezTo>
                  <a:cubicBezTo>
                    <a:pt x="209" y="31"/>
                    <a:pt x="159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8" name="Google Shape;15808;p41"/>
            <p:cNvSpPr/>
            <p:nvPr/>
          </p:nvSpPr>
          <p:spPr>
            <a:xfrm>
              <a:off x="4073775" y="30986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05" y="1"/>
                  </a:moveTo>
                  <a:cubicBezTo>
                    <a:pt x="76" y="1"/>
                    <a:pt x="47" y="14"/>
                    <a:pt x="17" y="44"/>
                  </a:cubicBezTo>
                  <a:cubicBezTo>
                    <a:pt x="0" y="60"/>
                    <a:pt x="0" y="77"/>
                    <a:pt x="0" y="110"/>
                  </a:cubicBezTo>
                  <a:cubicBezTo>
                    <a:pt x="0" y="126"/>
                    <a:pt x="0" y="126"/>
                    <a:pt x="17" y="147"/>
                  </a:cubicBezTo>
                  <a:cubicBezTo>
                    <a:pt x="17" y="164"/>
                    <a:pt x="33" y="164"/>
                    <a:pt x="33" y="180"/>
                  </a:cubicBezTo>
                  <a:cubicBezTo>
                    <a:pt x="60" y="192"/>
                    <a:pt x="75" y="203"/>
                    <a:pt x="94" y="203"/>
                  </a:cubicBezTo>
                  <a:cubicBezTo>
                    <a:pt x="102" y="203"/>
                    <a:pt x="110" y="201"/>
                    <a:pt x="120" y="197"/>
                  </a:cubicBezTo>
                  <a:cubicBezTo>
                    <a:pt x="153" y="197"/>
                    <a:pt x="174" y="180"/>
                    <a:pt x="190" y="164"/>
                  </a:cubicBezTo>
                  <a:cubicBezTo>
                    <a:pt x="206" y="147"/>
                    <a:pt x="223" y="110"/>
                    <a:pt x="206" y="93"/>
                  </a:cubicBezTo>
                  <a:cubicBezTo>
                    <a:pt x="206" y="60"/>
                    <a:pt x="190" y="44"/>
                    <a:pt x="174" y="23"/>
                  </a:cubicBezTo>
                  <a:cubicBezTo>
                    <a:pt x="150" y="9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9" name="Google Shape;15809;p41"/>
            <p:cNvSpPr/>
            <p:nvPr/>
          </p:nvSpPr>
          <p:spPr>
            <a:xfrm>
              <a:off x="4075525" y="308490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08" y="0"/>
                  </a:moveTo>
                  <a:cubicBezTo>
                    <a:pt x="94" y="0"/>
                    <a:pt x="80" y="2"/>
                    <a:pt x="66" y="7"/>
                  </a:cubicBezTo>
                  <a:cubicBezTo>
                    <a:pt x="17" y="23"/>
                    <a:pt x="0" y="77"/>
                    <a:pt x="17" y="143"/>
                  </a:cubicBezTo>
                  <a:cubicBezTo>
                    <a:pt x="17" y="143"/>
                    <a:pt x="33" y="159"/>
                    <a:pt x="33" y="180"/>
                  </a:cubicBezTo>
                  <a:cubicBezTo>
                    <a:pt x="57" y="191"/>
                    <a:pt x="82" y="203"/>
                    <a:pt x="112" y="203"/>
                  </a:cubicBezTo>
                  <a:cubicBezTo>
                    <a:pt x="125" y="203"/>
                    <a:pt x="138" y="201"/>
                    <a:pt x="153" y="196"/>
                  </a:cubicBezTo>
                  <a:cubicBezTo>
                    <a:pt x="186" y="180"/>
                    <a:pt x="207" y="143"/>
                    <a:pt x="223" y="110"/>
                  </a:cubicBezTo>
                  <a:cubicBezTo>
                    <a:pt x="223" y="93"/>
                    <a:pt x="223" y="77"/>
                    <a:pt x="207" y="56"/>
                  </a:cubicBezTo>
                  <a:cubicBezTo>
                    <a:pt x="191" y="19"/>
                    <a:pt x="150" y="0"/>
                    <a:pt x="1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0" name="Google Shape;15810;p41"/>
            <p:cNvSpPr/>
            <p:nvPr/>
          </p:nvSpPr>
          <p:spPr>
            <a:xfrm>
              <a:off x="4079325" y="3072875"/>
              <a:ext cx="5200" cy="4975"/>
            </a:xfrm>
            <a:custGeom>
              <a:avLst/>
              <a:gdLst/>
              <a:ahLst/>
              <a:cxnLst/>
              <a:rect l="l" t="t" r="r" b="b"/>
              <a:pathLst>
                <a:path w="208" h="199" extrusionOk="0">
                  <a:moveTo>
                    <a:pt x="95" y="1"/>
                  </a:moveTo>
                  <a:cubicBezTo>
                    <a:pt x="54" y="1"/>
                    <a:pt x="15" y="34"/>
                    <a:pt x="1" y="92"/>
                  </a:cubicBezTo>
                  <a:lnTo>
                    <a:pt x="1" y="145"/>
                  </a:lnTo>
                  <a:cubicBezTo>
                    <a:pt x="17" y="145"/>
                    <a:pt x="17" y="162"/>
                    <a:pt x="17" y="162"/>
                  </a:cubicBezTo>
                  <a:cubicBezTo>
                    <a:pt x="34" y="178"/>
                    <a:pt x="71" y="195"/>
                    <a:pt x="88" y="195"/>
                  </a:cubicBezTo>
                  <a:cubicBezTo>
                    <a:pt x="96" y="198"/>
                    <a:pt x="105" y="199"/>
                    <a:pt x="114" y="199"/>
                  </a:cubicBezTo>
                  <a:cubicBezTo>
                    <a:pt x="159" y="199"/>
                    <a:pt x="207" y="166"/>
                    <a:pt x="207" y="108"/>
                  </a:cubicBezTo>
                  <a:cubicBezTo>
                    <a:pt x="207" y="92"/>
                    <a:pt x="207" y="59"/>
                    <a:pt x="191" y="42"/>
                  </a:cubicBezTo>
                  <a:cubicBezTo>
                    <a:pt x="174" y="22"/>
                    <a:pt x="158" y="5"/>
                    <a:pt x="121" y="5"/>
                  </a:cubicBezTo>
                  <a:cubicBezTo>
                    <a:pt x="112" y="2"/>
                    <a:pt x="104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1" name="Google Shape;15811;p41"/>
            <p:cNvSpPr/>
            <p:nvPr/>
          </p:nvSpPr>
          <p:spPr>
            <a:xfrm>
              <a:off x="4071600" y="31102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91" y="1"/>
                  </a:moveTo>
                  <a:cubicBezTo>
                    <a:pt x="68" y="1"/>
                    <a:pt x="43" y="13"/>
                    <a:pt x="17" y="24"/>
                  </a:cubicBezTo>
                  <a:cubicBezTo>
                    <a:pt x="17" y="41"/>
                    <a:pt x="1" y="57"/>
                    <a:pt x="1" y="94"/>
                  </a:cubicBezTo>
                  <a:lnTo>
                    <a:pt x="1" y="144"/>
                  </a:lnTo>
                  <a:cubicBezTo>
                    <a:pt x="17" y="177"/>
                    <a:pt x="54" y="197"/>
                    <a:pt x="87" y="214"/>
                  </a:cubicBezTo>
                  <a:cubicBezTo>
                    <a:pt x="157" y="214"/>
                    <a:pt x="190" y="177"/>
                    <a:pt x="207" y="127"/>
                  </a:cubicBezTo>
                  <a:cubicBezTo>
                    <a:pt x="207" y="94"/>
                    <a:pt x="207" y="57"/>
                    <a:pt x="190" y="41"/>
                  </a:cubicBezTo>
                  <a:cubicBezTo>
                    <a:pt x="174" y="24"/>
                    <a:pt x="137" y="8"/>
                    <a:pt x="120" y="8"/>
                  </a:cubicBezTo>
                  <a:cubicBezTo>
                    <a:pt x="111" y="3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2" name="Google Shape;15812;p41"/>
            <p:cNvSpPr/>
            <p:nvPr/>
          </p:nvSpPr>
          <p:spPr>
            <a:xfrm>
              <a:off x="4052325" y="30046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3" y="1"/>
                  </a:moveTo>
                  <a:cubicBezTo>
                    <a:pt x="51" y="1"/>
                    <a:pt x="14" y="33"/>
                    <a:pt x="1" y="91"/>
                  </a:cubicBezTo>
                  <a:cubicBezTo>
                    <a:pt x="1" y="108"/>
                    <a:pt x="1" y="124"/>
                    <a:pt x="17" y="141"/>
                  </a:cubicBezTo>
                  <a:cubicBezTo>
                    <a:pt x="17" y="141"/>
                    <a:pt x="17" y="157"/>
                    <a:pt x="34" y="157"/>
                  </a:cubicBezTo>
                  <a:cubicBezTo>
                    <a:pt x="34" y="174"/>
                    <a:pt x="67" y="194"/>
                    <a:pt x="104" y="211"/>
                  </a:cubicBezTo>
                  <a:cubicBezTo>
                    <a:pt x="153" y="211"/>
                    <a:pt x="207" y="174"/>
                    <a:pt x="207" y="124"/>
                  </a:cubicBezTo>
                  <a:cubicBezTo>
                    <a:pt x="223" y="91"/>
                    <a:pt x="207" y="54"/>
                    <a:pt x="186" y="38"/>
                  </a:cubicBezTo>
                  <a:cubicBezTo>
                    <a:pt x="170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3" name="Google Shape;15813;p41"/>
            <p:cNvSpPr/>
            <p:nvPr/>
          </p:nvSpPr>
          <p:spPr>
            <a:xfrm>
              <a:off x="4038100" y="30099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17" y="34"/>
                    <a:pt x="17" y="67"/>
                    <a:pt x="1" y="88"/>
                  </a:cubicBezTo>
                  <a:cubicBezTo>
                    <a:pt x="1" y="104"/>
                    <a:pt x="1" y="121"/>
                    <a:pt x="17" y="137"/>
                  </a:cubicBezTo>
                  <a:lnTo>
                    <a:pt x="17" y="170"/>
                  </a:lnTo>
                  <a:cubicBezTo>
                    <a:pt x="34" y="191"/>
                    <a:pt x="71" y="207"/>
                    <a:pt x="87" y="207"/>
                  </a:cubicBezTo>
                  <a:cubicBezTo>
                    <a:pt x="96" y="209"/>
                    <a:pt x="105" y="210"/>
                    <a:pt x="113" y="210"/>
                  </a:cubicBezTo>
                  <a:cubicBezTo>
                    <a:pt x="169" y="210"/>
                    <a:pt x="207" y="164"/>
                    <a:pt x="207" y="121"/>
                  </a:cubicBezTo>
                  <a:cubicBezTo>
                    <a:pt x="223" y="88"/>
                    <a:pt x="207" y="67"/>
                    <a:pt x="190" y="50"/>
                  </a:cubicBezTo>
                  <a:cubicBezTo>
                    <a:pt x="174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4" name="Google Shape;15814;p41"/>
            <p:cNvSpPr/>
            <p:nvPr/>
          </p:nvSpPr>
          <p:spPr>
            <a:xfrm>
              <a:off x="4030800" y="2971975"/>
              <a:ext cx="6100" cy="5400"/>
            </a:xfrm>
            <a:custGeom>
              <a:avLst/>
              <a:gdLst/>
              <a:ahLst/>
              <a:cxnLst/>
              <a:rect l="l" t="t" r="r" b="b"/>
              <a:pathLst>
                <a:path w="244" h="216" extrusionOk="0">
                  <a:moveTo>
                    <a:pt x="116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37" y="38"/>
                    <a:pt x="0" y="91"/>
                    <a:pt x="17" y="141"/>
                  </a:cubicBezTo>
                  <a:cubicBezTo>
                    <a:pt x="47" y="185"/>
                    <a:pt x="86" y="215"/>
                    <a:pt x="129" y="215"/>
                  </a:cubicBezTo>
                  <a:cubicBezTo>
                    <a:pt x="138" y="215"/>
                    <a:pt x="147" y="214"/>
                    <a:pt x="157" y="211"/>
                  </a:cubicBezTo>
                  <a:cubicBezTo>
                    <a:pt x="206" y="178"/>
                    <a:pt x="243" y="124"/>
                    <a:pt x="223" y="75"/>
                  </a:cubicBezTo>
                  <a:cubicBezTo>
                    <a:pt x="209" y="31"/>
                    <a:pt x="162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5" name="Google Shape;15815;p41"/>
            <p:cNvSpPr/>
            <p:nvPr/>
          </p:nvSpPr>
          <p:spPr>
            <a:xfrm>
              <a:off x="4034300" y="3023200"/>
              <a:ext cx="6000" cy="5100"/>
            </a:xfrm>
            <a:custGeom>
              <a:avLst/>
              <a:gdLst/>
              <a:ahLst/>
              <a:cxnLst/>
              <a:rect l="l" t="t" r="r" b="b"/>
              <a:pathLst>
                <a:path w="240" h="204" extrusionOk="0">
                  <a:moveTo>
                    <a:pt x="83" y="1"/>
                  </a:moveTo>
                  <a:cubicBezTo>
                    <a:pt x="33" y="17"/>
                    <a:pt x="0" y="87"/>
                    <a:pt x="17" y="137"/>
                  </a:cubicBezTo>
                  <a:cubicBezTo>
                    <a:pt x="41" y="176"/>
                    <a:pt x="75" y="204"/>
                    <a:pt x="111" y="204"/>
                  </a:cubicBezTo>
                  <a:cubicBezTo>
                    <a:pt x="125" y="204"/>
                    <a:pt x="139" y="200"/>
                    <a:pt x="153" y="190"/>
                  </a:cubicBezTo>
                  <a:cubicBezTo>
                    <a:pt x="169" y="190"/>
                    <a:pt x="186" y="174"/>
                    <a:pt x="206" y="174"/>
                  </a:cubicBezTo>
                  <a:cubicBezTo>
                    <a:pt x="223" y="137"/>
                    <a:pt x="239" y="104"/>
                    <a:pt x="223" y="71"/>
                  </a:cubicBezTo>
                  <a:cubicBezTo>
                    <a:pt x="206" y="17"/>
                    <a:pt x="169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6" name="Google Shape;15816;p41"/>
            <p:cNvSpPr/>
            <p:nvPr/>
          </p:nvSpPr>
          <p:spPr>
            <a:xfrm>
              <a:off x="4042425" y="29790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1" y="0"/>
                  </a:moveTo>
                  <a:cubicBezTo>
                    <a:pt x="67" y="0"/>
                    <a:pt x="1" y="33"/>
                    <a:pt x="1" y="87"/>
                  </a:cubicBezTo>
                  <a:lnTo>
                    <a:pt x="1" y="136"/>
                  </a:lnTo>
                  <a:cubicBezTo>
                    <a:pt x="1" y="153"/>
                    <a:pt x="17" y="153"/>
                    <a:pt x="17" y="169"/>
                  </a:cubicBezTo>
                  <a:cubicBezTo>
                    <a:pt x="34" y="190"/>
                    <a:pt x="50" y="206"/>
                    <a:pt x="88" y="206"/>
                  </a:cubicBezTo>
                  <a:cubicBezTo>
                    <a:pt x="94" y="208"/>
                    <a:pt x="100" y="209"/>
                    <a:pt x="107" y="209"/>
                  </a:cubicBezTo>
                  <a:cubicBezTo>
                    <a:pt x="154" y="209"/>
                    <a:pt x="207" y="163"/>
                    <a:pt x="207" y="120"/>
                  </a:cubicBezTo>
                  <a:cubicBezTo>
                    <a:pt x="207" y="103"/>
                    <a:pt x="207" y="66"/>
                    <a:pt x="191" y="50"/>
                  </a:cubicBezTo>
                  <a:cubicBezTo>
                    <a:pt x="170" y="17"/>
                    <a:pt x="154" y="17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7" name="Google Shape;15817;p41"/>
            <p:cNvSpPr/>
            <p:nvPr/>
          </p:nvSpPr>
          <p:spPr>
            <a:xfrm>
              <a:off x="4031725" y="2957825"/>
              <a:ext cx="6000" cy="5175"/>
            </a:xfrm>
            <a:custGeom>
              <a:avLst/>
              <a:gdLst/>
              <a:ahLst/>
              <a:cxnLst/>
              <a:rect l="l" t="t" r="r" b="b"/>
              <a:pathLst>
                <a:path w="240" h="207" extrusionOk="0">
                  <a:moveTo>
                    <a:pt x="113" y="0"/>
                  </a:moveTo>
                  <a:cubicBezTo>
                    <a:pt x="103" y="0"/>
                    <a:pt x="93" y="2"/>
                    <a:pt x="83" y="6"/>
                  </a:cubicBezTo>
                  <a:cubicBezTo>
                    <a:pt x="33" y="23"/>
                    <a:pt x="0" y="88"/>
                    <a:pt x="17" y="142"/>
                  </a:cubicBezTo>
                  <a:cubicBezTo>
                    <a:pt x="29" y="178"/>
                    <a:pt x="68" y="207"/>
                    <a:pt x="107" y="207"/>
                  </a:cubicBezTo>
                  <a:cubicBezTo>
                    <a:pt x="123" y="207"/>
                    <a:pt x="139" y="202"/>
                    <a:pt x="153" y="192"/>
                  </a:cubicBezTo>
                  <a:cubicBezTo>
                    <a:pt x="206" y="175"/>
                    <a:pt x="239" y="126"/>
                    <a:pt x="223" y="72"/>
                  </a:cubicBezTo>
                  <a:cubicBezTo>
                    <a:pt x="193" y="32"/>
                    <a:pt x="155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8" name="Google Shape;15818;p41"/>
            <p:cNvSpPr/>
            <p:nvPr/>
          </p:nvSpPr>
          <p:spPr>
            <a:xfrm>
              <a:off x="4101300" y="30110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9" y="0"/>
                  </a:moveTo>
                  <a:cubicBezTo>
                    <a:pt x="51" y="0"/>
                    <a:pt x="0" y="47"/>
                    <a:pt x="0" y="90"/>
                  </a:cubicBezTo>
                  <a:lnTo>
                    <a:pt x="0" y="144"/>
                  </a:lnTo>
                  <a:cubicBezTo>
                    <a:pt x="17" y="177"/>
                    <a:pt x="50" y="193"/>
                    <a:pt x="83" y="210"/>
                  </a:cubicBezTo>
                  <a:cubicBezTo>
                    <a:pt x="136" y="210"/>
                    <a:pt x="206" y="177"/>
                    <a:pt x="206" y="123"/>
                  </a:cubicBezTo>
                  <a:cubicBezTo>
                    <a:pt x="206" y="90"/>
                    <a:pt x="206" y="74"/>
                    <a:pt x="186" y="41"/>
                  </a:cubicBezTo>
                  <a:cubicBezTo>
                    <a:pt x="169" y="20"/>
                    <a:pt x="153" y="3"/>
                    <a:pt x="120" y="3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9" name="Google Shape;15819;p41"/>
            <p:cNvSpPr/>
            <p:nvPr/>
          </p:nvSpPr>
          <p:spPr>
            <a:xfrm>
              <a:off x="4024800" y="3014000"/>
              <a:ext cx="5200" cy="4900"/>
            </a:xfrm>
            <a:custGeom>
              <a:avLst/>
              <a:gdLst/>
              <a:ahLst/>
              <a:cxnLst/>
              <a:rect l="l" t="t" r="r" b="b"/>
              <a:pathLst>
                <a:path w="208" h="196" extrusionOk="0">
                  <a:moveTo>
                    <a:pt x="96" y="1"/>
                  </a:moveTo>
                  <a:cubicBezTo>
                    <a:pt x="65" y="1"/>
                    <a:pt x="35" y="14"/>
                    <a:pt x="17" y="43"/>
                  </a:cubicBezTo>
                  <a:cubicBezTo>
                    <a:pt x="1" y="60"/>
                    <a:pt x="1" y="76"/>
                    <a:pt x="1" y="109"/>
                  </a:cubicBezTo>
                  <a:lnTo>
                    <a:pt x="1" y="130"/>
                  </a:lnTo>
                  <a:cubicBezTo>
                    <a:pt x="1" y="146"/>
                    <a:pt x="17" y="163"/>
                    <a:pt x="34" y="179"/>
                  </a:cubicBezTo>
                  <a:cubicBezTo>
                    <a:pt x="50" y="196"/>
                    <a:pt x="88" y="196"/>
                    <a:pt x="104" y="196"/>
                  </a:cubicBezTo>
                  <a:cubicBezTo>
                    <a:pt x="137" y="196"/>
                    <a:pt x="174" y="179"/>
                    <a:pt x="191" y="163"/>
                  </a:cubicBezTo>
                  <a:cubicBezTo>
                    <a:pt x="207" y="146"/>
                    <a:pt x="207" y="109"/>
                    <a:pt x="207" y="93"/>
                  </a:cubicBezTo>
                  <a:cubicBezTo>
                    <a:pt x="207" y="60"/>
                    <a:pt x="191" y="43"/>
                    <a:pt x="174" y="27"/>
                  </a:cubicBezTo>
                  <a:cubicBezTo>
                    <a:pt x="150" y="10"/>
                    <a:pt x="122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0" name="Google Shape;15820;p41"/>
            <p:cNvSpPr/>
            <p:nvPr/>
          </p:nvSpPr>
          <p:spPr>
            <a:xfrm>
              <a:off x="4028625" y="29995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7" y="0"/>
                  </a:moveTo>
                  <a:cubicBezTo>
                    <a:pt x="58" y="0"/>
                    <a:pt x="31" y="27"/>
                    <a:pt x="1" y="54"/>
                  </a:cubicBezTo>
                  <a:lnTo>
                    <a:pt x="1" y="91"/>
                  </a:lnTo>
                  <a:lnTo>
                    <a:pt x="1" y="141"/>
                  </a:lnTo>
                  <a:cubicBezTo>
                    <a:pt x="21" y="157"/>
                    <a:pt x="38" y="174"/>
                    <a:pt x="71" y="194"/>
                  </a:cubicBezTo>
                  <a:cubicBezTo>
                    <a:pt x="71" y="194"/>
                    <a:pt x="87" y="194"/>
                    <a:pt x="87" y="211"/>
                  </a:cubicBezTo>
                  <a:cubicBezTo>
                    <a:pt x="141" y="211"/>
                    <a:pt x="207" y="174"/>
                    <a:pt x="207" y="108"/>
                  </a:cubicBezTo>
                  <a:cubicBezTo>
                    <a:pt x="207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4" y="5"/>
                  </a:cubicBezTo>
                  <a:cubicBezTo>
                    <a:pt x="114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1" name="Google Shape;15821;p41"/>
            <p:cNvSpPr/>
            <p:nvPr/>
          </p:nvSpPr>
          <p:spPr>
            <a:xfrm>
              <a:off x="4028625" y="2984925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28" y="1"/>
                  </a:moveTo>
                  <a:cubicBezTo>
                    <a:pt x="93" y="1"/>
                    <a:pt x="58" y="15"/>
                    <a:pt x="38" y="35"/>
                  </a:cubicBezTo>
                  <a:cubicBezTo>
                    <a:pt x="21" y="72"/>
                    <a:pt x="1" y="89"/>
                    <a:pt x="21" y="122"/>
                  </a:cubicBezTo>
                  <a:lnTo>
                    <a:pt x="21" y="138"/>
                  </a:lnTo>
                  <a:cubicBezTo>
                    <a:pt x="21" y="159"/>
                    <a:pt x="38" y="175"/>
                    <a:pt x="54" y="192"/>
                  </a:cubicBezTo>
                  <a:cubicBezTo>
                    <a:pt x="73" y="204"/>
                    <a:pt x="93" y="210"/>
                    <a:pt x="111" y="210"/>
                  </a:cubicBezTo>
                  <a:cubicBezTo>
                    <a:pt x="142" y="210"/>
                    <a:pt x="170" y="196"/>
                    <a:pt x="190" y="175"/>
                  </a:cubicBezTo>
                  <a:cubicBezTo>
                    <a:pt x="227" y="159"/>
                    <a:pt x="227" y="122"/>
                    <a:pt x="227" y="89"/>
                  </a:cubicBezTo>
                  <a:cubicBezTo>
                    <a:pt x="227" y="72"/>
                    <a:pt x="207" y="35"/>
                    <a:pt x="190" y="19"/>
                  </a:cubicBezTo>
                  <a:cubicBezTo>
                    <a:pt x="171" y="6"/>
                    <a:pt x="149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2" name="Google Shape;15822;p41"/>
            <p:cNvSpPr/>
            <p:nvPr/>
          </p:nvSpPr>
          <p:spPr>
            <a:xfrm>
              <a:off x="4066450" y="29841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71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36"/>
                  </a:cubicBezTo>
                  <a:lnTo>
                    <a:pt x="17" y="153"/>
                  </a:lnTo>
                  <a:cubicBezTo>
                    <a:pt x="34" y="190"/>
                    <a:pt x="71" y="206"/>
                    <a:pt x="87" y="206"/>
                  </a:cubicBezTo>
                  <a:cubicBezTo>
                    <a:pt x="157" y="206"/>
                    <a:pt x="207" y="169"/>
                    <a:pt x="207" y="120"/>
                  </a:cubicBezTo>
                  <a:cubicBezTo>
                    <a:pt x="223" y="87"/>
                    <a:pt x="207" y="66"/>
                    <a:pt x="190" y="33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3" name="Google Shape;15823;p41"/>
            <p:cNvSpPr/>
            <p:nvPr/>
          </p:nvSpPr>
          <p:spPr>
            <a:xfrm>
              <a:off x="4048425" y="29532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54" y="0"/>
                    <a:pt x="0" y="33"/>
                    <a:pt x="0" y="87"/>
                  </a:cubicBezTo>
                  <a:lnTo>
                    <a:pt x="0" y="136"/>
                  </a:lnTo>
                  <a:cubicBezTo>
                    <a:pt x="0" y="153"/>
                    <a:pt x="0" y="153"/>
                    <a:pt x="17" y="169"/>
                  </a:cubicBezTo>
                  <a:cubicBezTo>
                    <a:pt x="33" y="190"/>
                    <a:pt x="54" y="207"/>
                    <a:pt x="87" y="207"/>
                  </a:cubicBezTo>
                  <a:cubicBezTo>
                    <a:pt x="93" y="209"/>
                    <a:pt x="99" y="210"/>
                    <a:pt x="106" y="210"/>
                  </a:cubicBezTo>
                  <a:cubicBezTo>
                    <a:pt x="149" y="210"/>
                    <a:pt x="192" y="163"/>
                    <a:pt x="206" y="120"/>
                  </a:cubicBezTo>
                  <a:cubicBezTo>
                    <a:pt x="206" y="103"/>
                    <a:pt x="206" y="66"/>
                    <a:pt x="190" y="50"/>
                  </a:cubicBezTo>
                  <a:cubicBezTo>
                    <a:pt x="173" y="17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4" name="Google Shape;15824;p41"/>
            <p:cNvSpPr/>
            <p:nvPr/>
          </p:nvSpPr>
          <p:spPr>
            <a:xfrm>
              <a:off x="4072425" y="29579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4" y="0"/>
                  </a:moveTo>
                  <a:cubicBezTo>
                    <a:pt x="71" y="0"/>
                    <a:pt x="1" y="33"/>
                    <a:pt x="1" y="82"/>
                  </a:cubicBezTo>
                  <a:lnTo>
                    <a:pt x="1" y="136"/>
                  </a:lnTo>
                  <a:cubicBezTo>
                    <a:pt x="21" y="153"/>
                    <a:pt x="21" y="153"/>
                    <a:pt x="21" y="169"/>
                  </a:cubicBezTo>
                  <a:cubicBezTo>
                    <a:pt x="38" y="186"/>
                    <a:pt x="54" y="206"/>
                    <a:pt x="87" y="206"/>
                  </a:cubicBezTo>
                  <a:cubicBezTo>
                    <a:pt x="124" y="206"/>
                    <a:pt x="141" y="206"/>
                    <a:pt x="174" y="186"/>
                  </a:cubicBezTo>
                  <a:cubicBezTo>
                    <a:pt x="190" y="169"/>
                    <a:pt x="207" y="153"/>
                    <a:pt x="207" y="120"/>
                  </a:cubicBezTo>
                  <a:cubicBezTo>
                    <a:pt x="207" y="82"/>
                    <a:pt x="207" y="66"/>
                    <a:pt x="190" y="33"/>
                  </a:cubicBezTo>
                  <a:cubicBezTo>
                    <a:pt x="174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5" name="Google Shape;15825;p41"/>
            <p:cNvSpPr/>
            <p:nvPr/>
          </p:nvSpPr>
          <p:spPr>
            <a:xfrm>
              <a:off x="4062125" y="2945900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87" y="1"/>
                  </a:moveTo>
                  <a:cubicBezTo>
                    <a:pt x="71" y="1"/>
                    <a:pt x="38" y="17"/>
                    <a:pt x="21" y="34"/>
                  </a:cubicBezTo>
                  <a:cubicBezTo>
                    <a:pt x="0" y="71"/>
                    <a:pt x="0" y="87"/>
                    <a:pt x="0" y="120"/>
                  </a:cubicBezTo>
                  <a:lnTo>
                    <a:pt x="0" y="137"/>
                  </a:lnTo>
                  <a:cubicBezTo>
                    <a:pt x="21" y="153"/>
                    <a:pt x="21" y="174"/>
                    <a:pt x="38" y="190"/>
                  </a:cubicBezTo>
                  <a:cubicBezTo>
                    <a:pt x="56" y="203"/>
                    <a:pt x="78" y="208"/>
                    <a:pt x="100" y="208"/>
                  </a:cubicBezTo>
                  <a:cubicBezTo>
                    <a:pt x="135" y="208"/>
                    <a:pt x="170" y="194"/>
                    <a:pt x="190" y="174"/>
                  </a:cubicBezTo>
                  <a:cubicBezTo>
                    <a:pt x="207" y="153"/>
                    <a:pt x="207" y="120"/>
                    <a:pt x="207" y="87"/>
                  </a:cubicBezTo>
                  <a:cubicBezTo>
                    <a:pt x="207" y="71"/>
                    <a:pt x="190" y="34"/>
                    <a:pt x="174" y="17"/>
                  </a:cubicBezTo>
                  <a:cubicBezTo>
                    <a:pt x="157" y="1"/>
                    <a:pt x="124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6" name="Google Shape;15826;p41"/>
            <p:cNvSpPr/>
            <p:nvPr/>
          </p:nvSpPr>
          <p:spPr>
            <a:xfrm>
              <a:off x="4069025" y="2971925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8" y="0"/>
                  </a:moveTo>
                  <a:cubicBezTo>
                    <a:pt x="67" y="0"/>
                    <a:pt x="38" y="13"/>
                    <a:pt x="17" y="40"/>
                  </a:cubicBezTo>
                  <a:cubicBezTo>
                    <a:pt x="1" y="60"/>
                    <a:pt x="1" y="93"/>
                    <a:pt x="1" y="110"/>
                  </a:cubicBezTo>
                  <a:lnTo>
                    <a:pt x="1" y="143"/>
                  </a:lnTo>
                  <a:cubicBezTo>
                    <a:pt x="17" y="164"/>
                    <a:pt x="17" y="180"/>
                    <a:pt x="34" y="180"/>
                  </a:cubicBezTo>
                  <a:cubicBezTo>
                    <a:pt x="58" y="195"/>
                    <a:pt x="81" y="203"/>
                    <a:pt x="104" y="203"/>
                  </a:cubicBezTo>
                  <a:cubicBezTo>
                    <a:pt x="133" y="203"/>
                    <a:pt x="161" y="191"/>
                    <a:pt x="190" y="164"/>
                  </a:cubicBezTo>
                  <a:cubicBezTo>
                    <a:pt x="207" y="143"/>
                    <a:pt x="207" y="126"/>
                    <a:pt x="207" y="93"/>
                  </a:cubicBezTo>
                  <a:cubicBezTo>
                    <a:pt x="207" y="60"/>
                    <a:pt x="190" y="40"/>
                    <a:pt x="174" y="23"/>
                  </a:cubicBezTo>
                  <a:cubicBezTo>
                    <a:pt x="150" y="9"/>
                    <a:pt x="123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7" name="Google Shape;15827;p41"/>
            <p:cNvSpPr/>
            <p:nvPr/>
          </p:nvSpPr>
          <p:spPr>
            <a:xfrm>
              <a:off x="4060050" y="295920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21" y="0"/>
                  </a:moveTo>
                  <a:cubicBezTo>
                    <a:pt x="67" y="0"/>
                    <a:pt x="1" y="33"/>
                    <a:pt x="1" y="87"/>
                  </a:cubicBezTo>
                  <a:lnTo>
                    <a:pt x="1" y="137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4" y="190"/>
                    <a:pt x="50" y="207"/>
                    <a:pt x="83" y="207"/>
                  </a:cubicBezTo>
                  <a:cubicBezTo>
                    <a:pt x="94" y="211"/>
                    <a:pt x="103" y="213"/>
                    <a:pt x="112" y="213"/>
                  </a:cubicBezTo>
                  <a:cubicBezTo>
                    <a:pt x="132" y="213"/>
                    <a:pt x="147" y="202"/>
                    <a:pt x="170" y="190"/>
                  </a:cubicBezTo>
                  <a:cubicBezTo>
                    <a:pt x="187" y="174"/>
                    <a:pt x="207" y="157"/>
                    <a:pt x="207" y="120"/>
                  </a:cubicBezTo>
                  <a:cubicBezTo>
                    <a:pt x="224" y="71"/>
                    <a:pt x="170" y="17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8" name="Google Shape;15828;p41"/>
            <p:cNvSpPr/>
            <p:nvPr/>
          </p:nvSpPr>
          <p:spPr>
            <a:xfrm>
              <a:off x="4075925" y="30077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67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20"/>
                  </a:cubicBezTo>
                  <a:lnTo>
                    <a:pt x="17" y="136"/>
                  </a:lnTo>
                  <a:cubicBezTo>
                    <a:pt x="17" y="153"/>
                    <a:pt x="17" y="153"/>
                    <a:pt x="34" y="174"/>
                  </a:cubicBezTo>
                  <a:cubicBezTo>
                    <a:pt x="50" y="190"/>
                    <a:pt x="67" y="207"/>
                    <a:pt x="104" y="207"/>
                  </a:cubicBezTo>
                  <a:cubicBezTo>
                    <a:pt x="120" y="207"/>
                    <a:pt x="153" y="207"/>
                    <a:pt x="170" y="190"/>
                  </a:cubicBezTo>
                  <a:cubicBezTo>
                    <a:pt x="191" y="174"/>
                    <a:pt x="207" y="153"/>
                    <a:pt x="224" y="120"/>
                  </a:cubicBezTo>
                  <a:cubicBezTo>
                    <a:pt x="224" y="103"/>
                    <a:pt x="207" y="70"/>
                    <a:pt x="207" y="50"/>
                  </a:cubicBezTo>
                  <a:cubicBezTo>
                    <a:pt x="191" y="33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9" name="Google Shape;15829;p41"/>
            <p:cNvSpPr/>
            <p:nvPr/>
          </p:nvSpPr>
          <p:spPr>
            <a:xfrm>
              <a:off x="4053150" y="29856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7" y="0"/>
                  </a:moveTo>
                  <a:cubicBezTo>
                    <a:pt x="113" y="0"/>
                    <a:pt x="100" y="2"/>
                    <a:pt x="87" y="6"/>
                  </a:cubicBezTo>
                  <a:cubicBezTo>
                    <a:pt x="34" y="27"/>
                    <a:pt x="1" y="93"/>
                    <a:pt x="34" y="146"/>
                  </a:cubicBezTo>
                  <a:cubicBezTo>
                    <a:pt x="46" y="183"/>
                    <a:pt x="79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23" y="179"/>
                    <a:pt x="240" y="130"/>
                    <a:pt x="223" y="60"/>
                  </a:cubicBez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0" name="Google Shape;15830;p41"/>
            <p:cNvSpPr/>
            <p:nvPr/>
          </p:nvSpPr>
          <p:spPr>
            <a:xfrm>
              <a:off x="4055725" y="29720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4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cubicBezTo>
                    <a:pt x="17" y="158"/>
                    <a:pt x="17" y="158"/>
                    <a:pt x="34" y="174"/>
                  </a:cubicBezTo>
                  <a:cubicBezTo>
                    <a:pt x="50" y="191"/>
                    <a:pt x="71" y="207"/>
                    <a:pt x="104" y="207"/>
                  </a:cubicBezTo>
                  <a:cubicBezTo>
                    <a:pt x="111" y="209"/>
                    <a:pt x="117" y="210"/>
                    <a:pt x="124" y="210"/>
                  </a:cubicBezTo>
                  <a:cubicBezTo>
                    <a:pt x="167" y="210"/>
                    <a:pt x="209" y="167"/>
                    <a:pt x="223" y="120"/>
                  </a:cubicBezTo>
                  <a:cubicBezTo>
                    <a:pt x="223" y="104"/>
                    <a:pt x="207" y="71"/>
                    <a:pt x="190" y="54"/>
                  </a:cubicBezTo>
                  <a:cubicBezTo>
                    <a:pt x="174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1" name="Google Shape;15831;p41"/>
            <p:cNvSpPr/>
            <p:nvPr/>
          </p:nvSpPr>
          <p:spPr>
            <a:xfrm>
              <a:off x="4043675" y="2965075"/>
              <a:ext cx="5600" cy="5425"/>
            </a:xfrm>
            <a:custGeom>
              <a:avLst/>
              <a:gdLst/>
              <a:ahLst/>
              <a:cxnLst/>
              <a:rect l="l" t="t" r="r" b="b"/>
              <a:pathLst>
                <a:path w="224" h="217" extrusionOk="0">
                  <a:moveTo>
                    <a:pt x="96" y="1"/>
                  </a:moveTo>
                  <a:cubicBezTo>
                    <a:pt x="87" y="1"/>
                    <a:pt x="79" y="2"/>
                    <a:pt x="71" y="5"/>
                  </a:cubicBezTo>
                  <a:cubicBezTo>
                    <a:pt x="17" y="42"/>
                    <a:pt x="0" y="91"/>
                    <a:pt x="17" y="145"/>
                  </a:cubicBezTo>
                  <a:cubicBezTo>
                    <a:pt x="34" y="185"/>
                    <a:pt x="80" y="217"/>
                    <a:pt x="125" y="217"/>
                  </a:cubicBezTo>
                  <a:cubicBezTo>
                    <a:pt x="136" y="217"/>
                    <a:pt x="147" y="215"/>
                    <a:pt x="157" y="211"/>
                  </a:cubicBezTo>
                  <a:cubicBezTo>
                    <a:pt x="207" y="178"/>
                    <a:pt x="223" y="128"/>
                    <a:pt x="207" y="75"/>
                  </a:cubicBezTo>
                  <a:cubicBezTo>
                    <a:pt x="193" y="33"/>
                    <a:pt x="142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2" name="Google Shape;15832;p41"/>
            <p:cNvSpPr/>
            <p:nvPr/>
          </p:nvSpPr>
          <p:spPr>
            <a:xfrm>
              <a:off x="4029150" y="308072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03" y="0"/>
                  </a:moveTo>
                  <a:cubicBezTo>
                    <a:pt x="66" y="0"/>
                    <a:pt x="50" y="17"/>
                    <a:pt x="33" y="37"/>
                  </a:cubicBezTo>
                  <a:cubicBezTo>
                    <a:pt x="17" y="54"/>
                    <a:pt x="0" y="87"/>
                    <a:pt x="17" y="103"/>
                  </a:cubicBezTo>
                  <a:lnTo>
                    <a:pt x="17" y="141"/>
                  </a:lnTo>
                  <a:cubicBezTo>
                    <a:pt x="17" y="157"/>
                    <a:pt x="33" y="174"/>
                    <a:pt x="50" y="174"/>
                  </a:cubicBezTo>
                  <a:cubicBezTo>
                    <a:pt x="74" y="188"/>
                    <a:pt x="97" y="197"/>
                    <a:pt x="118" y="197"/>
                  </a:cubicBezTo>
                  <a:cubicBezTo>
                    <a:pt x="144" y="197"/>
                    <a:pt x="167" y="184"/>
                    <a:pt x="186" y="157"/>
                  </a:cubicBezTo>
                  <a:cubicBezTo>
                    <a:pt x="239" y="120"/>
                    <a:pt x="223" y="54"/>
                    <a:pt x="186" y="17"/>
                  </a:cubicBezTo>
                  <a:cubicBezTo>
                    <a:pt x="153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3" name="Google Shape;15833;p41"/>
            <p:cNvSpPr/>
            <p:nvPr/>
          </p:nvSpPr>
          <p:spPr>
            <a:xfrm>
              <a:off x="4031200" y="3050500"/>
              <a:ext cx="5700" cy="5400"/>
            </a:xfrm>
            <a:custGeom>
              <a:avLst/>
              <a:gdLst/>
              <a:ahLst/>
              <a:cxnLst/>
              <a:rect l="l" t="t" r="r" b="b"/>
              <a:pathLst>
                <a:path w="228" h="216" extrusionOk="0">
                  <a:moveTo>
                    <a:pt x="113" y="0"/>
                  </a:moveTo>
                  <a:cubicBezTo>
                    <a:pt x="85" y="0"/>
                    <a:pt x="56" y="13"/>
                    <a:pt x="38" y="43"/>
                  </a:cubicBezTo>
                  <a:cubicBezTo>
                    <a:pt x="21" y="59"/>
                    <a:pt x="1" y="92"/>
                    <a:pt x="1" y="113"/>
                  </a:cubicBezTo>
                  <a:cubicBezTo>
                    <a:pt x="21" y="129"/>
                    <a:pt x="21" y="129"/>
                    <a:pt x="21" y="146"/>
                  </a:cubicBezTo>
                  <a:cubicBezTo>
                    <a:pt x="21" y="162"/>
                    <a:pt x="38" y="179"/>
                    <a:pt x="54" y="179"/>
                  </a:cubicBezTo>
                  <a:cubicBezTo>
                    <a:pt x="71" y="195"/>
                    <a:pt x="104" y="216"/>
                    <a:pt x="124" y="216"/>
                  </a:cubicBezTo>
                  <a:cubicBezTo>
                    <a:pt x="157" y="195"/>
                    <a:pt x="174" y="195"/>
                    <a:pt x="190" y="162"/>
                  </a:cubicBezTo>
                  <a:cubicBezTo>
                    <a:pt x="207" y="146"/>
                    <a:pt x="227" y="129"/>
                    <a:pt x="227" y="92"/>
                  </a:cubicBezTo>
                  <a:cubicBezTo>
                    <a:pt x="207" y="59"/>
                    <a:pt x="207" y="43"/>
                    <a:pt x="174" y="26"/>
                  </a:cubicBezTo>
                  <a:cubicBezTo>
                    <a:pt x="159" y="9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4" name="Google Shape;15834;p41"/>
            <p:cNvSpPr/>
            <p:nvPr/>
          </p:nvSpPr>
          <p:spPr>
            <a:xfrm>
              <a:off x="4035950" y="311297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87" y="1"/>
                  </a:moveTo>
                  <a:cubicBezTo>
                    <a:pt x="70" y="1"/>
                    <a:pt x="37" y="17"/>
                    <a:pt x="17" y="34"/>
                  </a:cubicBezTo>
                  <a:cubicBezTo>
                    <a:pt x="0" y="50"/>
                    <a:pt x="0" y="87"/>
                    <a:pt x="0" y="120"/>
                  </a:cubicBezTo>
                  <a:lnTo>
                    <a:pt x="0" y="137"/>
                  </a:lnTo>
                  <a:cubicBezTo>
                    <a:pt x="17" y="153"/>
                    <a:pt x="17" y="170"/>
                    <a:pt x="37" y="191"/>
                  </a:cubicBezTo>
                  <a:cubicBezTo>
                    <a:pt x="56" y="203"/>
                    <a:pt x="77" y="208"/>
                    <a:pt x="99" y="208"/>
                  </a:cubicBezTo>
                  <a:cubicBezTo>
                    <a:pt x="134" y="208"/>
                    <a:pt x="169" y="193"/>
                    <a:pt x="190" y="170"/>
                  </a:cubicBezTo>
                  <a:cubicBezTo>
                    <a:pt x="206" y="137"/>
                    <a:pt x="206" y="120"/>
                    <a:pt x="206" y="87"/>
                  </a:cubicBezTo>
                  <a:cubicBezTo>
                    <a:pt x="206" y="67"/>
                    <a:pt x="190" y="34"/>
                    <a:pt x="173" y="17"/>
                  </a:cubicBezTo>
                  <a:cubicBezTo>
                    <a:pt x="140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5" name="Google Shape;15835;p41"/>
            <p:cNvSpPr/>
            <p:nvPr/>
          </p:nvSpPr>
          <p:spPr>
            <a:xfrm>
              <a:off x="4029150" y="3064750"/>
              <a:ext cx="5575" cy="5025"/>
            </a:xfrm>
            <a:custGeom>
              <a:avLst/>
              <a:gdLst/>
              <a:ahLst/>
              <a:cxnLst/>
              <a:rect l="l" t="t" r="r" b="b"/>
              <a:pathLst>
                <a:path w="223" h="201" extrusionOk="0">
                  <a:moveTo>
                    <a:pt x="93" y="0"/>
                  </a:moveTo>
                  <a:cubicBezTo>
                    <a:pt x="50" y="0"/>
                    <a:pt x="14" y="33"/>
                    <a:pt x="0" y="91"/>
                  </a:cubicBezTo>
                  <a:cubicBezTo>
                    <a:pt x="0" y="108"/>
                    <a:pt x="0" y="124"/>
                    <a:pt x="17" y="141"/>
                  </a:cubicBezTo>
                  <a:lnTo>
                    <a:pt x="17" y="161"/>
                  </a:lnTo>
                  <a:cubicBezTo>
                    <a:pt x="33" y="178"/>
                    <a:pt x="66" y="194"/>
                    <a:pt x="83" y="194"/>
                  </a:cubicBezTo>
                  <a:cubicBezTo>
                    <a:pt x="93" y="199"/>
                    <a:pt x="104" y="201"/>
                    <a:pt x="114" y="201"/>
                  </a:cubicBezTo>
                  <a:cubicBezTo>
                    <a:pt x="138" y="201"/>
                    <a:pt x="158" y="189"/>
                    <a:pt x="169" y="178"/>
                  </a:cubicBezTo>
                  <a:cubicBezTo>
                    <a:pt x="186" y="161"/>
                    <a:pt x="206" y="141"/>
                    <a:pt x="206" y="108"/>
                  </a:cubicBezTo>
                  <a:cubicBezTo>
                    <a:pt x="223" y="91"/>
                    <a:pt x="206" y="58"/>
                    <a:pt x="186" y="37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1" y="2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6" name="Google Shape;15836;p41"/>
            <p:cNvSpPr/>
            <p:nvPr/>
          </p:nvSpPr>
          <p:spPr>
            <a:xfrm>
              <a:off x="4033375" y="30365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40" y="1"/>
                  </a:moveTo>
                  <a:cubicBezTo>
                    <a:pt x="103" y="1"/>
                    <a:pt x="70" y="1"/>
                    <a:pt x="54" y="17"/>
                  </a:cubicBezTo>
                  <a:cubicBezTo>
                    <a:pt x="37" y="34"/>
                    <a:pt x="17" y="71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17" y="157"/>
                    <a:pt x="17" y="157"/>
                    <a:pt x="37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0" y="209"/>
                    <a:pt x="117" y="210"/>
                    <a:pt x="124" y="210"/>
                  </a:cubicBezTo>
                  <a:cubicBezTo>
                    <a:pt x="169" y="210"/>
                    <a:pt x="209" y="167"/>
                    <a:pt x="223" y="120"/>
                  </a:cubicBezTo>
                  <a:cubicBezTo>
                    <a:pt x="223" y="104"/>
                    <a:pt x="223" y="71"/>
                    <a:pt x="206" y="54"/>
                  </a:cubicBezTo>
                  <a:cubicBezTo>
                    <a:pt x="190" y="17"/>
                    <a:pt x="157" y="17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7" name="Google Shape;15837;p41"/>
            <p:cNvSpPr/>
            <p:nvPr/>
          </p:nvSpPr>
          <p:spPr>
            <a:xfrm>
              <a:off x="4043250" y="305795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1" y="0"/>
                  </a:moveTo>
                  <a:cubicBezTo>
                    <a:pt x="55" y="0"/>
                    <a:pt x="1" y="37"/>
                    <a:pt x="1" y="87"/>
                  </a:cubicBezTo>
                  <a:lnTo>
                    <a:pt x="1" y="140"/>
                  </a:lnTo>
                  <a:cubicBezTo>
                    <a:pt x="1" y="157"/>
                    <a:pt x="17" y="157"/>
                    <a:pt x="17" y="173"/>
                  </a:cubicBezTo>
                  <a:cubicBezTo>
                    <a:pt x="34" y="190"/>
                    <a:pt x="55" y="206"/>
                    <a:pt x="88" y="206"/>
                  </a:cubicBezTo>
                  <a:cubicBezTo>
                    <a:pt x="137" y="206"/>
                    <a:pt x="191" y="173"/>
                    <a:pt x="207" y="124"/>
                  </a:cubicBezTo>
                  <a:cubicBezTo>
                    <a:pt x="207" y="87"/>
                    <a:pt x="207" y="70"/>
                    <a:pt x="191" y="54"/>
                  </a:cubicBezTo>
                  <a:cubicBezTo>
                    <a:pt x="174" y="21"/>
                    <a:pt x="137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8" name="Google Shape;15838;p41"/>
            <p:cNvSpPr/>
            <p:nvPr/>
          </p:nvSpPr>
          <p:spPr>
            <a:xfrm>
              <a:off x="4041500" y="3072000"/>
              <a:ext cx="5700" cy="5350"/>
            </a:xfrm>
            <a:custGeom>
              <a:avLst/>
              <a:gdLst/>
              <a:ahLst/>
              <a:cxnLst/>
              <a:rect l="l" t="t" r="r" b="b"/>
              <a:pathLst>
                <a:path w="228" h="214" extrusionOk="0">
                  <a:moveTo>
                    <a:pt x="104" y="0"/>
                  </a:moveTo>
                  <a:cubicBezTo>
                    <a:pt x="86" y="0"/>
                    <a:pt x="66" y="12"/>
                    <a:pt x="54" y="24"/>
                  </a:cubicBezTo>
                  <a:cubicBezTo>
                    <a:pt x="21" y="40"/>
                    <a:pt x="1" y="57"/>
                    <a:pt x="1" y="94"/>
                  </a:cubicBezTo>
                  <a:cubicBezTo>
                    <a:pt x="1" y="110"/>
                    <a:pt x="1" y="127"/>
                    <a:pt x="21" y="143"/>
                  </a:cubicBezTo>
                  <a:lnTo>
                    <a:pt x="21" y="160"/>
                  </a:lnTo>
                  <a:cubicBezTo>
                    <a:pt x="38" y="180"/>
                    <a:pt x="71" y="197"/>
                    <a:pt x="87" y="213"/>
                  </a:cubicBezTo>
                  <a:cubicBezTo>
                    <a:pt x="158" y="213"/>
                    <a:pt x="207" y="180"/>
                    <a:pt x="207" y="127"/>
                  </a:cubicBezTo>
                  <a:cubicBezTo>
                    <a:pt x="228" y="94"/>
                    <a:pt x="207" y="57"/>
                    <a:pt x="191" y="40"/>
                  </a:cubicBezTo>
                  <a:cubicBezTo>
                    <a:pt x="174" y="24"/>
                    <a:pt x="158" y="7"/>
                    <a:pt x="125" y="7"/>
                  </a:cubicBezTo>
                  <a:cubicBezTo>
                    <a:pt x="119" y="2"/>
                    <a:pt x="111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9" name="Google Shape;15839;p41"/>
            <p:cNvSpPr/>
            <p:nvPr/>
          </p:nvSpPr>
          <p:spPr>
            <a:xfrm>
              <a:off x="4039450" y="30883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0" y="1"/>
                  </a:moveTo>
                  <a:cubicBezTo>
                    <a:pt x="54" y="1"/>
                    <a:pt x="15" y="47"/>
                    <a:pt x="0" y="90"/>
                  </a:cubicBezTo>
                  <a:lnTo>
                    <a:pt x="0" y="144"/>
                  </a:lnTo>
                  <a:lnTo>
                    <a:pt x="17" y="160"/>
                  </a:lnTo>
                  <a:cubicBezTo>
                    <a:pt x="33" y="193"/>
                    <a:pt x="66" y="210"/>
                    <a:pt x="83" y="210"/>
                  </a:cubicBezTo>
                  <a:cubicBezTo>
                    <a:pt x="120" y="210"/>
                    <a:pt x="136" y="210"/>
                    <a:pt x="169" y="193"/>
                  </a:cubicBezTo>
                  <a:cubicBezTo>
                    <a:pt x="186" y="177"/>
                    <a:pt x="207" y="144"/>
                    <a:pt x="207" y="123"/>
                  </a:cubicBezTo>
                  <a:cubicBezTo>
                    <a:pt x="207" y="90"/>
                    <a:pt x="207" y="74"/>
                    <a:pt x="186" y="41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3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0" name="Google Shape;15840;p41"/>
            <p:cNvSpPr/>
            <p:nvPr/>
          </p:nvSpPr>
          <p:spPr>
            <a:xfrm>
              <a:off x="4035950" y="30997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31" y="0"/>
                  </a:moveTo>
                  <a:cubicBezTo>
                    <a:pt x="117" y="0"/>
                    <a:pt x="102" y="5"/>
                    <a:pt x="87" y="15"/>
                  </a:cubicBezTo>
                  <a:cubicBezTo>
                    <a:pt x="37" y="32"/>
                    <a:pt x="0" y="81"/>
                    <a:pt x="17" y="135"/>
                  </a:cubicBezTo>
                  <a:cubicBezTo>
                    <a:pt x="37" y="152"/>
                    <a:pt x="37" y="168"/>
                    <a:pt x="54" y="185"/>
                  </a:cubicBezTo>
                  <a:cubicBezTo>
                    <a:pt x="77" y="199"/>
                    <a:pt x="101" y="212"/>
                    <a:pt x="126" y="212"/>
                  </a:cubicBezTo>
                  <a:cubicBezTo>
                    <a:pt x="136" y="212"/>
                    <a:pt x="146" y="210"/>
                    <a:pt x="157" y="205"/>
                  </a:cubicBezTo>
                  <a:cubicBezTo>
                    <a:pt x="190" y="185"/>
                    <a:pt x="223" y="152"/>
                    <a:pt x="223" y="119"/>
                  </a:cubicBezTo>
                  <a:lnTo>
                    <a:pt x="223" y="65"/>
                  </a:lnTo>
                  <a:cubicBezTo>
                    <a:pt x="199" y="30"/>
                    <a:pt x="167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1" name="Google Shape;15841;p41"/>
            <p:cNvSpPr/>
            <p:nvPr/>
          </p:nvSpPr>
          <p:spPr>
            <a:xfrm>
              <a:off x="4089225" y="30009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9" y="0"/>
                  </a:moveTo>
                  <a:cubicBezTo>
                    <a:pt x="115" y="0"/>
                    <a:pt x="101" y="5"/>
                    <a:pt x="87" y="14"/>
                  </a:cubicBezTo>
                  <a:cubicBezTo>
                    <a:pt x="17" y="34"/>
                    <a:pt x="1" y="84"/>
                    <a:pt x="17" y="137"/>
                  </a:cubicBezTo>
                  <a:cubicBezTo>
                    <a:pt x="17" y="154"/>
                    <a:pt x="34" y="170"/>
                    <a:pt x="50" y="187"/>
                  </a:cubicBezTo>
                  <a:cubicBezTo>
                    <a:pt x="65" y="198"/>
                    <a:pt x="94" y="210"/>
                    <a:pt x="121" y="210"/>
                  </a:cubicBezTo>
                  <a:cubicBezTo>
                    <a:pt x="133" y="210"/>
                    <a:pt x="144" y="208"/>
                    <a:pt x="153" y="203"/>
                  </a:cubicBezTo>
                  <a:cubicBezTo>
                    <a:pt x="190" y="187"/>
                    <a:pt x="223" y="154"/>
                    <a:pt x="223" y="117"/>
                  </a:cubicBezTo>
                  <a:lnTo>
                    <a:pt x="223" y="67"/>
                  </a:lnTo>
                  <a:cubicBezTo>
                    <a:pt x="200" y="28"/>
                    <a:pt x="165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2" name="Google Shape;15842;p41"/>
            <p:cNvSpPr/>
            <p:nvPr/>
          </p:nvSpPr>
          <p:spPr>
            <a:xfrm>
              <a:off x="4096150" y="295920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36" y="0"/>
                  </a:moveTo>
                  <a:cubicBezTo>
                    <a:pt x="66" y="0"/>
                    <a:pt x="17" y="33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17" y="157"/>
                    <a:pt x="17" y="157"/>
                    <a:pt x="33" y="174"/>
                  </a:cubicBezTo>
                  <a:cubicBezTo>
                    <a:pt x="49" y="190"/>
                    <a:pt x="66" y="207"/>
                    <a:pt x="103" y="207"/>
                  </a:cubicBezTo>
                  <a:cubicBezTo>
                    <a:pt x="153" y="207"/>
                    <a:pt x="206" y="174"/>
                    <a:pt x="223" y="120"/>
                  </a:cubicBezTo>
                  <a:cubicBezTo>
                    <a:pt x="223" y="87"/>
                    <a:pt x="223" y="71"/>
                    <a:pt x="206" y="33"/>
                  </a:cubicBezTo>
                  <a:cubicBezTo>
                    <a:pt x="186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3" name="Google Shape;15843;p41"/>
            <p:cNvSpPr/>
            <p:nvPr/>
          </p:nvSpPr>
          <p:spPr>
            <a:xfrm>
              <a:off x="4094800" y="2973200"/>
              <a:ext cx="5175" cy="5400"/>
            </a:xfrm>
            <a:custGeom>
              <a:avLst/>
              <a:gdLst/>
              <a:ahLst/>
              <a:cxnLst/>
              <a:rect l="l" t="t" r="r" b="b"/>
              <a:pathLst>
                <a:path w="207" h="216" extrusionOk="0">
                  <a:moveTo>
                    <a:pt x="94" y="1"/>
                  </a:moveTo>
                  <a:cubicBezTo>
                    <a:pt x="75" y="1"/>
                    <a:pt x="59" y="14"/>
                    <a:pt x="33" y="26"/>
                  </a:cubicBezTo>
                  <a:cubicBezTo>
                    <a:pt x="17" y="42"/>
                    <a:pt x="0" y="59"/>
                    <a:pt x="0" y="92"/>
                  </a:cubicBezTo>
                  <a:lnTo>
                    <a:pt x="0" y="146"/>
                  </a:lnTo>
                  <a:cubicBezTo>
                    <a:pt x="17" y="146"/>
                    <a:pt x="17" y="162"/>
                    <a:pt x="17" y="162"/>
                  </a:cubicBezTo>
                  <a:cubicBezTo>
                    <a:pt x="33" y="178"/>
                    <a:pt x="71" y="195"/>
                    <a:pt x="87" y="216"/>
                  </a:cubicBezTo>
                  <a:cubicBezTo>
                    <a:pt x="136" y="216"/>
                    <a:pt x="207" y="178"/>
                    <a:pt x="207" y="113"/>
                  </a:cubicBezTo>
                  <a:cubicBezTo>
                    <a:pt x="207" y="92"/>
                    <a:pt x="207" y="59"/>
                    <a:pt x="190" y="42"/>
                  </a:cubicBezTo>
                  <a:cubicBezTo>
                    <a:pt x="174" y="26"/>
                    <a:pt x="157" y="9"/>
                    <a:pt x="120" y="9"/>
                  </a:cubicBezTo>
                  <a:cubicBezTo>
                    <a:pt x="110" y="3"/>
                    <a:pt x="102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4" name="Google Shape;15844;p41"/>
            <p:cNvSpPr/>
            <p:nvPr/>
          </p:nvSpPr>
          <p:spPr>
            <a:xfrm>
              <a:off x="4097775" y="2943325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1" y="1"/>
                  </a:moveTo>
                  <a:cubicBezTo>
                    <a:pt x="88" y="1"/>
                    <a:pt x="55" y="1"/>
                    <a:pt x="38" y="34"/>
                  </a:cubicBezTo>
                  <a:cubicBezTo>
                    <a:pt x="17" y="34"/>
                    <a:pt x="1" y="71"/>
                    <a:pt x="1" y="87"/>
                  </a:cubicBezTo>
                  <a:lnTo>
                    <a:pt x="1" y="137"/>
                  </a:lnTo>
                  <a:cubicBezTo>
                    <a:pt x="17" y="174"/>
                    <a:pt x="55" y="190"/>
                    <a:pt x="88" y="207"/>
                  </a:cubicBezTo>
                  <a:lnTo>
                    <a:pt x="104" y="207"/>
                  </a:lnTo>
                  <a:cubicBezTo>
                    <a:pt x="158" y="207"/>
                    <a:pt x="207" y="174"/>
                    <a:pt x="207" y="120"/>
                  </a:cubicBezTo>
                  <a:cubicBezTo>
                    <a:pt x="207" y="87"/>
                    <a:pt x="207" y="71"/>
                    <a:pt x="191" y="34"/>
                  </a:cubicBezTo>
                  <a:cubicBezTo>
                    <a:pt x="174" y="17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5" name="Google Shape;15845;p41"/>
            <p:cNvSpPr/>
            <p:nvPr/>
          </p:nvSpPr>
          <p:spPr>
            <a:xfrm>
              <a:off x="4075000" y="3021450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25" y="1"/>
                  </a:moveTo>
                  <a:cubicBezTo>
                    <a:pt x="71" y="1"/>
                    <a:pt x="21" y="38"/>
                    <a:pt x="1" y="87"/>
                  </a:cubicBezTo>
                  <a:cubicBezTo>
                    <a:pt x="1" y="104"/>
                    <a:pt x="1" y="120"/>
                    <a:pt x="21" y="141"/>
                  </a:cubicBezTo>
                  <a:lnTo>
                    <a:pt x="21" y="174"/>
                  </a:lnTo>
                  <a:cubicBezTo>
                    <a:pt x="38" y="190"/>
                    <a:pt x="71" y="207"/>
                    <a:pt x="87" y="207"/>
                  </a:cubicBezTo>
                  <a:cubicBezTo>
                    <a:pt x="97" y="209"/>
                    <a:pt x="106" y="210"/>
                    <a:pt x="114" y="210"/>
                  </a:cubicBezTo>
                  <a:cubicBezTo>
                    <a:pt x="170" y="210"/>
                    <a:pt x="207" y="167"/>
                    <a:pt x="207" y="120"/>
                  </a:cubicBezTo>
                  <a:cubicBezTo>
                    <a:pt x="228" y="87"/>
                    <a:pt x="207" y="71"/>
                    <a:pt x="190" y="54"/>
                  </a:cubicBezTo>
                  <a:cubicBezTo>
                    <a:pt x="174" y="17"/>
                    <a:pt x="157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6" name="Google Shape;15846;p41"/>
            <p:cNvSpPr/>
            <p:nvPr/>
          </p:nvSpPr>
          <p:spPr>
            <a:xfrm>
              <a:off x="4092625" y="29896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0" y="1"/>
                  </a:moveTo>
                  <a:cubicBezTo>
                    <a:pt x="57" y="1"/>
                    <a:pt x="15" y="44"/>
                    <a:pt x="1" y="90"/>
                  </a:cubicBezTo>
                  <a:lnTo>
                    <a:pt x="1" y="140"/>
                  </a:lnTo>
                  <a:lnTo>
                    <a:pt x="17" y="156"/>
                  </a:lnTo>
                  <a:cubicBezTo>
                    <a:pt x="38" y="194"/>
                    <a:pt x="54" y="210"/>
                    <a:pt x="87" y="210"/>
                  </a:cubicBezTo>
                  <a:cubicBezTo>
                    <a:pt x="120" y="210"/>
                    <a:pt x="141" y="210"/>
                    <a:pt x="174" y="194"/>
                  </a:cubicBezTo>
                  <a:cubicBezTo>
                    <a:pt x="190" y="177"/>
                    <a:pt x="207" y="140"/>
                    <a:pt x="207" y="123"/>
                  </a:cubicBezTo>
                  <a:cubicBezTo>
                    <a:pt x="207" y="90"/>
                    <a:pt x="207" y="74"/>
                    <a:pt x="190" y="37"/>
                  </a:cubicBezTo>
                  <a:cubicBezTo>
                    <a:pt x="174" y="20"/>
                    <a:pt x="158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7" name="Google Shape;15847;p41"/>
            <p:cNvSpPr/>
            <p:nvPr/>
          </p:nvSpPr>
          <p:spPr>
            <a:xfrm>
              <a:off x="4015750" y="3070700"/>
              <a:ext cx="5175" cy="5050"/>
            </a:xfrm>
            <a:custGeom>
              <a:avLst/>
              <a:gdLst/>
              <a:ahLst/>
              <a:cxnLst/>
              <a:rect l="l" t="t" r="r" b="b"/>
              <a:pathLst>
                <a:path w="207" h="202" extrusionOk="0">
                  <a:moveTo>
                    <a:pt x="99" y="0"/>
                  </a:moveTo>
                  <a:cubicBezTo>
                    <a:pt x="68" y="0"/>
                    <a:pt x="39" y="13"/>
                    <a:pt x="21" y="43"/>
                  </a:cubicBezTo>
                  <a:cubicBezTo>
                    <a:pt x="0" y="59"/>
                    <a:pt x="0" y="92"/>
                    <a:pt x="0" y="109"/>
                  </a:cubicBezTo>
                  <a:lnTo>
                    <a:pt x="0" y="146"/>
                  </a:lnTo>
                  <a:cubicBezTo>
                    <a:pt x="21" y="162"/>
                    <a:pt x="21" y="179"/>
                    <a:pt x="37" y="179"/>
                  </a:cubicBezTo>
                  <a:cubicBezTo>
                    <a:pt x="59" y="194"/>
                    <a:pt x="86" y="202"/>
                    <a:pt x="111" y="202"/>
                  </a:cubicBezTo>
                  <a:cubicBezTo>
                    <a:pt x="142" y="202"/>
                    <a:pt x="172" y="190"/>
                    <a:pt x="190" y="162"/>
                  </a:cubicBezTo>
                  <a:cubicBezTo>
                    <a:pt x="206" y="146"/>
                    <a:pt x="206" y="129"/>
                    <a:pt x="206" y="92"/>
                  </a:cubicBezTo>
                  <a:cubicBezTo>
                    <a:pt x="206" y="59"/>
                    <a:pt x="190" y="43"/>
                    <a:pt x="173" y="26"/>
                  </a:cubicBezTo>
                  <a:cubicBezTo>
                    <a:pt x="151" y="9"/>
                    <a:pt x="124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8" name="Google Shape;15848;p41"/>
            <p:cNvSpPr/>
            <p:nvPr/>
          </p:nvSpPr>
          <p:spPr>
            <a:xfrm>
              <a:off x="4019250" y="30567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66" y="1"/>
                    <a:pt x="17" y="34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3" y="190"/>
                    <a:pt x="66" y="207"/>
                    <a:pt x="87" y="207"/>
                  </a:cubicBezTo>
                  <a:cubicBezTo>
                    <a:pt x="120" y="207"/>
                    <a:pt x="136" y="207"/>
                    <a:pt x="169" y="190"/>
                  </a:cubicBezTo>
                  <a:cubicBezTo>
                    <a:pt x="190" y="174"/>
                    <a:pt x="206" y="153"/>
                    <a:pt x="206" y="120"/>
                  </a:cubicBezTo>
                  <a:cubicBezTo>
                    <a:pt x="206" y="87"/>
                    <a:pt x="206" y="71"/>
                    <a:pt x="190" y="34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9" name="Google Shape;15849;p41"/>
            <p:cNvSpPr/>
            <p:nvPr/>
          </p:nvSpPr>
          <p:spPr>
            <a:xfrm>
              <a:off x="4046675" y="3030375"/>
              <a:ext cx="5675" cy="5075"/>
            </a:xfrm>
            <a:custGeom>
              <a:avLst/>
              <a:gdLst/>
              <a:ahLst/>
              <a:cxnLst/>
              <a:rect l="l" t="t" r="r" b="b"/>
              <a:pathLst>
                <a:path w="227" h="203" extrusionOk="0">
                  <a:moveTo>
                    <a:pt x="113" y="0"/>
                  </a:moveTo>
                  <a:cubicBezTo>
                    <a:pt x="85" y="0"/>
                    <a:pt x="55" y="12"/>
                    <a:pt x="37" y="40"/>
                  </a:cubicBezTo>
                  <a:cubicBezTo>
                    <a:pt x="21" y="56"/>
                    <a:pt x="0" y="93"/>
                    <a:pt x="21" y="110"/>
                  </a:cubicBezTo>
                  <a:lnTo>
                    <a:pt x="21" y="143"/>
                  </a:lnTo>
                  <a:cubicBezTo>
                    <a:pt x="21" y="159"/>
                    <a:pt x="37" y="176"/>
                    <a:pt x="54" y="176"/>
                  </a:cubicBezTo>
                  <a:cubicBezTo>
                    <a:pt x="65" y="190"/>
                    <a:pt x="86" y="203"/>
                    <a:pt x="104" y="203"/>
                  </a:cubicBezTo>
                  <a:cubicBezTo>
                    <a:pt x="111" y="203"/>
                    <a:pt x="118" y="201"/>
                    <a:pt x="124" y="196"/>
                  </a:cubicBezTo>
                  <a:cubicBezTo>
                    <a:pt x="157" y="196"/>
                    <a:pt x="173" y="196"/>
                    <a:pt x="190" y="159"/>
                  </a:cubicBezTo>
                  <a:cubicBezTo>
                    <a:pt x="206" y="143"/>
                    <a:pt x="227" y="110"/>
                    <a:pt x="227" y="93"/>
                  </a:cubicBezTo>
                  <a:cubicBezTo>
                    <a:pt x="227" y="56"/>
                    <a:pt x="206" y="40"/>
                    <a:pt x="173" y="23"/>
                  </a:cubicBezTo>
                  <a:cubicBezTo>
                    <a:pt x="158" y="8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0" name="Google Shape;15850;p41"/>
            <p:cNvSpPr/>
            <p:nvPr/>
          </p:nvSpPr>
          <p:spPr>
            <a:xfrm>
              <a:off x="4024400" y="30923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87" y="0"/>
                    <a:pt x="50" y="17"/>
                    <a:pt x="33" y="17"/>
                  </a:cubicBezTo>
                  <a:cubicBezTo>
                    <a:pt x="17" y="33"/>
                    <a:pt x="0" y="66"/>
                    <a:pt x="0" y="87"/>
                  </a:cubicBezTo>
                  <a:lnTo>
                    <a:pt x="0" y="136"/>
                  </a:lnTo>
                  <a:cubicBezTo>
                    <a:pt x="0" y="153"/>
                    <a:pt x="0" y="153"/>
                    <a:pt x="17" y="169"/>
                  </a:cubicBezTo>
                  <a:cubicBezTo>
                    <a:pt x="33" y="190"/>
                    <a:pt x="50" y="206"/>
                    <a:pt x="87" y="206"/>
                  </a:cubicBezTo>
                  <a:cubicBezTo>
                    <a:pt x="95" y="209"/>
                    <a:pt x="104" y="211"/>
                    <a:pt x="112" y="211"/>
                  </a:cubicBezTo>
                  <a:cubicBezTo>
                    <a:pt x="154" y="211"/>
                    <a:pt x="193" y="178"/>
                    <a:pt x="207" y="120"/>
                  </a:cubicBezTo>
                  <a:cubicBezTo>
                    <a:pt x="207" y="103"/>
                    <a:pt x="207" y="66"/>
                    <a:pt x="190" y="50"/>
                  </a:cubicBezTo>
                  <a:cubicBezTo>
                    <a:pt x="170" y="17"/>
                    <a:pt x="13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1" name="Google Shape;15851;p41"/>
            <p:cNvSpPr/>
            <p:nvPr/>
          </p:nvSpPr>
          <p:spPr>
            <a:xfrm>
              <a:off x="4055325" y="306742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1"/>
                  </a:moveTo>
                  <a:cubicBezTo>
                    <a:pt x="87" y="1"/>
                    <a:pt x="33" y="34"/>
                    <a:pt x="17" y="71"/>
                  </a:cubicBezTo>
                  <a:lnTo>
                    <a:pt x="17" y="104"/>
                  </a:lnTo>
                  <a:cubicBezTo>
                    <a:pt x="0" y="120"/>
                    <a:pt x="17" y="137"/>
                    <a:pt x="17" y="157"/>
                  </a:cubicBezTo>
                  <a:cubicBezTo>
                    <a:pt x="33" y="174"/>
                    <a:pt x="50" y="190"/>
                    <a:pt x="66" y="207"/>
                  </a:cubicBezTo>
                  <a:lnTo>
                    <a:pt x="103" y="207"/>
                  </a:lnTo>
                  <a:cubicBezTo>
                    <a:pt x="112" y="209"/>
                    <a:pt x="120" y="211"/>
                    <a:pt x="129" y="211"/>
                  </a:cubicBezTo>
                  <a:cubicBezTo>
                    <a:pt x="170" y="211"/>
                    <a:pt x="209" y="178"/>
                    <a:pt x="223" y="120"/>
                  </a:cubicBezTo>
                  <a:cubicBezTo>
                    <a:pt x="223" y="104"/>
                    <a:pt x="223" y="71"/>
                    <a:pt x="206" y="54"/>
                  </a:cubicBezTo>
                  <a:cubicBezTo>
                    <a:pt x="190" y="34"/>
                    <a:pt x="153" y="17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2" name="Google Shape;15852;p41"/>
            <p:cNvSpPr/>
            <p:nvPr/>
          </p:nvSpPr>
          <p:spPr>
            <a:xfrm>
              <a:off x="4056150" y="3132675"/>
              <a:ext cx="5175" cy="5400"/>
            </a:xfrm>
            <a:custGeom>
              <a:avLst/>
              <a:gdLst/>
              <a:ahLst/>
              <a:cxnLst/>
              <a:rect l="l" t="t" r="r" b="b"/>
              <a:pathLst>
                <a:path w="207" h="216" extrusionOk="0">
                  <a:moveTo>
                    <a:pt x="120" y="0"/>
                  </a:moveTo>
                  <a:cubicBezTo>
                    <a:pt x="70" y="0"/>
                    <a:pt x="0" y="37"/>
                    <a:pt x="0" y="87"/>
                  </a:cubicBezTo>
                  <a:lnTo>
                    <a:pt x="0" y="157"/>
                  </a:lnTo>
                  <a:lnTo>
                    <a:pt x="17" y="173"/>
                  </a:lnTo>
                  <a:cubicBezTo>
                    <a:pt x="33" y="190"/>
                    <a:pt x="54" y="206"/>
                    <a:pt x="87" y="206"/>
                  </a:cubicBezTo>
                  <a:cubicBezTo>
                    <a:pt x="97" y="213"/>
                    <a:pt x="105" y="215"/>
                    <a:pt x="113" y="215"/>
                  </a:cubicBezTo>
                  <a:cubicBezTo>
                    <a:pt x="132" y="215"/>
                    <a:pt x="147" y="202"/>
                    <a:pt x="173" y="190"/>
                  </a:cubicBezTo>
                  <a:cubicBezTo>
                    <a:pt x="190" y="173"/>
                    <a:pt x="206" y="157"/>
                    <a:pt x="206" y="124"/>
                  </a:cubicBezTo>
                  <a:cubicBezTo>
                    <a:pt x="206" y="103"/>
                    <a:pt x="206" y="70"/>
                    <a:pt x="190" y="54"/>
                  </a:cubicBezTo>
                  <a:cubicBezTo>
                    <a:pt x="173" y="37"/>
                    <a:pt x="157" y="2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3" name="Google Shape;15853;p41"/>
            <p:cNvSpPr/>
            <p:nvPr/>
          </p:nvSpPr>
          <p:spPr>
            <a:xfrm>
              <a:off x="4055725" y="30532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3" y="0"/>
                  </a:moveTo>
                  <a:cubicBezTo>
                    <a:pt x="91" y="0"/>
                    <a:pt x="57" y="16"/>
                    <a:pt x="34" y="37"/>
                  </a:cubicBezTo>
                  <a:cubicBezTo>
                    <a:pt x="17" y="53"/>
                    <a:pt x="1" y="86"/>
                    <a:pt x="1" y="123"/>
                  </a:cubicBezTo>
                  <a:cubicBezTo>
                    <a:pt x="1" y="123"/>
                    <a:pt x="1" y="140"/>
                    <a:pt x="17" y="140"/>
                  </a:cubicBezTo>
                  <a:cubicBezTo>
                    <a:pt x="17" y="156"/>
                    <a:pt x="34" y="173"/>
                    <a:pt x="50" y="189"/>
                  </a:cubicBezTo>
                  <a:cubicBezTo>
                    <a:pt x="65" y="204"/>
                    <a:pt x="84" y="210"/>
                    <a:pt x="104" y="210"/>
                  </a:cubicBezTo>
                  <a:cubicBezTo>
                    <a:pt x="135" y="210"/>
                    <a:pt x="168" y="195"/>
                    <a:pt x="190" y="173"/>
                  </a:cubicBezTo>
                  <a:cubicBezTo>
                    <a:pt x="207" y="140"/>
                    <a:pt x="223" y="123"/>
                    <a:pt x="207" y="86"/>
                  </a:cubicBezTo>
                  <a:cubicBezTo>
                    <a:pt x="207" y="70"/>
                    <a:pt x="190" y="37"/>
                    <a:pt x="174" y="20"/>
                  </a:cubicBezTo>
                  <a:cubicBezTo>
                    <a:pt x="160" y="6"/>
                    <a:pt x="142" y="0"/>
                    <a:pt x="1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4" name="Google Shape;15854;p41"/>
            <p:cNvSpPr/>
            <p:nvPr/>
          </p:nvSpPr>
          <p:spPr>
            <a:xfrm>
              <a:off x="4057900" y="3040275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6" y="1"/>
                  </a:moveTo>
                  <a:cubicBezTo>
                    <a:pt x="106" y="1"/>
                    <a:pt x="97" y="2"/>
                    <a:pt x="87" y="6"/>
                  </a:cubicBezTo>
                  <a:cubicBezTo>
                    <a:pt x="17" y="39"/>
                    <a:pt x="0" y="89"/>
                    <a:pt x="17" y="142"/>
                  </a:cubicBezTo>
                  <a:cubicBezTo>
                    <a:pt x="31" y="184"/>
                    <a:pt x="82" y="216"/>
                    <a:pt x="127" y="216"/>
                  </a:cubicBezTo>
                  <a:cubicBezTo>
                    <a:pt x="136" y="216"/>
                    <a:pt x="145" y="215"/>
                    <a:pt x="153" y="212"/>
                  </a:cubicBezTo>
                  <a:cubicBezTo>
                    <a:pt x="207" y="175"/>
                    <a:pt x="240" y="126"/>
                    <a:pt x="207" y="72"/>
                  </a:cubicBezTo>
                  <a:cubicBezTo>
                    <a:pt x="193" y="32"/>
                    <a:pt x="156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5" name="Google Shape;15855;p41"/>
            <p:cNvSpPr/>
            <p:nvPr/>
          </p:nvSpPr>
          <p:spPr>
            <a:xfrm>
              <a:off x="4058300" y="3118800"/>
              <a:ext cx="5200" cy="5100"/>
            </a:xfrm>
            <a:custGeom>
              <a:avLst/>
              <a:gdLst/>
              <a:ahLst/>
              <a:cxnLst/>
              <a:rect l="l" t="t" r="r" b="b"/>
              <a:pathLst>
                <a:path w="208" h="204" extrusionOk="0">
                  <a:moveTo>
                    <a:pt x="104" y="0"/>
                  </a:moveTo>
                  <a:cubicBezTo>
                    <a:pt x="75" y="0"/>
                    <a:pt x="47" y="13"/>
                    <a:pt x="17" y="40"/>
                  </a:cubicBezTo>
                  <a:cubicBezTo>
                    <a:pt x="1" y="61"/>
                    <a:pt x="1" y="94"/>
                    <a:pt x="1" y="110"/>
                  </a:cubicBezTo>
                  <a:cubicBezTo>
                    <a:pt x="1" y="127"/>
                    <a:pt x="1" y="127"/>
                    <a:pt x="17" y="143"/>
                  </a:cubicBezTo>
                  <a:cubicBezTo>
                    <a:pt x="17" y="164"/>
                    <a:pt x="34" y="180"/>
                    <a:pt x="34" y="180"/>
                  </a:cubicBezTo>
                  <a:cubicBezTo>
                    <a:pt x="60" y="192"/>
                    <a:pt x="76" y="203"/>
                    <a:pt x="95" y="203"/>
                  </a:cubicBezTo>
                  <a:cubicBezTo>
                    <a:pt x="103" y="203"/>
                    <a:pt x="111" y="201"/>
                    <a:pt x="120" y="197"/>
                  </a:cubicBezTo>
                  <a:cubicBezTo>
                    <a:pt x="137" y="197"/>
                    <a:pt x="174" y="197"/>
                    <a:pt x="191" y="164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61"/>
                    <a:pt x="191" y="40"/>
                    <a:pt x="174" y="23"/>
                  </a:cubicBezTo>
                  <a:cubicBezTo>
                    <a:pt x="150" y="9"/>
                    <a:pt x="127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6" name="Google Shape;15856;p41"/>
            <p:cNvSpPr/>
            <p:nvPr/>
          </p:nvSpPr>
          <p:spPr>
            <a:xfrm>
              <a:off x="4065225" y="30781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3" y="0"/>
                    <a:pt x="66" y="0"/>
                    <a:pt x="33" y="17"/>
                  </a:cubicBezTo>
                  <a:cubicBezTo>
                    <a:pt x="17" y="37"/>
                    <a:pt x="0" y="54"/>
                    <a:pt x="0" y="87"/>
                  </a:cubicBezTo>
                  <a:lnTo>
                    <a:pt x="0" y="140"/>
                  </a:lnTo>
                  <a:lnTo>
                    <a:pt x="17" y="157"/>
                  </a:lnTo>
                  <a:cubicBezTo>
                    <a:pt x="33" y="190"/>
                    <a:pt x="66" y="206"/>
                    <a:pt x="83" y="206"/>
                  </a:cubicBezTo>
                  <a:cubicBezTo>
                    <a:pt x="136" y="206"/>
                    <a:pt x="206" y="173"/>
                    <a:pt x="206" y="120"/>
                  </a:cubicBezTo>
                  <a:cubicBezTo>
                    <a:pt x="206" y="87"/>
                    <a:pt x="206" y="70"/>
                    <a:pt x="186" y="37"/>
                  </a:cubicBezTo>
                  <a:cubicBezTo>
                    <a:pt x="169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7" name="Google Shape;15857;p41"/>
            <p:cNvSpPr/>
            <p:nvPr/>
          </p:nvSpPr>
          <p:spPr>
            <a:xfrm>
              <a:off x="4048425" y="301655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24" y="1"/>
                  </a:moveTo>
                  <a:cubicBezTo>
                    <a:pt x="111" y="1"/>
                    <a:pt x="99" y="3"/>
                    <a:pt x="87" y="7"/>
                  </a:cubicBezTo>
                  <a:cubicBezTo>
                    <a:pt x="33" y="28"/>
                    <a:pt x="0" y="94"/>
                    <a:pt x="17" y="147"/>
                  </a:cubicBezTo>
                  <a:cubicBezTo>
                    <a:pt x="33" y="164"/>
                    <a:pt x="33" y="164"/>
                    <a:pt x="54" y="180"/>
                  </a:cubicBezTo>
                  <a:cubicBezTo>
                    <a:pt x="65" y="192"/>
                    <a:pt x="94" y="204"/>
                    <a:pt x="122" y="204"/>
                  </a:cubicBezTo>
                  <a:cubicBezTo>
                    <a:pt x="134" y="204"/>
                    <a:pt x="146" y="202"/>
                    <a:pt x="157" y="197"/>
                  </a:cubicBezTo>
                  <a:cubicBezTo>
                    <a:pt x="190" y="180"/>
                    <a:pt x="223" y="147"/>
                    <a:pt x="223" y="110"/>
                  </a:cubicBezTo>
                  <a:lnTo>
                    <a:pt x="223" y="61"/>
                  </a:lnTo>
                  <a:cubicBezTo>
                    <a:pt x="198" y="20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8" name="Google Shape;15858;p41"/>
            <p:cNvSpPr/>
            <p:nvPr/>
          </p:nvSpPr>
          <p:spPr>
            <a:xfrm>
              <a:off x="4061300" y="3091450"/>
              <a:ext cx="5600" cy="4900"/>
            </a:xfrm>
            <a:custGeom>
              <a:avLst/>
              <a:gdLst/>
              <a:ahLst/>
              <a:cxnLst/>
              <a:rect l="l" t="t" r="r" b="b"/>
              <a:pathLst>
                <a:path w="224" h="196" extrusionOk="0">
                  <a:moveTo>
                    <a:pt x="87" y="0"/>
                  </a:moveTo>
                  <a:cubicBezTo>
                    <a:pt x="17" y="21"/>
                    <a:pt x="0" y="87"/>
                    <a:pt x="17" y="140"/>
                  </a:cubicBezTo>
                  <a:cubicBezTo>
                    <a:pt x="29" y="177"/>
                    <a:pt x="72" y="196"/>
                    <a:pt x="115" y="196"/>
                  </a:cubicBezTo>
                  <a:cubicBezTo>
                    <a:pt x="129" y="196"/>
                    <a:pt x="144" y="194"/>
                    <a:pt x="157" y="190"/>
                  </a:cubicBezTo>
                  <a:cubicBezTo>
                    <a:pt x="174" y="190"/>
                    <a:pt x="190" y="173"/>
                    <a:pt x="190" y="173"/>
                  </a:cubicBezTo>
                  <a:cubicBezTo>
                    <a:pt x="223" y="140"/>
                    <a:pt x="223" y="103"/>
                    <a:pt x="223" y="70"/>
                  </a:cubicBezTo>
                  <a:cubicBezTo>
                    <a:pt x="207" y="21"/>
                    <a:pt x="174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9" name="Google Shape;15859;p41"/>
            <p:cNvSpPr/>
            <p:nvPr/>
          </p:nvSpPr>
          <p:spPr>
            <a:xfrm>
              <a:off x="4060475" y="31048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104" y="0"/>
                    <a:pt x="66" y="0"/>
                    <a:pt x="50" y="17"/>
                  </a:cubicBezTo>
                  <a:cubicBezTo>
                    <a:pt x="17" y="33"/>
                    <a:pt x="17" y="66"/>
                    <a:pt x="0" y="83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69"/>
                  </a:lnTo>
                  <a:cubicBezTo>
                    <a:pt x="33" y="186"/>
                    <a:pt x="66" y="206"/>
                    <a:pt x="87" y="206"/>
                  </a:cubicBezTo>
                  <a:cubicBezTo>
                    <a:pt x="95" y="208"/>
                    <a:pt x="104" y="209"/>
                    <a:pt x="111" y="209"/>
                  </a:cubicBezTo>
                  <a:cubicBezTo>
                    <a:pt x="166" y="209"/>
                    <a:pt x="207" y="163"/>
                    <a:pt x="207" y="120"/>
                  </a:cubicBezTo>
                  <a:cubicBezTo>
                    <a:pt x="223" y="83"/>
                    <a:pt x="207" y="66"/>
                    <a:pt x="190" y="50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0" name="Google Shape;15860;p41"/>
            <p:cNvSpPr/>
            <p:nvPr/>
          </p:nvSpPr>
          <p:spPr>
            <a:xfrm>
              <a:off x="4048000" y="310987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8" y="1"/>
                  </a:moveTo>
                  <a:cubicBezTo>
                    <a:pt x="55" y="1"/>
                    <a:pt x="15" y="46"/>
                    <a:pt x="1" y="88"/>
                  </a:cubicBezTo>
                  <a:lnTo>
                    <a:pt x="1" y="141"/>
                  </a:lnTo>
                  <a:cubicBezTo>
                    <a:pt x="17" y="174"/>
                    <a:pt x="50" y="191"/>
                    <a:pt x="87" y="211"/>
                  </a:cubicBezTo>
                  <a:cubicBezTo>
                    <a:pt x="153" y="211"/>
                    <a:pt x="207" y="174"/>
                    <a:pt x="207" y="125"/>
                  </a:cubicBezTo>
                  <a:cubicBezTo>
                    <a:pt x="207" y="88"/>
                    <a:pt x="207" y="71"/>
                    <a:pt x="190" y="38"/>
                  </a:cubicBezTo>
                  <a:cubicBezTo>
                    <a:pt x="174" y="22"/>
                    <a:pt x="153" y="5"/>
                    <a:pt x="120" y="5"/>
                  </a:cubicBezTo>
                  <a:cubicBezTo>
                    <a:pt x="113" y="2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1" name="Google Shape;15861;p41"/>
            <p:cNvSpPr/>
            <p:nvPr/>
          </p:nvSpPr>
          <p:spPr>
            <a:xfrm>
              <a:off x="4042850" y="299337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0" y="0"/>
                  </a:moveTo>
                  <a:cubicBezTo>
                    <a:pt x="96" y="0"/>
                    <a:pt x="83" y="2"/>
                    <a:pt x="71" y="6"/>
                  </a:cubicBezTo>
                  <a:cubicBezTo>
                    <a:pt x="17" y="27"/>
                    <a:pt x="0" y="93"/>
                    <a:pt x="17" y="147"/>
                  </a:cubicBezTo>
                  <a:cubicBezTo>
                    <a:pt x="29" y="184"/>
                    <a:pt x="72" y="202"/>
                    <a:pt x="113" y="202"/>
                  </a:cubicBezTo>
                  <a:cubicBezTo>
                    <a:pt x="127" y="202"/>
                    <a:pt x="141" y="200"/>
                    <a:pt x="153" y="196"/>
                  </a:cubicBezTo>
                  <a:cubicBezTo>
                    <a:pt x="207" y="180"/>
                    <a:pt x="223" y="109"/>
                    <a:pt x="207" y="60"/>
                  </a:cubicBezTo>
                  <a:cubicBezTo>
                    <a:pt x="194" y="20"/>
                    <a:pt x="151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2" name="Google Shape;15862;p41"/>
            <p:cNvSpPr/>
            <p:nvPr/>
          </p:nvSpPr>
          <p:spPr>
            <a:xfrm>
              <a:off x="4044600" y="30420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3" y="0"/>
                    <a:pt x="50" y="0"/>
                    <a:pt x="34" y="37"/>
                  </a:cubicBezTo>
                  <a:cubicBezTo>
                    <a:pt x="17" y="37"/>
                    <a:pt x="1" y="70"/>
                    <a:pt x="1" y="87"/>
                  </a:cubicBezTo>
                  <a:lnTo>
                    <a:pt x="1" y="140"/>
                  </a:lnTo>
                  <a:cubicBezTo>
                    <a:pt x="17" y="173"/>
                    <a:pt x="50" y="190"/>
                    <a:pt x="83" y="206"/>
                  </a:cubicBezTo>
                  <a:lnTo>
                    <a:pt x="104" y="206"/>
                  </a:lnTo>
                  <a:cubicBezTo>
                    <a:pt x="153" y="206"/>
                    <a:pt x="207" y="173"/>
                    <a:pt x="207" y="120"/>
                  </a:cubicBezTo>
                  <a:cubicBezTo>
                    <a:pt x="207" y="87"/>
                    <a:pt x="207" y="70"/>
                    <a:pt x="186" y="37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3" name="Google Shape;15863;p41"/>
            <p:cNvSpPr/>
            <p:nvPr/>
          </p:nvSpPr>
          <p:spPr>
            <a:xfrm>
              <a:off x="4058725" y="30260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7" y="0"/>
                  </a:moveTo>
                  <a:cubicBezTo>
                    <a:pt x="95" y="0"/>
                    <a:pt x="82" y="3"/>
                    <a:pt x="70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29" y="181"/>
                    <a:pt x="69" y="209"/>
                    <a:pt x="110" y="209"/>
                  </a:cubicBezTo>
                  <a:cubicBezTo>
                    <a:pt x="126" y="209"/>
                    <a:pt x="142" y="205"/>
                    <a:pt x="157" y="196"/>
                  </a:cubicBezTo>
                  <a:cubicBezTo>
                    <a:pt x="207" y="180"/>
                    <a:pt x="223" y="126"/>
                    <a:pt x="207" y="76"/>
                  </a:cubicBezTo>
                  <a:cubicBezTo>
                    <a:pt x="194" y="23"/>
                    <a:pt x="150" y="0"/>
                    <a:pt x="1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4" name="Google Shape;15864;p41"/>
            <p:cNvSpPr/>
            <p:nvPr/>
          </p:nvSpPr>
          <p:spPr>
            <a:xfrm>
              <a:off x="4050175" y="3094400"/>
              <a:ext cx="5575" cy="5150"/>
            </a:xfrm>
            <a:custGeom>
              <a:avLst/>
              <a:gdLst/>
              <a:ahLst/>
              <a:cxnLst/>
              <a:rect l="l" t="t" r="r" b="b"/>
              <a:pathLst>
                <a:path w="223" h="206" extrusionOk="0">
                  <a:moveTo>
                    <a:pt x="116" y="0"/>
                  </a:moveTo>
                  <a:cubicBezTo>
                    <a:pt x="106" y="0"/>
                    <a:pt x="96" y="2"/>
                    <a:pt x="87" y="6"/>
                  </a:cubicBezTo>
                  <a:cubicBezTo>
                    <a:pt x="17" y="22"/>
                    <a:pt x="0" y="88"/>
                    <a:pt x="17" y="142"/>
                  </a:cubicBezTo>
                  <a:cubicBezTo>
                    <a:pt x="17" y="158"/>
                    <a:pt x="33" y="175"/>
                    <a:pt x="50" y="175"/>
                  </a:cubicBezTo>
                  <a:cubicBezTo>
                    <a:pt x="59" y="196"/>
                    <a:pt x="81" y="205"/>
                    <a:pt x="104" y="205"/>
                  </a:cubicBezTo>
                  <a:cubicBezTo>
                    <a:pt x="121" y="205"/>
                    <a:pt x="139" y="200"/>
                    <a:pt x="153" y="191"/>
                  </a:cubicBezTo>
                  <a:cubicBezTo>
                    <a:pt x="190" y="191"/>
                    <a:pt x="223" y="158"/>
                    <a:pt x="223" y="109"/>
                  </a:cubicBezTo>
                  <a:lnTo>
                    <a:pt x="223" y="72"/>
                  </a:lnTo>
                  <a:cubicBezTo>
                    <a:pt x="196" y="32"/>
                    <a:pt x="156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5" name="Google Shape;15865;p41"/>
            <p:cNvSpPr/>
            <p:nvPr/>
          </p:nvSpPr>
          <p:spPr>
            <a:xfrm>
              <a:off x="4063475" y="2997825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21" y="0"/>
                  </a:moveTo>
                  <a:cubicBezTo>
                    <a:pt x="90" y="0"/>
                    <a:pt x="56" y="14"/>
                    <a:pt x="33" y="35"/>
                  </a:cubicBezTo>
                  <a:cubicBezTo>
                    <a:pt x="17" y="72"/>
                    <a:pt x="0" y="88"/>
                    <a:pt x="0" y="121"/>
                  </a:cubicBezTo>
                  <a:lnTo>
                    <a:pt x="17" y="138"/>
                  </a:lnTo>
                  <a:cubicBezTo>
                    <a:pt x="17" y="158"/>
                    <a:pt x="33" y="175"/>
                    <a:pt x="50" y="191"/>
                  </a:cubicBezTo>
                  <a:cubicBezTo>
                    <a:pt x="64" y="204"/>
                    <a:pt x="82" y="209"/>
                    <a:pt x="101" y="209"/>
                  </a:cubicBezTo>
                  <a:cubicBezTo>
                    <a:pt x="133" y="209"/>
                    <a:pt x="167" y="195"/>
                    <a:pt x="190" y="175"/>
                  </a:cubicBezTo>
                  <a:cubicBezTo>
                    <a:pt x="223" y="121"/>
                    <a:pt x="223" y="72"/>
                    <a:pt x="173" y="18"/>
                  </a:cubicBezTo>
                  <a:cubicBezTo>
                    <a:pt x="159" y="5"/>
                    <a:pt x="14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6" name="Google Shape;15866;p41"/>
            <p:cNvSpPr/>
            <p:nvPr/>
          </p:nvSpPr>
          <p:spPr>
            <a:xfrm>
              <a:off x="4051400" y="3082025"/>
              <a:ext cx="5600" cy="5225"/>
            </a:xfrm>
            <a:custGeom>
              <a:avLst/>
              <a:gdLst/>
              <a:ahLst/>
              <a:cxnLst/>
              <a:rect l="l" t="t" r="r" b="b"/>
              <a:pathLst>
                <a:path w="224" h="209" extrusionOk="0">
                  <a:moveTo>
                    <a:pt x="124" y="1"/>
                  </a:moveTo>
                  <a:cubicBezTo>
                    <a:pt x="93" y="1"/>
                    <a:pt x="58" y="15"/>
                    <a:pt x="38" y="35"/>
                  </a:cubicBezTo>
                  <a:cubicBezTo>
                    <a:pt x="17" y="68"/>
                    <a:pt x="1" y="89"/>
                    <a:pt x="1" y="122"/>
                  </a:cubicBezTo>
                  <a:lnTo>
                    <a:pt x="17" y="138"/>
                  </a:lnTo>
                  <a:cubicBezTo>
                    <a:pt x="17" y="155"/>
                    <a:pt x="38" y="171"/>
                    <a:pt x="54" y="192"/>
                  </a:cubicBezTo>
                  <a:cubicBezTo>
                    <a:pt x="71" y="208"/>
                    <a:pt x="87" y="208"/>
                    <a:pt x="120" y="208"/>
                  </a:cubicBezTo>
                  <a:cubicBezTo>
                    <a:pt x="157" y="208"/>
                    <a:pt x="174" y="192"/>
                    <a:pt x="190" y="171"/>
                  </a:cubicBezTo>
                  <a:cubicBezTo>
                    <a:pt x="207" y="155"/>
                    <a:pt x="223" y="122"/>
                    <a:pt x="207" y="89"/>
                  </a:cubicBezTo>
                  <a:cubicBezTo>
                    <a:pt x="207" y="68"/>
                    <a:pt x="207" y="35"/>
                    <a:pt x="174" y="18"/>
                  </a:cubicBezTo>
                  <a:cubicBezTo>
                    <a:pt x="161" y="6"/>
                    <a:pt x="143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7" name="Google Shape;15867;p41"/>
            <p:cNvSpPr/>
            <p:nvPr/>
          </p:nvSpPr>
          <p:spPr>
            <a:xfrm>
              <a:off x="4062650" y="301465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83" y="1"/>
                  </a:moveTo>
                  <a:cubicBezTo>
                    <a:pt x="50" y="17"/>
                    <a:pt x="33" y="34"/>
                    <a:pt x="33" y="50"/>
                  </a:cubicBezTo>
                  <a:cubicBezTo>
                    <a:pt x="17" y="67"/>
                    <a:pt x="0" y="104"/>
                    <a:pt x="17" y="137"/>
                  </a:cubicBezTo>
                  <a:cubicBezTo>
                    <a:pt x="28" y="172"/>
                    <a:pt x="68" y="201"/>
                    <a:pt x="107" y="201"/>
                  </a:cubicBezTo>
                  <a:cubicBezTo>
                    <a:pt x="123" y="201"/>
                    <a:pt x="139" y="197"/>
                    <a:pt x="153" y="186"/>
                  </a:cubicBezTo>
                  <a:cubicBezTo>
                    <a:pt x="206" y="170"/>
                    <a:pt x="239" y="120"/>
                    <a:pt x="206" y="67"/>
                  </a:cubicBezTo>
                  <a:cubicBezTo>
                    <a:pt x="206" y="34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8" name="Google Shape;15868;p41"/>
            <p:cNvSpPr/>
            <p:nvPr/>
          </p:nvSpPr>
          <p:spPr>
            <a:xfrm>
              <a:off x="4352075" y="308512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14" y="1"/>
                  </a:moveTo>
                  <a:cubicBezTo>
                    <a:pt x="99" y="1"/>
                    <a:pt x="84" y="5"/>
                    <a:pt x="70" y="14"/>
                  </a:cubicBezTo>
                  <a:cubicBezTo>
                    <a:pt x="17" y="31"/>
                    <a:pt x="0" y="84"/>
                    <a:pt x="17" y="134"/>
                  </a:cubicBezTo>
                  <a:cubicBezTo>
                    <a:pt x="30" y="178"/>
                    <a:pt x="80" y="208"/>
                    <a:pt x="125" y="208"/>
                  </a:cubicBezTo>
                  <a:cubicBezTo>
                    <a:pt x="135" y="208"/>
                    <a:pt x="144" y="207"/>
                    <a:pt x="153" y="204"/>
                  </a:cubicBezTo>
                  <a:cubicBezTo>
                    <a:pt x="206" y="187"/>
                    <a:pt x="223" y="117"/>
                    <a:pt x="206" y="68"/>
                  </a:cubicBezTo>
                  <a:cubicBezTo>
                    <a:pt x="194" y="29"/>
                    <a:pt x="154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9" name="Google Shape;15869;p41"/>
            <p:cNvSpPr/>
            <p:nvPr/>
          </p:nvSpPr>
          <p:spPr>
            <a:xfrm>
              <a:off x="4231775" y="30489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54" y="17"/>
                    <a:pt x="38" y="34"/>
                  </a:cubicBezTo>
                  <a:cubicBezTo>
                    <a:pt x="17" y="50"/>
                    <a:pt x="1" y="71"/>
                    <a:pt x="1" y="87"/>
                  </a:cubicBezTo>
                  <a:lnTo>
                    <a:pt x="1" y="153"/>
                  </a:lnTo>
                  <a:cubicBezTo>
                    <a:pt x="17" y="174"/>
                    <a:pt x="54" y="207"/>
                    <a:pt x="87" y="207"/>
                  </a:cubicBezTo>
                  <a:lnTo>
                    <a:pt x="104" y="207"/>
                  </a:lnTo>
                  <a:cubicBezTo>
                    <a:pt x="157" y="207"/>
                    <a:pt x="190" y="174"/>
                    <a:pt x="207" y="120"/>
                  </a:cubicBezTo>
                  <a:cubicBezTo>
                    <a:pt x="207" y="104"/>
                    <a:pt x="207" y="71"/>
                    <a:pt x="190" y="50"/>
                  </a:cubicBezTo>
                  <a:cubicBezTo>
                    <a:pt x="174" y="34"/>
                    <a:pt x="141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0" name="Google Shape;15870;p41"/>
            <p:cNvSpPr/>
            <p:nvPr/>
          </p:nvSpPr>
          <p:spPr>
            <a:xfrm>
              <a:off x="4243025" y="3060375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4" y="1"/>
                  </a:moveTo>
                  <a:cubicBezTo>
                    <a:pt x="64" y="1"/>
                    <a:pt x="35" y="14"/>
                    <a:pt x="17" y="43"/>
                  </a:cubicBezTo>
                  <a:cubicBezTo>
                    <a:pt x="0" y="60"/>
                    <a:pt x="0" y="93"/>
                    <a:pt x="0" y="109"/>
                  </a:cubicBezTo>
                  <a:lnTo>
                    <a:pt x="0" y="146"/>
                  </a:lnTo>
                  <a:cubicBezTo>
                    <a:pt x="17" y="163"/>
                    <a:pt x="17" y="179"/>
                    <a:pt x="33" y="179"/>
                  </a:cubicBezTo>
                  <a:cubicBezTo>
                    <a:pt x="55" y="194"/>
                    <a:pt x="82" y="202"/>
                    <a:pt x="107" y="202"/>
                  </a:cubicBezTo>
                  <a:cubicBezTo>
                    <a:pt x="138" y="202"/>
                    <a:pt x="168" y="190"/>
                    <a:pt x="186" y="163"/>
                  </a:cubicBezTo>
                  <a:cubicBezTo>
                    <a:pt x="206" y="146"/>
                    <a:pt x="206" y="109"/>
                    <a:pt x="206" y="93"/>
                  </a:cubicBezTo>
                  <a:cubicBezTo>
                    <a:pt x="206" y="60"/>
                    <a:pt x="186" y="43"/>
                    <a:pt x="169" y="27"/>
                  </a:cubicBezTo>
                  <a:cubicBezTo>
                    <a:pt x="147" y="10"/>
                    <a:pt x="120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1" name="Google Shape;15871;p41"/>
            <p:cNvSpPr/>
            <p:nvPr/>
          </p:nvSpPr>
          <p:spPr>
            <a:xfrm>
              <a:off x="4235700" y="30235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6" y="0"/>
                  </a:moveTo>
                  <a:cubicBezTo>
                    <a:pt x="86" y="0"/>
                    <a:pt x="76" y="1"/>
                    <a:pt x="66" y="4"/>
                  </a:cubicBezTo>
                  <a:cubicBezTo>
                    <a:pt x="17" y="37"/>
                    <a:pt x="0" y="91"/>
                    <a:pt x="17" y="140"/>
                  </a:cubicBezTo>
                  <a:cubicBezTo>
                    <a:pt x="17" y="161"/>
                    <a:pt x="33" y="177"/>
                    <a:pt x="33" y="177"/>
                  </a:cubicBezTo>
                  <a:cubicBezTo>
                    <a:pt x="66" y="210"/>
                    <a:pt x="120" y="210"/>
                    <a:pt x="153" y="210"/>
                  </a:cubicBezTo>
                  <a:cubicBezTo>
                    <a:pt x="190" y="194"/>
                    <a:pt x="207" y="161"/>
                    <a:pt x="223" y="124"/>
                  </a:cubicBezTo>
                  <a:cubicBezTo>
                    <a:pt x="223" y="107"/>
                    <a:pt x="223" y="91"/>
                    <a:pt x="207" y="74"/>
                  </a:cubicBezTo>
                  <a:cubicBezTo>
                    <a:pt x="193" y="30"/>
                    <a:pt x="143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2" name="Google Shape;15872;p41"/>
            <p:cNvSpPr/>
            <p:nvPr/>
          </p:nvSpPr>
          <p:spPr>
            <a:xfrm>
              <a:off x="4240450" y="2992775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26" y="1"/>
                  </a:moveTo>
                  <a:cubicBezTo>
                    <a:pt x="112" y="1"/>
                    <a:pt x="97" y="5"/>
                    <a:pt x="83" y="14"/>
                  </a:cubicBezTo>
                  <a:cubicBezTo>
                    <a:pt x="33" y="30"/>
                    <a:pt x="0" y="84"/>
                    <a:pt x="17" y="133"/>
                  </a:cubicBezTo>
                  <a:cubicBezTo>
                    <a:pt x="30" y="178"/>
                    <a:pt x="80" y="208"/>
                    <a:pt x="125" y="208"/>
                  </a:cubicBezTo>
                  <a:cubicBezTo>
                    <a:pt x="135" y="208"/>
                    <a:pt x="144" y="206"/>
                    <a:pt x="153" y="204"/>
                  </a:cubicBezTo>
                  <a:cubicBezTo>
                    <a:pt x="206" y="187"/>
                    <a:pt x="239" y="117"/>
                    <a:pt x="223" y="68"/>
                  </a:cubicBezTo>
                  <a:cubicBezTo>
                    <a:pt x="196" y="29"/>
                    <a:pt x="16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3" name="Google Shape;15873;p41"/>
            <p:cNvSpPr/>
            <p:nvPr/>
          </p:nvSpPr>
          <p:spPr>
            <a:xfrm>
              <a:off x="4239500" y="3011550"/>
              <a:ext cx="5200" cy="5300"/>
            </a:xfrm>
            <a:custGeom>
              <a:avLst/>
              <a:gdLst/>
              <a:ahLst/>
              <a:cxnLst/>
              <a:rect l="l" t="t" r="r" b="b"/>
              <a:pathLst>
                <a:path w="208" h="212" extrusionOk="0">
                  <a:moveTo>
                    <a:pt x="121" y="1"/>
                  </a:moveTo>
                  <a:cubicBezTo>
                    <a:pt x="71" y="1"/>
                    <a:pt x="17" y="38"/>
                    <a:pt x="1" y="88"/>
                  </a:cubicBezTo>
                  <a:lnTo>
                    <a:pt x="1" y="141"/>
                  </a:lnTo>
                  <a:cubicBezTo>
                    <a:pt x="17" y="158"/>
                    <a:pt x="17" y="158"/>
                    <a:pt x="17" y="174"/>
                  </a:cubicBezTo>
                  <a:cubicBezTo>
                    <a:pt x="38" y="191"/>
                    <a:pt x="71" y="207"/>
                    <a:pt x="88" y="207"/>
                  </a:cubicBezTo>
                  <a:cubicBezTo>
                    <a:pt x="98" y="210"/>
                    <a:pt x="108" y="212"/>
                    <a:pt x="118" y="212"/>
                  </a:cubicBezTo>
                  <a:cubicBezTo>
                    <a:pt x="171" y="212"/>
                    <a:pt x="207" y="167"/>
                    <a:pt x="207" y="125"/>
                  </a:cubicBezTo>
                  <a:cubicBezTo>
                    <a:pt x="207" y="104"/>
                    <a:pt x="207" y="71"/>
                    <a:pt x="191" y="55"/>
                  </a:cubicBezTo>
                  <a:cubicBezTo>
                    <a:pt x="174" y="22"/>
                    <a:pt x="158" y="22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4" name="Google Shape;15874;p41"/>
            <p:cNvSpPr/>
            <p:nvPr/>
          </p:nvSpPr>
          <p:spPr>
            <a:xfrm>
              <a:off x="4229200" y="29862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0" y="0"/>
                  </a:moveTo>
                  <a:cubicBezTo>
                    <a:pt x="56" y="0"/>
                    <a:pt x="17" y="45"/>
                    <a:pt x="17" y="87"/>
                  </a:cubicBezTo>
                  <a:cubicBezTo>
                    <a:pt x="1" y="108"/>
                    <a:pt x="17" y="124"/>
                    <a:pt x="17" y="141"/>
                  </a:cubicBezTo>
                  <a:cubicBezTo>
                    <a:pt x="17" y="141"/>
                    <a:pt x="17" y="157"/>
                    <a:pt x="38" y="157"/>
                  </a:cubicBezTo>
                  <a:cubicBezTo>
                    <a:pt x="54" y="190"/>
                    <a:pt x="71" y="190"/>
                    <a:pt x="104" y="211"/>
                  </a:cubicBezTo>
                  <a:cubicBezTo>
                    <a:pt x="157" y="211"/>
                    <a:pt x="207" y="174"/>
                    <a:pt x="223" y="124"/>
                  </a:cubicBezTo>
                  <a:cubicBezTo>
                    <a:pt x="223" y="87"/>
                    <a:pt x="223" y="71"/>
                    <a:pt x="207" y="38"/>
                  </a:cubicBezTo>
                  <a:cubicBezTo>
                    <a:pt x="190" y="21"/>
                    <a:pt x="157" y="5"/>
                    <a:pt x="141" y="5"/>
                  </a:cubicBezTo>
                  <a:cubicBezTo>
                    <a:pt x="130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5" name="Google Shape;15875;p41"/>
            <p:cNvSpPr/>
            <p:nvPr/>
          </p:nvSpPr>
          <p:spPr>
            <a:xfrm>
              <a:off x="4230550" y="29723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0"/>
                  </a:moveTo>
                  <a:cubicBezTo>
                    <a:pt x="112" y="0"/>
                    <a:pt x="99" y="2"/>
                    <a:pt x="87" y="6"/>
                  </a:cubicBezTo>
                  <a:cubicBezTo>
                    <a:pt x="33" y="23"/>
                    <a:pt x="0" y="93"/>
                    <a:pt x="17" y="147"/>
                  </a:cubicBezTo>
                  <a:cubicBezTo>
                    <a:pt x="42" y="184"/>
                    <a:pt x="78" y="202"/>
                    <a:pt x="115" y="202"/>
                  </a:cubicBezTo>
                  <a:cubicBezTo>
                    <a:pt x="128" y="202"/>
                    <a:pt x="140" y="200"/>
                    <a:pt x="153" y="196"/>
                  </a:cubicBezTo>
                  <a:cubicBezTo>
                    <a:pt x="223" y="180"/>
                    <a:pt x="239" y="109"/>
                    <a:pt x="223" y="60"/>
                  </a:cubicBezTo>
                  <a:cubicBezTo>
                    <a:pt x="210" y="20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6" name="Google Shape;15876;p41"/>
            <p:cNvSpPr/>
            <p:nvPr/>
          </p:nvSpPr>
          <p:spPr>
            <a:xfrm>
              <a:off x="4229625" y="3000325"/>
              <a:ext cx="6100" cy="5400"/>
            </a:xfrm>
            <a:custGeom>
              <a:avLst/>
              <a:gdLst/>
              <a:ahLst/>
              <a:cxnLst/>
              <a:rect l="l" t="t" r="r" b="b"/>
              <a:pathLst>
                <a:path w="244" h="216" extrusionOk="0">
                  <a:moveTo>
                    <a:pt x="116" y="0"/>
                  </a:moveTo>
                  <a:cubicBezTo>
                    <a:pt x="106" y="0"/>
                    <a:pt x="96" y="2"/>
                    <a:pt x="87" y="5"/>
                  </a:cubicBezTo>
                  <a:cubicBezTo>
                    <a:pt x="37" y="38"/>
                    <a:pt x="0" y="91"/>
                    <a:pt x="37" y="141"/>
                  </a:cubicBezTo>
                  <a:cubicBezTo>
                    <a:pt x="51" y="185"/>
                    <a:pt x="87" y="215"/>
                    <a:pt x="129" y="215"/>
                  </a:cubicBezTo>
                  <a:cubicBezTo>
                    <a:pt x="138" y="215"/>
                    <a:pt x="147" y="214"/>
                    <a:pt x="157" y="211"/>
                  </a:cubicBezTo>
                  <a:cubicBezTo>
                    <a:pt x="227" y="194"/>
                    <a:pt x="243" y="124"/>
                    <a:pt x="227" y="75"/>
                  </a:cubicBezTo>
                  <a:cubicBezTo>
                    <a:pt x="210" y="31"/>
                    <a:pt x="162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7" name="Google Shape;15877;p41"/>
            <p:cNvSpPr/>
            <p:nvPr/>
          </p:nvSpPr>
          <p:spPr>
            <a:xfrm>
              <a:off x="4270025" y="30475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6" y="1"/>
                  </a:moveTo>
                  <a:cubicBezTo>
                    <a:pt x="41" y="1"/>
                    <a:pt x="0" y="47"/>
                    <a:pt x="0" y="91"/>
                  </a:cubicBezTo>
                  <a:lnTo>
                    <a:pt x="0" y="144"/>
                  </a:lnTo>
                  <a:lnTo>
                    <a:pt x="17" y="161"/>
                  </a:lnTo>
                  <a:cubicBezTo>
                    <a:pt x="33" y="194"/>
                    <a:pt x="54" y="194"/>
                    <a:pt x="87" y="210"/>
                  </a:cubicBezTo>
                  <a:cubicBezTo>
                    <a:pt x="136" y="210"/>
                    <a:pt x="190" y="177"/>
                    <a:pt x="206" y="128"/>
                  </a:cubicBezTo>
                  <a:cubicBezTo>
                    <a:pt x="206" y="91"/>
                    <a:pt x="206" y="58"/>
                    <a:pt x="190" y="41"/>
                  </a:cubicBezTo>
                  <a:cubicBezTo>
                    <a:pt x="174" y="25"/>
                    <a:pt x="136" y="4"/>
                    <a:pt x="120" y="4"/>
                  </a:cubicBezTo>
                  <a:cubicBezTo>
                    <a:pt x="112" y="2"/>
                    <a:pt x="103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8" name="Google Shape;15878;p41"/>
            <p:cNvSpPr/>
            <p:nvPr/>
          </p:nvSpPr>
          <p:spPr>
            <a:xfrm>
              <a:off x="4244675" y="304747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8"/>
                    <a:pt x="0" y="94"/>
                    <a:pt x="37" y="147"/>
                  </a:cubicBezTo>
                  <a:cubicBezTo>
                    <a:pt x="50" y="184"/>
                    <a:pt x="81" y="203"/>
                    <a:pt x="125" y="203"/>
                  </a:cubicBezTo>
                  <a:cubicBezTo>
                    <a:pt x="140" y="203"/>
                    <a:pt x="156" y="201"/>
                    <a:pt x="173" y="197"/>
                  </a:cubicBezTo>
                  <a:cubicBezTo>
                    <a:pt x="223" y="180"/>
                    <a:pt x="243" y="110"/>
                    <a:pt x="223" y="61"/>
                  </a:cubicBezTo>
                  <a:cubicBezTo>
                    <a:pt x="210" y="20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9" name="Google Shape;15879;p41"/>
            <p:cNvSpPr/>
            <p:nvPr/>
          </p:nvSpPr>
          <p:spPr>
            <a:xfrm>
              <a:off x="4276000" y="3021050"/>
              <a:ext cx="5700" cy="5325"/>
            </a:xfrm>
            <a:custGeom>
              <a:avLst/>
              <a:gdLst/>
              <a:ahLst/>
              <a:cxnLst/>
              <a:rect l="l" t="t" r="r" b="b"/>
              <a:pathLst>
                <a:path w="228" h="213" extrusionOk="0">
                  <a:moveTo>
                    <a:pt x="104" y="0"/>
                  </a:moveTo>
                  <a:cubicBezTo>
                    <a:pt x="71" y="17"/>
                    <a:pt x="54" y="17"/>
                    <a:pt x="38" y="54"/>
                  </a:cubicBezTo>
                  <a:cubicBezTo>
                    <a:pt x="21" y="70"/>
                    <a:pt x="0" y="103"/>
                    <a:pt x="0" y="120"/>
                  </a:cubicBezTo>
                  <a:cubicBezTo>
                    <a:pt x="0" y="136"/>
                    <a:pt x="0" y="136"/>
                    <a:pt x="21" y="157"/>
                  </a:cubicBezTo>
                  <a:cubicBezTo>
                    <a:pt x="21" y="173"/>
                    <a:pt x="38" y="173"/>
                    <a:pt x="54" y="190"/>
                  </a:cubicBezTo>
                  <a:cubicBezTo>
                    <a:pt x="69" y="205"/>
                    <a:pt x="91" y="213"/>
                    <a:pt x="114" y="213"/>
                  </a:cubicBezTo>
                  <a:cubicBezTo>
                    <a:pt x="143" y="213"/>
                    <a:pt x="172" y="201"/>
                    <a:pt x="190" y="173"/>
                  </a:cubicBezTo>
                  <a:cubicBezTo>
                    <a:pt x="207" y="157"/>
                    <a:pt x="227" y="120"/>
                    <a:pt x="207" y="103"/>
                  </a:cubicBezTo>
                  <a:cubicBezTo>
                    <a:pt x="207" y="70"/>
                    <a:pt x="190" y="54"/>
                    <a:pt x="174" y="33"/>
                  </a:cubicBezTo>
                  <a:cubicBezTo>
                    <a:pt x="157" y="17"/>
                    <a:pt x="124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0" name="Google Shape;15880;p41"/>
            <p:cNvSpPr/>
            <p:nvPr/>
          </p:nvSpPr>
          <p:spPr>
            <a:xfrm>
              <a:off x="4264450" y="3001775"/>
              <a:ext cx="3850" cy="4250"/>
            </a:xfrm>
            <a:custGeom>
              <a:avLst/>
              <a:gdLst/>
              <a:ahLst/>
              <a:cxnLst/>
              <a:rect l="l" t="t" r="r" b="b"/>
              <a:pathLst>
                <a:path w="154" h="170" extrusionOk="0">
                  <a:moveTo>
                    <a:pt x="17" y="0"/>
                  </a:moveTo>
                  <a:cubicBezTo>
                    <a:pt x="17" y="17"/>
                    <a:pt x="1" y="33"/>
                    <a:pt x="1" y="50"/>
                  </a:cubicBezTo>
                  <a:cubicBezTo>
                    <a:pt x="1" y="66"/>
                    <a:pt x="1" y="83"/>
                    <a:pt x="17" y="103"/>
                  </a:cubicBezTo>
                  <a:lnTo>
                    <a:pt x="17" y="120"/>
                  </a:lnTo>
                  <a:cubicBezTo>
                    <a:pt x="34" y="153"/>
                    <a:pt x="71" y="169"/>
                    <a:pt x="87" y="169"/>
                  </a:cubicBezTo>
                  <a:cubicBezTo>
                    <a:pt x="120" y="169"/>
                    <a:pt x="137" y="169"/>
                    <a:pt x="153" y="153"/>
                  </a:cubicBezTo>
                  <a:cubicBezTo>
                    <a:pt x="104" y="103"/>
                    <a:pt x="71" y="5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1" name="Google Shape;15881;p41"/>
            <p:cNvSpPr/>
            <p:nvPr/>
          </p:nvSpPr>
          <p:spPr>
            <a:xfrm>
              <a:off x="4273950" y="3034675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0" y="1"/>
                  </a:moveTo>
                  <a:cubicBezTo>
                    <a:pt x="54" y="1"/>
                    <a:pt x="14" y="47"/>
                    <a:pt x="0" y="90"/>
                  </a:cubicBezTo>
                  <a:cubicBezTo>
                    <a:pt x="0" y="107"/>
                    <a:pt x="0" y="127"/>
                    <a:pt x="17" y="144"/>
                  </a:cubicBezTo>
                  <a:lnTo>
                    <a:pt x="17" y="160"/>
                  </a:lnTo>
                  <a:cubicBezTo>
                    <a:pt x="33" y="193"/>
                    <a:pt x="66" y="193"/>
                    <a:pt x="82" y="210"/>
                  </a:cubicBezTo>
                  <a:cubicBezTo>
                    <a:pt x="120" y="210"/>
                    <a:pt x="153" y="210"/>
                    <a:pt x="169" y="193"/>
                  </a:cubicBezTo>
                  <a:cubicBezTo>
                    <a:pt x="186" y="177"/>
                    <a:pt x="206" y="144"/>
                    <a:pt x="206" y="127"/>
                  </a:cubicBezTo>
                  <a:cubicBezTo>
                    <a:pt x="223" y="57"/>
                    <a:pt x="186" y="4"/>
                    <a:pt x="120" y="4"/>
                  </a:cubicBezTo>
                  <a:cubicBezTo>
                    <a:pt x="113" y="2"/>
                    <a:pt x="106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2" name="Google Shape;15882;p41"/>
            <p:cNvSpPr/>
            <p:nvPr/>
          </p:nvSpPr>
          <p:spPr>
            <a:xfrm>
              <a:off x="4253725" y="2991450"/>
              <a:ext cx="5200" cy="4825"/>
            </a:xfrm>
            <a:custGeom>
              <a:avLst/>
              <a:gdLst/>
              <a:ahLst/>
              <a:cxnLst/>
              <a:rect l="l" t="t" r="r" b="b"/>
              <a:pathLst>
                <a:path w="208" h="193" extrusionOk="0">
                  <a:moveTo>
                    <a:pt x="88" y="1"/>
                  </a:moveTo>
                  <a:cubicBezTo>
                    <a:pt x="34" y="1"/>
                    <a:pt x="1" y="34"/>
                    <a:pt x="1" y="83"/>
                  </a:cubicBezTo>
                  <a:lnTo>
                    <a:pt x="1" y="137"/>
                  </a:lnTo>
                  <a:lnTo>
                    <a:pt x="17" y="154"/>
                  </a:lnTo>
                  <a:cubicBezTo>
                    <a:pt x="34" y="170"/>
                    <a:pt x="50" y="186"/>
                    <a:pt x="88" y="186"/>
                  </a:cubicBezTo>
                  <a:cubicBezTo>
                    <a:pt x="97" y="190"/>
                    <a:pt x="107" y="192"/>
                    <a:pt x="116" y="192"/>
                  </a:cubicBezTo>
                  <a:cubicBezTo>
                    <a:pt x="156" y="192"/>
                    <a:pt x="194" y="160"/>
                    <a:pt x="207" y="121"/>
                  </a:cubicBezTo>
                  <a:cubicBezTo>
                    <a:pt x="153" y="83"/>
                    <a:pt x="120" y="34"/>
                    <a:pt x="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3" name="Google Shape;15883;p41"/>
            <p:cNvSpPr/>
            <p:nvPr/>
          </p:nvSpPr>
          <p:spPr>
            <a:xfrm>
              <a:off x="4225400" y="3017025"/>
              <a:ext cx="5175" cy="5375"/>
            </a:xfrm>
            <a:custGeom>
              <a:avLst/>
              <a:gdLst/>
              <a:ahLst/>
              <a:cxnLst/>
              <a:rect l="l" t="t" r="r" b="b"/>
              <a:pathLst>
                <a:path w="207" h="215" extrusionOk="0">
                  <a:moveTo>
                    <a:pt x="93" y="0"/>
                  </a:moveTo>
                  <a:cubicBezTo>
                    <a:pt x="73" y="0"/>
                    <a:pt x="56" y="14"/>
                    <a:pt x="33" y="25"/>
                  </a:cubicBezTo>
                  <a:cubicBezTo>
                    <a:pt x="17" y="42"/>
                    <a:pt x="0" y="58"/>
                    <a:pt x="0" y="91"/>
                  </a:cubicBezTo>
                  <a:lnTo>
                    <a:pt x="0" y="145"/>
                  </a:lnTo>
                  <a:cubicBezTo>
                    <a:pt x="17" y="145"/>
                    <a:pt x="17" y="161"/>
                    <a:pt x="17" y="161"/>
                  </a:cubicBezTo>
                  <a:cubicBezTo>
                    <a:pt x="33" y="178"/>
                    <a:pt x="66" y="194"/>
                    <a:pt x="87" y="215"/>
                  </a:cubicBezTo>
                  <a:cubicBezTo>
                    <a:pt x="136" y="215"/>
                    <a:pt x="206" y="178"/>
                    <a:pt x="206" y="128"/>
                  </a:cubicBezTo>
                  <a:cubicBezTo>
                    <a:pt x="206" y="91"/>
                    <a:pt x="206" y="58"/>
                    <a:pt x="190" y="42"/>
                  </a:cubicBezTo>
                  <a:cubicBezTo>
                    <a:pt x="169" y="25"/>
                    <a:pt x="153" y="9"/>
                    <a:pt x="120" y="9"/>
                  </a:cubicBezTo>
                  <a:cubicBezTo>
                    <a:pt x="110" y="3"/>
                    <a:pt x="101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4" name="Google Shape;15884;p41"/>
            <p:cNvSpPr/>
            <p:nvPr/>
          </p:nvSpPr>
          <p:spPr>
            <a:xfrm>
              <a:off x="4245600" y="3033175"/>
              <a:ext cx="6000" cy="5250"/>
            </a:xfrm>
            <a:custGeom>
              <a:avLst/>
              <a:gdLst/>
              <a:ahLst/>
              <a:cxnLst/>
              <a:rect l="l" t="t" r="r" b="b"/>
              <a:pathLst>
                <a:path w="240" h="210" extrusionOk="0">
                  <a:moveTo>
                    <a:pt x="130" y="1"/>
                  </a:moveTo>
                  <a:cubicBezTo>
                    <a:pt x="114" y="1"/>
                    <a:pt x="98" y="5"/>
                    <a:pt x="83" y="14"/>
                  </a:cubicBezTo>
                  <a:cubicBezTo>
                    <a:pt x="33" y="31"/>
                    <a:pt x="0" y="84"/>
                    <a:pt x="17" y="134"/>
                  </a:cubicBezTo>
                  <a:cubicBezTo>
                    <a:pt x="42" y="187"/>
                    <a:pt x="79" y="210"/>
                    <a:pt x="118" y="210"/>
                  </a:cubicBezTo>
                  <a:cubicBezTo>
                    <a:pt x="129" y="210"/>
                    <a:pt x="141" y="208"/>
                    <a:pt x="153" y="204"/>
                  </a:cubicBezTo>
                  <a:cubicBezTo>
                    <a:pt x="223" y="187"/>
                    <a:pt x="239" y="117"/>
                    <a:pt x="223" y="64"/>
                  </a:cubicBezTo>
                  <a:cubicBezTo>
                    <a:pt x="211" y="28"/>
                    <a:pt x="171" y="1"/>
                    <a:pt x="1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5" name="Google Shape;15885;p41"/>
            <p:cNvSpPr/>
            <p:nvPr/>
          </p:nvSpPr>
          <p:spPr>
            <a:xfrm>
              <a:off x="4250750" y="30050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95" y="1"/>
                  </a:moveTo>
                  <a:cubicBezTo>
                    <a:pt x="64" y="1"/>
                    <a:pt x="35" y="13"/>
                    <a:pt x="17" y="40"/>
                  </a:cubicBezTo>
                  <a:cubicBezTo>
                    <a:pt x="0" y="57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17" y="160"/>
                    <a:pt x="17" y="180"/>
                    <a:pt x="33" y="180"/>
                  </a:cubicBezTo>
                  <a:cubicBezTo>
                    <a:pt x="55" y="195"/>
                    <a:pt x="81" y="203"/>
                    <a:pt x="106" y="203"/>
                  </a:cubicBezTo>
                  <a:cubicBezTo>
                    <a:pt x="137" y="203"/>
                    <a:pt x="167" y="190"/>
                    <a:pt x="186" y="160"/>
                  </a:cubicBezTo>
                  <a:cubicBezTo>
                    <a:pt x="223" y="127"/>
                    <a:pt x="223" y="57"/>
                    <a:pt x="169" y="24"/>
                  </a:cubicBezTo>
                  <a:cubicBezTo>
                    <a:pt x="147" y="9"/>
                    <a:pt x="121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6" name="Google Shape;15886;p41"/>
            <p:cNvSpPr/>
            <p:nvPr/>
          </p:nvSpPr>
          <p:spPr>
            <a:xfrm>
              <a:off x="4249825" y="30215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10" y="1"/>
                  </a:moveTo>
                  <a:cubicBezTo>
                    <a:pt x="99" y="1"/>
                    <a:pt x="87" y="5"/>
                    <a:pt x="70" y="13"/>
                  </a:cubicBezTo>
                  <a:cubicBezTo>
                    <a:pt x="54" y="13"/>
                    <a:pt x="37" y="34"/>
                    <a:pt x="17" y="50"/>
                  </a:cubicBezTo>
                  <a:cubicBezTo>
                    <a:pt x="0" y="83"/>
                    <a:pt x="0" y="116"/>
                    <a:pt x="17" y="153"/>
                  </a:cubicBezTo>
                  <a:cubicBezTo>
                    <a:pt x="32" y="191"/>
                    <a:pt x="73" y="209"/>
                    <a:pt x="115" y="209"/>
                  </a:cubicBezTo>
                  <a:cubicBezTo>
                    <a:pt x="129" y="209"/>
                    <a:pt x="144" y="207"/>
                    <a:pt x="157" y="203"/>
                  </a:cubicBezTo>
                  <a:cubicBezTo>
                    <a:pt x="206" y="186"/>
                    <a:pt x="223" y="116"/>
                    <a:pt x="206" y="67"/>
                  </a:cubicBezTo>
                  <a:cubicBezTo>
                    <a:pt x="190" y="34"/>
                    <a:pt x="173" y="13"/>
                    <a:pt x="140" y="13"/>
                  </a:cubicBezTo>
                  <a:cubicBezTo>
                    <a:pt x="130" y="5"/>
                    <a:pt x="121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7" name="Google Shape;15887;p41"/>
            <p:cNvSpPr/>
            <p:nvPr/>
          </p:nvSpPr>
          <p:spPr>
            <a:xfrm>
              <a:off x="4233950" y="3037325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13" y="0"/>
                  </a:moveTo>
                  <a:cubicBezTo>
                    <a:pt x="83" y="0"/>
                    <a:pt x="56" y="15"/>
                    <a:pt x="33" y="38"/>
                  </a:cubicBezTo>
                  <a:cubicBezTo>
                    <a:pt x="0" y="71"/>
                    <a:pt x="0" y="87"/>
                    <a:pt x="0" y="124"/>
                  </a:cubicBezTo>
                  <a:cubicBezTo>
                    <a:pt x="0" y="124"/>
                    <a:pt x="0" y="141"/>
                    <a:pt x="17" y="141"/>
                  </a:cubicBezTo>
                  <a:cubicBezTo>
                    <a:pt x="17" y="157"/>
                    <a:pt x="33" y="174"/>
                    <a:pt x="33" y="190"/>
                  </a:cubicBezTo>
                  <a:cubicBezTo>
                    <a:pt x="70" y="207"/>
                    <a:pt x="87" y="207"/>
                    <a:pt x="120" y="207"/>
                  </a:cubicBezTo>
                  <a:cubicBezTo>
                    <a:pt x="157" y="207"/>
                    <a:pt x="173" y="190"/>
                    <a:pt x="190" y="174"/>
                  </a:cubicBezTo>
                  <a:cubicBezTo>
                    <a:pt x="206" y="157"/>
                    <a:pt x="223" y="124"/>
                    <a:pt x="206" y="87"/>
                  </a:cubicBezTo>
                  <a:cubicBezTo>
                    <a:pt x="206" y="71"/>
                    <a:pt x="190" y="38"/>
                    <a:pt x="173" y="21"/>
                  </a:cubicBezTo>
                  <a:cubicBezTo>
                    <a:pt x="152" y="7"/>
                    <a:pt x="132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8" name="Google Shape;15888;p41"/>
            <p:cNvSpPr/>
            <p:nvPr/>
          </p:nvSpPr>
          <p:spPr>
            <a:xfrm>
              <a:off x="4226625" y="3095675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88" y="0"/>
                  </a:moveTo>
                  <a:cubicBezTo>
                    <a:pt x="38" y="0"/>
                    <a:pt x="1" y="33"/>
                    <a:pt x="1" y="91"/>
                  </a:cubicBezTo>
                  <a:lnTo>
                    <a:pt x="1" y="140"/>
                  </a:lnTo>
                  <a:lnTo>
                    <a:pt x="17" y="161"/>
                  </a:lnTo>
                  <a:cubicBezTo>
                    <a:pt x="38" y="177"/>
                    <a:pt x="54" y="194"/>
                    <a:pt x="87" y="194"/>
                  </a:cubicBezTo>
                  <a:cubicBezTo>
                    <a:pt x="97" y="199"/>
                    <a:pt x="105" y="201"/>
                    <a:pt x="113" y="201"/>
                  </a:cubicBezTo>
                  <a:cubicBezTo>
                    <a:pt x="132" y="201"/>
                    <a:pt x="146" y="189"/>
                    <a:pt x="157" y="177"/>
                  </a:cubicBezTo>
                  <a:cubicBezTo>
                    <a:pt x="190" y="161"/>
                    <a:pt x="207" y="140"/>
                    <a:pt x="207" y="107"/>
                  </a:cubicBezTo>
                  <a:cubicBezTo>
                    <a:pt x="207" y="91"/>
                    <a:pt x="207" y="58"/>
                    <a:pt x="190" y="37"/>
                  </a:cubicBezTo>
                  <a:cubicBezTo>
                    <a:pt x="174" y="21"/>
                    <a:pt x="141" y="4"/>
                    <a:pt x="120" y="4"/>
                  </a:cubicBezTo>
                  <a:cubicBezTo>
                    <a:pt x="109" y="2"/>
                    <a:pt x="98" y="0"/>
                    <a:pt x="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9" name="Google Shape;15889;p41"/>
            <p:cNvSpPr/>
            <p:nvPr/>
          </p:nvSpPr>
          <p:spPr>
            <a:xfrm>
              <a:off x="4228800" y="30790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87" y="0"/>
                    <a:pt x="70" y="0"/>
                    <a:pt x="33" y="17"/>
                  </a:cubicBezTo>
                  <a:cubicBezTo>
                    <a:pt x="17" y="33"/>
                    <a:pt x="0" y="66"/>
                    <a:pt x="0" y="83"/>
                  </a:cubicBezTo>
                  <a:lnTo>
                    <a:pt x="0" y="136"/>
                  </a:lnTo>
                  <a:cubicBezTo>
                    <a:pt x="0" y="153"/>
                    <a:pt x="17" y="153"/>
                    <a:pt x="17" y="169"/>
                  </a:cubicBezTo>
                  <a:cubicBezTo>
                    <a:pt x="33" y="186"/>
                    <a:pt x="54" y="207"/>
                    <a:pt x="87" y="207"/>
                  </a:cubicBezTo>
                  <a:cubicBezTo>
                    <a:pt x="93" y="209"/>
                    <a:pt x="99" y="210"/>
                    <a:pt x="106" y="210"/>
                  </a:cubicBezTo>
                  <a:cubicBezTo>
                    <a:pt x="149" y="210"/>
                    <a:pt x="192" y="163"/>
                    <a:pt x="206" y="120"/>
                  </a:cubicBezTo>
                  <a:cubicBezTo>
                    <a:pt x="206" y="83"/>
                    <a:pt x="206" y="66"/>
                    <a:pt x="190" y="50"/>
                  </a:cubicBezTo>
                  <a:cubicBezTo>
                    <a:pt x="173" y="17"/>
                    <a:pt x="136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0" name="Google Shape;15890;p41"/>
            <p:cNvSpPr/>
            <p:nvPr/>
          </p:nvSpPr>
          <p:spPr>
            <a:xfrm>
              <a:off x="4230125" y="306515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93" y="1"/>
                  </a:moveTo>
                  <a:cubicBezTo>
                    <a:pt x="51" y="1"/>
                    <a:pt x="14" y="33"/>
                    <a:pt x="1" y="92"/>
                  </a:cubicBezTo>
                  <a:cubicBezTo>
                    <a:pt x="1" y="108"/>
                    <a:pt x="1" y="125"/>
                    <a:pt x="17" y="145"/>
                  </a:cubicBezTo>
                  <a:cubicBezTo>
                    <a:pt x="17" y="145"/>
                    <a:pt x="17" y="162"/>
                    <a:pt x="34" y="162"/>
                  </a:cubicBezTo>
                  <a:cubicBezTo>
                    <a:pt x="34" y="178"/>
                    <a:pt x="67" y="195"/>
                    <a:pt x="104" y="211"/>
                  </a:cubicBezTo>
                  <a:cubicBezTo>
                    <a:pt x="153" y="211"/>
                    <a:pt x="207" y="178"/>
                    <a:pt x="207" y="125"/>
                  </a:cubicBezTo>
                  <a:cubicBezTo>
                    <a:pt x="223" y="92"/>
                    <a:pt x="207" y="59"/>
                    <a:pt x="186" y="42"/>
                  </a:cubicBezTo>
                  <a:cubicBezTo>
                    <a:pt x="170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1" name="Google Shape;15891;p41"/>
            <p:cNvSpPr/>
            <p:nvPr/>
          </p:nvSpPr>
          <p:spPr>
            <a:xfrm>
              <a:off x="4223225" y="310675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14" y="1"/>
                  </a:moveTo>
                  <a:cubicBezTo>
                    <a:pt x="101" y="1"/>
                    <a:pt x="86" y="3"/>
                    <a:pt x="71" y="7"/>
                  </a:cubicBezTo>
                  <a:cubicBezTo>
                    <a:pt x="17" y="27"/>
                    <a:pt x="1" y="93"/>
                    <a:pt x="17" y="147"/>
                  </a:cubicBezTo>
                  <a:cubicBezTo>
                    <a:pt x="17" y="163"/>
                    <a:pt x="34" y="180"/>
                    <a:pt x="50" y="180"/>
                  </a:cubicBezTo>
                  <a:cubicBezTo>
                    <a:pt x="62" y="199"/>
                    <a:pt x="84" y="207"/>
                    <a:pt x="107" y="207"/>
                  </a:cubicBezTo>
                  <a:cubicBezTo>
                    <a:pt x="123" y="207"/>
                    <a:pt x="139" y="203"/>
                    <a:pt x="153" y="196"/>
                  </a:cubicBezTo>
                  <a:cubicBezTo>
                    <a:pt x="190" y="196"/>
                    <a:pt x="207" y="163"/>
                    <a:pt x="223" y="110"/>
                  </a:cubicBezTo>
                  <a:cubicBezTo>
                    <a:pt x="223" y="93"/>
                    <a:pt x="223" y="93"/>
                    <a:pt x="207" y="77"/>
                  </a:cubicBezTo>
                  <a:cubicBezTo>
                    <a:pt x="194" y="23"/>
                    <a:pt x="160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2" name="Google Shape;15892;p41"/>
            <p:cNvSpPr/>
            <p:nvPr/>
          </p:nvSpPr>
          <p:spPr>
            <a:xfrm>
              <a:off x="4237350" y="3101600"/>
              <a:ext cx="5700" cy="5075"/>
            </a:xfrm>
            <a:custGeom>
              <a:avLst/>
              <a:gdLst/>
              <a:ahLst/>
              <a:cxnLst/>
              <a:rect l="l" t="t" r="r" b="b"/>
              <a:pathLst>
                <a:path w="228" h="203" extrusionOk="0">
                  <a:moveTo>
                    <a:pt x="111" y="0"/>
                  </a:moveTo>
                  <a:cubicBezTo>
                    <a:pt x="98" y="0"/>
                    <a:pt x="84" y="2"/>
                    <a:pt x="70" y="6"/>
                  </a:cubicBezTo>
                  <a:cubicBezTo>
                    <a:pt x="21" y="27"/>
                    <a:pt x="0" y="77"/>
                    <a:pt x="21" y="147"/>
                  </a:cubicBezTo>
                  <a:cubicBezTo>
                    <a:pt x="21" y="147"/>
                    <a:pt x="37" y="163"/>
                    <a:pt x="37" y="180"/>
                  </a:cubicBezTo>
                  <a:cubicBezTo>
                    <a:pt x="61" y="191"/>
                    <a:pt x="84" y="203"/>
                    <a:pt x="115" y="203"/>
                  </a:cubicBezTo>
                  <a:cubicBezTo>
                    <a:pt x="127" y="203"/>
                    <a:pt x="141" y="201"/>
                    <a:pt x="157" y="196"/>
                  </a:cubicBezTo>
                  <a:cubicBezTo>
                    <a:pt x="190" y="180"/>
                    <a:pt x="207" y="147"/>
                    <a:pt x="227" y="110"/>
                  </a:cubicBezTo>
                  <a:cubicBezTo>
                    <a:pt x="227" y="93"/>
                    <a:pt x="227" y="77"/>
                    <a:pt x="207" y="60"/>
                  </a:cubicBezTo>
                  <a:cubicBezTo>
                    <a:pt x="194" y="20"/>
                    <a:pt x="154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3" name="Google Shape;15893;p41"/>
            <p:cNvSpPr/>
            <p:nvPr/>
          </p:nvSpPr>
          <p:spPr>
            <a:xfrm>
              <a:off x="4243025" y="314000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36" y="0"/>
                  </a:moveTo>
                  <a:cubicBezTo>
                    <a:pt x="66" y="0"/>
                    <a:pt x="17" y="37"/>
                    <a:pt x="17" y="87"/>
                  </a:cubicBezTo>
                  <a:cubicBezTo>
                    <a:pt x="0" y="103"/>
                    <a:pt x="17" y="120"/>
                    <a:pt x="17" y="140"/>
                  </a:cubicBezTo>
                  <a:cubicBezTo>
                    <a:pt x="17" y="157"/>
                    <a:pt x="17" y="157"/>
                    <a:pt x="33" y="173"/>
                  </a:cubicBezTo>
                  <a:cubicBezTo>
                    <a:pt x="50" y="190"/>
                    <a:pt x="66" y="206"/>
                    <a:pt x="103" y="206"/>
                  </a:cubicBezTo>
                  <a:cubicBezTo>
                    <a:pt x="120" y="206"/>
                    <a:pt x="153" y="206"/>
                    <a:pt x="169" y="190"/>
                  </a:cubicBezTo>
                  <a:cubicBezTo>
                    <a:pt x="206" y="173"/>
                    <a:pt x="206" y="140"/>
                    <a:pt x="223" y="120"/>
                  </a:cubicBezTo>
                  <a:cubicBezTo>
                    <a:pt x="223" y="87"/>
                    <a:pt x="223" y="70"/>
                    <a:pt x="206" y="37"/>
                  </a:cubicBezTo>
                  <a:cubicBezTo>
                    <a:pt x="186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4" name="Google Shape;15894;p41"/>
            <p:cNvSpPr/>
            <p:nvPr/>
          </p:nvSpPr>
          <p:spPr>
            <a:xfrm>
              <a:off x="4238675" y="3089150"/>
              <a:ext cx="5200" cy="5400"/>
            </a:xfrm>
            <a:custGeom>
              <a:avLst/>
              <a:gdLst/>
              <a:ahLst/>
              <a:cxnLst/>
              <a:rect l="l" t="t" r="r" b="b"/>
              <a:pathLst>
                <a:path w="208" h="216" extrusionOk="0">
                  <a:moveTo>
                    <a:pt x="96" y="0"/>
                  </a:moveTo>
                  <a:cubicBezTo>
                    <a:pt x="65" y="0"/>
                    <a:pt x="35" y="13"/>
                    <a:pt x="17" y="43"/>
                  </a:cubicBezTo>
                  <a:cubicBezTo>
                    <a:pt x="1" y="59"/>
                    <a:pt x="1" y="92"/>
                    <a:pt x="1" y="113"/>
                  </a:cubicBezTo>
                  <a:lnTo>
                    <a:pt x="1" y="146"/>
                  </a:lnTo>
                  <a:cubicBezTo>
                    <a:pt x="17" y="162"/>
                    <a:pt x="17" y="179"/>
                    <a:pt x="34" y="179"/>
                  </a:cubicBezTo>
                  <a:cubicBezTo>
                    <a:pt x="71" y="195"/>
                    <a:pt x="88" y="216"/>
                    <a:pt x="121" y="216"/>
                  </a:cubicBezTo>
                  <a:cubicBezTo>
                    <a:pt x="137" y="216"/>
                    <a:pt x="174" y="195"/>
                    <a:pt x="191" y="162"/>
                  </a:cubicBezTo>
                  <a:cubicBezTo>
                    <a:pt x="207" y="146"/>
                    <a:pt x="207" y="129"/>
                    <a:pt x="207" y="92"/>
                  </a:cubicBezTo>
                  <a:cubicBezTo>
                    <a:pt x="207" y="59"/>
                    <a:pt x="191" y="43"/>
                    <a:pt x="174" y="26"/>
                  </a:cubicBezTo>
                  <a:cubicBezTo>
                    <a:pt x="150" y="9"/>
                    <a:pt x="122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5" name="Google Shape;15895;p41"/>
            <p:cNvSpPr/>
            <p:nvPr/>
          </p:nvSpPr>
          <p:spPr>
            <a:xfrm>
              <a:off x="4235275" y="3116800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20" y="0"/>
                  </a:moveTo>
                  <a:cubicBezTo>
                    <a:pt x="50" y="0"/>
                    <a:pt x="1" y="38"/>
                    <a:pt x="1" y="87"/>
                  </a:cubicBezTo>
                  <a:lnTo>
                    <a:pt x="1" y="157"/>
                  </a:lnTo>
                  <a:cubicBezTo>
                    <a:pt x="17" y="174"/>
                    <a:pt x="50" y="207"/>
                    <a:pt x="83" y="207"/>
                  </a:cubicBezTo>
                  <a:cubicBezTo>
                    <a:pt x="93" y="209"/>
                    <a:pt x="102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3"/>
                    <a:pt x="207" y="70"/>
                    <a:pt x="186" y="54"/>
                  </a:cubicBezTo>
                  <a:cubicBezTo>
                    <a:pt x="170" y="38"/>
                    <a:pt x="13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6" name="Google Shape;15896;p41"/>
            <p:cNvSpPr/>
            <p:nvPr/>
          </p:nvSpPr>
          <p:spPr>
            <a:xfrm>
              <a:off x="4222825" y="3119775"/>
              <a:ext cx="5575" cy="5425"/>
            </a:xfrm>
            <a:custGeom>
              <a:avLst/>
              <a:gdLst/>
              <a:ahLst/>
              <a:cxnLst/>
              <a:rect l="l" t="t" r="r" b="b"/>
              <a:pathLst>
                <a:path w="223" h="217" extrusionOk="0">
                  <a:moveTo>
                    <a:pt x="103" y="1"/>
                  </a:moveTo>
                  <a:cubicBezTo>
                    <a:pt x="66" y="22"/>
                    <a:pt x="50" y="22"/>
                    <a:pt x="33" y="55"/>
                  </a:cubicBezTo>
                  <a:cubicBezTo>
                    <a:pt x="17" y="71"/>
                    <a:pt x="0" y="104"/>
                    <a:pt x="0" y="125"/>
                  </a:cubicBezTo>
                  <a:cubicBezTo>
                    <a:pt x="17" y="141"/>
                    <a:pt x="17" y="141"/>
                    <a:pt x="17" y="158"/>
                  </a:cubicBezTo>
                  <a:cubicBezTo>
                    <a:pt x="17" y="174"/>
                    <a:pt x="33" y="174"/>
                    <a:pt x="50" y="191"/>
                  </a:cubicBezTo>
                  <a:cubicBezTo>
                    <a:pt x="66" y="207"/>
                    <a:pt x="89" y="217"/>
                    <a:pt x="113" y="217"/>
                  </a:cubicBezTo>
                  <a:cubicBezTo>
                    <a:pt x="141" y="217"/>
                    <a:pt x="169" y="203"/>
                    <a:pt x="190" y="174"/>
                  </a:cubicBezTo>
                  <a:cubicBezTo>
                    <a:pt x="206" y="158"/>
                    <a:pt x="223" y="125"/>
                    <a:pt x="223" y="104"/>
                  </a:cubicBezTo>
                  <a:cubicBezTo>
                    <a:pt x="206" y="71"/>
                    <a:pt x="206" y="55"/>
                    <a:pt x="169" y="38"/>
                  </a:cubicBezTo>
                  <a:cubicBezTo>
                    <a:pt x="153" y="22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7" name="Google Shape;15897;p41"/>
            <p:cNvSpPr/>
            <p:nvPr/>
          </p:nvSpPr>
          <p:spPr>
            <a:xfrm>
              <a:off x="4216325" y="30717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70" y="1"/>
                    <a:pt x="0" y="34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7" y="190"/>
                    <a:pt x="54" y="207"/>
                    <a:pt x="87" y="207"/>
                  </a:cubicBezTo>
                  <a:cubicBezTo>
                    <a:pt x="120" y="207"/>
                    <a:pt x="140" y="207"/>
                    <a:pt x="173" y="190"/>
                  </a:cubicBezTo>
                  <a:cubicBezTo>
                    <a:pt x="190" y="170"/>
                    <a:pt x="206" y="153"/>
                    <a:pt x="206" y="120"/>
                  </a:cubicBezTo>
                  <a:cubicBezTo>
                    <a:pt x="206" y="87"/>
                    <a:pt x="206" y="67"/>
                    <a:pt x="190" y="50"/>
                  </a:cubicBezTo>
                  <a:cubicBezTo>
                    <a:pt x="173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8" name="Google Shape;15898;p41"/>
            <p:cNvSpPr/>
            <p:nvPr/>
          </p:nvSpPr>
          <p:spPr>
            <a:xfrm>
              <a:off x="4218075" y="29792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4" y="0"/>
                  </a:moveTo>
                  <a:cubicBezTo>
                    <a:pt x="112" y="0"/>
                    <a:pt x="99" y="2"/>
                    <a:pt x="87" y="7"/>
                  </a:cubicBezTo>
                  <a:cubicBezTo>
                    <a:pt x="17" y="23"/>
                    <a:pt x="0" y="93"/>
                    <a:pt x="17" y="143"/>
                  </a:cubicBezTo>
                  <a:cubicBezTo>
                    <a:pt x="29" y="183"/>
                    <a:pt x="72" y="202"/>
                    <a:pt x="114" y="202"/>
                  </a:cubicBezTo>
                  <a:cubicBezTo>
                    <a:pt x="127" y="202"/>
                    <a:pt x="141" y="200"/>
                    <a:pt x="153" y="196"/>
                  </a:cubicBezTo>
                  <a:cubicBezTo>
                    <a:pt x="207" y="180"/>
                    <a:pt x="240" y="126"/>
                    <a:pt x="207" y="56"/>
                  </a:cubicBezTo>
                  <a:cubicBezTo>
                    <a:pt x="194" y="19"/>
                    <a:pt x="161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9" name="Google Shape;15899;p41"/>
            <p:cNvSpPr/>
            <p:nvPr/>
          </p:nvSpPr>
          <p:spPr>
            <a:xfrm>
              <a:off x="4215900" y="29921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2" y="0"/>
                  </a:moveTo>
                  <a:cubicBezTo>
                    <a:pt x="83" y="0"/>
                    <a:pt x="54" y="13"/>
                    <a:pt x="34" y="40"/>
                  </a:cubicBezTo>
                  <a:cubicBezTo>
                    <a:pt x="17" y="56"/>
                    <a:pt x="1" y="94"/>
                    <a:pt x="1" y="110"/>
                  </a:cubicBezTo>
                  <a:cubicBezTo>
                    <a:pt x="1" y="127"/>
                    <a:pt x="17" y="127"/>
                    <a:pt x="17" y="143"/>
                  </a:cubicBezTo>
                  <a:cubicBezTo>
                    <a:pt x="17" y="159"/>
                    <a:pt x="34" y="180"/>
                    <a:pt x="54" y="180"/>
                  </a:cubicBezTo>
                  <a:cubicBezTo>
                    <a:pt x="69" y="195"/>
                    <a:pt x="91" y="203"/>
                    <a:pt x="113" y="203"/>
                  </a:cubicBezTo>
                  <a:cubicBezTo>
                    <a:pt x="142" y="203"/>
                    <a:pt x="172" y="190"/>
                    <a:pt x="190" y="159"/>
                  </a:cubicBezTo>
                  <a:cubicBezTo>
                    <a:pt x="207" y="143"/>
                    <a:pt x="223" y="127"/>
                    <a:pt x="207" y="94"/>
                  </a:cubicBezTo>
                  <a:cubicBezTo>
                    <a:pt x="207" y="56"/>
                    <a:pt x="207" y="40"/>
                    <a:pt x="174" y="23"/>
                  </a:cubicBezTo>
                  <a:cubicBezTo>
                    <a:pt x="157" y="9"/>
                    <a:pt x="135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0" name="Google Shape;15900;p41"/>
            <p:cNvSpPr/>
            <p:nvPr/>
          </p:nvSpPr>
          <p:spPr>
            <a:xfrm>
              <a:off x="4218900" y="29650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0" y="1"/>
                  </a:moveTo>
                  <a:cubicBezTo>
                    <a:pt x="96" y="1"/>
                    <a:pt x="83" y="3"/>
                    <a:pt x="70" y="7"/>
                  </a:cubicBezTo>
                  <a:cubicBezTo>
                    <a:pt x="17" y="27"/>
                    <a:pt x="0" y="77"/>
                    <a:pt x="17" y="147"/>
                  </a:cubicBezTo>
                  <a:cubicBezTo>
                    <a:pt x="32" y="184"/>
                    <a:pt x="73" y="202"/>
                    <a:pt x="115" y="202"/>
                  </a:cubicBezTo>
                  <a:cubicBezTo>
                    <a:pt x="129" y="202"/>
                    <a:pt x="144" y="200"/>
                    <a:pt x="157" y="196"/>
                  </a:cubicBezTo>
                  <a:cubicBezTo>
                    <a:pt x="207" y="180"/>
                    <a:pt x="223" y="110"/>
                    <a:pt x="207" y="60"/>
                  </a:cubicBezTo>
                  <a:cubicBezTo>
                    <a:pt x="194" y="20"/>
                    <a:pt x="151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1" name="Google Shape;15901;p41"/>
            <p:cNvSpPr/>
            <p:nvPr/>
          </p:nvSpPr>
          <p:spPr>
            <a:xfrm>
              <a:off x="4220650" y="30438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4" y="0"/>
                    <a:pt x="71" y="0"/>
                    <a:pt x="50" y="17"/>
                  </a:cubicBezTo>
                  <a:cubicBezTo>
                    <a:pt x="17" y="33"/>
                    <a:pt x="17" y="50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53"/>
                  </a:lnTo>
                  <a:cubicBezTo>
                    <a:pt x="33" y="190"/>
                    <a:pt x="71" y="190"/>
                    <a:pt x="87" y="207"/>
                  </a:cubicBezTo>
                  <a:cubicBezTo>
                    <a:pt x="153" y="207"/>
                    <a:pt x="207" y="174"/>
                    <a:pt x="207" y="120"/>
                  </a:cubicBezTo>
                  <a:cubicBezTo>
                    <a:pt x="223" y="87"/>
                    <a:pt x="207" y="70"/>
                    <a:pt x="190" y="33"/>
                  </a:cubicBezTo>
                  <a:cubicBezTo>
                    <a:pt x="174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2" name="Google Shape;15902;p41"/>
            <p:cNvSpPr/>
            <p:nvPr/>
          </p:nvSpPr>
          <p:spPr>
            <a:xfrm>
              <a:off x="4221475" y="303012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20" y="0"/>
                  </a:moveTo>
                  <a:cubicBezTo>
                    <a:pt x="120" y="0"/>
                    <a:pt x="104" y="0"/>
                    <a:pt x="87" y="17"/>
                  </a:cubicBezTo>
                  <a:cubicBezTo>
                    <a:pt x="17" y="33"/>
                    <a:pt x="0" y="83"/>
                    <a:pt x="17" y="153"/>
                  </a:cubicBezTo>
                  <a:cubicBezTo>
                    <a:pt x="32" y="193"/>
                    <a:pt x="74" y="212"/>
                    <a:pt x="116" y="212"/>
                  </a:cubicBezTo>
                  <a:cubicBezTo>
                    <a:pt x="130" y="212"/>
                    <a:pt x="144" y="210"/>
                    <a:pt x="157" y="206"/>
                  </a:cubicBezTo>
                  <a:cubicBezTo>
                    <a:pt x="174" y="206"/>
                    <a:pt x="190" y="186"/>
                    <a:pt x="190" y="169"/>
                  </a:cubicBezTo>
                  <a:cubicBezTo>
                    <a:pt x="223" y="153"/>
                    <a:pt x="223" y="103"/>
                    <a:pt x="223" y="66"/>
                  </a:cubicBezTo>
                  <a:cubicBezTo>
                    <a:pt x="207" y="33"/>
                    <a:pt x="174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3" name="Google Shape;15903;p41"/>
            <p:cNvSpPr/>
            <p:nvPr/>
          </p:nvSpPr>
          <p:spPr>
            <a:xfrm>
              <a:off x="4215500" y="3006400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36" y="1"/>
                  </a:moveTo>
                  <a:cubicBezTo>
                    <a:pt x="87" y="1"/>
                    <a:pt x="33" y="21"/>
                    <a:pt x="17" y="71"/>
                  </a:cubicBezTo>
                  <a:lnTo>
                    <a:pt x="17" y="87"/>
                  </a:lnTo>
                  <a:cubicBezTo>
                    <a:pt x="0" y="104"/>
                    <a:pt x="17" y="124"/>
                    <a:pt x="17" y="141"/>
                  </a:cubicBezTo>
                  <a:cubicBezTo>
                    <a:pt x="33" y="174"/>
                    <a:pt x="50" y="190"/>
                    <a:pt x="70" y="207"/>
                  </a:cubicBezTo>
                  <a:lnTo>
                    <a:pt x="103" y="207"/>
                  </a:lnTo>
                  <a:cubicBezTo>
                    <a:pt x="111" y="210"/>
                    <a:pt x="118" y="211"/>
                    <a:pt x="126" y="211"/>
                  </a:cubicBezTo>
                  <a:cubicBezTo>
                    <a:pt x="168" y="211"/>
                    <a:pt x="209" y="166"/>
                    <a:pt x="223" y="124"/>
                  </a:cubicBezTo>
                  <a:cubicBezTo>
                    <a:pt x="223" y="87"/>
                    <a:pt x="223" y="71"/>
                    <a:pt x="206" y="54"/>
                  </a:cubicBezTo>
                  <a:cubicBezTo>
                    <a:pt x="190" y="2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4" name="Google Shape;15904;p41"/>
            <p:cNvSpPr/>
            <p:nvPr/>
          </p:nvSpPr>
          <p:spPr>
            <a:xfrm>
              <a:off x="4216325" y="3087625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03" y="1"/>
                  </a:moveTo>
                  <a:cubicBezTo>
                    <a:pt x="70" y="1"/>
                    <a:pt x="54" y="17"/>
                    <a:pt x="37" y="50"/>
                  </a:cubicBezTo>
                  <a:cubicBezTo>
                    <a:pt x="17" y="71"/>
                    <a:pt x="0" y="87"/>
                    <a:pt x="0" y="120"/>
                  </a:cubicBezTo>
                  <a:cubicBezTo>
                    <a:pt x="0" y="120"/>
                    <a:pt x="0" y="137"/>
                    <a:pt x="17" y="137"/>
                  </a:cubicBezTo>
                  <a:cubicBezTo>
                    <a:pt x="17" y="153"/>
                    <a:pt x="37" y="174"/>
                    <a:pt x="54" y="190"/>
                  </a:cubicBezTo>
                  <a:cubicBezTo>
                    <a:pt x="69" y="205"/>
                    <a:pt x="91" y="213"/>
                    <a:pt x="114" y="213"/>
                  </a:cubicBezTo>
                  <a:cubicBezTo>
                    <a:pt x="142" y="213"/>
                    <a:pt x="172" y="201"/>
                    <a:pt x="190" y="174"/>
                  </a:cubicBezTo>
                  <a:cubicBezTo>
                    <a:pt x="223" y="120"/>
                    <a:pt x="223" y="71"/>
                    <a:pt x="173" y="34"/>
                  </a:cubicBezTo>
                  <a:cubicBezTo>
                    <a:pt x="157" y="17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5" name="Google Shape;15905;p41"/>
            <p:cNvSpPr/>
            <p:nvPr/>
          </p:nvSpPr>
          <p:spPr>
            <a:xfrm>
              <a:off x="4218475" y="3057600"/>
              <a:ext cx="5200" cy="5100"/>
            </a:xfrm>
            <a:custGeom>
              <a:avLst/>
              <a:gdLst/>
              <a:ahLst/>
              <a:cxnLst/>
              <a:rect l="l" t="t" r="r" b="b"/>
              <a:pathLst>
                <a:path w="208" h="204" extrusionOk="0">
                  <a:moveTo>
                    <a:pt x="103" y="1"/>
                  </a:moveTo>
                  <a:cubicBezTo>
                    <a:pt x="75" y="1"/>
                    <a:pt x="47" y="15"/>
                    <a:pt x="17" y="35"/>
                  </a:cubicBezTo>
                  <a:cubicBezTo>
                    <a:pt x="1" y="68"/>
                    <a:pt x="1" y="84"/>
                    <a:pt x="1" y="117"/>
                  </a:cubicBezTo>
                  <a:cubicBezTo>
                    <a:pt x="1" y="117"/>
                    <a:pt x="1" y="138"/>
                    <a:pt x="17" y="138"/>
                  </a:cubicBezTo>
                  <a:cubicBezTo>
                    <a:pt x="17" y="154"/>
                    <a:pt x="34" y="171"/>
                    <a:pt x="34" y="187"/>
                  </a:cubicBezTo>
                  <a:cubicBezTo>
                    <a:pt x="71" y="204"/>
                    <a:pt x="87" y="204"/>
                    <a:pt x="120" y="204"/>
                  </a:cubicBezTo>
                  <a:cubicBezTo>
                    <a:pt x="158" y="204"/>
                    <a:pt x="174" y="187"/>
                    <a:pt x="191" y="171"/>
                  </a:cubicBezTo>
                  <a:cubicBezTo>
                    <a:pt x="207" y="154"/>
                    <a:pt x="207" y="117"/>
                    <a:pt x="207" y="101"/>
                  </a:cubicBezTo>
                  <a:cubicBezTo>
                    <a:pt x="207" y="68"/>
                    <a:pt x="191" y="51"/>
                    <a:pt x="174" y="35"/>
                  </a:cubicBezTo>
                  <a:cubicBezTo>
                    <a:pt x="150" y="10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6" name="Google Shape;15906;p41"/>
            <p:cNvSpPr/>
            <p:nvPr/>
          </p:nvSpPr>
          <p:spPr>
            <a:xfrm>
              <a:off x="4296625" y="3057125"/>
              <a:ext cx="5675" cy="5200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87" y="0"/>
                  </a:moveTo>
                  <a:cubicBezTo>
                    <a:pt x="70" y="0"/>
                    <a:pt x="37" y="17"/>
                    <a:pt x="21" y="33"/>
                  </a:cubicBezTo>
                  <a:cubicBezTo>
                    <a:pt x="0" y="70"/>
                    <a:pt x="0" y="87"/>
                    <a:pt x="0" y="120"/>
                  </a:cubicBezTo>
                  <a:lnTo>
                    <a:pt x="0" y="136"/>
                  </a:lnTo>
                  <a:cubicBezTo>
                    <a:pt x="21" y="157"/>
                    <a:pt x="21" y="173"/>
                    <a:pt x="37" y="190"/>
                  </a:cubicBezTo>
                  <a:cubicBezTo>
                    <a:pt x="56" y="203"/>
                    <a:pt x="78" y="208"/>
                    <a:pt x="100" y="208"/>
                  </a:cubicBezTo>
                  <a:cubicBezTo>
                    <a:pt x="135" y="208"/>
                    <a:pt x="169" y="194"/>
                    <a:pt x="190" y="173"/>
                  </a:cubicBezTo>
                  <a:cubicBezTo>
                    <a:pt x="227" y="120"/>
                    <a:pt x="206" y="70"/>
                    <a:pt x="173" y="17"/>
                  </a:cubicBezTo>
                  <a:cubicBezTo>
                    <a:pt x="140" y="0"/>
                    <a:pt x="124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7" name="Google Shape;15907;p41"/>
            <p:cNvSpPr/>
            <p:nvPr/>
          </p:nvSpPr>
          <p:spPr>
            <a:xfrm>
              <a:off x="4363200" y="30919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4"/>
                    <a:pt x="0" y="83"/>
                  </a:cubicBezTo>
                  <a:cubicBezTo>
                    <a:pt x="0" y="104"/>
                    <a:pt x="0" y="137"/>
                    <a:pt x="17" y="153"/>
                  </a:cubicBezTo>
                  <a:lnTo>
                    <a:pt x="38" y="170"/>
                  </a:lnTo>
                  <a:cubicBezTo>
                    <a:pt x="54" y="186"/>
                    <a:pt x="71" y="207"/>
                    <a:pt x="104" y="207"/>
                  </a:cubicBezTo>
                  <a:cubicBezTo>
                    <a:pt x="112" y="210"/>
                    <a:pt x="121" y="211"/>
                    <a:pt x="129" y="211"/>
                  </a:cubicBezTo>
                  <a:cubicBezTo>
                    <a:pt x="172" y="211"/>
                    <a:pt x="209" y="176"/>
                    <a:pt x="223" y="120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8" name="Google Shape;15908;p41"/>
            <p:cNvSpPr/>
            <p:nvPr/>
          </p:nvSpPr>
          <p:spPr>
            <a:xfrm>
              <a:off x="4383400" y="3045575"/>
              <a:ext cx="3025" cy="5175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120" y="0"/>
                  </a:moveTo>
                  <a:cubicBezTo>
                    <a:pt x="104" y="0"/>
                    <a:pt x="87" y="17"/>
                    <a:pt x="71" y="17"/>
                  </a:cubicBezTo>
                  <a:cubicBezTo>
                    <a:pt x="17" y="33"/>
                    <a:pt x="1" y="104"/>
                    <a:pt x="17" y="153"/>
                  </a:cubicBezTo>
                  <a:cubicBezTo>
                    <a:pt x="17" y="170"/>
                    <a:pt x="34" y="170"/>
                    <a:pt x="54" y="186"/>
                  </a:cubicBezTo>
                  <a:cubicBezTo>
                    <a:pt x="71" y="207"/>
                    <a:pt x="87" y="207"/>
                    <a:pt x="120" y="207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9" name="Google Shape;15909;p41"/>
            <p:cNvSpPr/>
            <p:nvPr/>
          </p:nvSpPr>
          <p:spPr>
            <a:xfrm>
              <a:off x="4122725" y="310850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6" y="0"/>
                  </a:moveTo>
                  <a:cubicBezTo>
                    <a:pt x="65" y="0"/>
                    <a:pt x="35" y="12"/>
                    <a:pt x="17" y="40"/>
                  </a:cubicBezTo>
                  <a:cubicBezTo>
                    <a:pt x="1" y="60"/>
                    <a:pt x="1" y="77"/>
                    <a:pt x="1" y="110"/>
                  </a:cubicBezTo>
                  <a:lnTo>
                    <a:pt x="1" y="143"/>
                  </a:lnTo>
                  <a:lnTo>
                    <a:pt x="34" y="180"/>
                  </a:lnTo>
                  <a:cubicBezTo>
                    <a:pt x="58" y="195"/>
                    <a:pt x="84" y="203"/>
                    <a:pt x="110" y="203"/>
                  </a:cubicBezTo>
                  <a:cubicBezTo>
                    <a:pt x="141" y="203"/>
                    <a:pt x="170" y="191"/>
                    <a:pt x="190" y="163"/>
                  </a:cubicBezTo>
                  <a:cubicBezTo>
                    <a:pt x="207" y="143"/>
                    <a:pt x="207" y="110"/>
                    <a:pt x="207" y="93"/>
                  </a:cubicBezTo>
                  <a:cubicBezTo>
                    <a:pt x="207" y="60"/>
                    <a:pt x="190" y="40"/>
                    <a:pt x="174" y="23"/>
                  </a:cubicBezTo>
                  <a:cubicBezTo>
                    <a:pt x="150" y="8"/>
                    <a:pt x="122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0" name="Google Shape;15910;p41"/>
            <p:cNvSpPr/>
            <p:nvPr/>
          </p:nvSpPr>
          <p:spPr>
            <a:xfrm>
              <a:off x="4383000" y="2999200"/>
              <a:ext cx="850" cy="2075"/>
            </a:xfrm>
            <a:custGeom>
              <a:avLst/>
              <a:gdLst/>
              <a:ahLst/>
              <a:cxnLst/>
              <a:rect l="l" t="t" r="r" b="b"/>
              <a:pathLst>
                <a:path w="34" h="83" extrusionOk="0">
                  <a:moveTo>
                    <a:pt x="33" y="0"/>
                  </a:moveTo>
                  <a:lnTo>
                    <a:pt x="33" y="0"/>
                  </a:lnTo>
                  <a:cubicBezTo>
                    <a:pt x="33" y="17"/>
                    <a:pt x="17" y="50"/>
                    <a:pt x="0" y="83"/>
                  </a:cubicBezTo>
                  <a:lnTo>
                    <a:pt x="17" y="66"/>
                  </a:lnTo>
                  <a:cubicBezTo>
                    <a:pt x="33" y="50"/>
                    <a:pt x="33" y="17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1" name="Google Shape;15911;p41"/>
            <p:cNvSpPr/>
            <p:nvPr/>
          </p:nvSpPr>
          <p:spPr>
            <a:xfrm>
              <a:off x="4369275" y="30662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67" y="0"/>
                    <a:pt x="17" y="33"/>
                    <a:pt x="1" y="83"/>
                  </a:cubicBezTo>
                  <a:lnTo>
                    <a:pt x="1" y="153"/>
                  </a:lnTo>
                  <a:cubicBezTo>
                    <a:pt x="17" y="153"/>
                    <a:pt x="17" y="169"/>
                    <a:pt x="17" y="169"/>
                  </a:cubicBezTo>
                  <a:cubicBezTo>
                    <a:pt x="34" y="186"/>
                    <a:pt x="67" y="206"/>
                    <a:pt x="83" y="206"/>
                  </a:cubicBezTo>
                  <a:cubicBezTo>
                    <a:pt x="94" y="209"/>
                    <a:pt x="105" y="210"/>
                    <a:pt x="115" y="210"/>
                  </a:cubicBezTo>
                  <a:cubicBezTo>
                    <a:pt x="169" y="210"/>
                    <a:pt x="207" y="175"/>
                    <a:pt x="207" y="120"/>
                  </a:cubicBezTo>
                  <a:cubicBezTo>
                    <a:pt x="207" y="103"/>
                    <a:pt x="207" y="66"/>
                    <a:pt x="186" y="50"/>
                  </a:cubicBezTo>
                  <a:cubicBezTo>
                    <a:pt x="170" y="33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2" name="Google Shape;15912;p41"/>
            <p:cNvSpPr/>
            <p:nvPr/>
          </p:nvSpPr>
          <p:spPr>
            <a:xfrm>
              <a:off x="4376500" y="30106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3" y="1"/>
                  </a:moveTo>
                  <a:cubicBezTo>
                    <a:pt x="58" y="1"/>
                    <a:pt x="18" y="44"/>
                    <a:pt x="0" y="91"/>
                  </a:cubicBezTo>
                  <a:lnTo>
                    <a:pt x="0" y="140"/>
                  </a:lnTo>
                  <a:cubicBezTo>
                    <a:pt x="21" y="140"/>
                    <a:pt x="21" y="161"/>
                    <a:pt x="21" y="161"/>
                  </a:cubicBezTo>
                  <a:cubicBezTo>
                    <a:pt x="37" y="194"/>
                    <a:pt x="54" y="210"/>
                    <a:pt x="87" y="210"/>
                  </a:cubicBezTo>
                  <a:cubicBezTo>
                    <a:pt x="124" y="210"/>
                    <a:pt x="140" y="210"/>
                    <a:pt x="173" y="194"/>
                  </a:cubicBezTo>
                  <a:cubicBezTo>
                    <a:pt x="190" y="177"/>
                    <a:pt x="206" y="140"/>
                    <a:pt x="206" y="124"/>
                  </a:cubicBezTo>
                  <a:cubicBezTo>
                    <a:pt x="206" y="91"/>
                    <a:pt x="206" y="74"/>
                    <a:pt x="190" y="37"/>
                  </a:cubicBezTo>
                  <a:cubicBezTo>
                    <a:pt x="173" y="20"/>
                    <a:pt x="157" y="4"/>
                    <a:pt x="124" y="4"/>
                  </a:cubicBezTo>
                  <a:cubicBezTo>
                    <a:pt x="117" y="2"/>
                    <a:pt x="110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3" name="Google Shape;15913;p41"/>
            <p:cNvSpPr/>
            <p:nvPr/>
          </p:nvSpPr>
          <p:spPr>
            <a:xfrm>
              <a:off x="4376500" y="3026600"/>
              <a:ext cx="5700" cy="5225"/>
            </a:xfrm>
            <a:custGeom>
              <a:avLst/>
              <a:gdLst/>
              <a:ahLst/>
              <a:cxnLst/>
              <a:rect l="l" t="t" r="r" b="b"/>
              <a:pathLst>
                <a:path w="228" h="209" extrusionOk="0">
                  <a:moveTo>
                    <a:pt x="103" y="1"/>
                  </a:moveTo>
                  <a:cubicBezTo>
                    <a:pt x="70" y="1"/>
                    <a:pt x="54" y="17"/>
                    <a:pt x="37" y="38"/>
                  </a:cubicBezTo>
                  <a:cubicBezTo>
                    <a:pt x="21" y="54"/>
                    <a:pt x="0" y="87"/>
                    <a:pt x="0" y="120"/>
                  </a:cubicBezTo>
                  <a:lnTo>
                    <a:pt x="21" y="141"/>
                  </a:lnTo>
                  <a:cubicBezTo>
                    <a:pt x="21" y="158"/>
                    <a:pt x="37" y="174"/>
                    <a:pt x="54" y="191"/>
                  </a:cubicBezTo>
                  <a:cubicBezTo>
                    <a:pt x="66" y="203"/>
                    <a:pt x="85" y="209"/>
                    <a:pt x="104" y="209"/>
                  </a:cubicBezTo>
                  <a:cubicBezTo>
                    <a:pt x="135" y="209"/>
                    <a:pt x="170" y="194"/>
                    <a:pt x="190" y="174"/>
                  </a:cubicBezTo>
                  <a:cubicBezTo>
                    <a:pt x="227" y="120"/>
                    <a:pt x="227" y="54"/>
                    <a:pt x="173" y="17"/>
                  </a:cubicBez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4" name="Google Shape;15914;p41"/>
            <p:cNvSpPr/>
            <p:nvPr/>
          </p:nvSpPr>
          <p:spPr>
            <a:xfrm>
              <a:off x="4370100" y="3052375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20" y="1"/>
                  </a:moveTo>
                  <a:cubicBezTo>
                    <a:pt x="71" y="1"/>
                    <a:pt x="17" y="38"/>
                    <a:pt x="1" y="87"/>
                  </a:cubicBezTo>
                  <a:lnTo>
                    <a:pt x="1" y="141"/>
                  </a:lnTo>
                  <a:cubicBezTo>
                    <a:pt x="1" y="141"/>
                    <a:pt x="17" y="141"/>
                    <a:pt x="17" y="157"/>
                  </a:cubicBezTo>
                  <a:lnTo>
                    <a:pt x="17" y="174"/>
                  </a:lnTo>
                  <a:cubicBezTo>
                    <a:pt x="34" y="190"/>
                    <a:pt x="71" y="207"/>
                    <a:pt x="87" y="207"/>
                  </a:cubicBezTo>
                  <a:cubicBezTo>
                    <a:pt x="97" y="212"/>
                    <a:pt x="107" y="214"/>
                    <a:pt x="116" y="214"/>
                  </a:cubicBezTo>
                  <a:cubicBezTo>
                    <a:pt x="139" y="214"/>
                    <a:pt x="159" y="202"/>
                    <a:pt x="174" y="190"/>
                  </a:cubicBezTo>
                  <a:cubicBezTo>
                    <a:pt x="190" y="174"/>
                    <a:pt x="207" y="157"/>
                    <a:pt x="207" y="120"/>
                  </a:cubicBezTo>
                  <a:cubicBezTo>
                    <a:pt x="223" y="104"/>
                    <a:pt x="207" y="71"/>
                    <a:pt x="207" y="54"/>
                  </a:cubicBezTo>
                  <a:cubicBezTo>
                    <a:pt x="190" y="38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5" name="Google Shape;15915;p41"/>
            <p:cNvSpPr/>
            <p:nvPr/>
          </p:nvSpPr>
          <p:spPr>
            <a:xfrm>
              <a:off x="4371350" y="3038500"/>
              <a:ext cx="5675" cy="5350"/>
            </a:xfrm>
            <a:custGeom>
              <a:avLst/>
              <a:gdLst/>
              <a:ahLst/>
              <a:cxnLst/>
              <a:rect l="l" t="t" r="r" b="b"/>
              <a:pathLst>
                <a:path w="227" h="214" extrusionOk="0">
                  <a:moveTo>
                    <a:pt x="103" y="0"/>
                  </a:moveTo>
                  <a:cubicBezTo>
                    <a:pt x="85" y="0"/>
                    <a:pt x="65" y="12"/>
                    <a:pt x="54" y="24"/>
                  </a:cubicBezTo>
                  <a:cubicBezTo>
                    <a:pt x="37" y="40"/>
                    <a:pt x="21" y="57"/>
                    <a:pt x="0" y="94"/>
                  </a:cubicBezTo>
                  <a:cubicBezTo>
                    <a:pt x="0" y="110"/>
                    <a:pt x="0" y="127"/>
                    <a:pt x="21" y="143"/>
                  </a:cubicBezTo>
                  <a:cubicBezTo>
                    <a:pt x="21" y="143"/>
                    <a:pt x="21" y="160"/>
                    <a:pt x="37" y="160"/>
                  </a:cubicBezTo>
                  <a:cubicBezTo>
                    <a:pt x="37" y="180"/>
                    <a:pt x="70" y="197"/>
                    <a:pt x="103" y="213"/>
                  </a:cubicBezTo>
                  <a:cubicBezTo>
                    <a:pt x="157" y="213"/>
                    <a:pt x="206" y="180"/>
                    <a:pt x="206" y="127"/>
                  </a:cubicBezTo>
                  <a:cubicBezTo>
                    <a:pt x="227" y="94"/>
                    <a:pt x="206" y="57"/>
                    <a:pt x="190" y="40"/>
                  </a:cubicBezTo>
                  <a:cubicBezTo>
                    <a:pt x="173" y="24"/>
                    <a:pt x="157" y="7"/>
                    <a:pt x="124" y="7"/>
                  </a:cubicBezTo>
                  <a:cubicBezTo>
                    <a:pt x="118" y="2"/>
                    <a:pt x="111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6" name="Google Shape;15916;p41"/>
            <p:cNvSpPr/>
            <p:nvPr/>
          </p:nvSpPr>
          <p:spPr>
            <a:xfrm>
              <a:off x="4227550" y="31580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50" y="1"/>
                    <a:pt x="1" y="38"/>
                    <a:pt x="1" y="87"/>
                  </a:cubicBezTo>
                  <a:lnTo>
                    <a:pt x="1" y="157"/>
                  </a:lnTo>
                  <a:cubicBezTo>
                    <a:pt x="1" y="157"/>
                    <a:pt x="1" y="174"/>
                    <a:pt x="17" y="174"/>
                  </a:cubicBezTo>
                  <a:cubicBezTo>
                    <a:pt x="34" y="190"/>
                    <a:pt x="50" y="207"/>
                    <a:pt x="83" y="207"/>
                  </a:cubicBezTo>
                  <a:cubicBezTo>
                    <a:pt x="92" y="210"/>
                    <a:pt x="101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4"/>
                    <a:pt x="207" y="71"/>
                    <a:pt x="186" y="54"/>
                  </a:cubicBezTo>
                  <a:cubicBezTo>
                    <a:pt x="170" y="38"/>
                    <a:pt x="13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7" name="Google Shape;15917;p41"/>
            <p:cNvSpPr/>
            <p:nvPr/>
          </p:nvSpPr>
          <p:spPr>
            <a:xfrm>
              <a:off x="4385975" y="3192875"/>
              <a:ext cx="450" cy="1675"/>
            </a:xfrm>
            <a:custGeom>
              <a:avLst/>
              <a:gdLst/>
              <a:ahLst/>
              <a:cxnLst/>
              <a:rect l="l" t="t" r="r" b="b"/>
              <a:pathLst>
                <a:path w="18" h="67" extrusionOk="0">
                  <a:moveTo>
                    <a:pt x="17" y="0"/>
                  </a:moveTo>
                  <a:cubicBezTo>
                    <a:pt x="17" y="0"/>
                    <a:pt x="17" y="17"/>
                    <a:pt x="1" y="17"/>
                  </a:cubicBezTo>
                  <a:cubicBezTo>
                    <a:pt x="1" y="33"/>
                    <a:pt x="1" y="50"/>
                    <a:pt x="17" y="66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8" name="Google Shape;15918;p41"/>
            <p:cNvSpPr/>
            <p:nvPr/>
          </p:nvSpPr>
          <p:spPr>
            <a:xfrm>
              <a:off x="4115000" y="3227600"/>
              <a:ext cx="6000" cy="5325"/>
            </a:xfrm>
            <a:custGeom>
              <a:avLst/>
              <a:gdLst/>
              <a:ahLst/>
              <a:cxnLst/>
              <a:rect l="l" t="t" r="r" b="b"/>
              <a:pathLst>
                <a:path w="240" h="213" extrusionOk="0">
                  <a:moveTo>
                    <a:pt x="137" y="1"/>
                  </a:moveTo>
                  <a:cubicBezTo>
                    <a:pt x="120" y="1"/>
                    <a:pt x="104" y="1"/>
                    <a:pt x="87" y="17"/>
                  </a:cubicBezTo>
                  <a:cubicBezTo>
                    <a:pt x="33" y="38"/>
                    <a:pt x="1" y="87"/>
                    <a:pt x="17" y="157"/>
                  </a:cubicBezTo>
                  <a:cubicBezTo>
                    <a:pt x="42" y="194"/>
                    <a:pt x="78" y="213"/>
                    <a:pt x="116" y="213"/>
                  </a:cubicBezTo>
                  <a:cubicBezTo>
                    <a:pt x="128" y="213"/>
                    <a:pt x="141" y="211"/>
                    <a:pt x="153" y="207"/>
                  </a:cubicBezTo>
                  <a:cubicBezTo>
                    <a:pt x="174" y="207"/>
                    <a:pt x="190" y="190"/>
                    <a:pt x="207" y="174"/>
                  </a:cubicBezTo>
                  <a:cubicBezTo>
                    <a:pt x="223" y="157"/>
                    <a:pt x="240" y="104"/>
                    <a:pt x="223" y="71"/>
                  </a:cubicBezTo>
                  <a:cubicBezTo>
                    <a:pt x="207" y="38"/>
                    <a:pt x="174" y="17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9" name="Google Shape;15919;p41"/>
            <p:cNvSpPr/>
            <p:nvPr/>
          </p:nvSpPr>
          <p:spPr>
            <a:xfrm>
              <a:off x="4174675" y="3256875"/>
              <a:ext cx="4775" cy="2075"/>
            </a:xfrm>
            <a:custGeom>
              <a:avLst/>
              <a:gdLst/>
              <a:ahLst/>
              <a:cxnLst/>
              <a:rect l="l" t="t" r="r" b="b"/>
              <a:pathLst>
                <a:path w="191" h="83" extrusionOk="0">
                  <a:moveTo>
                    <a:pt x="104" y="0"/>
                  </a:moveTo>
                  <a:cubicBezTo>
                    <a:pt x="71" y="0"/>
                    <a:pt x="34" y="17"/>
                    <a:pt x="1" y="33"/>
                  </a:cubicBezTo>
                  <a:cubicBezTo>
                    <a:pt x="71" y="50"/>
                    <a:pt x="120" y="66"/>
                    <a:pt x="190" y="83"/>
                  </a:cubicBezTo>
                  <a:cubicBezTo>
                    <a:pt x="190" y="66"/>
                    <a:pt x="174" y="66"/>
                    <a:pt x="174" y="50"/>
                  </a:cubicBezTo>
                  <a:cubicBezTo>
                    <a:pt x="157" y="33"/>
                    <a:pt x="120" y="17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0" name="Google Shape;15920;p41"/>
            <p:cNvSpPr/>
            <p:nvPr/>
          </p:nvSpPr>
          <p:spPr>
            <a:xfrm>
              <a:off x="4006350" y="2982800"/>
              <a:ext cx="3450" cy="4775"/>
            </a:xfrm>
            <a:custGeom>
              <a:avLst/>
              <a:gdLst/>
              <a:ahLst/>
              <a:cxnLst/>
              <a:rect l="l" t="t" r="r" b="b"/>
              <a:pathLst>
                <a:path w="138" h="191" extrusionOk="0">
                  <a:moveTo>
                    <a:pt x="104" y="1"/>
                  </a:moveTo>
                  <a:cubicBezTo>
                    <a:pt x="67" y="71"/>
                    <a:pt x="34" y="120"/>
                    <a:pt x="1" y="174"/>
                  </a:cubicBezTo>
                  <a:cubicBezTo>
                    <a:pt x="17" y="190"/>
                    <a:pt x="34" y="190"/>
                    <a:pt x="50" y="190"/>
                  </a:cubicBezTo>
                  <a:cubicBezTo>
                    <a:pt x="67" y="190"/>
                    <a:pt x="104" y="174"/>
                    <a:pt x="121" y="157"/>
                  </a:cubicBezTo>
                  <a:cubicBezTo>
                    <a:pt x="137" y="120"/>
                    <a:pt x="137" y="104"/>
                    <a:pt x="137" y="71"/>
                  </a:cubicBezTo>
                  <a:cubicBezTo>
                    <a:pt x="137" y="54"/>
                    <a:pt x="121" y="17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1" name="Google Shape;15921;p41"/>
            <p:cNvSpPr/>
            <p:nvPr/>
          </p:nvSpPr>
          <p:spPr>
            <a:xfrm>
              <a:off x="4361550" y="3029600"/>
              <a:ext cx="4250" cy="4425"/>
            </a:xfrm>
            <a:custGeom>
              <a:avLst/>
              <a:gdLst/>
              <a:ahLst/>
              <a:cxnLst/>
              <a:rect l="l" t="t" r="r" b="b"/>
              <a:pathLst>
                <a:path w="170" h="177" extrusionOk="0">
                  <a:moveTo>
                    <a:pt x="137" y="0"/>
                  </a:moveTo>
                  <a:cubicBezTo>
                    <a:pt x="83" y="54"/>
                    <a:pt x="50" y="104"/>
                    <a:pt x="0" y="157"/>
                  </a:cubicBezTo>
                  <a:cubicBezTo>
                    <a:pt x="17" y="174"/>
                    <a:pt x="33" y="174"/>
                    <a:pt x="50" y="174"/>
                  </a:cubicBezTo>
                  <a:cubicBezTo>
                    <a:pt x="59" y="176"/>
                    <a:pt x="68" y="177"/>
                    <a:pt x="77" y="177"/>
                  </a:cubicBezTo>
                  <a:cubicBezTo>
                    <a:pt x="132" y="177"/>
                    <a:pt x="170" y="133"/>
                    <a:pt x="170" y="87"/>
                  </a:cubicBezTo>
                  <a:cubicBezTo>
                    <a:pt x="170" y="71"/>
                    <a:pt x="170" y="38"/>
                    <a:pt x="153" y="21"/>
                  </a:cubicBezTo>
                  <a:cubicBezTo>
                    <a:pt x="153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2" name="Google Shape;15922;p41"/>
            <p:cNvSpPr/>
            <p:nvPr/>
          </p:nvSpPr>
          <p:spPr>
            <a:xfrm>
              <a:off x="4230125" y="3221525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3" y="0"/>
                  </a:moveTo>
                  <a:cubicBezTo>
                    <a:pt x="51" y="0"/>
                    <a:pt x="14" y="33"/>
                    <a:pt x="1" y="91"/>
                  </a:cubicBezTo>
                  <a:lnTo>
                    <a:pt x="1" y="140"/>
                  </a:lnTo>
                  <a:cubicBezTo>
                    <a:pt x="17" y="140"/>
                    <a:pt x="17" y="157"/>
                    <a:pt x="17" y="157"/>
                  </a:cubicBezTo>
                  <a:cubicBezTo>
                    <a:pt x="34" y="178"/>
                    <a:pt x="67" y="194"/>
                    <a:pt x="83" y="194"/>
                  </a:cubicBezTo>
                  <a:cubicBezTo>
                    <a:pt x="95" y="197"/>
                    <a:pt x="107" y="198"/>
                    <a:pt x="117" y="198"/>
                  </a:cubicBezTo>
                  <a:cubicBezTo>
                    <a:pt x="170" y="198"/>
                    <a:pt x="207" y="166"/>
                    <a:pt x="207" y="107"/>
                  </a:cubicBezTo>
                  <a:cubicBezTo>
                    <a:pt x="207" y="91"/>
                    <a:pt x="207" y="54"/>
                    <a:pt x="186" y="37"/>
                  </a:cubicBezTo>
                  <a:cubicBezTo>
                    <a:pt x="170" y="21"/>
                    <a:pt x="153" y="4"/>
                    <a:pt x="120" y="4"/>
                  </a:cubicBezTo>
                  <a:cubicBezTo>
                    <a:pt x="111" y="2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3" name="Google Shape;15923;p41"/>
            <p:cNvSpPr/>
            <p:nvPr/>
          </p:nvSpPr>
          <p:spPr>
            <a:xfrm>
              <a:off x="4021825" y="2963950"/>
              <a:ext cx="3425" cy="3425"/>
            </a:xfrm>
            <a:custGeom>
              <a:avLst/>
              <a:gdLst/>
              <a:ahLst/>
              <a:cxnLst/>
              <a:rect l="l" t="t" r="r" b="b"/>
              <a:pathLst>
                <a:path w="137" h="137" extrusionOk="0">
                  <a:moveTo>
                    <a:pt x="136" y="0"/>
                  </a:moveTo>
                  <a:cubicBezTo>
                    <a:pt x="87" y="50"/>
                    <a:pt x="50" y="87"/>
                    <a:pt x="0" y="120"/>
                  </a:cubicBezTo>
                  <a:cubicBezTo>
                    <a:pt x="17" y="136"/>
                    <a:pt x="33" y="136"/>
                    <a:pt x="50" y="136"/>
                  </a:cubicBezTo>
                  <a:cubicBezTo>
                    <a:pt x="66" y="120"/>
                    <a:pt x="103" y="120"/>
                    <a:pt x="120" y="87"/>
                  </a:cubicBezTo>
                  <a:cubicBezTo>
                    <a:pt x="136" y="70"/>
                    <a:pt x="136" y="50"/>
                    <a:pt x="136" y="17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4" name="Google Shape;15924;p41"/>
            <p:cNvSpPr/>
            <p:nvPr/>
          </p:nvSpPr>
          <p:spPr>
            <a:xfrm>
              <a:off x="4383000" y="3058875"/>
              <a:ext cx="3425" cy="5175"/>
            </a:xfrm>
            <a:custGeom>
              <a:avLst/>
              <a:gdLst/>
              <a:ahLst/>
              <a:cxnLst/>
              <a:rect l="l" t="t" r="r" b="b"/>
              <a:pathLst>
                <a:path w="137" h="207" extrusionOk="0">
                  <a:moveTo>
                    <a:pt x="103" y="0"/>
                  </a:moveTo>
                  <a:cubicBezTo>
                    <a:pt x="70" y="0"/>
                    <a:pt x="50" y="17"/>
                    <a:pt x="33" y="33"/>
                  </a:cubicBezTo>
                  <a:cubicBezTo>
                    <a:pt x="17" y="66"/>
                    <a:pt x="0" y="87"/>
                    <a:pt x="0" y="120"/>
                  </a:cubicBezTo>
                  <a:cubicBezTo>
                    <a:pt x="17" y="120"/>
                    <a:pt x="17" y="136"/>
                    <a:pt x="17" y="136"/>
                  </a:cubicBezTo>
                  <a:cubicBezTo>
                    <a:pt x="17" y="153"/>
                    <a:pt x="33" y="169"/>
                    <a:pt x="50" y="190"/>
                  </a:cubicBezTo>
                  <a:cubicBezTo>
                    <a:pt x="70" y="206"/>
                    <a:pt x="103" y="206"/>
                    <a:pt x="136" y="206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5" name="Google Shape;15925;p41"/>
            <p:cNvSpPr/>
            <p:nvPr/>
          </p:nvSpPr>
          <p:spPr>
            <a:xfrm>
              <a:off x="4308675" y="30485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4" y="0"/>
                    <a:pt x="71" y="0"/>
                    <a:pt x="54" y="17"/>
                  </a:cubicBezTo>
                  <a:cubicBezTo>
                    <a:pt x="17" y="33"/>
                    <a:pt x="17" y="50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69"/>
                  </a:lnTo>
                  <a:cubicBezTo>
                    <a:pt x="33" y="190"/>
                    <a:pt x="71" y="206"/>
                    <a:pt x="87" y="206"/>
                  </a:cubicBezTo>
                  <a:cubicBezTo>
                    <a:pt x="157" y="206"/>
                    <a:pt x="207" y="169"/>
                    <a:pt x="207" y="120"/>
                  </a:cubicBezTo>
                  <a:cubicBezTo>
                    <a:pt x="223" y="87"/>
                    <a:pt x="207" y="66"/>
                    <a:pt x="190" y="33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6" name="Google Shape;15926;p41"/>
            <p:cNvSpPr/>
            <p:nvPr/>
          </p:nvSpPr>
          <p:spPr>
            <a:xfrm>
              <a:off x="4296200" y="30412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71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36"/>
                  </a:cubicBezTo>
                  <a:cubicBezTo>
                    <a:pt x="17" y="153"/>
                    <a:pt x="17" y="153"/>
                    <a:pt x="38" y="173"/>
                  </a:cubicBezTo>
                  <a:cubicBezTo>
                    <a:pt x="54" y="190"/>
                    <a:pt x="71" y="206"/>
                    <a:pt x="104" y="206"/>
                  </a:cubicBezTo>
                  <a:cubicBezTo>
                    <a:pt x="120" y="206"/>
                    <a:pt x="157" y="206"/>
                    <a:pt x="174" y="190"/>
                  </a:cubicBezTo>
                  <a:cubicBezTo>
                    <a:pt x="190" y="173"/>
                    <a:pt x="207" y="136"/>
                    <a:pt x="223" y="120"/>
                  </a:cubicBezTo>
                  <a:cubicBezTo>
                    <a:pt x="223" y="87"/>
                    <a:pt x="207" y="70"/>
                    <a:pt x="190" y="33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7" name="Google Shape;15927;p41"/>
            <p:cNvSpPr/>
            <p:nvPr/>
          </p:nvSpPr>
          <p:spPr>
            <a:xfrm>
              <a:off x="4257550" y="304067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6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17" y="23"/>
                    <a:pt x="0" y="73"/>
                    <a:pt x="17" y="143"/>
                  </a:cubicBezTo>
                  <a:cubicBezTo>
                    <a:pt x="33" y="183"/>
                    <a:pt x="74" y="203"/>
                    <a:pt x="116" y="203"/>
                  </a:cubicBezTo>
                  <a:cubicBezTo>
                    <a:pt x="130" y="203"/>
                    <a:pt x="144" y="201"/>
                    <a:pt x="157" y="196"/>
                  </a:cubicBezTo>
                  <a:cubicBezTo>
                    <a:pt x="207" y="176"/>
                    <a:pt x="244" y="110"/>
                    <a:pt x="223" y="56"/>
                  </a:cubicBezTo>
                  <a:cubicBezTo>
                    <a:pt x="198" y="19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8" name="Google Shape;15928;p41"/>
            <p:cNvSpPr/>
            <p:nvPr/>
          </p:nvSpPr>
          <p:spPr>
            <a:xfrm>
              <a:off x="4242500" y="3074750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4" y="0"/>
                  </a:moveTo>
                  <a:cubicBezTo>
                    <a:pt x="71" y="0"/>
                    <a:pt x="38" y="17"/>
                    <a:pt x="21" y="70"/>
                  </a:cubicBezTo>
                  <a:lnTo>
                    <a:pt x="1" y="87"/>
                  </a:lnTo>
                  <a:cubicBezTo>
                    <a:pt x="1" y="103"/>
                    <a:pt x="1" y="120"/>
                    <a:pt x="21" y="136"/>
                  </a:cubicBezTo>
                  <a:cubicBezTo>
                    <a:pt x="21" y="173"/>
                    <a:pt x="38" y="190"/>
                    <a:pt x="71" y="190"/>
                  </a:cubicBezTo>
                  <a:cubicBezTo>
                    <a:pt x="71" y="206"/>
                    <a:pt x="87" y="206"/>
                    <a:pt x="87" y="206"/>
                  </a:cubicBezTo>
                  <a:cubicBezTo>
                    <a:pt x="157" y="206"/>
                    <a:pt x="207" y="173"/>
                    <a:pt x="207" y="120"/>
                  </a:cubicBezTo>
                  <a:cubicBezTo>
                    <a:pt x="227" y="87"/>
                    <a:pt x="207" y="70"/>
                    <a:pt x="190" y="33"/>
                  </a:cubicBezTo>
                  <a:cubicBezTo>
                    <a:pt x="174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9" name="Google Shape;15929;p41"/>
            <p:cNvSpPr/>
            <p:nvPr/>
          </p:nvSpPr>
          <p:spPr>
            <a:xfrm>
              <a:off x="4282900" y="30472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11" y="0"/>
                  </a:moveTo>
                  <a:cubicBezTo>
                    <a:pt x="75" y="0"/>
                    <a:pt x="40" y="15"/>
                    <a:pt x="17" y="39"/>
                  </a:cubicBezTo>
                  <a:cubicBezTo>
                    <a:pt x="1" y="72"/>
                    <a:pt x="1" y="88"/>
                    <a:pt x="1" y="121"/>
                  </a:cubicBezTo>
                  <a:lnTo>
                    <a:pt x="1" y="142"/>
                  </a:lnTo>
                  <a:cubicBezTo>
                    <a:pt x="17" y="158"/>
                    <a:pt x="17" y="175"/>
                    <a:pt x="34" y="191"/>
                  </a:cubicBezTo>
                  <a:cubicBezTo>
                    <a:pt x="54" y="204"/>
                    <a:pt x="77" y="209"/>
                    <a:pt x="99" y="209"/>
                  </a:cubicBezTo>
                  <a:cubicBezTo>
                    <a:pt x="135" y="209"/>
                    <a:pt x="170" y="195"/>
                    <a:pt x="190" y="175"/>
                  </a:cubicBezTo>
                  <a:cubicBezTo>
                    <a:pt x="207" y="158"/>
                    <a:pt x="207" y="121"/>
                    <a:pt x="207" y="88"/>
                  </a:cubicBezTo>
                  <a:cubicBezTo>
                    <a:pt x="207" y="72"/>
                    <a:pt x="190" y="39"/>
                    <a:pt x="174" y="18"/>
                  </a:cubicBezTo>
                  <a:cubicBezTo>
                    <a:pt x="154" y="6"/>
                    <a:pt x="132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0" name="Google Shape;15930;p41"/>
            <p:cNvSpPr/>
            <p:nvPr/>
          </p:nvSpPr>
          <p:spPr>
            <a:xfrm>
              <a:off x="4291450" y="3069175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5" y="1"/>
                  </a:moveTo>
                  <a:cubicBezTo>
                    <a:pt x="87" y="1"/>
                    <a:pt x="71" y="1"/>
                    <a:pt x="38" y="17"/>
                  </a:cubicBezTo>
                  <a:cubicBezTo>
                    <a:pt x="22" y="34"/>
                    <a:pt x="1" y="50"/>
                    <a:pt x="1" y="87"/>
                  </a:cubicBezTo>
                  <a:lnTo>
                    <a:pt x="1" y="137"/>
                  </a:lnTo>
                  <a:lnTo>
                    <a:pt x="22" y="153"/>
                  </a:lnTo>
                  <a:cubicBezTo>
                    <a:pt x="38" y="190"/>
                    <a:pt x="55" y="190"/>
                    <a:pt x="87" y="207"/>
                  </a:cubicBezTo>
                  <a:cubicBezTo>
                    <a:pt x="141" y="207"/>
                    <a:pt x="191" y="170"/>
                    <a:pt x="207" y="120"/>
                  </a:cubicBezTo>
                  <a:cubicBezTo>
                    <a:pt x="207" y="87"/>
                    <a:pt x="207" y="50"/>
                    <a:pt x="191" y="34"/>
                  </a:cubicBezTo>
                  <a:cubicBezTo>
                    <a:pt x="174" y="17"/>
                    <a:pt x="141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1" name="Google Shape;15931;p41"/>
            <p:cNvSpPr/>
            <p:nvPr/>
          </p:nvSpPr>
          <p:spPr>
            <a:xfrm>
              <a:off x="4256300" y="305442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94" y="1"/>
                  </a:moveTo>
                  <a:cubicBezTo>
                    <a:pt x="51" y="1"/>
                    <a:pt x="15" y="34"/>
                    <a:pt x="1" y="92"/>
                  </a:cubicBezTo>
                  <a:cubicBezTo>
                    <a:pt x="1" y="108"/>
                    <a:pt x="1" y="125"/>
                    <a:pt x="17" y="141"/>
                  </a:cubicBezTo>
                  <a:lnTo>
                    <a:pt x="17" y="162"/>
                  </a:lnTo>
                  <a:cubicBezTo>
                    <a:pt x="34" y="178"/>
                    <a:pt x="67" y="195"/>
                    <a:pt x="88" y="211"/>
                  </a:cubicBezTo>
                  <a:cubicBezTo>
                    <a:pt x="154" y="211"/>
                    <a:pt x="207" y="178"/>
                    <a:pt x="207" y="125"/>
                  </a:cubicBezTo>
                  <a:cubicBezTo>
                    <a:pt x="224" y="92"/>
                    <a:pt x="207" y="59"/>
                    <a:pt x="191" y="38"/>
                  </a:cubicBezTo>
                  <a:cubicBezTo>
                    <a:pt x="170" y="22"/>
                    <a:pt x="154" y="5"/>
                    <a:pt x="121" y="5"/>
                  </a:cubicBezTo>
                  <a:cubicBezTo>
                    <a:pt x="111" y="2"/>
                    <a:pt x="102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2" name="Google Shape;15932;p41"/>
            <p:cNvSpPr/>
            <p:nvPr/>
          </p:nvSpPr>
          <p:spPr>
            <a:xfrm>
              <a:off x="4263125" y="301495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7" y="1"/>
                  </a:moveTo>
                  <a:cubicBezTo>
                    <a:pt x="54" y="1"/>
                    <a:pt x="17" y="34"/>
                    <a:pt x="0" y="92"/>
                  </a:cubicBezTo>
                  <a:lnTo>
                    <a:pt x="0" y="125"/>
                  </a:lnTo>
                  <a:cubicBezTo>
                    <a:pt x="0" y="125"/>
                    <a:pt x="0" y="141"/>
                    <a:pt x="21" y="141"/>
                  </a:cubicBezTo>
                  <a:lnTo>
                    <a:pt x="21" y="158"/>
                  </a:lnTo>
                  <a:cubicBezTo>
                    <a:pt x="37" y="195"/>
                    <a:pt x="70" y="195"/>
                    <a:pt x="87" y="211"/>
                  </a:cubicBezTo>
                  <a:cubicBezTo>
                    <a:pt x="124" y="211"/>
                    <a:pt x="157" y="195"/>
                    <a:pt x="173" y="195"/>
                  </a:cubicBezTo>
                  <a:cubicBezTo>
                    <a:pt x="190" y="174"/>
                    <a:pt x="206" y="141"/>
                    <a:pt x="206" y="125"/>
                  </a:cubicBezTo>
                  <a:cubicBezTo>
                    <a:pt x="206" y="92"/>
                    <a:pt x="206" y="71"/>
                    <a:pt x="190" y="55"/>
                  </a:cubicBezTo>
                  <a:cubicBezTo>
                    <a:pt x="190" y="22"/>
                    <a:pt x="157" y="5"/>
                    <a:pt x="124" y="5"/>
                  </a:cubicBezTo>
                  <a:cubicBezTo>
                    <a:pt x="115" y="2"/>
                    <a:pt x="10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3" name="Google Shape;15933;p41"/>
            <p:cNvSpPr/>
            <p:nvPr/>
          </p:nvSpPr>
          <p:spPr>
            <a:xfrm>
              <a:off x="4262300" y="30286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4" y="0"/>
                  </a:moveTo>
                  <a:cubicBezTo>
                    <a:pt x="53" y="0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17" y="141"/>
                    <a:pt x="17" y="161"/>
                    <a:pt x="17" y="161"/>
                  </a:cubicBezTo>
                  <a:cubicBezTo>
                    <a:pt x="33" y="194"/>
                    <a:pt x="54" y="194"/>
                    <a:pt x="87" y="211"/>
                  </a:cubicBezTo>
                  <a:cubicBezTo>
                    <a:pt x="136" y="211"/>
                    <a:pt x="206" y="178"/>
                    <a:pt x="206" y="124"/>
                  </a:cubicBezTo>
                  <a:cubicBezTo>
                    <a:pt x="206" y="91"/>
                    <a:pt x="206" y="58"/>
                    <a:pt x="190" y="37"/>
                  </a:cubicBezTo>
                  <a:cubicBezTo>
                    <a:pt x="173" y="21"/>
                    <a:pt x="157" y="4"/>
                    <a:pt x="120" y="4"/>
                  </a:cubicBezTo>
                  <a:cubicBezTo>
                    <a:pt x="111" y="2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4" name="Google Shape;15934;p41"/>
            <p:cNvSpPr/>
            <p:nvPr/>
          </p:nvSpPr>
          <p:spPr>
            <a:xfrm>
              <a:off x="4208175" y="3048875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5" y="0"/>
                  </a:moveTo>
                  <a:cubicBezTo>
                    <a:pt x="54" y="0"/>
                    <a:pt x="14" y="33"/>
                    <a:pt x="1" y="91"/>
                  </a:cubicBezTo>
                  <a:lnTo>
                    <a:pt x="1" y="141"/>
                  </a:lnTo>
                  <a:cubicBezTo>
                    <a:pt x="17" y="178"/>
                    <a:pt x="54" y="194"/>
                    <a:pt x="87" y="194"/>
                  </a:cubicBezTo>
                  <a:cubicBezTo>
                    <a:pt x="99" y="197"/>
                    <a:pt x="110" y="198"/>
                    <a:pt x="121" y="198"/>
                  </a:cubicBezTo>
                  <a:cubicBezTo>
                    <a:pt x="173" y="198"/>
                    <a:pt x="207" y="166"/>
                    <a:pt x="207" y="108"/>
                  </a:cubicBezTo>
                  <a:cubicBezTo>
                    <a:pt x="207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2" y="2"/>
                    <a:pt x="103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5" name="Google Shape;15935;p41"/>
            <p:cNvSpPr/>
            <p:nvPr/>
          </p:nvSpPr>
          <p:spPr>
            <a:xfrm>
              <a:off x="4210350" y="303335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24" y="1"/>
                  </a:moveTo>
                  <a:cubicBezTo>
                    <a:pt x="112" y="1"/>
                    <a:pt x="99" y="3"/>
                    <a:pt x="87" y="7"/>
                  </a:cubicBezTo>
                  <a:cubicBezTo>
                    <a:pt x="17" y="24"/>
                    <a:pt x="0" y="94"/>
                    <a:pt x="17" y="143"/>
                  </a:cubicBezTo>
                  <a:cubicBezTo>
                    <a:pt x="17" y="160"/>
                    <a:pt x="33" y="160"/>
                    <a:pt x="50" y="180"/>
                  </a:cubicBezTo>
                  <a:cubicBezTo>
                    <a:pt x="64" y="192"/>
                    <a:pt x="93" y="204"/>
                    <a:pt x="121" y="204"/>
                  </a:cubicBezTo>
                  <a:cubicBezTo>
                    <a:pt x="132" y="204"/>
                    <a:pt x="143" y="202"/>
                    <a:pt x="153" y="197"/>
                  </a:cubicBezTo>
                  <a:cubicBezTo>
                    <a:pt x="190" y="180"/>
                    <a:pt x="223" y="143"/>
                    <a:pt x="223" y="110"/>
                  </a:cubicBezTo>
                  <a:lnTo>
                    <a:pt x="223" y="57"/>
                  </a:lnTo>
                  <a:cubicBezTo>
                    <a:pt x="198" y="19"/>
                    <a:pt x="162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6" name="Google Shape;15936;p41"/>
            <p:cNvSpPr/>
            <p:nvPr/>
          </p:nvSpPr>
          <p:spPr>
            <a:xfrm>
              <a:off x="4206425" y="30639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0" y="0"/>
                  </a:moveTo>
                  <a:cubicBezTo>
                    <a:pt x="37" y="0"/>
                    <a:pt x="1" y="33"/>
                    <a:pt x="1" y="91"/>
                  </a:cubicBezTo>
                  <a:lnTo>
                    <a:pt x="1" y="141"/>
                  </a:lnTo>
                  <a:lnTo>
                    <a:pt x="21" y="157"/>
                  </a:lnTo>
                  <a:cubicBezTo>
                    <a:pt x="38" y="174"/>
                    <a:pt x="54" y="194"/>
                    <a:pt x="87" y="211"/>
                  </a:cubicBezTo>
                  <a:cubicBezTo>
                    <a:pt x="124" y="211"/>
                    <a:pt x="141" y="194"/>
                    <a:pt x="157" y="174"/>
                  </a:cubicBezTo>
                  <a:cubicBezTo>
                    <a:pt x="190" y="174"/>
                    <a:pt x="207" y="141"/>
                    <a:pt x="207" y="124"/>
                  </a:cubicBezTo>
                  <a:cubicBezTo>
                    <a:pt x="207" y="91"/>
                    <a:pt x="207" y="54"/>
                    <a:pt x="190" y="37"/>
                  </a:cubicBezTo>
                  <a:cubicBezTo>
                    <a:pt x="174" y="21"/>
                    <a:pt x="141" y="4"/>
                    <a:pt x="124" y="4"/>
                  </a:cubicBezTo>
                  <a:cubicBezTo>
                    <a:pt x="112" y="2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7" name="Google Shape;15937;p41"/>
            <p:cNvSpPr/>
            <p:nvPr/>
          </p:nvSpPr>
          <p:spPr>
            <a:xfrm>
              <a:off x="4202600" y="30777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12" y="1"/>
                  </a:moveTo>
                  <a:cubicBezTo>
                    <a:pt x="83" y="1"/>
                    <a:pt x="54" y="14"/>
                    <a:pt x="34" y="32"/>
                  </a:cubicBezTo>
                  <a:cubicBezTo>
                    <a:pt x="17" y="69"/>
                    <a:pt x="1" y="85"/>
                    <a:pt x="17" y="118"/>
                  </a:cubicBezTo>
                  <a:lnTo>
                    <a:pt x="17" y="135"/>
                  </a:lnTo>
                  <a:cubicBezTo>
                    <a:pt x="17" y="155"/>
                    <a:pt x="34" y="172"/>
                    <a:pt x="50" y="188"/>
                  </a:cubicBezTo>
                  <a:cubicBezTo>
                    <a:pt x="67" y="203"/>
                    <a:pt x="90" y="211"/>
                    <a:pt x="113" y="211"/>
                  </a:cubicBezTo>
                  <a:cubicBezTo>
                    <a:pt x="141" y="211"/>
                    <a:pt x="170" y="199"/>
                    <a:pt x="191" y="172"/>
                  </a:cubicBezTo>
                  <a:cubicBezTo>
                    <a:pt x="207" y="155"/>
                    <a:pt x="224" y="118"/>
                    <a:pt x="224" y="102"/>
                  </a:cubicBezTo>
                  <a:cubicBezTo>
                    <a:pt x="224" y="69"/>
                    <a:pt x="207" y="52"/>
                    <a:pt x="174" y="32"/>
                  </a:cubicBezTo>
                  <a:cubicBezTo>
                    <a:pt x="157" y="9"/>
                    <a:pt x="135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8" name="Google Shape;15938;p41"/>
            <p:cNvSpPr/>
            <p:nvPr/>
          </p:nvSpPr>
          <p:spPr>
            <a:xfrm>
              <a:off x="4209000" y="31274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4" y="0"/>
                  </a:moveTo>
                  <a:cubicBezTo>
                    <a:pt x="59" y="0"/>
                    <a:pt x="19" y="47"/>
                    <a:pt x="1" y="90"/>
                  </a:cubicBezTo>
                  <a:lnTo>
                    <a:pt x="1" y="143"/>
                  </a:lnTo>
                  <a:cubicBezTo>
                    <a:pt x="21" y="143"/>
                    <a:pt x="21" y="160"/>
                    <a:pt x="21" y="160"/>
                  </a:cubicBezTo>
                  <a:cubicBezTo>
                    <a:pt x="38" y="193"/>
                    <a:pt x="71" y="193"/>
                    <a:pt x="87" y="209"/>
                  </a:cubicBezTo>
                  <a:cubicBezTo>
                    <a:pt x="157" y="209"/>
                    <a:pt x="207" y="176"/>
                    <a:pt x="207" y="127"/>
                  </a:cubicBezTo>
                  <a:cubicBezTo>
                    <a:pt x="207" y="90"/>
                    <a:pt x="207" y="57"/>
                    <a:pt x="190" y="40"/>
                  </a:cubicBezTo>
                  <a:cubicBezTo>
                    <a:pt x="174" y="24"/>
                    <a:pt x="157" y="3"/>
                    <a:pt x="124" y="3"/>
                  </a:cubicBezTo>
                  <a:cubicBezTo>
                    <a:pt x="118" y="1"/>
                    <a:pt x="111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9" name="Google Shape;15939;p41"/>
            <p:cNvSpPr/>
            <p:nvPr/>
          </p:nvSpPr>
          <p:spPr>
            <a:xfrm>
              <a:off x="4267450" y="3060900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07" y="0"/>
                  </a:moveTo>
                  <a:cubicBezTo>
                    <a:pt x="95" y="0"/>
                    <a:pt x="83" y="2"/>
                    <a:pt x="70" y="6"/>
                  </a:cubicBezTo>
                  <a:cubicBezTo>
                    <a:pt x="17" y="39"/>
                    <a:pt x="0" y="88"/>
                    <a:pt x="17" y="142"/>
                  </a:cubicBezTo>
                  <a:cubicBezTo>
                    <a:pt x="31" y="183"/>
                    <a:pt x="82" y="216"/>
                    <a:pt x="130" y="216"/>
                  </a:cubicBezTo>
                  <a:cubicBezTo>
                    <a:pt x="139" y="216"/>
                    <a:pt x="148" y="215"/>
                    <a:pt x="157" y="212"/>
                  </a:cubicBezTo>
                  <a:cubicBezTo>
                    <a:pt x="206" y="175"/>
                    <a:pt x="239" y="125"/>
                    <a:pt x="206" y="72"/>
                  </a:cubicBezTo>
                  <a:cubicBezTo>
                    <a:pt x="193" y="32"/>
                    <a:pt x="156" y="0"/>
                    <a:pt x="1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0" name="Google Shape;15940;p41"/>
            <p:cNvSpPr/>
            <p:nvPr/>
          </p:nvSpPr>
          <p:spPr>
            <a:xfrm>
              <a:off x="4286300" y="3033400"/>
              <a:ext cx="5700" cy="5050"/>
            </a:xfrm>
            <a:custGeom>
              <a:avLst/>
              <a:gdLst/>
              <a:ahLst/>
              <a:cxnLst/>
              <a:rect l="l" t="t" r="r" b="b"/>
              <a:pathLst>
                <a:path w="228" h="202" extrusionOk="0">
                  <a:moveTo>
                    <a:pt x="98" y="1"/>
                  </a:moveTo>
                  <a:cubicBezTo>
                    <a:pt x="55" y="1"/>
                    <a:pt x="18" y="34"/>
                    <a:pt x="1" y="92"/>
                  </a:cubicBezTo>
                  <a:cubicBezTo>
                    <a:pt x="1" y="108"/>
                    <a:pt x="1" y="125"/>
                    <a:pt x="21" y="141"/>
                  </a:cubicBezTo>
                  <a:lnTo>
                    <a:pt x="21" y="158"/>
                  </a:lnTo>
                  <a:cubicBezTo>
                    <a:pt x="38" y="178"/>
                    <a:pt x="71" y="195"/>
                    <a:pt x="87" y="195"/>
                  </a:cubicBezTo>
                  <a:cubicBezTo>
                    <a:pt x="98" y="200"/>
                    <a:pt x="109" y="202"/>
                    <a:pt x="119" y="202"/>
                  </a:cubicBezTo>
                  <a:cubicBezTo>
                    <a:pt x="142" y="202"/>
                    <a:pt x="162" y="190"/>
                    <a:pt x="174" y="178"/>
                  </a:cubicBezTo>
                  <a:cubicBezTo>
                    <a:pt x="190" y="158"/>
                    <a:pt x="207" y="141"/>
                    <a:pt x="207" y="108"/>
                  </a:cubicBezTo>
                  <a:cubicBezTo>
                    <a:pt x="228" y="92"/>
                    <a:pt x="207" y="55"/>
                    <a:pt x="190" y="38"/>
                  </a:cubicBezTo>
                  <a:cubicBezTo>
                    <a:pt x="174" y="22"/>
                    <a:pt x="157" y="5"/>
                    <a:pt x="124" y="5"/>
                  </a:cubicBezTo>
                  <a:cubicBezTo>
                    <a:pt x="115" y="2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1" name="Google Shape;15941;p41"/>
            <p:cNvSpPr/>
            <p:nvPr/>
          </p:nvSpPr>
          <p:spPr>
            <a:xfrm>
              <a:off x="4211175" y="309970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103" y="0"/>
                    <a:pt x="70" y="0"/>
                    <a:pt x="54" y="16"/>
                  </a:cubicBezTo>
                  <a:cubicBezTo>
                    <a:pt x="17" y="33"/>
                    <a:pt x="17" y="49"/>
                    <a:pt x="0" y="82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53"/>
                  </a:lnTo>
                  <a:cubicBezTo>
                    <a:pt x="37" y="186"/>
                    <a:pt x="70" y="206"/>
                    <a:pt x="87" y="206"/>
                  </a:cubicBezTo>
                  <a:cubicBezTo>
                    <a:pt x="157" y="206"/>
                    <a:pt x="206" y="169"/>
                    <a:pt x="206" y="120"/>
                  </a:cubicBezTo>
                  <a:cubicBezTo>
                    <a:pt x="223" y="82"/>
                    <a:pt x="206" y="66"/>
                    <a:pt x="190" y="33"/>
                  </a:cubicBezTo>
                  <a:cubicBezTo>
                    <a:pt x="173" y="16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2" name="Google Shape;15942;p41"/>
            <p:cNvSpPr/>
            <p:nvPr/>
          </p:nvSpPr>
          <p:spPr>
            <a:xfrm>
              <a:off x="4209925" y="31137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3" y="1"/>
                  </a:moveTo>
                  <a:cubicBezTo>
                    <a:pt x="51" y="1"/>
                    <a:pt x="14" y="33"/>
                    <a:pt x="1" y="91"/>
                  </a:cubicBezTo>
                  <a:lnTo>
                    <a:pt x="1" y="124"/>
                  </a:lnTo>
                  <a:lnTo>
                    <a:pt x="17" y="141"/>
                  </a:lnTo>
                  <a:lnTo>
                    <a:pt x="17" y="162"/>
                  </a:lnTo>
                  <a:cubicBezTo>
                    <a:pt x="34" y="194"/>
                    <a:pt x="67" y="194"/>
                    <a:pt x="87" y="211"/>
                  </a:cubicBezTo>
                  <a:cubicBezTo>
                    <a:pt x="120" y="211"/>
                    <a:pt x="153" y="194"/>
                    <a:pt x="170" y="194"/>
                  </a:cubicBezTo>
                  <a:cubicBezTo>
                    <a:pt x="190" y="178"/>
                    <a:pt x="207" y="141"/>
                    <a:pt x="207" y="124"/>
                  </a:cubicBezTo>
                  <a:cubicBezTo>
                    <a:pt x="223" y="91"/>
                    <a:pt x="207" y="75"/>
                    <a:pt x="207" y="58"/>
                  </a:cubicBezTo>
                  <a:cubicBezTo>
                    <a:pt x="190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3" name="Google Shape;15943;p41"/>
            <p:cNvSpPr/>
            <p:nvPr/>
          </p:nvSpPr>
          <p:spPr>
            <a:xfrm>
              <a:off x="4364550" y="3078050"/>
              <a:ext cx="6000" cy="5375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13" y="0"/>
                  </a:moveTo>
                  <a:cubicBezTo>
                    <a:pt x="104" y="0"/>
                    <a:pt x="95" y="1"/>
                    <a:pt x="87" y="4"/>
                  </a:cubicBezTo>
                  <a:cubicBezTo>
                    <a:pt x="33" y="41"/>
                    <a:pt x="0" y="91"/>
                    <a:pt x="17" y="144"/>
                  </a:cubicBezTo>
                  <a:cubicBezTo>
                    <a:pt x="30" y="185"/>
                    <a:pt x="80" y="215"/>
                    <a:pt x="125" y="215"/>
                  </a:cubicBezTo>
                  <a:cubicBezTo>
                    <a:pt x="134" y="215"/>
                    <a:pt x="144" y="213"/>
                    <a:pt x="153" y="210"/>
                  </a:cubicBezTo>
                  <a:cubicBezTo>
                    <a:pt x="206" y="194"/>
                    <a:pt x="239" y="124"/>
                    <a:pt x="223" y="74"/>
                  </a:cubicBezTo>
                  <a:cubicBezTo>
                    <a:pt x="195" y="30"/>
                    <a:pt x="154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4" name="Google Shape;15944;p41"/>
            <p:cNvSpPr/>
            <p:nvPr/>
          </p:nvSpPr>
          <p:spPr>
            <a:xfrm>
              <a:off x="4204775" y="2980950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0" y="0"/>
                  </a:moveTo>
                  <a:cubicBezTo>
                    <a:pt x="67" y="0"/>
                    <a:pt x="45" y="14"/>
                    <a:pt x="34" y="25"/>
                  </a:cubicBezTo>
                  <a:cubicBezTo>
                    <a:pt x="17" y="42"/>
                    <a:pt x="1" y="58"/>
                    <a:pt x="1" y="91"/>
                  </a:cubicBezTo>
                  <a:lnTo>
                    <a:pt x="1" y="145"/>
                  </a:lnTo>
                  <a:cubicBezTo>
                    <a:pt x="17" y="178"/>
                    <a:pt x="50" y="194"/>
                    <a:pt x="87" y="194"/>
                  </a:cubicBezTo>
                  <a:lnTo>
                    <a:pt x="104" y="194"/>
                  </a:lnTo>
                  <a:cubicBezTo>
                    <a:pt x="111" y="197"/>
                    <a:pt x="119" y="199"/>
                    <a:pt x="126" y="199"/>
                  </a:cubicBezTo>
                  <a:cubicBezTo>
                    <a:pt x="168" y="199"/>
                    <a:pt x="207" y="154"/>
                    <a:pt x="207" y="112"/>
                  </a:cubicBezTo>
                  <a:cubicBezTo>
                    <a:pt x="207" y="91"/>
                    <a:pt x="207" y="58"/>
                    <a:pt x="190" y="42"/>
                  </a:cubicBezTo>
                  <a:cubicBezTo>
                    <a:pt x="170" y="25"/>
                    <a:pt x="153" y="9"/>
                    <a:pt x="120" y="9"/>
                  </a:cubicBezTo>
                  <a:cubicBezTo>
                    <a:pt x="110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5" name="Google Shape;15945;p41"/>
            <p:cNvSpPr/>
            <p:nvPr/>
          </p:nvSpPr>
          <p:spPr>
            <a:xfrm>
              <a:off x="4203425" y="299695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95" y="0"/>
                  </a:moveTo>
                  <a:cubicBezTo>
                    <a:pt x="41" y="0"/>
                    <a:pt x="1" y="44"/>
                    <a:pt x="1" y="90"/>
                  </a:cubicBezTo>
                  <a:lnTo>
                    <a:pt x="1" y="140"/>
                  </a:lnTo>
                  <a:lnTo>
                    <a:pt x="17" y="156"/>
                  </a:lnTo>
                  <a:cubicBezTo>
                    <a:pt x="38" y="193"/>
                    <a:pt x="55" y="193"/>
                    <a:pt x="88" y="210"/>
                  </a:cubicBezTo>
                  <a:cubicBezTo>
                    <a:pt x="141" y="210"/>
                    <a:pt x="191" y="173"/>
                    <a:pt x="207" y="123"/>
                  </a:cubicBezTo>
                  <a:cubicBezTo>
                    <a:pt x="207" y="90"/>
                    <a:pt x="207" y="53"/>
                    <a:pt x="191" y="37"/>
                  </a:cubicBezTo>
                  <a:cubicBezTo>
                    <a:pt x="174" y="20"/>
                    <a:pt x="141" y="4"/>
                    <a:pt x="121" y="4"/>
                  </a:cubicBezTo>
                  <a:cubicBezTo>
                    <a:pt x="112" y="1"/>
                    <a:pt x="103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6" name="Google Shape;15946;p41"/>
            <p:cNvSpPr/>
            <p:nvPr/>
          </p:nvSpPr>
          <p:spPr>
            <a:xfrm>
              <a:off x="4206950" y="2969150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09" y="0"/>
                  </a:moveTo>
                  <a:cubicBezTo>
                    <a:pt x="80" y="0"/>
                    <a:pt x="51" y="13"/>
                    <a:pt x="33" y="31"/>
                  </a:cubicBezTo>
                  <a:cubicBezTo>
                    <a:pt x="17" y="68"/>
                    <a:pt x="0" y="85"/>
                    <a:pt x="17" y="118"/>
                  </a:cubicBezTo>
                  <a:lnTo>
                    <a:pt x="17" y="134"/>
                  </a:lnTo>
                  <a:cubicBezTo>
                    <a:pt x="17" y="151"/>
                    <a:pt x="33" y="171"/>
                    <a:pt x="50" y="188"/>
                  </a:cubicBezTo>
                  <a:cubicBezTo>
                    <a:pt x="66" y="204"/>
                    <a:pt x="103" y="204"/>
                    <a:pt x="120" y="204"/>
                  </a:cubicBezTo>
                  <a:cubicBezTo>
                    <a:pt x="153" y="204"/>
                    <a:pt x="169" y="188"/>
                    <a:pt x="186" y="171"/>
                  </a:cubicBezTo>
                  <a:cubicBezTo>
                    <a:pt x="206" y="151"/>
                    <a:pt x="223" y="118"/>
                    <a:pt x="223" y="101"/>
                  </a:cubicBezTo>
                  <a:cubicBezTo>
                    <a:pt x="223" y="68"/>
                    <a:pt x="206" y="48"/>
                    <a:pt x="169" y="31"/>
                  </a:cubicBezTo>
                  <a:cubicBezTo>
                    <a:pt x="154" y="9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7" name="Google Shape;15947;p41"/>
            <p:cNvSpPr/>
            <p:nvPr/>
          </p:nvSpPr>
          <p:spPr>
            <a:xfrm>
              <a:off x="4211575" y="3020875"/>
              <a:ext cx="5700" cy="5350"/>
            </a:xfrm>
            <a:custGeom>
              <a:avLst/>
              <a:gdLst/>
              <a:ahLst/>
              <a:cxnLst/>
              <a:rect l="l" t="t" r="r" b="b"/>
              <a:pathLst>
                <a:path w="228" h="214" extrusionOk="0">
                  <a:moveTo>
                    <a:pt x="114" y="1"/>
                  </a:moveTo>
                  <a:cubicBezTo>
                    <a:pt x="85" y="1"/>
                    <a:pt x="56" y="13"/>
                    <a:pt x="38" y="40"/>
                  </a:cubicBezTo>
                  <a:cubicBezTo>
                    <a:pt x="21" y="61"/>
                    <a:pt x="1" y="94"/>
                    <a:pt x="1" y="110"/>
                  </a:cubicBezTo>
                  <a:cubicBezTo>
                    <a:pt x="1" y="127"/>
                    <a:pt x="21" y="143"/>
                    <a:pt x="21" y="143"/>
                  </a:cubicBezTo>
                  <a:cubicBezTo>
                    <a:pt x="21" y="164"/>
                    <a:pt x="38" y="180"/>
                    <a:pt x="54" y="197"/>
                  </a:cubicBezTo>
                  <a:cubicBezTo>
                    <a:pt x="71" y="213"/>
                    <a:pt x="87" y="213"/>
                    <a:pt x="124" y="213"/>
                  </a:cubicBezTo>
                  <a:cubicBezTo>
                    <a:pt x="157" y="213"/>
                    <a:pt x="174" y="197"/>
                    <a:pt x="190" y="180"/>
                  </a:cubicBezTo>
                  <a:cubicBezTo>
                    <a:pt x="207" y="143"/>
                    <a:pt x="227" y="127"/>
                    <a:pt x="227" y="94"/>
                  </a:cubicBezTo>
                  <a:cubicBezTo>
                    <a:pt x="207" y="77"/>
                    <a:pt x="207" y="40"/>
                    <a:pt x="174" y="24"/>
                  </a:cubicBezTo>
                  <a:cubicBezTo>
                    <a:pt x="159" y="9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8" name="Google Shape;15948;p41"/>
            <p:cNvSpPr/>
            <p:nvPr/>
          </p:nvSpPr>
          <p:spPr>
            <a:xfrm>
              <a:off x="4243025" y="2979825"/>
              <a:ext cx="4650" cy="4750"/>
            </a:xfrm>
            <a:custGeom>
              <a:avLst/>
              <a:gdLst/>
              <a:ahLst/>
              <a:cxnLst/>
              <a:rect l="l" t="t" r="r" b="b"/>
              <a:pathLst>
                <a:path w="186" h="190" extrusionOk="0">
                  <a:moveTo>
                    <a:pt x="33" y="0"/>
                  </a:moveTo>
                  <a:cubicBezTo>
                    <a:pt x="17" y="17"/>
                    <a:pt x="0" y="33"/>
                    <a:pt x="0" y="70"/>
                  </a:cubicBezTo>
                  <a:lnTo>
                    <a:pt x="0" y="120"/>
                  </a:lnTo>
                  <a:lnTo>
                    <a:pt x="17" y="136"/>
                  </a:lnTo>
                  <a:cubicBezTo>
                    <a:pt x="33" y="173"/>
                    <a:pt x="66" y="190"/>
                    <a:pt x="83" y="190"/>
                  </a:cubicBezTo>
                  <a:cubicBezTo>
                    <a:pt x="136" y="190"/>
                    <a:pt x="169" y="173"/>
                    <a:pt x="186" y="136"/>
                  </a:cubicBezTo>
                  <a:cubicBezTo>
                    <a:pt x="136" y="87"/>
                    <a:pt x="83" y="54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9" name="Google Shape;15949;p41"/>
            <p:cNvSpPr/>
            <p:nvPr/>
          </p:nvSpPr>
          <p:spPr>
            <a:xfrm>
              <a:off x="4099125" y="30261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0" y="0"/>
                  </a:moveTo>
                  <a:cubicBezTo>
                    <a:pt x="54" y="0"/>
                    <a:pt x="17" y="44"/>
                    <a:pt x="17" y="90"/>
                  </a:cubicBezTo>
                  <a:cubicBezTo>
                    <a:pt x="1" y="106"/>
                    <a:pt x="17" y="123"/>
                    <a:pt x="17" y="139"/>
                  </a:cubicBezTo>
                  <a:cubicBezTo>
                    <a:pt x="17" y="160"/>
                    <a:pt x="17" y="160"/>
                    <a:pt x="34" y="160"/>
                  </a:cubicBezTo>
                  <a:cubicBezTo>
                    <a:pt x="50" y="193"/>
                    <a:pt x="67" y="210"/>
                    <a:pt x="104" y="210"/>
                  </a:cubicBezTo>
                  <a:cubicBezTo>
                    <a:pt x="120" y="210"/>
                    <a:pt x="153" y="210"/>
                    <a:pt x="170" y="193"/>
                  </a:cubicBezTo>
                  <a:cubicBezTo>
                    <a:pt x="207" y="177"/>
                    <a:pt x="207" y="139"/>
                    <a:pt x="223" y="123"/>
                  </a:cubicBezTo>
                  <a:cubicBezTo>
                    <a:pt x="223" y="90"/>
                    <a:pt x="223" y="73"/>
                    <a:pt x="207" y="36"/>
                  </a:cubicBezTo>
                  <a:cubicBezTo>
                    <a:pt x="190" y="20"/>
                    <a:pt x="153" y="3"/>
                    <a:pt x="137" y="3"/>
                  </a:cubicBezTo>
                  <a:cubicBezTo>
                    <a:pt x="127" y="1"/>
                    <a:pt x="118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0" name="Google Shape;15950;p41"/>
            <p:cNvSpPr/>
            <p:nvPr/>
          </p:nvSpPr>
          <p:spPr>
            <a:xfrm>
              <a:off x="4201775" y="30107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1" y="1"/>
                  </a:moveTo>
                  <a:cubicBezTo>
                    <a:pt x="104" y="1"/>
                    <a:pt x="67" y="1"/>
                    <a:pt x="50" y="17"/>
                  </a:cubicBezTo>
                  <a:cubicBezTo>
                    <a:pt x="17" y="34"/>
                    <a:pt x="1" y="71"/>
                    <a:pt x="1" y="88"/>
                  </a:cubicBezTo>
                  <a:cubicBezTo>
                    <a:pt x="1" y="104"/>
                    <a:pt x="1" y="121"/>
                    <a:pt x="17" y="137"/>
                  </a:cubicBezTo>
                  <a:lnTo>
                    <a:pt x="17" y="174"/>
                  </a:lnTo>
                  <a:cubicBezTo>
                    <a:pt x="34" y="191"/>
                    <a:pt x="67" y="207"/>
                    <a:pt x="83" y="207"/>
                  </a:cubicBezTo>
                  <a:cubicBezTo>
                    <a:pt x="93" y="209"/>
                    <a:pt x="102" y="210"/>
                    <a:pt x="111" y="210"/>
                  </a:cubicBezTo>
                  <a:cubicBezTo>
                    <a:pt x="167" y="210"/>
                    <a:pt x="207" y="167"/>
                    <a:pt x="207" y="121"/>
                  </a:cubicBezTo>
                  <a:cubicBezTo>
                    <a:pt x="224" y="104"/>
                    <a:pt x="207" y="71"/>
                    <a:pt x="187" y="55"/>
                  </a:cubicBezTo>
                  <a:cubicBezTo>
                    <a:pt x="170" y="17"/>
                    <a:pt x="154" y="17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1" name="Google Shape;15951;p41"/>
            <p:cNvSpPr/>
            <p:nvPr/>
          </p:nvSpPr>
          <p:spPr>
            <a:xfrm>
              <a:off x="4102125" y="30898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70" y="0"/>
                    <a:pt x="0" y="33"/>
                    <a:pt x="0" y="87"/>
                  </a:cubicBezTo>
                  <a:lnTo>
                    <a:pt x="0" y="136"/>
                  </a:lnTo>
                  <a:cubicBezTo>
                    <a:pt x="17" y="153"/>
                    <a:pt x="17" y="153"/>
                    <a:pt x="17" y="169"/>
                  </a:cubicBezTo>
                  <a:cubicBezTo>
                    <a:pt x="33" y="190"/>
                    <a:pt x="50" y="206"/>
                    <a:pt x="87" y="206"/>
                  </a:cubicBezTo>
                  <a:cubicBezTo>
                    <a:pt x="136" y="206"/>
                    <a:pt x="206" y="169"/>
                    <a:pt x="206" y="120"/>
                  </a:cubicBezTo>
                  <a:cubicBezTo>
                    <a:pt x="206" y="87"/>
                    <a:pt x="206" y="66"/>
                    <a:pt x="190" y="33"/>
                  </a:cubicBezTo>
                  <a:cubicBezTo>
                    <a:pt x="173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2" name="Google Shape;15952;p41"/>
            <p:cNvSpPr/>
            <p:nvPr/>
          </p:nvSpPr>
          <p:spPr>
            <a:xfrm>
              <a:off x="4199625" y="3027400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90" y="0"/>
                  </a:moveTo>
                  <a:cubicBezTo>
                    <a:pt x="49" y="0"/>
                    <a:pt x="14" y="35"/>
                    <a:pt x="0" y="88"/>
                  </a:cubicBezTo>
                  <a:lnTo>
                    <a:pt x="0" y="142"/>
                  </a:lnTo>
                  <a:cubicBezTo>
                    <a:pt x="17" y="142"/>
                    <a:pt x="17" y="159"/>
                    <a:pt x="17" y="159"/>
                  </a:cubicBezTo>
                  <a:cubicBezTo>
                    <a:pt x="33" y="175"/>
                    <a:pt x="66" y="192"/>
                    <a:pt x="87" y="212"/>
                  </a:cubicBezTo>
                  <a:cubicBezTo>
                    <a:pt x="120" y="212"/>
                    <a:pt x="136" y="192"/>
                    <a:pt x="169" y="175"/>
                  </a:cubicBezTo>
                  <a:cubicBezTo>
                    <a:pt x="190" y="175"/>
                    <a:pt x="207" y="142"/>
                    <a:pt x="207" y="126"/>
                  </a:cubicBezTo>
                  <a:cubicBezTo>
                    <a:pt x="207" y="88"/>
                    <a:pt x="207" y="55"/>
                    <a:pt x="190" y="39"/>
                  </a:cubicBezTo>
                  <a:cubicBezTo>
                    <a:pt x="169" y="22"/>
                    <a:pt x="153" y="6"/>
                    <a:pt x="120" y="6"/>
                  </a:cubicBezTo>
                  <a:cubicBezTo>
                    <a:pt x="110" y="2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3" name="Google Shape;15953;p41"/>
            <p:cNvSpPr/>
            <p:nvPr/>
          </p:nvSpPr>
          <p:spPr>
            <a:xfrm>
              <a:off x="4095625" y="3040175"/>
              <a:ext cx="5700" cy="5150"/>
            </a:xfrm>
            <a:custGeom>
              <a:avLst/>
              <a:gdLst/>
              <a:ahLst/>
              <a:cxnLst/>
              <a:rect l="l" t="t" r="r" b="b"/>
              <a:pathLst>
                <a:path w="228" h="206" extrusionOk="0">
                  <a:moveTo>
                    <a:pt x="113" y="1"/>
                  </a:moveTo>
                  <a:cubicBezTo>
                    <a:pt x="85" y="1"/>
                    <a:pt x="56" y="14"/>
                    <a:pt x="38" y="43"/>
                  </a:cubicBezTo>
                  <a:cubicBezTo>
                    <a:pt x="21" y="60"/>
                    <a:pt x="0" y="93"/>
                    <a:pt x="0" y="113"/>
                  </a:cubicBezTo>
                  <a:cubicBezTo>
                    <a:pt x="0" y="130"/>
                    <a:pt x="21" y="130"/>
                    <a:pt x="21" y="146"/>
                  </a:cubicBezTo>
                  <a:cubicBezTo>
                    <a:pt x="21" y="163"/>
                    <a:pt x="38" y="179"/>
                    <a:pt x="54" y="179"/>
                  </a:cubicBezTo>
                  <a:cubicBezTo>
                    <a:pt x="69" y="196"/>
                    <a:pt x="92" y="205"/>
                    <a:pt x="115" y="205"/>
                  </a:cubicBezTo>
                  <a:cubicBezTo>
                    <a:pt x="143" y="205"/>
                    <a:pt x="172" y="192"/>
                    <a:pt x="190" y="163"/>
                  </a:cubicBezTo>
                  <a:cubicBezTo>
                    <a:pt x="207" y="146"/>
                    <a:pt x="227" y="113"/>
                    <a:pt x="227" y="93"/>
                  </a:cubicBezTo>
                  <a:cubicBezTo>
                    <a:pt x="207" y="60"/>
                    <a:pt x="207" y="43"/>
                    <a:pt x="174" y="27"/>
                  </a:cubicBezTo>
                  <a:cubicBezTo>
                    <a:pt x="159" y="10"/>
                    <a:pt x="136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4" name="Google Shape;15954;p41"/>
            <p:cNvSpPr/>
            <p:nvPr/>
          </p:nvSpPr>
          <p:spPr>
            <a:xfrm>
              <a:off x="4346500" y="30493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9" y="1"/>
                  </a:moveTo>
                  <a:cubicBezTo>
                    <a:pt x="54" y="1"/>
                    <a:pt x="15" y="44"/>
                    <a:pt x="1" y="91"/>
                  </a:cubicBezTo>
                  <a:cubicBezTo>
                    <a:pt x="1" y="107"/>
                    <a:pt x="1" y="124"/>
                    <a:pt x="17" y="140"/>
                  </a:cubicBezTo>
                  <a:lnTo>
                    <a:pt x="17" y="161"/>
                  </a:lnTo>
                  <a:cubicBezTo>
                    <a:pt x="34" y="194"/>
                    <a:pt x="67" y="210"/>
                    <a:pt x="87" y="210"/>
                  </a:cubicBezTo>
                  <a:cubicBezTo>
                    <a:pt x="153" y="210"/>
                    <a:pt x="207" y="177"/>
                    <a:pt x="207" y="124"/>
                  </a:cubicBezTo>
                  <a:cubicBezTo>
                    <a:pt x="223" y="91"/>
                    <a:pt x="207" y="74"/>
                    <a:pt x="190" y="37"/>
                  </a:cubicBezTo>
                  <a:cubicBezTo>
                    <a:pt x="170" y="21"/>
                    <a:pt x="153" y="4"/>
                    <a:pt x="120" y="4"/>
                  </a:cubicBezTo>
                  <a:cubicBezTo>
                    <a:pt x="113" y="2"/>
                    <a:pt x="106" y="1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5" name="Google Shape;15955;p41"/>
            <p:cNvSpPr/>
            <p:nvPr/>
          </p:nvSpPr>
          <p:spPr>
            <a:xfrm>
              <a:off x="4349900" y="309797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103" y="1"/>
                  </a:moveTo>
                  <a:cubicBezTo>
                    <a:pt x="75" y="1"/>
                    <a:pt x="46" y="14"/>
                    <a:pt x="17" y="32"/>
                  </a:cubicBezTo>
                  <a:cubicBezTo>
                    <a:pt x="1" y="69"/>
                    <a:pt x="1" y="85"/>
                    <a:pt x="1" y="118"/>
                  </a:cubicBezTo>
                  <a:cubicBezTo>
                    <a:pt x="1" y="118"/>
                    <a:pt x="1" y="135"/>
                    <a:pt x="17" y="135"/>
                  </a:cubicBezTo>
                  <a:cubicBezTo>
                    <a:pt x="17" y="151"/>
                    <a:pt x="34" y="172"/>
                    <a:pt x="34" y="189"/>
                  </a:cubicBezTo>
                  <a:cubicBezTo>
                    <a:pt x="58" y="203"/>
                    <a:pt x="85" y="212"/>
                    <a:pt x="111" y="212"/>
                  </a:cubicBezTo>
                  <a:cubicBezTo>
                    <a:pt x="143" y="212"/>
                    <a:pt x="172" y="199"/>
                    <a:pt x="190" y="172"/>
                  </a:cubicBezTo>
                  <a:cubicBezTo>
                    <a:pt x="207" y="151"/>
                    <a:pt x="207" y="118"/>
                    <a:pt x="207" y="102"/>
                  </a:cubicBezTo>
                  <a:cubicBezTo>
                    <a:pt x="207" y="69"/>
                    <a:pt x="190" y="48"/>
                    <a:pt x="174" y="32"/>
                  </a:cubicBezTo>
                  <a:cubicBezTo>
                    <a:pt x="150" y="10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6" name="Google Shape;15956;p41"/>
            <p:cNvSpPr/>
            <p:nvPr/>
          </p:nvSpPr>
          <p:spPr>
            <a:xfrm>
              <a:off x="4349500" y="3112425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98" y="0"/>
                  </a:moveTo>
                  <a:cubicBezTo>
                    <a:pt x="67" y="0"/>
                    <a:pt x="30" y="29"/>
                    <a:pt x="17" y="56"/>
                  </a:cubicBezTo>
                  <a:cubicBezTo>
                    <a:pt x="17" y="72"/>
                    <a:pt x="17" y="72"/>
                    <a:pt x="0" y="89"/>
                  </a:cubicBezTo>
                  <a:cubicBezTo>
                    <a:pt x="0" y="109"/>
                    <a:pt x="0" y="126"/>
                    <a:pt x="17" y="142"/>
                  </a:cubicBezTo>
                  <a:cubicBezTo>
                    <a:pt x="17" y="159"/>
                    <a:pt x="50" y="192"/>
                    <a:pt x="70" y="192"/>
                  </a:cubicBezTo>
                  <a:cubicBezTo>
                    <a:pt x="70" y="192"/>
                    <a:pt x="87" y="213"/>
                    <a:pt x="103" y="213"/>
                  </a:cubicBezTo>
                  <a:cubicBezTo>
                    <a:pt x="153" y="213"/>
                    <a:pt x="206" y="175"/>
                    <a:pt x="223" y="126"/>
                  </a:cubicBezTo>
                  <a:cubicBezTo>
                    <a:pt x="223" y="89"/>
                    <a:pt x="206" y="56"/>
                    <a:pt x="190" y="39"/>
                  </a:cubicBezTo>
                  <a:cubicBezTo>
                    <a:pt x="173" y="23"/>
                    <a:pt x="153" y="6"/>
                    <a:pt x="120" y="6"/>
                  </a:cubicBezTo>
                  <a:cubicBezTo>
                    <a:pt x="113" y="2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7" name="Google Shape;15957;p41"/>
            <p:cNvSpPr/>
            <p:nvPr/>
          </p:nvSpPr>
          <p:spPr>
            <a:xfrm>
              <a:off x="4342575" y="306130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17" y="0"/>
                  </a:moveTo>
                  <a:cubicBezTo>
                    <a:pt x="103" y="0"/>
                    <a:pt x="88" y="3"/>
                    <a:pt x="71" y="6"/>
                  </a:cubicBezTo>
                  <a:cubicBezTo>
                    <a:pt x="17" y="23"/>
                    <a:pt x="1" y="93"/>
                    <a:pt x="17" y="142"/>
                  </a:cubicBezTo>
                  <a:cubicBezTo>
                    <a:pt x="17" y="159"/>
                    <a:pt x="38" y="175"/>
                    <a:pt x="54" y="175"/>
                  </a:cubicBezTo>
                  <a:cubicBezTo>
                    <a:pt x="64" y="198"/>
                    <a:pt x="86" y="207"/>
                    <a:pt x="110" y="207"/>
                  </a:cubicBezTo>
                  <a:cubicBezTo>
                    <a:pt x="126" y="207"/>
                    <a:pt x="143" y="203"/>
                    <a:pt x="158" y="196"/>
                  </a:cubicBezTo>
                  <a:cubicBezTo>
                    <a:pt x="191" y="196"/>
                    <a:pt x="224" y="159"/>
                    <a:pt x="224" y="109"/>
                  </a:cubicBezTo>
                  <a:cubicBezTo>
                    <a:pt x="224" y="93"/>
                    <a:pt x="224" y="72"/>
                    <a:pt x="207" y="72"/>
                  </a:cubicBezTo>
                  <a:cubicBezTo>
                    <a:pt x="194" y="22"/>
                    <a:pt x="163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8" name="Google Shape;15958;p41"/>
            <p:cNvSpPr/>
            <p:nvPr/>
          </p:nvSpPr>
          <p:spPr>
            <a:xfrm>
              <a:off x="4356800" y="3059275"/>
              <a:ext cx="6000" cy="5300"/>
            </a:xfrm>
            <a:custGeom>
              <a:avLst/>
              <a:gdLst/>
              <a:ahLst/>
              <a:cxnLst/>
              <a:rect l="l" t="t" r="r" b="b"/>
              <a:pathLst>
                <a:path w="240" h="212" extrusionOk="0">
                  <a:moveTo>
                    <a:pt x="67" y="1"/>
                  </a:moveTo>
                  <a:cubicBezTo>
                    <a:pt x="50" y="17"/>
                    <a:pt x="34" y="34"/>
                    <a:pt x="17" y="50"/>
                  </a:cubicBezTo>
                  <a:cubicBezTo>
                    <a:pt x="1" y="87"/>
                    <a:pt x="1" y="104"/>
                    <a:pt x="17" y="137"/>
                  </a:cubicBezTo>
                  <a:cubicBezTo>
                    <a:pt x="31" y="181"/>
                    <a:pt x="81" y="211"/>
                    <a:pt x="126" y="211"/>
                  </a:cubicBezTo>
                  <a:cubicBezTo>
                    <a:pt x="135" y="211"/>
                    <a:pt x="145" y="210"/>
                    <a:pt x="153" y="207"/>
                  </a:cubicBezTo>
                  <a:cubicBezTo>
                    <a:pt x="207" y="174"/>
                    <a:pt x="240" y="120"/>
                    <a:pt x="207" y="71"/>
                  </a:cubicBezTo>
                  <a:cubicBezTo>
                    <a:pt x="207" y="34"/>
                    <a:pt x="170" y="17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9" name="Google Shape;15959;p41"/>
            <p:cNvSpPr/>
            <p:nvPr/>
          </p:nvSpPr>
          <p:spPr>
            <a:xfrm>
              <a:off x="4357625" y="3042750"/>
              <a:ext cx="5600" cy="5150"/>
            </a:xfrm>
            <a:custGeom>
              <a:avLst/>
              <a:gdLst/>
              <a:ahLst/>
              <a:cxnLst/>
              <a:rect l="l" t="t" r="r" b="b"/>
              <a:pathLst>
                <a:path w="224" h="206" extrusionOk="0">
                  <a:moveTo>
                    <a:pt x="103" y="1"/>
                  </a:moveTo>
                  <a:cubicBezTo>
                    <a:pt x="75" y="1"/>
                    <a:pt x="47" y="14"/>
                    <a:pt x="17" y="43"/>
                  </a:cubicBezTo>
                  <a:cubicBezTo>
                    <a:pt x="1" y="60"/>
                    <a:pt x="1" y="76"/>
                    <a:pt x="1" y="113"/>
                  </a:cubicBezTo>
                  <a:cubicBezTo>
                    <a:pt x="1" y="130"/>
                    <a:pt x="1" y="130"/>
                    <a:pt x="17" y="146"/>
                  </a:cubicBezTo>
                  <a:cubicBezTo>
                    <a:pt x="17" y="163"/>
                    <a:pt x="34" y="163"/>
                    <a:pt x="34" y="179"/>
                  </a:cubicBezTo>
                  <a:cubicBezTo>
                    <a:pt x="58" y="196"/>
                    <a:pt x="86" y="206"/>
                    <a:pt x="112" y="206"/>
                  </a:cubicBezTo>
                  <a:cubicBezTo>
                    <a:pt x="143" y="206"/>
                    <a:pt x="172" y="192"/>
                    <a:pt x="190" y="163"/>
                  </a:cubicBezTo>
                  <a:cubicBezTo>
                    <a:pt x="223" y="130"/>
                    <a:pt x="223" y="60"/>
                    <a:pt x="174" y="27"/>
                  </a:cubicBezTo>
                  <a:cubicBezTo>
                    <a:pt x="150" y="10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0" name="Google Shape;15960;p41"/>
            <p:cNvSpPr/>
            <p:nvPr/>
          </p:nvSpPr>
          <p:spPr>
            <a:xfrm>
              <a:off x="4352475" y="3070725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3" y="1"/>
                  </a:moveTo>
                  <a:cubicBezTo>
                    <a:pt x="104" y="1"/>
                    <a:pt x="95" y="2"/>
                    <a:pt x="87" y="5"/>
                  </a:cubicBezTo>
                  <a:cubicBezTo>
                    <a:pt x="34" y="42"/>
                    <a:pt x="1" y="91"/>
                    <a:pt x="34" y="145"/>
                  </a:cubicBezTo>
                  <a:cubicBezTo>
                    <a:pt x="50" y="185"/>
                    <a:pt x="86" y="217"/>
                    <a:pt x="136" y="217"/>
                  </a:cubicBezTo>
                  <a:cubicBezTo>
                    <a:pt x="148" y="217"/>
                    <a:pt x="160" y="215"/>
                    <a:pt x="174" y="211"/>
                  </a:cubicBezTo>
                  <a:cubicBezTo>
                    <a:pt x="223" y="178"/>
                    <a:pt x="240" y="128"/>
                    <a:pt x="223" y="75"/>
                  </a:cubicBezTo>
                  <a:cubicBezTo>
                    <a:pt x="210" y="33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1" name="Google Shape;15961;p41"/>
            <p:cNvSpPr/>
            <p:nvPr/>
          </p:nvSpPr>
          <p:spPr>
            <a:xfrm>
              <a:off x="4023050" y="30261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7" y="0"/>
                  </a:moveTo>
                  <a:cubicBezTo>
                    <a:pt x="107" y="0"/>
                    <a:pt x="97" y="1"/>
                    <a:pt x="87" y="4"/>
                  </a:cubicBezTo>
                  <a:cubicBezTo>
                    <a:pt x="38" y="37"/>
                    <a:pt x="1" y="91"/>
                    <a:pt x="17" y="140"/>
                  </a:cubicBezTo>
                  <a:cubicBezTo>
                    <a:pt x="38" y="161"/>
                    <a:pt x="38" y="178"/>
                    <a:pt x="54" y="178"/>
                  </a:cubicBezTo>
                  <a:cubicBezTo>
                    <a:pt x="87" y="211"/>
                    <a:pt x="120" y="211"/>
                    <a:pt x="158" y="211"/>
                  </a:cubicBezTo>
                  <a:cubicBezTo>
                    <a:pt x="207" y="194"/>
                    <a:pt x="224" y="161"/>
                    <a:pt x="224" y="107"/>
                  </a:cubicBezTo>
                  <a:lnTo>
                    <a:pt x="224" y="74"/>
                  </a:lnTo>
                  <a:cubicBezTo>
                    <a:pt x="210" y="30"/>
                    <a:pt x="163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2" name="Google Shape;15962;p41"/>
            <p:cNvSpPr/>
            <p:nvPr/>
          </p:nvSpPr>
          <p:spPr>
            <a:xfrm>
              <a:off x="4124475" y="301140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08" y="0"/>
                  </a:moveTo>
                  <a:cubicBezTo>
                    <a:pt x="83" y="0"/>
                    <a:pt x="57" y="13"/>
                    <a:pt x="34" y="28"/>
                  </a:cubicBezTo>
                  <a:cubicBezTo>
                    <a:pt x="17" y="44"/>
                    <a:pt x="17" y="61"/>
                    <a:pt x="17" y="94"/>
                  </a:cubicBezTo>
                  <a:cubicBezTo>
                    <a:pt x="1" y="110"/>
                    <a:pt x="17" y="131"/>
                    <a:pt x="17" y="147"/>
                  </a:cubicBezTo>
                  <a:cubicBezTo>
                    <a:pt x="34" y="180"/>
                    <a:pt x="67" y="197"/>
                    <a:pt x="104" y="213"/>
                  </a:cubicBezTo>
                  <a:cubicBezTo>
                    <a:pt x="153" y="213"/>
                    <a:pt x="207" y="180"/>
                    <a:pt x="223" y="131"/>
                  </a:cubicBezTo>
                  <a:cubicBezTo>
                    <a:pt x="223" y="94"/>
                    <a:pt x="223" y="61"/>
                    <a:pt x="207" y="44"/>
                  </a:cubicBezTo>
                  <a:cubicBezTo>
                    <a:pt x="186" y="28"/>
                    <a:pt x="153" y="7"/>
                    <a:pt x="137" y="7"/>
                  </a:cubicBezTo>
                  <a:cubicBezTo>
                    <a:pt x="127" y="2"/>
                    <a:pt x="118" y="0"/>
                    <a:pt x="1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3" name="Google Shape;15963;p41"/>
            <p:cNvSpPr/>
            <p:nvPr/>
          </p:nvSpPr>
          <p:spPr>
            <a:xfrm>
              <a:off x="4119325" y="30578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1" y="0"/>
                  </a:moveTo>
                  <a:cubicBezTo>
                    <a:pt x="55" y="0"/>
                    <a:pt x="17" y="47"/>
                    <a:pt x="17" y="90"/>
                  </a:cubicBezTo>
                  <a:cubicBezTo>
                    <a:pt x="1" y="106"/>
                    <a:pt x="17" y="127"/>
                    <a:pt x="17" y="143"/>
                  </a:cubicBezTo>
                  <a:cubicBezTo>
                    <a:pt x="17" y="143"/>
                    <a:pt x="17" y="160"/>
                    <a:pt x="34" y="160"/>
                  </a:cubicBezTo>
                  <a:cubicBezTo>
                    <a:pt x="50" y="193"/>
                    <a:pt x="67" y="193"/>
                    <a:pt x="104" y="209"/>
                  </a:cubicBezTo>
                  <a:cubicBezTo>
                    <a:pt x="120" y="209"/>
                    <a:pt x="153" y="209"/>
                    <a:pt x="170" y="193"/>
                  </a:cubicBezTo>
                  <a:cubicBezTo>
                    <a:pt x="207" y="176"/>
                    <a:pt x="207" y="143"/>
                    <a:pt x="223" y="127"/>
                  </a:cubicBezTo>
                  <a:cubicBezTo>
                    <a:pt x="223" y="90"/>
                    <a:pt x="223" y="73"/>
                    <a:pt x="207" y="40"/>
                  </a:cubicBezTo>
                  <a:cubicBezTo>
                    <a:pt x="186" y="24"/>
                    <a:pt x="153" y="3"/>
                    <a:pt x="137" y="3"/>
                  </a:cubicBezTo>
                  <a:cubicBezTo>
                    <a:pt x="128" y="1"/>
                    <a:pt x="119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4" name="Google Shape;15964;p41"/>
            <p:cNvSpPr/>
            <p:nvPr/>
          </p:nvSpPr>
          <p:spPr>
            <a:xfrm>
              <a:off x="4127050" y="2999850"/>
              <a:ext cx="5200" cy="5100"/>
            </a:xfrm>
            <a:custGeom>
              <a:avLst/>
              <a:gdLst/>
              <a:ahLst/>
              <a:cxnLst/>
              <a:rect l="l" t="t" r="r" b="b"/>
              <a:pathLst>
                <a:path w="208" h="204" extrusionOk="0">
                  <a:moveTo>
                    <a:pt x="96" y="1"/>
                  </a:moveTo>
                  <a:cubicBezTo>
                    <a:pt x="65" y="1"/>
                    <a:pt x="36" y="13"/>
                    <a:pt x="17" y="40"/>
                  </a:cubicBezTo>
                  <a:cubicBezTo>
                    <a:pt x="1" y="57"/>
                    <a:pt x="1" y="77"/>
                    <a:pt x="1" y="110"/>
                  </a:cubicBezTo>
                  <a:lnTo>
                    <a:pt x="1" y="143"/>
                  </a:lnTo>
                  <a:cubicBezTo>
                    <a:pt x="17" y="160"/>
                    <a:pt x="17" y="160"/>
                    <a:pt x="34" y="180"/>
                  </a:cubicBezTo>
                  <a:cubicBezTo>
                    <a:pt x="57" y="192"/>
                    <a:pt x="72" y="204"/>
                    <a:pt x="92" y="204"/>
                  </a:cubicBezTo>
                  <a:cubicBezTo>
                    <a:pt x="100" y="204"/>
                    <a:pt x="110" y="202"/>
                    <a:pt x="120" y="197"/>
                  </a:cubicBezTo>
                  <a:cubicBezTo>
                    <a:pt x="137" y="197"/>
                    <a:pt x="170" y="180"/>
                    <a:pt x="186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86" y="40"/>
                    <a:pt x="170" y="24"/>
                  </a:cubicBezTo>
                  <a:cubicBezTo>
                    <a:pt x="148" y="9"/>
                    <a:pt x="121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5" name="Google Shape;15965;p41"/>
            <p:cNvSpPr/>
            <p:nvPr/>
          </p:nvSpPr>
          <p:spPr>
            <a:xfrm>
              <a:off x="4340925" y="3075000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10" y="0"/>
                  </a:moveTo>
                  <a:cubicBezTo>
                    <a:pt x="81" y="0"/>
                    <a:pt x="52" y="13"/>
                    <a:pt x="34" y="40"/>
                  </a:cubicBezTo>
                  <a:cubicBezTo>
                    <a:pt x="17" y="60"/>
                    <a:pt x="1" y="93"/>
                    <a:pt x="1" y="110"/>
                  </a:cubicBezTo>
                  <a:cubicBezTo>
                    <a:pt x="1" y="126"/>
                    <a:pt x="17" y="126"/>
                    <a:pt x="17" y="143"/>
                  </a:cubicBezTo>
                  <a:cubicBezTo>
                    <a:pt x="17" y="163"/>
                    <a:pt x="34" y="180"/>
                    <a:pt x="50" y="180"/>
                  </a:cubicBezTo>
                  <a:cubicBezTo>
                    <a:pt x="67" y="196"/>
                    <a:pt x="83" y="213"/>
                    <a:pt x="120" y="213"/>
                  </a:cubicBezTo>
                  <a:cubicBezTo>
                    <a:pt x="153" y="213"/>
                    <a:pt x="170" y="196"/>
                    <a:pt x="186" y="180"/>
                  </a:cubicBezTo>
                  <a:cubicBezTo>
                    <a:pt x="207" y="143"/>
                    <a:pt x="224" y="126"/>
                    <a:pt x="224" y="93"/>
                  </a:cubicBezTo>
                  <a:cubicBezTo>
                    <a:pt x="207" y="77"/>
                    <a:pt x="207" y="40"/>
                    <a:pt x="170" y="23"/>
                  </a:cubicBezTo>
                  <a:cubicBezTo>
                    <a:pt x="155" y="8"/>
                    <a:pt x="133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6" name="Google Shape;15966;p41"/>
            <p:cNvSpPr/>
            <p:nvPr/>
          </p:nvSpPr>
          <p:spPr>
            <a:xfrm>
              <a:off x="4102950" y="30759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70" y="1"/>
                    <a:pt x="17" y="38"/>
                    <a:pt x="0" y="87"/>
                  </a:cubicBezTo>
                  <a:lnTo>
                    <a:pt x="0" y="124"/>
                  </a:lnTo>
                  <a:lnTo>
                    <a:pt x="0" y="141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7" y="190"/>
                    <a:pt x="70" y="207"/>
                    <a:pt x="87" y="207"/>
                  </a:cubicBezTo>
                  <a:cubicBezTo>
                    <a:pt x="120" y="207"/>
                    <a:pt x="140" y="207"/>
                    <a:pt x="173" y="190"/>
                  </a:cubicBezTo>
                  <a:cubicBezTo>
                    <a:pt x="190" y="174"/>
                    <a:pt x="206" y="141"/>
                    <a:pt x="206" y="124"/>
                  </a:cubicBezTo>
                  <a:cubicBezTo>
                    <a:pt x="206" y="87"/>
                    <a:pt x="206" y="71"/>
                    <a:pt x="190" y="54"/>
                  </a:cubicBezTo>
                  <a:cubicBezTo>
                    <a:pt x="190" y="21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7" name="Google Shape;15967;p41"/>
            <p:cNvSpPr/>
            <p:nvPr/>
          </p:nvSpPr>
          <p:spPr>
            <a:xfrm>
              <a:off x="4123150" y="30274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97" y="0"/>
                  </a:moveTo>
                  <a:cubicBezTo>
                    <a:pt x="55" y="0"/>
                    <a:pt x="14" y="45"/>
                    <a:pt x="0" y="87"/>
                  </a:cubicBezTo>
                  <a:cubicBezTo>
                    <a:pt x="0" y="108"/>
                    <a:pt x="0" y="125"/>
                    <a:pt x="17" y="141"/>
                  </a:cubicBezTo>
                  <a:lnTo>
                    <a:pt x="17" y="158"/>
                  </a:lnTo>
                  <a:cubicBezTo>
                    <a:pt x="33" y="191"/>
                    <a:pt x="70" y="211"/>
                    <a:pt x="87" y="211"/>
                  </a:cubicBezTo>
                  <a:cubicBezTo>
                    <a:pt x="157" y="211"/>
                    <a:pt x="206" y="174"/>
                    <a:pt x="206" y="125"/>
                  </a:cubicBezTo>
                  <a:cubicBezTo>
                    <a:pt x="223" y="87"/>
                    <a:pt x="206" y="71"/>
                    <a:pt x="190" y="38"/>
                  </a:cubicBezTo>
                  <a:cubicBezTo>
                    <a:pt x="173" y="21"/>
                    <a:pt x="157" y="5"/>
                    <a:pt x="120" y="5"/>
                  </a:cubicBezTo>
                  <a:cubicBezTo>
                    <a:pt x="112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8" name="Google Shape;15968;p41"/>
            <p:cNvSpPr/>
            <p:nvPr/>
          </p:nvSpPr>
          <p:spPr>
            <a:xfrm>
              <a:off x="4121900" y="30412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83" y="0"/>
                    <a:pt x="50" y="17"/>
                    <a:pt x="34" y="33"/>
                  </a:cubicBezTo>
                  <a:cubicBezTo>
                    <a:pt x="17" y="50"/>
                    <a:pt x="1" y="70"/>
                    <a:pt x="1" y="103"/>
                  </a:cubicBezTo>
                  <a:lnTo>
                    <a:pt x="1" y="153"/>
                  </a:lnTo>
                  <a:cubicBezTo>
                    <a:pt x="1" y="153"/>
                    <a:pt x="1" y="173"/>
                    <a:pt x="17" y="173"/>
                  </a:cubicBezTo>
                  <a:cubicBezTo>
                    <a:pt x="34" y="190"/>
                    <a:pt x="50" y="206"/>
                    <a:pt x="83" y="206"/>
                  </a:cubicBezTo>
                  <a:cubicBezTo>
                    <a:pt x="92" y="209"/>
                    <a:pt x="101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3"/>
                    <a:pt x="207" y="70"/>
                    <a:pt x="186" y="50"/>
                  </a:cubicBezTo>
                  <a:cubicBezTo>
                    <a:pt x="170" y="33"/>
                    <a:pt x="13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9" name="Google Shape;15969;p41"/>
            <p:cNvSpPr/>
            <p:nvPr/>
          </p:nvSpPr>
          <p:spPr>
            <a:xfrm>
              <a:off x="4115825" y="3082475"/>
              <a:ext cx="5600" cy="5125"/>
            </a:xfrm>
            <a:custGeom>
              <a:avLst/>
              <a:gdLst/>
              <a:ahLst/>
              <a:cxnLst/>
              <a:rect l="l" t="t" r="r" b="b"/>
              <a:pathLst>
                <a:path w="224" h="205" extrusionOk="0">
                  <a:moveTo>
                    <a:pt x="104" y="0"/>
                  </a:moveTo>
                  <a:cubicBezTo>
                    <a:pt x="71" y="0"/>
                    <a:pt x="54" y="17"/>
                    <a:pt x="38" y="33"/>
                  </a:cubicBezTo>
                  <a:cubicBezTo>
                    <a:pt x="17" y="50"/>
                    <a:pt x="0" y="87"/>
                    <a:pt x="0" y="104"/>
                  </a:cubicBezTo>
                  <a:cubicBezTo>
                    <a:pt x="0" y="120"/>
                    <a:pt x="0" y="120"/>
                    <a:pt x="17" y="137"/>
                  </a:cubicBezTo>
                  <a:cubicBezTo>
                    <a:pt x="17" y="153"/>
                    <a:pt x="38" y="174"/>
                    <a:pt x="54" y="174"/>
                  </a:cubicBezTo>
                  <a:cubicBezTo>
                    <a:pt x="69" y="196"/>
                    <a:pt x="91" y="205"/>
                    <a:pt x="115" y="205"/>
                  </a:cubicBezTo>
                  <a:cubicBezTo>
                    <a:pt x="143" y="205"/>
                    <a:pt x="172" y="192"/>
                    <a:pt x="190" y="174"/>
                  </a:cubicBezTo>
                  <a:cubicBezTo>
                    <a:pt x="207" y="137"/>
                    <a:pt x="223" y="120"/>
                    <a:pt x="207" y="87"/>
                  </a:cubicBezTo>
                  <a:cubicBezTo>
                    <a:pt x="207" y="71"/>
                    <a:pt x="190" y="33"/>
                    <a:pt x="174" y="17"/>
                  </a:cubicBezTo>
                  <a:cubicBezTo>
                    <a:pt x="15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0" name="Google Shape;15970;p41"/>
            <p:cNvSpPr/>
            <p:nvPr/>
          </p:nvSpPr>
          <p:spPr>
            <a:xfrm>
              <a:off x="4122725" y="2962925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9" y="0"/>
                  </a:moveTo>
                  <a:cubicBezTo>
                    <a:pt x="114" y="0"/>
                    <a:pt x="100" y="3"/>
                    <a:pt x="87" y="8"/>
                  </a:cubicBezTo>
                  <a:cubicBezTo>
                    <a:pt x="34" y="25"/>
                    <a:pt x="1" y="74"/>
                    <a:pt x="17" y="144"/>
                  </a:cubicBezTo>
                  <a:cubicBezTo>
                    <a:pt x="42" y="181"/>
                    <a:pt x="77" y="202"/>
                    <a:pt x="114" y="202"/>
                  </a:cubicBezTo>
                  <a:cubicBezTo>
                    <a:pt x="127" y="202"/>
                    <a:pt x="140" y="199"/>
                    <a:pt x="153" y="194"/>
                  </a:cubicBezTo>
                  <a:cubicBezTo>
                    <a:pt x="207" y="177"/>
                    <a:pt x="240" y="111"/>
                    <a:pt x="223" y="58"/>
                  </a:cubicBezTo>
                  <a:cubicBezTo>
                    <a:pt x="211" y="21"/>
                    <a:pt x="170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1" name="Google Shape;15971;p41"/>
            <p:cNvSpPr/>
            <p:nvPr/>
          </p:nvSpPr>
          <p:spPr>
            <a:xfrm>
              <a:off x="4116225" y="3069075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00" y="0"/>
                  </a:moveTo>
                  <a:cubicBezTo>
                    <a:pt x="90" y="0"/>
                    <a:pt x="81" y="2"/>
                    <a:pt x="71" y="5"/>
                  </a:cubicBezTo>
                  <a:cubicBezTo>
                    <a:pt x="22" y="38"/>
                    <a:pt x="1" y="91"/>
                    <a:pt x="22" y="141"/>
                  </a:cubicBezTo>
                  <a:cubicBezTo>
                    <a:pt x="22" y="157"/>
                    <a:pt x="38" y="174"/>
                    <a:pt x="38" y="194"/>
                  </a:cubicBezTo>
                  <a:cubicBezTo>
                    <a:pt x="71" y="211"/>
                    <a:pt x="104" y="211"/>
                    <a:pt x="158" y="211"/>
                  </a:cubicBezTo>
                  <a:cubicBezTo>
                    <a:pt x="191" y="194"/>
                    <a:pt x="207" y="157"/>
                    <a:pt x="228" y="124"/>
                  </a:cubicBezTo>
                  <a:cubicBezTo>
                    <a:pt x="228" y="108"/>
                    <a:pt x="228" y="91"/>
                    <a:pt x="207" y="71"/>
                  </a:cubicBezTo>
                  <a:cubicBezTo>
                    <a:pt x="194" y="30"/>
                    <a:pt x="146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2" name="Google Shape;15972;p41"/>
            <p:cNvSpPr/>
            <p:nvPr/>
          </p:nvSpPr>
          <p:spPr>
            <a:xfrm>
              <a:off x="4108500" y="2968675"/>
              <a:ext cx="5700" cy="5300"/>
            </a:xfrm>
            <a:custGeom>
              <a:avLst/>
              <a:gdLst/>
              <a:ahLst/>
              <a:cxnLst/>
              <a:rect l="l" t="t" r="r" b="b"/>
              <a:pathLst>
                <a:path w="228" h="212" extrusionOk="0">
                  <a:moveTo>
                    <a:pt x="124" y="1"/>
                  </a:moveTo>
                  <a:cubicBezTo>
                    <a:pt x="87" y="1"/>
                    <a:pt x="38" y="34"/>
                    <a:pt x="21" y="67"/>
                  </a:cubicBezTo>
                  <a:cubicBezTo>
                    <a:pt x="21" y="87"/>
                    <a:pt x="21" y="87"/>
                    <a:pt x="1" y="104"/>
                  </a:cubicBezTo>
                  <a:cubicBezTo>
                    <a:pt x="1" y="120"/>
                    <a:pt x="1" y="137"/>
                    <a:pt x="21" y="153"/>
                  </a:cubicBezTo>
                  <a:cubicBezTo>
                    <a:pt x="21" y="170"/>
                    <a:pt x="54" y="190"/>
                    <a:pt x="71" y="207"/>
                  </a:cubicBezTo>
                  <a:lnTo>
                    <a:pt x="104" y="207"/>
                  </a:lnTo>
                  <a:cubicBezTo>
                    <a:pt x="113" y="210"/>
                    <a:pt x="122" y="211"/>
                    <a:pt x="131" y="211"/>
                  </a:cubicBezTo>
                  <a:cubicBezTo>
                    <a:pt x="173" y="211"/>
                    <a:pt x="210" y="179"/>
                    <a:pt x="228" y="120"/>
                  </a:cubicBezTo>
                  <a:cubicBezTo>
                    <a:pt x="228" y="104"/>
                    <a:pt x="207" y="67"/>
                    <a:pt x="190" y="50"/>
                  </a:cubicBezTo>
                  <a:cubicBezTo>
                    <a:pt x="190" y="34"/>
                    <a:pt x="157" y="17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3" name="Google Shape;15973;p41"/>
            <p:cNvSpPr/>
            <p:nvPr/>
          </p:nvSpPr>
          <p:spPr>
            <a:xfrm>
              <a:off x="4111600" y="3020050"/>
              <a:ext cx="5175" cy="5100"/>
            </a:xfrm>
            <a:custGeom>
              <a:avLst/>
              <a:gdLst/>
              <a:ahLst/>
              <a:cxnLst/>
              <a:rect l="l" t="t" r="r" b="b"/>
              <a:pathLst>
                <a:path w="207" h="204" extrusionOk="0">
                  <a:moveTo>
                    <a:pt x="96" y="1"/>
                  </a:moveTo>
                  <a:cubicBezTo>
                    <a:pt x="64" y="1"/>
                    <a:pt x="35" y="13"/>
                    <a:pt x="17" y="40"/>
                  </a:cubicBezTo>
                  <a:cubicBezTo>
                    <a:pt x="0" y="57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17" y="160"/>
                    <a:pt x="17" y="176"/>
                    <a:pt x="33" y="176"/>
                  </a:cubicBezTo>
                  <a:cubicBezTo>
                    <a:pt x="57" y="191"/>
                    <a:pt x="72" y="204"/>
                    <a:pt x="92" y="204"/>
                  </a:cubicBezTo>
                  <a:cubicBezTo>
                    <a:pt x="100" y="204"/>
                    <a:pt x="109" y="202"/>
                    <a:pt x="120" y="197"/>
                  </a:cubicBezTo>
                  <a:cubicBezTo>
                    <a:pt x="137" y="197"/>
                    <a:pt x="169" y="197"/>
                    <a:pt x="186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86" y="40"/>
                    <a:pt x="169" y="24"/>
                  </a:cubicBezTo>
                  <a:cubicBezTo>
                    <a:pt x="147" y="9"/>
                    <a:pt x="121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4" name="Google Shape;15974;p41"/>
            <p:cNvSpPr/>
            <p:nvPr/>
          </p:nvSpPr>
          <p:spPr>
            <a:xfrm>
              <a:off x="4113650" y="30060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5" y="0"/>
                  </a:moveTo>
                  <a:cubicBezTo>
                    <a:pt x="87" y="0"/>
                    <a:pt x="71" y="0"/>
                    <a:pt x="55" y="17"/>
                  </a:cubicBezTo>
                  <a:cubicBezTo>
                    <a:pt x="22" y="37"/>
                    <a:pt x="1" y="70"/>
                    <a:pt x="1" y="87"/>
                  </a:cubicBezTo>
                  <a:lnTo>
                    <a:pt x="1" y="140"/>
                  </a:lnTo>
                  <a:cubicBezTo>
                    <a:pt x="22" y="157"/>
                    <a:pt x="22" y="157"/>
                    <a:pt x="22" y="173"/>
                  </a:cubicBezTo>
                  <a:cubicBezTo>
                    <a:pt x="38" y="190"/>
                    <a:pt x="71" y="206"/>
                    <a:pt x="87" y="206"/>
                  </a:cubicBezTo>
                  <a:cubicBezTo>
                    <a:pt x="97" y="209"/>
                    <a:pt x="106" y="210"/>
                    <a:pt x="114" y="210"/>
                  </a:cubicBezTo>
                  <a:cubicBezTo>
                    <a:pt x="170" y="210"/>
                    <a:pt x="207" y="166"/>
                    <a:pt x="207" y="120"/>
                  </a:cubicBezTo>
                  <a:cubicBezTo>
                    <a:pt x="207" y="87"/>
                    <a:pt x="207" y="70"/>
                    <a:pt x="191" y="54"/>
                  </a:cubicBezTo>
                  <a:cubicBezTo>
                    <a:pt x="174" y="17"/>
                    <a:pt x="158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5" name="Google Shape;15975;p41"/>
            <p:cNvSpPr/>
            <p:nvPr/>
          </p:nvSpPr>
          <p:spPr>
            <a:xfrm>
              <a:off x="4104275" y="30618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104" y="1"/>
                    <a:pt x="67" y="1"/>
                    <a:pt x="50" y="17"/>
                  </a:cubicBezTo>
                  <a:cubicBezTo>
                    <a:pt x="17" y="34"/>
                    <a:pt x="1" y="71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lnTo>
                    <a:pt x="17" y="174"/>
                  </a:lnTo>
                  <a:cubicBezTo>
                    <a:pt x="34" y="191"/>
                    <a:pt x="67" y="207"/>
                    <a:pt x="87" y="207"/>
                  </a:cubicBezTo>
                  <a:cubicBezTo>
                    <a:pt x="96" y="209"/>
                    <a:pt x="105" y="210"/>
                    <a:pt x="113" y="210"/>
                  </a:cubicBezTo>
                  <a:cubicBezTo>
                    <a:pt x="167" y="210"/>
                    <a:pt x="207" y="167"/>
                    <a:pt x="207" y="120"/>
                  </a:cubicBezTo>
                  <a:cubicBezTo>
                    <a:pt x="223" y="104"/>
                    <a:pt x="207" y="71"/>
                    <a:pt x="190" y="50"/>
                  </a:cubicBezTo>
                  <a:cubicBezTo>
                    <a:pt x="170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6" name="Google Shape;15976;p41"/>
            <p:cNvSpPr/>
            <p:nvPr/>
          </p:nvSpPr>
          <p:spPr>
            <a:xfrm>
              <a:off x="4113650" y="3095775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5" y="0"/>
                  </a:moveTo>
                  <a:cubicBezTo>
                    <a:pt x="71" y="0"/>
                    <a:pt x="22" y="33"/>
                    <a:pt x="1" y="87"/>
                  </a:cubicBezTo>
                  <a:cubicBezTo>
                    <a:pt x="1" y="103"/>
                    <a:pt x="1" y="120"/>
                    <a:pt x="22" y="136"/>
                  </a:cubicBezTo>
                  <a:lnTo>
                    <a:pt x="22" y="173"/>
                  </a:lnTo>
                  <a:cubicBezTo>
                    <a:pt x="38" y="190"/>
                    <a:pt x="71" y="206"/>
                    <a:pt x="87" y="206"/>
                  </a:cubicBezTo>
                  <a:cubicBezTo>
                    <a:pt x="125" y="206"/>
                    <a:pt x="158" y="206"/>
                    <a:pt x="174" y="190"/>
                  </a:cubicBezTo>
                  <a:cubicBezTo>
                    <a:pt x="191" y="173"/>
                    <a:pt x="207" y="157"/>
                    <a:pt x="207" y="120"/>
                  </a:cubicBezTo>
                  <a:cubicBezTo>
                    <a:pt x="228" y="70"/>
                    <a:pt x="191" y="17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7" name="Google Shape;15977;p41"/>
            <p:cNvSpPr/>
            <p:nvPr/>
          </p:nvSpPr>
          <p:spPr>
            <a:xfrm>
              <a:off x="4109425" y="305005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21" y="0"/>
                  </a:moveTo>
                  <a:cubicBezTo>
                    <a:pt x="115" y="0"/>
                    <a:pt x="109" y="2"/>
                    <a:pt x="104" y="7"/>
                  </a:cubicBezTo>
                  <a:cubicBezTo>
                    <a:pt x="67" y="7"/>
                    <a:pt x="34" y="28"/>
                    <a:pt x="17" y="44"/>
                  </a:cubicBezTo>
                  <a:cubicBezTo>
                    <a:pt x="1" y="61"/>
                    <a:pt x="1" y="94"/>
                    <a:pt x="1" y="110"/>
                  </a:cubicBezTo>
                  <a:cubicBezTo>
                    <a:pt x="1" y="131"/>
                    <a:pt x="1" y="131"/>
                    <a:pt x="17" y="147"/>
                  </a:cubicBezTo>
                  <a:cubicBezTo>
                    <a:pt x="17" y="164"/>
                    <a:pt x="34" y="180"/>
                    <a:pt x="34" y="180"/>
                  </a:cubicBezTo>
                  <a:cubicBezTo>
                    <a:pt x="58" y="195"/>
                    <a:pt x="85" y="203"/>
                    <a:pt x="110" y="203"/>
                  </a:cubicBezTo>
                  <a:cubicBezTo>
                    <a:pt x="141" y="203"/>
                    <a:pt x="170" y="191"/>
                    <a:pt x="191" y="164"/>
                  </a:cubicBezTo>
                  <a:cubicBezTo>
                    <a:pt x="224" y="131"/>
                    <a:pt x="224" y="61"/>
                    <a:pt x="170" y="28"/>
                  </a:cubicBezTo>
                  <a:cubicBezTo>
                    <a:pt x="158" y="13"/>
                    <a:pt x="138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8" name="Google Shape;15978;p41"/>
            <p:cNvSpPr/>
            <p:nvPr/>
          </p:nvSpPr>
          <p:spPr>
            <a:xfrm>
              <a:off x="4109025" y="29544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13" y="1"/>
                  </a:moveTo>
                  <a:cubicBezTo>
                    <a:pt x="80" y="1"/>
                    <a:pt x="48" y="16"/>
                    <a:pt x="17" y="39"/>
                  </a:cubicBezTo>
                  <a:cubicBezTo>
                    <a:pt x="0" y="55"/>
                    <a:pt x="0" y="88"/>
                    <a:pt x="0" y="121"/>
                  </a:cubicBezTo>
                  <a:cubicBezTo>
                    <a:pt x="0" y="121"/>
                    <a:pt x="0" y="142"/>
                    <a:pt x="17" y="142"/>
                  </a:cubicBezTo>
                  <a:cubicBezTo>
                    <a:pt x="17" y="159"/>
                    <a:pt x="33" y="175"/>
                    <a:pt x="33" y="191"/>
                  </a:cubicBezTo>
                  <a:cubicBezTo>
                    <a:pt x="52" y="204"/>
                    <a:pt x="74" y="209"/>
                    <a:pt x="96" y="209"/>
                  </a:cubicBezTo>
                  <a:cubicBezTo>
                    <a:pt x="131" y="209"/>
                    <a:pt x="166" y="195"/>
                    <a:pt x="186" y="175"/>
                  </a:cubicBezTo>
                  <a:cubicBezTo>
                    <a:pt x="207" y="142"/>
                    <a:pt x="207" y="121"/>
                    <a:pt x="207" y="88"/>
                  </a:cubicBezTo>
                  <a:cubicBezTo>
                    <a:pt x="207" y="72"/>
                    <a:pt x="186" y="39"/>
                    <a:pt x="169" y="18"/>
                  </a:cubicBezTo>
                  <a:cubicBezTo>
                    <a:pt x="151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9" name="Google Shape;15979;p41"/>
            <p:cNvSpPr/>
            <p:nvPr/>
          </p:nvSpPr>
          <p:spPr>
            <a:xfrm>
              <a:off x="4109425" y="3033925"/>
              <a:ext cx="5200" cy="5350"/>
            </a:xfrm>
            <a:custGeom>
              <a:avLst/>
              <a:gdLst/>
              <a:ahLst/>
              <a:cxnLst/>
              <a:rect l="l" t="t" r="r" b="b"/>
              <a:pathLst>
                <a:path w="208" h="214" extrusionOk="0">
                  <a:moveTo>
                    <a:pt x="120" y="1"/>
                  </a:moveTo>
                  <a:cubicBezTo>
                    <a:pt x="50" y="1"/>
                    <a:pt x="1" y="34"/>
                    <a:pt x="1" y="87"/>
                  </a:cubicBezTo>
                  <a:lnTo>
                    <a:pt x="1" y="157"/>
                  </a:lnTo>
                  <a:lnTo>
                    <a:pt x="17" y="174"/>
                  </a:lnTo>
                  <a:cubicBezTo>
                    <a:pt x="34" y="190"/>
                    <a:pt x="50" y="207"/>
                    <a:pt x="87" y="207"/>
                  </a:cubicBezTo>
                  <a:cubicBezTo>
                    <a:pt x="97" y="212"/>
                    <a:pt x="105" y="214"/>
                    <a:pt x="113" y="214"/>
                  </a:cubicBezTo>
                  <a:cubicBezTo>
                    <a:pt x="130" y="214"/>
                    <a:pt x="142" y="202"/>
                    <a:pt x="153" y="190"/>
                  </a:cubicBezTo>
                  <a:cubicBezTo>
                    <a:pt x="191" y="174"/>
                    <a:pt x="207" y="157"/>
                    <a:pt x="207" y="120"/>
                  </a:cubicBezTo>
                  <a:cubicBezTo>
                    <a:pt x="207" y="104"/>
                    <a:pt x="207" y="71"/>
                    <a:pt x="191" y="54"/>
                  </a:cubicBezTo>
                  <a:cubicBezTo>
                    <a:pt x="170" y="34"/>
                    <a:pt x="13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0" name="Google Shape;15980;p41"/>
            <p:cNvSpPr/>
            <p:nvPr/>
          </p:nvSpPr>
          <p:spPr>
            <a:xfrm>
              <a:off x="4317225" y="3070975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32" y="0"/>
                  </a:moveTo>
                  <a:cubicBezTo>
                    <a:pt x="117" y="0"/>
                    <a:pt x="102" y="5"/>
                    <a:pt x="87" y="15"/>
                  </a:cubicBezTo>
                  <a:cubicBezTo>
                    <a:pt x="38" y="32"/>
                    <a:pt x="1" y="81"/>
                    <a:pt x="21" y="135"/>
                  </a:cubicBezTo>
                  <a:cubicBezTo>
                    <a:pt x="38" y="151"/>
                    <a:pt x="38" y="168"/>
                    <a:pt x="54" y="184"/>
                  </a:cubicBezTo>
                  <a:cubicBezTo>
                    <a:pt x="77" y="196"/>
                    <a:pt x="102" y="209"/>
                    <a:pt x="127" y="209"/>
                  </a:cubicBezTo>
                  <a:cubicBezTo>
                    <a:pt x="137" y="209"/>
                    <a:pt x="147" y="207"/>
                    <a:pt x="157" y="201"/>
                  </a:cubicBezTo>
                  <a:cubicBezTo>
                    <a:pt x="190" y="184"/>
                    <a:pt x="227" y="151"/>
                    <a:pt x="227" y="118"/>
                  </a:cubicBezTo>
                  <a:lnTo>
                    <a:pt x="227" y="65"/>
                  </a:lnTo>
                  <a:cubicBezTo>
                    <a:pt x="201" y="29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1" name="Google Shape;15981;p41"/>
            <p:cNvSpPr/>
            <p:nvPr/>
          </p:nvSpPr>
          <p:spPr>
            <a:xfrm>
              <a:off x="4277350" y="3073275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13" y="0"/>
                  </a:moveTo>
                  <a:cubicBezTo>
                    <a:pt x="82" y="0"/>
                    <a:pt x="53" y="14"/>
                    <a:pt x="33" y="43"/>
                  </a:cubicBezTo>
                  <a:cubicBezTo>
                    <a:pt x="17" y="59"/>
                    <a:pt x="0" y="92"/>
                    <a:pt x="17" y="109"/>
                  </a:cubicBezTo>
                  <a:lnTo>
                    <a:pt x="17" y="146"/>
                  </a:lnTo>
                  <a:cubicBezTo>
                    <a:pt x="17" y="162"/>
                    <a:pt x="33" y="179"/>
                    <a:pt x="50" y="179"/>
                  </a:cubicBezTo>
                  <a:cubicBezTo>
                    <a:pt x="74" y="194"/>
                    <a:pt x="97" y="202"/>
                    <a:pt x="120" y="202"/>
                  </a:cubicBezTo>
                  <a:cubicBezTo>
                    <a:pt x="148" y="202"/>
                    <a:pt x="177" y="190"/>
                    <a:pt x="206" y="162"/>
                  </a:cubicBezTo>
                  <a:cubicBezTo>
                    <a:pt x="239" y="129"/>
                    <a:pt x="223" y="59"/>
                    <a:pt x="190" y="26"/>
                  </a:cubicBezTo>
                  <a:cubicBezTo>
                    <a:pt x="165" y="9"/>
                    <a:pt x="138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2" name="Google Shape;15982;p41"/>
            <p:cNvSpPr/>
            <p:nvPr/>
          </p:nvSpPr>
          <p:spPr>
            <a:xfrm>
              <a:off x="4276925" y="308990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03" y="0"/>
                  </a:moveTo>
                  <a:cubicBezTo>
                    <a:pt x="90" y="0"/>
                    <a:pt x="77" y="4"/>
                    <a:pt x="67" y="13"/>
                  </a:cubicBezTo>
                  <a:cubicBezTo>
                    <a:pt x="50" y="13"/>
                    <a:pt x="34" y="29"/>
                    <a:pt x="17" y="46"/>
                  </a:cubicBezTo>
                  <a:cubicBezTo>
                    <a:pt x="1" y="83"/>
                    <a:pt x="1" y="116"/>
                    <a:pt x="1" y="132"/>
                  </a:cubicBezTo>
                  <a:cubicBezTo>
                    <a:pt x="28" y="176"/>
                    <a:pt x="69" y="207"/>
                    <a:pt x="110" y="207"/>
                  </a:cubicBezTo>
                  <a:cubicBezTo>
                    <a:pt x="119" y="207"/>
                    <a:pt x="128" y="205"/>
                    <a:pt x="137" y="202"/>
                  </a:cubicBezTo>
                  <a:cubicBezTo>
                    <a:pt x="190" y="186"/>
                    <a:pt x="223" y="116"/>
                    <a:pt x="207" y="62"/>
                  </a:cubicBezTo>
                  <a:cubicBezTo>
                    <a:pt x="190" y="29"/>
                    <a:pt x="170" y="13"/>
                    <a:pt x="137" y="13"/>
                  </a:cubicBezTo>
                  <a:cubicBezTo>
                    <a:pt x="128" y="4"/>
                    <a:pt x="116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3" name="Google Shape;15983;p41"/>
            <p:cNvSpPr/>
            <p:nvPr/>
          </p:nvSpPr>
          <p:spPr>
            <a:xfrm>
              <a:off x="4272600" y="3101425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28" y="0"/>
                  </a:moveTo>
                  <a:cubicBezTo>
                    <a:pt x="115" y="0"/>
                    <a:pt x="101" y="4"/>
                    <a:pt x="87" y="13"/>
                  </a:cubicBezTo>
                  <a:cubicBezTo>
                    <a:pt x="17" y="34"/>
                    <a:pt x="0" y="84"/>
                    <a:pt x="17" y="137"/>
                  </a:cubicBezTo>
                  <a:cubicBezTo>
                    <a:pt x="30" y="178"/>
                    <a:pt x="80" y="207"/>
                    <a:pt x="127" y="207"/>
                  </a:cubicBezTo>
                  <a:cubicBezTo>
                    <a:pt x="138" y="207"/>
                    <a:pt x="148" y="206"/>
                    <a:pt x="157" y="203"/>
                  </a:cubicBezTo>
                  <a:cubicBezTo>
                    <a:pt x="207" y="187"/>
                    <a:pt x="240" y="117"/>
                    <a:pt x="223" y="67"/>
                  </a:cubicBezTo>
                  <a:cubicBezTo>
                    <a:pt x="199" y="28"/>
                    <a:pt x="165" y="0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4" name="Google Shape;15984;p41"/>
            <p:cNvSpPr/>
            <p:nvPr/>
          </p:nvSpPr>
          <p:spPr>
            <a:xfrm>
              <a:off x="4280325" y="30592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37" y="1"/>
                  </a:moveTo>
                  <a:cubicBezTo>
                    <a:pt x="71" y="1"/>
                    <a:pt x="17" y="34"/>
                    <a:pt x="17" y="87"/>
                  </a:cubicBezTo>
                  <a:cubicBezTo>
                    <a:pt x="1" y="120"/>
                    <a:pt x="17" y="137"/>
                    <a:pt x="17" y="153"/>
                  </a:cubicBezTo>
                  <a:lnTo>
                    <a:pt x="34" y="174"/>
                  </a:lnTo>
                  <a:cubicBezTo>
                    <a:pt x="54" y="190"/>
                    <a:pt x="71" y="207"/>
                    <a:pt x="104" y="207"/>
                  </a:cubicBezTo>
                  <a:cubicBezTo>
                    <a:pt x="113" y="210"/>
                    <a:pt x="122" y="211"/>
                    <a:pt x="131" y="211"/>
                  </a:cubicBezTo>
                  <a:cubicBezTo>
                    <a:pt x="173" y="211"/>
                    <a:pt x="210" y="179"/>
                    <a:pt x="223" y="120"/>
                  </a:cubicBezTo>
                  <a:cubicBezTo>
                    <a:pt x="223" y="104"/>
                    <a:pt x="223" y="71"/>
                    <a:pt x="207" y="50"/>
                  </a:cubicBezTo>
                  <a:cubicBezTo>
                    <a:pt x="190" y="34"/>
                    <a:pt x="157" y="17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5" name="Google Shape;15985;p41"/>
            <p:cNvSpPr/>
            <p:nvPr/>
          </p:nvSpPr>
          <p:spPr>
            <a:xfrm>
              <a:off x="4288875" y="3096975"/>
              <a:ext cx="5700" cy="4950"/>
            </a:xfrm>
            <a:custGeom>
              <a:avLst/>
              <a:gdLst/>
              <a:ahLst/>
              <a:cxnLst/>
              <a:rect l="l" t="t" r="r" b="b"/>
              <a:pathLst>
                <a:path w="228" h="198" extrusionOk="0">
                  <a:moveTo>
                    <a:pt x="104" y="0"/>
                  </a:moveTo>
                  <a:cubicBezTo>
                    <a:pt x="54" y="0"/>
                    <a:pt x="21" y="35"/>
                    <a:pt x="21" y="88"/>
                  </a:cubicBezTo>
                  <a:cubicBezTo>
                    <a:pt x="1" y="109"/>
                    <a:pt x="21" y="125"/>
                    <a:pt x="21" y="142"/>
                  </a:cubicBezTo>
                  <a:cubicBezTo>
                    <a:pt x="21" y="142"/>
                    <a:pt x="21" y="158"/>
                    <a:pt x="38" y="158"/>
                  </a:cubicBezTo>
                  <a:cubicBezTo>
                    <a:pt x="54" y="175"/>
                    <a:pt x="71" y="191"/>
                    <a:pt x="104" y="191"/>
                  </a:cubicBezTo>
                  <a:cubicBezTo>
                    <a:pt x="114" y="195"/>
                    <a:pt x="124" y="197"/>
                    <a:pt x="133" y="197"/>
                  </a:cubicBezTo>
                  <a:cubicBezTo>
                    <a:pt x="175" y="197"/>
                    <a:pt x="211" y="163"/>
                    <a:pt x="228" y="109"/>
                  </a:cubicBezTo>
                  <a:cubicBezTo>
                    <a:pt x="228" y="88"/>
                    <a:pt x="228" y="55"/>
                    <a:pt x="207" y="39"/>
                  </a:cubicBezTo>
                  <a:cubicBezTo>
                    <a:pt x="190" y="22"/>
                    <a:pt x="158" y="6"/>
                    <a:pt x="141" y="6"/>
                  </a:cubicBezTo>
                  <a:cubicBezTo>
                    <a:pt x="128" y="2"/>
                    <a:pt x="115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6" name="Google Shape;15986;p41"/>
            <p:cNvSpPr/>
            <p:nvPr/>
          </p:nvSpPr>
          <p:spPr>
            <a:xfrm>
              <a:off x="4290225" y="308320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86" y="0"/>
                  </a:moveTo>
                  <a:cubicBezTo>
                    <a:pt x="34" y="0"/>
                    <a:pt x="0" y="33"/>
                    <a:pt x="0" y="91"/>
                  </a:cubicBezTo>
                  <a:lnTo>
                    <a:pt x="0" y="124"/>
                  </a:lnTo>
                  <a:lnTo>
                    <a:pt x="0" y="145"/>
                  </a:lnTo>
                  <a:lnTo>
                    <a:pt x="17" y="161"/>
                  </a:lnTo>
                  <a:cubicBezTo>
                    <a:pt x="33" y="178"/>
                    <a:pt x="50" y="194"/>
                    <a:pt x="87" y="194"/>
                  </a:cubicBezTo>
                  <a:cubicBezTo>
                    <a:pt x="97" y="199"/>
                    <a:pt x="105" y="201"/>
                    <a:pt x="112" y="201"/>
                  </a:cubicBezTo>
                  <a:cubicBezTo>
                    <a:pt x="130" y="201"/>
                    <a:pt x="141" y="189"/>
                    <a:pt x="153" y="178"/>
                  </a:cubicBezTo>
                  <a:cubicBezTo>
                    <a:pt x="190" y="161"/>
                    <a:pt x="207" y="145"/>
                    <a:pt x="207" y="108"/>
                  </a:cubicBezTo>
                  <a:cubicBezTo>
                    <a:pt x="207" y="91"/>
                    <a:pt x="207" y="75"/>
                    <a:pt x="190" y="42"/>
                  </a:cubicBezTo>
                  <a:cubicBezTo>
                    <a:pt x="174" y="21"/>
                    <a:pt x="153" y="4"/>
                    <a:pt x="120" y="4"/>
                  </a:cubicBezTo>
                  <a:cubicBezTo>
                    <a:pt x="108" y="2"/>
                    <a:pt x="97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7" name="Google Shape;15987;p41"/>
            <p:cNvSpPr/>
            <p:nvPr/>
          </p:nvSpPr>
          <p:spPr>
            <a:xfrm>
              <a:off x="4271775" y="31158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7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3" y="23"/>
                    <a:pt x="0" y="77"/>
                    <a:pt x="17" y="142"/>
                  </a:cubicBezTo>
                  <a:cubicBezTo>
                    <a:pt x="42" y="183"/>
                    <a:pt x="78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07" y="180"/>
                    <a:pt x="240" y="109"/>
                    <a:pt x="223" y="56"/>
                  </a:cubicBez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8" name="Google Shape;15988;p41"/>
            <p:cNvSpPr/>
            <p:nvPr/>
          </p:nvSpPr>
          <p:spPr>
            <a:xfrm>
              <a:off x="4284650" y="3108750"/>
              <a:ext cx="5600" cy="5225"/>
            </a:xfrm>
            <a:custGeom>
              <a:avLst/>
              <a:gdLst/>
              <a:ahLst/>
              <a:cxnLst/>
              <a:rect l="l" t="t" r="r" b="b"/>
              <a:pathLst>
                <a:path w="224" h="209" extrusionOk="0">
                  <a:moveTo>
                    <a:pt x="113" y="0"/>
                  </a:moveTo>
                  <a:cubicBezTo>
                    <a:pt x="98" y="0"/>
                    <a:pt x="82" y="4"/>
                    <a:pt x="67" y="13"/>
                  </a:cubicBezTo>
                  <a:cubicBezTo>
                    <a:pt x="17" y="30"/>
                    <a:pt x="1" y="83"/>
                    <a:pt x="17" y="133"/>
                  </a:cubicBezTo>
                  <a:cubicBezTo>
                    <a:pt x="30" y="187"/>
                    <a:pt x="74" y="209"/>
                    <a:pt x="116" y="209"/>
                  </a:cubicBezTo>
                  <a:cubicBezTo>
                    <a:pt x="129" y="209"/>
                    <a:pt x="142" y="207"/>
                    <a:pt x="153" y="203"/>
                  </a:cubicBezTo>
                  <a:cubicBezTo>
                    <a:pt x="207" y="186"/>
                    <a:pt x="223" y="116"/>
                    <a:pt x="207" y="67"/>
                  </a:cubicBezTo>
                  <a:cubicBezTo>
                    <a:pt x="195" y="28"/>
                    <a:pt x="155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9" name="Google Shape;15989;p41"/>
            <p:cNvSpPr/>
            <p:nvPr/>
          </p:nvSpPr>
          <p:spPr>
            <a:xfrm>
              <a:off x="4283325" y="3122725"/>
              <a:ext cx="5175" cy="4950"/>
            </a:xfrm>
            <a:custGeom>
              <a:avLst/>
              <a:gdLst/>
              <a:ahLst/>
              <a:cxnLst/>
              <a:rect l="l" t="t" r="r" b="b"/>
              <a:pathLst>
                <a:path w="207" h="198" extrusionOk="0">
                  <a:moveTo>
                    <a:pt x="90" y="1"/>
                  </a:moveTo>
                  <a:cubicBezTo>
                    <a:pt x="46" y="1"/>
                    <a:pt x="0" y="36"/>
                    <a:pt x="0" y="89"/>
                  </a:cubicBezTo>
                  <a:lnTo>
                    <a:pt x="0" y="143"/>
                  </a:lnTo>
                  <a:lnTo>
                    <a:pt x="17" y="159"/>
                  </a:lnTo>
                  <a:cubicBezTo>
                    <a:pt x="37" y="176"/>
                    <a:pt x="54" y="192"/>
                    <a:pt x="87" y="192"/>
                  </a:cubicBezTo>
                  <a:cubicBezTo>
                    <a:pt x="97" y="196"/>
                    <a:pt x="107" y="198"/>
                    <a:pt x="118" y="198"/>
                  </a:cubicBezTo>
                  <a:cubicBezTo>
                    <a:pt x="163" y="198"/>
                    <a:pt x="206" y="163"/>
                    <a:pt x="206" y="110"/>
                  </a:cubicBezTo>
                  <a:cubicBezTo>
                    <a:pt x="206" y="89"/>
                    <a:pt x="206" y="56"/>
                    <a:pt x="190" y="40"/>
                  </a:cubicBezTo>
                  <a:cubicBezTo>
                    <a:pt x="173" y="23"/>
                    <a:pt x="157" y="7"/>
                    <a:pt x="120" y="7"/>
                  </a:cubicBezTo>
                  <a:cubicBezTo>
                    <a:pt x="110" y="3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0" name="Google Shape;15990;p41"/>
            <p:cNvSpPr/>
            <p:nvPr/>
          </p:nvSpPr>
          <p:spPr>
            <a:xfrm>
              <a:off x="4338775" y="30868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50" y="17"/>
                    <a:pt x="33" y="34"/>
                  </a:cubicBezTo>
                  <a:cubicBezTo>
                    <a:pt x="17" y="50"/>
                    <a:pt x="0" y="67"/>
                    <a:pt x="0" y="83"/>
                  </a:cubicBezTo>
                  <a:lnTo>
                    <a:pt x="0" y="137"/>
                  </a:lnTo>
                  <a:cubicBezTo>
                    <a:pt x="17" y="170"/>
                    <a:pt x="50" y="207"/>
                    <a:pt x="87" y="207"/>
                  </a:cubicBezTo>
                  <a:lnTo>
                    <a:pt x="103" y="207"/>
                  </a:lnTo>
                  <a:cubicBezTo>
                    <a:pt x="153" y="207"/>
                    <a:pt x="206" y="170"/>
                    <a:pt x="206" y="120"/>
                  </a:cubicBezTo>
                  <a:cubicBezTo>
                    <a:pt x="206" y="83"/>
                    <a:pt x="206" y="67"/>
                    <a:pt x="190" y="50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1" name="Google Shape;15991;p41"/>
            <p:cNvSpPr/>
            <p:nvPr/>
          </p:nvSpPr>
          <p:spPr>
            <a:xfrm>
              <a:off x="4252400" y="308530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1" y="0"/>
                  </a:moveTo>
                  <a:cubicBezTo>
                    <a:pt x="69" y="0"/>
                    <a:pt x="49" y="12"/>
                    <a:pt x="37" y="24"/>
                  </a:cubicBezTo>
                  <a:cubicBezTo>
                    <a:pt x="17" y="40"/>
                    <a:pt x="0" y="61"/>
                    <a:pt x="0" y="94"/>
                  </a:cubicBezTo>
                  <a:lnTo>
                    <a:pt x="0" y="143"/>
                  </a:lnTo>
                  <a:cubicBezTo>
                    <a:pt x="0" y="143"/>
                    <a:pt x="0" y="164"/>
                    <a:pt x="17" y="164"/>
                  </a:cubicBezTo>
                  <a:cubicBezTo>
                    <a:pt x="37" y="180"/>
                    <a:pt x="54" y="197"/>
                    <a:pt x="87" y="197"/>
                  </a:cubicBezTo>
                  <a:cubicBezTo>
                    <a:pt x="96" y="200"/>
                    <a:pt x="105" y="201"/>
                    <a:pt x="114" y="201"/>
                  </a:cubicBezTo>
                  <a:cubicBezTo>
                    <a:pt x="156" y="201"/>
                    <a:pt x="193" y="168"/>
                    <a:pt x="206" y="110"/>
                  </a:cubicBezTo>
                  <a:cubicBezTo>
                    <a:pt x="206" y="94"/>
                    <a:pt x="206" y="61"/>
                    <a:pt x="190" y="40"/>
                  </a:cubicBezTo>
                  <a:cubicBezTo>
                    <a:pt x="173" y="24"/>
                    <a:pt x="141" y="7"/>
                    <a:pt x="120" y="7"/>
                  </a:cubicBezTo>
                  <a:cubicBezTo>
                    <a:pt x="110" y="2"/>
                    <a:pt x="101" y="0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2" name="Google Shape;15992;p41"/>
            <p:cNvSpPr/>
            <p:nvPr/>
          </p:nvSpPr>
          <p:spPr>
            <a:xfrm>
              <a:off x="4258475" y="31172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0" y="1"/>
                  </a:moveTo>
                  <a:cubicBezTo>
                    <a:pt x="83" y="1"/>
                    <a:pt x="50" y="22"/>
                    <a:pt x="34" y="38"/>
                  </a:cubicBezTo>
                  <a:cubicBezTo>
                    <a:pt x="17" y="54"/>
                    <a:pt x="17" y="71"/>
                    <a:pt x="1" y="87"/>
                  </a:cubicBezTo>
                  <a:cubicBezTo>
                    <a:pt x="1" y="104"/>
                    <a:pt x="1" y="125"/>
                    <a:pt x="17" y="141"/>
                  </a:cubicBezTo>
                  <a:cubicBezTo>
                    <a:pt x="34" y="174"/>
                    <a:pt x="50" y="207"/>
                    <a:pt x="104" y="207"/>
                  </a:cubicBezTo>
                  <a:cubicBezTo>
                    <a:pt x="153" y="207"/>
                    <a:pt x="207" y="174"/>
                    <a:pt x="223" y="125"/>
                  </a:cubicBezTo>
                  <a:cubicBezTo>
                    <a:pt x="223" y="104"/>
                    <a:pt x="207" y="71"/>
                    <a:pt x="186" y="54"/>
                  </a:cubicBezTo>
                  <a:cubicBezTo>
                    <a:pt x="170" y="22"/>
                    <a:pt x="153" y="22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3" name="Google Shape;15993;p41"/>
            <p:cNvSpPr/>
            <p:nvPr/>
          </p:nvSpPr>
          <p:spPr>
            <a:xfrm>
              <a:off x="4294025" y="3129175"/>
              <a:ext cx="6125" cy="5375"/>
            </a:xfrm>
            <a:custGeom>
              <a:avLst/>
              <a:gdLst/>
              <a:ahLst/>
              <a:cxnLst/>
              <a:rect l="l" t="t" r="r" b="b"/>
              <a:pathLst>
                <a:path w="245" h="215" extrusionOk="0">
                  <a:moveTo>
                    <a:pt x="117" y="0"/>
                  </a:moveTo>
                  <a:cubicBezTo>
                    <a:pt x="107" y="0"/>
                    <a:pt x="97" y="1"/>
                    <a:pt x="88" y="4"/>
                  </a:cubicBezTo>
                  <a:cubicBezTo>
                    <a:pt x="38" y="37"/>
                    <a:pt x="1" y="91"/>
                    <a:pt x="38" y="140"/>
                  </a:cubicBezTo>
                  <a:cubicBezTo>
                    <a:pt x="52" y="185"/>
                    <a:pt x="88" y="215"/>
                    <a:pt x="130" y="215"/>
                  </a:cubicBezTo>
                  <a:cubicBezTo>
                    <a:pt x="139" y="215"/>
                    <a:pt x="148" y="213"/>
                    <a:pt x="158" y="210"/>
                  </a:cubicBezTo>
                  <a:cubicBezTo>
                    <a:pt x="228" y="177"/>
                    <a:pt x="244" y="124"/>
                    <a:pt x="228" y="74"/>
                  </a:cubicBezTo>
                  <a:cubicBezTo>
                    <a:pt x="211" y="30"/>
                    <a:pt x="163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4" name="Google Shape;15994;p41"/>
            <p:cNvSpPr/>
            <p:nvPr/>
          </p:nvSpPr>
          <p:spPr>
            <a:xfrm>
              <a:off x="4248575" y="3098350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20" y="0"/>
                  </a:moveTo>
                  <a:cubicBezTo>
                    <a:pt x="104" y="0"/>
                    <a:pt x="87" y="0"/>
                    <a:pt x="67" y="17"/>
                  </a:cubicBezTo>
                  <a:cubicBezTo>
                    <a:pt x="17" y="33"/>
                    <a:pt x="1" y="87"/>
                    <a:pt x="17" y="136"/>
                  </a:cubicBezTo>
                  <a:cubicBezTo>
                    <a:pt x="30" y="190"/>
                    <a:pt x="74" y="212"/>
                    <a:pt x="116" y="212"/>
                  </a:cubicBezTo>
                  <a:cubicBezTo>
                    <a:pt x="129" y="212"/>
                    <a:pt x="142" y="210"/>
                    <a:pt x="153" y="207"/>
                  </a:cubicBezTo>
                  <a:cubicBezTo>
                    <a:pt x="170" y="190"/>
                    <a:pt x="170" y="190"/>
                    <a:pt x="190" y="174"/>
                  </a:cubicBezTo>
                  <a:cubicBezTo>
                    <a:pt x="223" y="157"/>
                    <a:pt x="223" y="103"/>
                    <a:pt x="207" y="70"/>
                  </a:cubicBezTo>
                  <a:cubicBezTo>
                    <a:pt x="190" y="33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5" name="Google Shape;15995;p41"/>
            <p:cNvSpPr/>
            <p:nvPr/>
          </p:nvSpPr>
          <p:spPr>
            <a:xfrm>
              <a:off x="4269600" y="3128700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4" y="0"/>
                  </a:moveTo>
                  <a:cubicBezTo>
                    <a:pt x="83" y="0"/>
                    <a:pt x="54" y="13"/>
                    <a:pt x="34" y="40"/>
                  </a:cubicBezTo>
                  <a:cubicBezTo>
                    <a:pt x="17" y="56"/>
                    <a:pt x="1" y="77"/>
                    <a:pt x="17" y="110"/>
                  </a:cubicBezTo>
                  <a:lnTo>
                    <a:pt x="17" y="143"/>
                  </a:lnTo>
                  <a:cubicBezTo>
                    <a:pt x="17" y="159"/>
                    <a:pt x="34" y="159"/>
                    <a:pt x="50" y="180"/>
                  </a:cubicBezTo>
                  <a:cubicBezTo>
                    <a:pt x="67" y="194"/>
                    <a:pt x="89" y="203"/>
                    <a:pt x="111" y="203"/>
                  </a:cubicBezTo>
                  <a:cubicBezTo>
                    <a:pt x="140" y="203"/>
                    <a:pt x="170" y="189"/>
                    <a:pt x="191" y="159"/>
                  </a:cubicBezTo>
                  <a:cubicBezTo>
                    <a:pt x="207" y="143"/>
                    <a:pt x="223" y="110"/>
                    <a:pt x="223" y="93"/>
                  </a:cubicBezTo>
                  <a:cubicBezTo>
                    <a:pt x="223" y="56"/>
                    <a:pt x="207" y="40"/>
                    <a:pt x="191" y="23"/>
                  </a:cubicBezTo>
                  <a:cubicBezTo>
                    <a:pt x="166" y="8"/>
                    <a:pt x="140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6" name="Google Shape;15996;p41"/>
            <p:cNvSpPr/>
            <p:nvPr/>
          </p:nvSpPr>
          <p:spPr>
            <a:xfrm>
              <a:off x="4266625" y="30799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50" y="0"/>
                    <a:pt x="0" y="33"/>
                    <a:pt x="0" y="87"/>
                  </a:cubicBezTo>
                  <a:lnTo>
                    <a:pt x="0" y="136"/>
                  </a:lnTo>
                  <a:cubicBezTo>
                    <a:pt x="0" y="153"/>
                    <a:pt x="17" y="153"/>
                    <a:pt x="17" y="174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93" y="209"/>
                    <a:pt x="100" y="210"/>
                    <a:pt x="107" y="210"/>
                  </a:cubicBezTo>
                  <a:cubicBezTo>
                    <a:pt x="150" y="210"/>
                    <a:pt x="192" y="166"/>
                    <a:pt x="206" y="120"/>
                  </a:cubicBezTo>
                  <a:cubicBezTo>
                    <a:pt x="206" y="87"/>
                    <a:pt x="206" y="70"/>
                    <a:pt x="190" y="50"/>
                  </a:cubicBezTo>
                  <a:cubicBezTo>
                    <a:pt x="169" y="17"/>
                    <a:pt x="136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7" name="Google Shape;15997;p41"/>
            <p:cNvSpPr/>
            <p:nvPr/>
          </p:nvSpPr>
          <p:spPr>
            <a:xfrm>
              <a:off x="4262300" y="3091800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117" y="1"/>
                  </a:moveTo>
                  <a:cubicBezTo>
                    <a:pt x="107" y="1"/>
                    <a:pt x="96" y="3"/>
                    <a:pt x="87" y="7"/>
                  </a:cubicBezTo>
                  <a:cubicBezTo>
                    <a:pt x="33" y="23"/>
                    <a:pt x="0" y="89"/>
                    <a:pt x="17" y="143"/>
                  </a:cubicBezTo>
                  <a:cubicBezTo>
                    <a:pt x="33" y="159"/>
                    <a:pt x="33" y="176"/>
                    <a:pt x="54" y="176"/>
                  </a:cubicBezTo>
                  <a:cubicBezTo>
                    <a:pt x="87" y="213"/>
                    <a:pt x="120" y="213"/>
                    <a:pt x="157" y="213"/>
                  </a:cubicBezTo>
                  <a:cubicBezTo>
                    <a:pt x="206" y="192"/>
                    <a:pt x="223" y="159"/>
                    <a:pt x="223" y="110"/>
                  </a:cubicBezTo>
                  <a:lnTo>
                    <a:pt x="223" y="73"/>
                  </a:lnTo>
                  <a:cubicBezTo>
                    <a:pt x="209" y="33"/>
                    <a:pt x="161" y="1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8" name="Google Shape;15998;p41"/>
            <p:cNvSpPr/>
            <p:nvPr/>
          </p:nvSpPr>
          <p:spPr>
            <a:xfrm>
              <a:off x="4261050" y="310562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107" y="1"/>
                  </a:moveTo>
                  <a:cubicBezTo>
                    <a:pt x="72" y="1"/>
                    <a:pt x="38" y="15"/>
                    <a:pt x="17" y="35"/>
                  </a:cubicBezTo>
                  <a:cubicBezTo>
                    <a:pt x="1" y="52"/>
                    <a:pt x="1" y="89"/>
                    <a:pt x="1" y="122"/>
                  </a:cubicBezTo>
                  <a:lnTo>
                    <a:pt x="1" y="138"/>
                  </a:lnTo>
                  <a:cubicBezTo>
                    <a:pt x="17" y="155"/>
                    <a:pt x="17" y="175"/>
                    <a:pt x="34" y="192"/>
                  </a:cubicBezTo>
                  <a:cubicBezTo>
                    <a:pt x="50" y="208"/>
                    <a:pt x="83" y="208"/>
                    <a:pt x="120" y="208"/>
                  </a:cubicBezTo>
                  <a:cubicBezTo>
                    <a:pt x="137" y="208"/>
                    <a:pt x="170" y="192"/>
                    <a:pt x="186" y="175"/>
                  </a:cubicBezTo>
                  <a:cubicBezTo>
                    <a:pt x="207" y="138"/>
                    <a:pt x="207" y="122"/>
                    <a:pt x="207" y="89"/>
                  </a:cubicBezTo>
                  <a:cubicBezTo>
                    <a:pt x="207" y="72"/>
                    <a:pt x="186" y="35"/>
                    <a:pt x="170" y="19"/>
                  </a:cubicBezTo>
                  <a:cubicBezTo>
                    <a:pt x="151" y="6"/>
                    <a:pt x="129" y="1"/>
                    <a:pt x="1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9" name="Google Shape;15999;p41"/>
            <p:cNvSpPr/>
            <p:nvPr/>
          </p:nvSpPr>
          <p:spPr>
            <a:xfrm>
              <a:off x="4256725" y="3068625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6" y="0"/>
                  </a:moveTo>
                  <a:cubicBezTo>
                    <a:pt x="106" y="0"/>
                    <a:pt x="97" y="2"/>
                    <a:pt x="87" y="6"/>
                  </a:cubicBezTo>
                  <a:cubicBezTo>
                    <a:pt x="17" y="39"/>
                    <a:pt x="0" y="89"/>
                    <a:pt x="17" y="142"/>
                  </a:cubicBezTo>
                  <a:cubicBezTo>
                    <a:pt x="31" y="184"/>
                    <a:pt x="82" y="216"/>
                    <a:pt x="127" y="216"/>
                  </a:cubicBezTo>
                  <a:cubicBezTo>
                    <a:pt x="136" y="216"/>
                    <a:pt x="145" y="215"/>
                    <a:pt x="153" y="212"/>
                  </a:cubicBezTo>
                  <a:cubicBezTo>
                    <a:pt x="207" y="175"/>
                    <a:pt x="240" y="126"/>
                    <a:pt x="223" y="72"/>
                  </a:cubicBezTo>
                  <a:cubicBezTo>
                    <a:pt x="197" y="32"/>
                    <a:pt x="156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0" name="Google Shape;16000;p41"/>
            <p:cNvSpPr/>
            <p:nvPr/>
          </p:nvSpPr>
          <p:spPr>
            <a:xfrm>
              <a:off x="4328475" y="3067850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87" y="0"/>
                  </a:moveTo>
                  <a:cubicBezTo>
                    <a:pt x="33" y="37"/>
                    <a:pt x="0" y="87"/>
                    <a:pt x="17" y="140"/>
                  </a:cubicBezTo>
                  <a:cubicBezTo>
                    <a:pt x="44" y="181"/>
                    <a:pt x="85" y="210"/>
                    <a:pt x="126" y="210"/>
                  </a:cubicBezTo>
                  <a:cubicBezTo>
                    <a:pt x="135" y="210"/>
                    <a:pt x="144" y="209"/>
                    <a:pt x="153" y="206"/>
                  </a:cubicBezTo>
                  <a:cubicBezTo>
                    <a:pt x="169" y="190"/>
                    <a:pt x="190" y="190"/>
                    <a:pt x="206" y="173"/>
                  </a:cubicBezTo>
                  <a:cubicBezTo>
                    <a:pt x="223" y="140"/>
                    <a:pt x="239" y="103"/>
                    <a:pt x="223" y="70"/>
                  </a:cubicBezTo>
                  <a:cubicBezTo>
                    <a:pt x="206" y="37"/>
                    <a:pt x="169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1" name="Google Shape;16001;p41"/>
            <p:cNvSpPr/>
            <p:nvPr/>
          </p:nvSpPr>
          <p:spPr>
            <a:xfrm>
              <a:off x="4325475" y="30953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0" y="0"/>
                  </a:moveTo>
                  <a:cubicBezTo>
                    <a:pt x="88" y="0"/>
                    <a:pt x="54" y="14"/>
                    <a:pt x="33" y="35"/>
                  </a:cubicBezTo>
                  <a:cubicBezTo>
                    <a:pt x="17" y="51"/>
                    <a:pt x="0" y="88"/>
                    <a:pt x="0" y="121"/>
                  </a:cubicBezTo>
                  <a:cubicBezTo>
                    <a:pt x="0" y="121"/>
                    <a:pt x="0" y="138"/>
                    <a:pt x="17" y="138"/>
                  </a:cubicBezTo>
                  <a:cubicBezTo>
                    <a:pt x="17" y="154"/>
                    <a:pt x="33" y="175"/>
                    <a:pt x="50" y="191"/>
                  </a:cubicBezTo>
                  <a:cubicBezTo>
                    <a:pt x="66" y="208"/>
                    <a:pt x="83" y="208"/>
                    <a:pt x="120" y="208"/>
                  </a:cubicBezTo>
                  <a:cubicBezTo>
                    <a:pt x="153" y="208"/>
                    <a:pt x="170" y="191"/>
                    <a:pt x="186" y="175"/>
                  </a:cubicBezTo>
                  <a:cubicBezTo>
                    <a:pt x="207" y="138"/>
                    <a:pt x="223" y="121"/>
                    <a:pt x="207" y="88"/>
                  </a:cubicBezTo>
                  <a:cubicBezTo>
                    <a:pt x="207" y="72"/>
                    <a:pt x="186" y="35"/>
                    <a:pt x="170" y="18"/>
                  </a:cubicBezTo>
                  <a:cubicBezTo>
                    <a:pt x="157" y="6"/>
                    <a:pt x="139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2" name="Google Shape;16002;p41"/>
            <p:cNvSpPr/>
            <p:nvPr/>
          </p:nvSpPr>
          <p:spPr>
            <a:xfrm>
              <a:off x="4327525" y="3081425"/>
              <a:ext cx="5700" cy="5025"/>
            </a:xfrm>
            <a:custGeom>
              <a:avLst/>
              <a:gdLst/>
              <a:ahLst/>
              <a:cxnLst/>
              <a:rect l="l" t="t" r="r" b="b"/>
              <a:pathLst>
                <a:path w="228" h="201" extrusionOk="0">
                  <a:moveTo>
                    <a:pt x="104" y="1"/>
                  </a:moveTo>
                  <a:cubicBezTo>
                    <a:pt x="86" y="1"/>
                    <a:pt x="66" y="14"/>
                    <a:pt x="55" y="26"/>
                  </a:cubicBezTo>
                  <a:cubicBezTo>
                    <a:pt x="38" y="42"/>
                    <a:pt x="22" y="59"/>
                    <a:pt x="1" y="92"/>
                  </a:cubicBezTo>
                  <a:cubicBezTo>
                    <a:pt x="1" y="113"/>
                    <a:pt x="1" y="129"/>
                    <a:pt x="22" y="146"/>
                  </a:cubicBezTo>
                  <a:cubicBezTo>
                    <a:pt x="22" y="146"/>
                    <a:pt x="22" y="162"/>
                    <a:pt x="38" y="162"/>
                  </a:cubicBezTo>
                  <a:cubicBezTo>
                    <a:pt x="55" y="179"/>
                    <a:pt x="71" y="195"/>
                    <a:pt x="104" y="195"/>
                  </a:cubicBezTo>
                  <a:cubicBezTo>
                    <a:pt x="114" y="199"/>
                    <a:pt x="124" y="201"/>
                    <a:pt x="134" y="201"/>
                  </a:cubicBezTo>
                  <a:cubicBezTo>
                    <a:pt x="175" y="201"/>
                    <a:pt x="211" y="166"/>
                    <a:pt x="228" y="113"/>
                  </a:cubicBezTo>
                  <a:cubicBezTo>
                    <a:pt x="228" y="92"/>
                    <a:pt x="207" y="59"/>
                    <a:pt x="191" y="42"/>
                  </a:cubicBezTo>
                  <a:cubicBezTo>
                    <a:pt x="174" y="26"/>
                    <a:pt x="158" y="9"/>
                    <a:pt x="125" y="9"/>
                  </a:cubicBezTo>
                  <a:cubicBezTo>
                    <a:pt x="118" y="3"/>
                    <a:pt x="111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3" name="Google Shape;16003;p41"/>
            <p:cNvSpPr/>
            <p:nvPr/>
          </p:nvSpPr>
          <p:spPr>
            <a:xfrm>
              <a:off x="4323300" y="31094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00" y="1"/>
                  </a:moveTo>
                  <a:cubicBezTo>
                    <a:pt x="55" y="1"/>
                    <a:pt x="15" y="47"/>
                    <a:pt x="1" y="90"/>
                  </a:cubicBezTo>
                  <a:lnTo>
                    <a:pt x="1" y="144"/>
                  </a:lnTo>
                  <a:cubicBezTo>
                    <a:pt x="17" y="144"/>
                    <a:pt x="17" y="160"/>
                    <a:pt x="17" y="160"/>
                  </a:cubicBezTo>
                  <a:cubicBezTo>
                    <a:pt x="34" y="193"/>
                    <a:pt x="67" y="210"/>
                    <a:pt x="87" y="210"/>
                  </a:cubicBezTo>
                  <a:cubicBezTo>
                    <a:pt x="120" y="210"/>
                    <a:pt x="137" y="210"/>
                    <a:pt x="170" y="193"/>
                  </a:cubicBezTo>
                  <a:cubicBezTo>
                    <a:pt x="191" y="177"/>
                    <a:pt x="207" y="144"/>
                    <a:pt x="207" y="127"/>
                  </a:cubicBezTo>
                  <a:cubicBezTo>
                    <a:pt x="207" y="90"/>
                    <a:pt x="207" y="74"/>
                    <a:pt x="191" y="41"/>
                  </a:cubicBezTo>
                  <a:cubicBezTo>
                    <a:pt x="170" y="24"/>
                    <a:pt x="153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4" name="Google Shape;16004;p41"/>
            <p:cNvSpPr/>
            <p:nvPr/>
          </p:nvSpPr>
          <p:spPr>
            <a:xfrm>
              <a:off x="4335775" y="31168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3" y="0"/>
                    <a:pt x="67" y="0"/>
                    <a:pt x="34" y="17"/>
                  </a:cubicBezTo>
                  <a:cubicBezTo>
                    <a:pt x="17" y="38"/>
                    <a:pt x="1" y="54"/>
                    <a:pt x="1" y="87"/>
                  </a:cubicBezTo>
                  <a:lnTo>
                    <a:pt x="1" y="141"/>
                  </a:lnTo>
                  <a:lnTo>
                    <a:pt x="17" y="157"/>
                  </a:lnTo>
                  <a:cubicBezTo>
                    <a:pt x="34" y="190"/>
                    <a:pt x="50" y="207"/>
                    <a:pt x="83" y="207"/>
                  </a:cubicBezTo>
                  <a:cubicBezTo>
                    <a:pt x="137" y="207"/>
                    <a:pt x="207" y="174"/>
                    <a:pt x="207" y="120"/>
                  </a:cubicBezTo>
                  <a:cubicBezTo>
                    <a:pt x="207" y="87"/>
                    <a:pt x="207" y="70"/>
                    <a:pt x="186" y="38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5" name="Google Shape;16005;p41"/>
            <p:cNvSpPr/>
            <p:nvPr/>
          </p:nvSpPr>
          <p:spPr>
            <a:xfrm>
              <a:off x="4296625" y="3115875"/>
              <a:ext cx="5675" cy="5275"/>
            </a:xfrm>
            <a:custGeom>
              <a:avLst/>
              <a:gdLst/>
              <a:ahLst/>
              <a:cxnLst/>
              <a:rect l="l" t="t" r="r" b="b"/>
              <a:pathLst>
                <a:path w="227" h="211" extrusionOk="0">
                  <a:moveTo>
                    <a:pt x="97" y="0"/>
                  </a:moveTo>
                  <a:cubicBezTo>
                    <a:pt x="54" y="0"/>
                    <a:pt x="17" y="33"/>
                    <a:pt x="0" y="91"/>
                  </a:cubicBezTo>
                  <a:cubicBezTo>
                    <a:pt x="0" y="107"/>
                    <a:pt x="0" y="124"/>
                    <a:pt x="21" y="140"/>
                  </a:cubicBezTo>
                  <a:cubicBezTo>
                    <a:pt x="21" y="140"/>
                    <a:pt x="21" y="157"/>
                    <a:pt x="37" y="157"/>
                  </a:cubicBezTo>
                  <a:cubicBezTo>
                    <a:pt x="37" y="178"/>
                    <a:pt x="70" y="194"/>
                    <a:pt x="103" y="211"/>
                  </a:cubicBezTo>
                  <a:cubicBezTo>
                    <a:pt x="157" y="211"/>
                    <a:pt x="206" y="178"/>
                    <a:pt x="206" y="107"/>
                  </a:cubicBezTo>
                  <a:cubicBezTo>
                    <a:pt x="227" y="91"/>
                    <a:pt x="206" y="54"/>
                    <a:pt x="190" y="37"/>
                  </a:cubicBezTo>
                  <a:cubicBezTo>
                    <a:pt x="173" y="21"/>
                    <a:pt x="157" y="4"/>
                    <a:pt x="124" y="4"/>
                  </a:cubicBezTo>
                  <a:cubicBezTo>
                    <a:pt x="115" y="2"/>
                    <a:pt x="10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6" name="Google Shape;16006;p41"/>
            <p:cNvSpPr/>
            <p:nvPr/>
          </p:nvSpPr>
          <p:spPr>
            <a:xfrm>
              <a:off x="4337025" y="31026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1"/>
                  </a:moveTo>
                  <a:cubicBezTo>
                    <a:pt x="70" y="1"/>
                    <a:pt x="17" y="34"/>
                    <a:pt x="17" y="87"/>
                  </a:cubicBezTo>
                  <a:cubicBezTo>
                    <a:pt x="0" y="104"/>
                    <a:pt x="17" y="137"/>
                    <a:pt x="17" y="137"/>
                  </a:cubicBezTo>
                  <a:cubicBezTo>
                    <a:pt x="17" y="153"/>
                    <a:pt x="17" y="153"/>
                    <a:pt x="33" y="170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2" y="210"/>
                    <a:pt x="121" y="211"/>
                    <a:pt x="130" y="211"/>
                  </a:cubicBezTo>
                  <a:cubicBezTo>
                    <a:pt x="173" y="211"/>
                    <a:pt x="209" y="178"/>
                    <a:pt x="223" y="120"/>
                  </a:cubicBezTo>
                  <a:cubicBezTo>
                    <a:pt x="223" y="104"/>
                    <a:pt x="223" y="67"/>
                    <a:pt x="206" y="50"/>
                  </a:cubicBezTo>
                  <a:cubicBezTo>
                    <a:pt x="190" y="17"/>
                    <a:pt x="157" y="17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7" name="Google Shape;16007;p41"/>
            <p:cNvSpPr/>
            <p:nvPr/>
          </p:nvSpPr>
          <p:spPr>
            <a:xfrm>
              <a:off x="4318575" y="3058700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11" y="1"/>
                  </a:moveTo>
                  <a:cubicBezTo>
                    <a:pt x="83" y="1"/>
                    <a:pt x="54" y="13"/>
                    <a:pt x="33" y="40"/>
                  </a:cubicBezTo>
                  <a:cubicBezTo>
                    <a:pt x="17" y="57"/>
                    <a:pt x="0" y="94"/>
                    <a:pt x="17" y="110"/>
                  </a:cubicBezTo>
                  <a:lnTo>
                    <a:pt x="17" y="143"/>
                  </a:lnTo>
                  <a:cubicBezTo>
                    <a:pt x="17" y="160"/>
                    <a:pt x="33" y="176"/>
                    <a:pt x="50" y="176"/>
                  </a:cubicBezTo>
                  <a:cubicBezTo>
                    <a:pt x="70" y="197"/>
                    <a:pt x="103" y="213"/>
                    <a:pt x="120" y="213"/>
                  </a:cubicBezTo>
                  <a:cubicBezTo>
                    <a:pt x="153" y="197"/>
                    <a:pt x="173" y="197"/>
                    <a:pt x="190" y="160"/>
                  </a:cubicBezTo>
                  <a:cubicBezTo>
                    <a:pt x="206" y="143"/>
                    <a:pt x="223" y="127"/>
                    <a:pt x="223" y="94"/>
                  </a:cubicBezTo>
                  <a:cubicBezTo>
                    <a:pt x="223" y="57"/>
                    <a:pt x="206" y="40"/>
                    <a:pt x="173" y="24"/>
                  </a:cubicBezTo>
                  <a:cubicBezTo>
                    <a:pt x="157" y="9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8" name="Google Shape;16008;p41"/>
            <p:cNvSpPr/>
            <p:nvPr/>
          </p:nvSpPr>
          <p:spPr>
            <a:xfrm>
              <a:off x="4332275" y="30545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0"/>
                  </a:moveTo>
                  <a:cubicBezTo>
                    <a:pt x="104" y="0"/>
                    <a:pt x="71" y="17"/>
                    <a:pt x="54" y="17"/>
                  </a:cubicBezTo>
                  <a:cubicBezTo>
                    <a:pt x="17" y="33"/>
                    <a:pt x="1" y="70"/>
                    <a:pt x="1" y="87"/>
                  </a:cubicBezTo>
                  <a:cubicBezTo>
                    <a:pt x="1" y="103"/>
                    <a:pt x="1" y="136"/>
                    <a:pt x="17" y="157"/>
                  </a:cubicBezTo>
                  <a:lnTo>
                    <a:pt x="17" y="173"/>
                  </a:lnTo>
                  <a:cubicBezTo>
                    <a:pt x="38" y="190"/>
                    <a:pt x="71" y="206"/>
                    <a:pt x="87" y="206"/>
                  </a:cubicBezTo>
                  <a:cubicBezTo>
                    <a:pt x="99" y="209"/>
                    <a:pt x="110" y="211"/>
                    <a:pt x="121" y="211"/>
                  </a:cubicBezTo>
                  <a:cubicBezTo>
                    <a:pt x="173" y="211"/>
                    <a:pt x="207" y="178"/>
                    <a:pt x="207" y="120"/>
                  </a:cubicBezTo>
                  <a:cubicBezTo>
                    <a:pt x="223" y="103"/>
                    <a:pt x="207" y="70"/>
                    <a:pt x="190" y="54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9" name="Google Shape;16009;p41"/>
            <p:cNvSpPr/>
            <p:nvPr/>
          </p:nvSpPr>
          <p:spPr>
            <a:xfrm>
              <a:off x="4303100" y="30763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9" y="0"/>
                  </a:moveTo>
                  <a:cubicBezTo>
                    <a:pt x="115" y="0"/>
                    <a:pt x="100" y="3"/>
                    <a:pt x="87" y="8"/>
                  </a:cubicBezTo>
                  <a:cubicBezTo>
                    <a:pt x="34" y="25"/>
                    <a:pt x="1" y="91"/>
                    <a:pt x="17" y="144"/>
                  </a:cubicBezTo>
                  <a:cubicBezTo>
                    <a:pt x="34" y="161"/>
                    <a:pt x="34" y="161"/>
                    <a:pt x="50" y="177"/>
                  </a:cubicBezTo>
                  <a:cubicBezTo>
                    <a:pt x="72" y="199"/>
                    <a:pt x="91" y="208"/>
                    <a:pt x="111" y="208"/>
                  </a:cubicBezTo>
                  <a:cubicBezTo>
                    <a:pt x="125" y="208"/>
                    <a:pt x="139" y="203"/>
                    <a:pt x="153" y="194"/>
                  </a:cubicBezTo>
                  <a:cubicBezTo>
                    <a:pt x="207" y="177"/>
                    <a:pt x="223" y="144"/>
                    <a:pt x="223" y="111"/>
                  </a:cubicBezTo>
                  <a:lnTo>
                    <a:pt x="223" y="58"/>
                  </a:lnTo>
                  <a:cubicBezTo>
                    <a:pt x="211" y="21"/>
                    <a:pt x="170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0" name="Google Shape;16010;p41"/>
            <p:cNvSpPr/>
            <p:nvPr/>
          </p:nvSpPr>
          <p:spPr>
            <a:xfrm>
              <a:off x="4303100" y="3089375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87" y="1"/>
                  </a:moveTo>
                  <a:cubicBezTo>
                    <a:pt x="71" y="17"/>
                    <a:pt x="34" y="17"/>
                    <a:pt x="17" y="50"/>
                  </a:cubicBezTo>
                  <a:cubicBezTo>
                    <a:pt x="1" y="67"/>
                    <a:pt x="1" y="83"/>
                    <a:pt x="1" y="120"/>
                  </a:cubicBezTo>
                  <a:lnTo>
                    <a:pt x="1" y="153"/>
                  </a:lnTo>
                  <a:cubicBezTo>
                    <a:pt x="17" y="153"/>
                    <a:pt x="17" y="170"/>
                    <a:pt x="34" y="186"/>
                  </a:cubicBezTo>
                  <a:cubicBezTo>
                    <a:pt x="58" y="203"/>
                    <a:pt x="85" y="212"/>
                    <a:pt x="111" y="212"/>
                  </a:cubicBezTo>
                  <a:cubicBezTo>
                    <a:pt x="141" y="212"/>
                    <a:pt x="170" y="199"/>
                    <a:pt x="190" y="170"/>
                  </a:cubicBezTo>
                  <a:cubicBezTo>
                    <a:pt x="207" y="153"/>
                    <a:pt x="207" y="120"/>
                    <a:pt x="207" y="104"/>
                  </a:cubicBezTo>
                  <a:cubicBezTo>
                    <a:pt x="207" y="67"/>
                    <a:pt x="190" y="50"/>
                    <a:pt x="174" y="34"/>
                  </a:cubicBezTo>
                  <a:cubicBezTo>
                    <a:pt x="153" y="17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1" name="Google Shape;16011;p41"/>
            <p:cNvSpPr/>
            <p:nvPr/>
          </p:nvSpPr>
          <p:spPr>
            <a:xfrm>
              <a:off x="4306500" y="306485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20" y="0"/>
                  </a:moveTo>
                  <a:cubicBezTo>
                    <a:pt x="71" y="0"/>
                    <a:pt x="17" y="33"/>
                    <a:pt x="1" y="87"/>
                  </a:cubicBezTo>
                  <a:cubicBezTo>
                    <a:pt x="1" y="104"/>
                    <a:pt x="1" y="137"/>
                    <a:pt x="17" y="157"/>
                  </a:cubicBezTo>
                  <a:lnTo>
                    <a:pt x="17" y="174"/>
                  </a:lnTo>
                  <a:cubicBezTo>
                    <a:pt x="38" y="190"/>
                    <a:pt x="71" y="207"/>
                    <a:pt x="87" y="207"/>
                  </a:cubicBezTo>
                  <a:cubicBezTo>
                    <a:pt x="97" y="211"/>
                    <a:pt x="107" y="213"/>
                    <a:pt x="117" y="213"/>
                  </a:cubicBezTo>
                  <a:cubicBezTo>
                    <a:pt x="140" y="213"/>
                    <a:pt x="162" y="202"/>
                    <a:pt x="174" y="190"/>
                  </a:cubicBezTo>
                  <a:cubicBezTo>
                    <a:pt x="191" y="174"/>
                    <a:pt x="207" y="157"/>
                    <a:pt x="207" y="120"/>
                  </a:cubicBezTo>
                  <a:cubicBezTo>
                    <a:pt x="223" y="104"/>
                    <a:pt x="207" y="71"/>
                    <a:pt x="191" y="54"/>
                  </a:cubicBezTo>
                  <a:cubicBezTo>
                    <a:pt x="174" y="33"/>
                    <a:pt x="158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2" name="Google Shape;16012;p41"/>
            <p:cNvSpPr/>
            <p:nvPr/>
          </p:nvSpPr>
          <p:spPr>
            <a:xfrm>
              <a:off x="4247650" y="3111900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97" y="0"/>
                  </a:moveTo>
                  <a:cubicBezTo>
                    <a:pt x="76" y="0"/>
                    <a:pt x="61" y="13"/>
                    <a:pt x="38" y="27"/>
                  </a:cubicBezTo>
                  <a:cubicBezTo>
                    <a:pt x="21" y="44"/>
                    <a:pt x="1" y="60"/>
                    <a:pt x="1" y="93"/>
                  </a:cubicBezTo>
                  <a:lnTo>
                    <a:pt x="1" y="147"/>
                  </a:lnTo>
                  <a:lnTo>
                    <a:pt x="21" y="163"/>
                  </a:lnTo>
                  <a:cubicBezTo>
                    <a:pt x="38" y="196"/>
                    <a:pt x="54" y="196"/>
                    <a:pt x="87" y="213"/>
                  </a:cubicBezTo>
                  <a:cubicBezTo>
                    <a:pt x="141" y="213"/>
                    <a:pt x="207" y="180"/>
                    <a:pt x="207" y="130"/>
                  </a:cubicBezTo>
                  <a:cubicBezTo>
                    <a:pt x="207" y="93"/>
                    <a:pt x="207" y="60"/>
                    <a:pt x="190" y="44"/>
                  </a:cubicBezTo>
                  <a:cubicBezTo>
                    <a:pt x="174" y="27"/>
                    <a:pt x="157" y="7"/>
                    <a:pt x="124" y="7"/>
                  </a:cubicBezTo>
                  <a:cubicBezTo>
                    <a:pt x="114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3" name="Google Shape;16013;p41"/>
            <p:cNvSpPr/>
            <p:nvPr/>
          </p:nvSpPr>
          <p:spPr>
            <a:xfrm>
              <a:off x="4300950" y="31029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93" y="1"/>
                  </a:moveTo>
                  <a:cubicBezTo>
                    <a:pt x="48" y="1"/>
                    <a:pt x="0" y="33"/>
                    <a:pt x="0" y="92"/>
                  </a:cubicBezTo>
                  <a:lnTo>
                    <a:pt x="0" y="141"/>
                  </a:lnTo>
                  <a:lnTo>
                    <a:pt x="17" y="158"/>
                  </a:lnTo>
                  <a:cubicBezTo>
                    <a:pt x="33" y="178"/>
                    <a:pt x="54" y="195"/>
                    <a:pt x="87" y="211"/>
                  </a:cubicBezTo>
                  <a:cubicBezTo>
                    <a:pt x="120" y="211"/>
                    <a:pt x="136" y="195"/>
                    <a:pt x="173" y="178"/>
                  </a:cubicBezTo>
                  <a:cubicBezTo>
                    <a:pt x="190" y="178"/>
                    <a:pt x="206" y="141"/>
                    <a:pt x="206" y="125"/>
                  </a:cubicBezTo>
                  <a:cubicBezTo>
                    <a:pt x="223" y="55"/>
                    <a:pt x="17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4" name="Google Shape;16014;p41"/>
            <p:cNvSpPr/>
            <p:nvPr/>
          </p:nvSpPr>
          <p:spPr>
            <a:xfrm>
              <a:off x="4310025" y="31155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7" y="0"/>
                  </a:moveTo>
                  <a:cubicBezTo>
                    <a:pt x="71" y="0"/>
                    <a:pt x="37" y="15"/>
                    <a:pt x="17" y="35"/>
                  </a:cubicBezTo>
                  <a:cubicBezTo>
                    <a:pt x="0" y="51"/>
                    <a:pt x="0" y="89"/>
                    <a:pt x="0" y="121"/>
                  </a:cubicBezTo>
                  <a:lnTo>
                    <a:pt x="0" y="138"/>
                  </a:lnTo>
                  <a:cubicBezTo>
                    <a:pt x="0" y="154"/>
                    <a:pt x="17" y="171"/>
                    <a:pt x="33" y="192"/>
                  </a:cubicBezTo>
                  <a:cubicBezTo>
                    <a:pt x="52" y="204"/>
                    <a:pt x="71" y="209"/>
                    <a:pt x="90" y="209"/>
                  </a:cubicBezTo>
                  <a:cubicBezTo>
                    <a:pt x="122" y="209"/>
                    <a:pt x="155" y="194"/>
                    <a:pt x="186" y="171"/>
                  </a:cubicBezTo>
                  <a:cubicBezTo>
                    <a:pt x="206" y="138"/>
                    <a:pt x="206" y="121"/>
                    <a:pt x="206" y="89"/>
                  </a:cubicBezTo>
                  <a:cubicBezTo>
                    <a:pt x="206" y="68"/>
                    <a:pt x="186" y="35"/>
                    <a:pt x="169" y="18"/>
                  </a:cubicBezTo>
                  <a:cubicBezTo>
                    <a:pt x="150" y="6"/>
                    <a:pt x="128" y="0"/>
                    <a:pt x="1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5" name="Google Shape;16015;p41"/>
            <p:cNvSpPr/>
            <p:nvPr/>
          </p:nvSpPr>
          <p:spPr>
            <a:xfrm>
              <a:off x="4315175" y="30863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24"/>
                    <a:pt x="17" y="140"/>
                  </a:cubicBezTo>
                  <a:cubicBezTo>
                    <a:pt x="17" y="173"/>
                    <a:pt x="50" y="206"/>
                    <a:pt x="83" y="206"/>
                  </a:cubicBezTo>
                  <a:cubicBezTo>
                    <a:pt x="93" y="209"/>
                    <a:pt x="103" y="211"/>
                    <a:pt x="113" y="211"/>
                  </a:cubicBezTo>
                  <a:cubicBezTo>
                    <a:pt x="168" y="211"/>
                    <a:pt x="206" y="166"/>
                    <a:pt x="206" y="124"/>
                  </a:cubicBezTo>
                  <a:cubicBezTo>
                    <a:pt x="223" y="103"/>
                    <a:pt x="206" y="70"/>
                    <a:pt x="186" y="54"/>
                  </a:cubicBezTo>
                  <a:cubicBezTo>
                    <a:pt x="169" y="21"/>
                    <a:pt x="153" y="2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6" name="Google Shape;16016;p41"/>
            <p:cNvSpPr/>
            <p:nvPr/>
          </p:nvSpPr>
          <p:spPr>
            <a:xfrm>
              <a:off x="4313425" y="31013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20" y="1"/>
                  </a:moveTo>
                  <a:cubicBezTo>
                    <a:pt x="70" y="1"/>
                    <a:pt x="0" y="38"/>
                    <a:pt x="0" y="88"/>
                  </a:cubicBezTo>
                  <a:lnTo>
                    <a:pt x="0" y="141"/>
                  </a:lnTo>
                  <a:cubicBezTo>
                    <a:pt x="0" y="158"/>
                    <a:pt x="17" y="158"/>
                    <a:pt x="17" y="174"/>
                  </a:cubicBezTo>
                  <a:cubicBezTo>
                    <a:pt x="33" y="191"/>
                    <a:pt x="50" y="207"/>
                    <a:pt x="87" y="207"/>
                  </a:cubicBezTo>
                  <a:cubicBezTo>
                    <a:pt x="96" y="212"/>
                    <a:pt x="105" y="214"/>
                    <a:pt x="112" y="214"/>
                  </a:cubicBezTo>
                  <a:cubicBezTo>
                    <a:pt x="131" y="214"/>
                    <a:pt x="147" y="202"/>
                    <a:pt x="173" y="191"/>
                  </a:cubicBezTo>
                  <a:cubicBezTo>
                    <a:pt x="190" y="174"/>
                    <a:pt x="206" y="158"/>
                    <a:pt x="206" y="121"/>
                  </a:cubicBezTo>
                  <a:cubicBezTo>
                    <a:pt x="206" y="104"/>
                    <a:pt x="206" y="71"/>
                    <a:pt x="190" y="55"/>
                  </a:cubicBezTo>
                  <a:cubicBezTo>
                    <a:pt x="173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7" name="Google Shape;16017;p41"/>
            <p:cNvSpPr/>
            <p:nvPr/>
          </p:nvSpPr>
          <p:spPr>
            <a:xfrm>
              <a:off x="4291050" y="3237800"/>
              <a:ext cx="5600" cy="5450"/>
            </a:xfrm>
            <a:custGeom>
              <a:avLst/>
              <a:gdLst/>
              <a:ahLst/>
              <a:cxnLst/>
              <a:rect l="l" t="t" r="r" b="b"/>
              <a:pathLst>
                <a:path w="224" h="218" extrusionOk="0">
                  <a:moveTo>
                    <a:pt x="115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17" y="42"/>
                    <a:pt x="0" y="91"/>
                    <a:pt x="17" y="145"/>
                  </a:cubicBezTo>
                  <a:cubicBezTo>
                    <a:pt x="17" y="161"/>
                    <a:pt x="38" y="178"/>
                    <a:pt x="54" y="178"/>
                  </a:cubicBezTo>
                  <a:cubicBezTo>
                    <a:pt x="66" y="202"/>
                    <a:pt x="96" y="217"/>
                    <a:pt x="125" y="217"/>
                  </a:cubicBezTo>
                  <a:cubicBezTo>
                    <a:pt x="136" y="217"/>
                    <a:pt x="147" y="215"/>
                    <a:pt x="157" y="211"/>
                  </a:cubicBezTo>
                  <a:cubicBezTo>
                    <a:pt x="190" y="194"/>
                    <a:pt x="223" y="161"/>
                    <a:pt x="223" y="124"/>
                  </a:cubicBezTo>
                  <a:cubicBezTo>
                    <a:pt x="223" y="108"/>
                    <a:pt x="223" y="91"/>
                    <a:pt x="207" y="75"/>
                  </a:cubicBezTo>
                  <a:cubicBezTo>
                    <a:pt x="193" y="31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8" name="Google Shape;16018;p41"/>
            <p:cNvSpPr/>
            <p:nvPr/>
          </p:nvSpPr>
          <p:spPr>
            <a:xfrm>
              <a:off x="4144175" y="3202525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12" y="0"/>
                  </a:moveTo>
                  <a:cubicBezTo>
                    <a:pt x="84" y="0"/>
                    <a:pt x="55" y="14"/>
                    <a:pt x="37" y="43"/>
                  </a:cubicBezTo>
                  <a:cubicBezTo>
                    <a:pt x="17" y="59"/>
                    <a:pt x="0" y="92"/>
                    <a:pt x="0" y="113"/>
                  </a:cubicBezTo>
                  <a:cubicBezTo>
                    <a:pt x="0" y="129"/>
                    <a:pt x="0" y="129"/>
                    <a:pt x="17" y="146"/>
                  </a:cubicBezTo>
                  <a:cubicBezTo>
                    <a:pt x="17" y="162"/>
                    <a:pt x="37" y="179"/>
                    <a:pt x="54" y="179"/>
                  </a:cubicBezTo>
                  <a:cubicBezTo>
                    <a:pt x="69" y="196"/>
                    <a:pt x="91" y="205"/>
                    <a:pt x="115" y="205"/>
                  </a:cubicBezTo>
                  <a:cubicBezTo>
                    <a:pt x="143" y="205"/>
                    <a:pt x="172" y="192"/>
                    <a:pt x="190" y="162"/>
                  </a:cubicBezTo>
                  <a:cubicBezTo>
                    <a:pt x="223" y="129"/>
                    <a:pt x="223" y="59"/>
                    <a:pt x="173" y="26"/>
                  </a:cubicBezTo>
                  <a:cubicBezTo>
                    <a:pt x="158" y="10"/>
                    <a:pt x="136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9" name="Google Shape;16019;p41"/>
            <p:cNvSpPr/>
            <p:nvPr/>
          </p:nvSpPr>
          <p:spPr>
            <a:xfrm>
              <a:off x="4133850" y="3190375"/>
              <a:ext cx="6125" cy="5250"/>
            </a:xfrm>
            <a:custGeom>
              <a:avLst/>
              <a:gdLst/>
              <a:ahLst/>
              <a:cxnLst/>
              <a:rect l="l" t="t" r="r" b="b"/>
              <a:pathLst>
                <a:path w="245" h="210" extrusionOk="0">
                  <a:moveTo>
                    <a:pt x="134" y="0"/>
                  </a:moveTo>
                  <a:cubicBezTo>
                    <a:pt x="118" y="0"/>
                    <a:pt x="103" y="4"/>
                    <a:pt x="88" y="14"/>
                  </a:cubicBezTo>
                  <a:cubicBezTo>
                    <a:pt x="38" y="30"/>
                    <a:pt x="1" y="84"/>
                    <a:pt x="38" y="133"/>
                  </a:cubicBezTo>
                  <a:cubicBezTo>
                    <a:pt x="51" y="187"/>
                    <a:pt x="83" y="209"/>
                    <a:pt x="121" y="209"/>
                  </a:cubicBezTo>
                  <a:cubicBezTo>
                    <a:pt x="133" y="209"/>
                    <a:pt x="145" y="207"/>
                    <a:pt x="158" y="203"/>
                  </a:cubicBezTo>
                  <a:cubicBezTo>
                    <a:pt x="224" y="187"/>
                    <a:pt x="244" y="117"/>
                    <a:pt x="224" y="63"/>
                  </a:cubicBezTo>
                  <a:cubicBezTo>
                    <a:pt x="212" y="27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0" name="Google Shape;16020;p41"/>
            <p:cNvSpPr/>
            <p:nvPr/>
          </p:nvSpPr>
          <p:spPr>
            <a:xfrm>
              <a:off x="4157975" y="31984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104" y="1"/>
                    <a:pt x="67" y="1"/>
                    <a:pt x="50" y="17"/>
                  </a:cubicBezTo>
                  <a:cubicBezTo>
                    <a:pt x="34" y="34"/>
                    <a:pt x="17" y="50"/>
                    <a:pt x="17" y="87"/>
                  </a:cubicBezTo>
                  <a:cubicBezTo>
                    <a:pt x="1" y="104"/>
                    <a:pt x="1" y="120"/>
                    <a:pt x="17" y="137"/>
                  </a:cubicBezTo>
                  <a:cubicBezTo>
                    <a:pt x="17" y="153"/>
                    <a:pt x="17" y="153"/>
                    <a:pt x="34" y="153"/>
                  </a:cubicBezTo>
                  <a:cubicBezTo>
                    <a:pt x="50" y="190"/>
                    <a:pt x="67" y="207"/>
                    <a:pt x="104" y="207"/>
                  </a:cubicBezTo>
                  <a:cubicBezTo>
                    <a:pt x="153" y="207"/>
                    <a:pt x="207" y="174"/>
                    <a:pt x="223" y="120"/>
                  </a:cubicBezTo>
                  <a:cubicBezTo>
                    <a:pt x="223" y="87"/>
                    <a:pt x="207" y="71"/>
                    <a:pt x="186" y="34"/>
                  </a:cubicBezTo>
                  <a:cubicBezTo>
                    <a:pt x="186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1" name="Google Shape;16021;p41"/>
            <p:cNvSpPr/>
            <p:nvPr/>
          </p:nvSpPr>
          <p:spPr>
            <a:xfrm>
              <a:off x="4105100" y="32186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6" y="0"/>
                  </a:moveTo>
                  <a:cubicBezTo>
                    <a:pt x="91" y="0"/>
                    <a:pt x="57" y="14"/>
                    <a:pt x="34" y="35"/>
                  </a:cubicBezTo>
                  <a:cubicBezTo>
                    <a:pt x="17" y="51"/>
                    <a:pt x="1" y="88"/>
                    <a:pt x="17" y="121"/>
                  </a:cubicBezTo>
                  <a:lnTo>
                    <a:pt x="17" y="138"/>
                  </a:lnTo>
                  <a:cubicBezTo>
                    <a:pt x="17" y="154"/>
                    <a:pt x="34" y="171"/>
                    <a:pt x="54" y="191"/>
                  </a:cubicBezTo>
                  <a:cubicBezTo>
                    <a:pt x="71" y="208"/>
                    <a:pt x="104" y="208"/>
                    <a:pt x="120" y="208"/>
                  </a:cubicBezTo>
                  <a:cubicBezTo>
                    <a:pt x="157" y="208"/>
                    <a:pt x="174" y="191"/>
                    <a:pt x="190" y="171"/>
                  </a:cubicBezTo>
                  <a:cubicBezTo>
                    <a:pt x="223" y="138"/>
                    <a:pt x="223" y="121"/>
                    <a:pt x="223" y="88"/>
                  </a:cubicBezTo>
                  <a:cubicBezTo>
                    <a:pt x="223" y="68"/>
                    <a:pt x="207" y="35"/>
                    <a:pt x="190" y="18"/>
                  </a:cubicBezTo>
                  <a:cubicBezTo>
                    <a:pt x="170" y="6"/>
                    <a:pt x="148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2" name="Google Shape;16022;p41"/>
            <p:cNvSpPr/>
            <p:nvPr/>
          </p:nvSpPr>
          <p:spPr>
            <a:xfrm>
              <a:off x="4139425" y="3230725"/>
              <a:ext cx="5700" cy="5225"/>
            </a:xfrm>
            <a:custGeom>
              <a:avLst/>
              <a:gdLst/>
              <a:ahLst/>
              <a:cxnLst/>
              <a:rect l="l" t="t" r="r" b="b"/>
              <a:pathLst>
                <a:path w="228" h="209" extrusionOk="0">
                  <a:moveTo>
                    <a:pt x="118" y="1"/>
                  </a:moveTo>
                  <a:cubicBezTo>
                    <a:pt x="102" y="1"/>
                    <a:pt x="86" y="5"/>
                    <a:pt x="71" y="16"/>
                  </a:cubicBezTo>
                  <a:cubicBezTo>
                    <a:pt x="21" y="32"/>
                    <a:pt x="1" y="82"/>
                    <a:pt x="21" y="135"/>
                  </a:cubicBezTo>
                  <a:cubicBezTo>
                    <a:pt x="34" y="185"/>
                    <a:pt x="74" y="209"/>
                    <a:pt x="116" y="209"/>
                  </a:cubicBezTo>
                  <a:cubicBezTo>
                    <a:pt x="130" y="209"/>
                    <a:pt x="144" y="206"/>
                    <a:pt x="157" y="201"/>
                  </a:cubicBezTo>
                  <a:cubicBezTo>
                    <a:pt x="207" y="185"/>
                    <a:pt x="227" y="119"/>
                    <a:pt x="207" y="65"/>
                  </a:cubicBezTo>
                  <a:cubicBezTo>
                    <a:pt x="195" y="30"/>
                    <a:pt x="158" y="1"/>
                    <a:pt x="1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3" name="Google Shape;16023;p41"/>
            <p:cNvSpPr/>
            <p:nvPr/>
          </p:nvSpPr>
          <p:spPr>
            <a:xfrm>
              <a:off x="4156650" y="321245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6" y="1"/>
                  </a:moveTo>
                  <a:cubicBezTo>
                    <a:pt x="54" y="1"/>
                    <a:pt x="14" y="36"/>
                    <a:pt x="0" y="91"/>
                  </a:cubicBezTo>
                  <a:cubicBezTo>
                    <a:pt x="0" y="91"/>
                    <a:pt x="0" y="108"/>
                    <a:pt x="17" y="128"/>
                  </a:cubicBezTo>
                  <a:lnTo>
                    <a:pt x="17" y="145"/>
                  </a:lnTo>
                  <a:cubicBezTo>
                    <a:pt x="17" y="145"/>
                    <a:pt x="17" y="161"/>
                    <a:pt x="33" y="161"/>
                  </a:cubicBezTo>
                  <a:cubicBezTo>
                    <a:pt x="54" y="194"/>
                    <a:pt x="70" y="194"/>
                    <a:pt x="103" y="211"/>
                  </a:cubicBezTo>
                  <a:cubicBezTo>
                    <a:pt x="120" y="211"/>
                    <a:pt x="157" y="194"/>
                    <a:pt x="173" y="194"/>
                  </a:cubicBezTo>
                  <a:cubicBezTo>
                    <a:pt x="190" y="178"/>
                    <a:pt x="206" y="145"/>
                    <a:pt x="223" y="128"/>
                  </a:cubicBezTo>
                  <a:cubicBezTo>
                    <a:pt x="223" y="91"/>
                    <a:pt x="206" y="75"/>
                    <a:pt x="206" y="58"/>
                  </a:cubicBezTo>
                  <a:cubicBezTo>
                    <a:pt x="190" y="25"/>
                    <a:pt x="157" y="5"/>
                    <a:pt x="120" y="5"/>
                  </a:cubicBezTo>
                  <a:cubicBezTo>
                    <a:pt x="112" y="2"/>
                    <a:pt x="104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4" name="Google Shape;16024;p41"/>
            <p:cNvSpPr/>
            <p:nvPr/>
          </p:nvSpPr>
          <p:spPr>
            <a:xfrm>
              <a:off x="4155825" y="32262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9" y="1"/>
                  </a:moveTo>
                  <a:cubicBezTo>
                    <a:pt x="54" y="1"/>
                    <a:pt x="14" y="44"/>
                    <a:pt x="0" y="91"/>
                  </a:cubicBezTo>
                  <a:cubicBezTo>
                    <a:pt x="0" y="107"/>
                    <a:pt x="0" y="124"/>
                    <a:pt x="17" y="140"/>
                  </a:cubicBezTo>
                  <a:lnTo>
                    <a:pt x="17" y="157"/>
                  </a:lnTo>
                  <a:cubicBezTo>
                    <a:pt x="33" y="194"/>
                    <a:pt x="66" y="194"/>
                    <a:pt x="87" y="210"/>
                  </a:cubicBezTo>
                  <a:cubicBezTo>
                    <a:pt x="153" y="210"/>
                    <a:pt x="206" y="173"/>
                    <a:pt x="206" y="124"/>
                  </a:cubicBezTo>
                  <a:cubicBezTo>
                    <a:pt x="223" y="91"/>
                    <a:pt x="206" y="54"/>
                    <a:pt x="190" y="37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3" y="2"/>
                    <a:pt x="106" y="1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5" name="Google Shape;16025;p41"/>
            <p:cNvSpPr/>
            <p:nvPr/>
          </p:nvSpPr>
          <p:spPr>
            <a:xfrm>
              <a:off x="4020900" y="3041575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03" y="1"/>
                  </a:moveTo>
                  <a:cubicBezTo>
                    <a:pt x="58" y="1"/>
                    <a:pt x="18" y="44"/>
                    <a:pt x="0" y="90"/>
                  </a:cubicBezTo>
                  <a:cubicBezTo>
                    <a:pt x="0" y="107"/>
                    <a:pt x="0" y="123"/>
                    <a:pt x="21" y="140"/>
                  </a:cubicBezTo>
                  <a:cubicBezTo>
                    <a:pt x="37" y="177"/>
                    <a:pt x="54" y="210"/>
                    <a:pt x="103" y="210"/>
                  </a:cubicBezTo>
                  <a:cubicBezTo>
                    <a:pt x="157" y="210"/>
                    <a:pt x="206" y="177"/>
                    <a:pt x="227" y="123"/>
                  </a:cubicBezTo>
                  <a:cubicBezTo>
                    <a:pt x="227" y="90"/>
                    <a:pt x="206" y="74"/>
                    <a:pt x="190" y="37"/>
                  </a:cubicBezTo>
                  <a:cubicBezTo>
                    <a:pt x="173" y="20"/>
                    <a:pt x="157" y="4"/>
                    <a:pt x="124" y="4"/>
                  </a:cubicBezTo>
                  <a:cubicBezTo>
                    <a:pt x="117" y="2"/>
                    <a:pt x="110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6" name="Google Shape;16026;p41"/>
            <p:cNvSpPr/>
            <p:nvPr/>
          </p:nvSpPr>
          <p:spPr>
            <a:xfrm>
              <a:off x="4147150" y="3188850"/>
              <a:ext cx="5700" cy="4975"/>
            </a:xfrm>
            <a:custGeom>
              <a:avLst/>
              <a:gdLst/>
              <a:ahLst/>
              <a:cxnLst/>
              <a:rect l="l" t="t" r="r" b="b"/>
              <a:pathLst>
                <a:path w="228" h="199" extrusionOk="0">
                  <a:moveTo>
                    <a:pt x="98" y="0"/>
                  </a:moveTo>
                  <a:cubicBezTo>
                    <a:pt x="55" y="0"/>
                    <a:pt x="18" y="33"/>
                    <a:pt x="1" y="91"/>
                  </a:cubicBezTo>
                  <a:cubicBezTo>
                    <a:pt x="1" y="108"/>
                    <a:pt x="1" y="124"/>
                    <a:pt x="21" y="145"/>
                  </a:cubicBezTo>
                  <a:lnTo>
                    <a:pt x="21" y="161"/>
                  </a:lnTo>
                  <a:cubicBezTo>
                    <a:pt x="38" y="178"/>
                    <a:pt x="71" y="194"/>
                    <a:pt x="87" y="194"/>
                  </a:cubicBezTo>
                  <a:cubicBezTo>
                    <a:pt x="99" y="197"/>
                    <a:pt x="111" y="198"/>
                    <a:pt x="121" y="198"/>
                  </a:cubicBezTo>
                  <a:cubicBezTo>
                    <a:pt x="173" y="198"/>
                    <a:pt x="207" y="166"/>
                    <a:pt x="207" y="108"/>
                  </a:cubicBezTo>
                  <a:cubicBezTo>
                    <a:pt x="228" y="91"/>
                    <a:pt x="207" y="58"/>
                    <a:pt x="190" y="42"/>
                  </a:cubicBezTo>
                  <a:cubicBezTo>
                    <a:pt x="174" y="21"/>
                    <a:pt x="158" y="4"/>
                    <a:pt x="125" y="4"/>
                  </a:cubicBezTo>
                  <a:cubicBezTo>
                    <a:pt x="115" y="2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7" name="Google Shape;16027;p41"/>
            <p:cNvSpPr/>
            <p:nvPr/>
          </p:nvSpPr>
          <p:spPr>
            <a:xfrm>
              <a:off x="4143350" y="321915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14" y="0"/>
                  </a:moveTo>
                  <a:cubicBezTo>
                    <a:pt x="103" y="0"/>
                    <a:pt x="95" y="5"/>
                    <a:pt x="87" y="13"/>
                  </a:cubicBezTo>
                  <a:cubicBezTo>
                    <a:pt x="50" y="13"/>
                    <a:pt x="33" y="29"/>
                    <a:pt x="17" y="46"/>
                  </a:cubicBezTo>
                  <a:cubicBezTo>
                    <a:pt x="17" y="83"/>
                    <a:pt x="0" y="116"/>
                    <a:pt x="17" y="149"/>
                  </a:cubicBezTo>
                  <a:cubicBezTo>
                    <a:pt x="29" y="189"/>
                    <a:pt x="72" y="209"/>
                    <a:pt x="114" y="209"/>
                  </a:cubicBezTo>
                  <a:cubicBezTo>
                    <a:pt x="127" y="209"/>
                    <a:pt x="141" y="207"/>
                    <a:pt x="153" y="202"/>
                  </a:cubicBezTo>
                  <a:cubicBezTo>
                    <a:pt x="206" y="186"/>
                    <a:pt x="239" y="116"/>
                    <a:pt x="206" y="66"/>
                  </a:cubicBezTo>
                  <a:cubicBezTo>
                    <a:pt x="206" y="29"/>
                    <a:pt x="173" y="13"/>
                    <a:pt x="153" y="13"/>
                  </a:cubicBezTo>
                  <a:cubicBezTo>
                    <a:pt x="136" y="5"/>
                    <a:pt x="12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8" name="Google Shape;16028;p41"/>
            <p:cNvSpPr/>
            <p:nvPr/>
          </p:nvSpPr>
          <p:spPr>
            <a:xfrm>
              <a:off x="4111600" y="317680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4" y="0"/>
                  </a:moveTo>
                  <a:cubicBezTo>
                    <a:pt x="111" y="0"/>
                    <a:pt x="97" y="3"/>
                    <a:pt x="83" y="8"/>
                  </a:cubicBezTo>
                  <a:cubicBezTo>
                    <a:pt x="33" y="25"/>
                    <a:pt x="0" y="91"/>
                    <a:pt x="17" y="144"/>
                  </a:cubicBezTo>
                  <a:cubicBezTo>
                    <a:pt x="41" y="181"/>
                    <a:pt x="77" y="202"/>
                    <a:pt x="114" y="202"/>
                  </a:cubicBezTo>
                  <a:cubicBezTo>
                    <a:pt x="127" y="202"/>
                    <a:pt x="140" y="199"/>
                    <a:pt x="153" y="194"/>
                  </a:cubicBezTo>
                  <a:cubicBezTo>
                    <a:pt x="207" y="177"/>
                    <a:pt x="240" y="128"/>
                    <a:pt x="223" y="58"/>
                  </a:cubicBezTo>
                  <a:cubicBezTo>
                    <a:pt x="196" y="21"/>
                    <a:pt x="161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9" name="Google Shape;16029;p41"/>
            <p:cNvSpPr/>
            <p:nvPr/>
          </p:nvSpPr>
          <p:spPr>
            <a:xfrm>
              <a:off x="4109425" y="3189625"/>
              <a:ext cx="5600" cy="5150"/>
            </a:xfrm>
            <a:custGeom>
              <a:avLst/>
              <a:gdLst/>
              <a:ahLst/>
              <a:cxnLst/>
              <a:rect l="l" t="t" r="r" b="b"/>
              <a:pathLst>
                <a:path w="224" h="206" extrusionOk="0">
                  <a:moveTo>
                    <a:pt x="112" y="1"/>
                  </a:moveTo>
                  <a:cubicBezTo>
                    <a:pt x="81" y="1"/>
                    <a:pt x="52" y="14"/>
                    <a:pt x="34" y="44"/>
                  </a:cubicBezTo>
                  <a:cubicBezTo>
                    <a:pt x="17" y="60"/>
                    <a:pt x="1" y="93"/>
                    <a:pt x="17" y="114"/>
                  </a:cubicBezTo>
                  <a:lnTo>
                    <a:pt x="17" y="147"/>
                  </a:lnTo>
                  <a:cubicBezTo>
                    <a:pt x="17" y="163"/>
                    <a:pt x="34" y="180"/>
                    <a:pt x="50" y="180"/>
                  </a:cubicBezTo>
                  <a:cubicBezTo>
                    <a:pt x="67" y="196"/>
                    <a:pt x="90" y="206"/>
                    <a:pt x="113" y="206"/>
                  </a:cubicBezTo>
                  <a:cubicBezTo>
                    <a:pt x="141" y="206"/>
                    <a:pt x="170" y="192"/>
                    <a:pt x="191" y="163"/>
                  </a:cubicBezTo>
                  <a:cubicBezTo>
                    <a:pt x="207" y="147"/>
                    <a:pt x="224" y="130"/>
                    <a:pt x="224" y="93"/>
                  </a:cubicBezTo>
                  <a:cubicBezTo>
                    <a:pt x="224" y="60"/>
                    <a:pt x="207" y="44"/>
                    <a:pt x="191" y="27"/>
                  </a:cubicBezTo>
                  <a:cubicBezTo>
                    <a:pt x="166" y="10"/>
                    <a:pt x="138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0" name="Google Shape;16030;p41"/>
            <p:cNvSpPr/>
            <p:nvPr/>
          </p:nvSpPr>
          <p:spPr>
            <a:xfrm>
              <a:off x="4109425" y="32040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0" y="0"/>
                  </a:moveTo>
                  <a:cubicBezTo>
                    <a:pt x="67" y="0"/>
                    <a:pt x="17" y="17"/>
                    <a:pt x="1" y="70"/>
                  </a:cubicBezTo>
                  <a:lnTo>
                    <a:pt x="1" y="87"/>
                  </a:lnTo>
                  <a:lnTo>
                    <a:pt x="1" y="136"/>
                  </a:lnTo>
                  <a:cubicBezTo>
                    <a:pt x="17" y="174"/>
                    <a:pt x="34" y="190"/>
                    <a:pt x="50" y="207"/>
                  </a:cubicBezTo>
                  <a:lnTo>
                    <a:pt x="87" y="207"/>
                  </a:lnTo>
                  <a:cubicBezTo>
                    <a:pt x="94" y="209"/>
                    <a:pt x="101" y="210"/>
                    <a:pt x="107" y="210"/>
                  </a:cubicBezTo>
                  <a:cubicBezTo>
                    <a:pt x="151" y="210"/>
                    <a:pt x="193" y="166"/>
                    <a:pt x="207" y="120"/>
                  </a:cubicBezTo>
                  <a:cubicBezTo>
                    <a:pt x="207" y="87"/>
                    <a:pt x="207" y="70"/>
                    <a:pt x="191" y="54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1" name="Google Shape;16031;p41"/>
            <p:cNvSpPr/>
            <p:nvPr/>
          </p:nvSpPr>
          <p:spPr>
            <a:xfrm>
              <a:off x="4118825" y="3214550"/>
              <a:ext cx="5675" cy="5350"/>
            </a:xfrm>
            <a:custGeom>
              <a:avLst/>
              <a:gdLst/>
              <a:ahLst/>
              <a:cxnLst/>
              <a:rect l="l" t="t" r="r" b="b"/>
              <a:pathLst>
                <a:path w="227" h="214" extrusionOk="0">
                  <a:moveTo>
                    <a:pt x="103" y="0"/>
                  </a:moveTo>
                  <a:cubicBezTo>
                    <a:pt x="85" y="0"/>
                    <a:pt x="65" y="12"/>
                    <a:pt x="54" y="24"/>
                  </a:cubicBezTo>
                  <a:cubicBezTo>
                    <a:pt x="21" y="44"/>
                    <a:pt x="21" y="61"/>
                    <a:pt x="0" y="94"/>
                  </a:cubicBezTo>
                  <a:cubicBezTo>
                    <a:pt x="0" y="110"/>
                    <a:pt x="0" y="127"/>
                    <a:pt x="21" y="147"/>
                  </a:cubicBezTo>
                  <a:lnTo>
                    <a:pt x="21" y="164"/>
                  </a:lnTo>
                  <a:cubicBezTo>
                    <a:pt x="37" y="180"/>
                    <a:pt x="70" y="197"/>
                    <a:pt x="87" y="213"/>
                  </a:cubicBezTo>
                  <a:cubicBezTo>
                    <a:pt x="157" y="213"/>
                    <a:pt x="206" y="180"/>
                    <a:pt x="206" y="127"/>
                  </a:cubicBezTo>
                  <a:cubicBezTo>
                    <a:pt x="227" y="94"/>
                    <a:pt x="206" y="61"/>
                    <a:pt x="190" y="44"/>
                  </a:cubicBezTo>
                  <a:cubicBezTo>
                    <a:pt x="173" y="24"/>
                    <a:pt x="157" y="7"/>
                    <a:pt x="124" y="7"/>
                  </a:cubicBezTo>
                  <a:cubicBezTo>
                    <a:pt x="118" y="2"/>
                    <a:pt x="111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2" name="Google Shape;16032;p41"/>
            <p:cNvSpPr/>
            <p:nvPr/>
          </p:nvSpPr>
          <p:spPr>
            <a:xfrm>
              <a:off x="4129125" y="3221100"/>
              <a:ext cx="5700" cy="5450"/>
            </a:xfrm>
            <a:custGeom>
              <a:avLst/>
              <a:gdLst/>
              <a:ahLst/>
              <a:cxnLst/>
              <a:rect l="l" t="t" r="r" b="b"/>
              <a:pathLst>
                <a:path w="228" h="218" extrusionOk="0">
                  <a:moveTo>
                    <a:pt x="115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21" y="38"/>
                    <a:pt x="0" y="91"/>
                    <a:pt x="21" y="141"/>
                  </a:cubicBezTo>
                  <a:cubicBezTo>
                    <a:pt x="21" y="157"/>
                    <a:pt x="37" y="174"/>
                    <a:pt x="54" y="174"/>
                  </a:cubicBezTo>
                  <a:cubicBezTo>
                    <a:pt x="66" y="201"/>
                    <a:pt x="98" y="217"/>
                    <a:pt x="128" y="217"/>
                  </a:cubicBezTo>
                  <a:cubicBezTo>
                    <a:pt x="138" y="217"/>
                    <a:pt x="148" y="215"/>
                    <a:pt x="157" y="211"/>
                  </a:cubicBezTo>
                  <a:cubicBezTo>
                    <a:pt x="190" y="195"/>
                    <a:pt x="227" y="157"/>
                    <a:pt x="227" y="124"/>
                  </a:cubicBezTo>
                  <a:cubicBezTo>
                    <a:pt x="227" y="108"/>
                    <a:pt x="227" y="91"/>
                    <a:pt x="206" y="71"/>
                  </a:cubicBezTo>
                  <a:cubicBezTo>
                    <a:pt x="193" y="30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3" name="Google Shape;16033;p41"/>
            <p:cNvSpPr/>
            <p:nvPr/>
          </p:nvSpPr>
          <p:spPr>
            <a:xfrm>
              <a:off x="4133050" y="32091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20" y="1"/>
                  </a:moveTo>
                  <a:cubicBezTo>
                    <a:pt x="70" y="1"/>
                    <a:pt x="17" y="34"/>
                    <a:pt x="0" y="87"/>
                  </a:cubicBezTo>
                  <a:cubicBezTo>
                    <a:pt x="0" y="104"/>
                    <a:pt x="0" y="120"/>
                    <a:pt x="17" y="137"/>
                  </a:cubicBezTo>
                  <a:lnTo>
                    <a:pt x="17" y="174"/>
                  </a:lnTo>
                  <a:cubicBezTo>
                    <a:pt x="33" y="190"/>
                    <a:pt x="70" y="207"/>
                    <a:pt x="87" y="207"/>
                  </a:cubicBezTo>
                  <a:cubicBezTo>
                    <a:pt x="95" y="209"/>
                    <a:pt x="104" y="210"/>
                    <a:pt x="112" y="210"/>
                  </a:cubicBezTo>
                  <a:cubicBezTo>
                    <a:pt x="166" y="210"/>
                    <a:pt x="206" y="167"/>
                    <a:pt x="206" y="120"/>
                  </a:cubicBezTo>
                  <a:cubicBezTo>
                    <a:pt x="223" y="104"/>
                    <a:pt x="206" y="71"/>
                    <a:pt x="190" y="54"/>
                  </a:cubicBezTo>
                  <a:cubicBezTo>
                    <a:pt x="173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4" name="Google Shape;16034;p41"/>
            <p:cNvSpPr/>
            <p:nvPr/>
          </p:nvSpPr>
          <p:spPr>
            <a:xfrm>
              <a:off x="4127475" y="3234875"/>
              <a:ext cx="5600" cy="5225"/>
            </a:xfrm>
            <a:custGeom>
              <a:avLst/>
              <a:gdLst/>
              <a:ahLst/>
              <a:cxnLst/>
              <a:rect l="l" t="t" r="r" b="b"/>
              <a:pathLst>
                <a:path w="224" h="209" extrusionOk="0">
                  <a:moveTo>
                    <a:pt x="120" y="1"/>
                  </a:moveTo>
                  <a:cubicBezTo>
                    <a:pt x="88" y="1"/>
                    <a:pt x="54" y="15"/>
                    <a:pt x="33" y="35"/>
                  </a:cubicBezTo>
                  <a:cubicBezTo>
                    <a:pt x="17" y="72"/>
                    <a:pt x="0" y="89"/>
                    <a:pt x="0" y="122"/>
                  </a:cubicBezTo>
                  <a:cubicBezTo>
                    <a:pt x="17" y="122"/>
                    <a:pt x="17" y="138"/>
                    <a:pt x="17" y="138"/>
                  </a:cubicBezTo>
                  <a:cubicBezTo>
                    <a:pt x="17" y="159"/>
                    <a:pt x="33" y="175"/>
                    <a:pt x="50" y="192"/>
                  </a:cubicBezTo>
                  <a:cubicBezTo>
                    <a:pt x="66" y="208"/>
                    <a:pt x="103" y="208"/>
                    <a:pt x="120" y="208"/>
                  </a:cubicBezTo>
                  <a:cubicBezTo>
                    <a:pt x="153" y="208"/>
                    <a:pt x="169" y="192"/>
                    <a:pt x="190" y="175"/>
                  </a:cubicBezTo>
                  <a:cubicBezTo>
                    <a:pt x="207" y="159"/>
                    <a:pt x="223" y="122"/>
                    <a:pt x="223" y="89"/>
                  </a:cubicBezTo>
                  <a:cubicBezTo>
                    <a:pt x="207" y="72"/>
                    <a:pt x="207" y="35"/>
                    <a:pt x="169" y="19"/>
                  </a:cubicBezTo>
                  <a:cubicBezTo>
                    <a:pt x="157" y="6"/>
                    <a:pt x="139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5" name="Google Shape;16035;p41"/>
            <p:cNvSpPr/>
            <p:nvPr/>
          </p:nvSpPr>
          <p:spPr>
            <a:xfrm>
              <a:off x="4123550" y="31981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15" y="0"/>
                  </a:moveTo>
                  <a:cubicBezTo>
                    <a:pt x="100" y="0"/>
                    <a:pt x="85" y="5"/>
                    <a:pt x="71" y="14"/>
                  </a:cubicBezTo>
                  <a:cubicBezTo>
                    <a:pt x="17" y="30"/>
                    <a:pt x="1" y="84"/>
                    <a:pt x="17" y="133"/>
                  </a:cubicBezTo>
                  <a:cubicBezTo>
                    <a:pt x="34" y="177"/>
                    <a:pt x="82" y="208"/>
                    <a:pt x="128" y="208"/>
                  </a:cubicBezTo>
                  <a:cubicBezTo>
                    <a:pt x="138" y="208"/>
                    <a:pt x="148" y="206"/>
                    <a:pt x="157" y="203"/>
                  </a:cubicBezTo>
                  <a:cubicBezTo>
                    <a:pt x="207" y="187"/>
                    <a:pt x="223" y="117"/>
                    <a:pt x="207" y="63"/>
                  </a:cubicBezTo>
                  <a:cubicBezTo>
                    <a:pt x="195" y="28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6" name="Google Shape;16036;p41"/>
            <p:cNvSpPr/>
            <p:nvPr/>
          </p:nvSpPr>
          <p:spPr>
            <a:xfrm>
              <a:off x="4136450" y="31768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97" y="1"/>
                  </a:moveTo>
                  <a:cubicBezTo>
                    <a:pt x="55" y="1"/>
                    <a:pt x="14" y="46"/>
                    <a:pt x="0" y="88"/>
                  </a:cubicBezTo>
                  <a:cubicBezTo>
                    <a:pt x="0" y="108"/>
                    <a:pt x="0" y="125"/>
                    <a:pt x="17" y="141"/>
                  </a:cubicBezTo>
                  <a:lnTo>
                    <a:pt x="17" y="158"/>
                  </a:lnTo>
                  <a:cubicBezTo>
                    <a:pt x="37" y="191"/>
                    <a:pt x="70" y="211"/>
                    <a:pt x="87" y="211"/>
                  </a:cubicBezTo>
                  <a:cubicBezTo>
                    <a:pt x="157" y="211"/>
                    <a:pt x="206" y="174"/>
                    <a:pt x="206" y="125"/>
                  </a:cubicBezTo>
                  <a:cubicBezTo>
                    <a:pt x="223" y="88"/>
                    <a:pt x="206" y="71"/>
                    <a:pt x="190" y="38"/>
                  </a:cubicBezTo>
                  <a:cubicBezTo>
                    <a:pt x="173" y="22"/>
                    <a:pt x="157" y="5"/>
                    <a:pt x="120" y="5"/>
                  </a:cubicBezTo>
                  <a:cubicBezTo>
                    <a:pt x="112" y="2"/>
                    <a:pt x="10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7" name="Google Shape;16037;p41"/>
            <p:cNvSpPr/>
            <p:nvPr/>
          </p:nvSpPr>
          <p:spPr>
            <a:xfrm>
              <a:off x="4190150" y="3254700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03" y="1"/>
                  </a:moveTo>
                  <a:cubicBezTo>
                    <a:pt x="70" y="1"/>
                    <a:pt x="33" y="17"/>
                    <a:pt x="17" y="34"/>
                  </a:cubicBezTo>
                  <a:cubicBezTo>
                    <a:pt x="0" y="67"/>
                    <a:pt x="0" y="87"/>
                    <a:pt x="0" y="120"/>
                  </a:cubicBezTo>
                  <a:lnTo>
                    <a:pt x="0" y="137"/>
                  </a:lnTo>
                  <a:cubicBezTo>
                    <a:pt x="17" y="153"/>
                    <a:pt x="17" y="170"/>
                    <a:pt x="33" y="190"/>
                  </a:cubicBezTo>
                  <a:cubicBezTo>
                    <a:pt x="57" y="205"/>
                    <a:pt x="83" y="213"/>
                    <a:pt x="109" y="213"/>
                  </a:cubicBezTo>
                  <a:cubicBezTo>
                    <a:pt x="141" y="213"/>
                    <a:pt x="171" y="200"/>
                    <a:pt x="190" y="170"/>
                  </a:cubicBezTo>
                  <a:cubicBezTo>
                    <a:pt x="223" y="120"/>
                    <a:pt x="223" y="67"/>
                    <a:pt x="173" y="17"/>
                  </a:cubicBezTo>
                  <a:cubicBezTo>
                    <a:pt x="157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8" name="Google Shape;16038;p41"/>
            <p:cNvSpPr/>
            <p:nvPr/>
          </p:nvSpPr>
          <p:spPr>
            <a:xfrm>
              <a:off x="4192300" y="322457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108" y="0"/>
                  </a:moveTo>
                  <a:cubicBezTo>
                    <a:pt x="72" y="0"/>
                    <a:pt x="38" y="15"/>
                    <a:pt x="17" y="35"/>
                  </a:cubicBezTo>
                  <a:cubicBezTo>
                    <a:pt x="1" y="72"/>
                    <a:pt x="1" y="89"/>
                    <a:pt x="1" y="122"/>
                  </a:cubicBezTo>
                  <a:lnTo>
                    <a:pt x="1" y="138"/>
                  </a:lnTo>
                  <a:cubicBezTo>
                    <a:pt x="17" y="159"/>
                    <a:pt x="17" y="175"/>
                    <a:pt x="34" y="192"/>
                  </a:cubicBezTo>
                  <a:cubicBezTo>
                    <a:pt x="50" y="208"/>
                    <a:pt x="87" y="208"/>
                    <a:pt x="120" y="208"/>
                  </a:cubicBezTo>
                  <a:cubicBezTo>
                    <a:pt x="137" y="208"/>
                    <a:pt x="174" y="192"/>
                    <a:pt x="190" y="175"/>
                  </a:cubicBezTo>
                  <a:cubicBezTo>
                    <a:pt x="207" y="159"/>
                    <a:pt x="207" y="122"/>
                    <a:pt x="207" y="89"/>
                  </a:cubicBezTo>
                  <a:cubicBezTo>
                    <a:pt x="207" y="72"/>
                    <a:pt x="190" y="35"/>
                    <a:pt x="174" y="18"/>
                  </a:cubicBezTo>
                  <a:cubicBezTo>
                    <a:pt x="153" y="6"/>
                    <a:pt x="130" y="0"/>
                    <a:pt x="1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9" name="Google Shape;16039;p41"/>
            <p:cNvSpPr/>
            <p:nvPr/>
          </p:nvSpPr>
          <p:spPr>
            <a:xfrm>
              <a:off x="4184150" y="3200450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6" y="0"/>
                  </a:moveTo>
                  <a:cubicBezTo>
                    <a:pt x="101" y="0"/>
                    <a:pt x="84" y="2"/>
                    <a:pt x="67" y="6"/>
                  </a:cubicBezTo>
                  <a:cubicBezTo>
                    <a:pt x="17" y="23"/>
                    <a:pt x="1" y="72"/>
                    <a:pt x="17" y="142"/>
                  </a:cubicBezTo>
                  <a:cubicBezTo>
                    <a:pt x="17" y="142"/>
                    <a:pt x="34" y="159"/>
                    <a:pt x="34" y="175"/>
                  </a:cubicBezTo>
                  <a:cubicBezTo>
                    <a:pt x="58" y="190"/>
                    <a:pt x="92" y="203"/>
                    <a:pt x="121" y="203"/>
                  </a:cubicBezTo>
                  <a:cubicBezTo>
                    <a:pt x="133" y="203"/>
                    <a:pt x="144" y="201"/>
                    <a:pt x="154" y="196"/>
                  </a:cubicBezTo>
                  <a:cubicBezTo>
                    <a:pt x="191" y="175"/>
                    <a:pt x="207" y="142"/>
                    <a:pt x="224" y="109"/>
                  </a:cubicBezTo>
                  <a:cubicBezTo>
                    <a:pt x="224" y="93"/>
                    <a:pt x="224" y="72"/>
                    <a:pt x="207" y="56"/>
                  </a:cubicBezTo>
                  <a:cubicBezTo>
                    <a:pt x="195" y="19"/>
                    <a:pt x="162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0" name="Google Shape;16040;p41"/>
            <p:cNvSpPr/>
            <p:nvPr/>
          </p:nvSpPr>
          <p:spPr>
            <a:xfrm>
              <a:off x="4185400" y="3187950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03" y="1"/>
                  </a:moveTo>
                  <a:cubicBezTo>
                    <a:pt x="75" y="1"/>
                    <a:pt x="46" y="13"/>
                    <a:pt x="17" y="40"/>
                  </a:cubicBezTo>
                  <a:cubicBezTo>
                    <a:pt x="0" y="57"/>
                    <a:pt x="0" y="94"/>
                    <a:pt x="0" y="111"/>
                  </a:cubicBezTo>
                  <a:cubicBezTo>
                    <a:pt x="0" y="127"/>
                    <a:pt x="0" y="127"/>
                    <a:pt x="17" y="144"/>
                  </a:cubicBezTo>
                  <a:cubicBezTo>
                    <a:pt x="17" y="160"/>
                    <a:pt x="38" y="181"/>
                    <a:pt x="38" y="181"/>
                  </a:cubicBezTo>
                  <a:cubicBezTo>
                    <a:pt x="71" y="197"/>
                    <a:pt x="87" y="214"/>
                    <a:pt x="120" y="214"/>
                  </a:cubicBezTo>
                  <a:cubicBezTo>
                    <a:pt x="157" y="214"/>
                    <a:pt x="174" y="197"/>
                    <a:pt x="190" y="160"/>
                  </a:cubicBezTo>
                  <a:cubicBezTo>
                    <a:pt x="207" y="144"/>
                    <a:pt x="207" y="127"/>
                    <a:pt x="207" y="94"/>
                  </a:cubicBezTo>
                  <a:cubicBezTo>
                    <a:pt x="207" y="57"/>
                    <a:pt x="190" y="40"/>
                    <a:pt x="174" y="24"/>
                  </a:cubicBezTo>
                  <a:cubicBezTo>
                    <a:pt x="150" y="9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1" name="Google Shape;16041;p41"/>
            <p:cNvSpPr/>
            <p:nvPr/>
          </p:nvSpPr>
          <p:spPr>
            <a:xfrm>
              <a:off x="4190150" y="323882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20" y="1"/>
                  </a:moveTo>
                  <a:cubicBezTo>
                    <a:pt x="54" y="1"/>
                    <a:pt x="0" y="34"/>
                    <a:pt x="0" y="83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70"/>
                  </a:cubicBezTo>
                  <a:cubicBezTo>
                    <a:pt x="33" y="186"/>
                    <a:pt x="54" y="207"/>
                    <a:pt x="87" y="207"/>
                  </a:cubicBezTo>
                  <a:cubicBezTo>
                    <a:pt x="103" y="207"/>
                    <a:pt x="136" y="207"/>
                    <a:pt x="157" y="186"/>
                  </a:cubicBezTo>
                  <a:cubicBezTo>
                    <a:pt x="190" y="170"/>
                    <a:pt x="206" y="137"/>
                    <a:pt x="206" y="120"/>
                  </a:cubicBezTo>
                  <a:cubicBezTo>
                    <a:pt x="206" y="83"/>
                    <a:pt x="206" y="67"/>
                    <a:pt x="190" y="34"/>
                  </a:cubicBezTo>
                  <a:cubicBezTo>
                    <a:pt x="17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2" name="Google Shape;16042;p41"/>
            <p:cNvSpPr/>
            <p:nvPr/>
          </p:nvSpPr>
          <p:spPr>
            <a:xfrm>
              <a:off x="4163125" y="318637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04" y="0"/>
                  </a:moveTo>
                  <a:cubicBezTo>
                    <a:pt x="67" y="0"/>
                    <a:pt x="50" y="17"/>
                    <a:pt x="34" y="54"/>
                  </a:cubicBezTo>
                  <a:cubicBezTo>
                    <a:pt x="17" y="70"/>
                    <a:pt x="1" y="87"/>
                    <a:pt x="1" y="120"/>
                  </a:cubicBezTo>
                  <a:lnTo>
                    <a:pt x="17" y="141"/>
                  </a:lnTo>
                  <a:cubicBezTo>
                    <a:pt x="17" y="157"/>
                    <a:pt x="34" y="174"/>
                    <a:pt x="50" y="190"/>
                  </a:cubicBezTo>
                  <a:cubicBezTo>
                    <a:pt x="65" y="205"/>
                    <a:pt x="88" y="213"/>
                    <a:pt x="111" y="213"/>
                  </a:cubicBezTo>
                  <a:cubicBezTo>
                    <a:pt x="139" y="213"/>
                    <a:pt x="168" y="201"/>
                    <a:pt x="186" y="174"/>
                  </a:cubicBezTo>
                  <a:cubicBezTo>
                    <a:pt x="224" y="120"/>
                    <a:pt x="224" y="70"/>
                    <a:pt x="170" y="37"/>
                  </a:cubicBezTo>
                  <a:cubicBezTo>
                    <a:pt x="153" y="17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3" name="Google Shape;16043;p41"/>
            <p:cNvSpPr/>
            <p:nvPr/>
          </p:nvSpPr>
          <p:spPr>
            <a:xfrm>
              <a:off x="4202200" y="32460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1"/>
                  </a:moveTo>
                  <a:cubicBezTo>
                    <a:pt x="104" y="1"/>
                    <a:pt x="66" y="1"/>
                    <a:pt x="50" y="21"/>
                  </a:cubicBezTo>
                  <a:cubicBezTo>
                    <a:pt x="33" y="38"/>
                    <a:pt x="17" y="71"/>
                    <a:pt x="17" y="87"/>
                  </a:cubicBezTo>
                  <a:cubicBezTo>
                    <a:pt x="0" y="104"/>
                    <a:pt x="17" y="124"/>
                    <a:pt x="17" y="141"/>
                  </a:cubicBezTo>
                  <a:cubicBezTo>
                    <a:pt x="17" y="157"/>
                    <a:pt x="17" y="157"/>
                    <a:pt x="33" y="174"/>
                  </a:cubicBezTo>
                  <a:cubicBezTo>
                    <a:pt x="50" y="190"/>
                    <a:pt x="66" y="207"/>
                    <a:pt x="104" y="207"/>
                  </a:cubicBezTo>
                  <a:cubicBezTo>
                    <a:pt x="153" y="207"/>
                    <a:pt x="207" y="174"/>
                    <a:pt x="223" y="124"/>
                  </a:cubicBezTo>
                  <a:cubicBezTo>
                    <a:pt x="223" y="87"/>
                    <a:pt x="223" y="71"/>
                    <a:pt x="207" y="38"/>
                  </a:cubicBezTo>
                  <a:cubicBezTo>
                    <a:pt x="190" y="2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4" name="Google Shape;16044;p41"/>
            <p:cNvSpPr/>
            <p:nvPr/>
          </p:nvSpPr>
          <p:spPr>
            <a:xfrm>
              <a:off x="4195300" y="3197100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20" y="0"/>
                  </a:moveTo>
                  <a:cubicBezTo>
                    <a:pt x="103" y="0"/>
                    <a:pt x="87" y="0"/>
                    <a:pt x="70" y="21"/>
                  </a:cubicBezTo>
                  <a:cubicBezTo>
                    <a:pt x="17" y="37"/>
                    <a:pt x="0" y="87"/>
                    <a:pt x="17" y="140"/>
                  </a:cubicBezTo>
                  <a:cubicBezTo>
                    <a:pt x="29" y="190"/>
                    <a:pt x="72" y="214"/>
                    <a:pt x="115" y="214"/>
                  </a:cubicBezTo>
                  <a:cubicBezTo>
                    <a:pt x="129" y="214"/>
                    <a:pt x="144" y="211"/>
                    <a:pt x="157" y="206"/>
                  </a:cubicBezTo>
                  <a:cubicBezTo>
                    <a:pt x="173" y="206"/>
                    <a:pt x="190" y="190"/>
                    <a:pt x="190" y="173"/>
                  </a:cubicBezTo>
                  <a:cubicBezTo>
                    <a:pt x="223" y="157"/>
                    <a:pt x="223" y="103"/>
                    <a:pt x="206" y="70"/>
                  </a:cubicBezTo>
                  <a:cubicBezTo>
                    <a:pt x="190" y="37"/>
                    <a:pt x="157" y="2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5" name="Google Shape;16045;p41"/>
            <p:cNvSpPr/>
            <p:nvPr/>
          </p:nvSpPr>
          <p:spPr>
            <a:xfrm>
              <a:off x="4194475" y="32107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93" y="1"/>
                  </a:moveTo>
                  <a:cubicBezTo>
                    <a:pt x="74" y="1"/>
                    <a:pt x="57" y="12"/>
                    <a:pt x="33" y="24"/>
                  </a:cubicBezTo>
                  <a:cubicBezTo>
                    <a:pt x="17" y="41"/>
                    <a:pt x="0" y="57"/>
                    <a:pt x="0" y="94"/>
                  </a:cubicBezTo>
                  <a:lnTo>
                    <a:pt x="0" y="144"/>
                  </a:lnTo>
                  <a:cubicBezTo>
                    <a:pt x="17" y="144"/>
                    <a:pt x="17" y="160"/>
                    <a:pt x="17" y="160"/>
                  </a:cubicBezTo>
                  <a:cubicBezTo>
                    <a:pt x="33" y="197"/>
                    <a:pt x="66" y="197"/>
                    <a:pt x="87" y="214"/>
                  </a:cubicBezTo>
                  <a:cubicBezTo>
                    <a:pt x="153" y="214"/>
                    <a:pt x="206" y="177"/>
                    <a:pt x="206" y="127"/>
                  </a:cubicBezTo>
                  <a:cubicBezTo>
                    <a:pt x="206" y="94"/>
                    <a:pt x="206" y="57"/>
                    <a:pt x="190" y="41"/>
                  </a:cubicBezTo>
                  <a:cubicBezTo>
                    <a:pt x="169" y="24"/>
                    <a:pt x="153" y="8"/>
                    <a:pt x="120" y="8"/>
                  </a:cubicBezTo>
                  <a:cubicBezTo>
                    <a:pt x="110" y="3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6" name="Google Shape;16046;p41"/>
            <p:cNvSpPr/>
            <p:nvPr/>
          </p:nvSpPr>
          <p:spPr>
            <a:xfrm>
              <a:off x="4199200" y="3184050"/>
              <a:ext cx="5200" cy="5025"/>
            </a:xfrm>
            <a:custGeom>
              <a:avLst/>
              <a:gdLst/>
              <a:ahLst/>
              <a:cxnLst/>
              <a:rect l="l" t="t" r="r" b="b"/>
              <a:pathLst>
                <a:path w="208" h="201" extrusionOk="0">
                  <a:moveTo>
                    <a:pt x="93" y="0"/>
                  </a:moveTo>
                  <a:cubicBezTo>
                    <a:pt x="73" y="0"/>
                    <a:pt x="57" y="13"/>
                    <a:pt x="34" y="27"/>
                  </a:cubicBezTo>
                  <a:cubicBezTo>
                    <a:pt x="17" y="44"/>
                    <a:pt x="1" y="60"/>
                    <a:pt x="1" y="93"/>
                  </a:cubicBezTo>
                  <a:lnTo>
                    <a:pt x="1" y="147"/>
                  </a:lnTo>
                  <a:lnTo>
                    <a:pt x="17" y="163"/>
                  </a:lnTo>
                  <a:cubicBezTo>
                    <a:pt x="34" y="180"/>
                    <a:pt x="50" y="196"/>
                    <a:pt x="83" y="196"/>
                  </a:cubicBezTo>
                  <a:cubicBezTo>
                    <a:pt x="92" y="199"/>
                    <a:pt x="102" y="201"/>
                    <a:pt x="110" y="201"/>
                  </a:cubicBezTo>
                  <a:cubicBezTo>
                    <a:pt x="153" y="201"/>
                    <a:pt x="190" y="168"/>
                    <a:pt x="207" y="110"/>
                  </a:cubicBezTo>
                  <a:cubicBezTo>
                    <a:pt x="207" y="93"/>
                    <a:pt x="207" y="60"/>
                    <a:pt x="186" y="44"/>
                  </a:cubicBezTo>
                  <a:cubicBezTo>
                    <a:pt x="170" y="27"/>
                    <a:pt x="137" y="7"/>
                    <a:pt x="120" y="7"/>
                  </a:cubicBezTo>
                  <a:cubicBezTo>
                    <a:pt x="110" y="2"/>
                    <a:pt x="101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7" name="Google Shape;16047;p41"/>
            <p:cNvSpPr/>
            <p:nvPr/>
          </p:nvSpPr>
          <p:spPr>
            <a:xfrm>
              <a:off x="4169525" y="3218875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30" y="0"/>
                  </a:moveTo>
                  <a:cubicBezTo>
                    <a:pt x="122" y="0"/>
                    <a:pt x="113" y="2"/>
                    <a:pt x="104" y="7"/>
                  </a:cubicBezTo>
                  <a:cubicBezTo>
                    <a:pt x="71" y="7"/>
                    <a:pt x="54" y="7"/>
                    <a:pt x="33" y="40"/>
                  </a:cubicBezTo>
                  <a:cubicBezTo>
                    <a:pt x="17" y="57"/>
                    <a:pt x="1" y="94"/>
                    <a:pt x="17" y="110"/>
                  </a:cubicBezTo>
                  <a:lnTo>
                    <a:pt x="17" y="143"/>
                  </a:lnTo>
                  <a:cubicBezTo>
                    <a:pt x="17" y="160"/>
                    <a:pt x="33" y="180"/>
                    <a:pt x="54" y="180"/>
                  </a:cubicBezTo>
                  <a:cubicBezTo>
                    <a:pt x="69" y="195"/>
                    <a:pt x="90" y="203"/>
                    <a:pt x="113" y="203"/>
                  </a:cubicBezTo>
                  <a:cubicBezTo>
                    <a:pt x="142" y="203"/>
                    <a:pt x="172" y="190"/>
                    <a:pt x="190" y="160"/>
                  </a:cubicBezTo>
                  <a:cubicBezTo>
                    <a:pt x="207" y="143"/>
                    <a:pt x="223" y="110"/>
                    <a:pt x="223" y="94"/>
                  </a:cubicBezTo>
                  <a:cubicBezTo>
                    <a:pt x="223" y="57"/>
                    <a:pt x="207" y="40"/>
                    <a:pt x="174" y="24"/>
                  </a:cubicBezTo>
                  <a:cubicBezTo>
                    <a:pt x="162" y="12"/>
                    <a:pt x="148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8" name="Google Shape;16048;p41"/>
            <p:cNvSpPr/>
            <p:nvPr/>
          </p:nvSpPr>
          <p:spPr>
            <a:xfrm>
              <a:off x="4169950" y="3205650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15" y="0"/>
                  </a:moveTo>
                  <a:cubicBezTo>
                    <a:pt x="105" y="0"/>
                    <a:pt x="96" y="2"/>
                    <a:pt x="87" y="4"/>
                  </a:cubicBezTo>
                  <a:cubicBezTo>
                    <a:pt x="16" y="21"/>
                    <a:pt x="0" y="91"/>
                    <a:pt x="16" y="141"/>
                  </a:cubicBezTo>
                  <a:cubicBezTo>
                    <a:pt x="16" y="157"/>
                    <a:pt x="37" y="174"/>
                    <a:pt x="54" y="174"/>
                  </a:cubicBezTo>
                  <a:cubicBezTo>
                    <a:pt x="64" y="196"/>
                    <a:pt x="85" y="205"/>
                    <a:pt x="109" y="205"/>
                  </a:cubicBezTo>
                  <a:cubicBezTo>
                    <a:pt x="125" y="205"/>
                    <a:pt x="142" y="201"/>
                    <a:pt x="157" y="194"/>
                  </a:cubicBezTo>
                  <a:cubicBezTo>
                    <a:pt x="190" y="194"/>
                    <a:pt x="223" y="157"/>
                    <a:pt x="223" y="108"/>
                  </a:cubicBezTo>
                  <a:cubicBezTo>
                    <a:pt x="223" y="91"/>
                    <a:pt x="223" y="91"/>
                    <a:pt x="206" y="70"/>
                  </a:cubicBezTo>
                  <a:cubicBezTo>
                    <a:pt x="193" y="30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9" name="Google Shape;16049;p41"/>
            <p:cNvSpPr/>
            <p:nvPr/>
          </p:nvSpPr>
          <p:spPr>
            <a:xfrm>
              <a:off x="4167350" y="32322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4" y="1"/>
                  </a:moveTo>
                  <a:cubicBezTo>
                    <a:pt x="58" y="1"/>
                    <a:pt x="17" y="44"/>
                    <a:pt x="17" y="91"/>
                  </a:cubicBezTo>
                  <a:cubicBezTo>
                    <a:pt x="1" y="107"/>
                    <a:pt x="17" y="124"/>
                    <a:pt x="17" y="140"/>
                  </a:cubicBezTo>
                  <a:cubicBezTo>
                    <a:pt x="17" y="140"/>
                    <a:pt x="17" y="161"/>
                    <a:pt x="38" y="161"/>
                  </a:cubicBezTo>
                  <a:cubicBezTo>
                    <a:pt x="55" y="194"/>
                    <a:pt x="71" y="194"/>
                    <a:pt x="104" y="210"/>
                  </a:cubicBezTo>
                  <a:cubicBezTo>
                    <a:pt x="120" y="210"/>
                    <a:pt x="158" y="210"/>
                    <a:pt x="174" y="194"/>
                  </a:cubicBezTo>
                  <a:cubicBezTo>
                    <a:pt x="207" y="177"/>
                    <a:pt x="207" y="140"/>
                    <a:pt x="224" y="124"/>
                  </a:cubicBezTo>
                  <a:cubicBezTo>
                    <a:pt x="224" y="58"/>
                    <a:pt x="191" y="4"/>
                    <a:pt x="141" y="4"/>
                  </a:cubicBezTo>
                  <a:cubicBezTo>
                    <a:pt x="132" y="2"/>
                    <a:pt x="123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0" name="Google Shape;16050;p41"/>
            <p:cNvSpPr/>
            <p:nvPr/>
          </p:nvSpPr>
          <p:spPr>
            <a:xfrm>
              <a:off x="4163550" y="32451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9" y="0"/>
                  </a:moveTo>
                  <a:cubicBezTo>
                    <a:pt x="54" y="0"/>
                    <a:pt x="15" y="44"/>
                    <a:pt x="0" y="90"/>
                  </a:cubicBezTo>
                  <a:lnTo>
                    <a:pt x="0" y="140"/>
                  </a:lnTo>
                  <a:cubicBezTo>
                    <a:pt x="17" y="140"/>
                    <a:pt x="17" y="160"/>
                    <a:pt x="17" y="160"/>
                  </a:cubicBezTo>
                  <a:cubicBezTo>
                    <a:pt x="33" y="193"/>
                    <a:pt x="66" y="193"/>
                    <a:pt x="87" y="210"/>
                  </a:cubicBezTo>
                  <a:cubicBezTo>
                    <a:pt x="136" y="210"/>
                    <a:pt x="207" y="177"/>
                    <a:pt x="207" y="123"/>
                  </a:cubicBezTo>
                  <a:cubicBezTo>
                    <a:pt x="207" y="90"/>
                    <a:pt x="207" y="57"/>
                    <a:pt x="190" y="37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1" name="Google Shape;16051;p41"/>
            <p:cNvSpPr/>
            <p:nvPr/>
          </p:nvSpPr>
          <p:spPr>
            <a:xfrm>
              <a:off x="4176425" y="32447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89" y="1"/>
                    <a:pt x="54" y="15"/>
                    <a:pt x="34" y="35"/>
                  </a:cubicBezTo>
                  <a:cubicBezTo>
                    <a:pt x="17" y="72"/>
                    <a:pt x="1" y="89"/>
                    <a:pt x="1" y="122"/>
                  </a:cubicBezTo>
                  <a:lnTo>
                    <a:pt x="17" y="138"/>
                  </a:lnTo>
                  <a:cubicBezTo>
                    <a:pt x="17" y="155"/>
                    <a:pt x="34" y="175"/>
                    <a:pt x="50" y="192"/>
                  </a:cubicBezTo>
                  <a:cubicBezTo>
                    <a:pt x="64" y="204"/>
                    <a:pt x="83" y="210"/>
                    <a:pt x="102" y="210"/>
                  </a:cubicBezTo>
                  <a:cubicBezTo>
                    <a:pt x="134" y="210"/>
                    <a:pt x="167" y="196"/>
                    <a:pt x="190" y="175"/>
                  </a:cubicBezTo>
                  <a:cubicBezTo>
                    <a:pt x="207" y="155"/>
                    <a:pt x="223" y="122"/>
                    <a:pt x="223" y="89"/>
                  </a:cubicBezTo>
                  <a:cubicBezTo>
                    <a:pt x="207" y="72"/>
                    <a:pt x="207" y="35"/>
                    <a:pt x="170" y="19"/>
                  </a:cubicBezTo>
                  <a:cubicBezTo>
                    <a:pt x="157" y="6"/>
                    <a:pt x="139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2" name="Google Shape;16052;p41"/>
            <p:cNvSpPr/>
            <p:nvPr/>
          </p:nvSpPr>
          <p:spPr>
            <a:xfrm>
              <a:off x="4179825" y="3230950"/>
              <a:ext cx="5600" cy="5025"/>
            </a:xfrm>
            <a:custGeom>
              <a:avLst/>
              <a:gdLst/>
              <a:ahLst/>
              <a:cxnLst/>
              <a:rect l="l" t="t" r="r" b="b"/>
              <a:pathLst>
                <a:path w="224" h="201" extrusionOk="0">
                  <a:moveTo>
                    <a:pt x="101" y="1"/>
                  </a:moveTo>
                  <a:cubicBezTo>
                    <a:pt x="53" y="1"/>
                    <a:pt x="17" y="36"/>
                    <a:pt x="17" y="89"/>
                  </a:cubicBezTo>
                  <a:cubicBezTo>
                    <a:pt x="1" y="110"/>
                    <a:pt x="17" y="126"/>
                    <a:pt x="17" y="143"/>
                  </a:cubicBezTo>
                  <a:cubicBezTo>
                    <a:pt x="17" y="143"/>
                    <a:pt x="17" y="159"/>
                    <a:pt x="34" y="159"/>
                  </a:cubicBezTo>
                  <a:cubicBezTo>
                    <a:pt x="54" y="176"/>
                    <a:pt x="71" y="192"/>
                    <a:pt x="104" y="192"/>
                  </a:cubicBezTo>
                  <a:cubicBezTo>
                    <a:pt x="109" y="198"/>
                    <a:pt x="116" y="201"/>
                    <a:pt x="123" y="201"/>
                  </a:cubicBezTo>
                  <a:cubicBezTo>
                    <a:pt x="141" y="201"/>
                    <a:pt x="162" y="187"/>
                    <a:pt x="174" y="176"/>
                  </a:cubicBezTo>
                  <a:cubicBezTo>
                    <a:pt x="207" y="159"/>
                    <a:pt x="207" y="143"/>
                    <a:pt x="223" y="110"/>
                  </a:cubicBezTo>
                  <a:cubicBezTo>
                    <a:pt x="223" y="89"/>
                    <a:pt x="223" y="56"/>
                    <a:pt x="207" y="40"/>
                  </a:cubicBezTo>
                  <a:cubicBezTo>
                    <a:pt x="190" y="23"/>
                    <a:pt x="157" y="7"/>
                    <a:pt x="137" y="7"/>
                  </a:cubicBezTo>
                  <a:cubicBezTo>
                    <a:pt x="125" y="3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3" name="Google Shape;16053;p41"/>
            <p:cNvSpPr/>
            <p:nvPr/>
          </p:nvSpPr>
          <p:spPr>
            <a:xfrm>
              <a:off x="4182000" y="32156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70" y="0"/>
                    <a:pt x="0" y="33"/>
                    <a:pt x="0" y="83"/>
                  </a:cubicBezTo>
                  <a:lnTo>
                    <a:pt x="0" y="153"/>
                  </a:lnTo>
                  <a:cubicBezTo>
                    <a:pt x="17" y="169"/>
                    <a:pt x="50" y="206"/>
                    <a:pt x="87" y="206"/>
                  </a:cubicBezTo>
                  <a:cubicBezTo>
                    <a:pt x="95" y="209"/>
                    <a:pt x="103" y="210"/>
                    <a:pt x="111" y="210"/>
                  </a:cubicBezTo>
                  <a:cubicBezTo>
                    <a:pt x="153" y="210"/>
                    <a:pt x="193" y="175"/>
                    <a:pt x="207" y="120"/>
                  </a:cubicBezTo>
                  <a:cubicBezTo>
                    <a:pt x="207" y="103"/>
                    <a:pt x="207" y="66"/>
                    <a:pt x="190" y="50"/>
                  </a:cubicBezTo>
                  <a:cubicBezTo>
                    <a:pt x="174" y="33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4" name="Google Shape;16054;p41"/>
            <p:cNvSpPr/>
            <p:nvPr/>
          </p:nvSpPr>
          <p:spPr>
            <a:xfrm>
              <a:off x="4173450" y="3194425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3" y="0"/>
                  </a:moveTo>
                  <a:cubicBezTo>
                    <a:pt x="47" y="0"/>
                    <a:pt x="0" y="35"/>
                    <a:pt x="0" y="91"/>
                  </a:cubicBezTo>
                  <a:lnTo>
                    <a:pt x="0" y="144"/>
                  </a:lnTo>
                  <a:lnTo>
                    <a:pt x="17" y="161"/>
                  </a:lnTo>
                  <a:cubicBezTo>
                    <a:pt x="33" y="177"/>
                    <a:pt x="50" y="194"/>
                    <a:pt x="83" y="194"/>
                  </a:cubicBezTo>
                  <a:cubicBezTo>
                    <a:pt x="94" y="199"/>
                    <a:pt x="103" y="201"/>
                    <a:pt x="111" y="201"/>
                  </a:cubicBezTo>
                  <a:cubicBezTo>
                    <a:pt x="131" y="201"/>
                    <a:pt x="146" y="189"/>
                    <a:pt x="169" y="177"/>
                  </a:cubicBezTo>
                  <a:cubicBezTo>
                    <a:pt x="186" y="161"/>
                    <a:pt x="206" y="144"/>
                    <a:pt x="206" y="107"/>
                  </a:cubicBezTo>
                  <a:cubicBezTo>
                    <a:pt x="206" y="91"/>
                    <a:pt x="206" y="58"/>
                    <a:pt x="186" y="41"/>
                  </a:cubicBezTo>
                  <a:cubicBezTo>
                    <a:pt x="169" y="25"/>
                    <a:pt x="153" y="4"/>
                    <a:pt x="120" y="4"/>
                  </a:cubicBezTo>
                  <a:cubicBezTo>
                    <a:pt x="111" y="1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5" name="Google Shape;16055;p41"/>
            <p:cNvSpPr/>
            <p:nvPr/>
          </p:nvSpPr>
          <p:spPr>
            <a:xfrm>
              <a:off x="4087475" y="31730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71" y="1"/>
                    <a:pt x="38" y="17"/>
                  </a:cubicBezTo>
                  <a:cubicBezTo>
                    <a:pt x="17" y="33"/>
                    <a:pt x="1" y="54"/>
                    <a:pt x="1" y="87"/>
                  </a:cubicBezTo>
                  <a:lnTo>
                    <a:pt x="1" y="137"/>
                  </a:lnTo>
                  <a:cubicBezTo>
                    <a:pt x="1" y="157"/>
                    <a:pt x="17" y="157"/>
                    <a:pt x="17" y="174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41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3"/>
                  </a:cubicBezTo>
                  <a:cubicBezTo>
                    <a:pt x="174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6" name="Google Shape;16056;p41"/>
            <p:cNvSpPr/>
            <p:nvPr/>
          </p:nvSpPr>
          <p:spPr>
            <a:xfrm>
              <a:off x="4359375" y="3122875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0" y="1"/>
                  </a:moveTo>
                  <a:cubicBezTo>
                    <a:pt x="87" y="1"/>
                    <a:pt x="67" y="1"/>
                    <a:pt x="34" y="17"/>
                  </a:cubicBezTo>
                  <a:cubicBezTo>
                    <a:pt x="17" y="34"/>
                    <a:pt x="1" y="67"/>
                    <a:pt x="1" y="83"/>
                  </a:cubicBezTo>
                  <a:lnTo>
                    <a:pt x="1" y="137"/>
                  </a:lnTo>
                  <a:cubicBezTo>
                    <a:pt x="1" y="153"/>
                    <a:pt x="17" y="153"/>
                    <a:pt x="17" y="170"/>
                  </a:cubicBezTo>
                  <a:cubicBezTo>
                    <a:pt x="34" y="186"/>
                    <a:pt x="50" y="207"/>
                    <a:pt x="87" y="207"/>
                  </a:cubicBezTo>
                  <a:cubicBezTo>
                    <a:pt x="94" y="209"/>
                    <a:pt x="100" y="210"/>
                    <a:pt x="106" y="210"/>
                  </a:cubicBezTo>
                  <a:cubicBezTo>
                    <a:pt x="150" y="210"/>
                    <a:pt x="193" y="163"/>
                    <a:pt x="207" y="120"/>
                  </a:cubicBezTo>
                  <a:cubicBezTo>
                    <a:pt x="207" y="104"/>
                    <a:pt x="207" y="67"/>
                    <a:pt x="191" y="50"/>
                  </a:cubicBezTo>
                  <a:cubicBezTo>
                    <a:pt x="170" y="17"/>
                    <a:pt x="13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7" name="Google Shape;16057;p41"/>
            <p:cNvSpPr/>
            <p:nvPr/>
          </p:nvSpPr>
          <p:spPr>
            <a:xfrm>
              <a:off x="4365375" y="315502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36" y="1"/>
                  </a:moveTo>
                  <a:cubicBezTo>
                    <a:pt x="103" y="1"/>
                    <a:pt x="70" y="1"/>
                    <a:pt x="33" y="34"/>
                  </a:cubicBezTo>
                  <a:cubicBezTo>
                    <a:pt x="17" y="55"/>
                    <a:pt x="17" y="71"/>
                    <a:pt x="17" y="88"/>
                  </a:cubicBezTo>
                  <a:cubicBezTo>
                    <a:pt x="0" y="104"/>
                    <a:pt x="17" y="121"/>
                    <a:pt x="17" y="137"/>
                  </a:cubicBezTo>
                  <a:cubicBezTo>
                    <a:pt x="33" y="174"/>
                    <a:pt x="54" y="207"/>
                    <a:pt x="103" y="207"/>
                  </a:cubicBezTo>
                  <a:cubicBezTo>
                    <a:pt x="157" y="207"/>
                    <a:pt x="206" y="174"/>
                    <a:pt x="223" y="121"/>
                  </a:cubicBezTo>
                  <a:cubicBezTo>
                    <a:pt x="223" y="88"/>
                    <a:pt x="223" y="71"/>
                    <a:pt x="206" y="34"/>
                  </a:cubicBezTo>
                  <a:cubicBezTo>
                    <a:pt x="190" y="17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8" name="Google Shape;16058;p41"/>
            <p:cNvSpPr/>
            <p:nvPr/>
          </p:nvSpPr>
          <p:spPr>
            <a:xfrm>
              <a:off x="4369275" y="31295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5" y="1"/>
                  </a:moveTo>
                  <a:cubicBezTo>
                    <a:pt x="111" y="1"/>
                    <a:pt x="96" y="3"/>
                    <a:pt x="83" y="7"/>
                  </a:cubicBezTo>
                  <a:cubicBezTo>
                    <a:pt x="34" y="23"/>
                    <a:pt x="1" y="93"/>
                    <a:pt x="34" y="147"/>
                  </a:cubicBezTo>
                  <a:cubicBezTo>
                    <a:pt x="34" y="163"/>
                    <a:pt x="50" y="163"/>
                    <a:pt x="50" y="180"/>
                  </a:cubicBezTo>
                  <a:cubicBezTo>
                    <a:pt x="69" y="199"/>
                    <a:pt x="90" y="207"/>
                    <a:pt x="114" y="207"/>
                  </a:cubicBezTo>
                  <a:cubicBezTo>
                    <a:pt x="131" y="207"/>
                    <a:pt x="149" y="203"/>
                    <a:pt x="170" y="196"/>
                  </a:cubicBezTo>
                  <a:cubicBezTo>
                    <a:pt x="207" y="180"/>
                    <a:pt x="223" y="147"/>
                    <a:pt x="223" y="110"/>
                  </a:cubicBezTo>
                  <a:lnTo>
                    <a:pt x="223" y="60"/>
                  </a:lnTo>
                  <a:cubicBezTo>
                    <a:pt x="211" y="20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9" name="Google Shape;16059;p41"/>
            <p:cNvSpPr/>
            <p:nvPr/>
          </p:nvSpPr>
          <p:spPr>
            <a:xfrm>
              <a:off x="4363600" y="3106350"/>
              <a:ext cx="6125" cy="5050"/>
            </a:xfrm>
            <a:custGeom>
              <a:avLst/>
              <a:gdLst/>
              <a:ahLst/>
              <a:cxnLst/>
              <a:rect l="l" t="t" r="r" b="b"/>
              <a:pathLst>
                <a:path w="245" h="202" extrusionOk="0">
                  <a:moveTo>
                    <a:pt x="124" y="0"/>
                  </a:moveTo>
                  <a:cubicBezTo>
                    <a:pt x="112" y="0"/>
                    <a:pt x="100" y="2"/>
                    <a:pt x="88" y="6"/>
                  </a:cubicBezTo>
                  <a:cubicBezTo>
                    <a:pt x="38" y="23"/>
                    <a:pt x="1" y="93"/>
                    <a:pt x="22" y="146"/>
                  </a:cubicBezTo>
                  <a:cubicBezTo>
                    <a:pt x="46" y="183"/>
                    <a:pt x="80" y="202"/>
                    <a:pt x="118" y="202"/>
                  </a:cubicBezTo>
                  <a:cubicBezTo>
                    <a:pt x="131" y="202"/>
                    <a:pt x="144" y="200"/>
                    <a:pt x="158" y="196"/>
                  </a:cubicBezTo>
                  <a:cubicBezTo>
                    <a:pt x="207" y="179"/>
                    <a:pt x="244" y="126"/>
                    <a:pt x="228" y="76"/>
                  </a:cubicBezTo>
                  <a:cubicBezTo>
                    <a:pt x="199" y="22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0" name="Google Shape;16060;p41"/>
            <p:cNvSpPr/>
            <p:nvPr/>
          </p:nvSpPr>
          <p:spPr>
            <a:xfrm>
              <a:off x="4367950" y="3143250"/>
              <a:ext cx="5175" cy="5425"/>
            </a:xfrm>
            <a:custGeom>
              <a:avLst/>
              <a:gdLst/>
              <a:ahLst/>
              <a:cxnLst/>
              <a:rect l="l" t="t" r="r" b="b"/>
              <a:pathLst>
                <a:path w="207" h="217" extrusionOk="0">
                  <a:moveTo>
                    <a:pt x="96" y="1"/>
                  </a:moveTo>
                  <a:cubicBezTo>
                    <a:pt x="66" y="1"/>
                    <a:pt x="37" y="14"/>
                    <a:pt x="17" y="43"/>
                  </a:cubicBezTo>
                  <a:cubicBezTo>
                    <a:pt x="0" y="60"/>
                    <a:pt x="0" y="93"/>
                    <a:pt x="0" y="113"/>
                  </a:cubicBezTo>
                  <a:lnTo>
                    <a:pt x="0" y="146"/>
                  </a:lnTo>
                  <a:cubicBezTo>
                    <a:pt x="17" y="163"/>
                    <a:pt x="17" y="179"/>
                    <a:pt x="33" y="179"/>
                  </a:cubicBezTo>
                  <a:cubicBezTo>
                    <a:pt x="70" y="196"/>
                    <a:pt x="87" y="216"/>
                    <a:pt x="120" y="216"/>
                  </a:cubicBezTo>
                  <a:cubicBezTo>
                    <a:pt x="136" y="196"/>
                    <a:pt x="173" y="196"/>
                    <a:pt x="190" y="163"/>
                  </a:cubicBezTo>
                  <a:cubicBezTo>
                    <a:pt x="206" y="146"/>
                    <a:pt x="206" y="130"/>
                    <a:pt x="206" y="93"/>
                  </a:cubicBezTo>
                  <a:cubicBezTo>
                    <a:pt x="206" y="60"/>
                    <a:pt x="190" y="43"/>
                    <a:pt x="173" y="27"/>
                  </a:cubicBezTo>
                  <a:cubicBezTo>
                    <a:pt x="149" y="10"/>
                    <a:pt x="122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1" name="Google Shape;16061;p41"/>
            <p:cNvSpPr/>
            <p:nvPr/>
          </p:nvSpPr>
          <p:spPr>
            <a:xfrm>
              <a:off x="4380825" y="3072475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95" y="1"/>
                  </a:moveTo>
                  <a:cubicBezTo>
                    <a:pt x="53" y="1"/>
                    <a:pt x="14" y="33"/>
                    <a:pt x="0" y="91"/>
                  </a:cubicBezTo>
                  <a:cubicBezTo>
                    <a:pt x="0" y="108"/>
                    <a:pt x="0" y="124"/>
                    <a:pt x="17" y="141"/>
                  </a:cubicBezTo>
                  <a:cubicBezTo>
                    <a:pt x="17" y="141"/>
                    <a:pt x="17" y="161"/>
                    <a:pt x="33" y="161"/>
                  </a:cubicBezTo>
                  <a:cubicBezTo>
                    <a:pt x="54" y="178"/>
                    <a:pt x="71" y="194"/>
                    <a:pt x="104" y="194"/>
                  </a:cubicBezTo>
                  <a:cubicBezTo>
                    <a:pt x="108" y="199"/>
                    <a:pt x="115" y="201"/>
                    <a:pt x="122" y="201"/>
                  </a:cubicBezTo>
                  <a:cubicBezTo>
                    <a:pt x="140" y="201"/>
                    <a:pt x="162" y="190"/>
                    <a:pt x="174" y="178"/>
                  </a:cubicBezTo>
                  <a:cubicBezTo>
                    <a:pt x="190" y="161"/>
                    <a:pt x="207" y="141"/>
                    <a:pt x="223" y="108"/>
                  </a:cubicBezTo>
                  <a:cubicBezTo>
                    <a:pt x="223" y="58"/>
                    <a:pt x="190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2" name="Google Shape;16062;p41"/>
            <p:cNvSpPr/>
            <p:nvPr/>
          </p:nvSpPr>
          <p:spPr>
            <a:xfrm>
              <a:off x="4373500" y="311760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7" y="1"/>
                  </a:moveTo>
                  <a:cubicBezTo>
                    <a:pt x="51" y="1"/>
                    <a:pt x="1" y="46"/>
                    <a:pt x="1" y="88"/>
                  </a:cubicBezTo>
                  <a:lnTo>
                    <a:pt x="1" y="142"/>
                  </a:lnTo>
                  <a:lnTo>
                    <a:pt x="17" y="158"/>
                  </a:lnTo>
                  <a:cubicBezTo>
                    <a:pt x="38" y="191"/>
                    <a:pt x="54" y="191"/>
                    <a:pt x="87" y="212"/>
                  </a:cubicBezTo>
                  <a:cubicBezTo>
                    <a:pt x="141" y="212"/>
                    <a:pt x="190" y="175"/>
                    <a:pt x="207" y="125"/>
                  </a:cubicBezTo>
                  <a:cubicBezTo>
                    <a:pt x="207" y="88"/>
                    <a:pt x="207" y="71"/>
                    <a:pt x="190" y="38"/>
                  </a:cubicBezTo>
                  <a:cubicBezTo>
                    <a:pt x="174" y="22"/>
                    <a:pt x="141" y="6"/>
                    <a:pt x="120" y="6"/>
                  </a:cubicBezTo>
                  <a:cubicBezTo>
                    <a:pt x="113" y="2"/>
                    <a:pt x="10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3" name="Google Shape;16063;p41"/>
            <p:cNvSpPr/>
            <p:nvPr/>
          </p:nvSpPr>
          <p:spPr>
            <a:xfrm>
              <a:off x="4377000" y="3085050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20" y="1"/>
                  </a:moveTo>
                  <a:cubicBezTo>
                    <a:pt x="67" y="1"/>
                    <a:pt x="1" y="34"/>
                    <a:pt x="1" y="104"/>
                  </a:cubicBezTo>
                  <a:lnTo>
                    <a:pt x="1" y="153"/>
                  </a:lnTo>
                  <a:lnTo>
                    <a:pt x="17" y="174"/>
                  </a:lnTo>
                  <a:cubicBezTo>
                    <a:pt x="34" y="190"/>
                    <a:pt x="50" y="207"/>
                    <a:pt x="83" y="207"/>
                  </a:cubicBezTo>
                  <a:cubicBezTo>
                    <a:pt x="93" y="210"/>
                    <a:pt x="102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4"/>
                    <a:pt x="207" y="71"/>
                    <a:pt x="186" y="50"/>
                  </a:cubicBezTo>
                  <a:cubicBezTo>
                    <a:pt x="170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4" name="Google Shape;16064;p41"/>
            <p:cNvSpPr/>
            <p:nvPr/>
          </p:nvSpPr>
          <p:spPr>
            <a:xfrm>
              <a:off x="4374425" y="30986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1" y="1"/>
                  </a:moveTo>
                  <a:cubicBezTo>
                    <a:pt x="102" y="1"/>
                    <a:pt x="93" y="2"/>
                    <a:pt x="83" y="5"/>
                  </a:cubicBezTo>
                  <a:cubicBezTo>
                    <a:pt x="17" y="21"/>
                    <a:pt x="1" y="91"/>
                    <a:pt x="17" y="145"/>
                  </a:cubicBezTo>
                  <a:cubicBezTo>
                    <a:pt x="29" y="181"/>
                    <a:pt x="69" y="208"/>
                    <a:pt x="109" y="208"/>
                  </a:cubicBezTo>
                  <a:cubicBezTo>
                    <a:pt x="124" y="208"/>
                    <a:pt x="140" y="204"/>
                    <a:pt x="153" y="195"/>
                  </a:cubicBezTo>
                  <a:cubicBezTo>
                    <a:pt x="207" y="178"/>
                    <a:pt x="240" y="124"/>
                    <a:pt x="207" y="75"/>
                  </a:cubicBezTo>
                  <a:cubicBezTo>
                    <a:pt x="190" y="31"/>
                    <a:pt x="153" y="1"/>
                    <a:pt x="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5" name="Google Shape;16065;p41"/>
            <p:cNvSpPr/>
            <p:nvPr/>
          </p:nvSpPr>
          <p:spPr>
            <a:xfrm>
              <a:off x="4352475" y="3163450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97" y="1"/>
                  </a:moveTo>
                  <a:cubicBezTo>
                    <a:pt x="66" y="1"/>
                    <a:pt x="37" y="14"/>
                    <a:pt x="17" y="43"/>
                  </a:cubicBezTo>
                  <a:cubicBezTo>
                    <a:pt x="1" y="60"/>
                    <a:pt x="1" y="93"/>
                    <a:pt x="1" y="109"/>
                  </a:cubicBezTo>
                  <a:lnTo>
                    <a:pt x="1" y="146"/>
                  </a:lnTo>
                  <a:cubicBezTo>
                    <a:pt x="17" y="163"/>
                    <a:pt x="17" y="179"/>
                    <a:pt x="34" y="179"/>
                  </a:cubicBezTo>
                  <a:cubicBezTo>
                    <a:pt x="54" y="196"/>
                    <a:pt x="87" y="212"/>
                    <a:pt x="120" y="212"/>
                  </a:cubicBezTo>
                  <a:cubicBezTo>
                    <a:pt x="137" y="212"/>
                    <a:pt x="174" y="196"/>
                    <a:pt x="190" y="179"/>
                  </a:cubicBezTo>
                  <a:cubicBezTo>
                    <a:pt x="207" y="146"/>
                    <a:pt x="207" y="130"/>
                    <a:pt x="207" y="93"/>
                  </a:cubicBezTo>
                  <a:cubicBezTo>
                    <a:pt x="207" y="76"/>
                    <a:pt x="190" y="43"/>
                    <a:pt x="174" y="27"/>
                  </a:cubicBezTo>
                  <a:cubicBezTo>
                    <a:pt x="149" y="10"/>
                    <a:pt x="123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6" name="Google Shape;16066;p41"/>
            <p:cNvSpPr/>
            <p:nvPr/>
          </p:nvSpPr>
          <p:spPr>
            <a:xfrm>
              <a:off x="4100775" y="316667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01" y="1"/>
                  </a:moveTo>
                  <a:cubicBezTo>
                    <a:pt x="69" y="1"/>
                    <a:pt x="40" y="15"/>
                    <a:pt x="21" y="34"/>
                  </a:cubicBezTo>
                  <a:cubicBezTo>
                    <a:pt x="1" y="67"/>
                    <a:pt x="1" y="83"/>
                    <a:pt x="1" y="120"/>
                  </a:cubicBezTo>
                  <a:lnTo>
                    <a:pt x="1" y="137"/>
                  </a:lnTo>
                  <a:cubicBezTo>
                    <a:pt x="21" y="153"/>
                    <a:pt x="21" y="170"/>
                    <a:pt x="38" y="186"/>
                  </a:cubicBezTo>
                  <a:cubicBezTo>
                    <a:pt x="54" y="207"/>
                    <a:pt x="87" y="207"/>
                    <a:pt x="124" y="207"/>
                  </a:cubicBezTo>
                  <a:cubicBezTo>
                    <a:pt x="141" y="207"/>
                    <a:pt x="174" y="186"/>
                    <a:pt x="190" y="170"/>
                  </a:cubicBezTo>
                  <a:cubicBezTo>
                    <a:pt x="207" y="153"/>
                    <a:pt x="207" y="120"/>
                    <a:pt x="207" y="104"/>
                  </a:cubicBezTo>
                  <a:cubicBezTo>
                    <a:pt x="207" y="67"/>
                    <a:pt x="190" y="50"/>
                    <a:pt x="174" y="34"/>
                  </a:cubicBezTo>
                  <a:cubicBezTo>
                    <a:pt x="152" y="10"/>
                    <a:pt x="126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7" name="Google Shape;16067;p41"/>
            <p:cNvSpPr/>
            <p:nvPr/>
          </p:nvSpPr>
          <p:spPr>
            <a:xfrm>
              <a:off x="4355475" y="31361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70" y="1"/>
                  </a:moveTo>
                  <a:cubicBezTo>
                    <a:pt x="17" y="33"/>
                    <a:pt x="0" y="87"/>
                    <a:pt x="17" y="137"/>
                  </a:cubicBezTo>
                  <a:cubicBezTo>
                    <a:pt x="34" y="181"/>
                    <a:pt x="82" y="211"/>
                    <a:pt x="128" y="211"/>
                  </a:cubicBezTo>
                  <a:cubicBezTo>
                    <a:pt x="138" y="211"/>
                    <a:pt x="147" y="210"/>
                    <a:pt x="157" y="207"/>
                  </a:cubicBezTo>
                  <a:cubicBezTo>
                    <a:pt x="173" y="190"/>
                    <a:pt x="190" y="190"/>
                    <a:pt x="190" y="170"/>
                  </a:cubicBezTo>
                  <a:cubicBezTo>
                    <a:pt x="223" y="137"/>
                    <a:pt x="223" y="104"/>
                    <a:pt x="206" y="66"/>
                  </a:cubicBezTo>
                  <a:cubicBezTo>
                    <a:pt x="190" y="33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8" name="Google Shape;16068;p41"/>
            <p:cNvSpPr/>
            <p:nvPr/>
          </p:nvSpPr>
          <p:spPr>
            <a:xfrm>
              <a:off x="4340000" y="31696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41" y="0"/>
                  </a:moveTo>
                  <a:cubicBezTo>
                    <a:pt x="71" y="0"/>
                    <a:pt x="17" y="33"/>
                    <a:pt x="17" y="87"/>
                  </a:cubicBezTo>
                  <a:cubicBezTo>
                    <a:pt x="1" y="104"/>
                    <a:pt x="17" y="120"/>
                    <a:pt x="17" y="137"/>
                  </a:cubicBezTo>
                  <a:cubicBezTo>
                    <a:pt x="17" y="153"/>
                    <a:pt x="17" y="153"/>
                    <a:pt x="38" y="169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20" y="207"/>
                    <a:pt x="157" y="207"/>
                    <a:pt x="174" y="190"/>
                  </a:cubicBezTo>
                  <a:cubicBezTo>
                    <a:pt x="207" y="169"/>
                    <a:pt x="207" y="153"/>
                    <a:pt x="223" y="120"/>
                  </a:cubicBezTo>
                  <a:cubicBezTo>
                    <a:pt x="223" y="104"/>
                    <a:pt x="223" y="66"/>
                    <a:pt x="207" y="50"/>
                  </a:cubicBezTo>
                  <a:cubicBezTo>
                    <a:pt x="190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9" name="Google Shape;16069;p41"/>
            <p:cNvSpPr/>
            <p:nvPr/>
          </p:nvSpPr>
          <p:spPr>
            <a:xfrm>
              <a:off x="4345575" y="3126950"/>
              <a:ext cx="5700" cy="5100"/>
            </a:xfrm>
            <a:custGeom>
              <a:avLst/>
              <a:gdLst/>
              <a:ahLst/>
              <a:cxnLst/>
              <a:rect l="l" t="t" r="r" b="b"/>
              <a:pathLst>
                <a:path w="228" h="204" extrusionOk="0">
                  <a:moveTo>
                    <a:pt x="107" y="1"/>
                  </a:moveTo>
                  <a:cubicBezTo>
                    <a:pt x="78" y="1"/>
                    <a:pt x="49" y="14"/>
                    <a:pt x="21" y="44"/>
                  </a:cubicBezTo>
                  <a:cubicBezTo>
                    <a:pt x="0" y="60"/>
                    <a:pt x="0" y="77"/>
                    <a:pt x="0" y="110"/>
                  </a:cubicBezTo>
                  <a:cubicBezTo>
                    <a:pt x="0" y="126"/>
                    <a:pt x="0" y="126"/>
                    <a:pt x="21" y="147"/>
                  </a:cubicBezTo>
                  <a:cubicBezTo>
                    <a:pt x="21" y="163"/>
                    <a:pt x="38" y="163"/>
                    <a:pt x="38" y="180"/>
                  </a:cubicBezTo>
                  <a:cubicBezTo>
                    <a:pt x="61" y="192"/>
                    <a:pt x="76" y="203"/>
                    <a:pt x="96" y="203"/>
                  </a:cubicBezTo>
                  <a:cubicBezTo>
                    <a:pt x="104" y="203"/>
                    <a:pt x="113" y="201"/>
                    <a:pt x="124" y="196"/>
                  </a:cubicBezTo>
                  <a:cubicBezTo>
                    <a:pt x="157" y="196"/>
                    <a:pt x="174" y="180"/>
                    <a:pt x="190" y="163"/>
                  </a:cubicBezTo>
                  <a:cubicBezTo>
                    <a:pt x="207" y="147"/>
                    <a:pt x="227" y="110"/>
                    <a:pt x="207" y="93"/>
                  </a:cubicBezTo>
                  <a:cubicBezTo>
                    <a:pt x="207" y="60"/>
                    <a:pt x="190" y="44"/>
                    <a:pt x="174" y="23"/>
                  </a:cubicBezTo>
                  <a:cubicBezTo>
                    <a:pt x="152" y="9"/>
                    <a:pt x="129" y="1"/>
                    <a:pt x="1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0" name="Google Shape;16070;p41"/>
            <p:cNvSpPr/>
            <p:nvPr/>
          </p:nvSpPr>
          <p:spPr>
            <a:xfrm>
              <a:off x="4344325" y="3139050"/>
              <a:ext cx="5600" cy="5450"/>
            </a:xfrm>
            <a:custGeom>
              <a:avLst/>
              <a:gdLst/>
              <a:ahLst/>
              <a:cxnLst/>
              <a:rect l="l" t="t" r="r" b="b"/>
              <a:pathLst>
                <a:path w="224" h="218" extrusionOk="0">
                  <a:moveTo>
                    <a:pt x="105" y="1"/>
                  </a:moveTo>
                  <a:cubicBezTo>
                    <a:pt x="94" y="1"/>
                    <a:pt x="83" y="2"/>
                    <a:pt x="71" y="5"/>
                  </a:cubicBezTo>
                  <a:cubicBezTo>
                    <a:pt x="17" y="38"/>
                    <a:pt x="1" y="92"/>
                    <a:pt x="17" y="141"/>
                  </a:cubicBezTo>
                  <a:cubicBezTo>
                    <a:pt x="17" y="158"/>
                    <a:pt x="34" y="178"/>
                    <a:pt x="34" y="178"/>
                  </a:cubicBezTo>
                  <a:cubicBezTo>
                    <a:pt x="61" y="202"/>
                    <a:pt x="95" y="218"/>
                    <a:pt x="124" y="218"/>
                  </a:cubicBezTo>
                  <a:cubicBezTo>
                    <a:pt x="135" y="218"/>
                    <a:pt x="145" y="216"/>
                    <a:pt x="154" y="211"/>
                  </a:cubicBezTo>
                  <a:cubicBezTo>
                    <a:pt x="191" y="195"/>
                    <a:pt x="224" y="158"/>
                    <a:pt x="224" y="125"/>
                  </a:cubicBezTo>
                  <a:cubicBezTo>
                    <a:pt x="224" y="108"/>
                    <a:pt x="224" y="92"/>
                    <a:pt x="207" y="75"/>
                  </a:cubicBezTo>
                  <a:cubicBezTo>
                    <a:pt x="194" y="31"/>
                    <a:pt x="15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1" name="Google Shape;16071;p41"/>
            <p:cNvSpPr/>
            <p:nvPr/>
          </p:nvSpPr>
          <p:spPr>
            <a:xfrm>
              <a:off x="4350325" y="317770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87" y="1"/>
                  </a:moveTo>
                  <a:cubicBezTo>
                    <a:pt x="37" y="1"/>
                    <a:pt x="0" y="34"/>
                    <a:pt x="0" y="92"/>
                  </a:cubicBezTo>
                  <a:lnTo>
                    <a:pt x="0" y="141"/>
                  </a:lnTo>
                  <a:lnTo>
                    <a:pt x="17" y="158"/>
                  </a:lnTo>
                  <a:cubicBezTo>
                    <a:pt x="37" y="195"/>
                    <a:pt x="54" y="195"/>
                    <a:pt x="87" y="211"/>
                  </a:cubicBezTo>
                  <a:cubicBezTo>
                    <a:pt x="120" y="211"/>
                    <a:pt x="140" y="195"/>
                    <a:pt x="157" y="195"/>
                  </a:cubicBezTo>
                  <a:cubicBezTo>
                    <a:pt x="190" y="178"/>
                    <a:pt x="206" y="141"/>
                    <a:pt x="206" y="125"/>
                  </a:cubicBezTo>
                  <a:cubicBezTo>
                    <a:pt x="206" y="92"/>
                    <a:pt x="206" y="55"/>
                    <a:pt x="190" y="38"/>
                  </a:cubicBezTo>
                  <a:cubicBezTo>
                    <a:pt x="173" y="22"/>
                    <a:pt x="140" y="5"/>
                    <a:pt x="120" y="5"/>
                  </a:cubicBezTo>
                  <a:cubicBezTo>
                    <a:pt x="108" y="2"/>
                    <a:pt x="98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2" name="Google Shape;16072;p41"/>
            <p:cNvSpPr/>
            <p:nvPr/>
          </p:nvSpPr>
          <p:spPr>
            <a:xfrm>
              <a:off x="4354650" y="31494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87" y="0"/>
                    <a:pt x="70" y="17"/>
                    <a:pt x="50" y="33"/>
                  </a:cubicBezTo>
                  <a:cubicBezTo>
                    <a:pt x="17" y="33"/>
                    <a:pt x="0" y="70"/>
                    <a:pt x="0" y="87"/>
                  </a:cubicBezTo>
                  <a:lnTo>
                    <a:pt x="0" y="153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3" y="190"/>
                    <a:pt x="70" y="207"/>
                    <a:pt x="87" y="207"/>
                  </a:cubicBezTo>
                  <a:cubicBezTo>
                    <a:pt x="98" y="209"/>
                    <a:pt x="109" y="211"/>
                    <a:pt x="119" y="211"/>
                  </a:cubicBezTo>
                  <a:cubicBezTo>
                    <a:pt x="169" y="211"/>
                    <a:pt x="206" y="178"/>
                    <a:pt x="206" y="120"/>
                  </a:cubicBezTo>
                  <a:cubicBezTo>
                    <a:pt x="206" y="103"/>
                    <a:pt x="206" y="70"/>
                    <a:pt x="190" y="50"/>
                  </a:cubicBezTo>
                  <a:cubicBezTo>
                    <a:pt x="173" y="33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3" name="Google Shape;16073;p41"/>
            <p:cNvSpPr/>
            <p:nvPr/>
          </p:nvSpPr>
          <p:spPr>
            <a:xfrm>
              <a:off x="4384750" y="3111225"/>
              <a:ext cx="1675" cy="4775"/>
            </a:xfrm>
            <a:custGeom>
              <a:avLst/>
              <a:gdLst/>
              <a:ahLst/>
              <a:cxnLst/>
              <a:rect l="l" t="t" r="r" b="b"/>
              <a:pathLst>
                <a:path w="67" h="191" extrusionOk="0">
                  <a:moveTo>
                    <a:pt x="66" y="1"/>
                  </a:moveTo>
                  <a:cubicBezTo>
                    <a:pt x="50" y="1"/>
                    <a:pt x="33" y="17"/>
                    <a:pt x="17" y="34"/>
                  </a:cubicBezTo>
                  <a:cubicBezTo>
                    <a:pt x="0" y="54"/>
                    <a:pt x="0" y="71"/>
                    <a:pt x="0" y="104"/>
                  </a:cubicBezTo>
                  <a:lnTo>
                    <a:pt x="0" y="120"/>
                  </a:lnTo>
                  <a:cubicBezTo>
                    <a:pt x="17" y="137"/>
                    <a:pt x="17" y="157"/>
                    <a:pt x="33" y="174"/>
                  </a:cubicBezTo>
                  <a:cubicBezTo>
                    <a:pt x="50" y="174"/>
                    <a:pt x="50" y="190"/>
                    <a:pt x="66" y="190"/>
                  </a:cubicBezTo>
                  <a:lnTo>
                    <a:pt x="6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4" name="Google Shape;16074;p41"/>
            <p:cNvSpPr/>
            <p:nvPr/>
          </p:nvSpPr>
          <p:spPr>
            <a:xfrm>
              <a:off x="4342175" y="31546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1"/>
                  </a:moveTo>
                  <a:cubicBezTo>
                    <a:pt x="70" y="1"/>
                    <a:pt x="0" y="33"/>
                    <a:pt x="0" y="87"/>
                  </a:cubicBezTo>
                  <a:lnTo>
                    <a:pt x="0" y="137"/>
                  </a:lnTo>
                  <a:cubicBezTo>
                    <a:pt x="17" y="174"/>
                    <a:pt x="54" y="207"/>
                    <a:pt x="87" y="207"/>
                  </a:cubicBezTo>
                  <a:cubicBezTo>
                    <a:pt x="94" y="209"/>
                    <a:pt x="100" y="210"/>
                    <a:pt x="107" y="210"/>
                  </a:cubicBezTo>
                  <a:cubicBezTo>
                    <a:pt x="150" y="210"/>
                    <a:pt x="192" y="167"/>
                    <a:pt x="207" y="120"/>
                  </a:cubicBezTo>
                  <a:cubicBezTo>
                    <a:pt x="207" y="87"/>
                    <a:pt x="207" y="71"/>
                    <a:pt x="190" y="50"/>
                  </a:cubicBezTo>
                  <a:cubicBezTo>
                    <a:pt x="174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5" name="Google Shape;16075;p41"/>
            <p:cNvSpPr/>
            <p:nvPr/>
          </p:nvSpPr>
          <p:spPr>
            <a:xfrm>
              <a:off x="4091800" y="31464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1"/>
                  </a:moveTo>
                  <a:cubicBezTo>
                    <a:pt x="104" y="1"/>
                    <a:pt x="71" y="1"/>
                    <a:pt x="50" y="17"/>
                  </a:cubicBezTo>
                  <a:cubicBezTo>
                    <a:pt x="34" y="34"/>
                    <a:pt x="17" y="50"/>
                    <a:pt x="17" y="87"/>
                  </a:cubicBezTo>
                  <a:cubicBezTo>
                    <a:pt x="1" y="104"/>
                    <a:pt x="17" y="120"/>
                    <a:pt x="17" y="137"/>
                  </a:cubicBezTo>
                  <a:cubicBezTo>
                    <a:pt x="17" y="137"/>
                    <a:pt x="17" y="153"/>
                    <a:pt x="34" y="153"/>
                  </a:cubicBezTo>
                  <a:cubicBezTo>
                    <a:pt x="50" y="190"/>
                    <a:pt x="71" y="190"/>
                    <a:pt x="104" y="207"/>
                  </a:cubicBezTo>
                  <a:cubicBezTo>
                    <a:pt x="153" y="207"/>
                    <a:pt x="207" y="170"/>
                    <a:pt x="223" y="120"/>
                  </a:cubicBezTo>
                  <a:cubicBezTo>
                    <a:pt x="223" y="87"/>
                    <a:pt x="223" y="67"/>
                    <a:pt x="207" y="34"/>
                  </a:cubicBezTo>
                  <a:cubicBezTo>
                    <a:pt x="191" y="17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6" name="Google Shape;16076;p41"/>
            <p:cNvSpPr/>
            <p:nvPr/>
          </p:nvSpPr>
          <p:spPr>
            <a:xfrm>
              <a:off x="4082750" y="3201000"/>
              <a:ext cx="5675" cy="5175"/>
            </a:xfrm>
            <a:custGeom>
              <a:avLst/>
              <a:gdLst/>
              <a:ahLst/>
              <a:cxnLst/>
              <a:rect l="l" t="t" r="r" b="b"/>
              <a:pathLst>
                <a:path w="227" h="207" extrusionOk="0">
                  <a:moveTo>
                    <a:pt x="140" y="1"/>
                  </a:moveTo>
                  <a:cubicBezTo>
                    <a:pt x="70" y="1"/>
                    <a:pt x="21" y="34"/>
                    <a:pt x="21" y="87"/>
                  </a:cubicBezTo>
                  <a:cubicBezTo>
                    <a:pt x="0" y="104"/>
                    <a:pt x="21" y="120"/>
                    <a:pt x="21" y="137"/>
                  </a:cubicBezTo>
                  <a:cubicBezTo>
                    <a:pt x="21" y="153"/>
                    <a:pt x="21" y="153"/>
                    <a:pt x="37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24" y="207"/>
                    <a:pt x="157" y="207"/>
                    <a:pt x="173" y="190"/>
                  </a:cubicBezTo>
                  <a:cubicBezTo>
                    <a:pt x="206" y="174"/>
                    <a:pt x="206" y="153"/>
                    <a:pt x="227" y="120"/>
                  </a:cubicBezTo>
                  <a:cubicBezTo>
                    <a:pt x="227" y="104"/>
                    <a:pt x="227" y="71"/>
                    <a:pt x="206" y="50"/>
                  </a:cubicBezTo>
                  <a:cubicBezTo>
                    <a:pt x="190" y="17"/>
                    <a:pt x="157" y="17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7" name="Google Shape;16077;p41"/>
            <p:cNvSpPr/>
            <p:nvPr/>
          </p:nvSpPr>
          <p:spPr>
            <a:xfrm>
              <a:off x="4088400" y="315960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03" y="0"/>
                  </a:moveTo>
                  <a:cubicBezTo>
                    <a:pt x="91" y="0"/>
                    <a:pt x="78" y="8"/>
                    <a:pt x="67" y="8"/>
                  </a:cubicBezTo>
                  <a:cubicBezTo>
                    <a:pt x="17" y="24"/>
                    <a:pt x="1" y="94"/>
                    <a:pt x="17" y="144"/>
                  </a:cubicBezTo>
                  <a:cubicBezTo>
                    <a:pt x="30" y="184"/>
                    <a:pt x="73" y="203"/>
                    <a:pt x="114" y="203"/>
                  </a:cubicBezTo>
                  <a:cubicBezTo>
                    <a:pt x="128" y="203"/>
                    <a:pt x="141" y="201"/>
                    <a:pt x="153" y="197"/>
                  </a:cubicBezTo>
                  <a:cubicBezTo>
                    <a:pt x="170" y="197"/>
                    <a:pt x="170" y="181"/>
                    <a:pt x="186" y="181"/>
                  </a:cubicBezTo>
                  <a:cubicBezTo>
                    <a:pt x="207" y="144"/>
                    <a:pt x="223" y="111"/>
                    <a:pt x="207" y="57"/>
                  </a:cubicBezTo>
                  <a:cubicBezTo>
                    <a:pt x="186" y="24"/>
                    <a:pt x="153" y="8"/>
                    <a:pt x="120" y="8"/>
                  </a:cubicBezTo>
                  <a:cubicBezTo>
                    <a:pt x="115" y="2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8" name="Google Shape;16078;p41"/>
            <p:cNvSpPr/>
            <p:nvPr/>
          </p:nvSpPr>
          <p:spPr>
            <a:xfrm>
              <a:off x="4085325" y="3187050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99" y="1"/>
                  </a:moveTo>
                  <a:cubicBezTo>
                    <a:pt x="68" y="1"/>
                    <a:pt x="39" y="14"/>
                    <a:pt x="21" y="43"/>
                  </a:cubicBezTo>
                  <a:cubicBezTo>
                    <a:pt x="0" y="60"/>
                    <a:pt x="0" y="76"/>
                    <a:pt x="0" y="114"/>
                  </a:cubicBezTo>
                  <a:lnTo>
                    <a:pt x="0" y="147"/>
                  </a:lnTo>
                  <a:lnTo>
                    <a:pt x="37" y="180"/>
                  </a:lnTo>
                  <a:cubicBezTo>
                    <a:pt x="49" y="191"/>
                    <a:pt x="68" y="205"/>
                    <a:pt x="92" y="205"/>
                  </a:cubicBezTo>
                  <a:cubicBezTo>
                    <a:pt x="102" y="205"/>
                    <a:pt x="113" y="202"/>
                    <a:pt x="124" y="196"/>
                  </a:cubicBezTo>
                  <a:cubicBezTo>
                    <a:pt x="140" y="196"/>
                    <a:pt x="173" y="180"/>
                    <a:pt x="190" y="163"/>
                  </a:cubicBezTo>
                  <a:cubicBezTo>
                    <a:pt x="206" y="147"/>
                    <a:pt x="206" y="114"/>
                    <a:pt x="206" y="93"/>
                  </a:cubicBezTo>
                  <a:cubicBezTo>
                    <a:pt x="206" y="60"/>
                    <a:pt x="190" y="43"/>
                    <a:pt x="173" y="27"/>
                  </a:cubicBezTo>
                  <a:cubicBezTo>
                    <a:pt x="151" y="10"/>
                    <a:pt x="124" y="1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9" name="Google Shape;16079;p41"/>
            <p:cNvSpPr/>
            <p:nvPr/>
          </p:nvSpPr>
          <p:spPr>
            <a:xfrm>
              <a:off x="4203850" y="3232225"/>
              <a:ext cx="5700" cy="4975"/>
            </a:xfrm>
            <a:custGeom>
              <a:avLst/>
              <a:gdLst/>
              <a:ahLst/>
              <a:cxnLst/>
              <a:rect l="l" t="t" r="r" b="b"/>
              <a:pathLst>
                <a:path w="228" h="199" extrusionOk="0">
                  <a:moveTo>
                    <a:pt x="97" y="1"/>
                  </a:moveTo>
                  <a:cubicBezTo>
                    <a:pt x="55" y="1"/>
                    <a:pt x="18" y="34"/>
                    <a:pt x="0" y="92"/>
                  </a:cubicBezTo>
                  <a:cubicBezTo>
                    <a:pt x="0" y="108"/>
                    <a:pt x="0" y="125"/>
                    <a:pt x="21" y="141"/>
                  </a:cubicBezTo>
                  <a:lnTo>
                    <a:pt x="21" y="162"/>
                  </a:lnTo>
                  <a:cubicBezTo>
                    <a:pt x="38" y="178"/>
                    <a:pt x="71" y="195"/>
                    <a:pt x="87" y="195"/>
                  </a:cubicBezTo>
                  <a:cubicBezTo>
                    <a:pt x="99" y="198"/>
                    <a:pt x="110" y="199"/>
                    <a:pt x="121" y="199"/>
                  </a:cubicBezTo>
                  <a:cubicBezTo>
                    <a:pt x="173" y="199"/>
                    <a:pt x="207" y="166"/>
                    <a:pt x="207" y="108"/>
                  </a:cubicBezTo>
                  <a:cubicBezTo>
                    <a:pt x="227" y="92"/>
                    <a:pt x="207" y="59"/>
                    <a:pt x="190" y="38"/>
                  </a:cubicBezTo>
                  <a:cubicBezTo>
                    <a:pt x="174" y="22"/>
                    <a:pt x="157" y="5"/>
                    <a:pt x="124" y="5"/>
                  </a:cubicBezTo>
                  <a:cubicBezTo>
                    <a:pt x="115" y="2"/>
                    <a:pt x="10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0" name="Google Shape;16080;p41"/>
            <p:cNvSpPr/>
            <p:nvPr/>
          </p:nvSpPr>
          <p:spPr>
            <a:xfrm>
              <a:off x="4098200" y="3178475"/>
              <a:ext cx="5700" cy="5025"/>
            </a:xfrm>
            <a:custGeom>
              <a:avLst/>
              <a:gdLst/>
              <a:ahLst/>
              <a:cxnLst/>
              <a:rect l="l" t="t" r="r" b="b"/>
              <a:pathLst>
                <a:path w="228" h="201" extrusionOk="0">
                  <a:moveTo>
                    <a:pt x="93" y="0"/>
                  </a:moveTo>
                  <a:cubicBezTo>
                    <a:pt x="69" y="0"/>
                    <a:pt x="49" y="12"/>
                    <a:pt x="38" y="24"/>
                  </a:cubicBezTo>
                  <a:cubicBezTo>
                    <a:pt x="21" y="44"/>
                    <a:pt x="21" y="61"/>
                    <a:pt x="0" y="94"/>
                  </a:cubicBezTo>
                  <a:cubicBezTo>
                    <a:pt x="0" y="110"/>
                    <a:pt x="0" y="127"/>
                    <a:pt x="21" y="147"/>
                  </a:cubicBezTo>
                  <a:cubicBezTo>
                    <a:pt x="38" y="180"/>
                    <a:pt x="54" y="197"/>
                    <a:pt x="104" y="197"/>
                  </a:cubicBezTo>
                  <a:cubicBezTo>
                    <a:pt x="113" y="200"/>
                    <a:pt x="122" y="201"/>
                    <a:pt x="130" y="201"/>
                  </a:cubicBezTo>
                  <a:cubicBezTo>
                    <a:pt x="173" y="201"/>
                    <a:pt x="210" y="168"/>
                    <a:pt x="227" y="110"/>
                  </a:cubicBezTo>
                  <a:cubicBezTo>
                    <a:pt x="227" y="94"/>
                    <a:pt x="207" y="61"/>
                    <a:pt x="190" y="44"/>
                  </a:cubicBezTo>
                  <a:cubicBezTo>
                    <a:pt x="174" y="24"/>
                    <a:pt x="157" y="7"/>
                    <a:pt x="124" y="7"/>
                  </a:cubicBezTo>
                  <a:cubicBezTo>
                    <a:pt x="113" y="2"/>
                    <a:pt x="103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1" name="Google Shape;16081;p41"/>
            <p:cNvSpPr/>
            <p:nvPr/>
          </p:nvSpPr>
          <p:spPr>
            <a:xfrm>
              <a:off x="4096950" y="319445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02" y="0"/>
                  </a:moveTo>
                  <a:cubicBezTo>
                    <a:pt x="58" y="0"/>
                    <a:pt x="15" y="46"/>
                    <a:pt x="1" y="90"/>
                  </a:cubicBezTo>
                  <a:lnTo>
                    <a:pt x="1" y="143"/>
                  </a:lnTo>
                  <a:cubicBezTo>
                    <a:pt x="17" y="143"/>
                    <a:pt x="17" y="160"/>
                    <a:pt x="17" y="160"/>
                  </a:cubicBezTo>
                  <a:cubicBezTo>
                    <a:pt x="34" y="193"/>
                    <a:pt x="71" y="193"/>
                    <a:pt x="88" y="209"/>
                  </a:cubicBezTo>
                  <a:cubicBezTo>
                    <a:pt x="137" y="209"/>
                    <a:pt x="207" y="176"/>
                    <a:pt x="207" y="127"/>
                  </a:cubicBezTo>
                  <a:cubicBezTo>
                    <a:pt x="207" y="90"/>
                    <a:pt x="207" y="73"/>
                    <a:pt x="191" y="40"/>
                  </a:cubicBezTo>
                  <a:cubicBezTo>
                    <a:pt x="174" y="24"/>
                    <a:pt x="154" y="3"/>
                    <a:pt x="121" y="3"/>
                  </a:cubicBezTo>
                  <a:cubicBezTo>
                    <a:pt x="114" y="1"/>
                    <a:pt x="108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2" name="Google Shape;16082;p41"/>
            <p:cNvSpPr/>
            <p:nvPr/>
          </p:nvSpPr>
          <p:spPr>
            <a:xfrm>
              <a:off x="4095200" y="32083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104" y="1"/>
                    <a:pt x="71" y="17"/>
                    <a:pt x="55" y="17"/>
                  </a:cubicBezTo>
                  <a:cubicBezTo>
                    <a:pt x="38" y="34"/>
                    <a:pt x="17" y="67"/>
                    <a:pt x="1" y="87"/>
                  </a:cubicBezTo>
                  <a:cubicBezTo>
                    <a:pt x="1" y="104"/>
                    <a:pt x="1" y="137"/>
                    <a:pt x="17" y="137"/>
                  </a:cubicBezTo>
                  <a:cubicBezTo>
                    <a:pt x="17" y="153"/>
                    <a:pt x="17" y="153"/>
                    <a:pt x="38" y="170"/>
                  </a:cubicBezTo>
                  <a:cubicBezTo>
                    <a:pt x="55" y="190"/>
                    <a:pt x="71" y="207"/>
                    <a:pt x="104" y="207"/>
                  </a:cubicBezTo>
                  <a:cubicBezTo>
                    <a:pt x="111" y="209"/>
                    <a:pt x="117" y="210"/>
                    <a:pt x="124" y="210"/>
                  </a:cubicBezTo>
                  <a:cubicBezTo>
                    <a:pt x="170" y="210"/>
                    <a:pt x="209" y="163"/>
                    <a:pt x="224" y="120"/>
                  </a:cubicBezTo>
                  <a:cubicBezTo>
                    <a:pt x="224" y="104"/>
                    <a:pt x="207" y="67"/>
                    <a:pt x="191" y="50"/>
                  </a:cubicBezTo>
                  <a:cubicBezTo>
                    <a:pt x="174" y="17"/>
                    <a:pt x="158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3" name="Google Shape;16083;p41"/>
            <p:cNvSpPr/>
            <p:nvPr/>
          </p:nvSpPr>
          <p:spPr>
            <a:xfrm>
              <a:off x="3986575" y="3045575"/>
              <a:ext cx="1775" cy="4250"/>
            </a:xfrm>
            <a:custGeom>
              <a:avLst/>
              <a:gdLst/>
              <a:ahLst/>
              <a:cxnLst/>
              <a:rect l="l" t="t" r="r" b="b"/>
              <a:pathLst>
                <a:path w="71" h="170" extrusionOk="0">
                  <a:moveTo>
                    <a:pt x="17" y="0"/>
                  </a:moveTo>
                  <a:cubicBezTo>
                    <a:pt x="0" y="50"/>
                    <a:pt x="0" y="120"/>
                    <a:pt x="0" y="170"/>
                  </a:cubicBezTo>
                  <a:cubicBezTo>
                    <a:pt x="54" y="153"/>
                    <a:pt x="70" y="104"/>
                    <a:pt x="54" y="50"/>
                  </a:cubicBezTo>
                  <a:cubicBezTo>
                    <a:pt x="33" y="33"/>
                    <a:pt x="33" y="17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4" name="Google Shape;16084;p41"/>
            <p:cNvSpPr/>
            <p:nvPr/>
          </p:nvSpPr>
          <p:spPr>
            <a:xfrm>
              <a:off x="4174675" y="2942925"/>
              <a:ext cx="5600" cy="4850"/>
            </a:xfrm>
            <a:custGeom>
              <a:avLst/>
              <a:gdLst/>
              <a:ahLst/>
              <a:cxnLst/>
              <a:rect l="l" t="t" r="r" b="b"/>
              <a:pathLst>
                <a:path w="224" h="194" extrusionOk="0">
                  <a:moveTo>
                    <a:pt x="87" y="0"/>
                  </a:moveTo>
                  <a:cubicBezTo>
                    <a:pt x="71" y="0"/>
                    <a:pt x="54" y="0"/>
                    <a:pt x="54" y="17"/>
                  </a:cubicBezTo>
                  <a:cubicBezTo>
                    <a:pt x="34" y="33"/>
                    <a:pt x="17" y="50"/>
                    <a:pt x="17" y="66"/>
                  </a:cubicBezTo>
                  <a:cubicBezTo>
                    <a:pt x="1" y="103"/>
                    <a:pt x="17" y="120"/>
                    <a:pt x="17" y="136"/>
                  </a:cubicBezTo>
                  <a:cubicBezTo>
                    <a:pt x="17" y="136"/>
                    <a:pt x="17" y="153"/>
                    <a:pt x="34" y="153"/>
                  </a:cubicBezTo>
                  <a:cubicBezTo>
                    <a:pt x="54" y="169"/>
                    <a:pt x="71" y="190"/>
                    <a:pt x="104" y="190"/>
                  </a:cubicBezTo>
                  <a:cubicBezTo>
                    <a:pt x="112" y="192"/>
                    <a:pt x="121" y="194"/>
                    <a:pt x="129" y="194"/>
                  </a:cubicBezTo>
                  <a:cubicBezTo>
                    <a:pt x="172" y="194"/>
                    <a:pt x="209" y="159"/>
                    <a:pt x="223" y="103"/>
                  </a:cubicBezTo>
                  <a:cubicBezTo>
                    <a:pt x="223" y="87"/>
                    <a:pt x="223" y="50"/>
                    <a:pt x="207" y="33"/>
                  </a:cubicBezTo>
                  <a:lnTo>
                    <a:pt x="190" y="33"/>
                  </a:lnTo>
                  <a:cubicBezTo>
                    <a:pt x="157" y="17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5" name="Google Shape;16085;p41"/>
            <p:cNvSpPr/>
            <p:nvPr/>
          </p:nvSpPr>
          <p:spPr>
            <a:xfrm>
              <a:off x="4162625" y="2939000"/>
              <a:ext cx="3925" cy="1525"/>
            </a:xfrm>
            <a:custGeom>
              <a:avLst/>
              <a:gdLst/>
              <a:ahLst/>
              <a:cxnLst/>
              <a:rect l="l" t="t" r="r" b="b"/>
              <a:pathLst>
                <a:path w="157" h="61" extrusionOk="0">
                  <a:moveTo>
                    <a:pt x="0" y="0"/>
                  </a:moveTo>
                  <a:lnTo>
                    <a:pt x="21" y="17"/>
                  </a:lnTo>
                  <a:cubicBezTo>
                    <a:pt x="37" y="38"/>
                    <a:pt x="54" y="54"/>
                    <a:pt x="87" y="54"/>
                  </a:cubicBezTo>
                  <a:cubicBezTo>
                    <a:pt x="92" y="59"/>
                    <a:pt x="98" y="61"/>
                    <a:pt x="106" y="61"/>
                  </a:cubicBezTo>
                  <a:cubicBezTo>
                    <a:pt x="123" y="61"/>
                    <a:pt x="145" y="49"/>
                    <a:pt x="157" y="38"/>
                  </a:cubicBezTo>
                  <a:cubicBezTo>
                    <a:pt x="103" y="17"/>
                    <a:pt x="54" y="1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6" name="Google Shape;16086;p41"/>
            <p:cNvSpPr/>
            <p:nvPr/>
          </p:nvSpPr>
          <p:spPr>
            <a:xfrm>
              <a:off x="4198275" y="2951050"/>
              <a:ext cx="4775" cy="3025"/>
            </a:xfrm>
            <a:custGeom>
              <a:avLst/>
              <a:gdLst/>
              <a:ahLst/>
              <a:cxnLst/>
              <a:rect l="l" t="t" r="r" b="b"/>
              <a:pathLst>
                <a:path w="191" h="121" extrusionOk="0">
                  <a:moveTo>
                    <a:pt x="1" y="1"/>
                  </a:moveTo>
                  <a:cubicBezTo>
                    <a:pt x="1" y="17"/>
                    <a:pt x="1" y="34"/>
                    <a:pt x="17" y="50"/>
                  </a:cubicBezTo>
                  <a:lnTo>
                    <a:pt x="17" y="71"/>
                  </a:lnTo>
                  <a:cubicBezTo>
                    <a:pt x="38" y="104"/>
                    <a:pt x="71" y="104"/>
                    <a:pt x="87" y="120"/>
                  </a:cubicBezTo>
                  <a:cubicBezTo>
                    <a:pt x="141" y="120"/>
                    <a:pt x="174" y="104"/>
                    <a:pt x="190" y="87"/>
                  </a:cubicBezTo>
                  <a:cubicBezTo>
                    <a:pt x="141" y="50"/>
                    <a:pt x="7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7" name="Google Shape;16087;p41"/>
            <p:cNvSpPr/>
            <p:nvPr/>
          </p:nvSpPr>
          <p:spPr>
            <a:xfrm>
              <a:off x="4099950" y="2932600"/>
              <a:ext cx="5600" cy="4025"/>
            </a:xfrm>
            <a:custGeom>
              <a:avLst/>
              <a:gdLst/>
              <a:ahLst/>
              <a:cxnLst/>
              <a:rect l="l" t="t" r="r" b="b"/>
              <a:pathLst>
                <a:path w="224" h="161" extrusionOk="0">
                  <a:moveTo>
                    <a:pt x="207" y="1"/>
                  </a:moveTo>
                  <a:cubicBezTo>
                    <a:pt x="137" y="1"/>
                    <a:pt x="87" y="17"/>
                    <a:pt x="17" y="17"/>
                  </a:cubicBezTo>
                  <a:cubicBezTo>
                    <a:pt x="1" y="34"/>
                    <a:pt x="1" y="50"/>
                    <a:pt x="1" y="67"/>
                  </a:cubicBezTo>
                  <a:cubicBezTo>
                    <a:pt x="1" y="87"/>
                    <a:pt x="17" y="87"/>
                    <a:pt x="17" y="104"/>
                  </a:cubicBezTo>
                  <a:cubicBezTo>
                    <a:pt x="17" y="120"/>
                    <a:pt x="34" y="137"/>
                    <a:pt x="54" y="137"/>
                  </a:cubicBezTo>
                  <a:cubicBezTo>
                    <a:pt x="66" y="149"/>
                    <a:pt x="86" y="160"/>
                    <a:pt x="102" y="160"/>
                  </a:cubicBezTo>
                  <a:cubicBezTo>
                    <a:pt x="109" y="160"/>
                    <a:pt x="115" y="158"/>
                    <a:pt x="120" y="153"/>
                  </a:cubicBezTo>
                  <a:cubicBezTo>
                    <a:pt x="157" y="153"/>
                    <a:pt x="174" y="153"/>
                    <a:pt x="190" y="120"/>
                  </a:cubicBezTo>
                  <a:cubicBezTo>
                    <a:pt x="207" y="104"/>
                    <a:pt x="223" y="67"/>
                    <a:pt x="223" y="50"/>
                  </a:cubicBezTo>
                  <a:cubicBezTo>
                    <a:pt x="207" y="34"/>
                    <a:pt x="207" y="17"/>
                    <a:pt x="2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8" name="Google Shape;16088;p41"/>
            <p:cNvSpPr/>
            <p:nvPr/>
          </p:nvSpPr>
          <p:spPr>
            <a:xfrm>
              <a:off x="4049750" y="3188525"/>
              <a:ext cx="4250" cy="4375"/>
            </a:xfrm>
            <a:custGeom>
              <a:avLst/>
              <a:gdLst/>
              <a:ahLst/>
              <a:cxnLst/>
              <a:rect l="l" t="t" r="r" b="b"/>
              <a:pathLst>
                <a:path w="170" h="175" extrusionOk="0">
                  <a:moveTo>
                    <a:pt x="83" y="1"/>
                  </a:moveTo>
                  <a:cubicBezTo>
                    <a:pt x="50" y="1"/>
                    <a:pt x="17" y="1"/>
                    <a:pt x="1" y="34"/>
                  </a:cubicBezTo>
                  <a:cubicBezTo>
                    <a:pt x="50" y="71"/>
                    <a:pt x="104" y="121"/>
                    <a:pt x="153" y="174"/>
                  </a:cubicBezTo>
                  <a:cubicBezTo>
                    <a:pt x="170" y="158"/>
                    <a:pt x="170" y="137"/>
                    <a:pt x="170" y="121"/>
                  </a:cubicBezTo>
                  <a:cubicBezTo>
                    <a:pt x="170" y="88"/>
                    <a:pt x="170" y="71"/>
                    <a:pt x="153" y="34"/>
                  </a:cubicBezTo>
                  <a:cubicBezTo>
                    <a:pt x="137" y="17"/>
                    <a:pt x="120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9" name="Google Shape;16089;p41"/>
            <p:cNvSpPr/>
            <p:nvPr/>
          </p:nvSpPr>
          <p:spPr>
            <a:xfrm>
              <a:off x="4071600" y="3206975"/>
              <a:ext cx="3025" cy="2200"/>
            </a:xfrm>
            <a:custGeom>
              <a:avLst/>
              <a:gdLst/>
              <a:ahLst/>
              <a:cxnLst/>
              <a:rect l="l" t="t" r="r" b="b"/>
              <a:pathLst>
                <a:path w="121" h="88" extrusionOk="0">
                  <a:moveTo>
                    <a:pt x="1" y="1"/>
                  </a:moveTo>
                  <a:cubicBezTo>
                    <a:pt x="54" y="38"/>
                    <a:pt x="87" y="71"/>
                    <a:pt x="120" y="88"/>
                  </a:cubicBezTo>
                  <a:cubicBezTo>
                    <a:pt x="120" y="71"/>
                    <a:pt x="104" y="55"/>
                    <a:pt x="87" y="38"/>
                  </a:cubicBezTo>
                  <a:cubicBezTo>
                    <a:pt x="71" y="17"/>
                    <a:pt x="34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0" name="Google Shape;16090;p41"/>
            <p:cNvSpPr/>
            <p:nvPr/>
          </p:nvSpPr>
          <p:spPr>
            <a:xfrm>
              <a:off x="4007175" y="3139175"/>
              <a:ext cx="3025" cy="3825"/>
            </a:xfrm>
            <a:custGeom>
              <a:avLst/>
              <a:gdLst/>
              <a:ahLst/>
              <a:cxnLst/>
              <a:rect l="l" t="t" r="r" b="b"/>
              <a:pathLst>
                <a:path w="121" h="153" extrusionOk="0">
                  <a:moveTo>
                    <a:pt x="1" y="0"/>
                  </a:moveTo>
                  <a:cubicBezTo>
                    <a:pt x="34" y="50"/>
                    <a:pt x="71" y="103"/>
                    <a:pt x="104" y="153"/>
                  </a:cubicBezTo>
                  <a:cubicBezTo>
                    <a:pt x="121" y="136"/>
                    <a:pt x="121" y="103"/>
                    <a:pt x="121" y="70"/>
                  </a:cubicBezTo>
                  <a:cubicBezTo>
                    <a:pt x="104" y="17"/>
                    <a:pt x="5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1" name="Google Shape;16091;p41"/>
            <p:cNvSpPr/>
            <p:nvPr/>
          </p:nvSpPr>
          <p:spPr>
            <a:xfrm>
              <a:off x="4208600" y="2956200"/>
              <a:ext cx="5575" cy="4525"/>
            </a:xfrm>
            <a:custGeom>
              <a:avLst/>
              <a:gdLst/>
              <a:ahLst/>
              <a:cxnLst/>
              <a:rect l="l" t="t" r="r" b="b"/>
              <a:pathLst>
                <a:path w="223" h="181" extrusionOk="0">
                  <a:moveTo>
                    <a:pt x="37" y="1"/>
                  </a:moveTo>
                  <a:cubicBezTo>
                    <a:pt x="17" y="34"/>
                    <a:pt x="0" y="71"/>
                    <a:pt x="17" y="104"/>
                  </a:cubicBezTo>
                  <a:cubicBezTo>
                    <a:pt x="37" y="120"/>
                    <a:pt x="37" y="137"/>
                    <a:pt x="54" y="153"/>
                  </a:cubicBezTo>
                  <a:cubicBezTo>
                    <a:pt x="65" y="168"/>
                    <a:pt x="94" y="181"/>
                    <a:pt x="123" y="181"/>
                  </a:cubicBezTo>
                  <a:cubicBezTo>
                    <a:pt x="135" y="181"/>
                    <a:pt x="146" y="179"/>
                    <a:pt x="157" y="174"/>
                  </a:cubicBezTo>
                  <a:cubicBezTo>
                    <a:pt x="190" y="153"/>
                    <a:pt x="206" y="137"/>
                    <a:pt x="223" y="104"/>
                  </a:cubicBezTo>
                  <a:cubicBezTo>
                    <a:pt x="157" y="71"/>
                    <a:pt x="103" y="34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2" name="Google Shape;16092;p41"/>
            <p:cNvSpPr/>
            <p:nvPr/>
          </p:nvSpPr>
          <p:spPr>
            <a:xfrm>
              <a:off x="4356800" y="32259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04" y="1"/>
                  </a:moveTo>
                  <a:cubicBezTo>
                    <a:pt x="67" y="1"/>
                    <a:pt x="50" y="17"/>
                    <a:pt x="34" y="34"/>
                  </a:cubicBezTo>
                  <a:cubicBezTo>
                    <a:pt x="17" y="67"/>
                    <a:pt x="1" y="83"/>
                    <a:pt x="1" y="120"/>
                  </a:cubicBezTo>
                  <a:cubicBezTo>
                    <a:pt x="1" y="120"/>
                    <a:pt x="1" y="137"/>
                    <a:pt x="17" y="137"/>
                  </a:cubicBezTo>
                  <a:cubicBezTo>
                    <a:pt x="17" y="153"/>
                    <a:pt x="34" y="170"/>
                    <a:pt x="34" y="186"/>
                  </a:cubicBezTo>
                  <a:cubicBezTo>
                    <a:pt x="55" y="201"/>
                    <a:pt x="78" y="207"/>
                    <a:pt x="100" y="207"/>
                  </a:cubicBezTo>
                  <a:cubicBezTo>
                    <a:pt x="135" y="207"/>
                    <a:pt x="168" y="192"/>
                    <a:pt x="190" y="170"/>
                  </a:cubicBezTo>
                  <a:cubicBezTo>
                    <a:pt x="207" y="153"/>
                    <a:pt x="223" y="120"/>
                    <a:pt x="207" y="83"/>
                  </a:cubicBezTo>
                  <a:cubicBezTo>
                    <a:pt x="207" y="67"/>
                    <a:pt x="190" y="34"/>
                    <a:pt x="170" y="17"/>
                  </a:cubicBez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3" name="Google Shape;16093;p41"/>
            <p:cNvSpPr/>
            <p:nvPr/>
          </p:nvSpPr>
          <p:spPr>
            <a:xfrm>
              <a:off x="4343000" y="32331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4" y="0"/>
                  </a:moveTo>
                  <a:cubicBezTo>
                    <a:pt x="70" y="0"/>
                    <a:pt x="0" y="37"/>
                    <a:pt x="0" y="87"/>
                  </a:cubicBezTo>
                  <a:lnTo>
                    <a:pt x="0" y="140"/>
                  </a:lnTo>
                  <a:cubicBezTo>
                    <a:pt x="0" y="157"/>
                    <a:pt x="21" y="157"/>
                    <a:pt x="21" y="173"/>
                  </a:cubicBezTo>
                  <a:cubicBezTo>
                    <a:pt x="37" y="190"/>
                    <a:pt x="54" y="206"/>
                    <a:pt x="87" y="206"/>
                  </a:cubicBezTo>
                  <a:cubicBezTo>
                    <a:pt x="95" y="209"/>
                    <a:pt x="103" y="211"/>
                    <a:pt x="112" y="211"/>
                  </a:cubicBezTo>
                  <a:cubicBezTo>
                    <a:pt x="159" y="211"/>
                    <a:pt x="207" y="166"/>
                    <a:pt x="207" y="124"/>
                  </a:cubicBezTo>
                  <a:cubicBezTo>
                    <a:pt x="207" y="103"/>
                    <a:pt x="207" y="70"/>
                    <a:pt x="190" y="54"/>
                  </a:cubicBezTo>
                  <a:cubicBezTo>
                    <a:pt x="174" y="21"/>
                    <a:pt x="157" y="21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4" name="Google Shape;16094;p41"/>
            <p:cNvSpPr/>
            <p:nvPr/>
          </p:nvSpPr>
          <p:spPr>
            <a:xfrm>
              <a:off x="4343925" y="32194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66" y="1"/>
                    <a:pt x="17" y="34"/>
                    <a:pt x="0" y="87"/>
                  </a:cubicBezTo>
                  <a:lnTo>
                    <a:pt x="0" y="120"/>
                  </a:lnTo>
                  <a:lnTo>
                    <a:pt x="0" y="137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3" y="190"/>
                    <a:pt x="66" y="207"/>
                    <a:pt x="87" y="207"/>
                  </a:cubicBezTo>
                  <a:cubicBezTo>
                    <a:pt x="120" y="207"/>
                    <a:pt x="137" y="207"/>
                    <a:pt x="170" y="190"/>
                  </a:cubicBezTo>
                  <a:cubicBezTo>
                    <a:pt x="190" y="174"/>
                    <a:pt x="207" y="157"/>
                    <a:pt x="207" y="120"/>
                  </a:cubicBezTo>
                  <a:cubicBezTo>
                    <a:pt x="207" y="104"/>
                    <a:pt x="207" y="71"/>
                    <a:pt x="190" y="54"/>
                  </a:cubicBezTo>
                  <a:cubicBezTo>
                    <a:pt x="170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5" name="Google Shape;16095;p41"/>
            <p:cNvSpPr/>
            <p:nvPr/>
          </p:nvSpPr>
          <p:spPr>
            <a:xfrm>
              <a:off x="4360200" y="32014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0"/>
                  </a:moveTo>
                  <a:cubicBezTo>
                    <a:pt x="71" y="0"/>
                    <a:pt x="17" y="33"/>
                    <a:pt x="17" y="87"/>
                  </a:cubicBezTo>
                  <a:cubicBezTo>
                    <a:pt x="1" y="103"/>
                    <a:pt x="17" y="120"/>
                    <a:pt x="17" y="136"/>
                  </a:cubicBezTo>
                  <a:cubicBezTo>
                    <a:pt x="17" y="157"/>
                    <a:pt x="17" y="157"/>
                    <a:pt x="34" y="173"/>
                  </a:cubicBezTo>
                  <a:cubicBezTo>
                    <a:pt x="54" y="190"/>
                    <a:pt x="71" y="206"/>
                    <a:pt x="104" y="206"/>
                  </a:cubicBezTo>
                  <a:cubicBezTo>
                    <a:pt x="120" y="206"/>
                    <a:pt x="158" y="206"/>
                    <a:pt x="174" y="190"/>
                  </a:cubicBezTo>
                  <a:cubicBezTo>
                    <a:pt x="207" y="173"/>
                    <a:pt x="207" y="157"/>
                    <a:pt x="224" y="120"/>
                  </a:cubicBezTo>
                  <a:cubicBezTo>
                    <a:pt x="224" y="87"/>
                    <a:pt x="224" y="70"/>
                    <a:pt x="207" y="54"/>
                  </a:cubicBezTo>
                  <a:cubicBezTo>
                    <a:pt x="191" y="17"/>
                    <a:pt x="158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6" name="Google Shape;16096;p41"/>
            <p:cNvSpPr/>
            <p:nvPr/>
          </p:nvSpPr>
          <p:spPr>
            <a:xfrm>
              <a:off x="4338350" y="3245125"/>
              <a:ext cx="6000" cy="5375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11" y="0"/>
                  </a:moveTo>
                  <a:cubicBezTo>
                    <a:pt x="102" y="0"/>
                    <a:pt x="93" y="2"/>
                    <a:pt x="83" y="5"/>
                  </a:cubicBezTo>
                  <a:cubicBezTo>
                    <a:pt x="17" y="38"/>
                    <a:pt x="1" y="91"/>
                    <a:pt x="17" y="141"/>
                  </a:cubicBezTo>
                  <a:cubicBezTo>
                    <a:pt x="31" y="185"/>
                    <a:pt x="81" y="215"/>
                    <a:pt x="126" y="215"/>
                  </a:cubicBezTo>
                  <a:cubicBezTo>
                    <a:pt x="135" y="215"/>
                    <a:pt x="145" y="214"/>
                    <a:pt x="153" y="211"/>
                  </a:cubicBezTo>
                  <a:cubicBezTo>
                    <a:pt x="207" y="178"/>
                    <a:pt x="240" y="124"/>
                    <a:pt x="207" y="75"/>
                  </a:cubicBezTo>
                  <a:cubicBezTo>
                    <a:pt x="190" y="30"/>
                    <a:pt x="153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7" name="Google Shape;16097;p41"/>
            <p:cNvSpPr/>
            <p:nvPr/>
          </p:nvSpPr>
          <p:spPr>
            <a:xfrm>
              <a:off x="4334450" y="31958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70" y="1"/>
                    <a:pt x="0" y="34"/>
                    <a:pt x="0" y="87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74"/>
                  </a:cubicBezTo>
                  <a:cubicBezTo>
                    <a:pt x="33" y="190"/>
                    <a:pt x="54" y="207"/>
                    <a:pt x="87" y="207"/>
                  </a:cubicBezTo>
                  <a:cubicBezTo>
                    <a:pt x="93" y="209"/>
                    <a:pt x="100" y="210"/>
                    <a:pt x="107" y="210"/>
                  </a:cubicBezTo>
                  <a:cubicBezTo>
                    <a:pt x="150" y="210"/>
                    <a:pt x="192" y="167"/>
                    <a:pt x="206" y="120"/>
                  </a:cubicBezTo>
                  <a:cubicBezTo>
                    <a:pt x="206" y="87"/>
                    <a:pt x="206" y="71"/>
                    <a:pt x="190" y="50"/>
                  </a:cubicBezTo>
                  <a:cubicBezTo>
                    <a:pt x="17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8" name="Google Shape;16098;p41"/>
            <p:cNvSpPr/>
            <p:nvPr/>
          </p:nvSpPr>
          <p:spPr>
            <a:xfrm>
              <a:off x="4312600" y="32537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3" y="1"/>
                    <a:pt x="50" y="1"/>
                    <a:pt x="17" y="38"/>
                  </a:cubicBezTo>
                  <a:cubicBezTo>
                    <a:pt x="17" y="54"/>
                    <a:pt x="0" y="71"/>
                    <a:pt x="0" y="87"/>
                  </a:cubicBezTo>
                  <a:lnTo>
                    <a:pt x="0" y="141"/>
                  </a:lnTo>
                  <a:cubicBezTo>
                    <a:pt x="17" y="174"/>
                    <a:pt x="50" y="207"/>
                    <a:pt x="83" y="207"/>
                  </a:cubicBezTo>
                  <a:cubicBezTo>
                    <a:pt x="153" y="207"/>
                    <a:pt x="186" y="174"/>
                    <a:pt x="206" y="124"/>
                  </a:cubicBezTo>
                  <a:cubicBezTo>
                    <a:pt x="206" y="87"/>
                    <a:pt x="206" y="71"/>
                    <a:pt x="186" y="38"/>
                  </a:cubicBezTo>
                  <a:cubicBezTo>
                    <a:pt x="169" y="21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9" name="Google Shape;16099;p41"/>
            <p:cNvSpPr/>
            <p:nvPr/>
          </p:nvSpPr>
          <p:spPr>
            <a:xfrm>
              <a:off x="4350325" y="3193700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03" y="0"/>
                  </a:moveTo>
                  <a:cubicBezTo>
                    <a:pt x="70" y="0"/>
                    <a:pt x="37" y="17"/>
                    <a:pt x="17" y="33"/>
                  </a:cubicBezTo>
                  <a:cubicBezTo>
                    <a:pt x="0" y="54"/>
                    <a:pt x="0" y="87"/>
                    <a:pt x="0" y="120"/>
                  </a:cubicBezTo>
                  <a:lnTo>
                    <a:pt x="0" y="136"/>
                  </a:lnTo>
                  <a:cubicBezTo>
                    <a:pt x="17" y="157"/>
                    <a:pt x="37" y="173"/>
                    <a:pt x="37" y="190"/>
                  </a:cubicBezTo>
                  <a:cubicBezTo>
                    <a:pt x="56" y="202"/>
                    <a:pt x="78" y="208"/>
                    <a:pt x="100" y="208"/>
                  </a:cubicBezTo>
                  <a:cubicBezTo>
                    <a:pt x="135" y="208"/>
                    <a:pt x="169" y="194"/>
                    <a:pt x="190" y="173"/>
                  </a:cubicBezTo>
                  <a:cubicBezTo>
                    <a:pt x="223" y="120"/>
                    <a:pt x="223" y="54"/>
                    <a:pt x="173" y="17"/>
                  </a:cubicBezTo>
                  <a:cubicBezTo>
                    <a:pt x="157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0" name="Google Shape;16100;p41"/>
            <p:cNvSpPr/>
            <p:nvPr/>
          </p:nvSpPr>
          <p:spPr>
            <a:xfrm>
              <a:off x="4336600" y="31836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3" y="0"/>
                  </a:moveTo>
                  <a:cubicBezTo>
                    <a:pt x="84" y="0"/>
                    <a:pt x="55" y="13"/>
                    <a:pt x="34" y="43"/>
                  </a:cubicBezTo>
                  <a:cubicBezTo>
                    <a:pt x="17" y="60"/>
                    <a:pt x="1" y="93"/>
                    <a:pt x="1" y="109"/>
                  </a:cubicBezTo>
                  <a:cubicBezTo>
                    <a:pt x="1" y="126"/>
                    <a:pt x="17" y="146"/>
                    <a:pt x="17" y="146"/>
                  </a:cubicBezTo>
                  <a:cubicBezTo>
                    <a:pt x="17" y="163"/>
                    <a:pt x="34" y="179"/>
                    <a:pt x="50" y="179"/>
                  </a:cubicBezTo>
                  <a:cubicBezTo>
                    <a:pt x="67" y="202"/>
                    <a:pt x="90" y="211"/>
                    <a:pt x="113" y="211"/>
                  </a:cubicBezTo>
                  <a:cubicBezTo>
                    <a:pt x="141" y="211"/>
                    <a:pt x="170" y="198"/>
                    <a:pt x="190" y="179"/>
                  </a:cubicBezTo>
                  <a:cubicBezTo>
                    <a:pt x="207" y="146"/>
                    <a:pt x="223" y="126"/>
                    <a:pt x="223" y="93"/>
                  </a:cubicBezTo>
                  <a:cubicBezTo>
                    <a:pt x="207" y="76"/>
                    <a:pt x="207" y="43"/>
                    <a:pt x="174" y="23"/>
                  </a:cubicBezTo>
                  <a:cubicBezTo>
                    <a:pt x="158" y="8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1" name="Google Shape;16101;p41"/>
            <p:cNvSpPr/>
            <p:nvPr/>
          </p:nvSpPr>
          <p:spPr>
            <a:xfrm>
              <a:off x="4354650" y="323925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70" y="0"/>
                    <a:pt x="17" y="33"/>
                    <a:pt x="0" y="87"/>
                  </a:cubicBezTo>
                  <a:cubicBezTo>
                    <a:pt x="0" y="103"/>
                    <a:pt x="0" y="136"/>
                    <a:pt x="17" y="153"/>
                  </a:cubicBezTo>
                  <a:lnTo>
                    <a:pt x="17" y="169"/>
                  </a:lnTo>
                  <a:cubicBezTo>
                    <a:pt x="33" y="190"/>
                    <a:pt x="70" y="207"/>
                    <a:pt x="87" y="207"/>
                  </a:cubicBezTo>
                  <a:lnTo>
                    <a:pt x="153" y="207"/>
                  </a:lnTo>
                  <a:cubicBezTo>
                    <a:pt x="173" y="190"/>
                    <a:pt x="190" y="169"/>
                    <a:pt x="206" y="153"/>
                  </a:cubicBezTo>
                  <a:lnTo>
                    <a:pt x="206" y="120"/>
                  </a:lnTo>
                  <a:cubicBezTo>
                    <a:pt x="223" y="66"/>
                    <a:pt x="190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2" name="Google Shape;16102;p41"/>
            <p:cNvSpPr/>
            <p:nvPr/>
          </p:nvSpPr>
          <p:spPr>
            <a:xfrm>
              <a:off x="4345150" y="3205575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103" y="1"/>
                  </a:moveTo>
                  <a:cubicBezTo>
                    <a:pt x="86" y="1"/>
                    <a:pt x="66" y="12"/>
                    <a:pt x="55" y="24"/>
                  </a:cubicBezTo>
                  <a:cubicBezTo>
                    <a:pt x="17" y="40"/>
                    <a:pt x="1" y="57"/>
                    <a:pt x="1" y="94"/>
                  </a:cubicBezTo>
                  <a:cubicBezTo>
                    <a:pt x="1" y="111"/>
                    <a:pt x="1" y="127"/>
                    <a:pt x="17" y="144"/>
                  </a:cubicBezTo>
                  <a:lnTo>
                    <a:pt x="17" y="160"/>
                  </a:lnTo>
                  <a:cubicBezTo>
                    <a:pt x="38" y="177"/>
                    <a:pt x="71" y="197"/>
                    <a:pt x="88" y="197"/>
                  </a:cubicBezTo>
                  <a:cubicBezTo>
                    <a:pt x="99" y="200"/>
                    <a:pt x="109" y="201"/>
                    <a:pt x="119" y="201"/>
                  </a:cubicBezTo>
                  <a:cubicBezTo>
                    <a:pt x="172" y="201"/>
                    <a:pt x="207" y="166"/>
                    <a:pt x="207" y="111"/>
                  </a:cubicBezTo>
                  <a:cubicBezTo>
                    <a:pt x="224" y="94"/>
                    <a:pt x="207" y="57"/>
                    <a:pt x="191" y="40"/>
                  </a:cubicBezTo>
                  <a:cubicBezTo>
                    <a:pt x="174" y="24"/>
                    <a:pt x="158" y="7"/>
                    <a:pt x="121" y="7"/>
                  </a:cubicBezTo>
                  <a:cubicBezTo>
                    <a:pt x="116" y="3"/>
                    <a:pt x="109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3" name="Google Shape;16103;p41"/>
            <p:cNvSpPr/>
            <p:nvPr/>
          </p:nvSpPr>
          <p:spPr>
            <a:xfrm>
              <a:off x="4321150" y="31974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6" y="1"/>
                  </a:moveTo>
                  <a:cubicBezTo>
                    <a:pt x="106" y="1"/>
                    <a:pt x="96" y="3"/>
                    <a:pt x="87" y="7"/>
                  </a:cubicBezTo>
                  <a:cubicBezTo>
                    <a:pt x="33" y="23"/>
                    <a:pt x="0" y="89"/>
                    <a:pt x="17" y="143"/>
                  </a:cubicBezTo>
                  <a:cubicBezTo>
                    <a:pt x="29" y="178"/>
                    <a:pt x="68" y="207"/>
                    <a:pt x="107" y="207"/>
                  </a:cubicBezTo>
                  <a:cubicBezTo>
                    <a:pt x="123" y="207"/>
                    <a:pt x="139" y="203"/>
                    <a:pt x="153" y="192"/>
                  </a:cubicBezTo>
                  <a:cubicBezTo>
                    <a:pt x="206" y="176"/>
                    <a:pt x="239" y="126"/>
                    <a:pt x="223" y="73"/>
                  </a:cubicBezTo>
                  <a:cubicBezTo>
                    <a:pt x="196" y="33"/>
                    <a:pt x="156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4" name="Google Shape;16104;p41"/>
            <p:cNvSpPr/>
            <p:nvPr/>
          </p:nvSpPr>
          <p:spPr>
            <a:xfrm>
              <a:off x="4316400" y="32283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12" y="1"/>
                  </a:moveTo>
                  <a:cubicBezTo>
                    <a:pt x="98" y="1"/>
                    <a:pt x="84" y="3"/>
                    <a:pt x="71" y="9"/>
                  </a:cubicBezTo>
                  <a:cubicBezTo>
                    <a:pt x="17" y="25"/>
                    <a:pt x="1" y="91"/>
                    <a:pt x="17" y="145"/>
                  </a:cubicBezTo>
                  <a:cubicBezTo>
                    <a:pt x="17" y="161"/>
                    <a:pt x="34" y="161"/>
                    <a:pt x="34" y="178"/>
                  </a:cubicBezTo>
                  <a:cubicBezTo>
                    <a:pt x="55" y="199"/>
                    <a:pt x="75" y="208"/>
                    <a:pt x="98" y="208"/>
                  </a:cubicBezTo>
                  <a:cubicBezTo>
                    <a:pt x="115" y="208"/>
                    <a:pt x="134" y="203"/>
                    <a:pt x="157" y="194"/>
                  </a:cubicBezTo>
                  <a:cubicBezTo>
                    <a:pt x="190" y="178"/>
                    <a:pt x="207" y="145"/>
                    <a:pt x="223" y="112"/>
                  </a:cubicBezTo>
                  <a:cubicBezTo>
                    <a:pt x="223" y="91"/>
                    <a:pt x="223" y="75"/>
                    <a:pt x="207" y="58"/>
                  </a:cubicBezTo>
                  <a:cubicBezTo>
                    <a:pt x="195" y="21"/>
                    <a:pt x="153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5" name="Google Shape;16105;p41"/>
            <p:cNvSpPr/>
            <p:nvPr/>
          </p:nvSpPr>
          <p:spPr>
            <a:xfrm>
              <a:off x="4320325" y="32164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9" y="0"/>
                  </a:moveTo>
                  <a:cubicBezTo>
                    <a:pt x="54" y="0"/>
                    <a:pt x="15" y="43"/>
                    <a:pt x="0" y="90"/>
                  </a:cubicBezTo>
                  <a:lnTo>
                    <a:pt x="0" y="139"/>
                  </a:lnTo>
                  <a:cubicBezTo>
                    <a:pt x="17" y="139"/>
                    <a:pt x="17" y="156"/>
                    <a:pt x="17" y="156"/>
                  </a:cubicBezTo>
                  <a:cubicBezTo>
                    <a:pt x="33" y="193"/>
                    <a:pt x="66" y="193"/>
                    <a:pt x="83" y="209"/>
                  </a:cubicBezTo>
                  <a:cubicBezTo>
                    <a:pt x="136" y="209"/>
                    <a:pt x="206" y="176"/>
                    <a:pt x="206" y="123"/>
                  </a:cubicBezTo>
                  <a:cubicBezTo>
                    <a:pt x="206" y="90"/>
                    <a:pt x="206" y="73"/>
                    <a:pt x="186" y="36"/>
                  </a:cubicBezTo>
                  <a:cubicBezTo>
                    <a:pt x="169" y="20"/>
                    <a:pt x="153" y="3"/>
                    <a:pt x="120" y="3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6" name="Google Shape;16106;p41"/>
            <p:cNvSpPr/>
            <p:nvPr/>
          </p:nvSpPr>
          <p:spPr>
            <a:xfrm>
              <a:off x="4314650" y="324207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05" y="0"/>
                  </a:moveTo>
                  <a:cubicBezTo>
                    <a:pt x="77" y="0"/>
                    <a:pt x="48" y="13"/>
                    <a:pt x="21" y="40"/>
                  </a:cubicBezTo>
                  <a:cubicBezTo>
                    <a:pt x="1" y="56"/>
                    <a:pt x="1" y="94"/>
                    <a:pt x="1" y="110"/>
                  </a:cubicBezTo>
                  <a:cubicBezTo>
                    <a:pt x="1" y="127"/>
                    <a:pt x="1" y="127"/>
                    <a:pt x="21" y="143"/>
                  </a:cubicBezTo>
                  <a:cubicBezTo>
                    <a:pt x="21" y="160"/>
                    <a:pt x="38" y="180"/>
                    <a:pt x="38" y="180"/>
                  </a:cubicBezTo>
                  <a:cubicBezTo>
                    <a:pt x="71" y="197"/>
                    <a:pt x="87" y="213"/>
                    <a:pt x="124" y="213"/>
                  </a:cubicBezTo>
                  <a:cubicBezTo>
                    <a:pt x="141" y="197"/>
                    <a:pt x="174" y="197"/>
                    <a:pt x="190" y="160"/>
                  </a:cubicBezTo>
                  <a:cubicBezTo>
                    <a:pt x="207" y="143"/>
                    <a:pt x="207" y="127"/>
                    <a:pt x="207" y="94"/>
                  </a:cubicBezTo>
                  <a:cubicBezTo>
                    <a:pt x="207" y="56"/>
                    <a:pt x="190" y="40"/>
                    <a:pt x="174" y="23"/>
                  </a:cubicBezTo>
                  <a:cubicBezTo>
                    <a:pt x="151" y="9"/>
                    <a:pt x="128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7" name="Google Shape;16107;p41"/>
            <p:cNvSpPr/>
            <p:nvPr/>
          </p:nvSpPr>
          <p:spPr>
            <a:xfrm>
              <a:off x="4325475" y="3252025"/>
              <a:ext cx="6000" cy="5400"/>
            </a:xfrm>
            <a:custGeom>
              <a:avLst/>
              <a:gdLst/>
              <a:ahLst/>
              <a:cxnLst/>
              <a:rect l="l" t="t" r="r" b="b"/>
              <a:pathLst>
                <a:path w="240" h="216" extrusionOk="0">
                  <a:moveTo>
                    <a:pt x="113" y="0"/>
                  </a:moveTo>
                  <a:cubicBezTo>
                    <a:pt x="102" y="0"/>
                    <a:pt x="92" y="2"/>
                    <a:pt x="83" y="5"/>
                  </a:cubicBezTo>
                  <a:cubicBezTo>
                    <a:pt x="33" y="38"/>
                    <a:pt x="0" y="91"/>
                    <a:pt x="33" y="141"/>
                  </a:cubicBezTo>
                  <a:cubicBezTo>
                    <a:pt x="47" y="185"/>
                    <a:pt x="86" y="215"/>
                    <a:pt x="136" y="215"/>
                  </a:cubicBezTo>
                  <a:cubicBezTo>
                    <a:pt x="147" y="215"/>
                    <a:pt x="158" y="214"/>
                    <a:pt x="170" y="211"/>
                  </a:cubicBezTo>
                  <a:cubicBezTo>
                    <a:pt x="223" y="174"/>
                    <a:pt x="240" y="124"/>
                    <a:pt x="223" y="71"/>
                  </a:cubicBezTo>
                  <a:cubicBezTo>
                    <a:pt x="210" y="30"/>
                    <a:pt x="160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8" name="Google Shape;16108;p41"/>
            <p:cNvSpPr/>
            <p:nvPr/>
          </p:nvSpPr>
          <p:spPr>
            <a:xfrm>
              <a:off x="4330625" y="32263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67" y="0"/>
                  </a:moveTo>
                  <a:cubicBezTo>
                    <a:pt x="50" y="17"/>
                    <a:pt x="34" y="33"/>
                    <a:pt x="17" y="50"/>
                  </a:cubicBezTo>
                  <a:cubicBezTo>
                    <a:pt x="1" y="66"/>
                    <a:pt x="1" y="103"/>
                    <a:pt x="17" y="136"/>
                  </a:cubicBezTo>
                  <a:cubicBezTo>
                    <a:pt x="31" y="180"/>
                    <a:pt x="67" y="210"/>
                    <a:pt x="118" y="210"/>
                  </a:cubicBezTo>
                  <a:cubicBezTo>
                    <a:pt x="129" y="210"/>
                    <a:pt x="141" y="209"/>
                    <a:pt x="153" y="206"/>
                  </a:cubicBezTo>
                  <a:cubicBezTo>
                    <a:pt x="207" y="169"/>
                    <a:pt x="223" y="120"/>
                    <a:pt x="207" y="66"/>
                  </a:cubicBezTo>
                  <a:cubicBezTo>
                    <a:pt x="186" y="33"/>
                    <a:pt x="170" y="17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9" name="Google Shape;16109;p41"/>
            <p:cNvSpPr/>
            <p:nvPr/>
          </p:nvSpPr>
          <p:spPr>
            <a:xfrm>
              <a:off x="4326300" y="32378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3" y="21"/>
                    <a:pt x="0" y="91"/>
                    <a:pt x="17" y="145"/>
                  </a:cubicBezTo>
                  <a:cubicBezTo>
                    <a:pt x="41" y="181"/>
                    <a:pt x="75" y="208"/>
                    <a:pt x="111" y="208"/>
                  </a:cubicBezTo>
                  <a:cubicBezTo>
                    <a:pt x="125" y="208"/>
                    <a:pt x="139" y="204"/>
                    <a:pt x="153" y="194"/>
                  </a:cubicBezTo>
                  <a:cubicBezTo>
                    <a:pt x="207" y="178"/>
                    <a:pt x="240" y="124"/>
                    <a:pt x="223" y="75"/>
                  </a:cubicBezTo>
                  <a:cubicBezTo>
                    <a:pt x="209" y="31"/>
                    <a:pt x="159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0" name="Google Shape;16110;p41"/>
            <p:cNvSpPr/>
            <p:nvPr/>
          </p:nvSpPr>
          <p:spPr>
            <a:xfrm>
              <a:off x="4331450" y="3209850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96" y="0"/>
                  </a:moveTo>
                  <a:cubicBezTo>
                    <a:pt x="64" y="0"/>
                    <a:pt x="35" y="13"/>
                    <a:pt x="17" y="43"/>
                  </a:cubicBezTo>
                  <a:cubicBezTo>
                    <a:pt x="1" y="59"/>
                    <a:pt x="1" y="76"/>
                    <a:pt x="1" y="109"/>
                  </a:cubicBezTo>
                  <a:lnTo>
                    <a:pt x="1" y="129"/>
                  </a:lnTo>
                  <a:cubicBezTo>
                    <a:pt x="17" y="146"/>
                    <a:pt x="17" y="162"/>
                    <a:pt x="34" y="179"/>
                  </a:cubicBezTo>
                  <a:cubicBezTo>
                    <a:pt x="58" y="193"/>
                    <a:pt x="84" y="202"/>
                    <a:pt x="110" y="202"/>
                  </a:cubicBezTo>
                  <a:cubicBezTo>
                    <a:pt x="141" y="202"/>
                    <a:pt x="170" y="189"/>
                    <a:pt x="190" y="162"/>
                  </a:cubicBezTo>
                  <a:cubicBezTo>
                    <a:pt x="223" y="109"/>
                    <a:pt x="223" y="59"/>
                    <a:pt x="174" y="26"/>
                  </a:cubicBezTo>
                  <a:cubicBezTo>
                    <a:pt x="149" y="9"/>
                    <a:pt x="122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1" name="Google Shape;16111;p41"/>
            <p:cNvSpPr/>
            <p:nvPr/>
          </p:nvSpPr>
          <p:spPr>
            <a:xfrm>
              <a:off x="4357225" y="3212875"/>
              <a:ext cx="5575" cy="5075"/>
            </a:xfrm>
            <a:custGeom>
              <a:avLst/>
              <a:gdLst/>
              <a:ahLst/>
              <a:cxnLst/>
              <a:rect l="l" t="t" r="r" b="b"/>
              <a:pathLst>
                <a:path w="223" h="203" extrusionOk="0">
                  <a:moveTo>
                    <a:pt x="112" y="0"/>
                  </a:moveTo>
                  <a:cubicBezTo>
                    <a:pt x="98" y="0"/>
                    <a:pt x="83" y="3"/>
                    <a:pt x="70" y="8"/>
                  </a:cubicBezTo>
                  <a:cubicBezTo>
                    <a:pt x="17" y="25"/>
                    <a:pt x="0" y="74"/>
                    <a:pt x="17" y="144"/>
                  </a:cubicBezTo>
                  <a:cubicBezTo>
                    <a:pt x="17" y="144"/>
                    <a:pt x="33" y="161"/>
                    <a:pt x="33" y="177"/>
                  </a:cubicBezTo>
                  <a:cubicBezTo>
                    <a:pt x="59" y="189"/>
                    <a:pt x="83" y="202"/>
                    <a:pt x="112" y="202"/>
                  </a:cubicBezTo>
                  <a:cubicBezTo>
                    <a:pt x="125" y="202"/>
                    <a:pt x="138" y="200"/>
                    <a:pt x="153" y="194"/>
                  </a:cubicBezTo>
                  <a:cubicBezTo>
                    <a:pt x="190" y="177"/>
                    <a:pt x="206" y="144"/>
                    <a:pt x="206" y="111"/>
                  </a:cubicBezTo>
                  <a:cubicBezTo>
                    <a:pt x="223" y="91"/>
                    <a:pt x="206" y="74"/>
                    <a:pt x="206" y="58"/>
                  </a:cubicBezTo>
                  <a:cubicBezTo>
                    <a:pt x="194" y="21"/>
                    <a:pt x="153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2" name="Google Shape;16112;p41"/>
            <p:cNvSpPr/>
            <p:nvPr/>
          </p:nvSpPr>
          <p:spPr>
            <a:xfrm>
              <a:off x="4383825" y="3127525"/>
              <a:ext cx="2600" cy="5175"/>
            </a:xfrm>
            <a:custGeom>
              <a:avLst/>
              <a:gdLst/>
              <a:ahLst/>
              <a:cxnLst/>
              <a:rect l="l" t="t" r="r" b="b"/>
              <a:pathLst>
                <a:path w="104" h="207" extrusionOk="0">
                  <a:moveTo>
                    <a:pt x="70" y="0"/>
                  </a:moveTo>
                  <a:cubicBezTo>
                    <a:pt x="54" y="21"/>
                    <a:pt x="37" y="37"/>
                    <a:pt x="17" y="54"/>
                  </a:cubicBezTo>
                  <a:cubicBezTo>
                    <a:pt x="0" y="70"/>
                    <a:pt x="0" y="103"/>
                    <a:pt x="17" y="140"/>
                  </a:cubicBezTo>
                  <a:cubicBezTo>
                    <a:pt x="17" y="173"/>
                    <a:pt x="70" y="206"/>
                    <a:pt x="103" y="206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3" name="Google Shape;16113;p41"/>
            <p:cNvSpPr/>
            <p:nvPr/>
          </p:nvSpPr>
          <p:spPr>
            <a:xfrm>
              <a:off x="4200450" y="3262450"/>
              <a:ext cx="5175" cy="2175"/>
            </a:xfrm>
            <a:custGeom>
              <a:avLst/>
              <a:gdLst/>
              <a:ahLst/>
              <a:cxnLst/>
              <a:rect l="l" t="t" r="r" b="b"/>
              <a:pathLst>
                <a:path w="207" h="87" extrusionOk="0">
                  <a:moveTo>
                    <a:pt x="120" y="0"/>
                  </a:moveTo>
                  <a:cubicBezTo>
                    <a:pt x="70" y="0"/>
                    <a:pt x="33" y="17"/>
                    <a:pt x="0" y="50"/>
                  </a:cubicBezTo>
                  <a:cubicBezTo>
                    <a:pt x="70" y="66"/>
                    <a:pt x="136" y="87"/>
                    <a:pt x="207" y="87"/>
                  </a:cubicBezTo>
                  <a:cubicBezTo>
                    <a:pt x="207" y="87"/>
                    <a:pt x="190" y="66"/>
                    <a:pt x="190" y="50"/>
                  </a:cubicBezTo>
                  <a:cubicBezTo>
                    <a:pt x="174" y="33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4" name="Google Shape;16114;p41"/>
            <p:cNvSpPr/>
            <p:nvPr/>
          </p:nvSpPr>
          <p:spPr>
            <a:xfrm>
              <a:off x="4086250" y="3216875"/>
              <a:ext cx="1675" cy="1775"/>
            </a:xfrm>
            <a:custGeom>
              <a:avLst/>
              <a:gdLst/>
              <a:ahLst/>
              <a:cxnLst/>
              <a:rect l="l" t="t" r="r" b="b"/>
              <a:pathLst>
                <a:path w="67" h="71" extrusionOk="0">
                  <a:moveTo>
                    <a:pt x="0" y="1"/>
                  </a:moveTo>
                  <a:lnTo>
                    <a:pt x="0" y="1"/>
                  </a:lnTo>
                  <a:cubicBezTo>
                    <a:pt x="17" y="34"/>
                    <a:pt x="50" y="54"/>
                    <a:pt x="66" y="71"/>
                  </a:cubicBezTo>
                  <a:cubicBezTo>
                    <a:pt x="66" y="54"/>
                    <a:pt x="50" y="34"/>
                    <a:pt x="50" y="34"/>
                  </a:cubicBezTo>
                  <a:cubicBezTo>
                    <a:pt x="33" y="17"/>
                    <a:pt x="17" y="1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5" name="Google Shape;16115;p41"/>
            <p:cNvSpPr/>
            <p:nvPr/>
          </p:nvSpPr>
          <p:spPr>
            <a:xfrm>
              <a:off x="4222400" y="3265425"/>
              <a:ext cx="5175" cy="2600"/>
            </a:xfrm>
            <a:custGeom>
              <a:avLst/>
              <a:gdLst/>
              <a:ahLst/>
              <a:cxnLst/>
              <a:rect l="l" t="t" r="r" b="b"/>
              <a:pathLst>
                <a:path w="207" h="104" extrusionOk="0">
                  <a:moveTo>
                    <a:pt x="120" y="1"/>
                  </a:moveTo>
                  <a:cubicBezTo>
                    <a:pt x="104" y="1"/>
                    <a:pt x="83" y="1"/>
                    <a:pt x="67" y="17"/>
                  </a:cubicBezTo>
                  <a:cubicBezTo>
                    <a:pt x="34" y="17"/>
                    <a:pt x="17" y="50"/>
                    <a:pt x="1" y="71"/>
                  </a:cubicBezTo>
                  <a:cubicBezTo>
                    <a:pt x="67" y="87"/>
                    <a:pt x="137" y="87"/>
                    <a:pt x="207" y="104"/>
                  </a:cubicBezTo>
                  <a:lnTo>
                    <a:pt x="207" y="71"/>
                  </a:lnTo>
                  <a:cubicBezTo>
                    <a:pt x="186" y="34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6" name="Google Shape;16116;p41"/>
            <p:cNvSpPr/>
            <p:nvPr/>
          </p:nvSpPr>
          <p:spPr>
            <a:xfrm>
              <a:off x="4139950" y="3245075"/>
              <a:ext cx="4250" cy="2350"/>
            </a:xfrm>
            <a:custGeom>
              <a:avLst/>
              <a:gdLst/>
              <a:ahLst/>
              <a:cxnLst/>
              <a:rect l="l" t="t" r="r" b="b"/>
              <a:pathLst>
                <a:path w="170" h="94" extrusionOk="0">
                  <a:moveTo>
                    <a:pt x="63" y="0"/>
                  </a:moveTo>
                  <a:cubicBezTo>
                    <a:pt x="48" y="0"/>
                    <a:pt x="33" y="2"/>
                    <a:pt x="17" y="7"/>
                  </a:cubicBezTo>
                  <a:lnTo>
                    <a:pt x="0" y="23"/>
                  </a:lnTo>
                  <a:cubicBezTo>
                    <a:pt x="17" y="40"/>
                    <a:pt x="50" y="40"/>
                    <a:pt x="83" y="60"/>
                  </a:cubicBezTo>
                  <a:cubicBezTo>
                    <a:pt x="120" y="77"/>
                    <a:pt x="136" y="77"/>
                    <a:pt x="169" y="93"/>
                  </a:cubicBezTo>
                  <a:cubicBezTo>
                    <a:pt x="169" y="77"/>
                    <a:pt x="169" y="77"/>
                    <a:pt x="153" y="60"/>
                  </a:cubicBezTo>
                  <a:cubicBezTo>
                    <a:pt x="140" y="20"/>
                    <a:pt x="107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7" name="Google Shape;16117;p41"/>
            <p:cNvSpPr/>
            <p:nvPr/>
          </p:nvSpPr>
          <p:spPr>
            <a:xfrm>
              <a:off x="4299200" y="3262275"/>
              <a:ext cx="5175" cy="4925"/>
            </a:xfrm>
            <a:custGeom>
              <a:avLst/>
              <a:gdLst/>
              <a:ahLst/>
              <a:cxnLst/>
              <a:rect l="l" t="t" r="r" b="b"/>
              <a:pathLst>
                <a:path w="207" h="197" extrusionOk="0">
                  <a:moveTo>
                    <a:pt x="105" y="1"/>
                  </a:moveTo>
                  <a:cubicBezTo>
                    <a:pt x="76" y="1"/>
                    <a:pt x="48" y="13"/>
                    <a:pt x="21" y="40"/>
                  </a:cubicBezTo>
                  <a:cubicBezTo>
                    <a:pt x="0" y="57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0"/>
                    <a:pt x="21" y="176"/>
                    <a:pt x="37" y="176"/>
                  </a:cubicBezTo>
                  <a:lnTo>
                    <a:pt x="54" y="197"/>
                  </a:lnTo>
                  <a:lnTo>
                    <a:pt x="173" y="197"/>
                  </a:lnTo>
                  <a:cubicBezTo>
                    <a:pt x="173" y="176"/>
                    <a:pt x="190" y="176"/>
                    <a:pt x="190" y="176"/>
                  </a:cubicBezTo>
                  <a:cubicBezTo>
                    <a:pt x="206" y="143"/>
                    <a:pt x="206" y="127"/>
                    <a:pt x="206" y="94"/>
                  </a:cubicBezTo>
                  <a:cubicBezTo>
                    <a:pt x="206" y="73"/>
                    <a:pt x="190" y="40"/>
                    <a:pt x="173" y="24"/>
                  </a:cubicBezTo>
                  <a:cubicBezTo>
                    <a:pt x="151" y="9"/>
                    <a:pt x="128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8" name="Google Shape;16118;p41"/>
            <p:cNvSpPr/>
            <p:nvPr/>
          </p:nvSpPr>
          <p:spPr>
            <a:xfrm>
              <a:off x="4247250" y="3268250"/>
              <a:ext cx="3925" cy="1025"/>
            </a:xfrm>
            <a:custGeom>
              <a:avLst/>
              <a:gdLst/>
              <a:ahLst/>
              <a:cxnLst/>
              <a:rect l="l" t="t" r="r" b="b"/>
              <a:pathLst>
                <a:path w="157" h="41" extrusionOk="0">
                  <a:moveTo>
                    <a:pt x="77" y="1"/>
                  </a:moveTo>
                  <a:cubicBezTo>
                    <a:pt x="64" y="1"/>
                    <a:pt x="51" y="3"/>
                    <a:pt x="37" y="7"/>
                  </a:cubicBezTo>
                  <a:cubicBezTo>
                    <a:pt x="37" y="24"/>
                    <a:pt x="17" y="24"/>
                    <a:pt x="0" y="40"/>
                  </a:cubicBezTo>
                  <a:lnTo>
                    <a:pt x="157" y="40"/>
                  </a:lnTo>
                  <a:cubicBezTo>
                    <a:pt x="145" y="16"/>
                    <a:pt x="113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9" name="Google Shape;16119;p41"/>
            <p:cNvSpPr/>
            <p:nvPr/>
          </p:nvSpPr>
          <p:spPr>
            <a:xfrm>
              <a:off x="4382175" y="3204400"/>
              <a:ext cx="4250" cy="5100"/>
            </a:xfrm>
            <a:custGeom>
              <a:avLst/>
              <a:gdLst/>
              <a:ahLst/>
              <a:cxnLst/>
              <a:rect l="l" t="t" r="r" b="b"/>
              <a:pathLst>
                <a:path w="170" h="204" extrusionOk="0">
                  <a:moveTo>
                    <a:pt x="83" y="1"/>
                  </a:moveTo>
                  <a:cubicBezTo>
                    <a:pt x="33" y="17"/>
                    <a:pt x="0" y="87"/>
                    <a:pt x="33" y="141"/>
                  </a:cubicBezTo>
                  <a:cubicBezTo>
                    <a:pt x="45" y="177"/>
                    <a:pt x="76" y="204"/>
                    <a:pt x="117" y="204"/>
                  </a:cubicBezTo>
                  <a:cubicBezTo>
                    <a:pt x="133" y="204"/>
                    <a:pt x="151" y="200"/>
                    <a:pt x="169" y="191"/>
                  </a:cubicBezTo>
                  <a:lnTo>
                    <a:pt x="1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0" name="Google Shape;16120;p41"/>
            <p:cNvSpPr/>
            <p:nvPr/>
          </p:nvSpPr>
          <p:spPr>
            <a:xfrm>
              <a:off x="4276925" y="3256350"/>
              <a:ext cx="5175" cy="5425"/>
            </a:xfrm>
            <a:custGeom>
              <a:avLst/>
              <a:gdLst/>
              <a:ahLst/>
              <a:cxnLst/>
              <a:rect l="l" t="t" r="r" b="b"/>
              <a:pathLst>
                <a:path w="207" h="217" extrusionOk="0">
                  <a:moveTo>
                    <a:pt x="87" y="1"/>
                  </a:moveTo>
                  <a:cubicBezTo>
                    <a:pt x="67" y="1"/>
                    <a:pt x="34" y="21"/>
                    <a:pt x="17" y="38"/>
                  </a:cubicBezTo>
                  <a:cubicBezTo>
                    <a:pt x="1" y="71"/>
                    <a:pt x="1" y="87"/>
                    <a:pt x="1" y="124"/>
                  </a:cubicBezTo>
                  <a:lnTo>
                    <a:pt x="1" y="141"/>
                  </a:lnTo>
                  <a:cubicBezTo>
                    <a:pt x="17" y="157"/>
                    <a:pt x="17" y="174"/>
                    <a:pt x="34" y="190"/>
                  </a:cubicBezTo>
                  <a:cubicBezTo>
                    <a:pt x="58" y="207"/>
                    <a:pt x="81" y="217"/>
                    <a:pt x="105" y="217"/>
                  </a:cubicBezTo>
                  <a:cubicBezTo>
                    <a:pt x="133" y="217"/>
                    <a:pt x="161" y="203"/>
                    <a:pt x="190" y="174"/>
                  </a:cubicBezTo>
                  <a:cubicBezTo>
                    <a:pt x="207" y="157"/>
                    <a:pt x="207" y="124"/>
                    <a:pt x="207" y="104"/>
                  </a:cubicBezTo>
                  <a:cubicBezTo>
                    <a:pt x="207" y="71"/>
                    <a:pt x="190" y="54"/>
                    <a:pt x="170" y="38"/>
                  </a:cubicBezTo>
                  <a:cubicBezTo>
                    <a:pt x="137" y="2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1" name="Google Shape;16121;p41"/>
            <p:cNvSpPr/>
            <p:nvPr/>
          </p:nvSpPr>
          <p:spPr>
            <a:xfrm>
              <a:off x="4376500" y="31807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7" y="0"/>
                  </a:moveTo>
                  <a:cubicBezTo>
                    <a:pt x="59" y="0"/>
                    <a:pt x="34" y="28"/>
                    <a:pt x="21" y="58"/>
                  </a:cubicBezTo>
                  <a:cubicBezTo>
                    <a:pt x="0" y="75"/>
                    <a:pt x="0" y="75"/>
                    <a:pt x="0" y="91"/>
                  </a:cubicBezTo>
                  <a:lnTo>
                    <a:pt x="0" y="141"/>
                  </a:lnTo>
                  <a:cubicBezTo>
                    <a:pt x="21" y="161"/>
                    <a:pt x="37" y="178"/>
                    <a:pt x="70" y="194"/>
                  </a:cubicBezTo>
                  <a:cubicBezTo>
                    <a:pt x="70" y="194"/>
                    <a:pt x="87" y="194"/>
                    <a:pt x="87" y="211"/>
                  </a:cubicBezTo>
                  <a:cubicBezTo>
                    <a:pt x="157" y="211"/>
                    <a:pt x="206" y="178"/>
                    <a:pt x="206" y="108"/>
                  </a:cubicBezTo>
                  <a:cubicBezTo>
                    <a:pt x="206" y="91"/>
                    <a:pt x="206" y="58"/>
                    <a:pt x="190" y="38"/>
                  </a:cubicBezTo>
                  <a:cubicBezTo>
                    <a:pt x="173" y="21"/>
                    <a:pt x="157" y="5"/>
                    <a:pt x="124" y="5"/>
                  </a:cubicBezTo>
                  <a:cubicBezTo>
                    <a:pt x="114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2" name="Google Shape;16122;p41"/>
            <p:cNvSpPr/>
            <p:nvPr/>
          </p:nvSpPr>
          <p:spPr>
            <a:xfrm>
              <a:off x="4372675" y="3195275"/>
              <a:ext cx="5175" cy="4925"/>
            </a:xfrm>
            <a:custGeom>
              <a:avLst/>
              <a:gdLst/>
              <a:ahLst/>
              <a:cxnLst/>
              <a:rect l="l" t="t" r="r" b="b"/>
              <a:pathLst>
                <a:path w="207" h="197" extrusionOk="0">
                  <a:moveTo>
                    <a:pt x="97" y="1"/>
                  </a:moveTo>
                  <a:cubicBezTo>
                    <a:pt x="65" y="1"/>
                    <a:pt x="35" y="13"/>
                    <a:pt x="17" y="40"/>
                  </a:cubicBezTo>
                  <a:cubicBezTo>
                    <a:pt x="1" y="57"/>
                    <a:pt x="1" y="73"/>
                    <a:pt x="1" y="110"/>
                  </a:cubicBezTo>
                  <a:lnTo>
                    <a:pt x="1" y="127"/>
                  </a:lnTo>
                  <a:cubicBezTo>
                    <a:pt x="17" y="143"/>
                    <a:pt x="17" y="160"/>
                    <a:pt x="34" y="176"/>
                  </a:cubicBezTo>
                  <a:cubicBezTo>
                    <a:pt x="50" y="197"/>
                    <a:pt x="87" y="197"/>
                    <a:pt x="120" y="197"/>
                  </a:cubicBezTo>
                  <a:cubicBezTo>
                    <a:pt x="137" y="197"/>
                    <a:pt x="174" y="176"/>
                    <a:pt x="190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90" y="40"/>
                    <a:pt x="174" y="24"/>
                  </a:cubicBezTo>
                  <a:cubicBezTo>
                    <a:pt x="150" y="9"/>
                    <a:pt x="122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3" name="Google Shape;16123;p41"/>
            <p:cNvSpPr/>
            <p:nvPr/>
          </p:nvSpPr>
          <p:spPr>
            <a:xfrm>
              <a:off x="4205200" y="321605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36" y="1"/>
                  </a:moveTo>
                  <a:cubicBezTo>
                    <a:pt x="103" y="1"/>
                    <a:pt x="70" y="17"/>
                    <a:pt x="33" y="34"/>
                  </a:cubicBezTo>
                  <a:cubicBezTo>
                    <a:pt x="17" y="50"/>
                    <a:pt x="17" y="67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33" y="170"/>
                    <a:pt x="50" y="207"/>
                    <a:pt x="103" y="207"/>
                  </a:cubicBezTo>
                  <a:cubicBezTo>
                    <a:pt x="153" y="207"/>
                    <a:pt x="206" y="170"/>
                    <a:pt x="223" y="120"/>
                  </a:cubicBezTo>
                  <a:cubicBezTo>
                    <a:pt x="223" y="104"/>
                    <a:pt x="223" y="67"/>
                    <a:pt x="206" y="50"/>
                  </a:cubicBezTo>
                  <a:cubicBezTo>
                    <a:pt x="190" y="17"/>
                    <a:pt x="153" y="17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4" name="Google Shape;16124;p41"/>
            <p:cNvSpPr/>
            <p:nvPr/>
          </p:nvSpPr>
          <p:spPr>
            <a:xfrm>
              <a:off x="4368775" y="3222775"/>
              <a:ext cx="5675" cy="5250"/>
            </a:xfrm>
            <a:custGeom>
              <a:avLst/>
              <a:gdLst/>
              <a:ahLst/>
              <a:cxnLst/>
              <a:rect l="l" t="t" r="r" b="b"/>
              <a:pathLst>
                <a:path w="227" h="210" extrusionOk="0">
                  <a:moveTo>
                    <a:pt x="115" y="1"/>
                  </a:moveTo>
                  <a:cubicBezTo>
                    <a:pt x="58" y="1"/>
                    <a:pt x="21" y="47"/>
                    <a:pt x="21" y="90"/>
                  </a:cubicBezTo>
                  <a:cubicBezTo>
                    <a:pt x="0" y="107"/>
                    <a:pt x="21" y="128"/>
                    <a:pt x="21" y="144"/>
                  </a:cubicBezTo>
                  <a:cubicBezTo>
                    <a:pt x="37" y="177"/>
                    <a:pt x="54" y="210"/>
                    <a:pt x="103" y="210"/>
                  </a:cubicBezTo>
                  <a:cubicBezTo>
                    <a:pt x="157" y="210"/>
                    <a:pt x="206" y="177"/>
                    <a:pt x="227" y="128"/>
                  </a:cubicBezTo>
                  <a:cubicBezTo>
                    <a:pt x="227" y="90"/>
                    <a:pt x="227" y="74"/>
                    <a:pt x="206" y="41"/>
                  </a:cubicBezTo>
                  <a:cubicBezTo>
                    <a:pt x="190" y="24"/>
                    <a:pt x="157" y="4"/>
                    <a:pt x="140" y="4"/>
                  </a:cubicBezTo>
                  <a:cubicBezTo>
                    <a:pt x="131" y="2"/>
                    <a:pt x="123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5" name="Google Shape;16125;p41"/>
            <p:cNvSpPr/>
            <p:nvPr/>
          </p:nvSpPr>
          <p:spPr>
            <a:xfrm>
              <a:off x="4364125" y="31709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67" y="1"/>
                    <a:pt x="17" y="38"/>
                    <a:pt x="1" y="88"/>
                  </a:cubicBezTo>
                  <a:cubicBezTo>
                    <a:pt x="1" y="104"/>
                    <a:pt x="1" y="120"/>
                    <a:pt x="17" y="141"/>
                  </a:cubicBezTo>
                  <a:lnTo>
                    <a:pt x="17" y="174"/>
                  </a:lnTo>
                  <a:cubicBezTo>
                    <a:pt x="34" y="191"/>
                    <a:pt x="67" y="207"/>
                    <a:pt x="83" y="207"/>
                  </a:cubicBezTo>
                  <a:cubicBezTo>
                    <a:pt x="92" y="209"/>
                    <a:pt x="101" y="210"/>
                    <a:pt x="110" y="210"/>
                  </a:cubicBezTo>
                  <a:cubicBezTo>
                    <a:pt x="166" y="210"/>
                    <a:pt x="207" y="167"/>
                    <a:pt x="207" y="120"/>
                  </a:cubicBezTo>
                  <a:cubicBezTo>
                    <a:pt x="223" y="104"/>
                    <a:pt x="207" y="71"/>
                    <a:pt x="186" y="55"/>
                  </a:cubicBezTo>
                  <a:cubicBezTo>
                    <a:pt x="170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6" name="Google Shape;16126;p41"/>
            <p:cNvSpPr/>
            <p:nvPr/>
          </p:nvSpPr>
          <p:spPr>
            <a:xfrm>
              <a:off x="4378650" y="3153175"/>
              <a:ext cx="6125" cy="5425"/>
            </a:xfrm>
            <a:custGeom>
              <a:avLst/>
              <a:gdLst/>
              <a:ahLst/>
              <a:cxnLst/>
              <a:rect l="l" t="t" r="r" b="b"/>
              <a:pathLst>
                <a:path w="245" h="217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8" y="42"/>
                    <a:pt x="1" y="91"/>
                    <a:pt x="38" y="145"/>
                  </a:cubicBezTo>
                  <a:cubicBezTo>
                    <a:pt x="51" y="185"/>
                    <a:pt x="86" y="217"/>
                    <a:pt x="127" y="217"/>
                  </a:cubicBezTo>
                  <a:cubicBezTo>
                    <a:pt x="137" y="217"/>
                    <a:pt x="147" y="215"/>
                    <a:pt x="158" y="211"/>
                  </a:cubicBezTo>
                  <a:cubicBezTo>
                    <a:pt x="224" y="178"/>
                    <a:pt x="244" y="129"/>
                    <a:pt x="224" y="75"/>
                  </a:cubicBezTo>
                  <a:cubicBezTo>
                    <a:pt x="210" y="34"/>
                    <a:pt x="161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7" name="Google Shape;16127;p41"/>
            <p:cNvSpPr/>
            <p:nvPr/>
          </p:nvSpPr>
          <p:spPr>
            <a:xfrm>
              <a:off x="4379575" y="3139050"/>
              <a:ext cx="6025" cy="5200"/>
            </a:xfrm>
            <a:custGeom>
              <a:avLst/>
              <a:gdLst/>
              <a:ahLst/>
              <a:cxnLst/>
              <a:rect l="l" t="t" r="r" b="b"/>
              <a:pathLst>
                <a:path w="241" h="208" extrusionOk="0">
                  <a:moveTo>
                    <a:pt x="111" y="1"/>
                  </a:moveTo>
                  <a:cubicBezTo>
                    <a:pt x="102" y="1"/>
                    <a:pt x="93" y="2"/>
                    <a:pt x="83" y="5"/>
                  </a:cubicBezTo>
                  <a:cubicBezTo>
                    <a:pt x="34" y="22"/>
                    <a:pt x="1" y="92"/>
                    <a:pt x="17" y="141"/>
                  </a:cubicBezTo>
                  <a:cubicBezTo>
                    <a:pt x="41" y="180"/>
                    <a:pt x="76" y="208"/>
                    <a:pt x="112" y="208"/>
                  </a:cubicBezTo>
                  <a:cubicBezTo>
                    <a:pt x="126" y="208"/>
                    <a:pt x="140" y="204"/>
                    <a:pt x="154" y="195"/>
                  </a:cubicBezTo>
                  <a:cubicBezTo>
                    <a:pt x="207" y="178"/>
                    <a:pt x="240" y="125"/>
                    <a:pt x="224" y="75"/>
                  </a:cubicBezTo>
                  <a:cubicBezTo>
                    <a:pt x="193" y="31"/>
                    <a:pt x="154" y="1"/>
                    <a:pt x="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8" name="Google Shape;16128;p41"/>
            <p:cNvSpPr/>
            <p:nvPr/>
          </p:nvSpPr>
          <p:spPr>
            <a:xfrm>
              <a:off x="4377000" y="3166150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05" y="1"/>
                  </a:moveTo>
                  <a:cubicBezTo>
                    <a:pt x="71" y="1"/>
                    <a:pt x="37" y="16"/>
                    <a:pt x="17" y="38"/>
                  </a:cubicBezTo>
                  <a:cubicBezTo>
                    <a:pt x="1" y="71"/>
                    <a:pt x="1" y="88"/>
                    <a:pt x="1" y="125"/>
                  </a:cubicBezTo>
                  <a:lnTo>
                    <a:pt x="1" y="141"/>
                  </a:lnTo>
                  <a:cubicBezTo>
                    <a:pt x="17" y="158"/>
                    <a:pt x="17" y="174"/>
                    <a:pt x="34" y="191"/>
                  </a:cubicBezTo>
                  <a:cubicBezTo>
                    <a:pt x="53" y="205"/>
                    <a:pt x="74" y="211"/>
                    <a:pt x="96" y="211"/>
                  </a:cubicBezTo>
                  <a:cubicBezTo>
                    <a:pt x="131" y="211"/>
                    <a:pt x="166" y="195"/>
                    <a:pt x="186" y="174"/>
                  </a:cubicBezTo>
                  <a:cubicBezTo>
                    <a:pt x="207" y="158"/>
                    <a:pt x="207" y="125"/>
                    <a:pt x="207" y="88"/>
                  </a:cubicBezTo>
                  <a:cubicBezTo>
                    <a:pt x="207" y="71"/>
                    <a:pt x="186" y="38"/>
                    <a:pt x="170" y="22"/>
                  </a:cubicBezTo>
                  <a:cubicBezTo>
                    <a:pt x="150" y="7"/>
                    <a:pt x="128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9" name="Google Shape;16129;p41"/>
            <p:cNvSpPr/>
            <p:nvPr/>
          </p:nvSpPr>
          <p:spPr>
            <a:xfrm>
              <a:off x="4362375" y="31851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37" y="1"/>
                  </a:moveTo>
                  <a:cubicBezTo>
                    <a:pt x="104" y="1"/>
                    <a:pt x="71" y="1"/>
                    <a:pt x="50" y="17"/>
                  </a:cubicBezTo>
                  <a:cubicBezTo>
                    <a:pt x="33" y="34"/>
                    <a:pt x="17" y="50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17" y="137"/>
                    <a:pt x="17" y="153"/>
                    <a:pt x="33" y="153"/>
                  </a:cubicBezTo>
                  <a:cubicBezTo>
                    <a:pt x="50" y="191"/>
                    <a:pt x="71" y="191"/>
                    <a:pt x="104" y="207"/>
                  </a:cubicBezTo>
                  <a:cubicBezTo>
                    <a:pt x="153" y="207"/>
                    <a:pt x="207" y="170"/>
                    <a:pt x="223" y="120"/>
                  </a:cubicBezTo>
                  <a:cubicBezTo>
                    <a:pt x="223" y="87"/>
                    <a:pt x="223" y="50"/>
                    <a:pt x="207" y="34"/>
                  </a:cubicBezTo>
                  <a:cubicBezTo>
                    <a:pt x="190" y="17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0" name="Google Shape;16130;p41"/>
            <p:cNvSpPr/>
            <p:nvPr/>
          </p:nvSpPr>
          <p:spPr>
            <a:xfrm>
              <a:off x="4370925" y="32073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4" y="0"/>
                  </a:moveTo>
                  <a:cubicBezTo>
                    <a:pt x="105" y="0"/>
                    <a:pt x="96" y="2"/>
                    <a:pt x="87" y="4"/>
                  </a:cubicBezTo>
                  <a:cubicBezTo>
                    <a:pt x="38" y="42"/>
                    <a:pt x="1" y="91"/>
                    <a:pt x="38" y="145"/>
                  </a:cubicBezTo>
                  <a:cubicBezTo>
                    <a:pt x="38" y="161"/>
                    <a:pt x="38" y="178"/>
                    <a:pt x="54" y="178"/>
                  </a:cubicBezTo>
                  <a:cubicBezTo>
                    <a:pt x="87" y="211"/>
                    <a:pt x="120" y="211"/>
                    <a:pt x="157" y="211"/>
                  </a:cubicBezTo>
                  <a:cubicBezTo>
                    <a:pt x="207" y="194"/>
                    <a:pt x="223" y="161"/>
                    <a:pt x="223" y="108"/>
                  </a:cubicBezTo>
                  <a:lnTo>
                    <a:pt x="223" y="75"/>
                  </a:lnTo>
                  <a:cubicBezTo>
                    <a:pt x="210" y="33"/>
                    <a:pt x="161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1" name="Google Shape;16131;p41"/>
            <p:cNvSpPr/>
            <p:nvPr/>
          </p:nvSpPr>
          <p:spPr>
            <a:xfrm>
              <a:off x="4236100" y="3258825"/>
              <a:ext cx="5600" cy="5150"/>
            </a:xfrm>
            <a:custGeom>
              <a:avLst/>
              <a:gdLst/>
              <a:ahLst/>
              <a:cxnLst/>
              <a:rect l="l" t="t" r="r" b="b"/>
              <a:pathLst>
                <a:path w="224" h="206" extrusionOk="0">
                  <a:moveTo>
                    <a:pt x="112" y="1"/>
                  </a:moveTo>
                  <a:cubicBezTo>
                    <a:pt x="104" y="1"/>
                    <a:pt x="96" y="2"/>
                    <a:pt x="87" y="5"/>
                  </a:cubicBezTo>
                  <a:cubicBezTo>
                    <a:pt x="34" y="25"/>
                    <a:pt x="1" y="91"/>
                    <a:pt x="17" y="145"/>
                  </a:cubicBezTo>
                  <a:cubicBezTo>
                    <a:pt x="34" y="162"/>
                    <a:pt x="34" y="178"/>
                    <a:pt x="50" y="178"/>
                  </a:cubicBezTo>
                  <a:cubicBezTo>
                    <a:pt x="72" y="197"/>
                    <a:pt x="92" y="205"/>
                    <a:pt x="112" y="205"/>
                  </a:cubicBezTo>
                  <a:cubicBezTo>
                    <a:pt x="126" y="205"/>
                    <a:pt x="140" y="201"/>
                    <a:pt x="153" y="195"/>
                  </a:cubicBezTo>
                  <a:cubicBezTo>
                    <a:pt x="191" y="195"/>
                    <a:pt x="224" y="162"/>
                    <a:pt x="224" y="108"/>
                  </a:cubicBezTo>
                  <a:lnTo>
                    <a:pt x="224" y="75"/>
                  </a:lnTo>
                  <a:cubicBezTo>
                    <a:pt x="196" y="34"/>
                    <a:pt x="154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2" name="Google Shape;16132;p41"/>
            <p:cNvSpPr/>
            <p:nvPr/>
          </p:nvSpPr>
          <p:spPr>
            <a:xfrm>
              <a:off x="4240850" y="3227925"/>
              <a:ext cx="6000" cy="5400"/>
            </a:xfrm>
            <a:custGeom>
              <a:avLst/>
              <a:gdLst/>
              <a:ahLst/>
              <a:cxnLst/>
              <a:rect l="l" t="t" r="r" b="b"/>
              <a:pathLst>
                <a:path w="240" h="216" extrusionOk="0">
                  <a:moveTo>
                    <a:pt x="113" y="0"/>
                  </a:moveTo>
                  <a:cubicBezTo>
                    <a:pt x="104" y="0"/>
                    <a:pt x="95" y="1"/>
                    <a:pt x="87" y="4"/>
                  </a:cubicBezTo>
                  <a:cubicBezTo>
                    <a:pt x="34" y="41"/>
                    <a:pt x="1" y="91"/>
                    <a:pt x="34" y="144"/>
                  </a:cubicBezTo>
                  <a:cubicBezTo>
                    <a:pt x="47" y="184"/>
                    <a:pt x="84" y="216"/>
                    <a:pt x="133" y="216"/>
                  </a:cubicBezTo>
                  <a:cubicBezTo>
                    <a:pt x="145" y="216"/>
                    <a:pt x="157" y="214"/>
                    <a:pt x="170" y="210"/>
                  </a:cubicBezTo>
                  <a:cubicBezTo>
                    <a:pt x="223" y="177"/>
                    <a:pt x="240" y="128"/>
                    <a:pt x="223" y="74"/>
                  </a:cubicBezTo>
                  <a:cubicBezTo>
                    <a:pt x="209" y="33"/>
                    <a:pt x="158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3" name="Google Shape;16133;p41"/>
            <p:cNvSpPr/>
            <p:nvPr/>
          </p:nvSpPr>
          <p:spPr>
            <a:xfrm>
              <a:off x="4239925" y="3246975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4" y="1"/>
                  </a:moveTo>
                  <a:cubicBezTo>
                    <a:pt x="71" y="1"/>
                    <a:pt x="21" y="34"/>
                    <a:pt x="21" y="87"/>
                  </a:cubicBezTo>
                  <a:cubicBezTo>
                    <a:pt x="0" y="104"/>
                    <a:pt x="0" y="120"/>
                    <a:pt x="21" y="137"/>
                  </a:cubicBezTo>
                  <a:cubicBezTo>
                    <a:pt x="21" y="153"/>
                    <a:pt x="21" y="153"/>
                    <a:pt x="38" y="153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57" y="207"/>
                    <a:pt x="207" y="170"/>
                    <a:pt x="227" y="120"/>
                  </a:cubicBezTo>
                  <a:cubicBezTo>
                    <a:pt x="227" y="87"/>
                    <a:pt x="207" y="67"/>
                    <a:pt x="190" y="34"/>
                  </a:cubicBezTo>
                  <a:cubicBezTo>
                    <a:pt x="190" y="17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4" name="Google Shape;16134;p41"/>
            <p:cNvSpPr/>
            <p:nvPr/>
          </p:nvSpPr>
          <p:spPr>
            <a:xfrm>
              <a:off x="4231375" y="3207525"/>
              <a:ext cx="6000" cy="5250"/>
            </a:xfrm>
            <a:custGeom>
              <a:avLst/>
              <a:gdLst/>
              <a:ahLst/>
              <a:cxnLst/>
              <a:rect l="l" t="t" r="r" b="b"/>
              <a:pathLst>
                <a:path w="240" h="210" extrusionOk="0">
                  <a:moveTo>
                    <a:pt x="123" y="1"/>
                  </a:moveTo>
                  <a:cubicBezTo>
                    <a:pt x="107" y="1"/>
                    <a:pt x="89" y="6"/>
                    <a:pt x="70" y="16"/>
                  </a:cubicBezTo>
                  <a:cubicBezTo>
                    <a:pt x="17" y="33"/>
                    <a:pt x="0" y="82"/>
                    <a:pt x="17" y="136"/>
                  </a:cubicBezTo>
                  <a:cubicBezTo>
                    <a:pt x="29" y="185"/>
                    <a:pt x="72" y="209"/>
                    <a:pt x="115" y="209"/>
                  </a:cubicBezTo>
                  <a:cubicBezTo>
                    <a:pt x="129" y="209"/>
                    <a:pt x="144" y="207"/>
                    <a:pt x="157" y="202"/>
                  </a:cubicBezTo>
                  <a:cubicBezTo>
                    <a:pt x="206" y="185"/>
                    <a:pt x="239" y="119"/>
                    <a:pt x="206" y="66"/>
                  </a:cubicBezTo>
                  <a:cubicBezTo>
                    <a:pt x="195" y="30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5" name="Google Shape;16135;p41"/>
            <p:cNvSpPr/>
            <p:nvPr/>
          </p:nvSpPr>
          <p:spPr>
            <a:xfrm>
              <a:off x="4250225" y="3256875"/>
              <a:ext cx="6100" cy="5275"/>
            </a:xfrm>
            <a:custGeom>
              <a:avLst/>
              <a:gdLst/>
              <a:ahLst/>
              <a:cxnLst/>
              <a:rect l="l" t="t" r="r" b="b"/>
              <a:pathLst>
                <a:path w="244" h="211" extrusionOk="0">
                  <a:moveTo>
                    <a:pt x="87" y="0"/>
                  </a:moveTo>
                  <a:cubicBezTo>
                    <a:pt x="54" y="17"/>
                    <a:pt x="38" y="33"/>
                    <a:pt x="38" y="50"/>
                  </a:cubicBezTo>
                  <a:cubicBezTo>
                    <a:pt x="21" y="83"/>
                    <a:pt x="1" y="120"/>
                    <a:pt x="21" y="136"/>
                  </a:cubicBezTo>
                  <a:cubicBezTo>
                    <a:pt x="35" y="178"/>
                    <a:pt x="83" y="211"/>
                    <a:pt x="130" y="211"/>
                  </a:cubicBezTo>
                  <a:cubicBezTo>
                    <a:pt x="139" y="211"/>
                    <a:pt x="149" y="209"/>
                    <a:pt x="157" y="207"/>
                  </a:cubicBezTo>
                  <a:cubicBezTo>
                    <a:pt x="207" y="186"/>
                    <a:pt x="244" y="120"/>
                    <a:pt x="228" y="66"/>
                  </a:cubicBezTo>
                  <a:cubicBezTo>
                    <a:pt x="207" y="33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6" name="Google Shape;16136;p41"/>
            <p:cNvSpPr/>
            <p:nvPr/>
          </p:nvSpPr>
          <p:spPr>
            <a:xfrm>
              <a:off x="4230550" y="323565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99" y="0"/>
                  </a:moveTo>
                  <a:cubicBezTo>
                    <a:pt x="89" y="0"/>
                    <a:pt x="78" y="2"/>
                    <a:pt x="66" y="4"/>
                  </a:cubicBezTo>
                  <a:cubicBezTo>
                    <a:pt x="17" y="25"/>
                    <a:pt x="0" y="91"/>
                    <a:pt x="17" y="144"/>
                  </a:cubicBezTo>
                  <a:cubicBezTo>
                    <a:pt x="29" y="180"/>
                    <a:pt x="68" y="209"/>
                    <a:pt x="107" y="209"/>
                  </a:cubicBezTo>
                  <a:cubicBezTo>
                    <a:pt x="123" y="209"/>
                    <a:pt x="139" y="204"/>
                    <a:pt x="153" y="194"/>
                  </a:cubicBezTo>
                  <a:cubicBezTo>
                    <a:pt x="206" y="177"/>
                    <a:pt x="239" y="128"/>
                    <a:pt x="206" y="74"/>
                  </a:cubicBezTo>
                  <a:cubicBezTo>
                    <a:pt x="193" y="33"/>
                    <a:pt x="153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7" name="Google Shape;16137;p41"/>
            <p:cNvSpPr/>
            <p:nvPr/>
          </p:nvSpPr>
          <p:spPr>
            <a:xfrm>
              <a:off x="4251150" y="3240325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11" y="1"/>
                  </a:moveTo>
                  <a:cubicBezTo>
                    <a:pt x="82" y="1"/>
                    <a:pt x="52" y="14"/>
                    <a:pt x="34" y="44"/>
                  </a:cubicBezTo>
                  <a:cubicBezTo>
                    <a:pt x="17" y="60"/>
                    <a:pt x="1" y="77"/>
                    <a:pt x="1" y="110"/>
                  </a:cubicBezTo>
                  <a:cubicBezTo>
                    <a:pt x="17" y="126"/>
                    <a:pt x="17" y="126"/>
                    <a:pt x="17" y="147"/>
                  </a:cubicBezTo>
                  <a:cubicBezTo>
                    <a:pt x="17" y="164"/>
                    <a:pt x="34" y="164"/>
                    <a:pt x="50" y="180"/>
                  </a:cubicBezTo>
                  <a:cubicBezTo>
                    <a:pt x="67" y="195"/>
                    <a:pt x="90" y="203"/>
                    <a:pt x="113" y="203"/>
                  </a:cubicBezTo>
                  <a:cubicBezTo>
                    <a:pt x="141" y="203"/>
                    <a:pt x="170" y="191"/>
                    <a:pt x="191" y="164"/>
                  </a:cubicBezTo>
                  <a:cubicBezTo>
                    <a:pt x="223" y="126"/>
                    <a:pt x="223" y="60"/>
                    <a:pt x="170" y="23"/>
                  </a:cubicBezTo>
                  <a:cubicBezTo>
                    <a:pt x="155" y="9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8" name="Google Shape;16138;p41"/>
            <p:cNvSpPr/>
            <p:nvPr/>
          </p:nvSpPr>
          <p:spPr>
            <a:xfrm>
              <a:off x="4243425" y="32146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03" y="1"/>
                  </a:moveTo>
                  <a:cubicBezTo>
                    <a:pt x="51" y="1"/>
                    <a:pt x="17" y="34"/>
                    <a:pt x="17" y="92"/>
                  </a:cubicBezTo>
                  <a:cubicBezTo>
                    <a:pt x="1" y="108"/>
                    <a:pt x="1" y="125"/>
                    <a:pt x="17" y="145"/>
                  </a:cubicBezTo>
                  <a:cubicBezTo>
                    <a:pt x="17" y="145"/>
                    <a:pt x="17" y="162"/>
                    <a:pt x="34" y="162"/>
                  </a:cubicBezTo>
                  <a:cubicBezTo>
                    <a:pt x="50" y="178"/>
                    <a:pt x="67" y="195"/>
                    <a:pt x="104" y="211"/>
                  </a:cubicBezTo>
                  <a:cubicBezTo>
                    <a:pt x="153" y="211"/>
                    <a:pt x="207" y="178"/>
                    <a:pt x="223" y="125"/>
                  </a:cubicBezTo>
                  <a:cubicBezTo>
                    <a:pt x="223" y="92"/>
                    <a:pt x="207" y="59"/>
                    <a:pt x="207" y="42"/>
                  </a:cubicBezTo>
                  <a:cubicBezTo>
                    <a:pt x="190" y="22"/>
                    <a:pt x="153" y="5"/>
                    <a:pt x="137" y="5"/>
                  </a:cubicBezTo>
                  <a:cubicBezTo>
                    <a:pt x="125" y="2"/>
                    <a:pt x="113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9" name="Google Shape;16139;p41"/>
            <p:cNvSpPr/>
            <p:nvPr/>
          </p:nvSpPr>
          <p:spPr>
            <a:xfrm>
              <a:off x="4247650" y="3201725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97" y="1"/>
                  </a:moveTo>
                  <a:cubicBezTo>
                    <a:pt x="55" y="1"/>
                    <a:pt x="18" y="33"/>
                    <a:pt x="1" y="91"/>
                  </a:cubicBezTo>
                  <a:lnTo>
                    <a:pt x="1" y="145"/>
                  </a:lnTo>
                  <a:cubicBezTo>
                    <a:pt x="21" y="145"/>
                    <a:pt x="21" y="161"/>
                    <a:pt x="21" y="161"/>
                  </a:cubicBezTo>
                  <a:cubicBezTo>
                    <a:pt x="38" y="178"/>
                    <a:pt x="71" y="194"/>
                    <a:pt x="87" y="211"/>
                  </a:cubicBezTo>
                  <a:cubicBezTo>
                    <a:pt x="124" y="211"/>
                    <a:pt x="141" y="194"/>
                    <a:pt x="174" y="178"/>
                  </a:cubicBezTo>
                  <a:cubicBezTo>
                    <a:pt x="190" y="178"/>
                    <a:pt x="207" y="145"/>
                    <a:pt x="207" y="124"/>
                  </a:cubicBezTo>
                  <a:cubicBezTo>
                    <a:pt x="227" y="58"/>
                    <a:pt x="174" y="5"/>
                    <a:pt x="124" y="5"/>
                  </a:cubicBezTo>
                  <a:cubicBezTo>
                    <a:pt x="115" y="2"/>
                    <a:pt x="10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0" name="Google Shape;16140;p41"/>
            <p:cNvSpPr/>
            <p:nvPr/>
          </p:nvSpPr>
          <p:spPr>
            <a:xfrm>
              <a:off x="4216325" y="32418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70" y="0"/>
                    <a:pt x="37" y="17"/>
                    <a:pt x="17" y="66"/>
                  </a:cubicBezTo>
                  <a:cubicBezTo>
                    <a:pt x="0" y="66"/>
                    <a:pt x="0" y="66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37" y="190"/>
                    <a:pt x="70" y="190"/>
                  </a:cubicBezTo>
                  <a:cubicBezTo>
                    <a:pt x="70" y="207"/>
                    <a:pt x="87" y="207"/>
                    <a:pt x="87" y="207"/>
                  </a:cubicBezTo>
                  <a:cubicBezTo>
                    <a:pt x="157" y="207"/>
                    <a:pt x="206" y="170"/>
                    <a:pt x="206" y="120"/>
                  </a:cubicBezTo>
                  <a:cubicBezTo>
                    <a:pt x="206" y="87"/>
                    <a:pt x="206" y="66"/>
                    <a:pt x="190" y="33"/>
                  </a:cubicBezTo>
                  <a:cubicBezTo>
                    <a:pt x="173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1" name="Google Shape;16141;p41"/>
            <p:cNvSpPr/>
            <p:nvPr/>
          </p:nvSpPr>
          <p:spPr>
            <a:xfrm>
              <a:off x="4216725" y="322745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102" y="0"/>
                  </a:moveTo>
                  <a:cubicBezTo>
                    <a:pt x="70" y="0"/>
                    <a:pt x="40" y="14"/>
                    <a:pt x="21" y="44"/>
                  </a:cubicBezTo>
                  <a:cubicBezTo>
                    <a:pt x="1" y="60"/>
                    <a:pt x="1" y="77"/>
                    <a:pt x="1" y="110"/>
                  </a:cubicBezTo>
                  <a:lnTo>
                    <a:pt x="1" y="147"/>
                  </a:lnTo>
                  <a:cubicBezTo>
                    <a:pt x="21" y="163"/>
                    <a:pt x="21" y="163"/>
                    <a:pt x="38" y="180"/>
                  </a:cubicBezTo>
                  <a:cubicBezTo>
                    <a:pt x="60" y="195"/>
                    <a:pt x="83" y="203"/>
                    <a:pt x="106" y="203"/>
                  </a:cubicBezTo>
                  <a:cubicBezTo>
                    <a:pt x="135" y="203"/>
                    <a:pt x="163" y="190"/>
                    <a:pt x="190" y="163"/>
                  </a:cubicBezTo>
                  <a:cubicBezTo>
                    <a:pt x="207" y="147"/>
                    <a:pt x="207" y="110"/>
                    <a:pt x="207" y="93"/>
                  </a:cubicBezTo>
                  <a:cubicBezTo>
                    <a:pt x="207" y="60"/>
                    <a:pt x="190" y="44"/>
                    <a:pt x="174" y="23"/>
                  </a:cubicBezTo>
                  <a:cubicBezTo>
                    <a:pt x="152" y="9"/>
                    <a:pt x="126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2" name="Google Shape;16142;p41"/>
            <p:cNvSpPr/>
            <p:nvPr/>
          </p:nvSpPr>
          <p:spPr>
            <a:xfrm>
              <a:off x="4310425" y="320515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6" y="0"/>
                  </a:moveTo>
                  <a:cubicBezTo>
                    <a:pt x="113" y="0"/>
                    <a:pt x="99" y="3"/>
                    <a:pt x="87" y="8"/>
                  </a:cubicBezTo>
                  <a:cubicBezTo>
                    <a:pt x="34" y="24"/>
                    <a:pt x="1" y="90"/>
                    <a:pt x="17" y="144"/>
                  </a:cubicBezTo>
                  <a:cubicBezTo>
                    <a:pt x="41" y="181"/>
                    <a:pt x="77" y="201"/>
                    <a:pt x="114" y="201"/>
                  </a:cubicBezTo>
                  <a:cubicBezTo>
                    <a:pt x="127" y="201"/>
                    <a:pt x="140" y="199"/>
                    <a:pt x="153" y="194"/>
                  </a:cubicBezTo>
                  <a:cubicBezTo>
                    <a:pt x="207" y="177"/>
                    <a:pt x="240" y="128"/>
                    <a:pt x="223" y="74"/>
                  </a:cubicBezTo>
                  <a:cubicBezTo>
                    <a:pt x="211" y="24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3" name="Google Shape;16143;p41"/>
            <p:cNvSpPr/>
            <p:nvPr/>
          </p:nvSpPr>
          <p:spPr>
            <a:xfrm>
              <a:off x="4212500" y="325622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5" y="0"/>
                  </a:moveTo>
                  <a:cubicBezTo>
                    <a:pt x="64" y="0"/>
                    <a:pt x="35" y="14"/>
                    <a:pt x="17" y="43"/>
                  </a:cubicBezTo>
                  <a:cubicBezTo>
                    <a:pt x="1" y="59"/>
                    <a:pt x="1" y="92"/>
                    <a:pt x="1" y="109"/>
                  </a:cubicBezTo>
                  <a:lnTo>
                    <a:pt x="1" y="146"/>
                  </a:lnTo>
                  <a:cubicBezTo>
                    <a:pt x="17" y="162"/>
                    <a:pt x="17" y="179"/>
                    <a:pt x="34" y="179"/>
                  </a:cubicBezTo>
                  <a:cubicBezTo>
                    <a:pt x="50" y="195"/>
                    <a:pt x="87" y="212"/>
                    <a:pt x="120" y="212"/>
                  </a:cubicBezTo>
                  <a:cubicBezTo>
                    <a:pt x="137" y="195"/>
                    <a:pt x="170" y="195"/>
                    <a:pt x="190" y="162"/>
                  </a:cubicBezTo>
                  <a:cubicBezTo>
                    <a:pt x="207" y="146"/>
                    <a:pt x="207" y="129"/>
                    <a:pt x="207" y="92"/>
                  </a:cubicBezTo>
                  <a:cubicBezTo>
                    <a:pt x="207" y="59"/>
                    <a:pt x="190" y="43"/>
                    <a:pt x="170" y="26"/>
                  </a:cubicBezTo>
                  <a:cubicBezTo>
                    <a:pt x="147" y="10"/>
                    <a:pt x="121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4" name="Google Shape;16144;p41"/>
            <p:cNvSpPr/>
            <p:nvPr/>
          </p:nvSpPr>
          <p:spPr>
            <a:xfrm>
              <a:off x="4207775" y="320437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09" y="1"/>
                  </a:moveTo>
                  <a:cubicBezTo>
                    <a:pt x="72" y="1"/>
                    <a:pt x="37" y="16"/>
                    <a:pt x="17" y="39"/>
                  </a:cubicBezTo>
                  <a:cubicBezTo>
                    <a:pt x="0" y="55"/>
                    <a:pt x="0" y="88"/>
                    <a:pt x="0" y="121"/>
                  </a:cubicBezTo>
                  <a:lnTo>
                    <a:pt x="0" y="142"/>
                  </a:lnTo>
                  <a:cubicBezTo>
                    <a:pt x="17" y="159"/>
                    <a:pt x="17" y="175"/>
                    <a:pt x="33" y="192"/>
                  </a:cubicBezTo>
                  <a:cubicBezTo>
                    <a:pt x="50" y="208"/>
                    <a:pt x="87" y="208"/>
                    <a:pt x="120" y="208"/>
                  </a:cubicBezTo>
                  <a:cubicBezTo>
                    <a:pt x="136" y="208"/>
                    <a:pt x="173" y="192"/>
                    <a:pt x="190" y="175"/>
                  </a:cubicBezTo>
                  <a:cubicBezTo>
                    <a:pt x="206" y="142"/>
                    <a:pt x="206" y="121"/>
                    <a:pt x="206" y="88"/>
                  </a:cubicBezTo>
                  <a:cubicBezTo>
                    <a:pt x="206" y="72"/>
                    <a:pt x="190" y="39"/>
                    <a:pt x="173" y="18"/>
                  </a:cubicBezTo>
                  <a:cubicBezTo>
                    <a:pt x="153" y="6"/>
                    <a:pt x="131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5" name="Google Shape;16145;p41"/>
            <p:cNvSpPr/>
            <p:nvPr/>
          </p:nvSpPr>
          <p:spPr>
            <a:xfrm>
              <a:off x="4254150" y="32263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71" y="0"/>
                    <a:pt x="17" y="33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69"/>
                  </a:lnTo>
                  <a:cubicBezTo>
                    <a:pt x="33" y="190"/>
                    <a:pt x="71" y="206"/>
                    <a:pt x="87" y="206"/>
                  </a:cubicBezTo>
                  <a:cubicBezTo>
                    <a:pt x="95" y="208"/>
                    <a:pt x="103" y="209"/>
                    <a:pt x="111" y="209"/>
                  </a:cubicBezTo>
                  <a:cubicBezTo>
                    <a:pt x="166" y="209"/>
                    <a:pt x="207" y="163"/>
                    <a:pt x="207" y="120"/>
                  </a:cubicBezTo>
                  <a:cubicBezTo>
                    <a:pt x="223" y="103"/>
                    <a:pt x="207" y="66"/>
                    <a:pt x="190" y="50"/>
                  </a:cubicBezTo>
                  <a:cubicBezTo>
                    <a:pt x="174" y="1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6" name="Google Shape;16146;p41"/>
            <p:cNvSpPr/>
            <p:nvPr/>
          </p:nvSpPr>
          <p:spPr>
            <a:xfrm>
              <a:off x="4223650" y="318865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03" y="0"/>
                  </a:moveTo>
                  <a:cubicBezTo>
                    <a:pt x="91" y="0"/>
                    <a:pt x="78" y="4"/>
                    <a:pt x="70" y="12"/>
                  </a:cubicBezTo>
                  <a:cubicBezTo>
                    <a:pt x="54" y="12"/>
                    <a:pt x="33" y="29"/>
                    <a:pt x="17" y="50"/>
                  </a:cubicBezTo>
                  <a:cubicBezTo>
                    <a:pt x="0" y="83"/>
                    <a:pt x="0" y="116"/>
                    <a:pt x="17" y="132"/>
                  </a:cubicBezTo>
                  <a:cubicBezTo>
                    <a:pt x="30" y="176"/>
                    <a:pt x="69" y="206"/>
                    <a:pt x="110" y="206"/>
                  </a:cubicBezTo>
                  <a:cubicBezTo>
                    <a:pt x="119" y="206"/>
                    <a:pt x="127" y="205"/>
                    <a:pt x="136" y="202"/>
                  </a:cubicBezTo>
                  <a:cubicBezTo>
                    <a:pt x="206" y="186"/>
                    <a:pt x="223" y="116"/>
                    <a:pt x="206" y="66"/>
                  </a:cubicBezTo>
                  <a:cubicBezTo>
                    <a:pt x="190" y="29"/>
                    <a:pt x="173" y="12"/>
                    <a:pt x="136" y="12"/>
                  </a:cubicBezTo>
                  <a:cubicBezTo>
                    <a:pt x="128" y="4"/>
                    <a:pt x="115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7" name="Google Shape;16147;p41"/>
            <p:cNvSpPr/>
            <p:nvPr/>
          </p:nvSpPr>
          <p:spPr>
            <a:xfrm>
              <a:off x="4218475" y="3214575"/>
              <a:ext cx="6025" cy="5050"/>
            </a:xfrm>
            <a:custGeom>
              <a:avLst/>
              <a:gdLst/>
              <a:ahLst/>
              <a:cxnLst/>
              <a:rect l="l" t="t" r="r" b="b"/>
              <a:pathLst>
                <a:path w="241" h="202" extrusionOk="0">
                  <a:moveTo>
                    <a:pt x="127" y="0"/>
                  </a:moveTo>
                  <a:cubicBezTo>
                    <a:pt x="113" y="0"/>
                    <a:pt x="100" y="2"/>
                    <a:pt x="87" y="6"/>
                  </a:cubicBezTo>
                  <a:cubicBezTo>
                    <a:pt x="34" y="23"/>
                    <a:pt x="1" y="76"/>
                    <a:pt x="17" y="146"/>
                  </a:cubicBezTo>
                  <a:cubicBezTo>
                    <a:pt x="45" y="183"/>
                    <a:pt x="80" y="202"/>
                    <a:pt x="118" y="202"/>
                  </a:cubicBezTo>
                  <a:cubicBezTo>
                    <a:pt x="131" y="202"/>
                    <a:pt x="144" y="200"/>
                    <a:pt x="158" y="196"/>
                  </a:cubicBezTo>
                  <a:cubicBezTo>
                    <a:pt x="224" y="179"/>
                    <a:pt x="240" y="109"/>
                    <a:pt x="224" y="60"/>
                  </a:cubicBez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8" name="Google Shape;16148;p41"/>
            <p:cNvSpPr/>
            <p:nvPr/>
          </p:nvSpPr>
          <p:spPr>
            <a:xfrm>
              <a:off x="4219300" y="3200225"/>
              <a:ext cx="6125" cy="5225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2" y="0"/>
                  </a:moveTo>
                  <a:cubicBezTo>
                    <a:pt x="118" y="0"/>
                    <a:pt x="103" y="5"/>
                    <a:pt x="87" y="15"/>
                  </a:cubicBezTo>
                  <a:cubicBezTo>
                    <a:pt x="38" y="32"/>
                    <a:pt x="1" y="81"/>
                    <a:pt x="21" y="135"/>
                  </a:cubicBezTo>
                  <a:cubicBezTo>
                    <a:pt x="49" y="176"/>
                    <a:pt x="88" y="209"/>
                    <a:pt x="132" y="209"/>
                  </a:cubicBezTo>
                  <a:cubicBezTo>
                    <a:pt x="140" y="209"/>
                    <a:pt x="149" y="208"/>
                    <a:pt x="158" y="205"/>
                  </a:cubicBezTo>
                  <a:cubicBezTo>
                    <a:pt x="207" y="184"/>
                    <a:pt x="244" y="118"/>
                    <a:pt x="228" y="65"/>
                  </a:cubicBezTo>
                  <a:cubicBezTo>
                    <a:pt x="201" y="29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9" name="Google Shape;16149;p41"/>
            <p:cNvSpPr/>
            <p:nvPr/>
          </p:nvSpPr>
          <p:spPr>
            <a:xfrm>
              <a:off x="4225800" y="325212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20" y="1"/>
                  </a:moveTo>
                  <a:cubicBezTo>
                    <a:pt x="104" y="1"/>
                    <a:pt x="71" y="17"/>
                    <a:pt x="50" y="34"/>
                  </a:cubicBezTo>
                  <a:cubicBezTo>
                    <a:pt x="34" y="34"/>
                    <a:pt x="17" y="67"/>
                    <a:pt x="1" y="87"/>
                  </a:cubicBezTo>
                  <a:cubicBezTo>
                    <a:pt x="1" y="120"/>
                    <a:pt x="1" y="137"/>
                    <a:pt x="17" y="153"/>
                  </a:cubicBezTo>
                  <a:lnTo>
                    <a:pt x="34" y="170"/>
                  </a:lnTo>
                  <a:cubicBezTo>
                    <a:pt x="50" y="190"/>
                    <a:pt x="71" y="207"/>
                    <a:pt x="104" y="207"/>
                  </a:cubicBezTo>
                  <a:cubicBezTo>
                    <a:pt x="112" y="210"/>
                    <a:pt x="121" y="211"/>
                    <a:pt x="129" y="211"/>
                  </a:cubicBezTo>
                  <a:cubicBezTo>
                    <a:pt x="170" y="211"/>
                    <a:pt x="210" y="178"/>
                    <a:pt x="223" y="120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0" name="Google Shape;16150;p41"/>
            <p:cNvSpPr/>
            <p:nvPr/>
          </p:nvSpPr>
          <p:spPr>
            <a:xfrm>
              <a:off x="4288875" y="32533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5" y="0"/>
                  </a:moveTo>
                  <a:cubicBezTo>
                    <a:pt x="71" y="0"/>
                    <a:pt x="21" y="37"/>
                    <a:pt x="1" y="87"/>
                  </a:cubicBezTo>
                  <a:lnTo>
                    <a:pt x="1" y="140"/>
                  </a:lnTo>
                  <a:cubicBezTo>
                    <a:pt x="21" y="173"/>
                    <a:pt x="54" y="206"/>
                    <a:pt x="87" y="206"/>
                  </a:cubicBezTo>
                  <a:cubicBezTo>
                    <a:pt x="97" y="209"/>
                    <a:pt x="106" y="210"/>
                    <a:pt x="114" y="210"/>
                  </a:cubicBezTo>
                  <a:cubicBezTo>
                    <a:pt x="170" y="210"/>
                    <a:pt x="207" y="166"/>
                    <a:pt x="207" y="120"/>
                  </a:cubicBezTo>
                  <a:cubicBezTo>
                    <a:pt x="207" y="87"/>
                    <a:pt x="207" y="70"/>
                    <a:pt x="190" y="54"/>
                  </a:cubicBezTo>
                  <a:cubicBezTo>
                    <a:pt x="174" y="17"/>
                    <a:pt x="158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1" name="Google Shape;16151;p41"/>
            <p:cNvSpPr/>
            <p:nvPr/>
          </p:nvSpPr>
          <p:spPr>
            <a:xfrm>
              <a:off x="4292400" y="3225700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08" y="1"/>
                  </a:moveTo>
                  <a:cubicBezTo>
                    <a:pt x="80" y="1"/>
                    <a:pt x="51" y="14"/>
                    <a:pt x="33" y="44"/>
                  </a:cubicBezTo>
                  <a:cubicBezTo>
                    <a:pt x="17" y="60"/>
                    <a:pt x="0" y="77"/>
                    <a:pt x="0" y="114"/>
                  </a:cubicBezTo>
                  <a:cubicBezTo>
                    <a:pt x="0" y="130"/>
                    <a:pt x="0" y="130"/>
                    <a:pt x="17" y="147"/>
                  </a:cubicBezTo>
                  <a:cubicBezTo>
                    <a:pt x="17" y="163"/>
                    <a:pt x="33" y="163"/>
                    <a:pt x="49" y="180"/>
                  </a:cubicBezTo>
                  <a:cubicBezTo>
                    <a:pt x="61" y="191"/>
                    <a:pt x="75" y="205"/>
                    <a:pt x="93" y="205"/>
                  </a:cubicBezTo>
                  <a:cubicBezTo>
                    <a:pt x="101" y="205"/>
                    <a:pt x="110" y="202"/>
                    <a:pt x="120" y="196"/>
                  </a:cubicBezTo>
                  <a:cubicBezTo>
                    <a:pt x="153" y="196"/>
                    <a:pt x="169" y="180"/>
                    <a:pt x="190" y="163"/>
                  </a:cubicBezTo>
                  <a:cubicBezTo>
                    <a:pt x="206" y="147"/>
                    <a:pt x="223" y="114"/>
                    <a:pt x="206" y="93"/>
                  </a:cubicBezTo>
                  <a:cubicBezTo>
                    <a:pt x="206" y="60"/>
                    <a:pt x="190" y="44"/>
                    <a:pt x="169" y="27"/>
                  </a:cubicBezTo>
                  <a:cubicBezTo>
                    <a:pt x="154" y="10"/>
                    <a:pt x="131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2" name="Google Shape;16152;p41"/>
            <p:cNvSpPr/>
            <p:nvPr/>
          </p:nvSpPr>
          <p:spPr>
            <a:xfrm>
              <a:off x="4284250" y="32014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50" y="0"/>
                    <a:pt x="0" y="33"/>
                    <a:pt x="0" y="87"/>
                  </a:cubicBezTo>
                  <a:lnTo>
                    <a:pt x="0" y="157"/>
                  </a:lnTo>
                  <a:lnTo>
                    <a:pt x="17" y="173"/>
                  </a:lnTo>
                  <a:cubicBezTo>
                    <a:pt x="33" y="190"/>
                    <a:pt x="50" y="206"/>
                    <a:pt x="83" y="206"/>
                  </a:cubicBezTo>
                  <a:cubicBezTo>
                    <a:pt x="92" y="209"/>
                    <a:pt x="101" y="211"/>
                    <a:pt x="110" y="211"/>
                  </a:cubicBezTo>
                  <a:cubicBezTo>
                    <a:pt x="152" y="211"/>
                    <a:pt x="189" y="178"/>
                    <a:pt x="206" y="120"/>
                  </a:cubicBezTo>
                  <a:cubicBezTo>
                    <a:pt x="206" y="103"/>
                    <a:pt x="206" y="70"/>
                    <a:pt x="186" y="54"/>
                  </a:cubicBezTo>
                  <a:cubicBezTo>
                    <a:pt x="169" y="17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3" name="Google Shape;16153;p41"/>
            <p:cNvSpPr/>
            <p:nvPr/>
          </p:nvSpPr>
          <p:spPr>
            <a:xfrm>
              <a:off x="4296200" y="32112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12" y="1"/>
                  </a:moveTo>
                  <a:cubicBezTo>
                    <a:pt x="70" y="1"/>
                    <a:pt x="34" y="28"/>
                    <a:pt x="17" y="55"/>
                  </a:cubicBezTo>
                  <a:lnTo>
                    <a:pt x="17" y="92"/>
                  </a:lnTo>
                  <a:cubicBezTo>
                    <a:pt x="1" y="108"/>
                    <a:pt x="17" y="125"/>
                    <a:pt x="17" y="141"/>
                  </a:cubicBezTo>
                  <a:cubicBezTo>
                    <a:pt x="38" y="158"/>
                    <a:pt x="54" y="195"/>
                    <a:pt x="71" y="195"/>
                  </a:cubicBezTo>
                  <a:cubicBezTo>
                    <a:pt x="87" y="195"/>
                    <a:pt x="87" y="211"/>
                    <a:pt x="104" y="211"/>
                  </a:cubicBezTo>
                  <a:cubicBezTo>
                    <a:pt x="157" y="211"/>
                    <a:pt x="207" y="178"/>
                    <a:pt x="223" y="125"/>
                  </a:cubicBezTo>
                  <a:cubicBezTo>
                    <a:pt x="223" y="92"/>
                    <a:pt x="223" y="55"/>
                    <a:pt x="207" y="38"/>
                  </a:cubicBezTo>
                  <a:cubicBezTo>
                    <a:pt x="190" y="22"/>
                    <a:pt x="157" y="5"/>
                    <a:pt x="141" y="5"/>
                  </a:cubicBezTo>
                  <a:cubicBezTo>
                    <a:pt x="131" y="2"/>
                    <a:pt x="121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4" name="Google Shape;16154;p41"/>
            <p:cNvSpPr/>
            <p:nvPr/>
          </p:nvSpPr>
          <p:spPr>
            <a:xfrm>
              <a:off x="4301350" y="32482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0"/>
                  </a:moveTo>
                  <a:cubicBezTo>
                    <a:pt x="104" y="0"/>
                    <a:pt x="71" y="17"/>
                    <a:pt x="54" y="37"/>
                  </a:cubicBezTo>
                  <a:cubicBezTo>
                    <a:pt x="17" y="37"/>
                    <a:pt x="1" y="70"/>
                    <a:pt x="1" y="87"/>
                  </a:cubicBezTo>
                  <a:cubicBezTo>
                    <a:pt x="1" y="120"/>
                    <a:pt x="1" y="140"/>
                    <a:pt x="17" y="157"/>
                  </a:cubicBezTo>
                  <a:lnTo>
                    <a:pt x="17" y="173"/>
                  </a:lnTo>
                  <a:cubicBezTo>
                    <a:pt x="38" y="190"/>
                    <a:pt x="71" y="206"/>
                    <a:pt x="87" y="206"/>
                  </a:cubicBezTo>
                  <a:cubicBezTo>
                    <a:pt x="99" y="209"/>
                    <a:pt x="111" y="210"/>
                    <a:pt x="121" y="210"/>
                  </a:cubicBezTo>
                  <a:cubicBezTo>
                    <a:pt x="173" y="210"/>
                    <a:pt x="207" y="178"/>
                    <a:pt x="207" y="120"/>
                  </a:cubicBezTo>
                  <a:cubicBezTo>
                    <a:pt x="223" y="103"/>
                    <a:pt x="207" y="70"/>
                    <a:pt x="190" y="54"/>
                  </a:cubicBezTo>
                  <a:cubicBezTo>
                    <a:pt x="174" y="3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5" name="Google Shape;16155;p41"/>
            <p:cNvSpPr/>
            <p:nvPr/>
          </p:nvSpPr>
          <p:spPr>
            <a:xfrm>
              <a:off x="4306100" y="32216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87" y="0"/>
                    <a:pt x="70" y="0"/>
                    <a:pt x="33" y="17"/>
                  </a:cubicBezTo>
                  <a:cubicBezTo>
                    <a:pt x="17" y="33"/>
                    <a:pt x="0" y="70"/>
                    <a:pt x="0" y="87"/>
                  </a:cubicBezTo>
                  <a:lnTo>
                    <a:pt x="0" y="136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3" y="190"/>
                    <a:pt x="54" y="207"/>
                    <a:pt x="87" y="207"/>
                  </a:cubicBezTo>
                  <a:cubicBezTo>
                    <a:pt x="94" y="209"/>
                    <a:pt x="100" y="210"/>
                    <a:pt x="108" y="210"/>
                  </a:cubicBezTo>
                  <a:cubicBezTo>
                    <a:pt x="154" y="210"/>
                    <a:pt x="207" y="166"/>
                    <a:pt x="207" y="120"/>
                  </a:cubicBezTo>
                  <a:cubicBezTo>
                    <a:pt x="207" y="103"/>
                    <a:pt x="207" y="70"/>
                    <a:pt x="190" y="50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6" name="Google Shape;16156;p41"/>
            <p:cNvSpPr/>
            <p:nvPr/>
          </p:nvSpPr>
          <p:spPr>
            <a:xfrm>
              <a:off x="4302275" y="32349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83" y="0"/>
                  </a:moveTo>
                  <a:cubicBezTo>
                    <a:pt x="17" y="33"/>
                    <a:pt x="1" y="87"/>
                    <a:pt x="17" y="136"/>
                  </a:cubicBezTo>
                  <a:cubicBezTo>
                    <a:pt x="31" y="180"/>
                    <a:pt x="81" y="211"/>
                    <a:pt x="126" y="211"/>
                  </a:cubicBezTo>
                  <a:cubicBezTo>
                    <a:pt x="135" y="211"/>
                    <a:pt x="145" y="209"/>
                    <a:pt x="153" y="206"/>
                  </a:cubicBezTo>
                  <a:cubicBezTo>
                    <a:pt x="170" y="190"/>
                    <a:pt x="186" y="190"/>
                    <a:pt x="186" y="173"/>
                  </a:cubicBezTo>
                  <a:cubicBezTo>
                    <a:pt x="223" y="136"/>
                    <a:pt x="223" y="103"/>
                    <a:pt x="207" y="70"/>
                  </a:cubicBezTo>
                  <a:cubicBezTo>
                    <a:pt x="207" y="33"/>
                    <a:pt x="170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7" name="Google Shape;16157;p41"/>
            <p:cNvSpPr/>
            <p:nvPr/>
          </p:nvSpPr>
          <p:spPr>
            <a:xfrm>
              <a:off x="4282500" y="32156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103" y="0"/>
                    <a:pt x="70" y="0"/>
                    <a:pt x="50" y="17"/>
                  </a:cubicBezTo>
                  <a:cubicBezTo>
                    <a:pt x="17" y="33"/>
                    <a:pt x="0" y="50"/>
                    <a:pt x="0" y="83"/>
                  </a:cubicBezTo>
                  <a:lnTo>
                    <a:pt x="0" y="136"/>
                  </a:lnTo>
                  <a:lnTo>
                    <a:pt x="17" y="153"/>
                  </a:lnTo>
                  <a:cubicBezTo>
                    <a:pt x="33" y="186"/>
                    <a:pt x="70" y="206"/>
                    <a:pt x="87" y="206"/>
                  </a:cubicBezTo>
                  <a:cubicBezTo>
                    <a:pt x="153" y="206"/>
                    <a:pt x="206" y="169"/>
                    <a:pt x="206" y="120"/>
                  </a:cubicBezTo>
                  <a:cubicBezTo>
                    <a:pt x="206" y="83"/>
                    <a:pt x="206" y="66"/>
                    <a:pt x="190" y="33"/>
                  </a:cubicBezTo>
                  <a:cubicBezTo>
                    <a:pt x="173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8" name="Google Shape;16158;p41"/>
            <p:cNvSpPr/>
            <p:nvPr/>
          </p:nvSpPr>
          <p:spPr>
            <a:xfrm>
              <a:off x="4270025" y="322420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03" y="0"/>
                  </a:moveTo>
                  <a:cubicBezTo>
                    <a:pt x="70" y="0"/>
                    <a:pt x="54" y="17"/>
                    <a:pt x="33" y="33"/>
                  </a:cubicBezTo>
                  <a:cubicBezTo>
                    <a:pt x="17" y="50"/>
                    <a:pt x="0" y="87"/>
                    <a:pt x="17" y="120"/>
                  </a:cubicBezTo>
                  <a:lnTo>
                    <a:pt x="17" y="137"/>
                  </a:lnTo>
                  <a:cubicBezTo>
                    <a:pt x="17" y="153"/>
                    <a:pt x="33" y="174"/>
                    <a:pt x="54" y="190"/>
                  </a:cubicBezTo>
                  <a:cubicBezTo>
                    <a:pt x="67" y="203"/>
                    <a:pt x="85" y="208"/>
                    <a:pt x="104" y="208"/>
                  </a:cubicBezTo>
                  <a:cubicBezTo>
                    <a:pt x="135" y="208"/>
                    <a:pt x="170" y="194"/>
                    <a:pt x="190" y="174"/>
                  </a:cubicBezTo>
                  <a:cubicBezTo>
                    <a:pt x="239" y="120"/>
                    <a:pt x="223" y="50"/>
                    <a:pt x="190" y="17"/>
                  </a:cubicBezTo>
                  <a:cubicBezTo>
                    <a:pt x="157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9" name="Google Shape;16159;p41"/>
            <p:cNvSpPr/>
            <p:nvPr/>
          </p:nvSpPr>
          <p:spPr>
            <a:xfrm>
              <a:off x="4263625" y="3249975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37" y="0"/>
                  </a:moveTo>
                  <a:cubicBezTo>
                    <a:pt x="67" y="0"/>
                    <a:pt x="17" y="33"/>
                    <a:pt x="17" y="87"/>
                  </a:cubicBezTo>
                  <a:cubicBezTo>
                    <a:pt x="1" y="103"/>
                    <a:pt x="17" y="120"/>
                    <a:pt x="17" y="136"/>
                  </a:cubicBezTo>
                  <a:lnTo>
                    <a:pt x="17" y="153"/>
                  </a:lnTo>
                  <a:cubicBezTo>
                    <a:pt x="17" y="153"/>
                    <a:pt x="17" y="173"/>
                    <a:pt x="34" y="173"/>
                  </a:cubicBezTo>
                  <a:cubicBezTo>
                    <a:pt x="50" y="190"/>
                    <a:pt x="67" y="206"/>
                    <a:pt x="104" y="206"/>
                  </a:cubicBezTo>
                  <a:cubicBezTo>
                    <a:pt x="109" y="211"/>
                    <a:pt x="115" y="213"/>
                    <a:pt x="122" y="213"/>
                  </a:cubicBezTo>
                  <a:cubicBezTo>
                    <a:pt x="138" y="213"/>
                    <a:pt x="158" y="201"/>
                    <a:pt x="170" y="190"/>
                  </a:cubicBezTo>
                  <a:cubicBezTo>
                    <a:pt x="207" y="173"/>
                    <a:pt x="207" y="153"/>
                    <a:pt x="223" y="120"/>
                  </a:cubicBezTo>
                  <a:cubicBezTo>
                    <a:pt x="223" y="103"/>
                    <a:pt x="223" y="87"/>
                    <a:pt x="207" y="50"/>
                  </a:cubicBezTo>
                  <a:cubicBezTo>
                    <a:pt x="186" y="33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0" name="Google Shape;16160;p41"/>
            <p:cNvSpPr/>
            <p:nvPr/>
          </p:nvSpPr>
          <p:spPr>
            <a:xfrm>
              <a:off x="4262700" y="32636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8"/>
                    <a:pt x="1" y="87"/>
                  </a:cubicBezTo>
                  <a:cubicBezTo>
                    <a:pt x="1" y="120"/>
                    <a:pt x="1" y="141"/>
                    <a:pt x="17" y="157"/>
                  </a:cubicBezTo>
                  <a:cubicBezTo>
                    <a:pt x="17" y="157"/>
                    <a:pt x="17" y="174"/>
                    <a:pt x="38" y="174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13" y="209"/>
                    <a:pt x="122" y="211"/>
                    <a:pt x="131" y="211"/>
                  </a:cubicBezTo>
                  <a:cubicBezTo>
                    <a:pt x="173" y="211"/>
                    <a:pt x="210" y="178"/>
                    <a:pt x="223" y="120"/>
                  </a:cubicBezTo>
                  <a:cubicBezTo>
                    <a:pt x="223" y="104"/>
                    <a:pt x="207" y="71"/>
                    <a:pt x="190" y="54"/>
                  </a:cubicBezTo>
                  <a:cubicBezTo>
                    <a:pt x="174" y="38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1" name="Google Shape;16161;p41"/>
            <p:cNvSpPr/>
            <p:nvPr/>
          </p:nvSpPr>
          <p:spPr>
            <a:xfrm>
              <a:off x="4260125" y="320017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20" y="1"/>
                  </a:moveTo>
                  <a:cubicBezTo>
                    <a:pt x="71" y="1"/>
                    <a:pt x="17" y="34"/>
                    <a:pt x="1" y="83"/>
                  </a:cubicBezTo>
                  <a:lnTo>
                    <a:pt x="1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8" y="186"/>
                    <a:pt x="71" y="207"/>
                    <a:pt x="87" y="207"/>
                  </a:cubicBezTo>
                  <a:cubicBezTo>
                    <a:pt x="97" y="212"/>
                    <a:pt x="105" y="214"/>
                    <a:pt x="113" y="214"/>
                  </a:cubicBezTo>
                  <a:cubicBezTo>
                    <a:pt x="133" y="214"/>
                    <a:pt x="150" y="201"/>
                    <a:pt x="174" y="186"/>
                  </a:cubicBezTo>
                  <a:cubicBezTo>
                    <a:pt x="190" y="170"/>
                    <a:pt x="207" y="153"/>
                    <a:pt x="207" y="120"/>
                  </a:cubicBezTo>
                  <a:cubicBezTo>
                    <a:pt x="207" y="104"/>
                    <a:pt x="207" y="67"/>
                    <a:pt x="190" y="50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2" name="Google Shape;16162;p41"/>
            <p:cNvSpPr/>
            <p:nvPr/>
          </p:nvSpPr>
          <p:spPr>
            <a:xfrm>
              <a:off x="4280325" y="32319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71" y="1"/>
                    <a:pt x="17" y="34"/>
                    <a:pt x="1" y="87"/>
                  </a:cubicBezTo>
                  <a:lnTo>
                    <a:pt x="1" y="137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4" y="190"/>
                    <a:pt x="71" y="207"/>
                    <a:pt x="87" y="207"/>
                  </a:cubicBezTo>
                  <a:cubicBezTo>
                    <a:pt x="120" y="207"/>
                    <a:pt x="137" y="207"/>
                    <a:pt x="174" y="190"/>
                  </a:cubicBezTo>
                  <a:cubicBezTo>
                    <a:pt x="190" y="174"/>
                    <a:pt x="207" y="153"/>
                    <a:pt x="207" y="120"/>
                  </a:cubicBezTo>
                  <a:cubicBezTo>
                    <a:pt x="207" y="104"/>
                    <a:pt x="207" y="71"/>
                    <a:pt x="190" y="50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3" name="Google Shape;16163;p41"/>
            <p:cNvSpPr/>
            <p:nvPr/>
          </p:nvSpPr>
          <p:spPr>
            <a:xfrm>
              <a:off x="4265275" y="3236050"/>
              <a:ext cx="5175" cy="5375"/>
            </a:xfrm>
            <a:custGeom>
              <a:avLst/>
              <a:gdLst/>
              <a:ahLst/>
              <a:cxnLst/>
              <a:rect l="l" t="t" r="r" b="b"/>
              <a:pathLst>
                <a:path w="207" h="215" extrusionOk="0">
                  <a:moveTo>
                    <a:pt x="91" y="0"/>
                  </a:moveTo>
                  <a:cubicBezTo>
                    <a:pt x="69" y="0"/>
                    <a:pt x="49" y="14"/>
                    <a:pt x="38" y="25"/>
                  </a:cubicBezTo>
                  <a:cubicBezTo>
                    <a:pt x="17" y="42"/>
                    <a:pt x="1" y="58"/>
                    <a:pt x="1" y="91"/>
                  </a:cubicBezTo>
                  <a:lnTo>
                    <a:pt x="1" y="145"/>
                  </a:lnTo>
                  <a:cubicBezTo>
                    <a:pt x="1" y="145"/>
                    <a:pt x="1" y="161"/>
                    <a:pt x="17" y="161"/>
                  </a:cubicBezTo>
                  <a:cubicBezTo>
                    <a:pt x="38" y="178"/>
                    <a:pt x="54" y="194"/>
                    <a:pt x="87" y="215"/>
                  </a:cubicBezTo>
                  <a:cubicBezTo>
                    <a:pt x="141" y="215"/>
                    <a:pt x="190" y="178"/>
                    <a:pt x="207" y="128"/>
                  </a:cubicBezTo>
                  <a:cubicBezTo>
                    <a:pt x="207" y="91"/>
                    <a:pt x="207" y="58"/>
                    <a:pt x="190" y="42"/>
                  </a:cubicBezTo>
                  <a:cubicBezTo>
                    <a:pt x="174" y="25"/>
                    <a:pt x="141" y="9"/>
                    <a:pt x="120" y="9"/>
                  </a:cubicBezTo>
                  <a:cubicBezTo>
                    <a:pt x="110" y="3"/>
                    <a:pt x="101" y="0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4" name="Google Shape;16164;p41"/>
            <p:cNvSpPr/>
            <p:nvPr/>
          </p:nvSpPr>
          <p:spPr>
            <a:xfrm>
              <a:off x="4256725" y="32142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8" y="0"/>
                  </a:moveTo>
                  <a:cubicBezTo>
                    <a:pt x="72" y="0"/>
                    <a:pt x="37" y="14"/>
                    <a:pt x="17" y="35"/>
                  </a:cubicBezTo>
                  <a:cubicBezTo>
                    <a:pt x="0" y="55"/>
                    <a:pt x="0" y="88"/>
                    <a:pt x="0" y="121"/>
                  </a:cubicBezTo>
                  <a:lnTo>
                    <a:pt x="0" y="138"/>
                  </a:lnTo>
                  <a:cubicBezTo>
                    <a:pt x="17" y="158"/>
                    <a:pt x="17" y="175"/>
                    <a:pt x="33" y="191"/>
                  </a:cubicBezTo>
                  <a:cubicBezTo>
                    <a:pt x="54" y="204"/>
                    <a:pt x="76" y="209"/>
                    <a:pt x="98" y="209"/>
                  </a:cubicBezTo>
                  <a:cubicBezTo>
                    <a:pt x="133" y="209"/>
                    <a:pt x="167" y="195"/>
                    <a:pt x="190" y="175"/>
                  </a:cubicBezTo>
                  <a:cubicBezTo>
                    <a:pt x="207" y="138"/>
                    <a:pt x="207" y="121"/>
                    <a:pt x="207" y="88"/>
                  </a:cubicBezTo>
                  <a:cubicBezTo>
                    <a:pt x="207" y="72"/>
                    <a:pt x="190" y="35"/>
                    <a:pt x="174" y="18"/>
                  </a:cubicBezTo>
                  <a:cubicBezTo>
                    <a:pt x="153" y="6"/>
                    <a:pt x="130" y="0"/>
                    <a:pt x="1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5" name="Google Shape;16165;p41"/>
            <p:cNvSpPr/>
            <p:nvPr/>
          </p:nvSpPr>
          <p:spPr>
            <a:xfrm>
              <a:off x="4276925" y="32433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24" y="0"/>
                  </a:moveTo>
                  <a:cubicBezTo>
                    <a:pt x="112" y="0"/>
                    <a:pt x="99" y="2"/>
                    <a:pt x="87" y="6"/>
                  </a:cubicBezTo>
                  <a:cubicBezTo>
                    <a:pt x="34" y="27"/>
                    <a:pt x="1" y="93"/>
                    <a:pt x="17" y="147"/>
                  </a:cubicBezTo>
                  <a:cubicBezTo>
                    <a:pt x="34" y="163"/>
                    <a:pt x="34" y="163"/>
                    <a:pt x="50" y="180"/>
                  </a:cubicBezTo>
                  <a:cubicBezTo>
                    <a:pt x="76" y="191"/>
                    <a:pt x="100" y="203"/>
                    <a:pt x="124" y="203"/>
                  </a:cubicBezTo>
                  <a:cubicBezTo>
                    <a:pt x="134" y="203"/>
                    <a:pt x="143" y="201"/>
                    <a:pt x="153" y="196"/>
                  </a:cubicBezTo>
                  <a:cubicBezTo>
                    <a:pt x="190" y="180"/>
                    <a:pt x="223" y="147"/>
                    <a:pt x="223" y="110"/>
                  </a:cubicBezTo>
                  <a:lnTo>
                    <a:pt x="223" y="60"/>
                  </a:lnTo>
                  <a:cubicBezTo>
                    <a:pt x="198" y="20"/>
                    <a:pt x="162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6" name="Google Shape;16166;p41"/>
            <p:cNvSpPr/>
            <p:nvPr/>
          </p:nvSpPr>
          <p:spPr>
            <a:xfrm>
              <a:off x="4272175" y="319407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3" y="0"/>
                  </a:moveTo>
                  <a:cubicBezTo>
                    <a:pt x="92" y="0"/>
                    <a:pt x="57" y="15"/>
                    <a:pt x="34" y="39"/>
                  </a:cubicBezTo>
                  <a:cubicBezTo>
                    <a:pt x="17" y="55"/>
                    <a:pt x="1" y="88"/>
                    <a:pt x="1" y="121"/>
                  </a:cubicBezTo>
                  <a:cubicBezTo>
                    <a:pt x="17" y="121"/>
                    <a:pt x="17" y="142"/>
                    <a:pt x="17" y="142"/>
                  </a:cubicBezTo>
                  <a:cubicBezTo>
                    <a:pt x="17" y="158"/>
                    <a:pt x="34" y="175"/>
                    <a:pt x="50" y="191"/>
                  </a:cubicBezTo>
                  <a:cubicBezTo>
                    <a:pt x="71" y="208"/>
                    <a:pt x="104" y="208"/>
                    <a:pt x="120" y="208"/>
                  </a:cubicBezTo>
                  <a:cubicBezTo>
                    <a:pt x="153" y="208"/>
                    <a:pt x="174" y="191"/>
                    <a:pt x="191" y="175"/>
                  </a:cubicBezTo>
                  <a:cubicBezTo>
                    <a:pt x="207" y="142"/>
                    <a:pt x="224" y="121"/>
                    <a:pt x="224" y="88"/>
                  </a:cubicBezTo>
                  <a:cubicBezTo>
                    <a:pt x="207" y="72"/>
                    <a:pt x="207" y="39"/>
                    <a:pt x="174" y="18"/>
                  </a:cubicBezTo>
                  <a:cubicBezTo>
                    <a:pt x="160" y="6"/>
                    <a:pt x="142" y="0"/>
                    <a:pt x="1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7" name="Google Shape;16167;p41"/>
            <p:cNvSpPr/>
            <p:nvPr/>
          </p:nvSpPr>
          <p:spPr>
            <a:xfrm>
              <a:off x="4151075" y="323817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3" y="27"/>
                    <a:pt x="1" y="76"/>
                    <a:pt x="17" y="146"/>
                  </a:cubicBezTo>
                  <a:cubicBezTo>
                    <a:pt x="42" y="184"/>
                    <a:pt x="78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07" y="179"/>
                    <a:pt x="240" y="109"/>
                    <a:pt x="223" y="60"/>
                  </a:cubicBezTo>
                  <a:cubicBezTo>
                    <a:pt x="211" y="19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8" name="Google Shape;16168;p41"/>
            <p:cNvSpPr/>
            <p:nvPr/>
          </p:nvSpPr>
          <p:spPr>
            <a:xfrm>
              <a:off x="4082750" y="312137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9" y="1"/>
                  </a:moveTo>
                  <a:cubicBezTo>
                    <a:pt x="68" y="1"/>
                    <a:pt x="39" y="13"/>
                    <a:pt x="21" y="40"/>
                  </a:cubicBezTo>
                  <a:cubicBezTo>
                    <a:pt x="0" y="61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4"/>
                    <a:pt x="21" y="180"/>
                    <a:pt x="37" y="180"/>
                  </a:cubicBezTo>
                  <a:cubicBezTo>
                    <a:pt x="59" y="203"/>
                    <a:pt x="86" y="211"/>
                    <a:pt x="111" y="211"/>
                  </a:cubicBezTo>
                  <a:cubicBezTo>
                    <a:pt x="142" y="211"/>
                    <a:pt x="172" y="198"/>
                    <a:pt x="190" y="180"/>
                  </a:cubicBezTo>
                  <a:cubicBezTo>
                    <a:pt x="206" y="143"/>
                    <a:pt x="206" y="127"/>
                    <a:pt x="206" y="94"/>
                  </a:cubicBezTo>
                  <a:cubicBezTo>
                    <a:pt x="206" y="77"/>
                    <a:pt x="190" y="40"/>
                    <a:pt x="173" y="24"/>
                  </a:cubicBezTo>
                  <a:cubicBezTo>
                    <a:pt x="151" y="9"/>
                    <a:pt x="125" y="1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9" name="Google Shape;16169;p41"/>
            <p:cNvSpPr/>
            <p:nvPr/>
          </p:nvSpPr>
          <p:spPr>
            <a:xfrm>
              <a:off x="4078500" y="3150275"/>
              <a:ext cx="5200" cy="5200"/>
            </a:xfrm>
            <a:custGeom>
              <a:avLst/>
              <a:gdLst/>
              <a:ahLst/>
              <a:cxnLst/>
              <a:rect l="l" t="t" r="r" b="b"/>
              <a:pathLst>
                <a:path w="208" h="208" extrusionOk="0">
                  <a:moveTo>
                    <a:pt x="109" y="0"/>
                  </a:moveTo>
                  <a:cubicBezTo>
                    <a:pt x="73" y="0"/>
                    <a:pt x="38" y="15"/>
                    <a:pt x="17" y="38"/>
                  </a:cubicBezTo>
                  <a:cubicBezTo>
                    <a:pt x="1" y="55"/>
                    <a:pt x="1" y="88"/>
                    <a:pt x="1" y="121"/>
                  </a:cubicBezTo>
                  <a:lnTo>
                    <a:pt x="1" y="142"/>
                  </a:lnTo>
                  <a:cubicBezTo>
                    <a:pt x="17" y="158"/>
                    <a:pt x="17" y="175"/>
                    <a:pt x="34" y="191"/>
                  </a:cubicBezTo>
                  <a:cubicBezTo>
                    <a:pt x="67" y="207"/>
                    <a:pt x="88" y="207"/>
                    <a:pt x="121" y="207"/>
                  </a:cubicBezTo>
                  <a:cubicBezTo>
                    <a:pt x="137" y="207"/>
                    <a:pt x="170" y="191"/>
                    <a:pt x="191" y="175"/>
                  </a:cubicBezTo>
                  <a:cubicBezTo>
                    <a:pt x="207" y="158"/>
                    <a:pt x="207" y="121"/>
                    <a:pt x="207" y="88"/>
                  </a:cubicBezTo>
                  <a:cubicBezTo>
                    <a:pt x="207" y="71"/>
                    <a:pt x="191" y="38"/>
                    <a:pt x="170" y="18"/>
                  </a:cubicBezTo>
                  <a:cubicBezTo>
                    <a:pt x="152" y="5"/>
                    <a:pt x="13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0" name="Google Shape;16170;p41"/>
            <p:cNvSpPr/>
            <p:nvPr/>
          </p:nvSpPr>
          <p:spPr>
            <a:xfrm>
              <a:off x="4085325" y="309432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30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37" y="25"/>
                    <a:pt x="0" y="91"/>
                    <a:pt x="21" y="145"/>
                  </a:cubicBezTo>
                  <a:cubicBezTo>
                    <a:pt x="45" y="182"/>
                    <a:pt x="79" y="202"/>
                    <a:pt x="116" y="202"/>
                  </a:cubicBezTo>
                  <a:cubicBezTo>
                    <a:pt x="129" y="202"/>
                    <a:pt x="143" y="200"/>
                    <a:pt x="157" y="194"/>
                  </a:cubicBezTo>
                  <a:cubicBezTo>
                    <a:pt x="227" y="178"/>
                    <a:pt x="243" y="112"/>
                    <a:pt x="227" y="58"/>
                  </a:cubicBezTo>
                  <a:cubicBezTo>
                    <a:pt x="212" y="22"/>
                    <a:pt x="172" y="1"/>
                    <a:pt x="1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1" name="Google Shape;16171;p41"/>
            <p:cNvSpPr/>
            <p:nvPr/>
          </p:nvSpPr>
          <p:spPr>
            <a:xfrm>
              <a:off x="4082325" y="31357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71" y="0"/>
                    <a:pt x="38" y="17"/>
                    <a:pt x="17" y="66"/>
                  </a:cubicBezTo>
                  <a:lnTo>
                    <a:pt x="1" y="82"/>
                  </a:lnTo>
                  <a:cubicBezTo>
                    <a:pt x="1" y="103"/>
                    <a:pt x="1" y="136"/>
                    <a:pt x="17" y="136"/>
                  </a:cubicBezTo>
                  <a:cubicBezTo>
                    <a:pt x="17" y="169"/>
                    <a:pt x="38" y="186"/>
                    <a:pt x="71" y="206"/>
                  </a:cubicBezTo>
                  <a:lnTo>
                    <a:pt x="87" y="206"/>
                  </a:lnTo>
                  <a:cubicBezTo>
                    <a:pt x="96" y="208"/>
                    <a:pt x="104" y="209"/>
                    <a:pt x="113" y="209"/>
                  </a:cubicBezTo>
                  <a:cubicBezTo>
                    <a:pt x="169" y="209"/>
                    <a:pt x="207" y="163"/>
                    <a:pt x="207" y="120"/>
                  </a:cubicBezTo>
                  <a:cubicBezTo>
                    <a:pt x="223" y="103"/>
                    <a:pt x="207" y="66"/>
                    <a:pt x="190" y="49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2" name="Google Shape;16172;p41"/>
            <p:cNvSpPr/>
            <p:nvPr/>
          </p:nvSpPr>
          <p:spPr>
            <a:xfrm>
              <a:off x="4084500" y="31085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4" y="0"/>
                  </a:moveTo>
                  <a:cubicBezTo>
                    <a:pt x="105" y="0"/>
                    <a:pt x="95" y="2"/>
                    <a:pt x="87" y="5"/>
                  </a:cubicBezTo>
                  <a:cubicBezTo>
                    <a:pt x="33" y="21"/>
                    <a:pt x="0" y="91"/>
                    <a:pt x="33" y="141"/>
                  </a:cubicBezTo>
                  <a:cubicBezTo>
                    <a:pt x="48" y="180"/>
                    <a:pt x="78" y="208"/>
                    <a:pt x="120" y="208"/>
                  </a:cubicBezTo>
                  <a:cubicBezTo>
                    <a:pt x="136" y="208"/>
                    <a:pt x="154" y="203"/>
                    <a:pt x="173" y="194"/>
                  </a:cubicBezTo>
                  <a:cubicBezTo>
                    <a:pt x="223" y="178"/>
                    <a:pt x="239" y="124"/>
                    <a:pt x="223" y="75"/>
                  </a:cubicBezTo>
                  <a:cubicBezTo>
                    <a:pt x="209" y="31"/>
                    <a:pt x="159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3" name="Google Shape;16173;p41"/>
            <p:cNvSpPr/>
            <p:nvPr/>
          </p:nvSpPr>
          <p:spPr>
            <a:xfrm>
              <a:off x="4093550" y="30523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00" y="1"/>
                  </a:moveTo>
                  <a:cubicBezTo>
                    <a:pt x="51" y="1"/>
                    <a:pt x="1" y="47"/>
                    <a:pt x="1" y="90"/>
                  </a:cubicBezTo>
                  <a:lnTo>
                    <a:pt x="1" y="144"/>
                  </a:lnTo>
                  <a:lnTo>
                    <a:pt x="17" y="160"/>
                  </a:lnTo>
                  <a:cubicBezTo>
                    <a:pt x="34" y="193"/>
                    <a:pt x="50" y="210"/>
                    <a:pt x="83" y="210"/>
                  </a:cubicBezTo>
                  <a:cubicBezTo>
                    <a:pt x="137" y="210"/>
                    <a:pt x="186" y="177"/>
                    <a:pt x="207" y="123"/>
                  </a:cubicBezTo>
                  <a:cubicBezTo>
                    <a:pt x="207" y="90"/>
                    <a:pt x="207" y="74"/>
                    <a:pt x="186" y="41"/>
                  </a:cubicBezTo>
                  <a:cubicBezTo>
                    <a:pt x="170" y="20"/>
                    <a:pt x="137" y="4"/>
                    <a:pt x="121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4" name="Google Shape;16174;p41"/>
            <p:cNvSpPr/>
            <p:nvPr/>
          </p:nvSpPr>
          <p:spPr>
            <a:xfrm>
              <a:off x="4096150" y="31154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8" y="1"/>
                  </a:moveTo>
                  <a:cubicBezTo>
                    <a:pt x="53" y="1"/>
                    <a:pt x="14" y="44"/>
                    <a:pt x="0" y="91"/>
                  </a:cubicBezTo>
                  <a:cubicBezTo>
                    <a:pt x="0" y="107"/>
                    <a:pt x="0" y="123"/>
                    <a:pt x="17" y="140"/>
                  </a:cubicBezTo>
                  <a:lnTo>
                    <a:pt x="17" y="156"/>
                  </a:lnTo>
                  <a:cubicBezTo>
                    <a:pt x="33" y="194"/>
                    <a:pt x="66" y="210"/>
                    <a:pt x="82" y="210"/>
                  </a:cubicBezTo>
                  <a:cubicBezTo>
                    <a:pt x="153" y="210"/>
                    <a:pt x="206" y="173"/>
                    <a:pt x="206" y="123"/>
                  </a:cubicBezTo>
                  <a:cubicBezTo>
                    <a:pt x="223" y="91"/>
                    <a:pt x="206" y="70"/>
                    <a:pt x="186" y="37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2" y="2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5" name="Google Shape;16175;p41"/>
            <p:cNvSpPr/>
            <p:nvPr/>
          </p:nvSpPr>
          <p:spPr>
            <a:xfrm>
              <a:off x="4090475" y="3066100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12" y="1"/>
                  </a:moveTo>
                  <a:cubicBezTo>
                    <a:pt x="76" y="1"/>
                    <a:pt x="41" y="17"/>
                    <a:pt x="21" y="37"/>
                  </a:cubicBezTo>
                  <a:cubicBezTo>
                    <a:pt x="0" y="54"/>
                    <a:pt x="0" y="87"/>
                    <a:pt x="0" y="124"/>
                  </a:cubicBezTo>
                  <a:lnTo>
                    <a:pt x="0" y="140"/>
                  </a:lnTo>
                  <a:cubicBezTo>
                    <a:pt x="21" y="157"/>
                    <a:pt x="21" y="173"/>
                    <a:pt x="37" y="190"/>
                  </a:cubicBezTo>
                  <a:cubicBezTo>
                    <a:pt x="57" y="204"/>
                    <a:pt x="80" y="211"/>
                    <a:pt x="102" y="211"/>
                  </a:cubicBezTo>
                  <a:cubicBezTo>
                    <a:pt x="136" y="211"/>
                    <a:pt x="170" y="196"/>
                    <a:pt x="190" y="173"/>
                  </a:cubicBezTo>
                  <a:cubicBezTo>
                    <a:pt x="227" y="124"/>
                    <a:pt x="227" y="54"/>
                    <a:pt x="173" y="21"/>
                  </a:cubicBezTo>
                  <a:cubicBezTo>
                    <a:pt x="155" y="7"/>
                    <a:pt x="133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6" name="Google Shape;16176;p41"/>
            <p:cNvSpPr/>
            <p:nvPr/>
          </p:nvSpPr>
          <p:spPr>
            <a:xfrm>
              <a:off x="4089650" y="3082875"/>
              <a:ext cx="5575" cy="4925"/>
            </a:xfrm>
            <a:custGeom>
              <a:avLst/>
              <a:gdLst/>
              <a:ahLst/>
              <a:cxnLst/>
              <a:rect l="l" t="t" r="r" b="b"/>
              <a:pathLst>
                <a:path w="223" h="197" extrusionOk="0">
                  <a:moveTo>
                    <a:pt x="70" y="1"/>
                  </a:moveTo>
                  <a:cubicBezTo>
                    <a:pt x="54" y="17"/>
                    <a:pt x="33" y="34"/>
                    <a:pt x="17" y="55"/>
                  </a:cubicBezTo>
                  <a:cubicBezTo>
                    <a:pt x="0" y="71"/>
                    <a:pt x="0" y="104"/>
                    <a:pt x="17" y="137"/>
                  </a:cubicBezTo>
                  <a:cubicBezTo>
                    <a:pt x="29" y="177"/>
                    <a:pt x="63" y="197"/>
                    <a:pt x="108" y="197"/>
                  </a:cubicBezTo>
                  <a:cubicBezTo>
                    <a:pt x="123" y="197"/>
                    <a:pt x="140" y="195"/>
                    <a:pt x="157" y="191"/>
                  </a:cubicBezTo>
                  <a:cubicBezTo>
                    <a:pt x="206" y="174"/>
                    <a:pt x="223" y="121"/>
                    <a:pt x="206" y="55"/>
                  </a:cubicBezTo>
                  <a:cubicBezTo>
                    <a:pt x="190" y="34"/>
                    <a:pt x="17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7" name="Google Shape;16177;p41"/>
            <p:cNvSpPr/>
            <p:nvPr/>
          </p:nvSpPr>
          <p:spPr>
            <a:xfrm>
              <a:off x="4066450" y="31567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5" y="1"/>
                  </a:moveTo>
                  <a:cubicBezTo>
                    <a:pt x="41" y="1"/>
                    <a:pt x="1" y="44"/>
                    <a:pt x="1" y="91"/>
                  </a:cubicBezTo>
                  <a:lnTo>
                    <a:pt x="1" y="140"/>
                  </a:lnTo>
                  <a:lnTo>
                    <a:pt x="17" y="157"/>
                  </a:lnTo>
                  <a:cubicBezTo>
                    <a:pt x="34" y="194"/>
                    <a:pt x="54" y="194"/>
                    <a:pt x="87" y="210"/>
                  </a:cubicBezTo>
                  <a:cubicBezTo>
                    <a:pt x="120" y="210"/>
                    <a:pt x="137" y="210"/>
                    <a:pt x="157" y="194"/>
                  </a:cubicBezTo>
                  <a:cubicBezTo>
                    <a:pt x="190" y="173"/>
                    <a:pt x="207" y="140"/>
                    <a:pt x="207" y="124"/>
                  </a:cubicBezTo>
                  <a:cubicBezTo>
                    <a:pt x="207" y="91"/>
                    <a:pt x="207" y="70"/>
                    <a:pt x="190" y="37"/>
                  </a:cubicBezTo>
                  <a:cubicBezTo>
                    <a:pt x="174" y="21"/>
                    <a:pt x="137" y="4"/>
                    <a:pt x="120" y="4"/>
                  </a:cubicBezTo>
                  <a:cubicBezTo>
                    <a:pt x="111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8" name="Google Shape;16178;p41"/>
            <p:cNvSpPr/>
            <p:nvPr/>
          </p:nvSpPr>
          <p:spPr>
            <a:xfrm>
              <a:off x="4077175" y="31626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10" y="0"/>
                  </a:moveTo>
                  <a:cubicBezTo>
                    <a:pt x="96" y="0"/>
                    <a:pt x="83" y="2"/>
                    <a:pt x="70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17" y="163"/>
                    <a:pt x="38" y="163"/>
                    <a:pt x="38" y="179"/>
                  </a:cubicBezTo>
                  <a:cubicBezTo>
                    <a:pt x="57" y="199"/>
                    <a:pt x="76" y="207"/>
                    <a:pt x="100" y="207"/>
                  </a:cubicBezTo>
                  <a:cubicBezTo>
                    <a:pt x="116" y="207"/>
                    <a:pt x="135" y="203"/>
                    <a:pt x="157" y="196"/>
                  </a:cubicBezTo>
                  <a:cubicBezTo>
                    <a:pt x="190" y="179"/>
                    <a:pt x="207" y="142"/>
                    <a:pt x="223" y="109"/>
                  </a:cubicBezTo>
                  <a:cubicBezTo>
                    <a:pt x="223" y="93"/>
                    <a:pt x="223" y="76"/>
                    <a:pt x="207" y="60"/>
                  </a:cubicBezTo>
                  <a:cubicBezTo>
                    <a:pt x="194" y="19"/>
                    <a:pt x="151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9" name="Google Shape;16179;p41"/>
            <p:cNvSpPr/>
            <p:nvPr/>
          </p:nvSpPr>
          <p:spPr>
            <a:xfrm>
              <a:off x="4062650" y="3181225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03" y="0"/>
                  </a:moveTo>
                  <a:cubicBezTo>
                    <a:pt x="66" y="0"/>
                    <a:pt x="50" y="17"/>
                    <a:pt x="33" y="37"/>
                  </a:cubicBezTo>
                  <a:cubicBezTo>
                    <a:pt x="17" y="54"/>
                    <a:pt x="0" y="87"/>
                    <a:pt x="0" y="103"/>
                  </a:cubicBezTo>
                  <a:cubicBezTo>
                    <a:pt x="0" y="120"/>
                    <a:pt x="17" y="120"/>
                    <a:pt x="17" y="140"/>
                  </a:cubicBezTo>
                  <a:cubicBezTo>
                    <a:pt x="17" y="157"/>
                    <a:pt x="33" y="173"/>
                    <a:pt x="50" y="173"/>
                  </a:cubicBezTo>
                  <a:cubicBezTo>
                    <a:pt x="64" y="196"/>
                    <a:pt x="87" y="205"/>
                    <a:pt x="110" y="205"/>
                  </a:cubicBezTo>
                  <a:cubicBezTo>
                    <a:pt x="138" y="205"/>
                    <a:pt x="168" y="191"/>
                    <a:pt x="186" y="173"/>
                  </a:cubicBezTo>
                  <a:cubicBezTo>
                    <a:pt x="206" y="140"/>
                    <a:pt x="223" y="120"/>
                    <a:pt x="223" y="87"/>
                  </a:cubicBezTo>
                  <a:cubicBezTo>
                    <a:pt x="206" y="70"/>
                    <a:pt x="206" y="3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0" name="Google Shape;16180;p41"/>
            <p:cNvSpPr/>
            <p:nvPr/>
          </p:nvSpPr>
          <p:spPr>
            <a:xfrm>
              <a:off x="4060475" y="31945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24"/>
                    <a:pt x="17" y="140"/>
                  </a:cubicBezTo>
                  <a:cubicBezTo>
                    <a:pt x="17" y="157"/>
                    <a:pt x="17" y="157"/>
                    <a:pt x="33" y="173"/>
                  </a:cubicBezTo>
                  <a:cubicBezTo>
                    <a:pt x="33" y="190"/>
                    <a:pt x="66" y="206"/>
                    <a:pt x="104" y="206"/>
                  </a:cubicBezTo>
                  <a:cubicBezTo>
                    <a:pt x="120" y="206"/>
                    <a:pt x="153" y="206"/>
                    <a:pt x="170" y="190"/>
                  </a:cubicBezTo>
                  <a:cubicBezTo>
                    <a:pt x="190" y="173"/>
                    <a:pt x="207" y="157"/>
                    <a:pt x="207" y="124"/>
                  </a:cubicBezTo>
                  <a:cubicBezTo>
                    <a:pt x="223" y="70"/>
                    <a:pt x="190" y="2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1" name="Google Shape;16181;p41"/>
            <p:cNvSpPr/>
            <p:nvPr/>
          </p:nvSpPr>
          <p:spPr>
            <a:xfrm>
              <a:off x="4096550" y="3129775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29" y="0"/>
                  </a:moveTo>
                  <a:cubicBezTo>
                    <a:pt x="115" y="0"/>
                    <a:pt x="101" y="4"/>
                    <a:pt x="87" y="13"/>
                  </a:cubicBezTo>
                  <a:cubicBezTo>
                    <a:pt x="17" y="34"/>
                    <a:pt x="1" y="83"/>
                    <a:pt x="17" y="137"/>
                  </a:cubicBezTo>
                  <a:cubicBezTo>
                    <a:pt x="30" y="187"/>
                    <a:pt x="73" y="209"/>
                    <a:pt x="116" y="209"/>
                  </a:cubicBezTo>
                  <a:cubicBezTo>
                    <a:pt x="129" y="209"/>
                    <a:pt x="141" y="207"/>
                    <a:pt x="153" y="203"/>
                  </a:cubicBezTo>
                  <a:cubicBezTo>
                    <a:pt x="207" y="186"/>
                    <a:pt x="240" y="116"/>
                    <a:pt x="223" y="67"/>
                  </a:cubicBezTo>
                  <a:cubicBezTo>
                    <a:pt x="199" y="28"/>
                    <a:pt x="165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2" name="Google Shape;16182;p41"/>
            <p:cNvSpPr/>
            <p:nvPr/>
          </p:nvSpPr>
          <p:spPr>
            <a:xfrm>
              <a:off x="4063050" y="3167825"/>
              <a:ext cx="5600" cy="5450"/>
            </a:xfrm>
            <a:custGeom>
              <a:avLst/>
              <a:gdLst/>
              <a:ahLst/>
              <a:cxnLst/>
              <a:rect l="l" t="t" r="r" b="b"/>
              <a:pathLst>
                <a:path w="224" h="218" extrusionOk="0">
                  <a:moveTo>
                    <a:pt x="102" y="0"/>
                  </a:moveTo>
                  <a:cubicBezTo>
                    <a:pt x="91" y="0"/>
                    <a:pt x="79" y="1"/>
                    <a:pt x="67" y="4"/>
                  </a:cubicBezTo>
                  <a:cubicBezTo>
                    <a:pt x="17" y="37"/>
                    <a:pt x="1" y="91"/>
                    <a:pt x="17" y="140"/>
                  </a:cubicBezTo>
                  <a:cubicBezTo>
                    <a:pt x="17" y="161"/>
                    <a:pt x="34" y="178"/>
                    <a:pt x="50" y="194"/>
                  </a:cubicBezTo>
                  <a:cubicBezTo>
                    <a:pt x="62" y="206"/>
                    <a:pt x="92" y="217"/>
                    <a:pt x="120" y="217"/>
                  </a:cubicBezTo>
                  <a:cubicBezTo>
                    <a:pt x="132" y="217"/>
                    <a:pt x="143" y="215"/>
                    <a:pt x="153" y="211"/>
                  </a:cubicBezTo>
                  <a:cubicBezTo>
                    <a:pt x="190" y="194"/>
                    <a:pt x="207" y="161"/>
                    <a:pt x="223" y="124"/>
                  </a:cubicBezTo>
                  <a:cubicBezTo>
                    <a:pt x="223" y="107"/>
                    <a:pt x="223" y="91"/>
                    <a:pt x="207" y="74"/>
                  </a:cubicBezTo>
                  <a:cubicBezTo>
                    <a:pt x="193" y="30"/>
                    <a:pt x="154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3" name="Google Shape;16183;p41"/>
            <p:cNvSpPr/>
            <p:nvPr/>
          </p:nvSpPr>
          <p:spPr>
            <a:xfrm>
              <a:off x="4075000" y="31781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0" y="0"/>
                  </a:moveTo>
                  <a:cubicBezTo>
                    <a:pt x="38" y="0"/>
                    <a:pt x="1" y="33"/>
                    <a:pt x="1" y="91"/>
                  </a:cubicBezTo>
                  <a:lnTo>
                    <a:pt x="1" y="141"/>
                  </a:lnTo>
                  <a:cubicBezTo>
                    <a:pt x="21" y="178"/>
                    <a:pt x="54" y="194"/>
                    <a:pt x="87" y="211"/>
                  </a:cubicBezTo>
                  <a:cubicBezTo>
                    <a:pt x="141" y="211"/>
                    <a:pt x="190" y="178"/>
                    <a:pt x="207" y="124"/>
                  </a:cubicBezTo>
                  <a:cubicBezTo>
                    <a:pt x="207" y="91"/>
                    <a:pt x="207" y="58"/>
                    <a:pt x="190" y="38"/>
                  </a:cubicBezTo>
                  <a:cubicBezTo>
                    <a:pt x="174" y="21"/>
                    <a:pt x="141" y="5"/>
                    <a:pt x="125" y="5"/>
                  </a:cubicBezTo>
                  <a:cubicBezTo>
                    <a:pt x="113" y="2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4" name="Google Shape;16184;p41"/>
            <p:cNvSpPr/>
            <p:nvPr/>
          </p:nvSpPr>
          <p:spPr>
            <a:xfrm>
              <a:off x="4068625" y="3140225"/>
              <a:ext cx="5175" cy="5050"/>
            </a:xfrm>
            <a:custGeom>
              <a:avLst/>
              <a:gdLst/>
              <a:ahLst/>
              <a:cxnLst/>
              <a:rect l="l" t="t" r="r" b="b"/>
              <a:pathLst>
                <a:path w="207" h="202" extrusionOk="0">
                  <a:moveTo>
                    <a:pt x="95" y="1"/>
                  </a:moveTo>
                  <a:cubicBezTo>
                    <a:pt x="76" y="1"/>
                    <a:pt x="60" y="13"/>
                    <a:pt x="33" y="28"/>
                  </a:cubicBezTo>
                  <a:cubicBezTo>
                    <a:pt x="17" y="45"/>
                    <a:pt x="0" y="61"/>
                    <a:pt x="0" y="94"/>
                  </a:cubicBezTo>
                  <a:lnTo>
                    <a:pt x="0" y="148"/>
                  </a:lnTo>
                  <a:lnTo>
                    <a:pt x="17" y="164"/>
                  </a:lnTo>
                  <a:cubicBezTo>
                    <a:pt x="33" y="181"/>
                    <a:pt x="50" y="197"/>
                    <a:pt x="87" y="197"/>
                  </a:cubicBezTo>
                  <a:cubicBezTo>
                    <a:pt x="95" y="200"/>
                    <a:pt x="104" y="201"/>
                    <a:pt x="112" y="201"/>
                  </a:cubicBezTo>
                  <a:cubicBezTo>
                    <a:pt x="153" y="201"/>
                    <a:pt x="193" y="169"/>
                    <a:pt x="206" y="111"/>
                  </a:cubicBezTo>
                  <a:cubicBezTo>
                    <a:pt x="206" y="94"/>
                    <a:pt x="206" y="61"/>
                    <a:pt x="190" y="45"/>
                  </a:cubicBezTo>
                  <a:cubicBezTo>
                    <a:pt x="173" y="28"/>
                    <a:pt x="136" y="8"/>
                    <a:pt x="120" y="8"/>
                  </a:cubicBezTo>
                  <a:cubicBezTo>
                    <a:pt x="110" y="3"/>
                    <a:pt x="102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5" name="Google Shape;16185;p41"/>
            <p:cNvSpPr/>
            <p:nvPr/>
          </p:nvSpPr>
          <p:spPr>
            <a:xfrm>
              <a:off x="4072950" y="319320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99" y="0"/>
                  </a:moveTo>
                  <a:cubicBezTo>
                    <a:pt x="54" y="0"/>
                    <a:pt x="15" y="44"/>
                    <a:pt x="0" y="90"/>
                  </a:cubicBezTo>
                  <a:cubicBezTo>
                    <a:pt x="0" y="107"/>
                    <a:pt x="0" y="123"/>
                    <a:pt x="17" y="140"/>
                  </a:cubicBezTo>
                  <a:cubicBezTo>
                    <a:pt x="17" y="140"/>
                    <a:pt x="17" y="156"/>
                    <a:pt x="33" y="156"/>
                  </a:cubicBezTo>
                  <a:cubicBezTo>
                    <a:pt x="33" y="193"/>
                    <a:pt x="66" y="193"/>
                    <a:pt x="103" y="210"/>
                  </a:cubicBezTo>
                  <a:cubicBezTo>
                    <a:pt x="120" y="210"/>
                    <a:pt x="153" y="210"/>
                    <a:pt x="169" y="193"/>
                  </a:cubicBezTo>
                  <a:cubicBezTo>
                    <a:pt x="186" y="177"/>
                    <a:pt x="207" y="140"/>
                    <a:pt x="207" y="123"/>
                  </a:cubicBezTo>
                  <a:cubicBezTo>
                    <a:pt x="223" y="90"/>
                    <a:pt x="207" y="74"/>
                    <a:pt x="186" y="37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6" name="Google Shape;16186;p41"/>
            <p:cNvSpPr/>
            <p:nvPr/>
          </p:nvSpPr>
          <p:spPr>
            <a:xfrm>
              <a:off x="4056150" y="3148900"/>
              <a:ext cx="5575" cy="5050"/>
            </a:xfrm>
            <a:custGeom>
              <a:avLst/>
              <a:gdLst/>
              <a:ahLst/>
              <a:cxnLst/>
              <a:rect l="l" t="t" r="r" b="b"/>
              <a:pathLst>
                <a:path w="223" h="202" extrusionOk="0">
                  <a:moveTo>
                    <a:pt x="122" y="0"/>
                  </a:moveTo>
                  <a:cubicBezTo>
                    <a:pt x="115" y="0"/>
                    <a:pt x="108" y="2"/>
                    <a:pt x="103" y="7"/>
                  </a:cubicBezTo>
                  <a:cubicBezTo>
                    <a:pt x="70" y="7"/>
                    <a:pt x="54" y="23"/>
                    <a:pt x="33" y="40"/>
                  </a:cubicBezTo>
                  <a:cubicBezTo>
                    <a:pt x="17" y="56"/>
                    <a:pt x="0" y="93"/>
                    <a:pt x="0" y="110"/>
                  </a:cubicBezTo>
                  <a:cubicBezTo>
                    <a:pt x="0" y="126"/>
                    <a:pt x="0" y="126"/>
                    <a:pt x="17" y="143"/>
                  </a:cubicBezTo>
                  <a:cubicBezTo>
                    <a:pt x="17" y="159"/>
                    <a:pt x="33" y="176"/>
                    <a:pt x="54" y="176"/>
                  </a:cubicBezTo>
                  <a:cubicBezTo>
                    <a:pt x="69" y="193"/>
                    <a:pt x="92" y="202"/>
                    <a:pt x="115" y="202"/>
                  </a:cubicBezTo>
                  <a:cubicBezTo>
                    <a:pt x="143" y="202"/>
                    <a:pt x="172" y="189"/>
                    <a:pt x="190" y="159"/>
                  </a:cubicBezTo>
                  <a:cubicBezTo>
                    <a:pt x="223" y="126"/>
                    <a:pt x="223" y="56"/>
                    <a:pt x="173" y="23"/>
                  </a:cubicBezTo>
                  <a:cubicBezTo>
                    <a:pt x="162" y="12"/>
                    <a:pt x="140" y="0"/>
                    <a:pt x="1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7" name="Google Shape;16187;p41"/>
            <p:cNvSpPr/>
            <p:nvPr/>
          </p:nvSpPr>
          <p:spPr>
            <a:xfrm>
              <a:off x="4128700" y="31579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5" y="1"/>
                  </a:moveTo>
                  <a:cubicBezTo>
                    <a:pt x="58" y="1"/>
                    <a:pt x="17" y="47"/>
                    <a:pt x="17" y="90"/>
                  </a:cubicBezTo>
                  <a:cubicBezTo>
                    <a:pt x="1" y="107"/>
                    <a:pt x="17" y="123"/>
                    <a:pt x="17" y="144"/>
                  </a:cubicBezTo>
                  <a:cubicBezTo>
                    <a:pt x="17" y="144"/>
                    <a:pt x="17" y="160"/>
                    <a:pt x="38" y="160"/>
                  </a:cubicBezTo>
                  <a:cubicBezTo>
                    <a:pt x="54" y="193"/>
                    <a:pt x="71" y="210"/>
                    <a:pt x="104" y="210"/>
                  </a:cubicBezTo>
                  <a:cubicBezTo>
                    <a:pt x="158" y="210"/>
                    <a:pt x="207" y="177"/>
                    <a:pt x="223" y="123"/>
                  </a:cubicBezTo>
                  <a:cubicBezTo>
                    <a:pt x="223" y="90"/>
                    <a:pt x="223" y="74"/>
                    <a:pt x="207" y="41"/>
                  </a:cubicBezTo>
                  <a:cubicBezTo>
                    <a:pt x="191" y="20"/>
                    <a:pt x="158" y="4"/>
                    <a:pt x="141" y="4"/>
                  </a:cubicBezTo>
                  <a:cubicBezTo>
                    <a:pt x="132" y="1"/>
                    <a:pt x="124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8" name="Google Shape;16188;p41"/>
            <p:cNvSpPr/>
            <p:nvPr/>
          </p:nvSpPr>
          <p:spPr>
            <a:xfrm>
              <a:off x="4131275" y="313010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0" y="0"/>
                  </a:moveTo>
                  <a:cubicBezTo>
                    <a:pt x="88" y="0"/>
                    <a:pt x="71" y="0"/>
                    <a:pt x="38" y="21"/>
                  </a:cubicBezTo>
                  <a:cubicBezTo>
                    <a:pt x="17" y="37"/>
                    <a:pt x="1" y="70"/>
                    <a:pt x="1" y="87"/>
                  </a:cubicBezTo>
                  <a:lnTo>
                    <a:pt x="1" y="140"/>
                  </a:lnTo>
                  <a:cubicBezTo>
                    <a:pt x="1" y="157"/>
                    <a:pt x="17" y="157"/>
                    <a:pt x="17" y="173"/>
                  </a:cubicBezTo>
                  <a:cubicBezTo>
                    <a:pt x="38" y="190"/>
                    <a:pt x="55" y="206"/>
                    <a:pt x="88" y="206"/>
                  </a:cubicBezTo>
                  <a:cubicBezTo>
                    <a:pt x="141" y="206"/>
                    <a:pt x="191" y="173"/>
                    <a:pt x="207" y="124"/>
                  </a:cubicBezTo>
                  <a:cubicBezTo>
                    <a:pt x="207" y="87"/>
                    <a:pt x="207" y="70"/>
                    <a:pt x="191" y="37"/>
                  </a:cubicBezTo>
                  <a:cubicBezTo>
                    <a:pt x="174" y="21"/>
                    <a:pt x="141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9" name="Google Shape;16189;p41"/>
            <p:cNvSpPr/>
            <p:nvPr/>
          </p:nvSpPr>
          <p:spPr>
            <a:xfrm>
              <a:off x="4130050" y="31442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3" y="1"/>
                  </a:moveTo>
                  <a:cubicBezTo>
                    <a:pt x="38" y="1"/>
                    <a:pt x="0" y="44"/>
                    <a:pt x="0" y="91"/>
                  </a:cubicBezTo>
                  <a:lnTo>
                    <a:pt x="0" y="124"/>
                  </a:lnTo>
                  <a:lnTo>
                    <a:pt x="0" y="140"/>
                  </a:lnTo>
                  <a:lnTo>
                    <a:pt x="17" y="157"/>
                  </a:lnTo>
                  <a:cubicBezTo>
                    <a:pt x="33" y="194"/>
                    <a:pt x="50" y="210"/>
                    <a:pt x="87" y="210"/>
                  </a:cubicBezTo>
                  <a:cubicBezTo>
                    <a:pt x="120" y="210"/>
                    <a:pt x="137" y="210"/>
                    <a:pt x="153" y="194"/>
                  </a:cubicBezTo>
                  <a:cubicBezTo>
                    <a:pt x="190" y="177"/>
                    <a:pt x="207" y="140"/>
                    <a:pt x="207" y="124"/>
                  </a:cubicBezTo>
                  <a:cubicBezTo>
                    <a:pt x="207" y="91"/>
                    <a:pt x="207" y="74"/>
                    <a:pt x="190" y="54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0" name="Google Shape;16190;p41"/>
            <p:cNvSpPr/>
            <p:nvPr/>
          </p:nvSpPr>
          <p:spPr>
            <a:xfrm>
              <a:off x="4124475" y="31699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08" y="1"/>
                  </a:moveTo>
                  <a:cubicBezTo>
                    <a:pt x="94" y="1"/>
                    <a:pt x="80" y="3"/>
                    <a:pt x="67" y="7"/>
                  </a:cubicBezTo>
                  <a:cubicBezTo>
                    <a:pt x="17" y="23"/>
                    <a:pt x="1" y="94"/>
                    <a:pt x="17" y="143"/>
                  </a:cubicBezTo>
                  <a:cubicBezTo>
                    <a:pt x="30" y="183"/>
                    <a:pt x="61" y="203"/>
                    <a:pt x="106" y="203"/>
                  </a:cubicBezTo>
                  <a:cubicBezTo>
                    <a:pt x="120" y="203"/>
                    <a:pt x="136" y="201"/>
                    <a:pt x="153" y="197"/>
                  </a:cubicBezTo>
                  <a:cubicBezTo>
                    <a:pt x="207" y="180"/>
                    <a:pt x="223" y="110"/>
                    <a:pt x="207" y="56"/>
                  </a:cubicBezTo>
                  <a:cubicBezTo>
                    <a:pt x="191" y="19"/>
                    <a:pt x="151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1" name="Google Shape;16191;p41"/>
            <p:cNvSpPr/>
            <p:nvPr/>
          </p:nvSpPr>
          <p:spPr>
            <a:xfrm>
              <a:off x="4146325" y="31261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5" y="1"/>
                  </a:moveTo>
                  <a:cubicBezTo>
                    <a:pt x="54" y="1"/>
                    <a:pt x="15" y="33"/>
                    <a:pt x="1" y="91"/>
                  </a:cubicBezTo>
                  <a:cubicBezTo>
                    <a:pt x="1" y="108"/>
                    <a:pt x="1" y="124"/>
                    <a:pt x="17" y="141"/>
                  </a:cubicBezTo>
                  <a:lnTo>
                    <a:pt x="17" y="157"/>
                  </a:lnTo>
                  <a:cubicBezTo>
                    <a:pt x="34" y="178"/>
                    <a:pt x="71" y="194"/>
                    <a:pt x="87" y="211"/>
                  </a:cubicBezTo>
                  <a:cubicBezTo>
                    <a:pt x="120" y="211"/>
                    <a:pt x="158" y="194"/>
                    <a:pt x="174" y="194"/>
                  </a:cubicBezTo>
                  <a:cubicBezTo>
                    <a:pt x="191" y="178"/>
                    <a:pt x="207" y="141"/>
                    <a:pt x="207" y="124"/>
                  </a:cubicBezTo>
                  <a:cubicBezTo>
                    <a:pt x="223" y="91"/>
                    <a:pt x="207" y="54"/>
                    <a:pt x="191" y="38"/>
                  </a:cubicBezTo>
                  <a:cubicBezTo>
                    <a:pt x="174" y="21"/>
                    <a:pt x="158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2" name="Google Shape;16192;p41"/>
            <p:cNvSpPr/>
            <p:nvPr/>
          </p:nvSpPr>
          <p:spPr>
            <a:xfrm>
              <a:off x="4142925" y="31373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4" y="42"/>
                    <a:pt x="1" y="92"/>
                    <a:pt x="17" y="145"/>
                  </a:cubicBezTo>
                  <a:cubicBezTo>
                    <a:pt x="34" y="162"/>
                    <a:pt x="34" y="178"/>
                    <a:pt x="50" y="178"/>
                  </a:cubicBezTo>
                  <a:cubicBezTo>
                    <a:pt x="87" y="211"/>
                    <a:pt x="120" y="211"/>
                    <a:pt x="153" y="211"/>
                  </a:cubicBezTo>
                  <a:cubicBezTo>
                    <a:pt x="207" y="195"/>
                    <a:pt x="223" y="162"/>
                    <a:pt x="223" y="125"/>
                  </a:cubicBezTo>
                  <a:lnTo>
                    <a:pt x="223" y="75"/>
                  </a:lnTo>
                  <a:cubicBezTo>
                    <a:pt x="210" y="31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3" name="Google Shape;16193;p41"/>
            <p:cNvSpPr/>
            <p:nvPr/>
          </p:nvSpPr>
          <p:spPr>
            <a:xfrm>
              <a:off x="4142925" y="315055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115" y="0"/>
                  </a:moveTo>
                  <a:cubicBezTo>
                    <a:pt x="106" y="0"/>
                    <a:pt x="97" y="2"/>
                    <a:pt x="87" y="7"/>
                  </a:cubicBezTo>
                  <a:cubicBezTo>
                    <a:pt x="67" y="7"/>
                    <a:pt x="34" y="27"/>
                    <a:pt x="17" y="44"/>
                  </a:cubicBezTo>
                  <a:cubicBezTo>
                    <a:pt x="1" y="60"/>
                    <a:pt x="1" y="93"/>
                    <a:pt x="1" y="110"/>
                  </a:cubicBezTo>
                  <a:lnTo>
                    <a:pt x="1" y="147"/>
                  </a:lnTo>
                  <a:cubicBezTo>
                    <a:pt x="17" y="164"/>
                    <a:pt x="17" y="180"/>
                    <a:pt x="34" y="180"/>
                  </a:cubicBezTo>
                  <a:cubicBezTo>
                    <a:pt x="58" y="195"/>
                    <a:pt x="84" y="203"/>
                    <a:pt x="110" y="203"/>
                  </a:cubicBezTo>
                  <a:cubicBezTo>
                    <a:pt x="141" y="203"/>
                    <a:pt x="170" y="191"/>
                    <a:pt x="190" y="164"/>
                  </a:cubicBezTo>
                  <a:cubicBezTo>
                    <a:pt x="207" y="147"/>
                    <a:pt x="207" y="131"/>
                    <a:pt x="207" y="93"/>
                  </a:cubicBezTo>
                  <a:cubicBezTo>
                    <a:pt x="207" y="60"/>
                    <a:pt x="190" y="44"/>
                    <a:pt x="170" y="27"/>
                  </a:cubicBezTo>
                  <a:cubicBezTo>
                    <a:pt x="158" y="1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4" name="Google Shape;16194;p41"/>
            <p:cNvSpPr/>
            <p:nvPr/>
          </p:nvSpPr>
          <p:spPr>
            <a:xfrm>
              <a:off x="4136450" y="3118150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87" y="0"/>
                  </a:moveTo>
                  <a:cubicBezTo>
                    <a:pt x="70" y="16"/>
                    <a:pt x="37" y="16"/>
                    <a:pt x="17" y="49"/>
                  </a:cubicBezTo>
                  <a:cubicBezTo>
                    <a:pt x="0" y="66"/>
                    <a:pt x="0" y="87"/>
                    <a:pt x="0" y="120"/>
                  </a:cubicBezTo>
                  <a:lnTo>
                    <a:pt x="0" y="153"/>
                  </a:lnTo>
                  <a:cubicBezTo>
                    <a:pt x="17" y="169"/>
                    <a:pt x="17" y="169"/>
                    <a:pt x="37" y="190"/>
                  </a:cubicBezTo>
                  <a:cubicBezTo>
                    <a:pt x="59" y="204"/>
                    <a:pt x="85" y="212"/>
                    <a:pt x="109" y="212"/>
                  </a:cubicBezTo>
                  <a:cubicBezTo>
                    <a:pt x="141" y="212"/>
                    <a:pt x="171" y="199"/>
                    <a:pt x="190" y="169"/>
                  </a:cubicBezTo>
                  <a:cubicBezTo>
                    <a:pt x="223" y="136"/>
                    <a:pt x="206" y="66"/>
                    <a:pt x="173" y="33"/>
                  </a:cubicBezTo>
                  <a:cubicBezTo>
                    <a:pt x="140" y="16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5" name="Google Shape;16195;p41"/>
            <p:cNvSpPr/>
            <p:nvPr/>
          </p:nvSpPr>
          <p:spPr>
            <a:xfrm>
              <a:off x="4123150" y="31837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0" y="0"/>
                  </a:moveTo>
                  <a:cubicBezTo>
                    <a:pt x="54" y="0"/>
                    <a:pt x="0" y="47"/>
                    <a:pt x="0" y="90"/>
                  </a:cubicBezTo>
                  <a:lnTo>
                    <a:pt x="0" y="143"/>
                  </a:lnTo>
                  <a:lnTo>
                    <a:pt x="17" y="160"/>
                  </a:lnTo>
                  <a:cubicBezTo>
                    <a:pt x="33" y="193"/>
                    <a:pt x="54" y="193"/>
                    <a:pt x="87" y="209"/>
                  </a:cubicBezTo>
                  <a:cubicBezTo>
                    <a:pt x="136" y="209"/>
                    <a:pt x="190" y="176"/>
                    <a:pt x="206" y="123"/>
                  </a:cubicBezTo>
                  <a:cubicBezTo>
                    <a:pt x="206" y="90"/>
                    <a:pt x="206" y="73"/>
                    <a:pt x="190" y="40"/>
                  </a:cubicBezTo>
                  <a:cubicBezTo>
                    <a:pt x="173" y="20"/>
                    <a:pt x="157" y="3"/>
                    <a:pt x="120" y="3"/>
                  </a:cubicBezTo>
                  <a:cubicBezTo>
                    <a:pt x="114" y="1"/>
                    <a:pt x="107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6" name="Google Shape;16196;p41"/>
            <p:cNvSpPr/>
            <p:nvPr/>
          </p:nvSpPr>
          <p:spPr>
            <a:xfrm>
              <a:off x="4120150" y="31206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04" y="1"/>
                  </a:moveTo>
                  <a:cubicBezTo>
                    <a:pt x="54" y="1"/>
                    <a:pt x="17" y="34"/>
                    <a:pt x="17" y="92"/>
                  </a:cubicBezTo>
                  <a:cubicBezTo>
                    <a:pt x="1" y="108"/>
                    <a:pt x="17" y="125"/>
                    <a:pt x="17" y="141"/>
                  </a:cubicBezTo>
                  <a:cubicBezTo>
                    <a:pt x="17" y="141"/>
                    <a:pt x="17" y="158"/>
                    <a:pt x="34" y="158"/>
                  </a:cubicBezTo>
                  <a:cubicBezTo>
                    <a:pt x="50" y="195"/>
                    <a:pt x="71" y="195"/>
                    <a:pt x="104" y="211"/>
                  </a:cubicBezTo>
                  <a:cubicBezTo>
                    <a:pt x="153" y="211"/>
                    <a:pt x="207" y="174"/>
                    <a:pt x="223" y="125"/>
                  </a:cubicBezTo>
                  <a:cubicBezTo>
                    <a:pt x="223" y="92"/>
                    <a:pt x="207" y="55"/>
                    <a:pt x="207" y="38"/>
                  </a:cubicBezTo>
                  <a:cubicBezTo>
                    <a:pt x="190" y="22"/>
                    <a:pt x="153" y="5"/>
                    <a:pt x="137" y="5"/>
                  </a:cubicBezTo>
                  <a:cubicBezTo>
                    <a:pt x="125" y="2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7" name="Google Shape;16197;p41"/>
            <p:cNvSpPr/>
            <p:nvPr/>
          </p:nvSpPr>
          <p:spPr>
            <a:xfrm>
              <a:off x="4109850" y="31086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50" y="1"/>
                    <a:pt x="0" y="34"/>
                    <a:pt x="0" y="87"/>
                  </a:cubicBezTo>
                  <a:lnTo>
                    <a:pt x="0" y="137"/>
                  </a:lnTo>
                  <a:cubicBezTo>
                    <a:pt x="0" y="157"/>
                    <a:pt x="17" y="157"/>
                    <a:pt x="17" y="174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136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4"/>
                  </a:cubicBezTo>
                  <a:cubicBezTo>
                    <a:pt x="174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8" name="Google Shape;16198;p41"/>
            <p:cNvSpPr/>
            <p:nvPr/>
          </p:nvSpPr>
          <p:spPr>
            <a:xfrm>
              <a:off x="4106450" y="31409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50" y="0"/>
                    <a:pt x="0" y="33"/>
                    <a:pt x="0" y="83"/>
                  </a:cubicBezTo>
                  <a:lnTo>
                    <a:pt x="0" y="153"/>
                  </a:lnTo>
                  <a:lnTo>
                    <a:pt x="17" y="169"/>
                  </a:lnTo>
                  <a:cubicBezTo>
                    <a:pt x="33" y="186"/>
                    <a:pt x="50" y="206"/>
                    <a:pt x="83" y="206"/>
                  </a:cubicBezTo>
                  <a:cubicBezTo>
                    <a:pt x="91" y="209"/>
                    <a:pt x="100" y="210"/>
                    <a:pt x="108" y="210"/>
                  </a:cubicBezTo>
                  <a:cubicBezTo>
                    <a:pt x="151" y="210"/>
                    <a:pt x="189" y="175"/>
                    <a:pt x="206" y="120"/>
                  </a:cubicBezTo>
                  <a:cubicBezTo>
                    <a:pt x="206" y="103"/>
                    <a:pt x="206" y="66"/>
                    <a:pt x="186" y="50"/>
                  </a:cubicBezTo>
                  <a:cubicBezTo>
                    <a:pt x="169" y="33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9" name="Google Shape;16199;p41"/>
            <p:cNvSpPr/>
            <p:nvPr/>
          </p:nvSpPr>
          <p:spPr>
            <a:xfrm>
              <a:off x="4107275" y="3122200"/>
              <a:ext cx="5575" cy="5075"/>
            </a:xfrm>
            <a:custGeom>
              <a:avLst/>
              <a:gdLst/>
              <a:ahLst/>
              <a:cxnLst/>
              <a:rect l="l" t="t" r="r" b="b"/>
              <a:pathLst>
                <a:path w="223" h="203" extrusionOk="0">
                  <a:moveTo>
                    <a:pt x="110" y="1"/>
                  </a:moveTo>
                  <a:cubicBezTo>
                    <a:pt x="96" y="1"/>
                    <a:pt x="83" y="3"/>
                    <a:pt x="70" y="7"/>
                  </a:cubicBezTo>
                  <a:cubicBezTo>
                    <a:pt x="17" y="28"/>
                    <a:pt x="0" y="77"/>
                    <a:pt x="17" y="147"/>
                  </a:cubicBezTo>
                  <a:cubicBezTo>
                    <a:pt x="29" y="184"/>
                    <a:pt x="72" y="203"/>
                    <a:pt x="113" y="203"/>
                  </a:cubicBezTo>
                  <a:cubicBezTo>
                    <a:pt x="127" y="203"/>
                    <a:pt x="140" y="201"/>
                    <a:pt x="153" y="197"/>
                  </a:cubicBezTo>
                  <a:cubicBezTo>
                    <a:pt x="206" y="180"/>
                    <a:pt x="223" y="110"/>
                    <a:pt x="206" y="61"/>
                  </a:cubicBezTo>
                  <a:cubicBezTo>
                    <a:pt x="194" y="20"/>
                    <a:pt x="151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0" name="Google Shape;16200;p41"/>
            <p:cNvSpPr/>
            <p:nvPr/>
          </p:nvSpPr>
          <p:spPr>
            <a:xfrm>
              <a:off x="4102125" y="315295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1" y="1"/>
                  </a:moveTo>
                  <a:cubicBezTo>
                    <a:pt x="116" y="1"/>
                    <a:pt x="100" y="5"/>
                    <a:pt x="87" y="14"/>
                  </a:cubicBezTo>
                  <a:cubicBezTo>
                    <a:pt x="33" y="35"/>
                    <a:pt x="0" y="84"/>
                    <a:pt x="17" y="138"/>
                  </a:cubicBezTo>
                  <a:cubicBezTo>
                    <a:pt x="33" y="154"/>
                    <a:pt x="33" y="171"/>
                    <a:pt x="50" y="187"/>
                  </a:cubicBezTo>
                  <a:cubicBezTo>
                    <a:pt x="76" y="199"/>
                    <a:pt x="100" y="210"/>
                    <a:pt x="124" y="210"/>
                  </a:cubicBezTo>
                  <a:cubicBezTo>
                    <a:pt x="133" y="210"/>
                    <a:pt x="143" y="208"/>
                    <a:pt x="153" y="204"/>
                  </a:cubicBezTo>
                  <a:cubicBezTo>
                    <a:pt x="206" y="187"/>
                    <a:pt x="223" y="154"/>
                    <a:pt x="223" y="117"/>
                  </a:cubicBezTo>
                  <a:lnTo>
                    <a:pt x="223" y="68"/>
                  </a:lnTo>
                  <a:cubicBezTo>
                    <a:pt x="211" y="29"/>
                    <a:pt x="171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1" name="Google Shape;16201;p41"/>
            <p:cNvSpPr/>
            <p:nvPr/>
          </p:nvSpPr>
          <p:spPr>
            <a:xfrm>
              <a:off x="4117175" y="3134375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124" y="1"/>
                  </a:moveTo>
                  <a:cubicBezTo>
                    <a:pt x="88" y="1"/>
                    <a:pt x="53" y="15"/>
                    <a:pt x="33" y="35"/>
                  </a:cubicBezTo>
                  <a:cubicBezTo>
                    <a:pt x="17" y="56"/>
                    <a:pt x="0" y="89"/>
                    <a:pt x="17" y="122"/>
                  </a:cubicBezTo>
                  <a:lnTo>
                    <a:pt x="17" y="138"/>
                  </a:lnTo>
                  <a:cubicBezTo>
                    <a:pt x="17" y="159"/>
                    <a:pt x="33" y="176"/>
                    <a:pt x="50" y="192"/>
                  </a:cubicBezTo>
                  <a:cubicBezTo>
                    <a:pt x="70" y="205"/>
                    <a:pt x="90" y="210"/>
                    <a:pt x="109" y="210"/>
                  </a:cubicBezTo>
                  <a:cubicBezTo>
                    <a:pt x="139" y="210"/>
                    <a:pt x="167" y="196"/>
                    <a:pt x="190" y="176"/>
                  </a:cubicBezTo>
                  <a:cubicBezTo>
                    <a:pt x="239" y="122"/>
                    <a:pt x="223" y="56"/>
                    <a:pt x="190" y="19"/>
                  </a:cubicBezTo>
                  <a:cubicBezTo>
                    <a:pt x="169" y="6"/>
                    <a:pt x="146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2" name="Google Shape;16202;p41"/>
            <p:cNvSpPr/>
            <p:nvPr/>
          </p:nvSpPr>
          <p:spPr>
            <a:xfrm>
              <a:off x="4097375" y="310160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2" y="1"/>
                  </a:moveTo>
                  <a:cubicBezTo>
                    <a:pt x="110" y="1"/>
                    <a:pt x="99" y="3"/>
                    <a:pt x="87" y="6"/>
                  </a:cubicBezTo>
                  <a:cubicBezTo>
                    <a:pt x="17" y="27"/>
                    <a:pt x="0" y="93"/>
                    <a:pt x="17" y="147"/>
                  </a:cubicBezTo>
                  <a:cubicBezTo>
                    <a:pt x="29" y="184"/>
                    <a:pt x="72" y="202"/>
                    <a:pt x="115" y="202"/>
                  </a:cubicBezTo>
                  <a:cubicBezTo>
                    <a:pt x="129" y="202"/>
                    <a:pt x="144" y="200"/>
                    <a:pt x="157" y="196"/>
                  </a:cubicBezTo>
                  <a:cubicBezTo>
                    <a:pt x="207" y="180"/>
                    <a:pt x="240" y="130"/>
                    <a:pt x="207" y="77"/>
                  </a:cubicBezTo>
                  <a:cubicBezTo>
                    <a:pt x="194" y="23"/>
                    <a:pt x="160" y="1"/>
                    <a:pt x="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3" name="Google Shape;16203;p41"/>
            <p:cNvSpPr/>
            <p:nvPr/>
          </p:nvSpPr>
          <p:spPr>
            <a:xfrm>
              <a:off x="4116750" y="31508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2" y="1"/>
                  </a:moveTo>
                  <a:cubicBezTo>
                    <a:pt x="88" y="1"/>
                    <a:pt x="75" y="6"/>
                    <a:pt x="67" y="16"/>
                  </a:cubicBezTo>
                  <a:cubicBezTo>
                    <a:pt x="50" y="16"/>
                    <a:pt x="17" y="33"/>
                    <a:pt x="17" y="66"/>
                  </a:cubicBezTo>
                  <a:cubicBezTo>
                    <a:pt x="1" y="82"/>
                    <a:pt x="1" y="120"/>
                    <a:pt x="1" y="153"/>
                  </a:cubicBezTo>
                  <a:cubicBezTo>
                    <a:pt x="25" y="189"/>
                    <a:pt x="58" y="210"/>
                    <a:pt x="96" y="210"/>
                  </a:cubicBezTo>
                  <a:cubicBezTo>
                    <a:pt x="109" y="210"/>
                    <a:pt x="123" y="207"/>
                    <a:pt x="137" y="202"/>
                  </a:cubicBezTo>
                  <a:cubicBezTo>
                    <a:pt x="186" y="185"/>
                    <a:pt x="223" y="120"/>
                    <a:pt x="207" y="66"/>
                  </a:cubicBezTo>
                  <a:cubicBezTo>
                    <a:pt x="186" y="49"/>
                    <a:pt x="170" y="16"/>
                    <a:pt x="137" y="16"/>
                  </a:cubicBezTo>
                  <a:cubicBezTo>
                    <a:pt x="128" y="6"/>
                    <a:pt x="115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4" name="Google Shape;16204;p41"/>
            <p:cNvSpPr/>
            <p:nvPr/>
          </p:nvSpPr>
          <p:spPr>
            <a:xfrm>
              <a:off x="4112425" y="3162625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4" y="0"/>
                  </a:moveTo>
                  <a:cubicBezTo>
                    <a:pt x="112" y="0"/>
                    <a:pt x="99" y="2"/>
                    <a:pt x="87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29" y="183"/>
                    <a:pt x="72" y="202"/>
                    <a:pt x="114" y="202"/>
                  </a:cubicBezTo>
                  <a:cubicBezTo>
                    <a:pt x="127" y="202"/>
                    <a:pt x="141" y="200"/>
                    <a:pt x="153" y="196"/>
                  </a:cubicBezTo>
                  <a:cubicBezTo>
                    <a:pt x="207" y="179"/>
                    <a:pt x="240" y="109"/>
                    <a:pt x="223" y="60"/>
                  </a:cubicBezTo>
                  <a:cubicBezTo>
                    <a:pt x="198" y="19"/>
                    <a:pt x="162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5" name="Google Shape;16205;p41"/>
            <p:cNvSpPr/>
            <p:nvPr/>
          </p:nvSpPr>
          <p:spPr>
            <a:xfrm>
              <a:off x="4140775" y="31640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6" y="0"/>
                  </a:moveTo>
                  <a:cubicBezTo>
                    <a:pt x="51" y="0"/>
                    <a:pt x="0" y="45"/>
                    <a:pt x="0" y="87"/>
                  </a:cubicBezTo>
                  <a:lnTo>
                    <a:pt x="0" y="141"/>
                  </a:lnTo>
                  <a:cubicBezTo>
                    <a:pt x="0" y="157"/>
                    <a:pt x="17" y="157"/>
                    <a:pt x="17" y="157"/>
                  </a:cubicBezTo>
                  <a:cubicBezTo>
                    <a:pt x="33" y="190"/>
                    <a:pt x="50" y="211"/>
                    <a:pt x="87" y="211"/>
                  </a:cubicBezTo>
                  <a:cubicBezTo>
                    <a:pt x="120" y="211"/>
                    <a:pt x="136" y="211"/>
                    <a:pt x="173" y="190"/>
                  </a:cubicBezTo>
                  <a:cubicBezTo>
                    <a:pt x="190" y="174"/>
                    <a:pt x="206" y="141"/>
                    <a:pt x="206" y="124"/>
                  </a:cubicBezTo>
                  <a:cubicBezTo>
                    <a:pt x="223" y="71"/>
                    <a:pt x="173" y="5"/>
                    <a:pt x="120" y="5"/>
                  </a:cubicBezTo>
                  <a:cubicBezTo>
                    <a:pt x="112" y="2"/>
                    <a:pt x="104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6" name="Google Shape;16206;p41"/>
            <p:cNvSpPr/>
            <p:nvPr/>
          </p:nvSpPr>
          <p:spPr>
            <a:xfrm>
              <a:off x="4002450" y="3012500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87" y="0"/>
                  </a:moveTo>
                  <a:cubicBezTo>
                    <a:pt x="70" y="0"/>
                    <a:pt x="37" y="17"/>
                    <a:pt x="17" y="33"/>
                  </a:cubicBezTo>
                  <a:cubicBezTo>
                    <a:pt x="0" y="50"/>
                    <a:pt x="0" y="87"/>
                    <a:pt x="0" y="120"/>
                  </a:cubicBezTo>
                  <a:lnTo>
                    <a:pt x="0" y="136"/>
                  </a:lnTo>
                  <a:cubicBezTo>
                    <a:pt x="17" y="153"/>
                    <a:pt x="17" y="169"/>
                    <a:pt x="37" y="190"/>
                  </a:cubicBezTo>
                  <a:cubicBezTo>
                    <a:pt x="56" y="202"/>
                    <a:pt x="77" y="207"/>
                    <a:pt x="99" y="207"/>
                  </a:cubicBezTo>
                  <a:cubicBezTo>
                    <a:pt x="134" y="207"/>
                    <a:pt x="169" y="192"/>
                    <a:pt x="190" y="169"/>
                  </a:cubicBezTo>
                  <a:cubicBezTo>
                    <a:pt x="223" y="120"/>
                    <a:pt x="223" y="50"/>
                    <a:pt x="173" y="17"/>
                  </a:cubicBezTo>
                  <a:cubicBezTo>
                    <a:pt x="157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7" name="Google Shape;16207;p41"/>
            <p:cNvSpPr/>
            <p:nvPr/>
          </p:nvSpPr>
          <p:spPr>
            <a:xfrm>
              <a:off x="4002025" y="299647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01" y="0"/>
                  </a:moveTo>
                  <a:cubicBezTo>
                    <a:pt x="53" y="0"/>
                    <a:pt x="17" y="35"/>
                    <a:pt x="17" y="89"/>
                  </a:cubicBezTo>
                  <a:cubicBezTo>
                    <a:pt x="1" y="109"/>
                    <a:pt x="17" y="126"/>
                    <a:pt x="17" y="142"/>
                  </a:cubicBezTo>
                  <a:cubicBezTo>
                    <a:pt x="17" y="142"/>
                    <a:pt x="17" y="159"/>
                    <a:pt x="34" y="159"/>
                  </a:cubicBezTo>
                  <a:cubicBezTo>
                    <a:pt x="54" y="192"/>
                    <a:pt x="71" y="192"/>
                    <a:pt x="104" y="212"/>
                  </a:cubicBezTo>
                  <a:cubicBezTo>
                    <a:pt x="120" y="212"/>
                    <a:pt x="157" y="192"/>
                    <a:pt x="174" y="192"/>
                  </a:cubicBezTo>
                  <a:cubicBezTo>
                    <a:pt x="207" y="175"/>
                    <a:pt x="207" y="142"/>
                    <a:pt x="223" y="126"/>
                  </a:cubicBezTo>
                  <a:cubicBezTo>
                    <a:pt x="223" y="89"/>
                    <a:pt x="223" y="56"/>
                    <a:pt x="207" y="39"/>
                  </a:cubicBezTo>
                  <a:cubicBezTo>
                    <a:pt x="190" y="23"/>
                    <a:pt x="157" y="6"/>
                    <a:pt x="137" y="6"/>
                  </a:cubicBezTo>
                  <a:cubicBezTo>
                    <a:pt x="124" y="2"/>
                    <a:pt x="113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8" name="Google Shape;16208;p41"/>
            <p:cNvSpPr/>
            <p:nvPr/>
          </p:nvSpPr>
          <p:spPr>
            <a:xfrm>
              <a:off x="3999050" y="31034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04" y="0"/>
                  </a:moveTo>
                  <a:cubicBezTo>
                    <a:pt x="54" y="0"/>
                    <a:pt x="17" y="33"/>
                    <a:pt x="17" y="91"/>
                  </a:cubicBezTo>
                  <a:cubicBezTo>
                    <a:pt x="0" y="108"/>
                    <a:pt x="0" y="124"/>
                    <a:pt x="17" y="141"/>
                  </a:cubicBezTo>
                  <a:cubicBezTo>
                    <a:pt x="17" y="141"/>
                    <a:pt x="17" y="161"/>
                    <a:pt x="33" y="161"/>
                  </a:cubicBezTo>
                  <a:cubicBezTo>
                    <a:pt x="50" y="194"/>
                    <a:pt x="70" y="194"/>
                    <a:pt x="103" y="211"/>
                  </a:cubicBezTo>
                  <a:cubicBezTo>
                    <a:pt x="153" y="211"/>
                    <a:pt x="206" y="178"/>
                    <a:pt x="223" y="124"/>
                  </a:cubicBezTo>
                  <a:cubicBezTo>
                    <a:pt x="223" y="91"/>
                    <a:pt x="206" y="58"/>
                    <a:pt x="206" y="38"/>
                  </a:cubicBezTo>
                  <a:cubicBezTo>
                    <a:pt x="190" y="21"/>
                    <a:pt x="153" y="5"/>
                    <a:pt x="136" y="5"/>
                  </a:cubicBezTo>
                  <a:cubicBezTo>
                    <a:pt x="125" y="2"/>
                    <a:pt x="114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9" name="Google Shape;16209;p41"/>
            <p:cNvSpPr/>
            <p:nvPr/>
          </p:nvSpPr>
          <p:spPr>
            <a:xfrm>
              <a:off x="4002450" y="30708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40" y="1"/>
                  </a:moveTo>
                  <a:cubicBezTo>
                    <a:pt x="70" y="1"/>
                    <a:pt x="17" y="38"/>
                    <a:pt x="17" y="87"/>
                  </a:cubicBezTo>
                  <a:cubicBezTo>
                    <a:pt x="0" y="104"/>
                    <a:pt x="17" y="124"/>
                    <a:pt x="17" y="141"/>
                  </a:cubicBezTo>
                  <a:cubicBezTo>
                    <a:pt x="17" y="157"/>
                    <a:pt x="17" y="157"/>
                    <a:pt x="37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1" y="210"/>
                    <a:pt x="119" y="211"/>
                    <a:pt x="127" y="211"/>
                  </a:cubicBezTo>
                  <a:cubicBezTo>
                    <a:pt x="171" y="211"/>
                    <a:pt x="209" y="166"/>
                    <a:pt x="223" y="124"/>
                  </a:cubicBezTo>
                  <a:cubicBezTo>
                    <a:pt x="223" y="104"/>
                    <a:pt x="223" y="71"/>
                    <a:pt x="206" y="54"/>
                  </a:cubicBezTo>
                  <a:cubicBezTo>
                    <a:pt x="190" y="21"/>
                    <a:pt x="157" y="2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0" name="Google Shape;16210;p41"/>
            <p:cNvSpPr/>
            <p:nvPr/>
          </p:nvSpPr>
          <p:spPr>
            <a:xfrm>
              <a:off x="3997300" y="3024275"/>
              <a:ext cx="5175" cy="5050"/>
            </a:xfrm>
            <a:custGeom>
              <a:avLst/>
              <a:gdLst/>
              <a:ahLst/>
              <a:cxnLst/>
              <a:rect l="l" t="t" r="r" b="b"/>
              <a:pathLst>
                <a:path w="207" h="202" extrusionOk="0">
                  <a:moveTo>
                    <a:pt x="95" y="1"/>
                  </a:moveTo>
                  <a:cubicBezTo>
                    <a:pt x="76" y="1"/>
                    <a:pt x="61" y="13"/>
                    <a:pt x="37" y="28"/>
                  </a:cubicBezTo>
                  <a:cubicBezTo>
                    <a:pt x="17" y="44"/>
                    <a:pt x="0" y="61"/>
                    <a:pt x="0" y="94"/>
                  </a:cubicBezTo>
                  <a:lnTo>
                    <a:pt x="0" y="147"/>
                  </a:lnTo>
                  <a:cubicBezTo>
                    <a:pt x="17" y="147"/>
                    <a:pt x="17" y="164"/>
                    <a:pt x="17" y="164"/>
                  </a:cubicBezTo>
                  <a:cubicBezTo>
                    <a:pt x="37" y="180"/>
                    <a:pt x="70" y="197"/>
                    <a:pt x="87" y="197"/>
                  </a:cubicBezTo>
                  <a:cubicBezTo>
                    <a:pt x="96" y="200"/>
                    <a:pt x="105" y="201"/>
                    <a:pt x="115" y="201"/>
                  </a:cubicBezTo>
                  <a:cubicBezTo>
                    <a:pt x="161" y="201"/>
                    <a:pt x="206" y="169"/>
                    <a:pt x="206" y="110"/>
                  </a:cubicBezTo>
                  <a:cubicBezTo>
                    <a:pt x="206" y="94"/>
                    <a:pt x="206" y="61"/>
                    <a:pt x="190" y="44"/>
                  </a:cubicBezTo>
                  <a:cubicBezTo>
                    <a:pt x="173" y="28"/>
                    <a:pt x="157" y="7"/>
                    <a:pt x="120" y="7"/>
                  </a:cubicBezTo>
                  <a:cubicBezTo>
                    <a:pt x="110" y="3"/>
                    <a:pt x="102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1" name="Google Shape;16211;p41"/>
            <p:cNvSpPr/>
            <p:nvPr/>
          </p:nvSpPr>
          <p:spPr>
            <a:xfrm>
              <a:off x="3989550" y="3092225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120" y="0"/>
                  </a:moveTo>
                  <a:cubicBezTo>
                    <a:pt x="105" y="0"/>
                    <a:pt x="89" y="2"/>
                    <a:pt x="71" y="6"/>
                  </a:cubicBezTo>
                  <a:cubicBezTo>
                    <a:pt x="17" y="23"/>
                    <a:pt x="1" y="93"/>
                    <a:pt x="17" y="142"/>
                  </a:cubicBezTo>
                  <a:cubicBezTo>
                    <a:pt x="33" y="183"/>
                    <a:pt x="74" y="202"/>
                    <a:pt x="117" y="202"/>
                  </a:cubicBezTo>
                  <a:cubicBezTo>
                    <a:pt x="130" y="202"/>
                    <a:pt x="144" y="200"/>
                    <a:pt x="158" y="196"/>
                  </a:cubicBezTo>
                  <a:cubicBezTo>
                    <a:pt x="207" y="175"/>
                    <a:pt x="244" y="109"/>
                    <a:pt x="207" y="56"/>
                  </a:cubicBezTo>
                  <a:cubicBezTo>
                    <a:pt x="195" y="19"/>
                    <a:pt x="164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2" name="Google Shape;16212;p41"/>
            <p:cNvSpPr/>
            <p:nvPr/>
          </p:nvSpPr>
          <p:spPr>
            <a:xfrm>
              <a:off x="3990500" y="3063925"/>
              <a:ext cx="6000" cy="5375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01" y="0"/>
                  </a:moveTo>
                  <a:cubicBezTo>
                    <a:pt x="90" y="0"/>
                    <a:pt x="78" y="2"/>
                    <a:pt x="66" y="4"/>
                  </a:cubicBezTo>
                  <a:cubicBezTo>
                    <a:pt x="17" y="37"/>
                    <a:pt x="0" y="91"/>
                    <a:pt x="17" y="141"/>
                  </a:cubicBezTo>
                  <a:cubicBezTo>
                    <a:pt x="30" y="185"/>
                    <a:pt x="80" y="215"/>
                    <a:pt x="125" y="215"/>
                  </a:cubicBezTo>
                  <a:cubicBezTo>
                    <a:pt x="135" y="215"/>
                    <a:pt x="144" y="214"/>
                    <a:pt x="153" y="211"/>
                  </a:cubicBezTo>
                  <a:cubicBezTo>
                    <a:pt x="206" y="174"/>
                    <a:pt x="239" y="124"/>
                    <a:pt x="206" y="70"/>
                  </a:cubicBezTo>
                  <a:cubicBezTo>
                    <a:pt x="189" y="30"/>
                    <a:pt x="153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3" name="Google Shape;16213;p41"/>
            <p:cNvSpPr/>
            <p:nvPr/>
          </p:nvSpPr>
          <p:spPr>
            <a:xfrm>
              <a:off x="3995125" y="30519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54" y="0"/>
                    <a:pt x="1" y="33"/>
                    <a:pt x="1" y="87"/>
                  </a:cubicBezTo>
                  <a:lnTo>
                    <a:pt x="1" y="136"/>
                  </a:lnTo>
                  <a:cubicBezTo>
                    <a:pt x="1" y="157"/>
                    <a:pt x="21" y="157"/>
                    <a:pt x="21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94" y="208"/>
                    <a:pt x="101" y="209"/>
                    <a:pt x="108" y="209"/>
                  </a:cubicBezTo>
                  <a:cubicBezTo>
                    <a:pt x="153" y="209"/>
                    <a:pt x="192" y="166"/>
                    <a:pt x="207" y="120"/>
                  </a:cubicBezTo>
                  <a:cubicBezTo>
                    <a:pt x="207" y="103"/>
                    <a:pt x="207" y="70"/>
                    <a:pt x="190" y="54"/>
                  </a:cubicBezTo>
                  <a:cubicBezTo>
                    <a:pt x="174" y="17"/>
                    <a:pt x="141" y="17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4" name="Google Shape;16214;p41"/>
            <p:cNvSpPr/>
            <p:nvPr/>
          </p:nvSpPr>
          <p:spPr>
            <a:xfrm>
              <a:off x="3989150" y="30777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71" y="1"/>
                    <a:pt x="17" y="34"/>
                    <a:pt x="0" y="87"/>
                  </a:cubicBezTo>
                  <a:lnTo>
                    <a:pt x="0" y="137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3" y="190"/>
                    <a:pt x="71" y="207"/>
                    <a:pt x="87" y="207"/>
                  </a:cubicBezTo>
                  <a:cubicBezTo>
                    <a:pt x="96" y="209"/>
                    <a:pt x="105" y="210"/>
                    <a:pt x="114" y="210"/>
                  </a:cubicBezTo>
                  <a:cubicBezTo>
                    <a:pt x="169" y="210"/>
                    <a:pt x="207" y="167"/>
                    <a:pt x="207" y="120"/>
                  </a:cubicBezTo>
                  <a:cubicBezTo>
                    <a:pt x="207" y="104"/>
                    <a:pt x="207" y="71"/>
                    <a:pt x="190" y="54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5" name="Google Shape;16215;p41"/>
            <p:cNvSpPr/>
            <p:nvPr/>
          </p:nvSpPr>
          <p:spPr>
            <a:xfrm>
              <a:off x="3996050" y="30382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lnTo>
                    <a:pt x="1" y="120"/>
                  </a:lnTo>
                  <a:lnTo>
                    <a:pt x="1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4" y="190"/>
                    <a:pt x="50" y="207"/>
                    <a:pt x="87" y="207"/>
                  </a:cubicBezTo>
                  <a:cubicBezTo>
                    <a:pt x="120" y="207"/>
                    <a:pt x="137" y="207"/>
                    <a:pt x="170" y="190"/>
                  </a:cubicBezTo>
                  <a:cubicBezTo>
                    <a:pt x="190" y="170"/>
                    <a:pt x="207" y="153"/>
                    <a:pt x="207" y="120"/>
                  </a:cubicBezTo>
                  <a:cubicBezTo>
                    <a:pt x="207" y="104"/>
                    <a:pt x="207" y="67"/>
                    <a:pt x="190" y="50"/>
                  </a:cubicBezTo>
                  <a:cubicBezTo>
                    <a:pt x="170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6" name="Google Shape;16216;p41"/>
            <p:cNvSpPr/>
            <p:nvPr/>
          </p:nvSpPr>
          <p:spPr>
            <a:xfrm>
              <a:off x="4014500" y="30038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1"/>
                  </a:moveTo>
                  <a:cubicBezTo>
                    <a:pt x="104" y="1"/>
                    <a:pt x="71" y="1"/>
                    <a:pt x="50" y="21"/>
                  </a:cubicBezTo>
                  <a:cubicBezTo>
                    <a:pt x="34" y="38"/>
                    <a:pt x="17" y="54"/>
                    <a:pt x="17" y="87"/>
                  </a:cubicBezTo>
                  <a:cubicBezTo>
                    <a:pt x="1" y="104"/>
                    <a:pt x="1" y="124"/>
                    <a:pt x="17" y="141"/>
                  </a:cubicBezTo>
                  <a:cubicBezTo>
                    <a:pt x="17" y="141"/>
                    <a:pt x="17" y="157"/>
                    <a:pt x="34" y="157"/>
                  </a:cubicBezTo>
                  <a:cubicBezTo>
                    <a:pt x="50" y="190"/>
                    <a:pt x="71" y="190"/>
                    <a:pt x="104" y="207"/>
                  </a:cubicBezTo>
                  <a:cubicBezTo>
                    <a:pt x="153" y="207"/>
                    <a:pt x="207" y="174"/>
                    <a:pt x="223" y="124"/>
                  </a:cubicBezTo>
                  <a:cubicBezTo>
                    <a:pt x="223" y="87"/>
                    <a:pt x="207" y="54"/>
                    <a:pt x="207" y="38"/>
                  </a:cubicBezTo>
                  <a:cubicBezTo>
                    <a:pt x="190" y="2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7" name="Google Shape;16217;p41"/>
            <p:cNvSpPr/>
            <p:nvPr/>
          </p:nvSpPr>
          <p:spPr>
            <a:xfrm>
              <a:off x="4016250" y="29897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lnTo>
                    <a:pt x="1" y="137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4" y="191"/>
                    <a:pt x="67" y="207"/>
                    <a:pt x="83" y="207"/>
                  </a:cubicBezTo>
                  <a:cubicBezTo>
                    <a:pt x="93" y="209"/>
                    <a:pt x="102" y="210"/>
                    <a:pt x="110" y="210"/>
                  </a:cubicBezTo>
                  <a:cubicBezTo>
                    <a:pt x="167" y="210"/>
                    <a:pt x="207" y="167"/>
                    <a:pt x="207" y="120"/>
                  </a:cubicBezTo>
                  <a:cubicBezTo>
                    <a:pt x="207" y="104"/>
                    <a:pt x="207" y="71"/>
                    <a:pt x="186" y="50"/>
                  </a:cubicBezTo>
                  <a:cubicBezTo>
                    <a:pt x="170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8" name="Google Shape;16218;p41"/>
            <p:cNvSpPr/>
            <p:nvPr/>
          </p:nvSpPr>
          <p:spPr>
            <a:xfrm>
              <a:off x="4017500" y="297382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20" y="1"/>
                  </a:moveTo>
                  <a:cubicBezTo>
                    <a:pt x="87" y="1"/>
                    <a:pt x="70" y="1"/>
                    <a:pt x="33" y="34"/>
                  </a:cubicBezTo>
                  <a:cubicBezTo>
                    <a:pt x="17" y="50"/>
                    <a:pt x="17" y="67"/>
                    <a:pt x="0" y="88"/>
                  </a:cubicBezTo>
                  <a:cubicBezTo>
                    <a:pt x="0" y="104"/>
                    <a:pt x="0" y="121"/>
                    <a:pt x="17" y="137"/>
                  </a:cubicBezTo>
                  <a:cubicBezTo>
                    <a:pt x="33" y="170"/>
                    <a:pt x="54" y="207"/>
                    <a:pt x="103" y="207"/>
                  </a:cubicBezTo>
                  <a:cubicBezTo>
                    <a:pt x="157" y="207"/>
                    <a:pt x="206" y="170"/>
                    <a:pt x="223" y="121"/>
                  </a:cubicBezTo>
                  <a:cubicBezTo>
                    <a:pt x="223" y="88"/>
                    <a:pt x="206" y="67"/>
                    <a:pt x="190" y="34"/>
                  </a:cubicBezTo>
                  <a:cubicBezTo>
                    <a:pt x="173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9" name="Google Shape;16219;p41"/>
            <p:cNvSpPr/>
            <p:nvPr/>
          </p:nvSpPr>
          <p:spPr>
            <a:xfrm>
              <a:off x="4012350" y="3020225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70" y="0"/>
                    <a:pt x="17" y="33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cubicBezTo>
                    <a:pt x="17" y="153"/>
                    <a:pt x="17" y="153"/>
                    <a:pt x="33" y="169"/>
                  </a:cubicBezTo>
                  <a:cubicBezTo>
                    <a:pt x="54" y="190"/>
                    <a:pt x="70" y="206"/>
                    <a:pt x="103" y="206"/>
                  </a:cubicBezTo>
                  <a:cubicBezTo>
                    <a:pt x="120" y="206"/>
                    <a:pt x="157" y="206"/>
                    <a:pt x="173" y="190"/>
                  </a:cubicBezTo>
                  <a:cubicBezTo>
                    <a:pt x="190" y="169"/>
                    <a:pt x="206" y="153"/>
                    <a:pt x="223" y="120"/>
                  </a:cubicBezTo>
                  <a:cubicBezTo>
                    <a:pt x="223" y="87"/>
                    <a:pt x="206" y="66"/>
                    <a:pt x="190" y="50"/>
                  </a:cubicBezTo>
                  <a:cubicBezTo>
                    <a:pt x="173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0" name="Google Shape;16220;p41"/>
            <p:cNvSpPr/>
            <p:nvPr/>
          </p:nvSpPr>
          <p:spPr>
            <a:xfrm>
              <a:off x="4006775" y="3057950"/>
              <a:ext cx="5600" cy="5400"/>
            </a:xfrm>
            <a:custGeom>
              <a:avLst/>
              <a:gdLst/>
              <a:ahLst/>
              <a:cxnLst/>
              <a:rect l="l" t="t" r="r" b="b"/>
              <a:pathLst>
                <a:path w="224" h="216" extrusionOk="0">
                  <a:moveTo>
                    <a:pt x="120" y="0"/>
                  </a:moveTo>
                  <a:cubicBezTo>
                    <a:pt x="71" y="0"/>
                    <a:pt x="17" y="37"/>
                    <a:pt x="0" y="87"/>
                  </a:cubicBezTo>
                  <a:lnTo>
                    <a:pt x="0" y="157"/>
                  </a:lnTo>
                  <a:cubicBezTo>
                    <a:pt x="17" y="157"/>
                    <a:pt x="17" y="157"/>
                    <a:pt x="17" y="173"/>
                  </a:cubicBezTo>
                  <a:cubicBezTo>
                    <a:pt x="33" y="190"/>
                    <a:pt x="71" y="206"/>
                    <a:pt x="87" y="206"/>
                  </a:cubicBezTo>
                  <a:cubicBezTo>
                    <a:pt x="97" y="213"/>
                    <a:pt x="105" y="215"/>
                    <a:pt x="113" y="215"/>
                  </a:cubicBezTo>
                  <a:cubicBezTo>
                    <a:pt x="132" y="215"/>
                    <a:pt x="148" y="201"/>
                    <a:pt x="174" y="190"/>
                  </a:cubicBezTo>
                  <a:cubicBezTo>
                    <a:pt x="190" y="173"/>
                    <a:pt x="207" y="157"/>
                    <a:pt x="207" y="124"/>
                  </a:cubicBezTo>
                  <a:cubicBezTo>
                    <a:pt x="223" y="70"/>
                    <a:pt x="174" y="2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1" name="Google Shape;16221;p41"/>
            <p:cNvSpPr/>
            <p:nvPr/>
          </p:nvSpPr>
          <p:spPr>
            <a:xfrm>
              <a:off x="4008950" y="30316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26" y="1"/>
                  </a:moveTo>
                  <a:cubicBezTo>
                    <a:pt x="112" y="1"/>
                    <a:pt x="99" y="3"/>
                    <a:pt x="87" y="7"/>
                  </a:cubicBezTo>
                  <a:cubicBezTo>
                    <a:pt x="33" y="24"/>
                    <a:pt x="0" y="77"/>
                    <a:pt x="33" y="147"/>
                  </a:cubicBezTo>
                  <a:cubicBezTo>
                    <a:pt x="33" y="147"/>
                    <a:pt x="50" y="164"/>
                    <a:pt x="50" y="180"/>
                  </a:cubicBezTo>
                  <a:cubicBezTo>
                    <a:pt x="76" y="192"/>
                    <a:pt x="100" y="204"/>
                    <a:pt x="129" y="204"/>
                  </a:cubicBezTo>
                  <a:cubicBezTo>
                    <a:pt x="142" y="204"/>
                    <a:pt x="155" y="202"/>
                    <a:pt x="169" y="197"/>
                  </a:cubicBezTo>
                  <a:cubicBezTo>
                    <a:pt x="206" y="180"/>
                    <a:pt x="223" y="147"/>
                    <a:pt x="223" y="110"/>
                  </a:cubicBezTo>
                  <a:lnTo>
                    <a:pt x="223" y="61"/>
                  </a:lnTo>
                  <a:cubicBezTo>
                    <a:pt x="210" y="20"/>
                    <a:pt x="167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2" name="Google Shape;16222;p41"/>
            <p:cNvSpPr/>
            <p:nvPr/>
          </p:nvSpPr>
          <p:spPr>
            <a:xfrm>
              <a:off x="3999875" y="308447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4"/>
                    <a:pt x="0" y="94"/>
                    <a:pt x="37" y="143"/>
                  </a:cubicBezTo>
                  <a:cubicBezTo>
                    <a:pt x="50" y="184"/>
                    <a:pt x="81" y="203"/>
                    <a:pt x="126" y="203"/>
                  </a:cubicBezTo>
                  <a:cubicBezTo>
                    <a:pt x="140" y="203"/>
                    <a:pt x="156" y="201"/>
                    <a:pt x="173" y="197"/>
                  </a:cubicBezTo>
                  <a:cubicBezTo>
                    <a:pt x="223" y="176"/>
                    <a:pt x="243" y="127"/>
                    <a:pt x="223" y="57"/>
                  </a:cubicBezTo>
                  <a:cubicBezTo>
                    <a:pt x="210" y="19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3" name="Google Shape;16223;p41"/>
            <p:cNvSpPr/>
            <p:nvPr/>
          </p:nvSpPr>
          <p:spPr>
            <a:xfrm>
              <a:off x="4008950" y="3044650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03" y="0"/>
                  </a:moveTo>
                  <a:cubicBezTo>
                    <a:pt x="66" y="0"/>
                    <a:pt x="33" y="17"/>
                    <a:pt x="17" y="37"/>
                  </a:cubicBezTo>
                  <a:cubicBezTo>
                    <a:pt x="0" y="70"/>
                    <a:pt x="0" y="87"/>
                    <a:pt x="0" y="120"/>
                  </a:cubicBezTo>
                  <a:cubicBezTo>
                    <a:pt x="0" y="120"/>
                    <a:pt x="0" y="141"/>
                    <a:pt x="17" y="141"/>
                  </a:cubicBezTo>
                  <a:cubicBezTo>
                    <a:pt x="17" y="157"/>
                    <a:pt x="33" y="174"/>
                    <a:pt x="33" y="190"/>
                  </a:cubicBezTo>
                  <a:cubicBezTo>
                    <a:pt x="53" y="203"/>
                    <a:pt x="76" y="208"/>
                    <a:pt x="98" y="208"/>
                  </a:cubicBezTo>
                  <a:cubicBezTo>
                    <a:pt x="133" y="208"/>
                    <a:pt x="167" y="194"/>
                    <a:pt x="190" y="174"/>
                  </a:cubicBezTo>
                  <a:cubicBezTo>
                    <a:pt x="206" y="157"/>
                    <a:pt x="206" y="120"/>
                    <a:pt x="206" y="87"/>
                  </a:cubicBezTo>
                  <a:cubicBezTo>
                    <a:pt x="206" y="70"/>
                    <a:pt x="190" y="3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4" name="Google Shape;16224;p41"/>
            <p:cNvSpPr/>
            <p:nvPr/>
          </p:nvSpPr>
          <p:spPr>
            <a:xfrm>
              <a:off x="4046250" y="31248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6" y="0"/>
                  </a:moveTo>
                  <a:cubicBezTo>
                    <a:pt x="41" y="0"/>
                    <a:pt x="1" y="46"/>
                    <a:pt x="1" y="90"/>
                  </a:cubicBezTo>
                  <a:lnTo>
                    <a:pt x="1" y="143"/>
                  </a:lnTo>
                  <a:cubicBezTo>
                    <a:pt x="1" y="160"/>
                    <a:pt x="17" y="160"/>
                    <a:pt x="17" y="160"/>
                  </a:cubicBezTo>
                  <a:cubicBezTo>
                    <a:pt x="38" y="193"/>
                    <a:pt x="54" y="209"/>
                    <a:pt x="87" y="209"/>
                  </a:cubicBezTo>
                  <a:cubicBezTo>
                    <a:pt x="104" y="209"/>
                    <a:pt x="141" y="209"/>
                    <a:pt x="157" y="193"/>
                  </a:cubicBezTo>
                  <a:cubicBezTo>
                    <a:pt x="190" y="176"/>
                    <a:pt x="207" y="143"/>
                    <a:pt x="207" y="127"/>
                  </a:cubicBezTo>
                  <a:cubicBezTo>
                    <a:pt x="207" y="90"/>
                    <a:pt x="207" y="73"/>
                    <a:pt x="190" y="40"/>
                  </a:cubicBezTo>
                  <a:cubicBezTo>
                    <a:pt x="174" y="24"/>
                    <a:pt x="141" y="3"/>
                    <a:pt x="120" y="3"/>
                  </a:cubicBezTo>
                  <a:cubicBezTo>
                    <a:pt x="112" y="1"/>
                    <a:pt x="104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5" name="Google Shape;16225;p41"/>
            <p:cNvSpPr/>
            <p:nvPr/>
          </p:nvSpPr>
          <p:spPr>
            <a:xfrm>
              <a:off x="4040275" y="315110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7" y="1"/>
                  </a:moveTo>
                  <a:cubicBezTo>
                    <a:pt x="55" y="1"/>
                    <a:pt x="14" y="46"/>
                    <a:pt x="0" y="88"/>
                  </a:cubicBezTo>
                  <a:lnTo>
                    <a:pt x="0" y="142"/>
                  </a:lnTo>
                  <a:cubicBezTo>
                    <a:pt x="17" y="142"/>
                    <a:pt x="17" y="158"/>
                    <a:pt x="17" y="158"/>
                  </a:cubicBezTo>
                  <a:cubicBezTo>
                    <a:pt x="33" y="191"/>
                    <a:pt x="70" y="212"/>
                    <a:pt x="87" y="212"/>
                  </a:cubicBezTo>
                  <a:cubicBezTo>
                    <a:pt x="136" y="212"/>
                    <a:pt x="207" y="174"/>
                    <a:pt x="207" y="125"/>
                  </a:cubicBezTo>
                  <a:cubicBezTo>
                    <a:pt x="207" y="88"/>
                    <a:pt x="207" y="71"/>
                    <a:pt x="190" y="38"/>
                  </a:cubicBezTo>
                  <a:cubicBezTo>
                    <a:pt x="174" y="22"/>
                    <a:pt x="153" y="5"/>
                    <a:pt x="120" y="5"/>
                  </a:cubicBezTo>
                  <a:cubicBezTo>
                    <a:pt x="112" y="2"/>
                    <a:pt x="10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6" name="Google Shape;16226;p41"/>
            <p:cNvSpPr/>
            <p:nvPr/>
          </p:nvSpPr>
          <p:spPr>
            <a:xfrm>
              <a:off x="4037275" y="31649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2" y="0"/>
                  </a:moveTo>
                  <a:cubicBezTo>
                    <a:pt x="80" y="0"/>
                    <a:pt x="48" y="14"/>
                    <a:pt x="17" y="35"/>
                  </a:cubicBezTo>
                  <a:cubicBezTo>
                    <a:pt x="1" y="51"/>
                    <a:pt x="1" y="88"/>
                    <a:pt x="1" y="121"/>
                  </a:cubicBezTo>
                  <a:cubicBezTo>
                    <a:pt x="1" y="121"/>
                    <a:pt x="1" y="138"/>
                    <a:pt x="17" y="138"/>
                  </a:cubicBezTo>
                  <a:cubicBezTo>
                    <a:pt x="17" y="154"/>
                    <a:pt x="34" y="175"/>
                    <a:pt x="34" y="191"/>
                  </a:cubicBezTo>
                  <a:cubicBezTo>
                    <a:pt x="54" y="204"/>
                    <a:pt x="77" y="209"/>
                    <a:pt x="98" y="209"/>
                  </a:cubicBezTo>
                  <a:cubicBezTo>
                    <a:pt x="134" y="209"/>
                    <a:pt x="168" y="195"/>
                    <a:pt x="190" y="175"/>
                  </a:cubicBezTo>
                  <a:cubicBezTo>
                    <a:pt x="223" y="121"/>
                    <a:pt x="223" y="51"/>
                    <a:pt x="170" y="18"/>
                  </a:cubicBezTo>
                  <a:cubicBezTo>
                    <a:pt x="151" y="6"/>
                    <a:pt x="131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7" name="Google Shape;16227;p41"/>
            <p:cNvSpPr/>
            <p:nvPr/>
          </p:nvSpPr>
          <p:spPr>
            <a:xfrm>
              <a:off x="4033775" y="31262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4" y="1"/>
                  </a:moveTo>
                  <a:cubicBezTo>
                    <a:pt x="54" y="1"/>
                    <a:pt x="1" y="34"/>
                    <a:pt x="1" y="87"/>
                  </a:cubicBezTo>
                  <a:lnTo>
                    <a:pt x="1" y="137"/>
                  </a:lnTo>
                  <a:cubicBezTo>
                    <a:pt x="1" y="153"/>
                    <a:pt x="21" y="153"/>
                    <a:pt x="21" y="174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04" y="207"/>
                    <a:pt x="141" y="207"/>
                    <a:pt x="157" y="190"/>
                  </a:cubicBezTo>
                  <a:cubicBezTo>
                    <a:pt x="190" y="174"/>
                    <a:pt x="207" y="153"/>
                    <a:pt x="207" y="120"/>
                  </a:cubicBezTo>
                  <a:cubicBezTo>
                    <a:pt x="207" y="71"/>
                    <a:pt x="174" y="17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8" name="Google Shape;16228;p41"/>
            <p:cNvSpPr/>
            <p:nvPr/>
          </p:nvSpPr>
          <p:spPr>
            <a:xfrm>
              <a:off x="4029550" y="31391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67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36"/>
                  </a:cubicBezTo>
                  <a:lnTo>
                    <a:pt x="17" y="173"/>
                  </a:lnTo>
                  <a:cubicBezTo>
                    <a:pt x="34" y="190"/>
                    <a:pt x="67" y="206"/>
                    <a:pt x="87" y="206"/>
                  </a:cubicBezTo>
                  <a:cubicBezTo>
                    <a:pt x="96" y="208"/>
                    <a:pt x="105" y="209"/>
                    <a:pt x="113" y="209"/>
                  </a:cubicBezTo>
                  <a:cubicBezTo>
                    <a:pt x="167" y="209"/>
                    <a:pt x="207" y="166"/>
                    <a:pt x="207" y="120"/>
                  </a:cubicBezTo>
                  <a:cubicBezTo>
                    <a:pt x="223" y="103"/>
                    <a:pt x="207" y="70"/>
                    <a:pt x="190" y="50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9" name="Google Shape;16229;p41"/>
            <p:cNvSpPr/>
            <p:nvPr/>
          </p:nvSpPr>
          <p:spPr>
            <a:xfrm>
              <a:off x="3996050" y="3115400"/>
              <a:ext cx="4775" cy="5225"/>
            </a:xfrm>
            <a:custGeom>
              <a:avLst/>
              <a:gdLst/>
              <a:ahLst/>
              <a:cxnLst/>
              <a:rect l="l" t="t" r="r" b="b"/>
              <a:pathLst>
                <a:path w="191" h="209" extrusionOk="0">
                  <a:moveTo>
                    <a:pt x="89" y="1"/>
                  </a:moveTo>
                  <a:cubicBezTo>
                    <a:pt x="77" y="1"/>
                    <a:pt x="64" y="3"/>
                    <a:pt x="50" y="7"/>
                  </a:cubicBezTo>
                  <a:cubicBezTo>
                    <a:pt x="34" y="7"/>
                    <a:pt x="17" y="23"/>
                    <a:pt x="1" y="40"/>
                  </a:cubicBezTo>
                  <a:cubicBezTo>
                    <a:pt x="17" y="94"/>
                    <a:pt x="50" y="143"/>
                    <a:pt x="67" y="197"/>
                  </a:cubicBezTo>
                  <a:cubicBezTo>
                    <a:pt x="77" y="205"/>
                    <a:pt x="86" y="209"/>
                    <a:pt x="95" y="209"/>
                  </a:cubicBezTo>
                  <a:cubicBezTo>
                    <a:pt x="104" y="209"/>
                    <a:pt x="112" y="205"/>
                    <a:pt x="120" y="197"/>
                  </a:cubicBezTo>
                  <a:cubicBezTo>
                    <a:pt x="153" y="176"/>
                    <a:pt x="190" y="143"/>
                    <a:pt x="190" y="110"/>
                  </a:cubicBezTo>
                  <a:lnTo>
                    <a:pt x="190" y="56"/>
                  </a:lnTo>
                  <a:cubicBezTo>
                    <a:pt x="162" y="19"/>
                    <a:pt x="128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0" name="Google Shape;16230;p41"/>
            <p:cNvSpPr/>
            <p:nvPr/>
          </p:nvSpPr>
          <p:spPr>
            <a:xfrm>
              <a:off x="4042425" y="3139000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0" y="1"/>
                  </a:moveTo>
                  <a:cubicBezTo>
                    <a:pt x="82" y="1"/>
                    <a:pt x="52" y="13"/>
                    <a:pt x="34" y="40"/>
                  </a:cubicBezTo>
                  <a:cubicBezTo>
                    <a:pt x="17" y="57"/>
                    <a:pt x="1" y="94"/>
                    <a:pt x="17" y="110"/>
                  </a:cubicBezTo>
                  <a:lnTo>
                    <a:pt x="17" y="143"/>
                  </a:lnTo>
                  <a:cubicBezTo>
                    <a:pt x="17" y="160"/>
                    <a:pt x="34" y="180"/>
                    <a:pt x="50" y="180"/>
                  </a:cubicBezTo>
                  <a:cubicBezTo>
                    <a:pt x="67" y="195"/>
                    <a:pt x="89" y="203"/>
                    <a:pt x="111" y="203"/>
                  </a:cubicBezTo>
                  <a:cubicBezTo>
                    <a:pt x="140" y="203"/>
                    <a:pt x="170" y="190"/>
                    <a:pt x="191" y="160"/>
                  </a:cubicBezTo>
                  <a:cubicBezTo>
                    <a:pt x="207" y="143"/>
                    <a:pt x="224" y="110"/>
                    <a:pt x="224" y="94"/>
                  </a:cubicBezTo>
                  <a:cubicBezTo>
                    <a:pt x="224" y="57"/>
                    <a:pt x="207" y="40"/>
                    <a:pt x="170" y="24"/>
                  </a:cubicBezTo>
                  <a:cubicBezTo>
                    <a:pt x="155" y="9"/>
                    <a:pt x="133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1" name="Google Shape;16231;p41"/>
            <p:cNvSpPr/>
            <p:nvPr/>
          </p:nvSpPr>
          <p:spPr>
            <a:xfrm>
              <a:off x="4049750" y="31748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lnTo>
                    <a:pt x="1" y="120"/>
                  </a:lnTo>
                  <a:cubicBezTo>
                    <a:pt x="1" y="137"/>
                    <a:pt x="1" y="137"/>
                    <a:pt x="17" y="137"/>
                  </a:cubicBezTo>
                  <a:lnTo>
                    <a:pt x="17" y="170"/>
                  </a:lnTo>
                  <a:cubicBezTo>
                    <a:pt x="34" y="190"/>
                    <a:pt x="67" y="207"/>
                    <a:pt x="83" y="207"/>
                  </a:cubicBezTo>
                  <a:cubicBezTo>
                    <a:pt x="120" y="207"/>
                    <a:pt x="153" y="207"/>
                    <a:pt x="170" y="190"/>
                  </a:cubicBezTo>
                  <a:cubicBezTo>
                    <a:pt x="186" y="170"/>
                    <a:pt x="207" y="137"/>
                    <a:pt x="207" y="120"/>
                  </a:cubicBezTo>
                  <a:cubicBezTo>
                    <a:pt x="223" y="87"/>
                    <a:pt x="207" y="67"/>
                    <a:pt x="207" y="50"/>
                  </a:cubicBezTo>
                  <a:cubicBezTo>
                    <a:pt x="186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2" name="Google Shape;16232;p41"/>
            <p:cNvSpPr/>
            <p:nvPr/>
          </p:nvSpPr>
          <p:spPr>
            <a:xfrm>
              <a:off x="4026975" y="31527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4" y="23"/>
                    <a:pt x="1" y="93"/>
                    <a:pt x="17" y="147"/>
                  </a:cubicBezTo>
                  <a:cubicBezTo>
                    <a:pt x="42" y="184"/>
                    <a:pt x="78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07" y="180"/>
                    <a:pt x="240" y="109"/>
                    <a:pt x="223" y="60"/>
                  </a:cubicBezTo>
                  <a:cubicBezTo>
                    <a:pt x="211" y="20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3" name="Google Shape;16233;p41"/>
            <p:cNvSpPr/>
            <p:nvPr/>
          </p:nvSpPr>
          <p:spPr>
            <a:xfrm>
              <a:off x="4051000" y="316060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20" y="1"/>
                  </a:moveTo>
                  <a:cubicBezTo>
                    <a:pt x="103" y="1"/>
                    <a:pt x="70" y="1"/>
                    <a:pt x="54" y="17"/>
                  </a:cubicBezTo>
                  <a:cubicBezTo>
                    <a:pt x="17" y="38"/>
                    <a:pt x="17" y="71"/>
                    <a:pt x="0" y="87"/>
                  </a:cubicBezTo>
                  <a:cubicBezTo>
                    <a:pt x="0" y="104"/>
                    <a:pt x="0" y="120"/>
                    <a:pt x="17" y="141"/>
                  </a:cubicBezTo>
                  <a:lnTo>
                    <a:pt x="17" y="174"/>
                  </a:lnTo>
                  <a:cubicBezTo>
                    <a:pt x="33" y="190"/>
                    <a:pt x="70" y="207"/>
                    <a:pt x="87" y="207"/>
                  </a:cubicBezTo>
                  <a:cubicBezTo>
                    <a:pt x="96" y="209"/>
                    <a:pt x="105" y="210"/>
                    <a:pt x="114" y="210"/>
                  </a:cubicBezTo>
                  <a:cubicBezTo>
                    <a:pt x="169" y="210"/>
                    <a:pt x="206" y="167"/>
                    <a:pt x="206" y="120"/>
                  </a:cubicBezTo>
                  <a:cubicBezTo>
                    <a:pt x="223" y="104"/>
                    <a:pt x="206" y="71"/>
                    <a:pt x="190" y="54"/>
                  </a:cubicBezTo>
                  <a:cubicBezTo>
                    <a:pt x="173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4" name="Google Shape;16234;p41"/>
            <p:cNvSpPr/>
            <p:nvPr/>
          </p:nvSpPr>
          <p:spPr>
            <a:xfrm>
              <a:off x="4013175" y="3082875"/>
              <a:ext cx="5675" cy="5200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124" y="1"/>
                  </a:moveTo>
                  <a:cubicBezTo>
                    <a:pt x="70" y="1"/>
                    <a:pt x="21" y="34"/>
                    <a:pt x="0" y="88"/>
                  </a:cubicBezTo>
                  <a:cubicBezTo>
                    <a:pt x="0" y="104"/>
                    <a:pt x="0" y="121"/>
                    <a:pt x="21" y="137"/>
                  </a:cubicBezTo>
                  <a:lnTo>
                    <a:pt x="21" y="174"/>
                  </a:lnTo>
                  <a:cubicBezTo>
                    <a:pt x="37" y="191"/>
                    <a:pt x="70" y="207"/>
                    <a:pt x="87" y="207"/>
                  </a:cubicBezTo>
                  <a:cubicBezTo>
                    <a:pt x="157" y="207"/>
                    <a:pt x="206" y="174"/>
                    <a:pt x="206" y="121"/>
                  </a:cubicBezTo>
                  <a:cubicBezTo>
                    <a:pt x="227" y="88"/>
                    <a:pt x="206" y="71"/>
                    <a:pt x="190" y="34"/>
                  </a:cubicBezTo>
                  <a:cubicBezTo>
                    <a:pt x="173" y="17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5" name="Google Shape;16235;p41"/>
            <p:cNvSpPr/>
            <p:nvPr/>
          </p:nvSpPr>
          <p:spPr>
            <a:xfrm>
              <a:off x="4009775" y="31134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70" y="0"/>
                  </a:moveTo>
                  <a:cubicBezTo>
                    <a:pt x="33" y="17"/>
                    <a:pt x="17" y="33"/>
                    <a:pt x="17" y="50"/>
                  </a:cubicBezTo>
                  <a:cubicBezTo>
                    <a:pt x="0" y="70"/>
                    <a:pt x="0" y="103"/>
                    <a:pt x="0" y="136"/>
                  </a:cubicBezTo>
                  <a:cubicBezTo>
                    <a:pt x="12" y="175"/>
                    <a:pt x="52" y="203"/>
                    <a:pt x="92" y="203"/>
                  </a:cubicBezTo>
                  <a:cubicBezTo>
                    <a:pt x="107" y="203"/>
                    <a:pt x="122" y="199"/>
                    <a:pt x="136" y="190"/>
                  </a:cubicBezTo>
                  <a:cubicBezTo>
                    <a:pt x="190" y="174"/>
                    <a:pt x="223" y="120"/>
                    <a:pt x="206" y="70"/>
                  </a:cubicBezTo>
                  <a:cubicBezTo>
                    <a:pt x="190" y="33"/>
                    <a:pt x="157" y="17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6" name="Google Shape;16236;p41"/>
            <p:cNvSpPr/>
            <p:nvPr/>
          </p:nvSpPr>
          <p:spPr>
            <a:xfrm>
              <a:off x="4010175" y="30966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2" y="0"/>
                  </a:moveTo>
                  <a:cubicBezTo>
                    <a:pt x="91" y="0"/>
                    <a:pt x="58" y="15"/>
                    <a:pt x="38" y="37"/>
                  </a:cubicBezTo>
                  <a:cubicBezTo>
                    <a:pt x="17" y="70"/>
                    <a:pt x="1" y="87"/>
                    <a:pt x="1" y="124"/>
                  </a:cubicBezTo>
                  <a:cubicBezTo>
                    <a:pt x="17" y="124"/>
                    <a:pt x="17" y="140"/>
                    <a:pt x="17" y="140"/>
                  </a:cubicBezTo>
                  <a:cubicBezTo>
                    <a:pt x="17" y="157"/>
                    <a:pt x="38" y="173"/>
                    <a:pt x="54" y="190"/>
                  </a:cubicBezTo>
                  <a:cubicBezTo>
                    <a:pt x="67" y="204"/>
                    <a:pt x="84" y="210"/>
                    <a:pt x="103" y="210"/>
                  </a:cubicBezTo>
                  <a:cubicBezTo>
                    <a:pt x="135" y="210"/>
                    <a:pt x="170" y="194"/>
                    <a:pt x="190" y="173"/>
                  </a:cubicBezTo>
                  <a:cubicBezTo>
                    <a:pt x="223" y="124"/>
                    <a:pt x="223" y="70"/>
                    <a:pt x="174" y="21"/>
                  </a:cubicBezTo>
                  <a:cubicBezTo>
                    <a:pt x="161" y="6"/>
                    <a:pt x="142" y="0"/>
                    <a:pt x="1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7" name="Google Shape;16237;p41"/>
            <p:cNvSpPr/>
            <p:nvPr/>
          </p:nvSpPr>
          <p:spPr>
            <a:xfrm>
              <a:off x="4023050" y="310650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0" y="0"/>
                  </a:moveTo>
                  <a:cubicBezTo>
                    <a:pt x="54" y="0"/>
                    <a:pt x="1" y="37"/>
                    <a:pt x="1" y="87"/>
                  </a:cubicBezTo>
                  <a:lnTo>
                    <a:pt x="1" y="120"/>
                  </a:lnTo>
                  <a:lnTo>
                    <a:pt x="1" y="140"/>
                  </a:lnTo>
                  <a:cubicBezTo>
                    <a:pt x="1" y="157"/>
                    <a:pt x="1" y="157"/>
                    <a:pt x="17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104" y="206"/>
                    <a:pt x="141" y="206"/>
                    <a:pt x="158" y="190"/>
                  </a:cubicBezTo>
                  <a:cubicBezTo>
                    <a:pt x="191" y="173"/>
                    <a:pt x="191" y="157"/>
                    <a:pt x="207" y="120"/>
                  </a:cubicBezTo>
                  <a:cubicBezTo>
                    <a:pt x="207" y="103"/>
                    <a:pt x="207" y="70"/>
                    <a:pt x="191" y="54"/>
                  </a:cubicBezTo>
                  <a:cubicBezTo>
                    <a:pt x="174" y="37"/>
                    <a:pt x="141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8" name="Google Shape;16238;p41"/>
            <p:cNvSpPr/>
            <p:nvPr/>
          </p:nvSpPr>
          <p:spPr>
            <a:xfrm>
              <a:off x="4005425" y="3124800"/>
              <a:ext cx="6125" cy="5275"/>
            </a:xfrm>
            <a:custGeom>
              <a:avLst/>
              <a:gdLst/>
              <a:ahLst/>
              <a:cxnLst/>
              <a:rect l="l" t="t" r="r" b="b"/>
              <a:pathLst>
                <a:path w="245" h="211" extrusionOk="0">
                  <a:moveTo>
                    <a:pt x="116" y="0"/>
                  </a:moveTo>
                  <a:cubicBezTo>
                    <a:pt x="102" y="0"/>
                    <a:pt x="87" y="2"/>
                    <a:pt x="71" y="6"/>
                  </a:cubicBezTo>
                  <a:cubicBezTo>
                    <a:pt x="21" y="27"/>
                    <a:pt x="1" y="93"/>
                    <a:pt x="21" y="146"/>
                  </a:cubicBezTo>
                  <a:cubicBezTo>
                    <a:pt x="33" y="182"/>
                    <a:pt x="71" y="211"/>
                    <a:pt x="110" y="211"/>
                  </a:cubicBezTo>
                  <a:cubicBezTo>
                    <a:pt x="126" y="211"/>
                    <a:pt x="142" y="206"/>
                    <a:pt x="158" y="196"/>
                  </a:cubicBezTo>
                  <a:cubicBezTo>
                    <a:pt x="207" y="179"/>
                    <a:pt x="244" y="130"/>
                    <a:pt x="207" y="76"/>
                  </a:cubicBezTo>
                  <a:cubicBezTo>
                    <a:pt x="194" y="22"/>
                    <a:pt x="162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9" name="Google Shape;16239;p41"/>
            <p:cNvSpPr/>
            <p:nvPr/>
          </p:nvSpPr>
          <p:spPr>
            <a:xfrm>
              <a:off x="4021825" y="31203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66" y="1"/>
                    <a:pt x="17" y="34"/>
                    <a:pt x="0" y="83"/>
                  </a:cubicBezTo>
                  <a:cubicBezTo>
                    <a:pt x="0" y="104"/>
                    <a:pt x="0" y="120"/>
                    <a:pt x="17" y="137"/>
                  </a:cubicBezTo>
                  <a:cubicBezTo>
                    <a:pt x="17" y="153"/>
                    <a:pt x="17" y="153"/>
                    <a:pt x="33" y="170"/>
                  </a:cubicBezTo>
                  <a:cubicBezTo>
                    <a:pt x="50" y="186"/>
                    <a:pt x="66" y="207"/>
                    <a:pt x="103" y="207"/>
                  </a:cubicBezTo>
                  <a:cubicBezTo>
                    <a:pt x="110" y="209"/>
                    <a:pt x="116" y="210"/>
                    <a:pt x="122" y="210"/>
                  </a:cubicBezTo>
                  <a:cubicBezTo>
                    <a:pt x="166" y="210"/>
                    <a:pt x="209" y="163"/>
                    <a:pt x="223" y="120"/>
                  </a:cubicBezTo>
                  <a:cubicBezTo>
                    <a:pt x="223" y="83"/>
                    <a:pt x="207" y="67"/>
                    <a:pt x="190" y="50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0" name="Google Shape;16240;p41"/>
            <p:cNvSpPr/>
            <p:nvPr/>
          </p:nvSpPr>
          <p:spPr>
            <a:xfrm>
              <a:off x="4016250" y="31460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50" y="0"/>
                    <a:pt x="1" y="33"/>
                    <a:pt x="1" y="83"/>
                  </a:cubicBezTo>
                  <a:lnTo>
                    <a:pt x="1" y="136"/>
                  </a:lnTo>
                  <a:cubicBezTo>
                    <a:pt x="1" y="153"/>
                    <a:pt x="17" y="153"/>
                    <a:pt x="17" y="169"/>
                  </a:cubicBezTo>
                  <a:cubicBezTo>
                    <a:pt x="34" y="186"/>
                    <a:pt x="50" y="206"/>
                    <a:pt x="83" y="206"/>
                  </a:cubicBezTo>
                  <a:cubicBezTo>
                    <a:pt x="90" y="209"/>
                    <a:pt x="97" y="209"/>
                    <a:pt x="103" y="209"/>
                  </a:cubicBezTo>
                  <a:cubicBezTo>
                    <a:pt x="149" y="209"/>
                    <a:pt x="189" y="163"/>
                    <a:pt x="207" y="120"/>
                  </a:cubicBezTo>
                  <a:cubicBezTo>
                    <a:pt x="207" y="83"/>
                    <a:pt x="207" y="66"/>
                    <a:pt x="186" y="50"/>
                  </a:cubicBezTo>
                  <a:cubicBezTo>
                    <a:pt x="170" y="17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1" name="Google Shape;16241;p41"/>
            <p:cNvSpPr/>
            <p:nvPr/>
          </p:nvSpPr>
          <p:spPr>
            <a:xfrm>
              <a:off x="4017075" y="31321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4" y="21"/>
                    <a:pt x="1" y="91"/>
                    <a:pt x="34" y="145"/>
                  </a:cubicBezTo>
                  <a:cubicBezTo>
                    <a:pt x="46" y="181"/>
                    <a:pt x="77" y="208"/>
                    <a:pt x="112" y="208"/>
                  </a:cubicBezTo>
                  <a:cubicBezTo>
                    <a:pt x="125" y="208"/>
                    <a:pt x="139" y="204"/>
                    <a:pt x="153" y="194"/>
                  </a:cubicBezTo>
                  <a:cubicBezTo>
                    <a:pt x="223" y="178"/>
                    <a:pt x="240" y="124"/>
                    <a:pt x="223" y="75"/>
                  </a:cubicBezTo>
                  <a:cubicBezTo>
                    <a:pt x="210" y="31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2" name="Google Shape;16242;p41"/>
            <p:cNvSpPr/>
            <p:nvPr/>
          </p:nvSpPr>
          <p:spPr>
            <a:xfrm>
              <a:off x="4178600" y="31477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83" y="0"/>
                    <a:pt x="50" y="17"/>
                    <a:pt x="33" y="37"/>
                  </a:cubicBezTo>
                  <a:cubicBezTo>
                    <a:pt x="17" y="54"/>
                    <a:pt x="0" y="70"/>
                    <a:pt x="0" y="87"/>
                  </a:cubicBezTo>
                  <a:lnTo>
                    <a:pt x="0" y="157"/>
                  </a:lnTo>
                  <a:cubicBezTo>
                    <a:pt x="17" y="173"/>
                    <a:pt x="50" y="206"/>
                    <a:pt x="83" y="206"/>
                  </a:cubicBezTo>
                  <a:lnTo>
                    <a:pt x="103" y="206"/>
                  </a:lnTo>
                  <a:cubicBezTo>
                    <a:pt x="110" y="209"/>
                    <a:pt x="117" y="210"/>
                    <a:pt x="123" y="210"/>
                  </a:cubicBezTo>
                  <a:cubicBezTo>
                    <a:pt x="166" y="210"/>
                    <a:pt x="206" y="166"/>
                    <a:pt x="206" y="120"/>
                  </a:cubicBezTo>
                  <a:cubicBezTo>
                    <a:pt x="206" y="103"/>
                    <a:pt x="206" y="70"/>
                    <a:pt x="186" y="54"/>
                  </a:cubicBezTo>
                  <a:cubicBezTo>
                    <a:pt x="169" y="3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3" name="Google Shape;16243;p41"/>
            <p:cNvSpPr/>
            <p:nvPr/>
          </p:nvSpPr>
          <p:spPr>
            <a:xfrm>
              <a:off x="4275175" y="3166675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87" y="1"/>
                  </a:moveTo>
                  <a:cubicBezTo>
                    <a:pt x="33" y="34"/>
                    <a:pt x="0" y="83"/>
                    <a:pt x="17" y="137"/>
                  </a:cubicBezTo>
                  <a:cubicBezTo>
                    <a:pt x="48" y="178"/>
                    <a:pt x="88" y="211"/>
                    <a:pt x="131" y="211"/>
                  </a:cubicBezTo>
                  <a:cubicBezTo>
                    <a:pt x="140" y="211"/>
                    <a:pt x="148" y="210"/>
                    <a:pt x="157" y="207"/>
                  </a:cubicBezTo>
                  <a:cubicBezTo>
                    <a:pt x="174" y="186"/>
                    <a:pt x="190" y="186"/>
                    <a:pt x="207" y="170"/>
                  </a:cubicBezTo>
                  <a:cubicBezTo>
                    <a:pt x="223" y="137"/>
                    <a:pt x="240" y="104"/>
                    <a:pt x="223" y="67"/>
                  </a:cubicBezTo>
                  <a:cubicBezTo>
                    <a:pt x="207" y="34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4" name="Google Shape;16244;p41"/>
            <p:cNvSpPr/>
            <p:nvPr/>
          </p:nvSpPr>
          <p:spPr>
            <a:xfrm>
              <a:off x="4274350" y="3180225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107" y="0"/>
                  </a:moveTo>
                  <a:cubicBezTo>
                    <a:pt x="84" y="0"/>
                    <a:pt x="62" y="12"/>
                    <a:pt x="50" y="24"/>
                  </a:cubicBezTo>
                  <a:cubicBezTo>
                    <a:pt x="33" y="40"/>
                    <a:pt x="17" y="57"/>
                    <a:pt x="17" y="94"/>
                  </a:cubicBezTo>
                  <a:cubicBezTo>
                    <a:pt x="1" y="110"/>
                    <a:pt x="17" y="127"/>
                    <a:pt x="17" y="143"/>
                  </a:cubicBezTo>
                  <a:cubicBezTo>
                    <a:pt x="17" y="143"/>
                    <a:pt x="17" y="160"/>
                    <a:pt x="33" y="160"/>
                  </a:cubicBezTo>
                  <a:cubicBezTo>
                    <a:pt x="50" y="180"/>
                    <a:pt x="66" y="197"/>
                    <a:pt x="104" y="197"/>
                  </a:cubicBezTo>
                  <a:cubicBezTo>
                    <a:pt x="112" y="200"/>
                    <a:pt x="121" y="201"/>
                    <a:pt x="129" y="201"/>
                  </a:cubicBezTo>
                  <a:cubicBezTo>
                    <a:pt x="170" y="201"/>
                    <a:pt x="209" y="168"/>
                    <a:pt x="223" y="110"/>
                  </a:cubicBezTo>
                  <a:cubicBezTo>
                    <a:pt x="223" y="94"/>
                    <a:pt x="223" y="57"/>
                    <a:pt x="207" y="40"/>
                  </a:cubicBezTo>
                  <a:cubicBezTo>
                    <a:pt x="190" y="24"/>
                    <a:pt x="153" y="7"/>
                    <a:pt x="137" y="7"/>
                  </a:cubicBezTo>
                  <a:cubicBezTo>
                    <a:pt x="127" y="2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5" name="Google Shape;16245;p41"/>
            <p:cNvSpPr/>
            <p:nvPr/>
          </p:nvSpPr>
          <p:spPr>
            <a:xfrm>
              <a:off x="4269600" y="31428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6" y="1"/>
                  </a:moveTo>
                  <a:cubicBezTo>
                    <a:pt x="54" y="1"/>
                    <a:pt x="15" y="33"/>
                    <a:pt x="1" y="75"/>
                  </a:cubicBezTo>
                  <a:lnTo>
                    <a:pt x="1" y="91"/>
                  </a:lnTo>
                  <a:lnTo>
                    <a:pt x="1" y="145"/>
                  </a:lnTo>
                  <a:cubicBezTo>
                    <a:pt x="17" y="161"/>
                    <a:pt x="34" y="194"/>
                    <a:pt x="50" y="194"/>
                  </a:cubicBezTo>
                  <a:cubicBezTo>
                    <a:pt x="71" y="211"/>
                    <a:pt x="87" y="211"/>
                    <a:pt x="87" y="211"/>
                  </a:cubicBezTo>
                  <a:cubicBezTo>
                    <a:pt x="137" y="211"/>
                    <a:pt x="207" y="178"/>
                    <a:pt x="207" y="128"/>
                  </a:cubicBezTo>
                  <a:cubicBezTo>
                    <a:pt x="207" y="91"/>
                    <a:pt x="207" y="75"/>
                    <a:pt x="191" y="42"/>
                  </a:cubicBezTo>
                  <a:cubicBezTo>
                    <a:pt x="174" y="25"/>
                    <a:pt x="153" y="5"/>
                    <a:pt x="120" y="5"/>
                  </a:cubicBezTo>
                  <a:cubicBezTo>
                    <a:pt x="112" y="2"/>
                    <a:pt x="104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6" name="Google Shape;16246;p41"/>
            <p:cNvSpPr/>
            <p:nvPr/>
          </p:nvSpPr>
          <p:spPr>
            <a:xfrm>
              <a:off x="4270025" y="32082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0" y="0"/>
                  </a:moveTo>
                  <a:cubicBezTo>
                    <a:pt x="57" y="0"/>
                    <a:pt x="15" y="44"/>
                    <a:pt x="0" y="90"/>
                  </a:cubicBezTo>
                  <a:cubicBezTo>
                    <a:pt x="0" y="107"/>
                    <a:pt x="0" y="123"/>
                    <a:pt x="17" y="140"/>
                  </a:cubicBezTo>
                  <a:lnTo>
                    <a:pt x="17" y="156"/>
                  </a:lnTo>
                  <a:cubicBezTo>
                    <a:pt x="33" y="193"/>
                    <a:pt x="70" y="210"/>
                    <a:pt x="87" y="210"/>
                  </a:cubicBezTo>
                  <a:cubicBezTo>
                    <a:pt x="120" y="210"/>
                    <a:pt x="157" y="210"/>
                    <a:pt x="174" y="193"/>
                  </a:cubicBezTo>
                  <a:cubicBezTo>
                    <a:pt x="190" y="173"/>
                    <a:pt x="206" y="140"/>
                    <a:pt x="206" y="123"/>
                  </a:cubicBezTo>
                  <a:cubicBezTo>
                    <a:pt x="223" y="90"/>
                    <a:pt x="206" y="70"/>
                    <a:pt x="190" y="37"/>
                  </a:cubicBezTo>
                  <a:cubicBezTo>
                    <a:pt x="174" y="20"/>
                    <a:pt x="157" y="4"/>
                    <a:pt x="120" y="4"/>
                  </a:cubicBezTo>
                  <a:cubicBezTo>
                    <a:pt x="113" y="1"/>
                    <a:pt x="107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7" name="Google Shape;16247;p41"/>
            <p:cNvSpPr/>
            <p:nvPr/>
          </p:nvSpPr>
          <p:spPr>
            <a:xfrm>
              <a:off x="4287650" y="31737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11" y="0"/>
                  </a:moveTo>
                  <a:cubicBezTo>
                    <a:pt x="82" y="0"/>
                    <a:pt x="54" y="13"/>
                    <a:pt x="33" y="43"/>
                  </a:cubicBezTo>
                  <a:cubicBezTo>
                    <a:pt x="17" y="59"/>
                    <a:pt x="0" y="92"/>
                    <a:pt x="0" y="109"/>
                  </a:cubicBezTo>
                  <a:cubicBezTo>
                    <a:pt x="17" y="129"/>
                    <a:pt x="17" y="129"/>
                    <a:pt x="17" y="146"/>
                  </a:cubicBezTo>
                  <a:cubicBezTo>
                    <a:pt x="17" y="162"/>
                    <a:pt x="33" y="179"/>
                    <a:pt x="50" y="179"/>
                  </a:cubicBezTo>
                  <a:cubicBezTo>
                    <a:pt x="70" y="195"/>
                    <a:pt x="103" y="212"/>
                    <a:pt x="120" y="212"/>
                  </a:cubicBezTo>
                  <a:cubicBezTo>
                    <a:pt x="153" y="212"/>
                    <a:pt x="174" y="195"/>
                    <a:pt x="190" y="179"/>
                  </a:cubicBezTo>
                  <a:cubicBezTo>
                    <a:pt x="207" y="146"/>
                    <a:pt x="223" y="129"/>
                    <a:pt x="223" y="92"/>
                  </a:cubicBezTo>
                  <a:cubicBezTo>
                    <a:pt x="207" y="76"/>
                    <a:pt x="207" y="43"/>
                    <a:pt x="174" y="26"/>
                  </a:cubicBezTo>
                  <a:cubicBezTo>
                    <a:pt x="157" y="9"/>
                    <a:pt x="134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8" name="Google Shape;16248;p41"/>
            <p:cNvSpPr/>
            <p:nvPr/>
          </p:nvSpPr>
          <p:spPr>
            <a:xfrm>
              <a:off x="4285475" y="31855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7" y="0"/>
                    <a:pt x="54" y="17"/>
                    <a:pt x="34" y="33"/>
                  </a:cubicBezTo>
                  <a:cubicBezTo>
                    <a:pt x="17" y="50"/>
                    <a:pt x="1" y="70"/>
                    <a:pt x="1" y="87"/>
                  </a:cubicBezTo>
                  <a:lnTo>
                    <a:pt x="1" y="136"/>
                  </a:lnTo>
                  <a:cubicBezTo>
                    <a:pt x="17" y="174"/>
                    <a:pt x="54" y="207"/>
                    <a:pt x="87" y="207"/>
                  </a:cubicBezTo>
                  <a:lnTo>
                    <a:pt x="104" y="207"/>
                  </a:lnTo>
                  <a:cubicBezTo>
                    <a:pt x="157" y="207"/>
                    <a:pt x="207" y="174"/>
                    <a:pt x="207" y="120"/>
                  </a:cubicBezTo>
                  <a:cubicBezTo>
                    <a:pt x="207" y="87"/>
                    <a:pt x="207" y="70"/>
                    <a:pt x="190" y="50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9" name="Google Shape;16249;p41"/>
            <p:cNvSpPr/>
            <p:nvPr/>
          </p:nvSpPr>
          <p:spPr>
            <a:xfrm>
              <a:off x="4265275" y="315745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16" y="1"/>
                  </a:moveTo>
                  <a:cubicBezTo>
                    <a:pt x="85" y="1"/>
                    <a:pt x="56" y="13"/>
                    <a:pt x="38" y="40"/>
                  </a:cubicBezTo>
                  <a:cubicBezTo>
                    <a:pt x="17" y="61"/>
                    <a:pt x="1" y="94"/>
                    <a:pt x="17" y="110"/>
                  </a:cubicBezTo>
                  <a:lnTo>
                    <a:pt x="17" y="143"/>
                  </a:lnTo>
                  <a:cubicBezTo>
                    <a:pt x="17" y="164"/>
                    <a:pt x="38" y="180"/>
                    <a:pt x="54" y="180"/>
                  </a:cubicBezTo>
                  <a:cubicBezTo>
                    <a:pt x="71" y="197"/>
                    <a:pt x="104" y="213"/>
                    <a:pt x="120" y="213"/>
                  </a:cubicBezTo>
                  <a:cubicBezTo>
                    <a:pt x="157" y="197"/>
                    <a:pt x="174" y="197"/>
                    <a:pt x="207" y="164"/>
                  </a:cubicBezTo>
                  <a:cubicBezTo>
                    <a:pt x="223" y="143"/>
                    <a:pt x="223" y="127"/>
                    <a:pt x="223" y="94"/>
                  </a:cubicBezTo>
                  <a:cubicBezTo>
                    <a:pt x="223" y="61"/>
                    <a:pt x="207" y="40"/>
                    <a:pt x="190" y="24"/>
                  </a:cubicBezTo>
                  <a:cubicBezTo>
                    <a:pt x="168" y="9"/>
                    <a:pt x="142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0" name="Google Shape;16250;p41"/>
            <p:cNvSpPr/>
            <p:nvPr/>
          </p:nvSpPr>
          <p:spPr>
            <a:xfrm>
              <a:off x="4279100" y="3153275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120" y="1"/>
                  </a:moveTo>
                  <a:cubicBezTo>
                    <a:pt x="103" y="1"/>
                    <a:pt x="66" y="22"/>
                    <a:pt x="50" y="38"/>
                  </a:cubicBezTo>
                  <a:cubicBezTo>
                    <a:pt x="17" y="38"/>
                    <a:pt x="17" y="71"/>
                    <a:pt x="0" y="87"/>
                  </a:cubicBezTo>
                  <a:cubicBezTo>
                    <a:pt x="0" y="104"/>
                    <a:pt x="0" y="141"/>
                    <a:pt x="17" y="158"/>
                  </a:cubicBezTo>
                  <a:lnTo>
                    <a:pt x="17" y="174"/>
                  </a:lnTo>
                  <a:cubicBezTo>
                    <a:pt x="33" y="191"/>
                    <a:pt x="66" y="207"/>
                    <a:pt x="83" y="207"/>
                  </a:cubicBezTo>
                  <a:cubicBezTo>
                    <a:pt x="96" y="211"/>
                    <a:pt x="108" y="213"/>
                    <a:pt x="120" y="213"/>
                  </a:cubicBezTo>
                  <a:cubicBezTo>
                    <a:pt x="171" y="213"/>
                    <a:pt x="206" y="178"/>
                    <a:pt x="206" y="125"/>
                  </a:cubicBezTo>
                  <a:cubicBezTo>
                    <a:pt x="223" y="104"/>
                    <a:pt x="206" y="71"/>
                    <a:pt x="186" y="55"/>
                  </a:cubicBezTo>
                  <a:cubicBezTo>
                    <a:pt x="169" y="38"/>
                    <a:pt x="153" y="22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1" name="Google Shape;16251;p41"/>
            <p:cNvSpPr/>
            <p:nvPr/>
          </p:nvSpPr>
          <p:spPr>
            <a:xfrm>
              <a:off x="4283725" y="3136900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00" y="0"/>
                  </a:moveTo>
                  <a:cubicBezTo>
                    <a:pt x="90" y="0"/>
                    <a:pt x="80" y="2"/>
                    <a:pt x="71" y="4"/>
                  </a:cubicBezTo>
                  <a:cubicBezTo>
                    <a:pt x="21" y="21"/>
                    <a:pt x="1" y="91"/>
                    <a:pt x="21" y="141"/>
                  </a:cubicBezTo>
                  <a:cubicBezTo>
                    <a:pt x="33" y="179"/>
                    <a:pt x="71" y="207"/>
                    <a:pt x="111" y="207"/>
                  </a:cubicBezTo>
                  <a:cubicBezTo>
                    <a:pt x="127" y="207"/>
                    <a:pt x="143" y="203"/>
                    <a:pt x="157" y="194"/>
                  </a:cubicBezTo>
                  <a:cubicBezTo>
                    <a:pt x="207" y="178"/>
                    <a:pt x="227" y="124"/>
                    <a:pt x="207" y="75"/>
                  </a:cubicBezTo>
                  <a:cubicBezTo>
                    <a:pt x="193" y="30"/>
                    <a:pt x="146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2" name="Google Shape;16252;p41"/>
            <p:cNvSpPr/>
            <p:nvPr/>
          </p:nvSpPr>
          <p:spPr>
            <a:xfrm>
              <a:off x="4255375" y="3147300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5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38" y="34"/>
                    <a:pt x="22" y="71"/>
                    <a:pt x="22" y="87"/>
                  </a:cubicBezTo>
                  <a:cubicBezTo>
                    <a:pt x="1" y="104"/>
                    <a:pt x="1" y="120"/>
                    <a:pt x="22" y="137"/>
                  </a:cubicBezTo>
                  <a:cubicBezTo>
                    <a:pt x="22" y="157"/>
                    <a:pt x="22" y="157"/>
                    <a:pt x="38" y="174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58" y="207"/>
                    <a:pt x="207" y="174"/>
                    <a:pt x="228" y="120"/>
                  </a:cubicBezTo>
                  <a:cubicBezTo>
                    <a:pt x="228" y="87"/>
                    <a:pt x="207" y="71"/>
                    <a:pt x="191" y="34"/>
                  </a:cubicBezTo>
                  <a:cubicBezTo>
                    <a:pt x="191" y="17"/>
                    <a:pt x="158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3" name="Google Shape;16253;p41"/>
            <p:cNvSpPr/>
            <p:nvPr/>
          </p:nvSpPr>
          <p:spPr>
            <a:xfrm>
              <a:off x="4249825" y="317507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4"/>
                    <a:pt x="0" y="94"/>
                    <a:pt x="37" y="143"/>
                  </a:cubicBezTo>
                  <a:cubicBezTo>
                    <a:pt x="37" y="160"/>
                    <a:pt x="54" y="160"/>
                    <a:pt x="54" y="180"/>
                  </a:cubicBezTo>
                  <a:cubicBezTo>
                    <a:pt x="73" y="200"/>
                    <a:pt x="92" y="208"/>
                    <a:pt x="113" y="208"/>
                  </a:cubicBezTo>
                  <a:cubicBezTo>
                    <a:pt x="127" y="208"/>
                    <a:pt x="142" y="204"/>
                    <a:pt x="157" y="197"/>
                  </a:cubicBezTo>
                  <a:cubicBezTo>
                    <a:pt x="206" y="180"/>
                    <a:pt x="223" y="143"/>
                    <a:pt x="223" y="110"/>
                  </a:cubicBezTo>
                  <a:lnTo>
                    <a:pt x="223" y="57"/>
                  </a:lnTo>
                  <a:cubicBezTo>
                    <a:pt x="211" y="19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4" name="Google Shape;16254;p41"/>
            <p:cNvSpPr/>
            <p:nvPr/>
          </p:nvSpPr>
          <p:spPr>
            <a:xfrm>
              <a:off x="4249825" y="31881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03" y="0"/>
                  </a:moveTo>
                  <a:cubicBezTo>
                    <a:pt x="70" y="17"/>
                    <a:pt x="37" y="17"/>
                    <a:pt x="17" y="50"/>
                  </a:cubicBezTo>
                  <a:cubicBezTo>
                    <a:pt x="0" y="71"/>
                    <a:pt x="0" y="87"/>
                    <a:pt x="0" y="120"/>
                  </a:cubicBezTo>
                  <a:lnTo>
                    <a:pt x="0" y="153"/>
                  </a:lnTo>
                  <a:cubicBezTo>
                    <a:pt x="17" y="153"/>
                    <a:pt x="17" y="174"/>
                    <a:pt x="37" y="190"/>
                  </a:cubicBezTo>
                  <a:cubicBezTo>
                    <a:pt x="60" y="205"/>
                    <a:pt x="86" y="213"/>
                    <a:pt x="111" y="213"/>
                  </a:cubicBezTo>
                  <a:cubicBezTo>
                    <a:pt x="142" y="213"/>
                    <a:pt x="172" y="201"/>
                    <a:pt x="190" y="174"/>
                  </a:cubicBezTo>
                  <a:cubicBezTo>
                    <a:pt x="206" y="153"/>
                    <a:pt x="206" y="120"/>
                    <a:pt x="206" y="104"/>
                  </a:cubicBezTo>
                  <a:cubicBezTo>
                    <a:pt x="206" y="71"/>
                    <a:pt x="190" y="50"/>
                    <a:pt x="173" y="33"/>
                  </a:cubicBezTo>
                  <a:cubicBezTo>
                    <a:pt x="157" y="17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5" name="Google Shape;16255;p41"/>
            <p:cNvSpPr/>
            <p:nvPr/>
          </p:nvSpPr>
          <p:spPr>
            <a:xfrm>
              <a:off x="4245600" y="312582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107" y="1"/>
                  </a:moveTo>
                  <a:cubicBezTo>
                    <a:pt x="72" y="1"/>
                    <a:pt x="37" y="15"/>
                    <a:pt x="17" y="35"/>
                  </a:cubicBezTo>
                  <a:cubicBezTo>
                    <a:pt x="0" y="68"/>
                    <a:pt x="0" y="89"/>
                    <a:pt x="0" y="122"/>
                  </a:cubicBezTo>
                  <a:lnTo>
                    <a:pt x="0" y="138"/>
                  </a:lnTo>
                  <a:cubicBezTo>
                    <a:pt x="17" y="155"/>
                    <a:pt x="17" y="171"/>
                    <a:pt x="33" y="192"/>
                  </a:cubicBezTo>
                  <a:cubicBezTo>
                    <a:pt x="50" y="208"/>
                    <a:pt x="83" y="208"/>
                    <a:pt x="120" y="208"/>
                  </a:cubicBezTo>
                  <a:cubicBezTo>
                    <a:pt x="136" y="208"/>
                    <a:pt x="169" y="192"/>
                    <a:pt x="186" y="171"/>
                  </a:cubicBezTo>
                  <a:cubicBezTo>
                    <a:pt x="206" y="155"/>
                    <a:pt x="206" y="122"/>
                    <a:pt x="206" y="89"/>
                  </a:cubicBezTo>
                  <a:cubicBezTo>
                    <a:pt x="206" y="68"/>
                    <a:pt x="186" y="35"/>
                    <a:pt x="169" y="19"/>
                  </a:cubicBezTo>
                  <a:cubicBezTo>
                    <a:pt x="150" y="6"/>
                    <a:pt x="128" y="1"/>
                    <a:pt x="1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6" name="Google Shape;16256;p41"/>
            <p:cNvSpPr/>
            <p:nvPr/>
          </p:nvSpPr>
          <p:spPr>
            <a:xfrm>
              <a:off x="4253325" y="3163600"/>
              <a:ext cx="5600" cy="5375"/>
            </a:xfrm>
            <a:custGeom>
              <a:avLst/>
              <a:gdLst/>
              <a:ahLst/>
              <a:cxnLst/>
              <a:rect l="l" t="t" r="r" b="b"/>
              <a:pathLst>
                <a:path w="224" h="215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40"/>
                    <a:pt x="17" y="157"/>
                  </a:cubicBezTo>
                  <a:lnTo>
                    <a:pt x="33" y="173"/>
                  </a:lnTo>
                  <a:cubicBezTo>
                    <a:pt x="50" y="190"/>
                    <a:pt x="66" y="206"/>
                    <a:pt x="104" y="206"/>
                  </a:cubicBezTo>
                  <a:cubicBezTo>
                    <a:pt x="108" y="213"/>
                    <a:pt x="115" y="215"/>
                    <a:pt x="122" y="215"/>
                  </a:cubicBezTo>
                  <a:cubicBezTo>
                    <a:pt x="138" y="215"/>
                    <a:pt x="158" y="201"/>
                    <a:pt x="169" y="190"/>
                  </a:cubicBezTo>
                  <a:cubicBezTo>
                    <a:pt x="186" y="173"/>
                    <a:pt x="207" y="157"/>
                    <a:pt x="223" y="124"/>
                  </a:cubicBezTo>
                  <a:cubicBezTo>
                    <a:pt x="223" y="103"/>
                    <a:pt x="207" y="70"/>
                    <a:pt x="186" y="54"/>
                  </a:cubicBezTo>
                  <a:cubicBezTo>
                    <a:pt x="169" y="37"/>
                    <a:pt x="153" y="2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7" name="Google Shape;16257;p41"/>
            <p:cNvSpPr/>
            <p:nvPr/>
          </p:nvSpPr>
          <p:spPr>
            <a:xfrm>
              <a:off x="4264050" y="316975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1" y="1"/>
                  </a:moveTo>
                  <a:cubicBezTo>
                    <a:pt x="116" y="1"/>
                    <a:pt x="101" y="5"/>
                    <a:pt x="87" y="14"/>
                  </a:cubicBezTo>
                  <a:cubicBezTo>
                    <a:pt x="33" y="30"/>
                    <a:pt x="0" y="84"/>
                    <a:pt x="17" y="134"/>
                  </a:cubicBezTo>
                  <a:cubicBezTo>
                    <a:pt x="33" y="150"/>
                    <a:pt x="33" y="166"/>
                    <a:pt x="50" y="187"/>
                  </a:cubicBezTo>
                  <a:cubicBezTo>
                    <a:pt x="76" y="199"/>
                    <a:pt x="100" y="210"/>
                    <a:pt x="124" y="210"/>
                  </a:cubicBezTo>
                  <a:cubicBezTo>
                    <a:pt x="133" y="210"/>
                    <a:pt x="143" y="208"/>
                    <a:pt x="153" y="204"/>
                  </a:cubicBezTo>
                  <a:cubicBezTo>
                    <a:pt x="206" y="187"/>
                    <a:pt x="223" y="150"/>
                    <a:pt x="223" y="117"/>
                  </a:cubicBezTo>
                  <a:lnTo>
                    <a:pt x="223" y="63"/>
                  </a:lnTo>
                  <a:cubicBezTo>
                    <a:pt x="211" y="28"/>
                    <a:pt x="171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8" name="Google Shape;16258;p41"/>
            <p:cNvSpPr/>
            <p:nvPr/>
          </p:nvSpPr>
          <p:spPr>
            <a:xfrm>
              <a:off x="4261875" y="31851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4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cubicBezTo>
                    <a:pt x="34" y="170"/>
                    <a:pt x="50" y="207"/>
                    <a:pt x="104" y="207"/>
                  </a:cubicBezTo>
                  <a:cubicBezTo>
                    <a:pt x="110" y="209"/>
                    <a:pt x="116" y="210"/>
                    <a:pt x="122" y="210"/>
                  </a:cubicBezTo>
                  <a:cubicBezTo>
                    <a:pt x="166" y="210"/>
                    <a:pt x="207" y="164"/>
                    <a:pt x="207" y="120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9" name="Google Shape;16259;p41"/>
            <p:cNvSpPr/>
            <p:nvPr/>
          </p:nvSpPr>
          <p:spPr>
            <a:xfrm>
              <a:off x="4289400" y="31600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8" y="0"/>
                    <a:pt x="95" y="2"/>
                    <a:pt x="83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17" y="163"/>
                    <a:pt x="33" y="179"/>
                    <a:pt x="50" y="179"/>
                  </a:cubicBezTo>
                  <a:cubicBezTo>
                    <a:pt x="60" y="199"/>
                    <a:pt x="82" y="207"/>
                    <a:pt x="106" y="207"/>
                  </a:cubicBezTo>
                  <a:cubicBezTo>
                    <a:pt x="122" y="207"/>
                    <a:pt x="139" y="203"/>
                    <a:pt x="153" y="196"/>
                  </a:cubicBezTo>
                  <a:cubicBezTo>
                    <a:pt x="186" y="196"/>
                    <a:pt x="223" y="163"/>
                    <a:pt x="223" y="109"/>
                  </a:cubicBezTo>
                  <a:lnTo>
                    <a:pt x="223" y="76"/>
                  </a:lnTo>
                  <a:cubicBezTo>
                    <a:pt x="195" y="22"/>
                    <a:pt x="159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0" name="Google Shape;16260;p41"/>
            <p:cNvSpPr/>
            <p:nvPr/>
          </p:nvSpPr>
          <p:spPr>
            <a:xfrm>
              <a:off x="4257125" y="3133500"/>
              <a:ext cx="5200" cy="4950"/>
            </a:xfrm>
            <a:custGeom>
              <a:avLst/>
              <a:gdLst/>
              <a:ahLst/>
              <a:cxnLst/>
              <a:rect l="l" t="t" r="r" b="b"/>
              <a:pathLst>
                <a:path w="208" h="198" extrusionOk="0">
                  <a:moveTo>
                    <a:pt x="95" y="0"/>
                  </a:moveTo>
                  <a:cubicBezTo>
                    <a:pt x="54" y="0"/>
                    <a:pt x="15" y="33"/>
                    <a:pt x="1" y="91"/>
                  </a:cubicBezTo>
                  <a:lnTo>
                    <a:pt x="1" y="140"/>
                  </a:lnTo>
                  <a:cubicBezTo>
                    <a:pt x="17" y="140"/>
                    <a:pt x="17" y="157"/>
                    <a:pt x="17" y="157"/>
                  </a:cubicBezTo>
                  <a:cubicBezTo>
                    <a:pt x="34" y="173"/>
                    <a:pt x="71" y="194"/>
                    <a:pt x="88" y="194"/>
                  </a:cubicBezTo>
                  <a:cubicBezTo>
                    <a:pt x="95" y="197"/>
                    <a:pt x="104" y="198"/>
                    <a:pt x="112" y="198"/>
                  </a:cubicBezTo>
                  <a:cubicBezTo>
                    <a:pt x="158" y="198"/>
                    <a:pt x="207" y="163"/>
                    <a:pt x="207" y="108"/>
                  </a:cubicBezTo>
                  <a:cubicBezTo>
                    <a:pt x="207" y="91"/>
                    <a:pt x="207" y="54"/>
                    <a:pt x="191" y="37"/>
                  </a:cubicBezTo>
                  <a:cubicBezTo>
                    <a:pt x="174" y="21"/>
                    <a:pt x="158" y="4"/>
                    <a:pt x="121" y="4"/>
                  </a:cubicBezTo>
                  <a:cubicBezTo>
                    <a:pt x="112" y="2"/>
                    <a:pt x="104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1" name="Google Shape;16261;p41"/>
            <p:cNvSpPr/>
            <p:nvPr/>
          </p:nvSpPr>
          <p:spPr>
            <a:xfrm>
              <a:off x="4243425" y="3155850"/>
              <a:ext cx="5600" cy="5425"/>
            </a:xfrm>
            <a:custGeom>
              <a:avLst/>
              <a:gdLst/>
              <a:ahLst/>
              <a:cxnLst/>
              <a:rect l="l" t="t" r="r" b="b"/>
              <a:pathLst>
                <a:path w="224" h="217" extrusionOk="0">
                  <a:moveTo>
                    <a:pt x="87" y="1"/>
                  </a:moveTo>
                  <a:cubicBezTo>
                    <a:pt x="67" y="1"/>
                    <a:pt x="34" y="22"/>
                    <a:pt x="17" y="38"/>
                  </a:cubicBezTo>
                  <a:cubicBezTo>
                    <a:pt x="1" y="71"/>
                    <a:pt x="1" y="88"/>
                    <a:pt x="1" y="125"/>
                  </a:cubicBezTo>
                  <a:lnTo>
                    <a:pt x="1" y="141"/>
                  </a:lnTo>
                  <a:cubicBezTo>
                    <a:pt x="17" y="158"/>
                    <a:pt x="17" y="174"/>
                    <a:pt x="34" y="191"/>
                  </a:cubicBezTo>
                  <a:cubicBezTo>
                    <a:pt x="58" y="207"/>
                    <a:pt x="85" y="217"/>
                    <a:pt x="110" y="217"/>
                  </a:cubicBezTo>
                  <a:cubicBezTo>
                    <a:pt x="141" y="217"/>
                    <a:pt x="170" y="203"/>
                    <a:pt x="190" y="174"/>
                  </a:cubicBezTo>
                  <a:cubicBezTo>
                    <a:pt x="223" y="125"/>
                    <a:pt x="207" y="71"/>
                    <a:pt x="170" y="22"/>
                  </a:cubicBezTo>
                  <a:cubicBezTo>
                    <a:pt x="153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2" name="Google Shape;16262;p41"/>
            <p:cNvSpPr/>
            <p:nvPr/>
          </p:nvSpPr>
          <p:spPr>
            <a:xfrm>
              <a:off x="4316000" y="31649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20" y="1"/>
                  </a:moveTo>
                  <a:cubicBezTo>
                    <a:pt x="70" y="1"/>
                    <a:pt x="17" y="34"/>
                    <a:pt x="0" y="87"/>
                  </a:cubicBezTo>
                  <a:cubicBezTo>
                    <a:pt x="0" y="120"/>
                    <a:pt x="0" y="137"/>
                    <a:pt x="17" y="153"/>
                  </a:cubicBezTo>
                  <a:lnTo>
                    <a:pt x="17" y="174"/>
                  </a:lnTo>
                  <a:cubicBezTo>
                    <a:pt x="33" y="190"/>
                    <a:pt x="70" y="207"/>
                    <a:pt x="87" y="207"/>
                  </a:cubicBezTo>
                  <a:cubicBezTo>
                    <a:pt x="98" y="210"/>
                    <a:pt x="109" y="211"/>
                    <a:pt x="119" y="211"/>
                  </a:cubicBezTo>
                  <a:cubicBezTo>
                    <a:pt x="169" y="211"/>
                    <a:pt x="206" y="179"/>
                    <a:pt x="206" y="120"/>
                  </a:cubicBezTo>
                  <a:cubicBezTo>
                    <a:pt x="223" y="104"/>
                    <a:pt x="206" y="71"/>
                    <a:pt x="190" y="50"/>
                  </a:cubicBezTo>
                  <a:cubicBezTo>
                    <a:pt x="173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3" name="Google Shape;16263;p41"/>
            <p:cNvSpPr/>
            <p:nvPr/>
          </p:nvSpPr>
          <p:spPr>
            <a:xfrm>
              <a:off x="4323725" y="31838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70" y="0"/>
                    <a:pt x="17" y="37"/>
                    <a:pt x="0" y="103"/>
                  </a:cubicBezTo>
                  <a:lnTo>
                    <a:pt x="0" y="157"/>
                  </a:lnTo>
                  <a:cubicBezTo>
                    <a:pt x="17" y="157"/>
                    <a:pt x="17" y="173"/>
                    <a:pt x="17" y="173"/>
                  </a:cubicBezTo>
                  <a:cubicBezTo>
                    <a:pt x="33" y="190"/>
                    <a:pt x="70" y="206"/>
                    <a:pt x="87" y="206"/>
                  </a:cubicBezTo>
                  <a:cubicBezTo>
                    <a:pt x="95" y="209"/>
                    <a:pt x="104" y="211"/>
                    <a:pt x="114" y="211"/>
                  </a:cubicBezTo>
                  <a:cubicBezTo>
                    <a:pt x="158" y="211"/>
                    <a:pt x="207" y="178"/>
                    <a:pt x="207" y="120"/>
                  </a:cubicBezTo>
                  <a:cubicBezTo>
                    <a:pt x="207" y="103"/>
                    <a:pt x="207" y="70"/>
                    <a:pt x="190" y="54"/>
                  </a:cubicBezTo>
                  <a:cubicBezTo>
                    <a:pt x="174" y="3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4" name="Google Shape;16264;p41"/>
            <p:cNvSpPr/>
            <p:nvPr/>
          </p:nvSpPr>
          <p:spPr>
            <a:xfrm>
              <a:off x="4323300" y="312545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04" y="1"/>
                  </a:moveTo>
                  <a:cubicBezTo>
                    <a:pt x="67" y="1"/>
                    <a:pt x="50" y="17"/>
                    <a:pt x="34" y="34"/>
                  </a:cubicBezTo>
                  <a:cubicBezTo>
                    <a:pt x="17" y="50"/>
                    <a:pt x="1" y="83"/>
                    <a:pt x="1" y="120"/>
                  </a:cubicBezTo>
                  <a:cubicBezTo>
                    <a:pt x="17" y="120"/>
                    <a:pt x="17" y="137"/>
                    <a:pt x="17" y="137"/>
                  </a:cubicBezTo>
                  <a:cubicBezTo>
                    <a:pt x="17" y="153"/>
                    <a:pt x="34" y="170"/>
                    <a:pt x="50" y="186"/>
                  </a:cubicBezTo>
                  <a:cubicBezTo>
                    <a:pt x="65" y="201"/>
                    <a:pt x="84" y="207"/>
                    <a:pt x="104" y="207"/>
                  </a:cubicBezTo>
                  <a:cubicBezTo>
                    <a:pt x="135" y="207"/>
                    <a:pt x="168" y="192"/>
                    <a:pt x="191" y="170"/>
                  </a:cubicBezTo>
                  <a:cubicBezTo>
                    <a:pt x="224" y="120"/>
                    <a:pt x="224" y="50"/>
                    <a:pt x="170" y="17"/>
                  </a:cubicBezTo>
                  <a:cubicBezTo>
                    <a:pt x="153" y="1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5" name="Google Shape;16265;p41"/>
            <p:cNvSpPr/>
            <p:nvPr/>
          </p:nvSpPr>
          <p:spPr>
            <a:xfrm>
              <a:off x="4316825" y="3151225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20" y="0"/>
                  </a:moveTo>
                  <a:cubicBezTo>
                    <a:pt x="70" y="0"/>
                    <a:pt x="17" y="33"/>
                    <a:pt x="0" y="83"/>
                  </a:cubicBezTo>
                  <a:cubicBezTo>
                    <a:pt x="0" y="104"/>
                    <a:pt x="0" y="120"/>
                    <a:pt x="17" y="137"/>
                  </a:cubicBezTo>
                  <a:lnTo>
                    <a:pt x="17" y="153"/>
                  </a:lnTo>
                  <a:cubicBezTo>
                    <a:pt x="17" y="153"/>
                    <a:pt x="17" y="169"/>
                    <a:pt x="37" y="169"/>
                  </a:cubicBezTo>
                  <a:cubicBezTo>
                    <a:pt x="54" y="186"/>
                    <a:pt x="70" y="207"/>
                    <a:pt x="103" y="207"/>
                  </a:cubicBezTo>
                  <a:cubicBezTo>
                    <a:pt x="108" y="211"/>
                    <a:pt x="114" y="213"/>
                    <a:pt x="121" y="213"/>
                  </a:cubicBezTo>
                  <a:cubicBezTo>
                    <a:pt x="139" y="213"/>
                    <a:pt x="162" y="201"/>
                    <a:pt x="173" y="186"/>
                  </a:cubicBezTo>
                  <a:cubicBezTo>
                    <a:pt x="190" y="169"/>
                    <a:pt x="206" y="153"/>
                    <a:pt x="223" y="120"/>
                  </a:cubicBezTo>
                  <a:cubicBezTo>
                    <a:pt x="223" y="104"/>
                    <a:pt x="206" y="83"/>
                    <a:pt x="206" y="50"/>
                  </a:cubicBezTo>
                  <a:cubicBezTo>
                    <a:pt x="190" y="33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6" name="Google Shape;16266;p41"/>
            <p:cNvSpPr/>
            <p:nvPr/>
          </p:nvSpPr>
          <p:spPr>
            <a:xfrm>
              <a:off x="4318150" y="313725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07" y="0"/>
                  </a:moveTo>
                  <a:cubicBezTo>
                    <a:pt x="84" y="0"/>
                    <a:pt x="62" y="12"/>
                    <a:pt x="50" y="23"/>
                  </a:cubicBezTo>
                  <a:cubicBezTo>
                    <a:pt x="34" y="44"/>
                    <a:pt x="17" y="61"/>
                    <a:pt x="17" y="94"/>
                  </a:cubicBezTo>
                  <a:cubicBezTo>
                    <a:pt x="1" y="110"/>
                    <a:pt x="1" y="127"/>
                    <a:pt x="17" y="147"/>
                  </a:cubicBezTo>
                  <a:cubicBezTo>
                    <a:pt x="17" y="147"/>
                    <a:pt x="17" y="164"/>
                    <a:pt x="34" y="164"/>
                  </a:cubicBezTo>
                  <a:cubicBezTo>
                    <a:pt x="50" y="180"/>
                    <a:pt x="67" y="197"/>
                    <a:pt x="104" y="213"/>
                  </a:cubicBezTo>
                  <a:cubicBezTo>
                    <a:pt x="153" y="213"/>
                    <a:pt x="207" y="180"/>
                    <a:pt x="223" y="127"/>
                  </a:cubicBezTo>
                  <a:cubicBezTo>
                    <a:pt x="223" y="94"/>
                    <a:pt x="207" y="61"/>
                    <a:pt x="207" y="44"/>
                  </a:cubicBezTo>
                  <a:cubicBezTo>
                    <a:pt x="190" y="23"/>
                    <a:pt x="153" y="7"/>
                    <a:pt x="137" y="7"/>
                  </a:cubicBezTo>
                  <a:cubicBezTo>
                    <a:pt x="127" y="2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7" name="Google Shape;16267;p41"/>
            <p:cNvSpPr/>
            <p:nvPr/>
          </p:nvSpPr>
          <p:spPr>
            <a:xfrm>
              <a:off x="4330100" y="3144575"/>
              <a:ext cx="5700" cy="5100"/>
            </a:xfrm>
            <a:custGeom>
              <a:avLst/>
              <a:gdLst/>
              <a:ahLst/>
              <a:cxnLst/>
              <a:rect l="l" t="t" r="r" b="b"/>
              <a:pathLst>
                <a:path w="228" h="204" extrusionOk="0">
                  <a:moveTo>
                    <a:pt x="126" y="1"/>
                  </a:moveTo>
                  <a:cubicBezTo>
                    <a:pt x="114" y="1"/>
                    <a:pt x="101" y="3"/>
                    <a:pt x="88" y="7"/>
                  </a:cubicBezTo>
                  <a:cubicBezTo>
                    <a:pt x="22" y="23"/>
                    <a:pt x="1" y="93"/>
                    <a:pt x="22" y="143"/>
                  </a:cubicBezTo>
                  <a:cubicBezTo>
                    <a:pt x="22" y="163"/>
                    <a:pt x="38" y="163"/>
                    <a:pt x="55" y="180"/>
                  </a:cubicBezTo>
                  <a:cubicBezTo>
                    <a:pt x="66" y="192"/>
                    <a:pt x="96" y="203"/>
                    <a:pt x="125" y="203"/>
                  </a:cubicBezTo>
                  <a:cubicBezTo>
                    <a:pt x="137" y="203"/>
                    <a:pt x="148" y="201"/>
                    <a:pt x="158" y="196"/>
                  </a:cubicBezTo>
                  <a:cubicBezTo>
                    <a:pt x="191" y="180"/>
                    <a:pt x="228" y="143"/>
                    <a:pt x="228" y="110"/>
                  </a:cubicBezTo>
                  <a:cubicBezTo>
                    <a:pt x="228" y="93"/>
                    <a:pt x="228" y="77"/>
                    <a:pt x="207" y="60"/>
                  </a:cubicBezTo>
                  <a:cubicBezTo>
                    <a:pt x="195" y="20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8" name="Google Shape;16268;p41"/>
            <p:cNvSpPr/>
            <p:nvPr/>
          </p:nvSpPr>
          <p:spPr>
            <a:xfrm>
              <a:off x="4329700" y="315762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04" y="0"/>
                  </a:moveTo>
                  <a:cubicBezTo>
                    <a:pt x="71" y="0"/>
                    <a:pt x="54" y="17"/>
                    <a:pt x="38" y="33"/>
                  </a:cubicBezTo>
                  <a:cubicBezTo>
                    <a:pt x="17" y="70"/>
                    <a:pt x="1" y="87"/>
                    <a:pt x="17" y="120"/>
                  </a:cubicBezTo>
                  <a:lnTo>
                    <a:pt x="17" y="136"/>
                  </a:lnTo>
                  <a:cubicBezTo>
                    <a:pt x="17" y="157"/>
                    <a:pt x="38" y="173"/>
                    <a:pt x="54" y="190"/>
                  </a:cubicBezTo>
                  <a:cubicBezTo>
                    <a:pt x="69" y="205"/>
                    <a:pt x="91" y="213"/>
                    <a:pt x="114" y="213"/>
                  </a:cubicBezTo>
                  <a:cubicBezTo>
                    <a:pt x="143" y="213"/>
                    <a:pt x="172" y="200"/>
                    <a:pt x="190" y="173"/>
                  </a:cubicBezTo>
                  <a:cubicBezTo>
                    <a:pt x="207" y="157"/>
                    <a:pt x="223" y="120"/>
                    <a:pt x="223" y="103"/>
                  </a:cubicBezTo>
                  <a:cubicBezTo>
                    <a:pt x="223" y="70"/>
                    <a:pt x="207" y="54"/>
                    <a:pt x="190" y="33"/>
                  </a:cubicBezTo>
                  <a:cubicBezTo>
                    <a:pt x="157" y="0"/>
                    <a:pt x="141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9" name="Google Shape;16269;p41"/>
            <p:cNvSpPr/>
            <p:nvPr/>
          </p:nvSpPr>
          <p:spPr>
            <a:xfrm>
              <a:off x="4327525" y="3171225"/>
              <a:ext cx="5700" cy="5025"/>
            </a:xfrm>
            <a:custGeom>
              <a:avLst/>
              <a:gdLst/>
              <a:ahLst/>
              <a:cxnLst/>
              <a:rect l="l" t="t" r="r" b="b"/>
              <a:pathLst>
                <a:path w="228" h="201" extrusionOk="0">
                  <a:moveTo>
                    <a:pt x="109" y="1"/>
                  </a:moveTo>
                  <a:cubicBezTo>
                    <a:pt x="56" y="1"/>
                    <a:pt x="22" y="36"/>
                    <a:pt x="22" y="91"/>
                  </a:cubicBezTo>
                  <a:cubicBezTo>
                    <a:pt x="1" y="107"/>
                    <a:pt x="22" y="128"/>
                    <a:pt x="22" y="145"/>
                  </a:cubicBezTo>
                  <a:cubicBezTo>
                    <a:pt x="22" y="145"/>
                    <a:pt x="22" y="161"/>
                    <a:pt x="38" y="161"/>
                  </a:cubicBezTo>
                  <a:cubicBezTo>
                    <a:pt x="55" y="178"/>
                    <a:pt x="71" y="194"/>
                    <a:pt x="104" y="194"/>
                  </a:cubicBezTo>
                  <a:cubicBezTo>
                    <a:pt x="110" y="199"/>
                    <a:pt x="117" y="201"/>
                    <a:pt x="125" y="201"/>
                  </a:cubicBezTo>
                  <a:cubicBezTo>
                    <a:pt x="143" y="201"/>
                    <a:pt x="162" y="189"/>
                    <a:pt x="174" y="178"/>
                  </a:cubicBezTo>
                  <a:cubicBezTo>
                    <a:pt x="207" y="161"/>
                    <a:pt x="207" y="145"/>
                    <a:pt x="228" y="107"/>
                  </a:cubicBezTo>
                  <a:cubicBezTo>
                    <a:pt x="228" y="58"/>
                    <a:pt x="191" y="4"/>
                    <a:pt x="141" y="4"/>
                  </a:cubicBezTo>
                  <a:cubicBezTo>
                    <a:pt x="130" y="2"/>
                    <a:pt x="119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0" name="Google Shape;16270;p41"/>
            <p:cNvSpPr/>
            <p:nvPr/>
          </p:nvSpPr>
          <p:spPr>
            <a:xfrm>
              <a:off x="4296625" y="3196750"/>
              <a:ext cx="5675" cy="5275"/>
            </a:xfrm>
            <a:custGeom>
              <a:avLst/>
              <a:gdLst/>
              <a:ahLst/>
              <a:cxnLst/>
              <a:rect l="l" t="t" r="r" b="b"/>
              <a:pathLst>
                <a:path w="227" h="211" extrusionOk="0">
                  <a:moveTo>
                    <a:pt x="112" y="0"/>
                  </a:moveTo>
                  <a:cubicBezTo>
                    <a:pt x="84" y="0"/>
                    <a:pt x="55" y="15"/>
                    <a:pt x="37" y="35"/>
                  </a:cubicBezTo>
                  <a:cubicBezTo>
                    <a:pt x="21" y="68"/>
                    <a:pt x="0" y="84"/>
                    <a:pt x="0" y="117"/>
                  </a:cubicBezTo>
                  <a:cubicBezTo>
                    <a:pt x="0" y="117"/>
                    <a:pt x="0" y="138"/>
                    <a:pt x="21" y="138"/>
                  </a:cubicBezTo>
                  <a:cubicBezTo>
                    <a:pt x="21" y="154"/>
                    <a:pt x="37" y="171"/>
                    <a:pt x="54" y="187"/>
                  </a:cubicBezTo>
                  <a:cubicBezTo>
                    <a:pt x="68" y="202"/>
                    <a:pt x="91" y="210"/>
                    <a:pt x="114" y="210"/>
                  </a:cubicBezTo>
                  <a:cubicBezTo>
                    <a:pt x="142" y="210"/>
                    <a:pt x="172" y="198"/>
                    <a:pt x="190" y="171"/>
                  </a:cubicBezTo>
                  <a:cubicBezTo>
                    <a:pt x="206" y="154"/>
                    <a:pt x="227" y="117"/>
                    <a:pt x="206" y="101"/>
                  </a:cubicBezTo>
                  <a:cubicBezTo>
                    <a:pt x="206" y="68"/>
                    <a:pt x="190" y="51"/>
                    <a:pt x="173" y="35"/>
                  </a:cubicBezTo>
                  <a:cubicBezTo>
                    <a:pt x="158" y="10"/>
                    <a:pt x="135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1" name="Google Shape;16271;p41"/>
            <p:cNvSpPr/>
            <p:nvPr/>
          </p:nvSpPr>
          <p:spPr>
            <a:xfrm>
              <a:off x="4303525" y="3158025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87" y="1"/>
                  </a:moveTo>
                  <a:cubicBezTo>
                    <a:pt x="54" y="17"/>
                    <a:pt x="33" y="38"/>
                    <a:pt x="17" y="54"/>
                  </a:cubicBezTo>
                  <a:cubicBezTo>
                    <a:pt x="17" y="87"/>
                    <a:pt x="0" y="104"/>
                    <a:pt x="17" y="141"/>
                  </a:cubicBezTo>
                  <a:cubicBezTo>
                    <a:pt x="30" y="181"/>
                    <a:pt x="80" y="211"/>
                    <a:pt x="127" y="211"/>
                  </a:cubicBezTo>
                  <a:cubicBezTo>
                    <a:pt x="137" y="211"/>
                    <a:pt x="147" y="210"/>
                    <a:pt x="157" y="207"/>
                  </a:cubicBezTo>
                  <a:cubicBezTo>
                    <a:pt x="206" y="174"/>
                    <a:pt x="239" y="120"/>
                    <a:pt x="206" y="71"/>
                  </a:cubicBezTo>
                  <a:cubicBezTo>
                    <a:pt x="206" y="38"/>
                    <a:pt x="173" y="17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2" name="Google Shape;16272;p41"/>
            <p:cNvSpPr/>
            <p:nvPr/>
          </p:nvSpPr>
          <p:spPr>
            <a:xfrm>
              <a:off x="4298775" y="3183875"/>
              <a:ext cx="6100" cy="5200"/>
            </a:xfrm>
            <a:custGeom>
              <a:avLst/>
              <a:gdLst/>
              <a:ahLst/>
              <a:cxnLst/>
              <a:rect l="l" t="t" r="r" b="b"/>
              <a:pathLst>
                <a:path w="244" h="208" extrusionOk="0">
                  <a:moveTo>
                    <a:pt x="124" y="1"/>
                  </a:moveTo>
                  <a:cubicBezTo>
                    <a:pt x="108" y="1"/>
                    <a:pt x="90" y="5"/>
                    <a:pt x="71" y="14"/>
                  </a:cubicBezTo>
                  <a:cubicBezTo>
                    <a:pt x="17" y="34"/>
                    <a:pt x="1" y="84"/>
                    <a:pt x="17" y="137"/>
                  </a:cubicBezTo>
                  <a:cubicBezTo>
                    <a:pt x="34" y="178"/>
                    <a:pt x="82" y="208"/>
                    <a:pt x="128" y="208"/>
                  </a:cubicBezTo>
                  <a:cubicBezTo>
                    <a:pt x="138" y="208"/>
                    <a:pt x="148" y="206"/>
                    <a:pt x="157" y="203"/>
                  </a:cubicBezTo>
                  <a:cubicBezTo>
                    <a:pt x="207" y="187"/>
                    <a:pt x="244" y="117"/>
                    <a:pt x="207" y="67"/>
                  </a:cubicBezTo>
                  <a:cubicBezTo>
                    <a:pt x="195" y="29"/>
                    <a:pt x="166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3" name="Google Shape;16273;p41"/>
            <p:cNvSpPr/>
            <p:nvPr/>
          </p:nvSpPr>
          <p:spPr>
            <a:xfrm>
              <a:off x="4299700" y="3169575"/>
              <a:ext cx="5600" cy="5375"/>
            </a:xfrm>
            <a:custGeom>
              <a:avLst/>
              <a:gdLst/>
              <a:ahLst/>
              <a:cxnLst/>
              <a:rect l="l" t="t" r="r" b="b"/>
              <a:pathLst>
                <a:path w="224" h="215" extrusionOk="0">
                  <a:moveTo>
                    <a:pt x="96" y="0"/>
                  </a:moveTo>
                  <a:cubicBezTo>
                    <a:pt x="86" y="0"/>
                    <a:pt x="76" y="2"/>
                    <a:pt x="67" y="4"/>
                  </a:cubicBezTo>
                  <a:cubicBezTo>
                    <a:pt x="17" y="37"/>
                    <a:pt x="1" y="91"/>
                    <a:pt x="17" y="141"/>
                  </a:cubicBezTo>
                  <a:cubicBezTo>
                    <a:pt x="31" y="185"/>
                    <a:pt x="81" y="215"/>
                    <a:pt x="126" y="215"/>
                  </a:cubicBezTo>
                  <a:cubicBezTo>
                    <a:pt x="135" y="215"/>
                    <a:pt x="145" y="213"/>
                    <a:pt x="153" y="211"/>
                  </a:cubicBezTo>
                  <a:cubicBezTo>
                    <a:pt x="207" y="173"/>
                    <a:pt x="223" y="124"/>
                    <a:pt x="207" y="70"/>
                  </a:cubicBezTo>
                  <a:cubicBezTo>
                    <a:pt x="190" y="30"/>
                    <a:pt x="142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4" name="Google Shape;16274;p41"/>
            <p:cNvSpPr/>
            <p:nvPr/>
          </p:nvSpPr>
          <p:spPr>
            <a:xfrm>
              <a:off x="4293200" y="31480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2" y="1"/>
                  </a:moveTo>
                  <a:cubicBezTo>
                    <a:pt x="58" y="1"/>
                    <a:pt x="15" y="47"/>
                    <a:pt x="1" y="90"/>
                  </a:cubicBezTo>
                  <a:cubicBezTo>
                    <a:pt x="1" y="107"/>
                    <a:pt x="1" y="127"/>
                    <a:pt x="17" y="144"/>
                  </a:cubicBezTo>
                  <a:lnTo>
                    <a:pt x="17" y="160"/>
                  </a:lnTo>
                  <a:cubicBezTo>
                    <a:pt x="34" y="193"/>
                    <a:pt x="71" y="210"/>
                    <a:pt x="88" y="210"/>
                  </a:cubicBezTo>
                  <a:cubicBezTo>
                    <a:pt x="158" y="210"/>
                    <a:pt x="207" y="177"/>
                    <a:pt x="207" y="127"/>
                  </a:cubicBezTo>
                  <a:cubicBezTo>
                    <a:pt x="224" y="90"/>
                    <a:pt x="207" y="74"/>
                    <a:pt x="191" y="41"/>
                  </a:cubicBezTo>
                  <a:cubicBezTo>
                    <a:pt x="174" y="24"/>
                    <a:pt x="158" y="4"/>
                    <a:pt x="121" y="4"/>
                  </a:cubicBezTo>
                  <a:cubicBezTo>
                    <a:pt x="114" y="2"/>
                    <a:pt x="108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5" name="Google Shape;16275;p41"/>
            <p:cNvSpPr/>
            <p:nvPr/>
          </p:nvSpPr>
          <p:spPr>
            <a:xfrm>
              <a:off x="4311250" y="3176850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8" y="0"/>
                  </a:moveTo>
                  <a:cubicBezTo>
                    <a:pt x="107" y="0"/>
                    <a:pt x="97" y="2"/>
                    <a:pt x="87" y="6"/>
                  </a:cubicBezTo>
                  <a:cubicBezTo>
                    <a:pt x="33" y="39"/>
                    <a:pt x="1" y="89"/>
                    <a:pt x="17" y="142"/>
                  </a:cubicBezTo>
                  <a:cubicBezTo>
                    <a:pt x="48" y="184"/>
                    <a:pt x="88" y="216"/>
                    <a:pt x="131" y="216"/>
                  </a:cubicBezTo>
                  <a:cubicBezTo>
                    <a:pt x="140" y="216"/>
                    <a:pt x="148" y="215"/>
                    <a:pt x="157" y="212"/>
                  </a:cubicBezTo>
                  <a:cubicBezTo>
                    <a:pt x="207" y="192"/>
                    <a:pt x="240" y="126"/>
                    <a:pt x="223" y="72"/>
                  </a:cubicBezTo>
                  <a:cubicBezTo>
                    <a:pt x="210" y="32"/>
                    <a:pt x="162" y="0"/>
                    <a:pt x="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6" name="Google Shape;16276;p41"/>
            <p:cNvSpPr/>
            <p:nvPr/>
          </p:nvSpPr>
          <p:spPr>
            <a:xfrm>
              <a:off x="4304350" y="3141575"/>
              <a:ext cx="5700" cy="5075"/>
            </a:xfrm>
            <a:custGeom>
              <a:avLst/>
              <a:gdLst/>
              <a:ahLst/>
              <a:cxnLst/>
              <a:rect l="l" t="t" r="r" b="b"/>
              <a:pathLst>
                <a:path w="228" h="203" extrusionOk="0">
                  <a:moveTo>
                    <a:pt x="113" y="1"/>
                  </a:moveTo>
                  <a:cubicBezTo>
                    <a:pt x="85" y="1"/>
                    <a:pt x="56" y="13"/>
                    <a:pt x="37" y="40"/>
                  </a:cubicBezTo>
                  <a:cubicBezTo>
                    <a:pt x="21" y="57"/>
                    <a:pt x="0" y="77"/>
                    <a:pt x="0" y="110"/>
                  </a:cubicBezTo>
                  <a:cubicBezTo>
                    <a:pt x="0" y="127"/>
                    <a:pt x="0" y="127"/>
                    <a:pt x="21" y="143"/>
                  </a:cubicBezTo>
                  <a:cubicBezTo>
                    <a:pt x="21" y="160"/>
                    <a:pt x="37" y="160"/>
                    <a:pt x="54" y="180"/>
                  </a:cubicBezTo>
                  <a:cubicBezTo>
                    <a:pt x="68" y="195"/>
                    <a:pt x="90" y="203"/>
                    <a:pt x="113" y="203"/>
                  </a:cubicBezTo>
                  <a:cubicBezTo>
                    <a:pt x="141" y="203"/>
                    <a:pt x="171" y="190"/>
                    <a:pt x="190" y="160"/>
                  </a:cubicBezTo>
                  <a:cubicBezTo>
                    <a:pt x="227" y="127"/>
                    <a:pt x="227" y="57"/>
                    <a:pt x="173" y="24"/>
                  </a:cubicBezTo>
                  <a:cubicBezTo>
                    <a:pt x="159" y="9"/>
                    <a:pt x="136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7" name="Google Shape;16277;p41"/>
            <p:cNvSpPr/>
            <p:nvPr/>
          </p:nvSpPr>
          <p:spPr>
            <a:xfrm>
              <a:off x="4310025" y="31907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1"/>
                  </a:moveTo>
                  <a:cubicBezTo>
                    <a:pt x="66" y="1"/>
                    <a:pt x="17" y="34"/>
                    <a:pt x="17" y="87"/>
                  </a:cubicBezTo>
                  <a:cubicBezTo>
                    <a:pt x="0" y="104"/>
                    <a:pt x="17" y="137"/>
                    <a:pt x="17" y="153"/>
                  </a:cubicBezTo>
                  <a:lnTo>
                    <a:pt x="33" y="174"/>
                  </a:lnTo>
                  <a:cubicBezTo>
                    <a:pt x="50" y="190"/>
                    <a:pt x="66" y="207"/>
                    <a:pt x="103" y="207"/>
                  </a:cubicBezTo>
                  <a:cubicBezTo>
                    <a:pt x="112" y="209"/>
                    <a:pt x="120" y="211"/>
                    <a:pt x="129" y="211"/>
                  </a:cubicBezTo>
                  <a:cubicBezTo>
                    <a:pt x="170" y="211"/>
                    <a:pt x="209" y="178"/>
                    <a:pt x="223" y="120"/>
                  </a:cubicBezTo>
                  <a:cubicBezTo>
                    <a:pt x="223" y="104"/>
                    <a:pt x="223" y="71"/>
                    <a:pt x="206" y="50"/>
                  </a:cubicBezTo>
                  <a:cubicBezTo>
                    <a:pt x="186" y="34"/>
                    <a:pt x="153" y="17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8" name="Google Shape;16278;p41"/>
            <p:cNvSpPr/>
            <p:nvPr/>
          </p:nvSpPr>
          <p:spPr>
            <a:xfrm>
              <a:off x="4307425" y="31275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1" y="0"/>
                  </a:moveTo>
                  <a:cubicBezTo>
                    <a:pt x="67" y="0"/>
                    <a:pt x="17" y="37"/>
                    <a:pt x="1" y="87"/>
                  </a:cubicBezTo>
                  <a:cubicBezTo>
                    <a:pt x="1" y="103"/>
                    <a:pt x="1" y="124"/>
                    <a:pt x="17" y="140"/>
                  </a:cubicBezTo>
                  <a:lnTo>
                    <a:pt x="17" y="173"/>
                  </a:lnTo>
                  <a:cubicBezTo>
                    <a:pt x="34" y="190"/>
                    <a:pt x="67" y="206"/>
                    <a:pt x="83" y="206"/>
                  </a:cubicBezTo>
                  <a:cubicBezTo>
                    <a:pt x="94" y="209"/>
                    <a:pt x="104" y="211"/>
                    <a:pt x="114" y="211"/>
                  </a:cubicBezTo>
                  <a:cubicBezTo>
                    <a:pt x="168" y="211"/>
                    <a:pt x="207" y="166"/>
                    <a:pt x="207" y="124"/>
                  </a:cubicBezTo>
                  <a:cubicBezTo>
                    <a:pt x="224" y="103"/>
                    <a:pt x="207" y="70"/>
                    <a:pt x="186" y="54"/>
                  </a:cubicBezTo>
                  <a:cubicBezTo>
                    <a:pt x="170" y="21"/>
                    <a:pt x="154" y="21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9" name="Google Shape;16279;p41"/>
            <p:cNvSpPr/>
            <p:nvPr/>
          </p:nvSpPr>
          <p:spPr>
            <a:xfrm>
              <a:off x="4163125" y="317050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0" y="0"/>
                  </a:moveTo>
                  <a:cubicBezTo>
                    <a:pt x="67" y="0"/>
                    <a:pt x="17" y="33"/>
                    <a:pt x="1" y="87"/>
                  </a:cubicBezTo>
                  <a:lnTo>
                    <a:pt x="1" y="136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4" y="190"/>
                    <a:pt x="67" y="207"/>
                    <a:pt x="83" y="207"/>
                  </a:cubicBezTo>
                  <a:cubicBezTo>
                    <a:pt x="120" y="207"/>
                    <a:pt x="137" y="207"/>
                    <a:pt x="170" y="190"/>
                  </a:cubicBezTo>
                  <a:cubicBezTo>
                    <a:pt x="186" y="174"/>
                    <a:pt x="207" y="157"/>
                    <a:pt x="207" y="120"/>
                  </a:cubicBezTo>
                  <a:cubicBezTo>
                    <a:pt x="207" y="87"/>
                    <a:pt x="207" y="71"/>
                    <a:pt x="186" y="54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0" name="Google Shape;16280;p41"/>
            <p:cNvSpPr/>
            <p:nvPr/>
          </p:nvSpPr>
          <p:spPr>
            <a:xfrm>
              <a:off x="4176850" y="31639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01" y="0"/>
                  </a:moveTo>
                  <a:cubicBezTo>
                    <a:pt x="52" y="0"/>
                    <a:pt x="17" y="35"/>
                    <a:pt x="17" y="88"/>
                  </a:cubicBezTo>
                  <a:cubicBezTo>
                    <a:pt x="0" y="109"/>
                    <a:pt x="0" y="125"/>
                    <a:pt x="17" y="142"/>
                  </a:cubicBezTo>
                  <a:cubicBezTo>
                    <a:pt x="17" y="142"/>
                    <a:pt x="17" y="158"/>
                    <a:pt x="33" y="158"/>
                  </a:cubicBezTo>
                  <a:cubicBezTo>
                    <a:pt x="50" y="175"/>
                    <a:pt x="70" y="191"/>
                    <a:pt x="103" y="212"/>
                  </a:cubicBezTo>
                  <a:cubicBezTo>
                    <a:pt x="153" y="212"/>
                    <a:pt x="206" y="175"/>
                    <a:pt x="223" y="125"/>
                  </a:cubicBezTo>
                  <a:cubicBezTo>
                    <a:pt x="223" y="88"/>
                    <a:pt x="206" y="55"/>
                    <a:pt x="206" y="39"/>
                  </a:cubicBezTo>
                  <a:cubicBezTo>
                    <a:pt x="190" y="22"/>
                    <a:pt x="153" y="6"/>
                    <a:pt x="136" y="6"/>
                  </a:cubicBezTo>
                  <a:cubicBezTo>
                    <a:pt x="124" y="2"/>
                    <a:pt x="112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1" name="Google Shape;16281;p41"/>
            <p:cNvSpPr/>
            <p:nvPr/>
          </p:nvSpPr>
          <p:spPr>
            <a:xfrm>
              <a:off x="4180650" y="3136150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24" y="0"/>
                  </a:moveTo>
                  <a:cubicBezTo>
                    <a:pt x="93" y="0"/>
                    <a:pt x="58" y="14"/>
                    <a:pt x="38" y="34"/>
                  </a:cubicBezTo>
                  <a:cubicBezTo>
                    <a:pt x="21" y="67"/>
                    <a:pt x="1" y="88"/>
                    <a:pt x="1" y="121"/>
                  </a:cubicBezTo>
                  <a:lnTo>
                    <a:pt x="21" y="138"/>
                  </a:lnTo>
                  <a:cubicBezTo>
                    <a:pt x="21" y="154"/>
                    <a:pt x="38" y="171"/>
                    <a:pt x="54" y="191"/>
                  </a:cubicBezTo>
                  <a:cubicBezTo>
                    <a:pt x="71" y="208"/>
                    <a:pt x="87" y="208"/>
                    <a:pt x="124" y="208"/>
                  </a:cubicBezTo>
                  <a:cubicBezTo>
                    <a:pt x="157" y="208"/>
                    <a:pt x="174" y="191"/>
                    <a:pt x="190" y="171"/>
                  </a:cubicBezTo>
                  <a:cubicBezTo>
                    <a:pt x="207" y="154"/>
                    <a:pt x="228" y="121"/>
                    <a:pt x="207" y="88"/>
                  </a:cubicBezTo>
                  <a:cubicBezTo>
                    <a:pt x="207" y="67"/>
                    <a:pt x="207" y="34"/>
                    <a:pt x="174" y="18"/>
                  </a:cubicBezTo>
                  <a:cubicBezTo>
                    <a:pt x="161" y="5"/>
                    <a:pt x="143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2" name="Google Shape;16282;p41"/>
            <p:cNvSpPr/>
            <p:nvPr/>
          </p:nvSpPr>
          <p:spPr>
            <a:xfrm>
              <a:off x="4333625" y="313317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20" y="1"/>
                  </a:moveTo>
                  <a:cubicBezTo>
                    <a:pt x="66" y="1"/>
                    <a:pt x="0" y="34"/>
                    <a:pt x="0" y="83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70"/>
                  </a:cubicBezTo>
                  <a:cubicBezTo>
                    <a:pt x="33" y="186"/>
                    <a:pt x="50" y="207"/>
                    <a:pt x="87" y="207"/>
                  </a:cubicBezTo>
                  <a:cubicBezTo>
                    <a:pt x="120" y="207"/>
                    <a:pt x="136" y="207"/>
                    <a:pt x="169" y="186"/>
                  </a:cubicBezTo>
                  <a:cubicBezTo>
                    <a:pt x="190" y="170"/>
                    <a:pt x="206" y="153"/>
                    <a:pt x="206" y="121"/>
                  </a:cubicBezTo>
                  <a:cubicBezTo>
                    <a:pt x="206" y="104"/>
                    <a:pt x="206" y="67"/>
                    <a:pt x="190" y="50"/>
                  </a:cubicBezTo>
                  <a:cubicBezTo>
                    <a:pt x="169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3" name="Google Shape;16283;p41"/>
            <p:cNvSpPr/>
            <p:nvPr/>
          </p:nvSpPr>
          <p:spPr>
            <a:xfrm>
              <a:off x="4175500" y="31778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87" y="0"/>
                    <a:pt x="71" y="0"/>
                    <a:pt x="38" y="17"/>
                  </a:cubicBezTo>
                  <a:cubicBezTo>
                    <a:pt x="21" y="33"/>
                    <a:pt x="1" y="70"/>
                    <a:pt x="1" y="87"/>
                  </a:cubicBezTo>
                  <a:lnTo>
                    <a:pt x="1" y="136"/>
                  </a:lnTo>
                  <a:cubicBezTo>
                    <a:pt x="21" y="153"/>
                    <a:pt x="21" y="153"/>
                    <a:pt x="21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94" y="209"/>
                    <a:pt x="102" y="210"/>
                    <a:pt x="109" y="210"/>
                  </a:cubicBezTo>
                  <a:cubicBezTo>
                    <a:pt x="157" y="210"/>
                    <a:pt x="207" y="166"/>
                    <a:pt x="207" y="120"/>
                  </a:cubicBezTo>
                  <a:cubicBezTo>
                    <a:pt x="207" y="87"/>
                    <a:pt x="207" y="70"/>
                    <a:pt x="190" y="50"/>
                  </a:cubicBezTo>
                  <a:cubicBezTo>
                    <a:pt x="174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4" name="Google Shape;16284;p41"/>
            <p:cNvSpPr/>
            <p:nvPr/>
          </p:nvSpPr>
          <p:spPr>
            <a:xfrm>
              <a:off x="4191900" y="3146325"/>
              <a:ext cx="5575" cy="5075"/>
            </a:xfrm>
            <a:custGeom>
              <a:avLst/>
              <a:gdLst/>
              <a:ahLst/>
              <a:cxnLst/>
              <a:rect l="l" t="t" r="r" b="b"/>
              <a:pathLst>
                <a:path w="223" h="203" extrusionOk="0">
                  <a:moveTo>
                    <a:pt x="108" y="1"/>
                  </a:moveTo>
                  <a:cubicBezTo>
                    <a:pt x="94" y="1"/>
                    <a:pt x="80" y="3"/>
                    <a:pt x="66" y="7"/>
                  </a:cubicBezTo>
                  <a:cubicBezTo>
                    <a:pt x="17" y="23"/>
                    <a:pt x="0" y="93"/>
                    <a:pt x="17" y="143"/>
                  </a:cubicBezTo>
                  <a:cubicBezTo>
                    <a:pt x="29" y="183"/>
                    <a:pt x="72" y="203"/>
                    <a:pt x="114" y="203"/>
                  </a:cubicBezTo>
                  <a:cubicBezTo>
                    <a:pt x="127" y="203"/>
                    <a:pt x="141" y="201"/>
                    <a:pt x="153" y="196"/>
                  </a:cubicBezTo>
                  <a:cubicBezTo>
                    <a:pt x="206" y="176"/>
                    <a:pt x="223" y="110"/>
                    <a:pt x="206" y="56"/>
                  </a:cubicBezTo>
                  <a:cubicBezTo>
                    <a:pt x="194" y="19"/>
                    <a:pt x="151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5" name="Google Shape;16285;p41"/>
            <p:cNvSpPr/>
            <p:nvPr/>
          </p:nvSpPr>
          <p:spPr>
            <a:xfrm>
              <a:off x="4182400" y="3122275"/>
              <a:ext cx="5600" cy="5475"/>
            </a:xfrm>
            <a:custGeom>
              <a:avLst/>
              <a:gdLst/>
              <a:ahLst/>
              <a:cxnLst/>
              <a:rect l="l" t="t" r="r" b="b"/>
              <a:pathLst>
                <a:path w="224" h="219" extrusionOk="0">
                  <a:moveTo>
                    <a:pt x="102" y="0"/>
                  </a:moveTo>
                  <a:cubicBezTo>
                    <a:pt x="92" y="0"/>
                    <a:pt x="82" y="1"/>
                    <a:pt x="71" y="4"/>
                  </a:cubicBezTo>
                  <a:cubicBezTo>
                    <a:pt x="17" y="41"/>
                    <a:pt x="1" y="91"/>
                    <a:pt x="17" y="144"/>
                  </a:cubicBezTo>
                  <a:cubicBezTo>
                    <a:pt x="17" y="161"/>
                    <a:pt x="34" y="177"/>
                    <a:pt x="54" y="177"/>
                  </a:cubicBezTo>
                  <a:cubicBezTo>
                    <a:pt x="66" y="201"/>
                    <a:pt x="96" y="218"/>
                    <a:pt x="125" y="218"/>
                  </a:cubicBezTo>
                  <a:cubicBezTo>
                    <a:pt x="136" y="218"/>
                    <a:pt x="147" y="216"/>
                    <a:pt x="158" y="210"/>
                  </a:cubicBezTo>
                  <a:cubicBezTo>
                    <a:pt x="191" y="194"/>
                    <a:pt x="224" y="161"/>
                    <a:pt x="224" y="128"/>
                  </a:cubicBezTo>
                  <a:cubicBezTo>
                    <a:pt x="224" y="107"/>
                    <a:pt x="224" y="91"/>
                    <a:pt x="207" y="74"/>
                  </a:cubicBezTo>
                  <a:cubicBezTo>
                    <a:pt x="193" y="33"/>
                    <a:pt x="154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6" name="Google Shape;16286;p41"/>
            <p:cNvSpPr/>
            <p:nvPr/>
          </p:nvSpPr>
          <p:spPr>
            <a:xfrm>
              <a:off x="4189325" y="317347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20" y="1"/>
                  </a:moveTo>
                  <a:cubicBezTo>
                    <a:pt x="87" y="1"/>
                    <a:pt x="33" y="17"/>
                    <a:pt x="17" y="71"/>
                  </a:cubicBezTo>
                  <a:cubicBezTo>
                    <a:pt x="17" y="71"/>
                    <a:pt x="17" y="88"/>
                    <a:pt x="0" y="88"/>
                  </a:cubicBezTo>
                  <a:cubicBezTo>
                    <a:pt x="0" y="104"/>
                    <a:pt x="0" y="121"/>
                    <a:pt x="17" y="141"/>
                  </a:cubicBezTo>
                  <a:cubicBezTo>
                    <a:pt x="17" y="174"/>
                    <a:pt x="33" y="191"/>
                    <a:pt x="66" y="191"/>
                  </a:cubicBezTo>
                  <a:cubicBezTo>
                    <a:pt x="66" y="207"/>
                    <a:pt x="87" y="207"/>
                    <a:pt x="103" y="207"/>
                  </a:cubicBezTo>
                  <a:cubicBezTo>
                    <a:pt x="153" y="207"/>
                    <a:pt x="206" y="174"/>
                    <a:pt x="223" y="121"/>
                  </a:cubicBezTo>
                  <a:cubicBezTo>
                    <a:pt x="223" y="88"/>
                    <a:pt x="206" y="71"/>
                    <a:pt x="190" y="38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7" name="Google Shape;16287;p41"/>
            <p:cNvSpPr/>
            <p:nvPr/>
          </p:nvSpPr>
          <p:spPr>
            <a:xfrm>
              <a:off x="4189725" y="315920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103" y="1"/>
                  </a:moveTo>
                  <a:cubicBezTo>
                    <a:pt x="75" y="1"/>
                    <a:pt x="47" y="13"/>
                    <a:pt x="17" y="40"/>
                  </a:cubicBezTo>
                  <a:cubicBezTo>
                    <a:pt x="1" y="57"/>
                    <a:pt x="1" y="94"/>
                    <a:pt x="1" y="110"/>
                  </a:cubicBezTo>
                  <a:lnTo>
                    <a:pt x="1" y="143"/>
                  </a:lnTo>
                  <a:cubicBezTo>
                    <a:pt x="17" y="160"/>
                    <a:pt x="34" y="176"/>
                    <a:pt x="34" y="176"/>
                  </a:cubicBezTo>
                  <a:cubicBezTo>
                    <a:pt x="58" y="193"/>
                    <a:pt x="85" y="202"/>
                    <a:pt x="110" y="202"/>
                  </a:cubicBezTo>
                  <a:cubicBezTo>
                    <a:pt x="141" y="202"/>
                    <a:pt x="170" y="189"/>
                    <a:pt x="190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90" y="40"/>
                    <a:pt x="174" y="24"/>
                  </a:cubicBezTo>
                  <a:cubicBezTo>
                    <a:pt x="150" y="9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8" name="Google Shape;16288;p41"/>
            <p:cNvSpPr/>
            <p:nvPr/>
          </p:nvSpPr>
          <p:spPr>
            <a:xfrm>
              <a:off x="4186325" y="31104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lnTo>
                    <a:pt x="17" y="170"/>
                  </a:lnTo>
                  <a:cubicBezTo>
                    <a:pt x="34" y="190"/>
                    <a:pt x="67" y="207"/>
                    <a:pt x="83" y="207"/>
                  </a:cubicBezTo>
                  <a:cubicBezTo>
                    <a:pt x="92" y="209"/>
                    <a:pt x="100" y="210"/>
                    <a:pt x="109" y="210"/>
                  </a:cubicBezTo>
                  <a:cubicBezTo>
                    <a:pt x="166" y="210"/>
                    <a:pt x="207" y="164"/>
                    <a:pt x="207" y="120"/>
                  </a:cubicBezTo>
                  <a:cubicBezTo>
                    <a:pt x="223" y="104"/>
                    <a:pt x="207" y="67"/>
                    <a:pt x="186" y="50"/>
                  </a:cubicBezTo>
                  <a:cubicBezTo>
                    <a:pt x="170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9" name="Google Shape;16289;p41"/>
            <p:cNvSpPr/>
            <p:nvPr/>
          </p:nvSpPr>
          <p:spPr>
            <a:xfrm>
              <a:off x="4172100" y="311580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02" y="1"/>
                  </a:moveTo>
                  <a:cubicBezTo>
                    <a:pt x="86" y="1"/>
                    <a:pt x="66" y="12"/>
                    <a:pt x="54" y="24"/>
                  </a:cubicBezTo>
                  <a:cubicBezTo>
                    <a:pt x="17" y="40"/>
                    <a:pt x="1" y="57"/>
                    <a:pt x="1" y="94"/>
                  </a:cubicBezTo>
                  <a:cubicBezTo>
                    <a:pt x="1" y="110"/>
                    <a:pt x="1" y="127"/>
                    <a:pt x="17" y="143"/>
                  </a:cubicBezTo>
                  <a:lnTo>
                    <a:pt x="17" y="160"/>
                  </a:lnTo>
                  <a:cubicBezTo>
                    <a:pt x="34" y="181"/>
                    <a:pt x="71" y="197"/>
                    <a:pt x="87" y="214"/>
                  </a:cubicBezTo>
                  <a:cubicBezTo>
                    <a:pt x="157" y="214"/>
                    <a:pt x="207" y="181"/>
                    <a:pt x="207" y="127"/>
                  </a:cubicBezTo>
                  <a:cubicBezTo>
                    <a:pt x="223" y="94"/>
                    <a:pt x="207" y="57"/>
                    <a:pt x="190" y="40"/>
                  </a:cubicBezTo>
                  <a:cubicBezTo>
                    <a:pt x="174" y="24"/>
                    <a:pt x="157" y="7"/>
                    <a:pt x="120" y="7"/>
                  </a:cubicBezTo>
                  <a:cubicBezTo>
                    <a:pt x="115" y="3"/>
                    <a:pt x="109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0" name="Google Shape;16290;p41"/>
            <p:cNvSpPr/>
            <p:nvPr/>
          </p:nvSpPr>
          <p:spPr>
            <a:xfrm>
              <a:off x="4154900" y="3147625"/>
              <a:ext cx="5675" cy="4975"/>
            </a:xfrm>
            <a:custGeom>
              <a:avLst/>
              <a:gdLst/>
              <a:ahLst/>
              <a:cxnLst/>
              <a:rect l="l" t="t" r="r" b="b"/>
              <a:pathLst>
                <a:path w="227" h="199" extrusionOk="0">
                  <a:moveTo>
                    <a:pt x="97" y="0"/>
                  </a:moveTo>
                  <a:cubicBezTo>
                    <a:pt x="54" y="0"/>
                    <a:pt x="17" y="33"/>
                    <a:pt x="0" y="91"/>
                  </a:cubicBezTo>
                  <a:cubicBezTo>
                    <a:pt x="0" y="107"/>
                    <a:pt x="0" y="124"/>
                    <a:pt x="21" y="144"/>
                  </a:cubicBezTo>
                  <a:cubicBezTo>
                    <a:pt x="21" y="177"/>
                    <a:pt x="54" y="194"/>
                    <a:pt x="87" y="194"/>
                  </a:cubicBezTo>
                  <a:cubicBezTo>
                    <a:pt x="99" y="197"/>
                    <a:pt x="110" y="198"/>
                    <a:pt x="121" y="198"/>
                  </a:cubicBezTo>
                  <a:cubicBezTo>
                    <a:pt x="172" y="198"/>
                    <a:pt x="206" y="165"/>
                    <a:pt x="206" y="107"/>
                  </a:cubicBezTo>
                  <a:cubicBezTo>
                    <a:pt x="227" y="91"/>
                    <a:pt x="206" y="58"/>
                    <a:pt x="190" y="41"/>
                  </a:cubicBezTo>
                  <a:cubicBezTo>
                    <a:pt x="173" y="21"/>
                    <a:pt x="157" y="4"/>
                    <a:pt x="124" y="4"/>
                  </a:cubicBezTo>
                  <a:cubicBezTo>
                    <a:pt x="115" y="1"/>
                    <a:pt x="10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1" name="Google Shape;16291;p41"/>
            <p:cNvSpPr/>
            <p:nvPr/>
          </p:nvSpPr>
          <p:spPr>
            <a:xfrm>
              <a:off x="4157050" y="313210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26" y="1"/>
                  </a:moveTo>
                  <a:cubicBezTo>
                    <a:pt x="113" y="1"/>
                    <a:pt x="100" y="3"/>
                    <a:pt x="87" y="7"/>
                  </a:cubicBezTo>
                  <a:cubicBezTo>
                    <a:pt x="38" y="23"/>
                    <a:pt x="1" y="93"/>
                    <a:pt x="17" y="147"/>
                  </a:cubicBezTo>
                  <a:cubicBezTo>
                    <a:pt x="38" y="164"/>
                    <a:pt x="38" y="164"/>
                    <a:pt x="54" y="180"/>
                  </a:cubicBezTo>
                  <a:cubicBezTo>
                    <a:pt x="66" y="192"/>
                    <a:pt x="94" y="203"/>
                    <a:pt x="123" y="203"/>
                  </a:cubicBezTo>
                  <a:cubicBezTo>
                    <a:pt x="135" y="203"/>
                    <a:pt x="146" y="201"/>
                    <a:pt x="157" y="196"/>
                  </a:cubicBezTo>
                  <a:cubicBezTo>
                    <a:pt x="190" y="180"/>
                    <a:pt x="223" y="147"/>
                    <a:pt x="223" y="110"/>
                  </a:cubicBezTo>
                  <a:lnTo>
                    <a:pt x="223" y="60"/>
                  </a:lnTo>
                  <a:cubicBezTo>
                    <a:pt x="198" y="20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2" name="Google Shape;16292;p41"/>
            <p:cNvSpPr/>
            <p:nvPr/>
          </p:nvSpPr>
          <p:spPr>
            <a:xfrm>
              <a:off x="4158400" y="311977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18" y="1"/>
                  </a:moveTo>
                  <a:cubicBezTo>
                    <a:pt x="87" y="1"/>
                    <a:pt x="53" y="16"/>
                    <a:pt x="33" y="38"/>
                  </a:cubicBezTo>
                  <a:cubicBezTo>
                    <a:pt x="17" y="55"/>
                    <a:pt x="0" y="88"/>
                    <a:pt x="0" y="125"/>
                  </a:cubicBezTo>
                  <a:cubicBezTo>
                    <a:pt x="17" y="125"/>
                    <a:pt x="17" y="141"/>
                    <a:pt x="17" y="141"/>
                  </a:cubicBezTo>
                  <a:cubicBezTo>
                    <a:pt x="17" y="158"/>
                    <a:pt x="33" y="174"/>
                    <a:pt x="50" y="191"/>
                  </a:cubicBezTo>
                  <a:cubicBezTo>
                    <a:pt x="66" y="207"/>
                    <a:pt x="103" y="207"/>
                    <a:pt x="120" y="207"/>
                  </a:cubicBezTo>
                  <a:cubicBezTo>
                    <a:pt x="153" y="207"/>
                    <a:pt x="169" y="191"/>
                    <a:pt x="190" y="174"/>
                  </a:cubicBezTo>
                  <a:cubicBezTo>
                    <a:pt x="206" y="141"/>
                    <a:pt x="223" y="125"/>
                    <a:pt x="223" y="88"/>
                  </a:cubicBezTo>
                  <a:cubicBezTo>
                    <a:pt x="206" y="71"/>
                    <a:pt x="206" y="38"/>
                    <a:pt x="169" y="22"/>
                  </a:cubicBezTo>
                  <a:cubicBezTo>
                    <a:pt x="156" y="7"/>
                    <a:pt x="138" y="1"/>
                    <a:pt x="1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3" name="Google Shape;16293;p41"/>
            <p:cNvSpPr/>
            <p:nvPr/>
          </p:nvSpPr>
          <p:spPr>
            <a:xfrm>
              <a:off x="4153250" y="31626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2" y="0"/>
                  </a:moveTo>
                  <a:cubicBezTo>
                    <a:pt x="46" y="0"/>
                    <a:pt x="0" y="33"/>
                    <a:pt x="0" y="91"/>
                  </a:cubicBezTo>
                  <a:lnTo>
                    <a:pt x="0" y="140"/>
                  </a:lnTo>
                  <a:lnTo>
                    <a:pt x="17" y="161"/>
                  </a:lnTo>
                  <a:cubicBezTo>
                    <a:pt x="33" y="177"/>
                    <a:pt x="50" y="194"/>
                    <a:pt x="87" y="210"/>
                  </a:cubicBezTo>
                  <a:cubicBezTo>
                    <a:pt x="120" y="210"/>
                    <a:pt x="136" y="194"/>
                    <a:pt x="169" y="177"/>
                  </a:cubicBezTo>
                  <a:cubicBezTo>
                    <a:pt x="190" y="177"/>
                    <a:pt x="206" y="140"/>
                    <a:pt x="206" y="124"/>
                  </a:cubicBezTo>
                  <a:cubicBezTo>
                    <a:pt x="206" y="91"/>
                    <a:pt x="206" y="58"/>
                    <a:pt x="190" y="37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1" y="1"/>
                    <a:pt x="101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4" name="Google Shape;16294;p41"/>
            <p:cNvSpPr/>
            <p:nvPr/>
          </p:nvSpPr>
          <p:spPr>
            <a:xfrm>
              <a:off x="4165200" y="3156375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14" y="1"/>
                  </a:moveTo>
                  <a:cubicBezTo>
                    <a:pt x="86" y="1"/>
                    <a:pt x="56" y="15"/>
                    <a:pt x="37" y="34"/>
                  </a:cubicBezTo>
                  <a:cubicBezTo>
                    <a:pt x="21" y="67"/>
                    <a:pt x="0" y="83"/>
                    <a:pt x="0" y="120"/>
                  </a:cubicBezTo>
                  <a:cubicBezTo>
                    <a:pt x="0" y="120"/>
                    <a:pt x="0" y="137"/>
                    <a:pt x="21" y="137"/>
                  </a:cubicBezTo>
                  <a:cubicBezTo>
                    <a:pt x="21" y="153"/>
                    <a:pt x="37" y="170"/>
                    <a:pt x="54" y="186"/>
                  </a:cubicBezTo>
                  <a:cubicBezTo>
                    <a:pt x="70" y="207"/>
                    <a:pt x="87" y="207"/>
                    <a:pt x="124" y="207"/>
                  </a:cubicBezTo>
                  <a:cubicBezTo>
                    <a:pt x="157" y="207"/>
                    <a:pt x="174" y="186"/>
                    <a:pt x="190" y="170"/>
                  </a:cubicBezTo>
                  <a:cubicBezTo>
                    <a:pt x="206" y="153"/>
                    <a:pt x="227" y="120"/>
                    <a:pt x="206" y="104"/>
                  </a:cubicBezTo>
                  <a:cubicBezTo>
                    <a:pt x="206" y="67"/>
                    <a:pt x="190" y="50"/>
                    <a:pt x="174" y="34"/>
                  </a:cubicBezTo>
                  <a:cubicBezTo>
                    <a:pt x="159" y="10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5" name="Google Shape;16295;p41"/>
            <p:cNvSpPr/>
            <p:nvPr/>
          </p:nvSpPr>
          <p:spPr>
            <a:xfrm>
              <a:off x="4149725" y="3176550"/>
              <a:ext cx="5200" cy="5350"/>
            </a:xfrm>
            <a:custGeom>
              <a:avLst/>
              <a:gdLst/>
              <a:ahLst/>
              <a:cxnLst/>
              <a:rect l="l" t="t" r="r" b="b"/>
              <a:pathLst>
                <a:path w="208" h="214" extrusionOk="0">
                  <a:moveTo>
                    <a:pt x="99" y="0"/>
                  </a:moveTo>
                  <a:cubicBezTo>
                    <a:pt x="68" y="0"/>
                    <a:pt x="39" y="14"/>
                    <a:pt x="22" y="35"/>
                  </a:cubicBezTo>
                  <a:cubicBezTo>
                    <a:pt x="1" y="68"/>
                    <a:pt x="1" y="84"/>
                    <a:pt x="1" y="121"/>
                  </a:cubicBezTo>
                  <a:lnTo>
                    <a:pt x="1" y="138"/>
                  </a:lnTo>
                  <a:cubicBezTo>
                    <a:pt x="1" y="154"/>
                    <a:pt x="22" y="171"/>
                    <a:pt x="38" y="187"/>
                  </a:cubicBezTo>
                  <a:cubicBezTo>
                    <a:pt x="60" y="204"/>
                    <a:pt x="84" y="213"/>
                    <a:pt x="107" y="213"/>
                  </a:cubicBezTo>
                  <a:cubicBezTo>
                    <a:pt x="135" y="213"/>
                    <a:pt x="164" y="200"/>
                    <a:pt x="191" y="171"/>
                  </a:cubicBezTo>
                  <a:cubicBezTo>
                    <a:pt x="207" y="154"/>
                    <a:pt x="207" y="121"/>
                    <a:pt x="207" y="101"/>
                  </a:cubicBezTo>
                  <a:cubicBezTo>
                    <a:pt x="207" y="68"/>
                    <a:pt x="191" y="51"/>
                    <a:pt x="174" y="35"/>
                  </a:cubicBezTo>
                  <a:cubicBezTo>
                    <a:pt x="152" y="10"/>
                    <a:pt x="125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6" name="Google Shape;16296;p41"/>
            <p:cNvSpPr/>
            <p:nvPr/>
          </p:nvSpPr>
          <p:spPr>
            <a:xfrm>
              <a:off x="4167350" y="31425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4" y="0"/>
                    <a:pt x="71" y="0"/>
                    <a:pt x="55" y="17"/>
                  </a:cubicBezTo>
                  <a:cubicBezTo>
                    <a:pt x="38" y="37"/>
                    <a:pt x="17" y="54"/>
                    <a:pt x="1" y="87"/>
                  </a:cubicBezTo>
                  <a:cubicBezTo>
                    <a:pt x="1" y="103"/>
                    <a:pt x="1" y="120"/>
                    <a:pt x="17" y="140"/>
                  </a:cubicBezTo>
                  <a:cubicBezTo>
                    <a:pt x="17" y="140"/>
                    <a:pt x="17" y="157"/>
                    <a:pt x="38" y="157"/>
                  </a:cubicBezTo>
                  <a:cubicBezTo>
                    <a:pt x="38" y="190"/>
                    <a:pt x="71" y="206"/>
                    <a:pt x="104" y="206"/>
                  </a:cubicBezTo>
                  <a:cubicBezTo>
                    <a:pt x="158" y="206"/>
                    <a:pt x="207" y="173"/>
                    <a:pt x="224" y="120"/>
                  </a:cubicBezTo>
                  <a:cubicBezTo>
                    <a:pt x="224" y="87"/>
                    <a:pt x="207" y="70"/>
                    <a:pt x="191" y="37"/>
                  </a:cubicBezTo>
                  <a:cubicBezTo>
                    <a:pt x="174" y="17"/>
                    <a:pt x="158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7" name="Google Shape;16297;p41"/>
            <p:cNvSpPr/>
            <p:nvPr/>
          </p:nvSpPr>
          <p:spPr>
            <a:xfrm>
              <a:off x="4168300" y="3128850"/>
              <a:ext cx="6000" cy="5350"/>
            </a:xfrm>
            <a:custGeom>
              <a:avLst/>
              <a:gdLst/>
              <a:ahLst/>
              <a:cxnLst/>
              <a:rect l="l" t="t" r="r" b="b"/>
              <a:pathLst>
                <a:path w="240" h="214" extrusionOk="0">
                  <a:moveTo>
                    <a:pt x="136" y="1"/>
                  </a:moveTo>
                  <a:cubicBezTo>
                    <a:pt x="120" y="1"/>
                    <a:pt x="103" y="1"/>
                    <a:pt x="82" y="17"/>
                  </a:cubicBezTo>
                  <a:cubicBezTo>
                    <a:pt x="33" y="34"/>
                    <a:pt x="0" y="87"/>
                    <a:pt x="17" y="153"/>
                  </a:cubicBezTo>
                  <a:cubicBezTo>
                    <a:pt x="29" y="194"/>
                    <a:pt x="72" y="213"/>
                    <a:pt x="113" y="213"/>
                  </a:cubicBezTo>
                  <a:cubicBezTo>
                    <a:pt x="127" y="213"/>
                    <a:pt x="140" y="211"/>
                    <a:pt x="153" y="207"/>
                  </a:cubicBezTo>
                  <a:cubicBezTo>
                    <a:pt x="169" y="207"/>
                    <a:pt x="186" y="190"/>
                    <a:pt x="206" y="174"/>
                  </a:cubicBezTo>
                  <a:cubicBezTo>
                    <a:pt x="223" y="153"/>
                    <a:pt x="239" y="104"/>
                    <a:pt x="223" y="71"/>
                  </a:cubicBezTo>
                  <a:cubicBezTo>
                    <a:pt x="206" y="34"/>
                    <a:pt x="169" y="17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8" name="Google Shape;16298;p41"/>
            <p:cNvSpPr/>
            <p:nvPr/>
          </p:nvSpPr>
          <p:spPr>
            <a:xfrm>
              <a:off x="4196625" y="312040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10" y="1"/>
                  </a:moveTo>
                  <a:cubicBezTo>
                    <a:pt x="99" y="1"/>
                    <a:pt x="85" y="5"/>
                    <a:pt x="67" y="13"/>
                  </a:cubicBezTo>
                  <a:cubicBezTo>
                    <a:pt x="50" y="13"/>
                    <a:pt x="34" y="30"/>
                    <a:pt x="17" y="46"/>
                  </a:cubicBezTo>
                  <a:cubicBezTo>
                    <a:pt x="1" y="79"/>
                    <a:pt x="1" y="116"/>
                    <a:pt x="17" y="149"/>
                  </a:cubicBezTo>
                  <a:cubicBezTo>
                    <a:pt x="30" y="190"/>
                    <a:pt x="73" y="209"/>
                    <a:pt x="114" y="209"/>
                  </a:cubicBezTo>
                  <a:cubicBezTo>
                    <a:pt x="128" y="209"/>
                    <a:pt x="141" y="207"/>
                    <a:pt x="153" y="203"/>
                  </a:cubicBezTo>
                  <a:cubicBezTo>
                    <a:pt x="207" y="182"/>
                    <a:pt x="240" y="116"/>
                    <a:pt x="207" y="63"/>
                  </a:cubicBezTo>
                  <a:cubicBezTo>
                    <a:pt x="207" y="30"/>
                    <a:pt x="170" y="13"/>
                    <a:pt x="137" y="13"/>
                  </a:cubicBezTo>
                  <a:cubicBezTo>
                    <a:pt x="129" y="5"/>
                    <a:pt x="120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9" name="Google Shape;16299;p41"/>
            <p:cNvSpPr/>
            <p:nvPr/>
          </p:nvSpPr>
          <p:spPr>
            <a:xfrm>
              <a:off x="4220650" y="31335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0" y="0"/>
                  </a:moveTo>
                  <a:cubicBezTo>
                    <a:pt x="57" y="0"/>
                    <a:pt x="15" y="44"/>
                    <a:pt x="0" y="90"/>
                  </a:cubicBezTo>
                  <a:cubicBezTo>
                    <a:pt x="0" y="107"/>
                    <a:pt x="0" y="123"/>
                    <a:pt x="17" y="139"/>
                  </a:cubicBezTo>
                  <a:cubicBezTo>
                    <a:pt x="17" y="139"/>
                    <a:pt x="17" y="156"/>
                    <a:pt x="33" y="156"/>
                  </a:cubicBezTo>
                  <a:cubicBezTo>
                    <a:pt x="50" y="193"/>
                    <a:pt x="71" y="193"/>
                    <a:pt x="104" y="210"/>
                  </a:cubicBezTo>
                  <a:cubicBezTo>
                    <a:pt x="120" y="210"/>
                    <a:pt x="153" y="210"/>
                    <a:pt x="174" y="193"/>
                  </a:cubicBezTo>
                  <a:cubicBezTo>
                    <a:pt x="190" y="172"/>
                    <a:pt x="207" y="139"/>
                    <a:pt x="223" y="123"/>
                  </a:cubicBezTo>
                  <a:cubicBezTo>
                    <a:pt x="223" y="53"/>
                    <a:pt x="190" y="3"/>
                    <a:pt x="120" y="3"/>
                  </a:cubicBezTo>
                  <a:cubicBezTo>
                    <a:pt x="113" y="1"/>
                    <a:pt x="107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0" name="Google Shape;16300;p41"/>
            <p:cNvSpPr/>
            <p:nvPr/>
          </p:nvSpPr>
          <p:spPr>
            <a:xfrm>
              <a:off x="4229625" y="3146000"/>
              <a:ext cx="5675" cy="5250"/>
            </a:xfrm>
            <a:custGeom>
              <a:avLst/>
              <a:gdLst/>
              <a:ahLst/>
              <a:cxnLst/>
              <a:rect l="l" t="t" r="r" b="b"/>
              <a:pathLst>
                <a:path w="227" h="210" extrusionOk="0">
                  <a:moveTo>
                    <a:pt x="117" y="0"/>
                  </a:moveTo>
                  <a:cubicBezTo>
                    <a:pt x="86" y="0"/>
                    <a:pt x="58" y="16"/>
                    <a:pt x="37" y="36"/>
                  </a:cubicBezTo>
                  <a:cubicBezTo>
                    <a:pt x="0" y="69"/>
                    <a:pt x="0" y="86"/>
                    <a:pt x="0" y="123"/>
                  </a:cubicBezTo>
                  <a:cubicBezTo>
                    <a:pt x="0" y="123"/>
                    <a:pt x="0" y="139"/>
                    <a:pt x="21" y="139"/>
                  </a:cubicBezTo>
                  <a:cubicBezTo>
                    <a:pt x="21" y="156"/>
                    <a:pt x="37" y="172"/>
                    <a:pt x="37" y="189"/>
                  </a:cubicBezTo>
                  <a:cubicBezTo>
                    <a:pt x="57" y="203"/>
                    <a:pt x="79" y="210"/>
                    <a:pt x="102" y="210"/>
                  </a:cubicBezTo>
                  <a:cubicBezTo>
                    <a:pt x="136" y="210"/>
                    <a:pt x="170" y="195"/>
                    <a:pt x="190" y="172"/>
                  </a:cubicBezTo>
                  <a:cubicBezTo>
                    <a:pt x="206" y="156"/>
                    <a:pt x="227" y="123"/>
                    <a:pt x="206" y="86"/>
                  </a:cubicBezTo>
                  <a:cubicBezTo>
                    <a:pt x="206" y="69"/>
                    <a:pt x="190" y="36"/>
                    <a:pt x="173" y="20"/>
                  </a:cubicBezTo>
                  <a:cubicBezTo>
                    <a:pt x="155" y="6"/>
                    <a:pt x="135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1" name="Google Shape;16301;p41"/>
            <p:cNvSpPr/>
            <p:nvPr/>
          </p:nvSpPr>
          <p:spPr>
            <a:xfrm>
              <a:off x="4224475" y="3172100"/>
              <a:ext cx="5675" cy="5050"/>
            </a:xfrm>
            <a:custGeom>
              <a:avLst/>
              <a:gdLst/>
              <a:ahLst/>
              <a:cxnLst/>
              <a:rect l="l" t="t" r="r" b="b"/>
              <a:pathLst>
                <a:path w="227" h="202" extrusionOk="0">
                  <a:moveTo>
                    <a:pt x="99" y="0"/>
                  </a:moveTo>
                  <a:cubicBezTo>
                    <a:pt x="68" y="0"/>
                    <a:pt x="39" y="12"/>
                    <a:pt x="21" y="40"/>
                  </a:cubicBezTo>
                  <a:cubicBezTo>
                    <a:pt x="0" y="56"/>
                    <a:pt x="0" y="93"/>
                    <a:pt x="0" y="110"/>
                  </a:cubicBezTo>
                  <a:lnTo>
                    <a:pt x="0" y="143"/>
                  </a:lnTo>
                  <a:cubicBezTo>
                    <a:pt x="21" y="159"/>
                    <a:pt x="21" y="176"/>
                    <a:pt x="37" y="176"/>
                  </a:cubicBezTo>
                  <a:cubicBezTo>
                    <a:pt x="60" y="192"/>
                    <a:pt x="86" y="202"/>
                    <a:pt x="112" y="202"/>
                  </a:cubicBezTo>
                  <a:cubicBezTo>
                    <a:pt x="143" y="202"/>
                    <a:pt x="172" y="188"/>
                    <a:pt x="190" y="159"/>
                  </a:cubicBezTo>
                  <a:cubicBezTo>
                    <a:pt x="227" y="126"/>
                    <a:pt x="206" y="56"/>
                    <a:pt x="173" y="23"/>
                  </a:cubicBezTo>
                  <a:cubicBezTo>
                    <a:pt x="151" y="8"/>
                    <a:pt x="125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2" name="Google Shape;16302;p41"/>
            <p:cNvSpPr/>
            <p:nvPr/>
          </p:nvSpPr>
          <p:spPr>
            <a:xfrm>
              <a:off x="4192300" y="3131925"/>
              <a:ext cx="6000" cy="5250"/>
            </a:xfrm>
            <a:custGeom>
              <a:avLst/>
              <a:gdLst/>
              <a:ahLst/>
              <a:cxnLst/>
              <a:rect l="l" t="t" r="r" b="b"/>
              <a:pathLst>
                <a:path w="240" h="210" extrusionOk="0">
                  <a:moveTo>
                    <a:pt x="131" y="1"/>
                  </a:moveTo>
                  <a:cubicBezTo>
                    <a:pt x="116" y="1"/>
                    <a:pt x="101" y="5"/>
                    <a:pt x="87" y="14"/>
                  </a:cubicBezTo>
                  <a:cubicBezTo>
                    <a:pt x="34" y="30"/>
                    <a:pt x="1" y="84"/>
                    <a:pt x="34" y="133"/>
                  </a:cubicBezTo>
                  <a:cubicBezTo>
                    <a:pt x="46" y="187"/>
                    <a:pt x="81" y="209"/>
                    <a:pt x="128" y="209"/>
                  </a:cubicBezTo>
                  <a:cubicBezTo>
                    <a:pt x="142" y="209"/>
                    <a:pt x="158" y="207"/>
                    <a:pt x="174" y="203"/>
                  </a:cubicBezTo>
                  <a:cubicBezTo>
                    <a:pt x="223" y="187"/>
                    <a:pt x="240" y="117"/>
                    <a:pt x="223" y="67"/>
                  </a:cubicBezTo>
                  <a:cubicBezTo>
                    <a:pt x="211" y="29"/>
                    <a:pt x="171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3" name="Google Shape;16303;p41"/>
            <p:cNvSpPr/>
            <p:nvPr/>
          </p:nvSpPr>
          <p:spPr>
            <a:xfrm>
              <a:off x="4216725" y="31464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2" y="1"/>
                  </a:moveTo>
                  <a:cubicBezTo>
                    <a:pt x="53" y="1"/>
                    <a:pt x="1" y="44"/>
                    <a:pt x="1" y="90"/>
                  </a:cubicBezTo>
                  <a:lnTo>
                    <a:pt x="1" y="140"/>
                  </a:lnTo>
                  <a:lnTo>
                    <a:pt x="21" y="156"/>
                  </a:lnTo>
                  <a:cubicBezTo>
                    <a:pt x="38" y="193"/>
                    <a:pt x="54" y="193"/>
                    <a:pt x="87" y="210"/>
                  </a:cubicBezTo>
                  <a:cubicBezTo>
                    <a:pt x="141" y="210"/>
                    <a:pt x="190" y="173"/>
                    <a:pt x="207" y="123"/>
                  </a:cubicBezTo>
                  <a:cubicBezTo>
                    <a:pt x="207" y="90"/>
                    <a:pt x="207" y="53"/>
                    <a:pt x="190" y="37"/>
                  </a:cubicBezTo>
                  <a:cubicBezTo>
                    <a:pt x="174" y="20"/>
                    <a:pt x="141" y="4"/>
                    <a:pt x="124" y="4"/>
                  </a:cubicBezTo>
                  <a:cubicBezTo>
                    <a:pt x="117" y="2"/>
                    <a:pt x="110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4" name="Google Shape;16304;p41"/>
            <p:cNvSpPr/>
            <p:nvPr/>
          </p:nvSpPr>
          <p:spPr>
            <a:xfrm>
              <a:off x="4236925" y="3182000"/>
              <a:ext cx="5200" cy="5025"/>
            </a:xfrm>
            <a:custGeom>
              <a:avLst/>
              <a:gdLst/>
              <a:ahLst/>
              <a:cxnLst/>
              <a:rect l="l" t="t" r="r" b="b"/>
              <a:pathLst>
                <a:path w="208" h="201" extrusionOk="0">
                  <a:moveTo>
                    <a:pt x="91" y="1"/>
                  </a:moveTo>
                  <a:cubicBezTo>
                    <a:pt x="47" y="1"/>
                    <a:pt x="1" y="35"/>
                    <a:pt x="1" y="89"/>
                  </a:cubicBezTo>
                  <a:lnTo>
                    <a:pt x="1" y="126"/>
                  </a:lnTo>
                  <a:lnTo>
                    <a:pt x="1" y="142"/>
                  </a:lnTo>
                  <a:lnTo>
                    <a:pt x="17" y="159"/>
                  </a:lnTo>
                  <a:cubicBezTo>
                    <a:pt x="38" y="175"/>
                    <a:pt x="54" y="192"/>
                    <a:pt x="87" y="192"/>
                  </a:cubicBezTo>
                  <a:cubicBezTo>
                    <a:pt x="97" y="198"/>
                    <a:pt x="106" y="200"/>
                    <a:pt x="114" y="200"/>
                  </a:cubicBezTo>
                  <a:cubicBezTo>
                    <a:pt x="134" y="200"/>
                    <a:pt x="151" y="187"/>
                    <a:pt x="174" y="175"/>
                  </a:cubicBezTo>
                  <a:cubicBezTo>
                    <a:pt x="191" y="159"/>
                    <a:pt x="207" y="142"/>
                    <a:pt x="207" y="109"/>
                  </a:cubicBezTo>
                  <a:cubicBezTo>
                    <a:pt x="207" y="89"/>
                    <a:pt x="207" y="72"/>
                    <a:pt x="191" y="39"/>
                  </a:cubicBezTo>
                  <a:cubicBezTo>
                    <a:pt x="174" y="23"/>
                    <a:pt x="158" y="6"/>
                    <a:pt x="120" y="6"/>
                  </a:cubicBezTo>
                  <a:cubicBezTo>
                    <a:pt x="111" y="2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5" name="Google Shape;16305;p41"/>
            <p:cNvSpPr/>
            <p:nvPr/>
          </p:nvSpPr>
          <p:spPr>
            <a:xfrm>
              <a:off x="4233125" y="3132150"/>
              <a:ext cx="5575" cy="5050"/>
            </a:xfrm>
            <a:custGeom>
              <a:avLst/>
              <a:gdLst/>
              <a:ahLst/>
              <a:cxnLst/>
              <a:rect l="l" t="t" r="r" b="b"/>
              <a:pathLst>
                <a:path w="223" h="202" extrusionOk="0">
                  <a:moveTo>
                    <a:pt x="93" y="1"/>
                  </a:moveTo>
                  <a:cubicBezTo>
                    <a:pt x="50" y="1"/>
                    <a:pt x="14" y="33"/>
                    <a:pt x="0" y="91"/>
                  </a:cubicBezTo>
                  <a:cubicBezTo>
                    <a:pt x="0" y="108"/>
                    <a:pt x="0" y="124"/>
                    <a:pt x="17" y="145"/>
                  </a:cubicBezTo>
                  <a:cubicBezTo>
                    <a:pt x="17" y="145"/>
                    <a:pt x="17" y="162"/>
                    <a:pt x="33" y="162"/>
                  </a:cubicBezTo>
                  <a:cubicBezTo>
                    <a:pt x="50" y="178"/>
                    <a:pt x="66" y="194"/>
                    <a:pt x="103" y="194"/>
                  </a:cubicBezTo>
                  <a:cubicBezTo>
                    <a:pt x="108" y="199"/>
                    <a:pt x="114" y="201"/>
                    <a:pt x="121" y="201"/>
                  </a:cubicBezTo>
                  <a:cubicBezTo>
                    <a:pt x="138" y="201"/>
                    <a:pt x="158" y="190"/>
                    <a:pt x="169" y="178"/>
                  </a:cubicBezTo>
                  <a:cubicBezTo>
                    <a:pt x="190" y="162"/>
                    <a:pt x="206" y="145"/>
                    <a:pt x="223" y="108"/>
                  </a:cubicBezTo>
                  <a:cubicBezTo>
                    <a:pt x="223" y="91"/>
                    <a:pt x="206" y="58"/>
                    <a:pt x="190" y="42"/>
                  </a:cubicBezTo>
                  <a:cubicBezTo>
                    <a:pt x="169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6" name="Google Shape;16306;p41"/>
            <p:cNvSpPr/>
            <p:nvPr/>
          </p:nvSpPr>
          <p:spPr>
            <a:xfrm>
              <a:off x="4236100" y="3195750"/>
              <a:ext cx="5200" cy="4975"/>
            </a:xfrm>
            <a:custGeom>
              <a:avLst/>
              <a:gdLst/>
              <a:ahLst/>
              <a:cxnLst/>
              <a:rect l="l" t="t" r="r" b="b"/>
              <a:pathLst>
                <a:path w="208" h="199" extrusionOk="0">
                  <a:moveTo>
                    <a:pt x="87" y="0"/>
                  </a:moveTo>
                  <a:cubicBezTo>
                    <a:pt x="35" y="0"/>
                    <a:pt x="1" y="33"/>
                    <a:pt x="1" y="91"/>
                  </a:cubicBezTo>
                  <a:lnTo>
                    <a:pt x="1" y="141"/>
                  </a:lnTo>
                  <a:lnTo>
                    <a:pt x="17" y="157"/>
                  </a:lnTo>
                  <a:cubicBezTo>
                    <a:pt x="34" y="178"/>
                    <a:pt x="50" y="194"/>
                    <a:pt x="87" y="194"/>
                  </a:cubicBezTo>
                  <a:cubicBezTo>
                    <a:pt x="96" y="197"/>
                    <a:pt x="104" y="199"/>
                    <a:pt x="113" y="199"/>
                  </a:cubicBezTo>
                  <a:cubicBezTo>
                    <a:pt x="154" y="199"/>
                    <a:pt x="193" y="166"/>
                    <a:pt x="207" y="108"/>
                  </a:cubicBezTo>
                  <a:cubicBezTo>
                    <a:pt x="207" y="91"/>
                    <a:pt x="207" y="54"/>
                    <a:pt x="191" y="38"/>
                  </a:cubicBezTo>
                  <a:cubicBezTo>
                    <a:pt x="174" y="21"/>
                    <a:pt x="137" y="5"/>
                    <a:pt x="120" y="5"/>
                  </a:cubicBezTo>
                  <a:cubicBezTo>
                    <a:pt x="109" y="2"/>
                    <a:pt x="97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7" name="Google Shape;16307;p41"/>
            <p:cNvSpPr/>
            <p:nvPr/>
          </p:nvSpPr>
          <p:spPr>
            <a:xfrm>
              <a:off x="4214150" y="3159675"/>
              <a:ext cx="6100" cy="5400"/>
            </a:xfrm>
            <a:custGeom>
              <a:avLst/>
              <a:gdLst/>
              <a:ahLst/>
              <a:cxnLst/>
              <a:rect l="l" t="t" r="r" b="b"/>
              <a:pathLst>
                <a:path w="244" h="216" extrusionOk="0">
                  <a:moveTo>
                    <a:pt x="115" y="0"/>
                  </a:moveTo>
                  <a:cubicBezTo>
                    <a:pt x="106" y="0"/>
                    <a:pt x="97" y="2"/>
                    <a:pt x="87" y="5"/>
                  </a:cubicBezTo>
                  <a:cubicBezTo>
                    <a:pt x="21" y="38"/>
                    <a:pt x="1" y="91"/>
                    <a:pt x="21" y="141"/>
                  </a:cubicBezTo>
                  <a:cubicBezTo>
                    <a:pt x="35" y="185"/>
                    <a:pt x="82" y="215"/>
                    <a:pt x="128" y="215"/>
                  </a:cubicBezTo>
                  <a:cubicBezTo>
                    <a:pt x="138" y="215"/>
                    <a:pt x="148" y="214"/>
                    <a:pt x="157" y="211"/>
                  </a:cubicBezTo>
                  <a:cubicBezTo>
                    <a:pt x="207" y="178"/>
                    <a:pt x="244" y="124"/>
                    <a:pt x="207" y="75"/>
                  </a:cubicBezTo>
                  <a:cubicBezTo>
                    <a:pt x="193" y="31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8" name="Google Shape;16308;p41"/>
            <p:cNvSpPr/>
            <p:nvPr/>
          </p:nvSpPr>
          <p:spPr>
            <a:xfrm>
              <a:off x="4203025" y="31532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6" y="0"/>
                  </a:moveTo>
                  <a:cubicBezTo>
                    <a:pt x="54" y="0"/>
                    <a:pt x="14" y="35"/>
                    <a:pt x="0" y="90"/>
                  </a:cubicBezTo>
                  <a:cubicBezTo>
                    <a:pt x="0" y="107"/>
                    <a:pt x="0" y="128"/>
                    <a:pt x="17" y="144"/>
                  </a:cubicBezTo>
                  <a:cubicBezTo>
                    <a:pt x="17" y="144"/>
                    <a:pt x="17" y="161"/>
                    <a:pt x="33" y="161"/>
                  </a:cubicBezTo>
                  <a:cubicBezTo>
                    <a:pt x="33" y="177"/>
                    <a:pt x="71" y="194"/>
                    <a:pt x="104" y="210"/>
                  </a:cubicBezTo>
                  <a:cubicBezTo>
                    <a:pt x="157" y="210"/>
                    <a:pt x="207" y="177"/>
                    <a:pt x="223" y="128"/>
                  </a:cubicBezTo>
                  <a:cubicBezTo>
                    <a:pt x="223" y="90"/>
                    <a:pt x="207" y="58"/>
                    <a:pt x="190" y="41"/>
                  </a:cubicBezTo>
                  <a:cubicBezTo>
                    <a:pt x="174" y="25"/>
                    <a:pt x="157" y="4"/>
                    <a:pt x="120" y="4"/>
                  </a:cubicBezTo>
                  <a:cubicBezTo>
                    <a:pt x="112" y="1"/>
                    <a:pt x="104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9" name="Google Shape;16309;p41"/>
            <p:cNvSpPr/>
            <p:nvPr/>
          </p:nvSpPr>
          <p:spPr>
            <a:xfrm>
              <a:off x="4197450" y="310375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05" y="1"/>
                  </a:moveTo>
                  <a:cubicBezTo>
                    <a:pt x="76" y="1"/>
                    <a:pt x="47" y="14"/>
                    <a:pt x="17" y="44"/>
                  </a:cubicBezTo>
                  <a:cubicBezTo>
                    <a:pt x="1" y="61"/>
                    <a:pt x="1" y="94"/>
                    <a:pt x="1" y="110"/>
                  </a:cubicBezTo>
                  <a:cubicBezTo>
                    <a:pt x="1" y="127"/>
                    <a:pt x="1" y="127"/>
                    <a:pt x="17" y="147"/>
                  </a:cubicBezTo>
                  <a:cubicBezTo>
                    <a:pt x="17" y="164"/>
                    <a:pt x="34" y="180"/>
                    <a:pt x="34" y="180"/>
                  </a:cubicBezTo>
                  <a:cubicBezTo>
                    <a:pt x="58" y="195"/>
                    <a:pt x="84" y="203"/>
                    <a:pt x="110" y="203"/>
                  </a:cubicBezTo>
                  <a:cubicBezTo>
                    <a:pt x="141" y="203"/>
                    <a:pt x="170" y="191"/>
                    <a:pt x="190" y="164"/>
                  </a:cubicBezTo>
                  <a:cubicBezTo>
                    <a:pt x="223" y="127"/>
                    <a:pt x="223" y="61"/>
                    <a:pt x="174" y="24"/>
                  </a:cubicBezTo>
                  <a:cubicBezTo>
                    <a:pt x="150" y="9"/>
                    <a:pt x="128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0" name="Google Shape;16310;p41"/>
            <p:cNvSpPr/>
            <p:nvPr/>
          </p:nvSpPr>
          <p:spPr>
            <a:xfrm>
              <a:off x="4200450" y="3090100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5" y="1"/>
                  </a:moveTo>
                  <a:cubicBezTo>
                    <a:pt x="53" y="1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17" y="141"/>
                    <a:pt x="17" y="157"/>
                    <a:pt x="17" y="157"/>
                  </a:cubicBezTo>
                  <a:cubicBezTo>
                    <a:pt x="33" y="178"/>
                    <a:pt x="70" y="194"/>
                    <a:pt x="87" y="194"/>
                  </a:cubicBezTo>
                  <a:cubicBezTo>
                    <a:pt x="95" y="197"/>
                    <a:pt x="104" y="199"/>
                    <a:pt x="114" y="199"/>
                  </a:cubicBezTo>
                  <a:cubicBezTo>
                    <a:pt x="158" y="199"/>
                    <a:pt x="207" y="166"/>
                    <a:pt x="207" y="108"/>
                  </a:cubicBezTo>
                  <a:cubicBezTo>
                    <a:pt x="207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1" name="Google Shape;16311;p41"/>
            <p:cNvSpPr/>
            <p:nvPr/>
          </p:nvSpPr>
          <p:spPr>
            <a:xfrm>
              <a:off x="4238275" y="31679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7" y="0"/>
                    <a:pt x="66" y="0"/>
                    <a:pt x="33" y="17"/>
                  </a:cubicBezTo>
                  <a:cubicBezTo>
                    <a:pt x="17" y="33"/>
                    <a:pt x="0" y="54"/>
                    <a:pt x="0" y="87"/>
                  </a:cubicBezTo>
                  <a:lnTo>
                    <a:pt x="0" y="136"/>
                  </a:lnTo>
                  <a:cubicBezTo>
                    <a:pt x="17" y="136"/>
                    <a:pt x="17" y="157"/>
                    <a:pt x="17" y="157"/>
                  </a:cubicBezTo>
                  <a:cubicBezTo>
                    <a:pt x="33" y="190"/>
                    <a:pt x="66" y="190"/>
                    <a:pt x="87" y="207"/>
                  </a:cubicBezTo>
                  <a:cubicBezTo>
                    <a:pt x="137" y="207"/>
                    <a:pt x="207" y="174"/>
                    <a:pt x="207" y="120"/>
                  </a:cubicBezTo>
                  <a:cubicBezTo>
                    <a:pt x="207" y="87"/>
                    <a:pt x="207" y="54"/>
                    <a:pt x="190" y="33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2" name="Google Shape;16312;p41"/>
            <p:cNvSpPr/>
            <p:nvPr/>
          </p:nvSpPr>
          <p:spPr>
            <a:xfrm>
              <a:off x="4204375" y="31394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1" y="0"/>
                  </a:moveTo>
                  <a:cubicBezTo>
                    <a:pt x="109" y="0"/>
                    <a:pt x="96" y="3"/>
                    <a:pt x="83" y="7"/>
                  </a:cubicBezTo>
                  <a:cubicBezTo>
                    <a:pt x="33" y="23"/>
                    <a:pt x="0" y="77"/>
                    <a:pt x="17" y="143"/>
                  </a:cubicBezTo>
                  <a:cubicBezTo>
                    <a:pt x="29" y="183"/>
                    <a:pt x="72" y="202"/>
                    <a:pt x="113" y="202"/>
                  </a:cubicBezTo>
                  <a:cubicBezTo>
                    <a:pt x="127" y="202"/>
                    <a:pt x="140" y="200"/>
                    <a:pt x="153" y="196"/>
                  </a:cubicBezTo>
                  <a:cubicBezTo>
                    <a:pt x="206" y="180"/>
                    <a:pt x="239" y="110"/>
                    <a:pt x="223" y="60"/>
                  </a:cubicBezTo>
                  <a:cubicBezTo>
                    <a:pt x="195" y="20"/>
                    <a:pt x="160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3" name="Google Shape;16313;p41"/>
            <p:cNvSpPr/>
            <p:nvPr/>
          </p:nvSpPr>
          <p:spPr>
            <a:xfrm>
              <a:off x="4209000" y="3190600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16" y="0"/>
                  </a:moveTo>
                  <a:cubicBezTo>
                    <a:pt x="106" y="0"/>
                    <a:pt x="97" y="2"/>
                    <a:pt x="87" y="5"/>
                  </a:cubicBezTo>
                  <a:cubicBezTo>
                    <a:pt x="38" y="38"/>
                    <a:pt x="1" y="91"/>
                    <a:pt x="38" y="141"/>
                  </a:cubicBezTo>
                  <a:cubicBezTo>
                    <a:pt x="38" y="157"/>
                    <a:pt x="54" y="178"/>
                    <a:pt x="54" y="178"/>
                  </a:cubicBezTo>
                  <a:cubicBezTo>
                    <a:pt x="87" y="211"/>
                    <a:pt x="124" y="211"/>
                    <a:pt x="174" y="211"/>
                  </a:cubicBezTo>
                  <a:cubicBezTo>
                    <a:pt x="207" y="194"/>
                    <a:pt x="227" y="157"/>
                    <a:pt x="227" y="108"/>
                  </a:cubicBezTo>
                  <a:lnTo>
                    <a:pt x="227" y="75"/>
                  </a:lnTo>
                  <a:cubicBezTo>
                    <a:pt x="210" y="30"/>
                    <a:pt x="163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4" name="Google Shape;16314;p41"/>
            <p:cNvSpPr/>
            <p:nvPr/>
          </p:nvSpPr>
          <p:spPr>
            <a:xfrm>
              <a:off x="4213325" y="31786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71" y="0"/>
                    <a:pt x="1" y="37"/>
                    <a:pt x="1" y="87"/>
                  </a:cubicBezTo>
                  <a:lnTo>
                    <a:pt x="1" y="140"/>
                  </a:lnTo>
                  <a:cubicBezTo>
                    <a:pt x="1" y="157"/>
                    <a:pt x="17" y="157"/>
                    <a:pt x="17" y="173"/>
                  </a:cubicBezTo>
                  <a:cubicBezTo>
                    <a:pt x="34" y="190"/>
                    <a:pt x="54" y="206"/>
                    <a:pt x="87" y="206"/>
                  </a:cubicBezTo>
                  <a:cubicBezTo>
                    <a:pt x="94" y="208"/>
                    <a:pt x="101" y="210"/>
                    <a:pt x="107" y="210"/>
                  </a:cubicBezTo>
                  <a:cubicBezTo>
                    <a:pt x="150" y="210"/>
                    <a:pt x="193" y="166"/>
                    <a:pt x="207" y="120"/>
                  </a:cubicBezTo>
                  <a:cubicBezTo>
                    <a:pt x="207" y="87"/>
                    <a:pt x="207" y="70"/>
                    <a:pt x="190" y="54"/>
                  </a:cubicBezTo>
                  <a:cubicBezTo>
                    <a:pt x="174" y="17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5" name="Google Shape;16315;p41"/>
            <p:cNvSpPr/>
            <p:nvPr/>
          </p:nvSpPr>
          <p:spPr>
            <a:xfrm>
              <a:off x="4203425" y="3167400"/>
              <a:ext cx="6125" cy="5400"/>
            </a:xfrm>
            <a:custGeom>
              <a:avLst/>
              <a:gdLst/>
              <a:ahLst/>
              <a:cxnLst/>
              <a:rect l="l" t="t" r="r" b="b"/>
              <a:pathLst>
                <a:path w="245" h="216" extrusionOk="0">
                  <a:moveTo>
                    <a:pt x="115" y="1"/>
                  </a:moveTo>
                  <a:cubicBezTo>
                    <a:pt x="106" y="1"/>
                    <a:pt x="97" y="2"/>
                    <a:pt x="88" y="5"/>
                  </a:cubicBezTo>
                  <a:cubicBezTo>
                    <a:pt x="38" y="38"/>
                    <a:pt x="1" y="91"/>
                    <a:pt x="17" y="141"/>
                  </a:cubicBezTo>
                  <a:cubicBezTo>
                    <a:pt x="48" y="185"/>
                    <a:pt x="87" y="215"/>
                    <a:pt x="130" y="215"/>
                  </a:cubicBezTo>
                  <a:cubicBezTo>
                    <a:pt x="139" y="215"/>
                    <a:pt x="148" y="214"/>
                    <a:pt x="158" y="211"/>
                  </a:cubicBezTo>
                  <a:cubicBezTo>
                    <a:pt x="207" y="178"/>
                    <a:pt x="244" y="124"/>
                    <a:pt x="224" y="75"/>
                  </a:cubicBezTo>
                  <a:cubicBezTo>
                    <a:pt x="196" y="31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16" name="Google Shape;16316;p41"/>
          <p:cNvGrpSpPr/>
          <p:nvPr/>
        </p:nvGrpSpPr>
        <p:grpSpPr>
          <a:xfrm>
            <a:off x="7738259" y="-67269"/>
            <a:ext cx="1685528" cy="1419220"/>
            <a:chOff x="3986575" y="2932600"/>
            <a:chExt cx="399850" cy="336675"/>
          </a:xfrm>
        </p:grpSpPr>
        <p:sp>
          <p:nvSpPr>
            <p:cNvPr id="16317" name="Google Shape;16317;p41"/>
            <p:cNvSpPr/>
            <p:nvPr/>
          </p:nvSpPr>
          <p:spPr>
            <a:xfrm>
              <a:off x="4179425" y="29956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1" y="1"/>
                  </a:moveTo>
                  <a:cubicBezTo>
                    <a:pt x="57" y="1"/>
                    <a:pt x="15" y="47"/>
                    <a:pt x="0" y="91"/>
                  </a:cubicBezTo>
                  <a:lnTo>
                    <a:pt x="0" y="144"/>
                  </a:lnTo>
                  <a:cubicBezTo>
                    <a:pt x="17" y="144"/>
                    <a:pt x="17" y="161"/>
                    <a:pt x="17" y="161"/>
                  </a:cubicBezTo>
                  <a:cubicBezTo>
                    <a:pt x="33" y="194"/>
                    <a:pt x="70" y="194"/>
                    <a:pt x="87" y="210"/>
                  </a:cubicBezTo>
                  <a:cubicBezTo>
                    <a:pt x="120" y="210"/>
                    <a:pt x="136" y="210"/>
                    <a:pt x="173" y="194"/>
                  </a:cubicBezTo>
                  <a:cubicBezTo>
                    <a:pt x="190" y="177"/>
                    <a:pt x="206" y="144"/>
                    <a:pt x="206" y="124"/>
                  </a:cubicBezTo>
                  <a:cubicBezTo>
                    <a:pt x="206" y="91"/>
                    <a:pt x="206" y="58"/>
                    <a:pt x="190" y="41"/>
                  </a:cubicBezTo>
                  <a:cubicBezTo>
                    <a:pt x="173" y="20"/>
                    <a:pt x="153" y="4"/>
                    <a:pt x="120" y="4"/>
                  </a:cubicBezTo>
                  <a:cubicBezTo>
                    <a:pt x="114" y="2"/>
                    <a:pt x="107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8" name="Google Shape;16318;p41"/>
            <p:cNvSpPr/>
            <p:nvPr/>
          </p:nvSpPr>
          <p:spPr>
            <a:xfrm>
              <a:off x="4172525" y="2959125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0" y="0"/>
                  </a:moveTo>
                  <a:cubicBezTo>
                    <a:pt x="57" y="0"/>
                    <a:pt x="17" y="44"/>
                    <a:pt x="17" y="90"/>
                  </a:cubicBezTo>
                  <a:cubicBezTo>
                    <a:pt x="0" y="107"/>
                    <a:pt x="0" y="123"/>
                    <a:pt x="17" y="140"/>
                  </a:cubicBezTo>
                  <a:cubicBezTo>
                    <a:pt x="17" y="140"/>
                    <a:pt x="17" y="160"/>
                    <a:pt x="37" y="160"/>
                  </a:cubicBezTo>
                  <a:cubicBezTo>
                    <a:pt x="54" y="193"/>
                    <a:pt x="70" y="193"/>
                    <a:pt x="103" y="210"/>
                  </a:cubicBezTo>
                  <a:cubicBezTo>
                    <a:pt x="120" y="210"/>
                    <a:pt x="157" y="210"/>
                    <a:pt x="173" y="193"/>
                  </a:cubicBezTo>
                  <a:cubicBezTo>
                    <a:pt x="190" y="177"/>
                    <a:pt x="206" y="140"/>
                    <a:pt x="223" y="123"/>
                  </a:cubicBezTo>
                  <a:cubicBezTo>
                    <a:pt x="223" y="90"/>
                    <a:pt x="206" y="74"/>
                    <a:pt x="190" y="36"/>
                  </a:cubicBezTo>
                  <a:cubicBezTo>
                    <a:pt x="190" y="20"/>
                    <a:pt x="157" y="3"/>
                    <a:pt x="120" y="3"/>
                  </a:cubicBezTo>
                  <a:cubicBezTo>
                    <a:pt x="113" y="1"/>
                    <a:pt x="106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9" name="Google Shape;16319;p41"/>
            <p:cNvSpPr/>
            <p:nvPr/>
          </p:nvSpPr>
          <p:spPr>
            <a:xfrm>
              <a:off x="4176025" y="300975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5" y="0"/>
                  </a:moveTo>
                  <a:cubicBezTo>
                    <a:pt x="64" y="0"/>
                    <a:pt x="35" y="13"/>
                    <a:pt x="17" y="40"/>
                  </a:cubicBezTo>
                  <a:cubicBezTo>
                    <a:pt x="0" y="56"/>
                    <a:pt x="0" y="73"/>
                    <a:pt x="0" y="110"/>
                  </a:cubicBezTo>
                  <a:lnTo>
                    <a:pt x="0" y="143"/>
                  </a:lnTo>
                  <a:cubicBezTo>
                    <a:pt x="17" y="160"/>
                    <a:pt x="17" y="160"/>
                    <a:pt x="33" y="176"/>
                  </a:cubicBezTo>
                  <a:cubicBezTo>
                    <a:pt x="56" y="193"/>
                    <a:pt x="82" y="202"/>
                    <a:pt x="108" y="202"/>
                  </a:cubicBezTo>
                  <a:cubicBezTo>
                    <a:pt x="139" y="202"/>
                    <a:pt x="168" y="189"/>
                    <a:pt x="186" y="160"/>
                  </a:cubicBezTo>
                  <a:cubicBezTo>
                    <a:pt x="206" y="143"/>
                    <a:pt x="206" y="110"/>
                    <a:pt x="206" y="94"/>
                  </a:cubicBezTo>
                  <a:cubicBezTo>
                    <a:pt x="206" y="56"/>
                    <a:pt x="186" y="40"/>
                    <a:pt x="169" y="23"/>
                  </a:cubicBezTo>
                  <a:cubicBezTo>
                    <a:pt x="147" y="9"/>
                    <a:pt x="121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0" name="Google Shape;16320;p41"/>
            <p:cNvSpPr/>
            <p:nvPr/>
          </p:nvSpPr>
          <p:spPr>
            <a:xfrm>
              <a:off x="4181175" y="29805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5" y="0"/>
                  </a:moveTo>
                  <a:cubicBezTo>
                    <a:pt x="51" y="0"/>
                    <a:pt x="14" y="35"/>
                    <a:pt x="0" y="91"/>
                  </a:cubicBezTo>
                  <a:cubicBezTo>
                    <a:pt x="0" y="107"/>
                    <a:pt x="0" y="128"/>
                    <a:pt x="17" y="144"/>
                  </a:cubicBezTo>
                  <a:cubicBezTo>
                    <a:pt x="33" y="177"/>
                    <a:pt x="50" y="194"/>
                    <a:pt x="103" y="210"/>
                  </a:cubicBezTo>
                  <a:cubicBezTo>
                    <a:pt x="153" y="210"/>
                    <a:pt x="207" y="177"/>
                    <a:pt x="223" y="128"/>
                  </a:cubicBezTo>
                  <a:cubicBezTo>
                    <a:pt x="223" y="91"/>
                    <a:pt x="207" y="58"/>
                    <a:pt x="186" y="41"/>
                  </a:cubicBezTo>
                  <a:cubicBezTo>
                    <a:pt x="169" y="25"/>
                    <a:pt x="153" y="4"/>
                    <a:pt x="120" y="4"/>
                  </a:cubicBezTo>
                  <a:cubicBezTo>
                    <a:pt x="111" y="1"/>
                    <a:pt x="103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1" name="Google Shape;16321;p41"/>
            <p:cNvSpPr/>
            <p:nvPr/>
          </p:nvSpPr>
          <p:spPr>
            <a:xfrm>
              <a:off x="4169125" y="297022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12" y="1"/>
                  </a:moveTo>
                  <a:cubicBezTo>
                    <a:pt x="103" y="1"/>
                    <a:pt x="95" y="2"/>
                    <a:pt x="87" y="5"/>
                  </a:cubicBezTo>
                  <a:cubicBezTo>
                    <a:pt x="33" y="42"/>
                    <a:pt x="0" y="91"/>
                    <a:pt x="33" y="145"/>
                  </a:cubicBezTo>
                  <a:cubicBezTo>
                    <a:pt x="33" y="161"/>
                    <a:pt x="49" y="178"/>
                    <a:pt x="49" y="194"/>
                  </a:cubicBezTo>
                  <a:cubicBezTo>
                    <a:pt x="87" y="211"/>
                    <a:pt x="120" y="211"/>
                    <a:pt x="173" y="211"/>
                  </a:cubicBezTo>
                  <a:cubicBezTo>
                    <a:pt x="206" y="194"/>
                    <a:pt x="223" y="161"/>
                    <a:pt x="223" y="128"/>
                  </a:cubicBezTo>
                  <a:lnTo>
                    <a:pt x="223" y="75"/>
                  </a:lnTo>
                  <a:cubicBezTo>
                    <a:pt x="209" y="34"/>
                    <a:pt x="158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2" name="Google Shape;16322;p41"/>
            <p:cNvSpPr/>
            <p:nvPr/>
          </p:nvSpPr>
          <p:spPr>
            <a:xfrm>
              <a:off x="4166950" y="29970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71" y="1"/>
                    <a:pt x="17" y="34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3" y="190"/>
                    <a:pt x="71" y="207"/>
                    <a:pt x="87" y="207"/>
                  </a:cubicBezTo>
                  <a:cubicBezTo>
                    <a:pt x="120" y="207"/>
                    <a:pt x="136" y="207"/>
                    <a:pt x="174" y="190"/>
                  </a:cubicBezTo>
                  <a:cubicBezTo>
                    <a:pt x="190" y="170"/>
                    <a:pt x="207" y="153"/>
                    <a:pt x="207" y="120"/>
                  </a:cubicBezTo>
                  <a:cubicBezTo>
                    <a:pt x="223" y="67"/>
                    <a:pt x="174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3" name="Google Shape;16323;p41"/>
            <p:cNvSpPr/>
            <p:nvPr/>
          </p:nvSpPr>
          <p:spPr>
            <a:xfrm>
              <a:off x="4162625" y="2951300"/>
              <a:ext cx="5700" cy="5100"/>
            </a:xfrm>
            <a:custGeom>
              <a:avLst/>
              <a:gdLst/>
              <a:ahLst/>
              <a:cxnLst/>
              <a:rect l="l" t="t" r="r" b="b"/>
              <a:pathLst>
                <a:path w="228" h="204" extrusionOk="0">
                  <a:moveTo>
                    <a:pt x="118" y="0"/>
                  </a:moveTo>
                  <a:cubicBezTo>
                    <a:pt x="108" y="0"/>
                    <a:pt x="98" y="2"/>
                    <a:pt x="87" y="7"/>
                  </a:cubicBezTo>
                  <a:cubicBezTo>
                    <a:pt x="70" y="7"/>
                    <a:pt x="37" y="24"/>
                    <a:pt x="21" y="40"/>
                  </a:cubicBezTo>
                  <a:cubicBezTo>
                    <a:pt x="0" y="61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4"/>
                    <a:pt x="21" y="180"/>
                    <a:pt x="37" y="180"/>
                  </a:cubicBezTo>
                  <a:cubicBezTo>
                    <a:pt x="60" y="195"/>
                    <a:pt x="86" y="203"/>
                    <a:pt x="111" y="203"/>
                  </a:cubicBezTo>
                  <a:cubicBezTo>
                    <a:pt x="142" y="203"/>
                    <a:pt x="172" y="191"/>
                    <a:pt x="190" y="164"/>
                  </a:cubicBezTo>
                  <a:cubicBezTo>
                    <a:pt x="227" y="127"/>
                    <a:pt x="227" y="61"/>
                    <a:pt x="173" y="24"/>
                  </a:cubicBezTo>
                  <a:cubicBezTo>
                    <a:pt x="162" y="12"/>
                    <a:pt x="142" y="0"/>
                    <a:pt x="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4" name="Google Shape;16324;p41"/>
            <p:cNvSpPr/>
            <p:nvPr/>
          </p:nvSpPr>
          <p:spPr>
            <a:xfrm>
              <a:off x="4194475" y="2962000"/>
              <a:ext cx="6000" cy="5100"/>
            </a:xfrm>
            <a:custGeom>
              <a:avLst/>
              <a:gdLst/>
              <a:ahLst/>
              <a:cxnLst/>
              <a:rect l="l" t="t" r="r" b="b"/>
              <a:pathLst>
                <a:path w="240" h="204" extrusionOk="0">
                  <a:moveTo>
                    <a:pt x="120" y="1"/>
                  </a:moveTo>
                  <a:cubicBezTo>
                    <a:pt x="109" y="1"/>
                    <a:pt x="98" y="8"/>
                    <a:pt x="87" y="8"/>
                  </a:cubicBezTo>
                  <a:cubicBezTo>
                    <a:pt x="33" y="25"/>
                    <a:pt x="0" y="95"/>
                    <a:pt x="17" y="148"/>
                  </a:cubicBezTo>
                  <a:cubicBezTo>
                    <a:pt x="41" y="185"/>
                    <a:pt x="78" y="204"/>
                    <a:pt x="115" y="204"/>
                  </a:cubicBezTo>
                  <a:cubicBezTo>
                    <a:pt x="128" y="204"/>
                    <a:pt x="140" y="202"/>
                    <a:pt x="153" y="198"/>
                  </a:cubicBezTo>
                  <a:cubicBezTo>
                    <a:pt x="169" y="198"/>
                    <a:pt x="190" y="181"/>
                    <a:pt x="206" y="165"/>
                  </a:cubicBezTo>
                  <a:cubicBezTo>
                    <a:pt x="223" y="148"/>
                    <a:pt x="239" y="111"/>
                    <a:pt x="223" y="62"/>
                  </a:cubicBezTo>
                  <a:cubicBezTo>
                    <a:pt x="206" y="25"/>
                    <a:pt x="169" y="8"/>
                    <a:pt x="136" y="8"/>
                  </a:cubicBezTo>
                  <a:cubicBezTo>
                    <a:pt x="131" y="3"/>
                    <a:pt x="125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5" name="Google Shape;16325;p41"/>
            <p:cNvSpPr/>
            <p:nvPr/>
          </p:nvSpPr>
          <p:spPr>
            <a:xfrm>
              <a:off x="4169125" y="298372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03" y="1"/>
                  </a:moveTo>
                  <a:cubicBezTo>
                    <a:pt x="70" y="1"/>
                    <a:pt x="33" y="17"/>
                    <a:pt x="17" y="34"/>
                  </a:cubicBezTo>
                  <a:cubicBezTo>
                    <a:pt x="0" y="50"/>
                    <a:pt x="0" y="83"/>
                    <a:pt x="0" y="104"/>
                  </a:cubicBezTo>
                  <a:cubicBezTo>
                    <a:pt x="0" y="120"/>
                    <a:pt x="0" y="120"/>
                    <a:pt x="17" y="137"/>
                  </a:cubicBezTo>
                  <a:cubicBezTo>
                    <a:pt x="17" y="153"/>
                    <a:pt x="33" y="170"/>
                    <a:pt x="33" y="170"/>
                  </a:cubicBezTo>
                  <a:cubicBezTo>
                    <a:pt x="57" y="194"/>
                    <a:pt x="84" y="204"/>
                    <a:pt x="110" y="204"/>
                  </a:cubicBezTo>
                  <a:cubicBezTo>
                    <a:pt x="141" y="204"/>
                    <a:pt x="169" y="190"/>
                    <a:pt x="190" y="170"/>
                  </a:cubicBezTo>
                  <a:cubicBezTo>
                    <a:pt x="206" y="137"/>
                    <a:pt x="206" y="120"/>
                    <a:pt x="206" y="83"/>
                  </a:cubicBezTo>
                  <a:cubicBezTo>
                    <a:pt x="206" y="50"/>
                    <a:pt x="190" y="34"/>
                    <a:pt x="173" y="17"/>
                  </a:cubicBezTo>
                  <a:cubicBezTo>
                    <a:pt x="153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6" name="Google Shape;16326;p41"/>
            <p:cNvSpPr/>
            <p:nvPr/>
          </p:nvSpPr>
          <p:spPr>
            <a:xfrm>
              <a:off x="4157475" y="29631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87" y="0"/>
                    <a:pt x="70" y="0"/>
                    <a:pt x="54" y="17"/>
                  </a:cubicBezTo>
                  <a:cubicBezTo>
                    <a:pt x="21" y="33"/>
                    <a:pt x="0" y="66"/>
                    <a:pt x="0" y="83"/>
                  </a:cubicBezTo>
                  <a:lnTo>
                    <a:pt x="0" y="136"/>
                  </a:lnTo>
                  <a:cubicBezTo>
                    <a:pt x="21" y="153"/>
                    <a:pt x="21" y="153"/>
                    <a:pt x="21" y="169"/>
                  </a:cubicBezTo>
                  <a:cubicBezTo>
                    <a:pt x="37" y="186"/>
                    <a:pt x="70" y="206"/>
                    <a:pt x="87" y="206"/>
                  </a:cubicBezTo>
                  <a:cubicBezTo>
                    <a:pt x="96" y="208"/>
                    <a:pt x="104" y="209"/>
                    <a:pt x="112" y="209"/>
                  </a:cubicBezTo>
                  <a:cubicBezTo>
                    <a:pt x="168" y="209"/>
                    <a:pt x="206" y="163"/>
                    <a:pt x="206" y="120"/>
                  </a:cubicBezTo>
                  <a:cubicBezTo>
                    <a:pt x="206" y="83"/>
                    <a:pt x="206" y="66"/>
                    <a:pt x="190" y="50"/>
                  </a:cubicBezTo>
                  <a:cubicBezTo>
                    <a:pt x="173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7" name="Google Shape;16327;p41"/>
            <p:cNvSpPr/>
            <p:nvPr/>
          </p:nvSpPr>
          <p:spPr>
            <a:xfrm>
              <a:off x="4196125" y="3038550"/>
              <a:ext cx="5675" cy="5300"/>
            </a:xfrm>
            <a:custGeom>
              <a:avLst/>
              <a:gdLst/>
              <a:ahLst/>
              <a:cxnLst/>
              <a:rect l="l" t="t" r="r" b="b"/>
              <a:pathLst>
                <a:path w="227" h="212" extrusionOk="0">
                  <a:moveTo>
                    <a:pt x="115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37" y="22"/>
                    <a:pt x="0" y="92"/>
                    <a:pt x="21" y="141"/>
                  </a:cubicBezTo>
                  <a:cubicBezTo>
                    <a:pt x="37" y="158"/>
                    <a:pt x="37" y="178"/>
                    <a:pt x="54" y="178"/>
                  </a:cubicBezTo>
                  <a:cubicBezTo>
                    <a:pt x="87" y="211"/>
                    <a:pt x="124" y="211"/>
                    <a:pt x="157" y="211"/>
                  </a:cubicBezTo>
                  <a:cubicBezTo>
                    <a:pt x="190" y="195"/>
                    <a:pt x="227" y="158"/>
                    <a:pt x="227" y="125"/>
                  </a:cubicBezTo>
                  <a:lnTo>
                    <a:pt x="227" y="75"/>
                  </a:lnTo>
                  <a:cubicBezTo>
                    <a:pt x="196" y="31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8" name="Google Shape;16328;p41"/>
            <p:cNvSpPr/>
            <p:nvPr/>
          </p:nvSpPr>
          <p:spPr>
            <a:xfrm>
              <a:off x="4187150" y="3091575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32" y="1"/>
                  </a:moveTo>
                  <a:cubicBezTo>
                    <a:pt x="117" y="1"/>
                    <a:pt x="101" y="5"/>
                    <a:pt x="87" y="16"/>
                  </a:cubicBezTo>
                  <a:cubicBezTo>
                    <a:pt x="34" y="32"/>
                    <a:pt x="1" y="82"/>
                    <a:pt x="17" y="135"/>
                  </a:cubicBezTo>
                  <a:cubicBezTo>
                    <a:pt x="44" y="175"/>
                    <a:pt x="84" y="207"/>
                    <a:pt x="124" y="207"/>
                  </a:cubicBezTo>
                  <a:cubicBezTo>
                    <a:pt x="134" y="207"/>
                    <a:pt x="144" y="205"/>
                    <a:pt x="153" y="201"/>
                  </a:cubicBezTo>
                  <a:cubicBezTo>
                    <a:pt x="207" y="185"/>
                    <a:pt x="240" y="119"/>
                    <a:pt x="223" y="65"/>
                  </a:cubicBezTo>
                  <a:cubicBezTo>
                    <a:pt x="211" y="30"/>
                    <a:pt x="172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9" name="Google Shape;16329;p41"/>
            <p:cNvSpPr/>
            <p:nvPr/>
          </p:nvSpPr>
          <p:spPr>
            <a:xfrm>
              <a:off x="4183225" y="2965025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28" y="1"/>
                  </a:moveTo>
                  <a:cubicBezTo>
                    <a:pt x="115" y="1"/>
                    <a:pt x="101" y="3"/>
                    <a:pt x="87" y="7"/>
                  </a:cubicBezTo>
                  <a:cubicBezTo>
                    <a:pt x="38" y="27"/>
                    <a:pt x="1" y="93"/>
                    <a:pt x="21" y="147"/>
                  </a:cubicBezTo>
                  <a:cubicBezTo>
                    <a:pt x="38" y="163"/>
                    <a:pt x="38" y="163"/>
                    <a:pt x="54" y="180"/>
                  </a:cubicBezTo>
                  <a:cubicBezTo>
                    <a:pt x="74" y="199"/>
                    <a:pt x="95" y="207"/>
                    <a:pt x="115" y="207"/>
                  </a:cubicBezTo>
                  <a:cubicBezTo>
                    <a:pt x="130" y="207"/>
                    <a:pt x="144" y="203"/>
                    <a:pt x="158" y="196"/>
                  </a:cubicBezTo>
                  <a:cubicBezTo>
                    <a:pt x="207" y="180"/>
                    <a:pt x="228" y="147"/>
                    <a:pt x="228" y="110"/>
                  </a:cubicBezTo>
                  <a:lnTo>
                    <a:pt x="228" y="60"/>
                  </a:lnTo>
                  <a:cubicBezTo>
                    <a:pt x="212" y="20"/>
                    <a:pt x="171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0" name="Google Shape;16330;p41"/>
            <p:cNvSpPr/>
            <p:nvPr/>
          </p:nvSpPr>
          <p:spPr>
            <a:xfrm>
              <a:off x="4189725" y="30780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1" y="0"/>
                  </a:moveTo>
                  <a:cubicBezTo>
                    <a:pt x="58" y="0"/>
                    <a:pt x="15" y="47"/>
                    <a:pt x="1" y="90"/>
                  </a:cubicBezTo>
                  <a:cubicBezTo>
                    <a:pt x="1" y="106"/>
                    <a:pt x="1" y="123"/>
                    <a:pt x="17" y="143"/>
                  </a:cubicBezTo>
                  <a:lnTo>
                    <a:pt x="17" y="160"/>
                  </a:lnTo>
                  <a:cubicBezTo>
                    <a:pt x="34" y="193"/>
                    <a:pt x="71" y="209"/>
                    <a:pt x="87" y="209"/>
                  </a:cubicBezTo>
                  <a:cubicBezTo>
                    <a:pt x="153" y="209"/>
                    <a:pt x="207" y="176"/>
                    <a:pt x="207" y="123"/>
                  </a:cubicBezTo>
                  <a:cubicBezTo>
                    <a:pt x="223" y="90"/>
                    <a:pt x="207" y="73"/>
                    <a:pt x="190" y="40"/>
                  </a:cubicBezTo>
                  <a:cubicBezTo>
                    <a:pt x="174" y="20"/>
                    <a:pt x="153" y="3"/>
                    <a:pt x="120" y="3"/>
                  </a:cubicBez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1" name="Google Shape;16331;p41"/>
            <p:cNvSpPr/>
            <p:nvPr/>
          </p:nvSpPr>
          <p:spPr>
            <a:xfrm>
              <a:off x="4184575" y="30313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50" y="1"/>
                    <a:pt x="33" y="17"/>
                  </a:cubicBezTo>
                  <a:cubicBezTo>
                    <a:pt x="17" y="34"/>
                    <a:pt x="0" y="71"/>
                    <a:pt x="0" y="87"/>
                  </a:cubicBezTo>
                  <a:lnTo>
                    <a:pt x="0" y="137"/>
                  </a:lnTo>
                  <a:cubicBezTo>
                    <a:pt x="0" y="157"/>
                    <a:pt x="17" y="157"/>
                    <a:pt x="17" y="174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137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4"/>
                  </a:cubicBezTo>
                  <a:cubicBezTo>
                    <a:pt x="174" y="17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2" name="Google Shape;16332;p41"/>
            <p:cNvSpPr/>
            <p:nvPr/>
          </p:nvSpPr>
          <p:spPr>
            <a:xfrm>
              <a:off x="4196125" y="3051800"/>
              <a:ext cx="5175" cy="5100"/>
            </a:xfrm>
            <a:custGeom>
              <a:avLst/>
              <a:gdLst/>
              <a:ahLst/>
              <a:cxnLst/>
              <a:rect l="l" t="t" r="r" b="b"/>
              <a:pathLst>
                <a:path w="207" h="204" extrusionOk="0">
                  <a:moveTo>
                    <a:pt x="115" y="0"/>
                  </a:moveTo>
                  <a:cubicBezTo>
                    <a:pt x="107" y="0"/>
                    <a:pt x="98" y="2"/>
                    <a:pt x="87" y="7"/>
                  </a:cubicBezTo>
                  <a:cubicBezTo>
                    <a:pt x="70" y="7"/>
                    <a:pt x="37" y="24"/>
                    <a:pt x="21" y="40"/>
                  </a:cubicBezTo>
                  <a:cubicBezTo>
                    <a:pt x="0" y="61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4"/>
                    <a:pt x="21" y="180"/>
                    <a:pt x="37" y="180"/>
                  </a:cubicBezTo>
                  <a:cubicBezTo>
                    <a:pt x="60" y="195"/>
                    <a:pt x="86" y="203"/>
                    <a:pt x="111" y="203"/>
                  </a:cubicBezTo>
                  <a:cubicBezTo>
                    <a:pt x="142" y="203"/>
                    <a:pt x="172" y="191"/>
                    <a:pt x="190" y="164"/>
                  </a:cubicBezTo>
                  <a:cubicBezTo>
                    <a:pt x="206" y="143"/>
                    <a:pt x="206" y="127"/>
                    <a:pt x="206" y="94"/>
                  </a:cubicBezTo>
                  <a:cubicBezTo>
                    <a:pt x="206" y="61"/>
                    <a:pt x="190" y="40"/>
                    <a:pt x="173" y="24"/>
                  </a:cubicBezTo>
                  <a:cubicBezTo>
                    <a:pt x="150" y="12"/>
                    <a:pt x="135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3" name="Google Shape;16333;p41"/>
            <p:cNvSpPr/>
            <p:nvPr/>
          </p:nvSpPr>
          <p:spPr>
            <a:xfrm>
              <a:off x="4194050" y="30651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5" y="1"/>
                  </a:moveTo>
                  <a:cubicBezTo>
                    <a:pt x="39" y="1"/>
                    <a:pt x="1" y="47"/>
                    <a:pt x="1" y="91"/>
                  </a:cubicBezTo>
                  <a:lnTo>
                    <a:pt x="1" y="144"/>
                  </a:lnTo>
                  <a:cubicBezTo>
                    <a:pt x="1" y="161"/>
                    <a:pt x="17" y="161"/>
                    <a:pt x="17" y="161"/>
                  </a:cubicBezTo>
                  <a:cubicBezTo>
                    <a:pt x="34" y="194"/>
                    <a:pt x="50" y="210"/>
                    <a:pt x="83" y="210"/>
                  </a:cubicBezTo>
                  <a:cubicBezTo>
                    <a:pt x="120" y="210"/>
                    <a:pt x="137" y="210"/>
                    <a:pt x="153" y="194"/>
                  </a:cubicBezTo>
                  <a:cubicBezTo>
                    <a:pt x="186" y="177"/>
                    <a:pt x="207" y="144"/>
                    <a:pt x="207" y="124"/>
                  </a:cubicBezTo>
                  <a:cubicBezTo>
                    <a:pt x="207" y="74"/>
                    <a:pt x="170" y="4"/>
                    <a:pt x="120" y="4"/>
                  </a:cubicBezTo>
                  <a:cubicBezTo>
                    <a:pt x="111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4" name="Google Shape;16334;p41"/>
            <p:cNvSpPr/>
            <p:nvPr/>
          </p:nvSpPr>
          <p:spPr>
            <a:xfrm>
              <a:off x="4126125" y="30944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8" y="0"/>
                  </a:moveTo>
                  <a:cubicBezTo>
                    <a:pt x="56" y="0"/>
                    <a:pt x="15" y="45"/>
                    <a:pt x="1" y="87"/>
                  </a:cubicBezTo>
                  <a:cubicBezTo>
                    <a:pt x="1" y="108"/>
                    <a:pt x="1" y="124"/>
                    <a:pt x="17" y="141"/>
                  </a:cubicBezTo>
                  <a:lnTo>
                    <a:pt x="17" y="157"/>
                  </a:lnTo>
                  <a:cubicBezTo>
                    <a:pt x="38" y="190"/>
                    <a:pt x="71" y="190"/>
                    <a:pt x="87" y="211"/>
                  </a:cubicBezTo>
                  <a:cubicBezTo>
                    <a:pt x="120" y="211"/>
                    <a:pt x="157" y="211"/>
                    <a:pt x="174" y="190"/>
                  </a:cubicBezTo>
                  <a:cubicBezTo>
                    <a:pt x="190" y="174"/>
                    <a:pt x="207" y="141"/>
                    <a:pt x="207" y="124"/>
                  </a:cubicBezTo>
                  <a:cubicBezTo>
                    <a:pt x="223" y="87"/>
                    <a:pt x="207" y="71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3" y="2"/>
                    <a:pt x="105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5" name="Google Shape;16335;p41"/>
            <p:cNvSpPr/>
            <p:nvPr/>
          </p:nvSpPr>
          <p:spPr>
            <a:xfrm>
              <a:off x="4133450" y="295520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6" y="0"/>
                  </a:moveTo>
                  <a:cubicBezTo>
                    <a:pt x="113" y="0"/>
                    <a:pt x="100" y="3"/>
                    <a:pt x="87" y="8"/>
                  </a:cubicBezTo>
                  <a:cubicBezTo>
                    <a:pt x="17" y="24"/>
                    <a:pt x="1" y="90"/>
                    <a:pt x="17" y="144"/>
                  </a:cubicBezTo>
                  <a:cubicBezTo>
                    <a:pt x="29" y="181"/>
                    <a:pt x="71" y="201"/>
                    <a:pt x="113" y="201"/>
                  </a:cubicBezTo>
                  <a:cubicBezTo>
                    <a:pt x="128" y="201"/>
                    <a:pt x="143" y="199"/>
                    <a:pt x="157" y="193"/>
                  </a:cubicBezTo>
                  <a:cubicBezTo>
                    <a:pt x="207" y="177"/>
                    <a:pt x="240" y="111"/>
                    <a:pt x="207" y="57"/>
                  </a:cubicBezTo>
                  <a:cubicBezTo>
                    <a:pt x="194" y="21"/>
                    <a:pt x="162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6" name="Google Shape;16336;p41"/>
            <p:cNvSpPr/>
            <p:nvPr/>
          </p:nvSpPr>
          <p:spPr>
            <a:xfrm>
              <a:off x="4118400" y="29794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71" y="1"/>
                    <a:pt x="38" y="17"/>
                  </a:cubicBezTo>
                  <a:cubicBezTo>
                    <a:pt x="17" y="34"/>
                    <a:pt x="1" y="50"/>
                    <a:pt x="1" y="87"/>
                  </a:cubicBezTo>
                  <a:lnTo>
                    <a:pt x="1" y="137"/>
                  </a:lnTo>
                  <a:cubicBezTo>
                    <a:pt x="1" y="153"/>
                    <a:pt x="17" y="153"/>
                    <a:pt x="17" y="153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41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4"/>
                  </a:cubicBezTo>
                  <a:cubicBezTo>
                    <a:pt x="174" y="17"/>
                    <a:pt x="141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7" name="Google Shape;16337;p41"/>
            <p:cNvSpPr/>
            <p:nvPr/>
          </p:nvSpPr>
          <p:spPr>
            <a:xfrm>
              <a:off x="4122325" y="29484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20" y="1"/>
                  </a:moveTo>
                  <a:cubicBezTo>
                    <a:pt x="66" y="1"/>
                    <a:pt x="17" y="34"/>
                    <a:pt x="0" y="87"/>
                  </a:cubicBezTo>
                  <a:cubicBezTo>
                    <a:pt x="0" y="104"/>
                    <a:pt x="0" y="120"/>
                    <a:pt x="17" y="137"/>
                  </a:cubicBezTo>
                  <a:cubicBezTo>
                    <a:pt x="17" y="153"/>
                    <a:pt x="17" y="153"/>
                    <a:pt x="33" y="174"/>
                  </a:cubicBezTo>
                  <a:cubicBezTo>
                    <a:pt x="50" y="190"/>
                    <a:pt x="66" y="207"/>
                    <a:pt x="103" y="207"/>
                  </a:cubicBezTo>
                  <a:cubicBezTo>
                    <a:pt x="110" y="209"/>
                    <a:pt x="117" y="210"/>
                    <a:pt x="123" y="210"/>
                  </a:cubicBezTo>
                  <a:cubicBezTo>
                    <a:pt x="166" y="210"/>
                    <a:pt x="209" y="167"/>
                    <a:pt x="223" y="120"/>
                  </a:cubicBezTo>
                  <a:cubicBezTo>
                    <a:pt x="223" y="87"/>
                    <a:pt x="206" y="71"/>
                    <a:pt x="190" y="50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8" name="Google Shape;16338;p41"/>
            <p:cNvSpPr/>
            <p:nvPr/>
          </p:nvSpPr>
          <p:spPr>
            <a:xfrm>
              <a:off x="4123550" y="2934625"/>
              <a:ext cx="6100" cy="5175"/>
            </a:xfrm>
            <a:custGeom>
              <a:avLst/>
              <a:gdLst/>
              <a:ahLst/>
              <a:cxnLst/>
              <a:rect l="l" t="t" r="r" b="b"/>
              <a:pathLst>
                <a:path w="244" h="207" extrusionOk="0">
                  <a:moveTo>
                    <a:pt x="118" y="1"/>
                  </a:moveTo>
                  <a:cubicBezTo>
                    <a:pt x="108" y="1"/>
                    <a:pt x="98" y="2"/>
                    <a:pt x="87" y="6"/>
                  </a:cubicBezTo>
                  <a:cubicBezTo>
                    <a:pt x="38" y="23"/>
                    <a:pt x="1" y="89"/>
                    <a:pt x="17" y="142"/>
                  </a:cubicBezTo>
                  <a:cubicBezTo>
                    <a:pt x="44" y="178"/>
                    <a:pt x="77" y="207"/>
                    <a:pt x="113" y="207"/>
                  </a:cubicBezTo>
                  <a:cubicBezTo>
                    <a:pt x="127" y="207"/>
                    <a:pt x="142" y="202"/>
                    <a:pt x="157" y="192"/>
                  </a:cubicBezTo>
                  <a:cubicBezTo>
                    <a:pt x="207" y="175"/>
                    <a:pt x="244" y="126"/>
                    <a:pt x="223" y="72"/>
                  </a:cubicBezTo>
                  <a:cubicBezTo>
                    <a:pt x="197" y="32"/>
                    <a:pt x="159" y="1"/>
                    <a:pt x="1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9" name="Google Shape;16339;p41"/>
            <p:cNvSpPr/>
            <p:nvPr/>
          </p:nvSpPr>
          <p:spPr>
            <a:xfrm>
              <a:off x="4128300" y="298610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9"/>
                  </a:cubicBezTo>
                  <a:cubicBezTo>
                    <a:pt x="33" y="25"/>
                    <a:pt x="0" y="75"/>
                    <a:pt x="33" y="145"/>
                  </a:cubicBezTo>
                  <a:cubicBezTo>
                    <a:pt x="33" y="145"/>
                    <a:pt x="54" y="161"/>
                    <a:pt x="54" y="178"/>
                  </a:cubicBezTo>
                  <a:cubicBezTo>
                    <a:pt x="77" y="189"/>
                    <a:pt x="100" y="203"/>
                    <a:pt x="130" y="203"/>
                  </a:cubicBezTo>
                  <a:cubicBezTo>
                    <a:pt x="143" y="203"/>
                    <a:pt x="157" y="201"/>
                    <a:pt x="174" y="194"/>
                  </a:cubicBezTo>
                  <a:cubicBezTo>
                    <a:pt x="207" y="178"/>
                    <a:pt x="223" y="145"/>
                    <a:pt x="223" y="112"/>
                  </a:cubicBezTo>
                  <a:cubicBezTo>
                    <a:pt x="239" y="91"/>
                    <a:pt x="223" y="75"/>
                    <a:pt x="223" y="58"/>
                  </a:cubicBezTo>
                  <a:cubicBezTo>
                    <a:pt x="211" y="22"/>
                    <a:pt x="169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0" name="Google Shape;16340;p41"/>
            <p:cNvSpPr/>
            <p:nvPr/>
          </p:nvSpPr>
          <p:spPr>
            <a:xfrm>
              <a:off x="4132625" y="2974150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2" y="0"/>
                  </a:moveTo>
                  <a:cubicBezTo>
                    <a:pt x="46" y="0"/>
                    <a:pt x="1" y="33"/>
                    <a:pt x="1" y="91"/>
                  </a:cubicBezTo>
                  <a:lnTo>
                    <a:pt x="1" y="140"/>
                  </a:lnTo>
                  <a:lnTo>
                    <a:pt x="17" y="157"/>
                  </a:lnTo>
                  <a:cubicBezTo>
                    <a:pt x="34" y="178"/>
                    <a:pt x="50" y="194"/>
                    <a:pt x="87" y="194"/>
                  </a:cubicBezTo>
                  <a:cubicBezTo>
                    <a:pt x="96" y="197"/>
                    <a:pt x="104" y="198"/>
                    <a:pt x="113" y="198"/>
                  </a:cubicBezTo>
                  <a:cubicBezTo>
                    <a:pt x="154" y="198"/>
                    <a:pt x="193" y="166"/>
                    <a:pt x="207" y="108"/>
                  </a:cubicBezTo>
                  <a:cubicBezTo>
                    <a:pt x="207" y="91"/>
                    <a:pt x="207" y="54"/>
                    <a:pt x="190" y="37"/>
                  </a:cubicBezTo>
                  <a:cubicBezTo>
                    <a:pt x="170" y="21"/>
                    <a:pt x="153" y="4"/>
                    <a:pt x="120" y="4"/>
                  </a:cubicBezTo>
                  <a:cubicBezTo>
                    <a:pt x="111" y="2"/>
                    <a:pt x="101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1" name="Google Shape;16341;p41"/>
            <p:cNvSpPr/>
            <p:nvPr/>
          </p:nvSpPr>
          <p:spPr>
            <a:xfrm>
              <a:off x="4114600" y="2992700"/>
              <a:ext cx="5575" cy="4925"/>
            </a:xfrm>
            <a:custGeom>
              <a:avLst/>
              <a:gdLst/>
              <a:ahLst/>
              <a:cxnLst/>
              <a:rect l="l" t="t" r="r" b="b"/>
              <a:pathLst>
                <a:path w="223" h="197" extrusionOk="0">
                  <a:moveTo>
                    <a:pt x="66" y="0"/>
                  </a:moveTo>
                  <a:cubicBezTo>
                    <a:pt x="17" y="17"/>
                    <a:pt x="0" y="87"/>
                    <a:pt x="17" y="136"/>
                  </a:cubicBezTo>
                  <a:cubicBezTo>
                    <a:pt x="29" y="177"/>
                    <a:pt x="72" y="196"/>
                    <a:pt x="113" y="196"/>
                  </a:cubicBezTo>
                  <a:cubicBezTo>
                    <a:pt x="127" y="196"/>
                    <a:pt x="140" y="194"/>
                    <a:pt x="153" y="190"/>
                  </a:cubicBezTo>
                  <a:cubicBezTo>
                    <a:pt x="169" y="190"/>
                    <a:pt x="190" y="174"/>
                    <a:pt x="190" y="174"/>
                  </a:cubicBezTo>
                  <a:cubicBezTo>
                    <a:pt x="223" y="136"/>
                    <a:pt x="223" y="104"/>
                    <a:pt x="206" y="54"/>
                  </a:cubicBezTo>
                  <a:cubicBezTo>
                    <a:pt x="206" y="17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2" name="Google Shape;16342;p41"/>
            <p:cNvSpPr/>
            <p:nvPr/>
          </p:nvSpPr>
          <p:spPr>
            <a:xfrm>
              <a:off x="4104700" y="2983200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12" y="1"/>
                  </a:moveTo>
                  <a:cubicBezTo>
                    <a:pt x="83" y="1"/>
                    <a:pt x="56" y="16"/>
                    <a:pt x="33" y="38"/>
                  </a:cubicBezTo>
                  <a:cubicBezTo>
                    <a:pt x="0" y="71"/>
                    <a:pt x="0" y="88"/>
                    <a:pt x="0" y="125"/>
                  </a:cubicBezTo>
                  <a:cubicBezTo>
                    <a:pt x="0" y="125"/>
                    <a:pt x="0" y="141"/>
                    <a:pt x="17" y="141"/>
                  </a:cubicBezTo>
                  <a:cubicBezTo>
                    <a:pt x="17" y="158"/>
                    <a:pt x="33" y="174"/>
                    <a:pt x="33" y="191"/>
                  </a:cubicBezTo>
                  <a:cubicBezTo>
                    <a:pt x="70" y="207"/>
                    <a:pt x="87" y="207"/>
                    <a:pt x="120" y="207"/>
                  </a:cubicBezTo>
                  <a:cubicBezTo>
                    <a:pt x="153" y="207"/>
                    <a:pt x="173" y="191"/>
                    <a:pt x="190" y="174"/>
                  </a:cubicBezTo>
                  <a:cubicBezTo>
                    <a:pt x="206" y="158"/>
                    <a:pt x="223" y="125"/>
                    <a:pt x="206" y="88"/>
                  </a:cubicBezTo>
                  <a:cubicBezTo>
                    <a:pt x="206" y="71"/>
                    <a:pt x="190" y="38"/>
                    <a:pt x="173" y="22"/>
                  </a:cubicBezTo>
                  <a:cubicBezTo>
                    <a:pt x="152" y="7"/>
                    <a:pt x="132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3" name="Google Shape;16343;p41"/>
            <p:cNvSpPr/>
            <p:nvPr/>
          </p:nvSpPr>
          <p:spPr>
            <a:xfrm>
              <a:off x="4111075" y="2941475"/>
              <a:ext cx="6125" cy="5375"/>
            </a:xfrm>
            <a:custGeom>
              <a:avLst/>
              <a:gdLst/>
              <a:ahLst/>
              <a:cxnLst/>
              <a:rect l="l" t="t" r="r" b="b"/>
              <a:pathLst>
                <a:path w="245" h="215" extrusionOk="0">
                  <a:moveTo>
                    <a:pt x="106" y="0"/>
                  </a:moveTo>
                  <a:cubicBezTo>
                    <a:pt x="95" y="0"/>
                    <a:pt x="83" y="2"/>
                    <a:pt x="71" y="4"/>
                  </a:cubicBezTo>
                  <a:cubicBezTo>
                    <a:pt x="21" y="42"/>
                    <a:pt x="1" y="91"/>
                    <a:pt x="21" y="145"/>
                  </a:cubicBezTo>
                  <a:cubicBezTo>
                    <a:pt x="35" y="185"/>
                    <a:pt x="82" y="215"/>
                    <a:pt x="128" y="215"/>
                  </a:cubicBezTo>
                  <a:cubicBezTo>
                    <a:pt x="138" y="215"/>
                    <a:pt x="148" y="214"/>
                    <a:pt x="158" y="211"/>
                  </a:cubicBezTo>
                  <a:cubicBezTo>
                    <a:pt x="207" y="178"/>
                    <a:pt x="244" y="124"/>
                    <a:pt x="207" y="75"/>
                  </a:cubicBezTo>
                  <a:cubicBezTo>
                    <a:pt x="193" y="30"/>
                    <a:pt x="157" y="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4" name="Google Shape;16344;p41"/>
            <p:cNvSpPr/>
            <p:nvPr/>
          </p:nvSpPr>
          <p:spPr>
            <a:xfrm>
              <a:off x="4156225" y="29771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0" y="1"/>
                  </a:moveTo>
                  <a:cubicBezTo>
                    <a:pt x="57" y="1"/>
                    <a:pt x="15" y="44"/>
                    <a:pt x="1" y="91"/>
                  </a:cubicBezTo>
                  <a:lnTo>
                    <a:pt x="1" y="124"/>
                  </a:lnTo>
                  <a:lnTo>
                    <a:pt x="1" y="140"/>
                  </a:lnTo>
                  <a:lnTo>
                    <a:pt x="17" y="161"/>
                  </a:lnTo>
                  <a:cubicBezTo>
                    <a:pt x="34" y="194"/>
                    <a:pt x="71" y="210"/>
                    <a:pt x="87" y="210"/>
                  </a:cubicBezTo>
                  <a:cubicBezTo>
                    <a:pt x="120" y="210"/>
                    <a:pt x="137" y="210"/>
                    <a:pt x="174" y="194"/>
                  </a:cubicBezTo>
                  <a:cubicBezTo>
                    <a:pt x="190" y="177"/>
                    <a:pt x="207" y="140"/>
                    <a:pt x="207" y="124"/>
                  </a:cubicBezTo>
                  <a:cubicBezTo>
                    <a:pt x="207" y="91"/>
                    <a:pt x="207" y="74"/>
                    <a:pt x="190" y="58"/>
                  </a:cubicBezTo>
                  <a:cubicBezTo>
                    <a:pt x="174" y="20"/>
                    <a:pt x="153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5" name="Google Shape;16345;p41"/>
            <p:cNvSpPr/>
            <p:nvPr/>
          </p:nvSpPr>
          <p:spPr>
            <a:xfrm>
              <a:off x="4146750" y="29535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4" y="1"/>
                  </a:moveTo>
                  <a:cubicBezTo>
                    <a:pt x="41" y="1"/>
                    <a:pt x="0" y="44"/>
                    <a:pt x="0" y="90"/>
                  </a:cubicBezTo>
                  <a:lnTo>
                    <a:pt x="0" y="140"/>
                  </a:lnTo>
                  <a:lnTo>
                    <a:pt x="17" y="156"/>
                  </a:lnTo>
                  <a:cubicBezTo>
                    <a:pt x="37" y="194"/>
                    <a:pt x="54" y="194"/>
                    <a:pt x="87" y="210"/>
                  </a:cubicBezTo>
                  <a:cubicBezTo>
                    <a:pt x="141" y="210"/>
                    <a:pt x="190" y="177"/>
                    <a:pt x="206" y="123"/>
                  </a:cubicBezTo>
                  <a:cubicBezTo>
                    <a:pt x="206" y="90"/>
                    <a:pt x="206" y="74"/>
                    <a:pt x="190" y="37"/>
                  </a:cubicBezTo>
                  <a:cubicBezTo>
                    <a:pt x="174" y="20"/>
                    <a:pt x="141" y="4"/>
                    <a:pt x="120" y="4"/>
                  </a:cubicBezTo>
                  <a:cubicBezTo>
                    <a:pt x="111" y="2"/>
                    <a:pt x="103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6" name="Google Shape;16346;p41"/>
            <p:cNvSpPr/>
            <p:nvPr/>
          </p:nvSpPr>
          <p:spPr>
            <a:xfrm>
              <a:off x="4150675" y="30028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14" y="1"/>
                  </a:moveTo>
                  <a:cubicBezTo>
                    <a:pt x="100" y="1"/>
                    <a:pt x="83" y="3"/>
                    <a:pt x="66" y="7"/>
                  </a:cubicBezTo>
                  <a:cubicBezTo>
                    <a:pt x="17" y="23"/>
                    <a:pt x="0" y="93"/>
                    <a:pt x="17" y="143"/>
                  </a:cubicBezTo>
                  <a:cubicBezTo>
                    <a:pt x="29" y="183"/>
                    <a:pt x="72" y="203"/>
                    <a:pt x="113" y="203"/>
                  </a:cubicBezTo>
                  <a:cubicBezTo>
                    <a:pt x="127" y="203"/>
                    <a:pt x="140" y="200"/>
                    <a:pt x="153" y="196"/>
                  </a:cubicBezTo>
                  <a:cubicBezTo>
                    <a:pt x="206" y="180"/>
                    <a:pt x="239" y="126"/>
                    <a:pt x="206" y="60"/>
                  </a:cubicBezTo>
                  <a:cubicBezTo>
                    <a:pt x="194" y="20"/>
                    <a:pt x="160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7" name="Google Shape;16347;p41"/>
            <p:cNvSpPr/>
            <p:nvPr/>
          </p:nvSpPr>
          <p:spPr>
            <a:xfrm>
              <a:off x="4148900" y="29414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3" y="0"/>
                  </a:moveTo>
                  <a:cubicBezTo>
                    <a:pt x="85" y="0"/>
                    <a:pt x="55" y="14"/>
                    <a:pt x="34" y="44"/>
                  </a:cubicBezTo>
                  <a:cubicBezTo>
                    <a:pt x="17" y="60"/>
                    <a:pt x="1" y="93"/>
                    <a:pt x="1" y="110"/>
                  </a:cubicBezTo>
                  <a:cubicBezTo>
                    <a:pt x="1" y="126"/>
                    <a:pt x="1" y="126"/>
                    <a:pt x="17" y="147"/>
                  </a:cubicBezTo>
                  <a:cubicBezTo>
                    <a:pt x="17" y="163"/>
                    <a:pt x="34" y="180"/>
                    <a:pt x="55" y="180"/>
                  </a:cubicBezTo>
                  <a:cubicBezTo>
                    <a:pt x="69" y="194"/>
                    <a:pt x="92" y="203"/>
                    <a:pt x="115" y="203"/>
                  </a:cubicBezTo>
                  <a:cubicBezTo>
                    <a:pt x="143" y="203"/>
                    <a:pt x="172" y="190"/>
                    <a:pt x="191" y="163"/>
                  </a:cubicBezTo>
                  <a:cubicBezTo>
                    <a:pt x="207" y="147"/>
                    <a:pt x="224" y="110"/>
                    <a:pt x="207" y="93"/>
                  </a:cubicBezTo>
                  <a:cubicBezTo>
                    <a:pt x="207" y="60"/>
                    <a:pt x="191" y="44"/>
                    <a:pt x="174" y="23"/>
                  </a:cubicBezTo>
                  <a:cubicBezTo>
                    <a:pt x="158" y="8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8" name="Google Shape;16348;p41"/>
            <p:cNvSpPr/>
            <p:nvPr/>
          </p:nvSpPr>
          <p:spPr>
            <a:xfrm>
              <a:off x="4155400" y="29909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50" y="0"/>
                    <a:pt x="1" y="37"/>
                    <a:pt x="1" y="87"/>
                  </a:cubicBezTo>
                  <a:lnTo>
                    <a:pt x="1" y="141"/>
                  </a:lnTo>
                  <a:cubicBezTo>
                    <a:pt x="1" y="157"/>
                    <a:pt x="17" y="157"/>
                    <a:pt x="17" y="174"/>
                  </a:cubicBezTo>
                  <a:cubicBezTo>
                    <a:pt x="34" y="190"/>
                    <a:pt x="50" y="206"/>
                    <a:pt x="83" y="206"/>
                  </a:cubicBezTo>
                  <a:cubicBezTo>
                    <a:pt x="137" y="206"/>
                    <a:pt x="186" y="174"/>
                    <a:pt x="207" y="124"/>
                  </a:cubicBezTo>
                  <a:cubicBezTo>
                    <a:pt x="207" y="87"/>
                    <a:pt x="207" y="70"/>
                    <a:pt x="186" y="37"/>
                  </a:cubicBezTo>
                  <a:cubicBezTo>
                    <a:pt x="170" y="21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9" name="Google Shape;16349;p41"/>
            <p:cNvSpPr/>
            <p:nvPr/>
          </p:nvSpPr>
          <p:spPr>
            <a:xfrm>
              <a:off x="4143750" y="29673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1" y="1"/>
                  </a:moveTo>
                  <a:cubicBezTo>
                    <a:pt x="75" y="1"/>
                    <a:pt x="41" y="16"/>
                    <a:pt x="17" y="39"/>
                  </a:cubicBezTo>
                  <a:cubicBezTo>
                    <a:pt x="1" y="56"/>
                    <a:pt x="1" y="89"/>
                    <a:pt x="1" y="122"/>
                  </a:cubicBezTo>
                  <a:lnTo>
                    <a:pt x="1" y="142"/>
                  </a:lnTo>
                  <a:cubicBezTo>
                    <a:pt x="17" y="159"/>
                    <a:pt x="17" y="175"/>
                    <a:pt x="34" y="192"/>
                  </a:cubicBezTo>
                  <a:cubicBezTo>
                    <a:pt x="54" y="204"/>
                    <a:pt x="77" y="210"/>
                    <a:pt x="99" y="210"/>
                  </a:cubicBezTo>
                  <a:cubicBezTo>
                    <a:pt x="136" y="210"/>
                    <a:pt x="170" y="196"/>
                    <a:pt x="190" y="175"/>
                  </a:cubicBezTo>
                  <a:cubicBezTo>
                    <a:pt x="223" y="122"/>
                    <a:pt x="207" y="56"/>
                    <a:pt x="174" y="19"/>
                  </a:cubicBezTo>
                  <a:cubicBezTo>
                    <a:pt x="154" y="6"/>
                    <a:pt x="132" y="1"/>
                    <a:pt x="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0" name="Google Shape;16350;p41"/>
            <p:cNvSpPr/>
            <p:nvPr/>
          </p:nvSpPr>
          <p:spPr>
            <a:xfrm>
              <a:off x="4138600" y="29955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1"/>
                  </a:moveTo>
                  <a:cubicBezTo>
                    <a:pt x="113" y="1"/>
                    <a:pt x="99" y="3"/>
                    <a:pt x="87" y="7"/>
                  </a:cubicBezTo>
                  <a:cubicBezTo>
                    <a:pt x="34" y="23"/>
                    <a:pt x="1" y="94"/>
                    <a:pt x="17" y="147"/>
                  </a:cubicBezTo>
                  <a:cubicBezTo>
                    <a:pt x="45" y="184"/>
                    <a:pt x="80" y="203"/>
                    <a:pt x="118" y="203"/>
                  </a:cubicBezTo>
                  <a:cubicBezTo>
                    <a:pt x="131" y="203"/>
                    <a:pt x="144" y="201"/>
                    <a:pt x="157" y="197"/>
                  </a:cubicBezTo>
                  <a:cubicBezTo>
                    <a:pt x="207" y="180"/>
                    <a:pt x="240" y="110"/>
                    <a:pt x="223" y="61"/>
                  </a:cubicBezTo>
                  <a:cubicBezTo>
                    <a:pt x="211" y="20"/>
                    <a:pt x="168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1" name="Google Shape;16351;p41"/>
            <p:cNvSpPr/>
            <p:nvPr/>
          </p:nvSpPr>
          <p:spPr>
            <a:xfrm>
              <a:off x="4142925" y="2984150"/>
              <a:ext cx="5600" cy="4900"/>
            </a:xfrm>
            <a:custGeom>
              <a:avLst/>
              <a:gdLst/>
              <a:ahLst/>
              <a:cxnLst/>
              <a:rect l="l" t="t" r="r" b="b"/>
              <a:pathLst>
                <a:path w="224" h="196" extrusionOk="0">
                  <a:moveTo>
                    <a:pt x="67" y="0"/>
                  </a:moveTo>
                  <a:cubicBezTo>
                    <a:pt x="50" y="17"/>
                    <a:pt x="34" y="33"/>
                    <a:pt x="17" y="50"/>
                  </a:cubicBezTo>
                  <a:cubicBezTo>
                    <a:pt x="1" y="66"/>
                    <a:pt x="1" y="103"/>
                    <a:pt x="17" y="136"/>
                  </a:cubicBezTo>
                  <a:cubicBezTo>
                    <a:pt x="30" y="177"/>
                    <a:pt x="63" y="196"/>
                    <a:pt x="107" y="196"/>
                  </a:cubicBezTo>
                  <a:cubicBezTo>
                    <a:pt x="122" y="196"/>
                    <a:pt x="137" y="194"/>
                    <a:pt x="153" y="190"/>
                  </a:cubicBezTo>
                  <a:cubicBezTo>
                    <a:pt x="207" y="169"/>
                    <a:pt x="223" y="120"/>
                    <a:pt x="207" y="50"/>
                  </a:cubicBezTo>
                  <a:cubicBezTo>
                    <a:pt x="190" y="33"/>
                    <a:pt x="170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2" name="Google Shape;16352;p41"/>
            <p:cNvSpPr/>
            <p:nvPr/>
          </p:nvSpPr>
          <p:spPr>
            <a:xfrm>
              <a:off x="4136025" y="29415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71" y="0"/>
                    <a:pt x="1" y="38"/>
                    <a:pt x="1" y="87"/>
                  </a:cubicBezTo>
                  <a:lnTo>
                    <a:pt x="1" y="141"/>
                  </a:lnTo>
                  <a:cubicBezTo>
                    <a:pt x="1" y="157"/>
                    <a:pt x="17" y="157"/>
                    <a:pt x="17" y="174"/>
                  </a:cubicBezTo>
                  <a:cubicBezTo>
                    <a:pt x="34" y="190"/>
                    <a:pt x="54" y="207"/>
                    <a:pt x="87" y="207"/>
                  </a:cubicBezTo>
                  <a:cubicBezTo>
                    <a:pt x="94" y="209"/>
                    <a:pt x="101" y="210"/>
                    <a:pt x="108" y="210"/>
                  </a:cubicBezTo>
                  <a:cubicBezTo>
                    <a:pt x="154" y="210"/>
                    <a:pt x="207" y="166"/>
                    <a:pt x="207" y="120"/>
                  </a:cubicBezTo>
                  <a:cubicBezTo>
                    <a:pt x="207" y="87"/>
                    <a:pt x="207" y="71"/>
                    <a:pt x="190" y="54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3" name="Google Shape;16353;p41"/>
            <p:cNvSpPr/>
            <p:nvPr/>
          </p:nvSpPr>
          <p:spPr>
            <a:xfrm>
              <a:off x="4176425" y="30849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3" y="0"/>
                  </a:moveTo>
                  <a:cubicBezTo>
                    <a:pt x="38" y="0"/>
                    <a:pt x="1" y="44"/>
                    <a:pt x="1" y="90"/>
                  </a:cubicBezTo>
                  <a:lnTo>
                    <a:pt x="1" y="140"/>
                  </a:lnTo>
                  <a:lnTo>
                    <a:pt x="17" y="156"/>
                  </a:lnTo>
                  <a:cubicBezTo>
                    <a:pt x="34" y="193"/>
                    <a:pt x="50" y="193"/>
                    <a:pt x="87" y="210"/>
                  </a:cubicBezTo>
                  <a:cubicBezTo>
                    <a:pt x="137" y="210"/>
                    <a:pt x="190" y="177"/>
                    <a:pt x="207" y="123"/>
                  </a:cubicBezTo>
                  <a:cubicBezTo>
                    <a:pt x="207" y="90"/>
                    <a:pt x="207" y="74"/>
                    <a:pt x="190" y="37"/>
                  </a:cubicBezTo>
                  <a:cubicBezTo>
                    <a:pt x="170" y="20"/>
                    <a:pt x="137" y="4"/>
                    <a:pt x="120" y="4"/>
                  </a:cubicBezTo>
                  <a:cubicBezTo>
                    <a:pt x="111" y="1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4" name="Google Shape;16354;p41"/>
            <p:cNvSpPr/>
            <p:nvPr/>
          </p:nvSpPr>
          <p:spPr>
            <a:xfrm>
              <a:off x="4140775" y="30743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70" y="1"/>
                    <a:pt x="33" y="17"/>
                  </a:cubicBezTo>
                  <a:cubicBezTo>
                    <a:pt x="17" y="34"/>
                    <a:pt x="0" y="50"/>
                    <a:pt x="0" y="87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53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136" y="207"/>
                    <a:pt x="190" y="170"/>
                    <a:pt x="206" y="120"/>
                  </a:cubicBezTo>
                  <a:cubicBezTo>
                    <a:pt x="206" y="87"/>
                    <a:pt x="206" y="67"/>
                    <a:pt x="190" y="34"/>
                  </a:cubicBezTo>
                  <a:cubicBezTo>
                    <a:pt x="17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5" name="Google Shape;16355;p41"/>
            <p:cNvSpPr/>
            <p:nvPr/>
          </p:nvSpPr>
          <p:spPr>
            <a:xfrm>
              <a:off x="4145100" y="30476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0" y="1"/>
                  </a:moveTo>
                  <a:cubicBezTo>
                    <a:pt x="103" y="1"/>
                    <a:pt x="66" y="1"/>
                    <a:pt x="50" y="22"/>
                  </a:cubicBezTo>
                  <a:cubicBezTo>
                    <a:pt x="33" y="38"/>
                    <a:pt x="17" y="55"/>
                    <a:pt x="17" y="88"/>
                  </a:cubicBezTo>
                  <a:cubicBezTo>
                    <a:pt x="0" y="104"/>
                    <a:pt x="0" y="125"/>
                    <a:pt x="17" y="141"/>
                  </a:cubicBezTo>
                  <a:cubicBezTo>
                    <a:pt x="17" y="141"/>
                    <a:pt x="17" y="158"/>
                    <a:pt x="33" y="158"/>
                  </a:cubicBezTo>
                  <a:cubicBezTo>
                    <a:pt x="50" y="191"/>
                    <a:pt x="66" y="191"/>
                    <a:pt x="103" y="207"/>
                  </a:cubicBezTo>
                  <a:cubicBezTo>
                    <a:pt x="153" y="207"/>
                    <a:pt x="207" y="174"/>
                    <a:pt x="223" y="125"/>
                  </a:cubicBezTo>
                  <a:cubicBezTo>
                    <a:pt x="223" y="88"/>
                    <a:pt x="207" y="71"/>
                    <a:pt x="207" y="38"/>
                  </a:cubicBezTo>
                  <a:cubicBezTo>
                    <a:pt x="186" y="22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6" name="Google Shape;16356;p41"/>
            <p:cNvSpPr/>
            <p:nvPr/>
          </p:nvSpPr>
          <p:spPr>
            <a:xfrm>
              <a:off x="4141175" y="3060800"/>
              <a:ext cx="6000" cy="5100"/>
            </a:xfrm>
            <a:custGeom>
              <a:avLst/>
              <a:gdLst/>
              <a:ahLst/>
              <a:cxnLst/>
              <a:rect l="l" t="t" r="r" b="b"/>
              <a:pathLst>
                <a:path w="240" h="204" extrusionOk="0">
                  <a:moveTo>
                    <a:pt x="120" y="1"/>
                  </a:moveTo>
                  <a:cubicBezTo>
                    <a:pt x="109" y="1"/>
                    <a:pt x="98" y="10"/>
                    <a:pt x="87" y="10"/>
                  </a:cubicBezTo>
                  <a:cubicBezTo>
                    <a:pt x="34" y="26"/>
                    <a:pt x="1" y="92"/>
                    <a:pt x="34" y="146"/>
                  </a:cubicBezTo>
                  <a:cubicBezTo>
                    <a:pt x="49" y="183"/>
                    <a:pt x="80" y="203"/>
                    <a:pt x="124" y="203"/>
                  </a:cubicBezTo>
                  <a:cubicBezTo>
                    <a:pt x="139" y="203"/>
                    <a:pt x="156" y="201"/>
                    <a:pt x="174" y="195"/>
                  </a:cubicBezTo>
                  <a:cubicBezTo>
                    <a:pt x="174" y="195"/>
                    <a:pt x="190" y="179"/>
                    <a:pt x="207" y="179"/>
                  </a:cubicBezTo>
                  <a:cubicBezTo>
                    <a:pt x="223" y="146"/>
                    <a:pt x="240" y="113"/>
                    <a:pt x="223" y="59"/>
                  </a:cubicBezTo>
                  <a:cubicBezTo>
                    <a:pt x="207" y="26"/>
                    <a:pt x="174" y="10"/>
                    <a:pt x="137" y="10"/>
                  </a:cubicBezTo>
                  <a:cubicBezTo>
                    <a:pt x="131" y="3"/>
                    <a:pt x="126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7" name="Google Shape;16357;p41"/>
            <p:cNvSpPr/>
            <p:nvPr/>
          </p:nvSpPr>
          <p:spPr>
            <a:xfrm>
              <a:off x="4189325" y="3019300"/>
              <a:ext cx="6000" cy="5400"/>
            </a:xfrm>
            <a:custGeom>
              <a:avLst/>
              <a:gdLst/>
              <a:ahLst/>
              <a:cxnLst/>
              <a:rect l="l" t="t" r="r" b="b"/>
              <a:pathLst>
                <a:path w="240" h="216" extrusionOk="0">
                  <a:moveTo>
                    <a:pt x="103" y="0"/>
                  </a:moveTo>
                  <a:cubicBezTo>
                    <a:pt x="66" y="21"/>
                    <a:pt x="50" y="21"/>
                    <a:pt x="33" y="54"/>
                  </a:cubicBezTo>
                  <a:cubicBezTo>
                    <a:pt x="17" y="70"/>
                    <a:pt x="0" y="87"/>
                    <a:pt x="17" y="124"/>
                  </a:cubicBezTo>
                  <a:lnTo>
                    <a:pt x="17" y="157"/>
                  </a:lnTo>
                  <a:cubicBezTo>
                    <a:pt x="17" y="173"/>
                    <a:pt x="33" y="173"/>
                    <a:pt x="50" y="190"/>
                  </a:cubicBezTo>
                  <a:cubicBezTo>
                    <a:pt x="74" y="207"/>
                    <a:pt x="97" y="216"/>
                    <a:pt x="121" y="216"/>
                  </a:cubicBezTo>
                  <a:cubicBezTo>
                    <a:pt x="149" y="216"/>
                    <a:pt x="177" y="203"/>
                    <a:pt x="206" y="173"/>
                  </a:cubicBezTo>
                  <a:cubicBezTo>
                    <a:pt x="239" y="140"/>
                    <a:pt x="223" y="70"/>
                    <a:pt x="190" y="37"/>
                  </a:cubicBezTo>
                  <a:cubicBezTo>
                    <a:pt x="153" y="21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8" name="Google Shape;16358;p41"/>
            <p:cNvSpPr/>
            <p:nvPr/>
          </p:nvSpPr>
          <p:spPr>
            <a:xfrm>
              <a:off x="4149325" y="30166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1" y="0"/>
                  </a:moveTo>
                  <a:cubicBezTo>
                    <a:pt x="58" y="0"/>
                    <a:pt x="15" y="46"/>
                    <a:pt x="0" y="90"/>
                  </a:cubicBezTo>
                  <a:lnTo>
                    <a:pt x="0" y="143"/>
                  </a:lnTo>
                  <a:lnTo>
                    <a:pt x="17" y="160"/>
                  </a:lnTo>
                  <a:cubicBezTo>
                    <a:pt x="38" y="193"/>
                    <a:pt x="71" y="209"/>
                    <a:pt x="87" y="209"/>
                  </a:cubicBezTo>
                  <a:cubicBezTo>
                    <a:pt x="157" y="209"/>
                    <a:pt x="207" y="176"/>
                    <a:pt x="207" y="127"/>
                  </a:cubicBezTo>
                  <a:cubicBezTo>
                    <a:pt x="207" y="90"/>
                    <a:pt x="207" y="73"/>
                    <a:pt x="190" y="40"/>
                  </a:cubicBezTo>
                  <a:cubicBezTo>
                    <a:pt x="174" y="24"/>
                    <a:pt x="157" y="3"/>
                    <a:pt x="120" y="3"/>
                  </a:cubicBezTo>
                  <a:cubicBezTo>
                    <a:pt x="114" y="1"/>
                    <a:pt x="107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9" name="Google Shape;16359;p41"/>
            <p:cNvSpPr/>
            <p:nvPr/>
          </p:nvSpPr>
          <p:spPr>
            <a:xfrm>
              <a:off x="4151500" y="3079725"/>
              <a:ext cx="5575" cy="5050"/>
            </a:xfrm>
            <a:custGeom>
              <a:avLst/>
              <a:gdLst/>
              <a:ahLst/>
              <a:cxnLst/>
              <a:rect l="l" t="t" r="r" b="b"/>
              <a:pathLst>
                <a:path w="223" h="202" extrusionOk="0">
                  <a:moveTo>
                    <a:pt x="91" y="1"/>
                  </a:moveTo>
                  <a:cubicBezTo>
                    <a:pt x="68" y="1"/>
                    <a:pt x="48" y="12"/>
                    <a:pt x="33" y="24"/>
                  </a:cubicBezTo>
                  <a:cubicBezTo>
                    <a:pt x="16" y="40"/>
                    <a:pt x="0" y="57"/>
                    <a:pt x="0" y="94"/>
                  </a:cubicBezTo>
                  <a:cubicBezTo>
                    <a:pt x="0" y="110"/>
                    <a:pt x="0" y="127"/>
                    <a:pt x="16" y="143"/>
                  </a:cubicBezTo>
                  <a:cubicBezTo>
                    <a:pt x="16" y="181"/>
                    <a:pt x="54" y="197"/>
                    <a:pt x="87" y="197"/>
                  </a:cubicBezTo>
                  <a:lnTo>
                    <a:pt x="103" y="197"/>
                  </a:lnTo>
                  <a:cubicBezTo>
                    <a:pt x="112" y="200"/>
                    <a:pt x="121" y="201"/>
                    <a:pt x="130" y="201"/>
                  </a:cubicBezTo>
                  <a:cubicBezTo>
                    <a:pt x="172" y="201"/>
                    <a:pt x="206" y="169"/>
                    <a:pt x="206" y="110"/>
                  </a:cubicBezTo>
                  <a:cubicBezTo>
                    <a:pt x="223" y="94"/>
                    <a:pt x="206" y="57"/>
                    <a:pt x="190" y="40"/>
                  </a:cubicBezTo>
                  <a:cubicBezTo>
                    <a:pt x="173" y="24"/>
                    <a:pt x="157" y="7"/>
                    <a:pt x="120" y="7"/>
                  </a:cubicBezTo>
                  <a:cubicBezTo>
                    <a:pt x="110" y="3"/>
                    <a:pt x="100" y="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0" name="Google Shape;16360;p41"/>
            <p:cNvSpPr/>
            <p:nvPr/>
          </p:nvSpPr>
          <p:spPr>
            <a:xfrm>
              <a:off x="4148500" y="31094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20" y="1"/>
                  </a:moveTo>
                  <a:cubicBezTo>
                    <a:pt x="104" y="1"/>
                    <a:pt x="71" y="1"/>
                    <a:pt x="50" y="21"/>
                  </a:cubicBezTo>
                  <a:cubicBezTo>
                    <a:pt x="17" y="38"/>
                    <a:pt x="17" y="71"/>
                    <a:pt x="0" y="87"/>
                  </a:cubicBezTo>
                  <a:cubicBezTo>
                    <a:pt x="0" y="104"/>
                    <a:pt x="0" y="124"/>
                    <a:pt x="17" y="141"/>
                  </a:cubicBezTo>
                  <a:lnTo>
                    <a:pt x="17" y="174"/>
                  </a:lnTo>
                  <a:cubicBezTo>
                    <a:pt x="33" y="190"/>
                    <a:pt x="71" y="207"/>
                    <a:pt x="87" y="207"/>
                  </a:cubicBezTo>
                  <a:cubicBezTo>
                    <a:pt x="97" y="210"/>
                    <a:pt x="107" y="211"/>
                    <a:pt x="116" y="211"/>
                  </a:cubicBezTo>
                  <a:cubicBezTo>
                    <a:pt x="168" y="211"/>
                    <a:pt x="207" y="166"/>
                    <a:pt x="207" y="124"/>
                  </a:cubicBezTo>
                  <a:cubicBezTo>
                    <a:pt x="223" y="104"/>
                    <a:pt x="207" y="71"/>
                    <a:pt x="190" y="54"/>
                  </a:cubicBezTo>
                  <a:cubicBezTo>
                    <a:pt x="174" y="21"/>
                    <a:pt x="153" y="2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1" name="Google Shape;16361;p41"/>
            <p:cNvSpPr/>
            <p:nvPr/>
          </p:nvSpPr>
          <p:spPr>
            <a:xfrm>
              <a:off x="4154075" y="3067900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96" y="1"/>
                  </a:moveTo>
                  <a:cubicBezTo>
                    <a:pt x="66" y="1"/>
                    <a:pt x="37" y="15"/>
                    <a:pt x="17" y="35"/>
                  </a:cubicBezTo>
                  <a:cubicBezTo>
                    <a:pt x="0" y="68"/>
                    <a:pt x="0" y="85"/>
                    <a:pt x="0" y="118"/>
                  </a:cubicBezTo>
                  <a:lnTo>
                    <a:pt x="0" y="138"/>
                  </a:lnTo>
                  <a:cubicBezTo>
                    <a:pt x="0" y="155"/>
                    <a:pt x="17" y="171"/>
                    <a:pt x="33" y="188"/>
                  </a:cubicBezTo>
                  <a:cubicBezTo>
                    <a:pt x="54" y="204"/>
                    <a:pt x="87" y="204"/>
                    <a:pt x="103" y="204"/>
                  </a:cubicBezTo>
                  <a:cubicBezTo>
                    <a:pt x="136" y="204"/>
                    <a:pt x="157" y="188"/>
                    <a:pt x="190" y="171"/>
                  </a:cubicBezTo>
                  <a:cubicBezTo>
                    <a:pt x="206" y="155"/>
                    <a:pt x="206" y="118"/>
                    <a:pt x="206" y="101"/>
                  </a:cubicBezTo>
                  <a:cubicBezTo>
                    <a:pt x="206" y="68"/>
                    <a:pt x="190" y="52"/>
                    <a:pt x="173" y="35"/>
                  </a:cubicBezTo>
                  <a:cubicBezTo>
                    <a:pt x="149" y="11"/>
                    <a:pt x="122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2" name="Google Shape;16362;p41"/>
            <p:cNvSpPr/>
            <p:nvPr/>
          </p:nvSpPr>
          <p:spPr>
            <a:xfrm>
              <a:off x="4150250" y="30957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8" y="0"/>
                  </a:moveTo>
                  <a:cubicBezTo>
                    <a:pt x="50" y="0"/>
                    <a:pt x="1" y="43"/>
                    <a:pt x="1" y="90"/>
                  </a:cubicBezTo>
                  <a:lnTo>
                    <a:pt x="1" y="139"/>
                  </a:lnTo>
                  <a:lnTo>
                    <a:pt x="17" y="160"/>
                  </a:lnTo>
                  <a:cubicBezTo>
                    <a:pt x="34" y="193"/>
                    <a:pt x="50" y="193"/>
                    <a:pt x="83" y="209"/>
                  </a:cubicBezTo>
                  <a:cubicBezTo>
                    <a:pt x="137" y="209"/>
                    <a:pt x="186" y="176"/>
                    <a:pt x="207" y="123"/>
                  </a:cubicBezTo>
                  <a:cubicBezTo>
                    <a:pt x="207" y="90"/>
                    <a:pt x="207" y="73"/>
                    <a:pt x="186" y="36"/>
                  </a:cubicBezTo>
                  <a:cubicBezTo>
                    <a:pt x="170" y="20"/>
                    <a:pt x="137" y="3"/>
                    <a:pt x="120" y="3"/>
                  </a:cubicBezTo>
                  <a:cubicBezTo>
                    <a:pt x="113" y="1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3" name="Google Shape;16363;p41"/>
            <p:cNvSpPr/>
            <p:nvPr/>
          </p:nvSpPr>
          <p:spPr>
            <a:xfrm>
              <a:off x="4130050" y="30638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7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3" y="23"/>
                    <a:pt x="0" y="93"/>
                    <a:pt x="33" y="143"/>
                  </a:cubicBezTo>
                  <a:cubicBezTo>
                    <a:pt x="33" y="159"/>
                    <a:pt x="50" y="159"/>
                    <a:pt x="50" y="176"/>
                  </a:cubicBezTo>
                  <a:cubicBezTo>
                    <a:pt x="72" y="198"/>
                    <a:pt x="93" y="207"/>
                    <a:pt x="117" y="207"/>
                  </a:cubicBezTo>
                  <a:cubicBezTo>
                    <a:pt x="133" y="207"/>
                    <a:pt x="150" y="203"/>
                    <a:pt x="169" y="196"/>
                  </a:cubicBezTo>
                  <a:cubicBezTo>
                    <a:pt x="207" y="176"/>
                    <a:pt x="223" y="143"/>
                    <a:pt x="223" y="110"/>
                  </a:cubicBezTo>
                  <a:lnTo>
                    <a:pt x="223" y="56"/>
                  </a:ln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4" name="Google Shape;16364;p41"/>
            <p:cNvSpPr/>
            <p:nvPr/>
          </p:nvSpPr>
          <p:spPr>
            <a:xfrm>
              <a:off x="4155400" y="30542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6" y="1"/>
                  </a:moveTo>
                  <a:cubicBezTo>
                    <a:pt x="112" y="1"/>
                    <a:pt x="98" y="5"/>
                    <a:pt x="83" y="14"/>
                  </a:cubicBezTo>
                  <a:cubicBezTo>
                    <a:pt x="34" y="31"/>
                    <a:pt x="1" y="84"/>
                    <a:pt x="17" y="134"/>
                  </a:cubicBezTo>
                  <a:cubicBezTo>
                    <a:pt x="34" y="150"/>
                    <a:pt x="34" y="171"/>
                    <a:pt x="50" y="187"/>
                  </a:cubicBezTo>
                  <a:cubicBezTo>
                    <a:pt x="73" y="199"/>
                    <a:pt x="99" y="211"/>
                    <a:pt x="123" y="211"/>
                  </a:cubicBezTo>
                  <a:cubicBezTo>
                    <a:pt x="134" y="211"/>
                    <a:pt x="144" y="209"/>
                    <a:pt x="153" y="204"/>
                  </a:cubicBezTo>
                  <a:cubicBezTo>
                    <a:pt x="186" y="187"/>
                    <a:pt x="223" y="150"/>
                    <a:pt x="223" y="117"/>
                  </a:cubicBezTo>
                  <a:lnTo>
                    <a:pt x="223" y="68"/>
                  </a:lnTo>
                  <a:cubicBezTo>
                    <a:pt x="196" y="29"/>
                    <a:pt x="16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5" name="Google Shape;16365;p41"/>
            <p:cNvSpPr/>
            <p:nvPr/>
          </p:nvSpPr>
          <p:spPr>
            <a:xfrm>
              <a:off x="4138200" y="30883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15" y="0"/>
                  </a:moveTo>
                  <a:cubicBezTo>
                    <a:pt x="84" y="0"/>
                    <a:pt x="54" y="14"/>
                    <a:pt x="33" y="44"/>
                  </a:cubicBezTo>
                  <a:cubicBezTo>
                    <a:pt x="17" y="60"/>
                    <a:pt x="0" y="77"/>
                    <a:pt x="17" y="110"/>
                  </a:cubicBezTo>
                  <a:lnTo>
                    <a:pt x="17" y="147"/>
                  </a:lnTo>
                  <a:cubicBezTo>
                    <a:pt x="17" y="163"/>
                    <a:pt x="33" y="163"/>
                    <a:pt x="50" y="180"/>
                  </a:cubicBezTo>
                  <a:cubicBezTo>
                    <a:pt x="64" y="191"/>
                    <a:pt x="85" y="203"/>
                    <a:pt x="102" y="203"/>
                  </a:cubicBezTo>
                  <a:cubicBezTo>
                    <a:pt x="109" y="203"/>
                    <a:pt x="115" y="201"/>
                    <a:pt x="120" y="196"/>
                  </a:cubicBezTo>
                  <a:cubicBezTo>
                    <a:pt x="153" y="196"/>
                    <a:pt x="173" y="180"/>
                    <a:pt x="190" y="163"/>
                  </a:cubicBezTo>
                  <a:cubicBezTo>
                    <a:pt x="206" y="147"/>
                    <a:pt x="223" y="110"/>
                    <a:pt x="223" y="93"/>
                  </a:cubicBezTo>
                  <a:cubicBezTo>
                    <a:pt x="223" y="60"/>
                    <a:pt x="206" y="44"/>
                    <a:pt x="190" y="23"/>
                  </a:cubicBezTo>
                  <a:cubicBezTo>
                    <a:pt x="166" y="9"/>
                    <a:pt x="140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6" name="Google Shape;16366;p41"/>
            <p:cNvSpPr/>
            <p:nvPr/>
          </p:nvSpPr>
          <p:spPr>
            <a:xfrm>
              <a:off x="4131700" y="305152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11" y="0"/>
                  </a:moveTo>
                  <a:cubicBezTo>
                    <a:pt x="76" y="0"/>
                    <a:pt x="41" y="14"/>
                    <a:pt x="21" y="35"/>
                  </a:cubicBezTo>
                  <a:cubicBezTo>
                    <a:pt x="0" y="51"/>
                    <a:pt x="0" y="88"/>
                    <a:pt x="0" y="121"/>
                  </a:cubicBezTo>
                  <a:lnTo>
                    <a:pt x="0" y="138"/>
                  </a:lnTo>
                  <a:cubicBezTo>
                    <a:pt x="21" y="154"/>
                    <a:pt x="21" y="175"/>
                    <a:pt x="38" y="191"/>
                  </a:cubicBezTo>
                  <a:cubicBezTo>
                    <a:pt x="54" y="208"/>
                    <a:pt x="87" y="208"/>
                    <a:pt x="124" y="208"/>
                  </a:cubicBezTo>
                  <a:cubicBezTo>
                    <a:pt x="141" y="208"/>
                    <a:pt x="174" y="191"/>
                    <a:pt x="190" y="175"/>
                  </a:cubicBezTo>
                  <a:cubicBezTo>
                    <a:pt x="207" y="154"/>
                    <a:pt x="207" y="121"/>
                    <a:pt x="207" y="88"/>
                  </a:cubicBezTo>
                  <a:cubicBezTo>
                    <a:pt x="207" y="72"/>
                    <a:pt x="190" y="35"/>
                    <a:pt x="174" y="18"/>
                  </a:cubicBezTo>
                  <a:cubicBezTo>
                    <a:pt x="155" y="6"/>
                    <a:pt x="133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7" name="Google Shape;16367;p41"/>
            <p:cNvSpPr/>
            <p:nvPr/>
          </p:nvSpPr>
          <p:spPr>
            <a:xfrm>
              <a:off x="4127875" y="30793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04" y="1"/>
                  </a:moveTo>
                  <a:cubicBezTo>
                    <a:pt x="54" y="1"/>
                    <a:pt x="17" y="33"/>
                    <a:pt x="17" y="91"/>
                  </a:cubicBezTo>
                  <a:cubicBezTo>
                    <a:pt x="1" y="108"/>
                    <a:pt x="17" y="124"/>
                    <a:pt x="17" y="141"/>
                  </a:cubicBezTo>
                  <a:cubicBezTo>
                    <a:pt x="34" y="174"/>
                    <a:pt x="50" y="195"/>
                    <a:pt x="104" y="211"/>
                  </a:cubicBezTo>
                  <a:cubicBezTo>
                    <a:pt x="153" y="211"/>
                    <a:pt x="207" y="174"/>
                    <a:pt x="224" y="124"/>
                  </a:cubicBezTo>
                  <a:cubicBezTo>
                    <a:pt x="224" y="91"/>
                    <a:pt x="224" y="54"/>
                    <a:pt x="207" y="38"/>
                  </a:cubicBezTo>
                  <a:cubicBezTo>
                    <a:pt x="191" y="21"/>
                    <a:pt x="153" y="5"/>
                    <a:pt x="137" y="5"/>
                  </a:cubicBezTo>
                  <a:cubicBezTo>
                    <a:pt x="126" y="2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8" name="Google Shape;16368;p41"/>
            <p:cNvSpPr/>
            <p:nvPr/>
          </p:nvSpPr>
          <p:spPr>
            <a:xfrm>
              <a:off x="4136025" y="30226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8" y="1"/>
                  </a:moveTo>
                  <a:cubicBezTo>
                    <a:pt x="67" y="1"/>
                    <a:pt x="37" y="13"/>
                    <a:pt x="17" y="40"/>
                  </a:cubicBezTo>
                  <a:cubicBezTo>
                    <a:pt x="1" y="57"/>
                    <a:pt x="1" y="94"/>
                    <a:pt x="1" y="110"/>
                  </a:cubicBezTo>
                  <a:lnTo>
                    <a:pt x="1" y="143"/>
                  </a:lnTo>
                  <a:cubicBezTo>
                    <a:pt x="17" y="160"/>
                    <a:pt x="17" y="176"/>
                    <a:pt x="34" y="176"/>
                  </a:cubicBezTo>
                  <a:cubicBezTo>
                    <a:pt x="58" y="201"/>
                    <a:pt x="86" y="211"/>
                    <a:pt x="112" y="211"/>
                  </a:cubicBezTo>
                  <a:cubicBezTo>
                    <a:pt x="143" y="211"/>
                    <a:pt x="172" y="197"/>
                    <a:pt x="190" y="176"/>
                  </a:cubicBezTo>
                  <a:cubicBezTo>
                    <a:pt x="207" y="143"/>
                    <a:pt x="207" y="127"/>
                    <a:pt x="207" y="94"/>
                  </a:cubicBezTo>
                  <a:cubicBezTo>
                    <a:pt x="207" y="73"/>
                    <a:pt x="190" y="40"/>
                    <a:pt x="174" y="24"/>
                  </a:cubicBezTo>
                  <a:cubicBezTo>
                    <a:pt x="150" y="9"/>
                    <a:pt x="123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9" name="Google Shape;16369;p41"/>
            <p:cNvSpPr/>
            <p:nvPr/>
          </p:nvSpPr>
          <p:spPr>
            <a:xfrm>
              <a:off x="4136025" y="31022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71" y="0"/>
                    <a:pt x="17" y="33"/>
                    <a:pt x="1" y="83"/>
                  </a:cubicBezTo>
                  <a:cubicBezTo>
                    <a:pt x="1" y="103"/>
                    <a:pt x="1" y="120"/>
                    <a:pt x="17" y="136"/>
                  </a:cubicBezTo>
                  <a:cubicBezTo>
                    <a:pt x="17" y="153"/>
                    <a:pt x="17" y="153"/>
                    <a:pt x="34" y="169"/>
                  </a:cubicBezTo>
                  <a:cubicBezTo>
                    <a:pt x="54" y="186"/>
                    <a:pt x="71" y="206"/>
                    <a:pt x="104" y="206"/>
                  </a:cubicBezTo>
                  <a:cubicBezTo>
                    <a:pt x="120" y="206"/>
                    <a:pt x="157" y="206"/>
                    <a:pt x="174" y="186"/>
                  </a:cubicBezTo>
                  <a:cubicBezTo>
                    <a:pt x="190" y="169"/>
                    <a:pt x="207" y="153"/>
                    <a:pt x="223" y="120"/>
                  </a:cubicBezTo>
                  <a:cubicBezTo>
                    <a:pt x="223" y="103"/>
                    <a:pt x="207" y="66"/>
                    <a:pt x="190" y="50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0" name="Google Shape;16370;p41"/>
            <p:cNvSpPr/>
            <p:nvPr/>
          </p:nvSpPr>
          <p:spPr>
            <a:xfrm>
              <a:off x="4137775" y="30098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4" y="21"/>
                    <a:pt x="1" y="92"/>
                    <a:pt x="34" y="141"/>
                  </a:cubicBezTo>
                  <a:cubicBezTo>
                    <a:pt x="46" y="180"/>
                    <a:pt x="77" y="208"/>
                    <a:pt x="112" y="208"/>
                  </a:cubicBezTo>
                  <a:cubicBezTo>
                    <a:pt x="126" y="208"/>
                    <a:pt x="140" y="204"/>
                    <a:pt x="153" y="195"/>
                  </a:cubicBezTo>
                  <a:cubicBezTo>
                    <a:pt x="223" y="174"/>
                    <a:pt x="240" y="125"/>
                    <a:pt x="223" y="71"/>
                  </a:cubicBezTo>
                  <a:cubicBezTo>
                    <a:pt x="210" y="30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1" name="Google Shape;16371;p41"/>
            <p:cNvSpPr/>
            <p:nvPr/>
          </p:nvSpPr>
          <p:spPr>
            <a:xfrm>
              <a:off x="4135625" y="30369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70" y="0"/>
                    <a:pt x="33" y="17"/>
                    <a:pt x="17" y="70"/>
                  </a:cubicBezTo>
                  <a:cubicBezTo>
                    <a:pt x="0" y="70"/>
                    <a:pt x="0" y="87"/>
                    <a:pt x="0" y="87"/>
                  </a:cubicBezTo>
                  <a:lnTo>
                    <a:pt x="0" y="140"/>
                  </a:lnTo>
                  <a:cubicBezTo>
                    <a:pt x="17" y="173"/>
                    <a:pt x="33" y="190"/>
                    <a:pt x="70" y="206"/>
                  </a:cubicBezTo>
                  <a:lnTo>
                    <a:pt x="87" y="206"/>
                  </a:lnTo>
                  <a:cubicBezTo>
                    <a:pt x="95" y="209"/>
                    <a:pt x="104" y="210"/>
                    <a:pt x="112" y="210"/>
                  </a:cubicBezTo>
                  <a:cubicBezTo>
                    <a:pt x="166" y="210"/>
                    <a:pt x="206" y="166"/>
                    <a:pt x="206" y="120"/>
                  </a:cubicBezTo>
                  <a:cubicBezTo>
                    <a:pt x="206" y="103"/>
                    <a:pt x="206" y="70"/>
                    <a:pt x="190" y="54"/>
                  </a:cubicBezTo>
                  <a:cubicBezTo>
                    <a:pt x="173" y="1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2" name="Google Shape;16372;p41"/>
            <p:cNvSpPr/>
            <p:nvPr/>
          </p:nvSpPr>
          <p:spPr>
            <a:xfrm>
              <a:off x="4149725" y="3031025"/>
              <a:ext cx="6125" cy="5250"/>
            </a:xfrm>
            <a:custGeom>
              <a:avLst/>
              <a:gdLst/>
              <a:ahLst/>
              <a:cxnLst/>
              <a:rect l="l" t="t" r="r" b="b"/>
              <a:pathLst>
                <a:path w="245" h="210" extrusionOk="0">
                  <a:moveTo>
                    <a:pt x="124" y="0"/>
                  </a:moveTo>
                  <a:cubicBezTo>
                    <a:pt x="108" y="0"/>
                    <a:pt x="90" y="4"/>
                    <a:pt x="71" y="14"/>
                  </a:cubicBezTo>
                  <a:cubicBezTo>
                    <a:pt x="22" y="30"/>
                    <a:pt x="1" y="84"/>
                    <a:pt x="22" y="133"/>
                  </a:cubicBezTo>
                  <a:cubicBezTo>
                    <a:pt x="34" y="187"/>
                    <a:pt x="76" y="209"/>
                    <a:pt x="119" y="209"/>
                  </a:cubicBezTo>
                  <a:cubicBezTo>
                    <a:pt x="132" y="209"/>
                    <a:pt x="145" y="207"/>
                    <a:pt x="158" y="203"/>
                  </a:cubicBezTo>
                  <a:cubicBezTo>
                    <a:pt x="207" y="187"/>
                    <a:pt x="244" y="117"/>
                    <a:pt x="207" y="67"/>
                  </a:cubicBezTo>
                  <a:cubicBezTo>
                    <a:pt x="195" y="28"/>
                    <a:pt x="166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3" name="Google Shape;16373;p41"/>
            <p:cNvSpPr/>
            <p:nvPr/>
          </p:nvSpPr>
          <p:spPr>
            <a:xfrm>
              <a:off x="4182000" y="30592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0" y="1"/>
                  </a:moveTo>
                  <a:cubicBezTo>
                    <a:pt x="57" y="1"/>
                    <a:pt x="15" y="44"/>
                    <a:pt x="0" y="90"/>
                  </a:cubicBezTo>
                  <a:cubicBezTo>
                    <a:pt x="0" y="107"/>
                    <a:pt x="0" y="123"/>
                    <a:pt x="17" y="140"/>
                  </a:cubicBezTo>
                  <a:cubicBezTo>
                    <a:pt x="17" y="140"/>
                    <a:pt x="17" y="156"/>
                    <a:pt x="33" y="156"/>
                  </a:cubicBezTo>
                  <a:cubicBezTo>
                    <a:pt x="50" y="193"/>
                    <a:pt x="70" y="210"/>
                    <a:pt x="103" y="210"/>
                  </a:cubicBezTo>
                  <a:cubicBezTo>
                    <a:pt x="153" y="210"/>
                    <a:pt x="207" y="177"/>
                    <a:pt x="223" y="123"/>
                  </a:cubicBezTo>
                  <a:cubicBezTo>
                    <a:pt x="223" y="90"/>
                    <a:pt x="207" y="74"/>
                    <a:pt x="190" y="37"/>
                  </a:cubicBezTo>
                  <a:cubicBezTo>
                    <a:pt x="190" y="20"/>
                    <a:pt x="153" y="4"/>
                    <a:pt x="120" y="4"/>
                  </a:cubicBezTo>
                  <a:cubicBezTo>
                    <a:pt x="113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4" name="Google Shape;16374;p41"/>
            <p:cNvSpPr/>
            <p:nvPr/>
          </p:nvSpPr>
          <p:spPr>
            <a:xfrm>
              <a:off x="4176425" y="30993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33" y="1"/>
                  </a:moveTo>
                  <a:cubicBezTo>
                    <a:pt x="117" y="1"/>
                    <a:pt x="101" y="5"/>
                    <a:pt x="87" y="16"/>
                  </a:cubicBezTo>
                  <a:cubicBezTo>
                    <a:pt x="34" y="32"/>
                    <a:pt x="1" y="82"/>
                    <a:pt x="34" y="136"/>
                  </a:cubicBezTo>
                  <a:cubicBezTo>
                    <a:pt x="47" y="175"/>
                    <a:pt x="84" y="207"/>
                    <a:pt x="133" y="207"/>
                  </a:cubicBezTo>
                  <a:cubicBezTo>
                    <a:pt x="145" y="207"/>
                    <a:pt x="157" y="206"/>
                    <a:pt x="170" y="202"/>
                  </a:cubicBezTo>
                  <a:cubicBezTo>
                    <a:pt x="223" y="185"/>
                    <a:pt x="240" y="119"/>
                    <a:pt x="223" y="65"/>
                  </a:cubicBezTo>
                  <a:cubicBezTo>
                    <a:pt x="212" y="30"/>
                    <a:pt x="172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5" name="Google Shape;16375;p41"/>
            <p:cNvSpPr/>
            <p:nvPr/>
          </p:nvSpPr>
          <p:spPr>
            <a:xfrm>
              <a:off x="4177250" y="307115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9" y="0"/>
                  </a:moveTo>
                  <a:cubicBezTo>
                    <a:pt x="114" y="0"/>
                    <a:pt x="100" y="3"/>
                    <a:pt x="87" y="8"/>
                  </a:cubicBezTo>
                  <a:cubicBezTo>
                    <a:pt x="34" y="25"/>
                    <a:pt x="1" y="91"/>
                    <a:pt x="34" y="144"/>
                  </a:cubicBezTo>
                  <a:cubicBezTo>
                    <a:pt x="49" y="181"/>
                    <a:pt x="80" y="202"/>
                    <a:pt x="124" y="202"/>
                  </a:cubicBezTo>
                  <a:cubicBezTo>
                    <a:pt x="139" y="202"/>
                    <a:pt x="156" y="199"/>
                    <a:pt x="174" y="194"/>
                  </a:cubicBezTo>
                  <a:cubicBezTo>
                    <a:pt x="223" y="177"/>
                    <a:pt x="240" y="111"/>
                    <a:pt x="223" y="58"/>
                  </a:cubicBezTo>
                  <a:cubicBezTo>
                    <a:pt x="211" y="21"/>
                    <a:pt x="170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6" name="Google Shape;16376;p41"/>
            <p:cNvSpPr/>
            <p:nvPr/>
          </p:nvSpPr>
          <p:spPr>
            <a:xfrm>
              <a:off x="4103350" y="2995575"/>
              <a:ext cx="5700" cy="5150"/>
            </a:xfrm>
            <a:custGeom>
              <a:avLst/>
              <a:gdLst/>
              <a:ahLst/>
              <a:cxnLst/>
              <a:rect l="l" t="t" r="r" b="b"/>
              <a:pathLst>
                <a:path w="228" h="206" extrusionOk="0">
                  <a:moveTo>
                    <a:pt x="106" y="1"/>
                  </a:moveTo>
                  <a:cubicBezTo>
                    <a:pt x="95" y="1"/>
                    <a:pt x="83" y="2"/>
                    <a:pt x="71" y="5"/>
                  </a:cubicBezTo>
                  <a:cubicBezTo>
                    <a:pt x="21" y="21"/>
                    <a:pt x="1" y="92"/>
                    <a:pt x="21" y="145"/>
                  </a:cubicBezTo>
                  <a:cubicBezTo>
                    <a:pt x="21" y="162"/>
                    <a:pt x="38" y="178"/>
                    <a:pt x="54" y="178"/>
                  </a:cubicBezTo>
                  <a:cubicBezTo>
                    <a:pt x="64" y="197"/>
                    <a:pt x="86" y="205"/>
                    <a:pt x="110" y="205"/>
                  </a:cubicBezTo>
                  <a:cubicBezTo>
                    <a:pt x="126" y="205"/>
                    <a:pt x="144" y="201"/>
                    <a:pt x="157" y="195"/>
                  </a:cubicBezTo>
                  <a:cubicBezTo>
                    <a:pt x="190" y="195"/>
                    <a:pt x="227" y="145"/>
                    <a:pt x="227" y="108"/>
                  </a:cubicBezTo>
                  <a:cubicBezTo>
                    <a:pt x="227" y="92"/>
                    <a:pt x="227" y="75"/>
                    <a:pt x="207" y="75"/>
                  </a:cubicBezTo>
                  <a:cubicBezTo>
                    <a:pt x="193" y="31"/>
                    <a:pt x="157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7" name="Google Shape;16377;p41"/>
            <p:cNvSpPr/>
            <p:nvPr/>
          </p:nvSpPr>
          <p:spPr>
            <a:xfrm>
              <a:off x="4173450" y="30217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4" y="0"/>
                  </a:moveTo>
                  <a:cubicBezTo>
                    <a:pt x="51" y="0"/>
                    <a:pt x="14" y="35"/>
                    <a:pt x="0" y="91"/>
                  </a:cubicBezTo>
                  <a:cubicBezTo>
                    <a:pt x="0" y="107"/>
                    <a:pt x="0" y="128"/>
                    <a:pt x="17" y="144"/>
                  </a:cubicBezTo>
                  <a:cubicBezTo>
                    <a:pt x="17" y="144"/>
                    <a:pt x="17" y="161"/>
                    <a:pt x="33" y="161"/>
                  </a:cubicBezTo>
                  <a:cubicBezTo>
                    <a:pt x="33" y="194"/>
                    <a:pt x="66" y="194"/>
                    <a:pt x="103" y="210"/>
                  </a:cubicBezTo>
                  <a:cubicBezTo>
                    <a:pt x="153" y="210"/>
                    <a:pt x="206" y="177"/>
                    <a:pt x="206" y="128"/>
                  </a:cubicBezTo>
                  <a:cubicBezTo>
                    <a:pt x="223" y="91"/>
                    <a:pt x="206" y="58"/>
                    <a:pt x="186" y="41"/>
                  </a:cubicBezTo>
                  <a:cubicBezTo>
                    <a:pt x="169" y="25"/>
                    <a:pt x="153" y="4"/>
                    <a:pt x="120" y="4"/>
                  </a:cubicBezTo>
                  <a:cubicBezTo>
                    <a:pt x="111" y="2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8" name="Google Shape;16378;p41"/>
            <p:cNvSpPr/>
            <p:nvPr/>
          </p:nvSpPr>
          <p:spPr>
            <a:xfrm>
              <a:off x="4183225" y="3045450"/>
              <a:ext cx="5200" cy="5300"/>
            </a:xfrm>
            <a:custGeom>
              <a:avLst/>
              <a:gdLst/>
              <a:ahLst/>
              <a:cxnLst/>
              <a:rect l="l" t="t" r="r" b="b"/>
              <a:pathLst>
                <a:path w="208" h="212" extrusionOk="0">
                  <a:moveTo>
                    <a:pt x="94" y="1"/>
                  </a:moveTo>
                  <a:cubicBezTo>
                    <a:pt x="40" y="1"/>
                    <a:pt x="1" y="46"/>
                    <a:pt x="1" y="88"/>
                  </a:cubicBezTo>
                  <a:lnTo>
                    <a:pt x="1" y="125"/>
                  </a:lnTo>
                  <a:lnTo>
                    <a:pt x="1" y="142"/>
                  </a:lnTo>
                  <a:cubicBezTo>
                    <a:pt x="1" y="142"/>
                    <a:pt x="1" y="158"/>
                    <a:pt x="21" y="158"/>
                  </a:cubicBezTo>
                  <a:cubicBezTo>
                    <a:pt x="38" y="191"/>
                    <a:pt x="54" y="212"/>
                    <a:pt x="87" y="212"/>
                  </a:cubicBezTo>
                  <a:cubicBezTo>
                    <a:pt x="104" y="212"/>
                    <a:pt x="141" y="212"/>
                    <a:pt x="158" y="191"/>
                  </a:cubicBezTo>
                  <a:cubicBezTo>
                    <a:pt x="191" y="175"/>
                    <a:pt x="191" y="142"/>
                    <a:pt x="207" y="125"/>
                  </a:cubicBezTo>
                  <a:cubicBezTo>
                    <a:pt x="207" y="88"/>
                    <a:pt x="207" y="71"/>
                    <a:pt x="191" y="55"/>
                  </a:cubicBezTo>
                  <a:cubicBezTo>
                    <a:pt x="174" y="22"/>
                    <a:pt x="158" y="5"/>
                    <a:pt x="125" y="5"/>
                  </a:cubicBezTo>
                  <a:cubicBezTo>
                    <a:pt x="114" y="2"/>
                    <a:pt x="104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9" name="Google Shape;16379;p41"/>
            <p:cNvSpPr/>
            <p:nvPr/>
          </p:nvSpPr>
          <p:spPr>
            <a:xfrm>
              <a:off x="4193550" y="2975475"/>
              <a:ext cx="5675" cy="5200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140" y="1"/>
                  </a:moveTo>
                  <a:cubicBezTo>
                    <a:pt x="103" y="1"/>
                    <a:pt x="70" y="1"/>
                    <a:pt x="54" y="22"/>
                  </a:cubicBezTo>
                  <a:cubicBezTo>
                    <a:pt x="37" y="38"/>
                    <a:pt x="21" y="55"/>
                    <a:pt x="21" y="87"/>
                  </a:cubicBezTo>
                  <a:cubicBezTo>
                    <a:pt x="0" y="104"/>
                    <a:pt x="21" y="125"/>
                    <a:pt x="21" y="141"/>
                  </a:cubicBezTo>
                  <a:cubicBezTo>
                    <a:pt x="21" y="158"/>
                    <a:pt x="21" y="158"/>
                    <a:pt x="37" y="158"/>
                  </a:cubicBezTo>
                  <a:cubicBezTo>
                    <a:pt x="54" y="191"/>
                    <a:pt x="70" y="207"/>
                    <a:pt x="103" y="207"/>
                  </a:cubicBezTo>
                  <a:cubicBezTo>
                    <a:pt x="157" y="207"/>
                    <a:pt x="206" y="174"/>
                    <a:pt x="227" y="125"/>
                  </a:cubicBezTo>
                  <a:cubicBezTo>
                    <a:pt x="227" y="87"/>
                    <a:pt x="227" y="71"/>
                    <a:pt x="206" y="38"/>
                  </a:cubicBezTo>
                  <a:cubicBezTo>
                    <a:pt x="190" y="22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0" name="Google Shape;16380;p41"/>
            <p:cNvSpPr/>
            <p:nvPr/>
          </p:nvSpPr>
          <p:spPr>
            <a:xfrm>
              <a:off x="4189325" y="3003425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20"/>
                    <a:pt x="17" y="140"/>
                  </a:cubicBezTo>
                  <a:lnTo>
                    <a:pt x="17" y="173"/>
                  </a:lnTo>
                  <a:cubicBezTo>
                    <a:pt x="33" y="190"/>
                    <a:pt x="66" y="206"/>
                    <a:pt x="87" y="206"/>
                  </a:cubicBezTo>
                  <a:cubicBezTo>
                    <a:pt x="120" y="206"/>
                    <a:pt x="153" y="206"/>
                    <a:pt x="169" y="190"/>
                  </a:cubicBezTo>
                  <a:cubicBezTo>
                    <a:pt x="190" y="173"/>
                    <a:pt x="206" y="157"/>
                    <a:pt x="206" y="120"/>
                  </a:cubicBezTo>
                  <a:cubicBezTo>
                    <a:pt x="223" y="103"/>
                    <a:pt x="206" y="70"/>
                    <a:pt x="190" y="54"/>
                  </a:cubicBezTo>
                  <a:cubicBezTo>
                    <a:pt x="169" y="1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1" name="Google Shape;16381;p41"/>
            <p:cNvSpPr/>
            <p:nvPr/>
          </p:nvSpPr>
          <p:spPr>
            <a:xfrm>
              <a:off x="4191475" y="2989550"/>
              <a:ext cx="5600" cy="4925"/>
            </a:xfrm>
            <a:custGeom>
              <a:avLst/>
              <a:gdLst/>
              <a:ahLst/>
              <a:cxnLst/>
              <a:rect l="l" t="t" r="r" b="b"/>
              <a:pathLst>
                <a:path w="224" h="197" extrusionOk="0">
                  <a:moveTo>
                    <a:pt x="110" y="0"/>
                  </a:moveTo>
                  <a:cubicBezTo>
                    <a:pt x="81" y="0"/>
                    <a:pt x="52" y="13"/>
                    <a:pt x="34" y="40"/>
                  </a:cubicBezTo>
                  <a:cubicBezTo>
                    <a:pt x="17" y="56"/>
                    <a:pt x="1" y="77"/>
                    <a:pt x="1" y="110"/>
                  </a:cubicBezTo>
                  <a:cubicBezTo>
                    <a:pt x="17" y="126"/>
                    <a:pt x="17" y="126"/>
                    <a:pt x="17" y="143"/>
                  </a:cubicBezTo>
                  <a:cubicBezTo>
                    <a:pt x="17" y="143"/>
                    <a:pt x="34" y="159"/>
                    <a:pt x="50" y="180"/>
                  </a:cubicBezTo>
                  <a:cubicBezTo>
                    <a:pt x="67" y="197"/>
                    <a:pt x="104" y="197"/>
                    <a:pt x="120" y="197"/>
                  </a:cubicBezTo>
                  <a:cubicBezTo>
                    <a:pt x="153" y="197"/>
                    <a:pt x="170" y="180"/>
                    <a:pt x="186" y="159"/>
                  </a:cubicBezTo>
                  <a:cubicBezTo>
                    <a:pt x="207" y="143"/>
                    <a:pt x="223" y="110"/>
                    <a:pt x="223" y="93"/>
                  </a:cubicBezTo>
                  <a:cubicBezTo>
                    <a:pt x="207" y="56"/>
                    <a:pt x="207" y="40"/>
                    <a:pt x="170" y="23"/>
                  </a:cubicBezTo>
                  <a:cubicBezTo>
                    <a:pt x="155" y="9"/>
                    <a:pt x="133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2" name="Google Shape;16382;p41"/>
            <p:cNvSpPr/>
            <p:nvPr/>
          </p:nvSpPr>
          <p:spPr>
            <a:xfrm>
              <a:off x="4160550" y="302347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08" y="0"/>
                  </a:moveTo>
                  <a:cubicBezTo>
                    <a:pt x="94" y="0"/>
                    <a:pt x="80" y="2"/>
                    <a:pt x="67" y="6"/>
                  </a:cubicBezTo>
                  <a:cubicBezTo>
                    <a:pt x="17" y="23"/>
                    <a:pt x="1" y="76"/>
                    <a:pt x="17" y="142"/>
                  </a:cubicBezTo>
                  <a:cubicBezTo>
                    <a:pt x="30" y="183"/>
                    <a:pt x="61" y="202"/>
                    <a:pt x="106" y="202"/>
                  </a:cubicBezTo>
                  <a:cubicBezTo>
                    <a:pt x="120" y="202"/>
                    <a:pt x="136" y="200"/>
                    <a:pt x="153" y="196"/>
                  </a:cubicBezTo>
                  <a:cubicBezTo>
                    <a:pt x="207" y="179"/>
                    <a:pt x="223" y="109"/>
                    <a:pt x="207" y="60"/>
                  </a:cubicBezTo>
                  <a:cubicBezTo>
                    <a:pt x="191" y="20"/>
                    <a:pt x="150" y="0"/>
                    <a:pt x="1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3" name="Google Shape;16383;p41"/>
            <p:cNvSpPr/>
            <p:nvPr/>
          </p:nvSpPr>
          <p:spPr>
            <a:xfrm>
              <a:off x="4162625" y="3090875"/>
              <a:ext cx="5700" cy="5075"/>
            </a:xfrm>
            <a:custGeom>
              <a:avLst/>
              <a:gdLst/>
              <a:ahLst/>
              <a:cxnLst/>
              <a:rect l="l" t="t" r="r" b="b"/>
              <a:pathLst>
                <a:path w="228" h="203" extrusionOk="0">
                  <a:moveTo>
                    <a:pt x="115" y="1"/>
                  </a:moveTo>
                  <a:cubicBezTo>
                    <a:pt x="86" y="1"/>
                    <a:pt x="56" y="14"/>
                    <a:pt x="37" y="44"/>
                  </a:cubicBezTo>
                  <a:cubicBezTo>
                    <a:pt x="21" y="60"/>
                    <a:pt x="0" y="93"/>
                    <a:pt x="0" y="110"/>
                  </a:cubicBezTo>
                  <a:cubicBezTo>
                    <a:pt x="21" y="126"/>
                    <a:pt x="21" y="126"/>
                    <a:pt x="21" y="147"/>
                  </a:cubicBezTo>
                  <a:cubicBezTo>
                    <a:pt x="21" y="163"/>
                    <a:pt x="37" y="180"/>
                    <a:pt x="54" y="180"/>
                  </a:cubicBezTo>
                  <a:cubicBezTo>
                    <a:pt x="69" y="195"/>
                    <a:pt x="91" y="203"/>
                    <a:pt x="114" y="203"/>
                  </a:cubicBezTo>
                  <a:cubicBezTo>
                    <a:pt x="142" y="203"/>
                    <a:pt x="172" y="191"/>
                    <a:pt x="190" y="163"/>
                  </a:cubicBezTo>
                  <a:cubicBezTo>
                    <a:pt x="206" y="147"/>
                    <a:pt x="227" y="126"/>
                    <a:pt x="227" y="93"/>
                  </a:cubicBezTo>
                  <a:cubicBezTo>
                    <a:pt x="206" y="60"/>
                    <a:pt x="206" y="44"/>
                    <a:pt x="173" y="23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4" name="Google Shape;16384;p41"/>
            <p:cNvSpPr/>
            <p:nvPr/>
          </p:nvSpPr>
          <p:spPr>
            <a:xfrm>
              <a:off x="4162625" y="31052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1"/>
                  </a:moveTo>
                  <a:cubicBezTo>
                    <a:pt x="70" y="1"/>
                    <a:pt x="21" y="17"/>
                    <a:pt x="0" y="67"/>
                  </a:cubicBezTo>
                  <a:lnTo>
                    <a:pt x="0" y="87"/>
                  </a:lnTo>
                  <a:lnTo>
                    <a:pt x="0" y="137"/>
                  </a:lnTo>
                  <a:cubicBezTo>
                    <a:pt x="21" y="170"/>
                    <a:pt x="37" y="190"/>
                    <a:pt x="54" y="207"/>
                  </a:cubicBezTo>
                  <a:lnTo>
                    <a:pt x="87" y="207"/>
                  </a:lnTo>
                  <a:cubicBezTo>
                    <a:pt x="94" y="209"/>
                    <a:pt x="100" y="210"/>
                    <a:pt x="107" y="210"/>
                  </a:cubicBezTo>
                  <a:cubicBezTo>
                    <a:pt x="152" y="210"/>
                    <a:pt x="192" y="163"/>
                    <a:pt x="206" y="120"/>
                  </a:cubicBezTo>
                  <a:cubicBezTo>
                    <a:pt x="206" y="87"/>
                    <a:pt x="206" y="67"/>
                    <a:pt x="190" y="50"/>
                  </a:cubicBezTo>
                  <a:cubicBezTo>
                    <a:pt x="173" y="17"/>
                    <a:pt x="140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5" name="Google Shape;16385;p41"/>
            <p:cNvSpPr/>
            <p:nvPr/>
          </p:nvSpPr>
          <p:spPr>
            <a:xfrm>
              <a:off x="4162625" y="3009900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40" y="1"/>
                  </a:moveTo>
                  <a:cubicBezTo>
                    <a:pt x="70" y="1"/>
                    <a:pt x="21" y="34"/>
                    <a:pt x="21" y="88"/>
                  </a:cubicBezTo>
                  <a:cubicBezTo>
                    <a:pt x="0" y="104"/>
                    <a:pt x="21" y="121"/>
                    <a:pt x="21" y="137"/>
                  </a:cubicBezTo>
                  <a:cubicBezTo>
                    <a:pt x="21" y="154"/>
                    <a:pt x="21" y="154"/>
                    <a:pt x="37" y="170"/>
                  </a:cubicBezTo>
                  <a:cubicBezTo>
                    <a:pt x="54" y="191"/>
                    <a:pt x="70" y="207"/>
                    <a:pt x="103" y="207"/>
                  </a:cubicBezTo>
                  <a:cubicBezTo>
                    <a:pt x="157" y="207"/>
                    <a:pt x="206" y="170"/>
                    <a:pt x="227" y="121"/>
                  </a:cubicBezTo>
                  <a:cubicBezTo>
                    <a:pt x="227" y="88"/>
                    <a:pt x="227" y="67"/>
                    <a:pt x="206" y="34"/>
                  </a:cubicBezTo>
                  <a:cubicBezTo>
                    <a:pt x="190" y="17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6" name="Google Shape;16386;p41"/>
            <p:cNvSpPr/>
            <p:nvPr/>
          </p:nvSpPr>
          <p:spPr>
            <a:xfrm>
              <a:off x="4159225" y="30420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0"/>
                  </a:moveTo>
                  <a:cubicBezTo>
                    <a:pt x="70" y="0"/>
                    <a:pt x="17" y="37"/>
                    <a:pt x="17" y="87"/>
                  </a:cubicBezTo>
                  <a:cubicBezTo>
                    <a:pt x="0" y="103"/>
                    <a:pt x="17" y="140"/>
                    <a:pt x="17" y="157"/>
                  </a:cubicBezTo>
                  <a:lnTo>
                    <a:pt x="33" y="173"/>
                  </a:lnTo>
                  <a:cubicBezTo>
                    <a:pt x="54" y="190"/>
                    <a:pt x="70" y="206"/>
                    <a:pt x="103" y="206"/>
                  </a:cubicBezTo>
                  <a:cubicBezTo>
                    <a:pt x="112" y="209"/>
                    <a:pt x="121" y="211"/>
                    <a:pt x="130" y="211"/>
                  </a:cubicBezTo>
                  <a:cubicBezTo>
                    <a:pt x="173" y="211"/>
                    <a:pt x="209" y="178"/>
                    <a:pt x="223" y="120"/>
                  </a:cubicBezTo>
                  <a:cubicBezTo>
                    <a:pt x="223" y="103"/>
                    <a:pt x="223" y="70"/>
                    <a:pt x="206" y="54"/>
                  </a:cubicBezTo>
                  <a:cubicBezTo>
                    <a:pt x="190" y="37"/>
                    <a:pt x="157" y="17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7" name="Google Shape;16387;p41"/>
            <p:cNvSpPr/>
            <p:nvPr/>
          </p:nvSpPr>
          <p:spPr>
            <a:xfrm>
              <a:off x="4165700" y="3063875"/>
              <a:ext cx="6025" cy="5075"/>
            </a:xfrm>
            <a:custGeom>
              <a:avLst/>
              <a:gdLst/>
              <a:ahLst/>
              <a:cxnLst/>
              <a:rect l="l" t="t" r="r" b="b"/>
              <a:pathLst>
                <a:path w="241" h="203" extrusionOk="0">
                  <a:moveTo>
                    <a:pt x="116" y="0"/>
                  </a:moveTo>
                  <a:cubicBezTo>
                    <a:pt x="101" y="0"/>
                    <a:pt x="84" y="2"/>
                    <a:pt x="67" y="6"/>
                  </a:cubicBezTo>
                  <a:cubicBezTo>
                    <a:pt x="17" y="23"/>
                    <a:pt x="1" y="93"/>
                    <a:pt x="17" y="143"/>
                  </a:cubicBezTo>
                  <a:cubicBezTo>
                    <a:pt x="30" y="183"/>
                    <a:pt x="73" y="202"/>
                    <a:pt x="114" y="202"/>
                  </a:cubicBezTo>
                  <a:cubicBezTo>
                    <a:pt x="128" y="202"/>
                    <a:pt x="141" y="200"/>
                    <a:pt x="154" y="196"/>
                  </a:cubicBezTo>
                  <a:cubicBezTo>
                    <a:pt x="207" y="176"/>
                    <a:pt x="240" y="110"/>
                    <a:pt x="207" y="56"/>
                  </a:cubicBezTo>
                  <a:cubicBezTo>
                    <a:pt x="192" y="19"/>
                    <a:pt x="160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8" name="Google Shape;16388;p41"/>
            <p:cNvSpPr/>
            <p:nvPr/>
          </p:nvSpPr>
          <p:spPr>
            <a:xfrm>
              <a:off x="4169950" y="3052075"/>
              <a:ext cx="5575" cy="5225"/>
            </a:xfrm>
            <a:custGeom>
              <a:avLst/>
              <a:gdLst/>
              <a:ahLst/>
              <a:cxnLst/>
              <a:rect l="l" t="t" r="r" b="b"/>
              <a:pathLst>
                <a:path w="223" h="209" extrusionOk="0">
                  <a:moveTo>
                    <a:pt x="97" y="0"/>
                  </a:moveTo>
                  <a:cubicBezTo>
                    <a:pt x="87" y="0"/>
                    <a:pt x="78" y="4"/>
                    <a:pt x="70" y="13"/>
                  </a:cubicBezTo>
                  <a:cubicBezTo>
                    <a:pt x="37" y="13"/>
                    <a:pt x="16" y="29"/>
                    <a:pt x="16" y="66"/>
                  </a:cubicBezTo>
                  <a:cubicBezTo>
                    <a:pt x="0" y="83"/>
                    <a:pt x="0" y="116"/>
                    <a:pt x="0" y="153"/>
                  </a:cubicBezTo>
                  <a:cubicBezTo>
                    <a:pt x="12" y="190"/>
                    <a:pt x="55" y="208"/>
                    <a:pt x="98" y="208"/>
                  </a:cubicBezTo>
                  <a:cubicBezTo>
                    <a:pt x="112" y="208"/>
                    <a:pt x="127" y="206"/>
                    <a:pt x="140" y="202"/>
                  </a:cubicBezTo>
                  <a:cubicBezTo>
                    <a:pt x="190" y="186"/>
                    <a:pt x="223" y="116"/>
                    <a:pt x="206" y="66"/>
                  </a:cubicBezTo>
                  <a:cubicBezTo>
                    <a:pt x="190" y="50"/>
                    <a:pt x="157" y="13"/>
                    <a:pt x="140" y="13"/>
                  </a:cubicBezTo>
                  <a:cubicBezTo>
                    <a:pt x="122" y="4"/>
                    <a:pt x="108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9" name="Google Shape;16389;p41"/>
            <p:cNvSpPr/>
            <p:nvPr/>
          </p:nvSpPr>
          <p:spPr>
            <a:xfrm>
              <a:off x="4164775" y="3078000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126" y="0"/>
                  </a:moveTo>
                  <a:cubicBezTo>
                    <a:pt x="114" y="0"/>
                    <a:pt x="101" y="2"/>
                    <a:pt x="87" y="6"/>
                  </a:cubicBezTo>
                  <a:cubicBezTo>
                    <a:pt x="38" y="23"/>
                    <a:pt x="1" y="93"/>
                    <a:pt x="17" y="146"/>
                  </a:cubicBezTo>
                  <a:cubicBezTo>
                    <a:pt x="33" y="184"/>
                    <a:pt x="74" y="202"/>
                    <a:pt x="116" y="202"/>
                  </a:cubicBezTo>
                  <a:cubicBezTo>
                    <a:pt x="130" y="202"/>
                    <a:pt x="144" y="200"/>
                    <a:pt x="158" y="196"/>
                  </a:cubicBezTo>
                  <a:cubicBezTo>
                    <a:pt x="207" y="179"/>
                    <a:pt x="244" y="126"/>
                    <a:pt x="223" y="60"/>
                  </a:cubicBezTo>
                  <a:cubicBezTo>
                    <a:pt x="199" y="20"/>
                    <a:pt x="164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0" name="Google Shape;16390;p41"/>
            <p:cNvSpPr/>
            <p:nvPr/>
          </p:nvSpPr>
          <p:spPr>
            <a:xfrm>
              <a:off x="4170350" y="3035650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24" y="0"/>
                  </a:moveTo>
                  <a:cubicBezTo>
                    <a:pt x="93" y="0"/>
                    <a:pt x="58" y="14"/>
                    <a:pt x="38" y="35"/>
                  </a:cubicBezTo>
                  <a:cubicBezTo>
                    <a:pt x="21" y="51"/>
                    <a:pt x="0" y="88"/>
                    <a:pt x="21" y="105"/>
                  </a:cubicBezTo>
                  <a:lnTo>
                    <a:pt x="21" y="138"/>
                  </a:lnTo>
                  <a:cubicBezTo>
                    <a:pt x="21" y="154"/>
                    <a:pt x="38" y="171"/>
                    <a:pt x="54" y="191"/>
                  </a:cubicBezTo>
                  <a:cubicBezTo>
                    <a:pt x="66" y="204"/>
                    <a:pt x="84" y="209"/>
                    <a:pt x="103" y="209"/>
                  </a:cubicBezTo>
                  <a:cubicBezTo>
                    <a:pt x="134" y="209"/>
                    <a:pt x="170" y="194"/>
                    <a:pt x="190" y="171"/>
                  </a:cubicBezTo>
                  <a:cubicBezTo>
                    <a:pt x="227" y="121"/>
                    <a:pt x="227" y="51"/>
                    <a:pt x="174" y="18"/>
                  </a:cubicBezTo>
                  <a:cubicBezTo>
                    <a:pt x="161" y="6"/>
                    <a:pt x="143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1" name="Google Shape;16391;p41"/>
            <p:cNvSpPr/>
            <p:nvPr/>
          </p:nvSpPr>
          <p:spPr>
            <a:xfrm>
              <a:off x="4184975" y="2952725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10" y="1"/>
                  </a:moveTo>
                  <a:cubicBezTo>
                    <a:pt x="75" y="1"/>
                    <a:pt x="41" y="16"/>
                    <a:pt x="17" y="37"/>
                  </a:cubicBezTo>
                  <a:cubicBezTo>
                    <a:pt x="1" y="53"/>
                    <a:pt x="1" y="86"/>
                    <a:pt x="1" y="123"/>
                  </a:cubicBezTo>
                  <a:lnTo>
                    <a:pt x="1" y="140"/>
                  </a:lnTo>
                  <a:cubicBezTo>
                    <a:pt x="1" y="156"/>
                    <a:pt x="17" y="173"/>
                    <a:pt x="34" y="189"/>
                  </a:cubicBezTo>
                  <a:cubicBezTo>
                    <a:pt x="55" y="210"/>
                    <a:pt x="88" y="210"/>
                    <a:pt x="104" y="210"/>
                  </a:cubicBezTo>
                  <a:cubicBezTo>
                    <a:pt x="137" y="210"/>
                    <a:pt x="174" y="189"/>
                    <a:pt x="191" y="173"/>
                  </a:cubicBezTo>
                  <a:cubicBezTo>
                    <a:pt x="207" y="156"/>
                    <a:pt x="207" y="123"/>
                    <a:pt x="207" y="86"/>
                  </a:cubicBezTo>
                  <a:cubicBezTo>
                    <a:pt x="207" y="70"/>
                    <a:pt x="191" y="37"/>
                    <a:pt x="174" y="20"/>
                  </a:cubicBezTo>
                  <a:cubicBezTo>
                    <a:pt x="154" y="6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2" name="Google Shape;16392;p41"/>
            <p:cNvSpPr/>
            <p:nvPr/>
          </p:nvSpPr>
          <p:spPr>
            <a:xfrm>
              <a:off x="4086650" y="30275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37" y="1"/>
                  </a:moveTo>
                  <a:cubicBezTo>
                    <a:pt x="71" y="1"/>
                    <a:pt x="17" y="34"/>
                    <a:pt x="17" y="83"/>
                  </a:cubicBezTo>
                  <a:cubicBezTo>
                    <a:pt x="1" y="104"/>
                    <a:pt x="17" y="121"/>
                    <a:pt x="17" y="137"/>
                  </a:cubicBezTo>
                  <a:cubicBezTo>
                    <a:pt x="17" y="154"/>
                    <a:pt x="17" y="154"/>
                    <a:pt x="34" y="170"/>
                  </a:cubicBezTo>
                  <a:cubicBezTo>
                    <a:pt x="50" y="187"/>
                    <a:pt x="71" y="207"/>
                    <a:pt x="104" y="207"/>
                  </a:cubicBezTo>
                  <a:cubicBezTo>
                    <a:pt x="120" y="207"/>
                    <a:pt x="153" y="207"/>
                    <a:pt x="174" y="187"/>
                  </a:cubicBezTo>
                  <a:cubicBezTo>
                    <a:pt x="207" y="170"/>
                    <a:pt x="207" y="154"/>
                    <a:pt x="223" y="121"/>
                  </a:cubicBezTo>
                  <a:cubicBezTo>
                    <a:pt x="223" y="67"/>
                    <a:pt x="190" y="17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3" name="Google Shape;16393;p41"/>
            <p:cNvSpPr/>
            <p:nvPr/>
          </p:nvSpPr>
          <p:spPr>
            <a:xfrm>
              <a:off x="4082325" y="2981975"/>
              <a:ext cx="5600" cy="4925"/>
            </a:xfrm>
            <a:custGeom>
              <a:avLst/>
              <a:gdLst/>
              <a:ahLst/>
              <a:cxnLst/>
              <a:rect l="l" t="t" r="r" b="b"/>
              <a:pathLst>
                <a:path w="224" h="197" extrusionOk="0">
                  <a:moveTo>
                    <a:pt x="104" y="1"/>
                  </a:moveTo>
                  <a:cubicBezTo>
                    <a:pt x="71" y="1"/>
                    <a:pt x="54" y="17"/>
                    <a:pt x="38" y="34"/>
                  </a:cubicBezTo>
                  <a:cubicBezTo>
                    <a:pt x="17" y="50"/>
                    <a:pt x="1" y="87"/>
                    <a:pt x="1" y="104"/>
                  </a:cubicBezTo>
                  <a:cubicBezTo>
                    <a:pt x="17" y="120"/>
                    <a:pt x="17" y="120"/>
                    <a:pt x="17" y="137"/>
                  </a:cubicBezTo>
                  <a:cubicBezTo>
                    <a:pt x="17" y="153"/>
                    <a:pt x="38" y="174"/>
                    <a:pt x="54" y="174"/>
                  </a:cubicBezTo>
                  <a:cubicBezTo>
                    <a:pt x="69" y="188"/>
                    <a:pt x="90" y="196"/>
                    <a:pt x="113" y="196"/>
                  </a:cubicBezTo>
                  <a:cubicBezTo>
                    <a:pt x="142" y="196"/>
                    <a:pt x="172" y="183"/>
                    <a:pt x="190" y="153"/>
                  </a:cubicBezTo>
                  <a:cubicBezTo>
                    <a:pt x="223" y="120"/>
                    <a:pt x="223" y="50"/>
                    <a:pt x="174" y="17"/>
                  </a:cubicBezTo>
                  <a:cubicBezTo>
                    <a:pt x="157" y="1"/>
                    <a:pt x="141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4" name="Google Shape;16394;p41"/>
            <p:cNvSpPr/>
            <p:nvPr/>
          </p:nvSpPr>
          <p:spPr>
            <a:xfrm>
              <a:off x="4082750" y="30404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70" y="0"/>
                    <a:pt x="21" y="33"/>
                    <a:pt x="0" y="83"/>
                  </a:cubicBezTo>
                  <a:lnTo>
                    <a:pt x="0" y="136"/>
                  </a:lnTo>
                  <a:cubicBezTo>
                    <a:pt x="21" y="153"/>
                    <a:pt x="21" y="153"/>
                    <a:pt x="21" y="169"/>
                  </a:cubicBezTo>
                  <a:cubicBezTo>
                    <a:pt x="37" y="186"/>
                    <a:pt x="70" y="206"/>
                    <a:pt x="87" y="206"/>
                  </a:cubicBezTo>
                  <a:cubicBezTo>
                    <a:pt x="95" y="209"/>
                    <a:pt x="104" y="210"/>
                    <a:pt x="112" y="210"/>
                  </a:cubicBezTo>
                  <a:cubicBezTo>
                    <a:pt x="168" y="210"/>
                    <a:pt x="206" y="163"/>
                    <a:pt x="206" y="120"/>
                  </a:cubicBezTo>
                  <a:cubicBezTo>
                    <a:pt x="206" y="83"/>
                    <a:pt x="206" y="66"/>
                    <a:pt x="190" y="50"/>
                  </a:cubicBezTo>
                  <a:cubicBezTo>
                    <a:pt x="173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5" name="Google Shape;16395;p41"/>
            <p:cNvSpPr/>
            <p:nvPr/>
          </p:nvSpPr>
          <p:spPr>
            <a:xfrm>
              <a:off x="4088825" y="30141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3" y="0"/>
                  </a:moveTo>
                  <a:cubicBezTo>
                    <a:pt x="66" y="0"/>
                    <a:pt x="50" y="21"/>
                    <a:pt x="33" y="37"/>
                  </a:cubicBezTo>
                  <a:cubicBezTo>
                    <a:pt x="17" y="54"/>
                    <a:pt x="0" y="87"/>
                    <a:pt x="17" y="124"/>
                  </a:cubicBezTo>
                  <a:lnTo>
                    <a:pt x="17" y="140"/>
                  </a:lnTo>
                  <a:cubicBezTo>
                    <a:pt x="17" y="157"/>
                    <a:pt x="33" y="173"/>
                    <a:pt x="50" y="190"/>
                  </a:cubicBezTo>
                  <a:cubicBezTo>
                    <a:pt x="70" y="204"/>
                    <a:pt x="90" y="209"/>
                    <a:pt x="108" y="209"/>
                  </a:cubicBezTo>
                  <a:cubicBezTo>
                    <a:pt x="139" y="209"/>
                    <a:pt x="167" y="194"/>
                    <a:pt x="190" y="173"/>
                  </a:cubicBezTo>
                  <a:cubicBezTo>
                    <a:pt x="223" y="140"/>
                    <a:pt x="223" y="124"/>
                    <a:pt x="223" y="87"/>
                  </a:cubicBezTo>
                  <a:cubicBezTo>
                    <a:pt x="223" y="70"/>
                    <a:pt x="206" y="37"/>
                    <a:pt x="190" y="21"/>
                  </a:cubicBezTo>
                  <a:cubicBezTo>
                    <a:pt x="153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6" name="Google Shape;16396;p41"/>
            <p:cNvSpPr/>
            <p:nvPr/>
          </p:nvSpPr>
          <p:spPr>
            <a:xfrm>
              <a:off x="4086650" y="29377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104" y="1"/>
                    <a:pt x="71" y="1"/>
                    <a:pt x="50" y="17"/>
                  </a:cubicBezTo>
                  <a:cubicBezTo>
                    <a:pt x="34" y="34"/>
                    <a:pt x="17" y="67"/>
                    <a:pt x="1" y="88"/>
                  </a:cubicBezTo>
                  <a:cubicBezTo>
                    <a:pt x="1" y="104"/>
                    <a:pt x="1" y="121"/>
                    <a:pt x="17" y="137"/>
                  </a:cubicBezTo>
                  <a:cubicBezTo>
                    <a:pt x="17" y="153"/>
                    <a:pt x="17" y="153"/>
                    <a:pt x="34" y="170"/>
                  </a:cubicBezTo>
                  <a:cubicBezTo>
                    <a:pt x="50" y="191"/>
                    <a:pt x="71" y="207"/>
                    <a:pt x="104" y="207"/>
                  </a:cubicBezTo>
                  <a:cubicBezTo>
                    <a:pt x="110" y="209"/>
                    <a:pt x="116" y="210"/>
                    <a:pt x="123" y="210"/>
                  </a:cubicBezTo>
                  <a:cubicBezTo>
                    <a:pt x="166" y="210"/>
                    <a:pt x="209" y="164"/>
                    <a:pt x="223" y="121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7" name="Google Shape;16397;p41"/>
            <p:cNvSpPr/>
            <p:nvPr/>
          </p:nvSpPr>
          <p:spPr>
            <a:xfrm>
              <a:off x="4077175" y="299352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41" y="0"/>
                  </a:moveTo>
                  <a:cubicBezTo>
                    <a:pt x="103" y="0"/>
                    <a:pt x="70" y="21"/>
                    <a:pt x="54" y="21"/>
                  </a:cubicBezTo>
                  <a:cubicBezTo>
                    <a:pt x="38" y="38"/>
                    <a:pt x="17" y="71"/>
                    <a:pt x="17" y="87"/>
                  </a:cubicBezTo>
                  <a:cubicBezTo>
                    <a:pt x="0" y="103"/>
                    <a:pt x="17" y="141"/>
                    <a:pt x="17" y="141"/>
                  </a:cubicBezTo>
                  <a:cubicBezTo>
                    <a:pt x="17" y="157"/>
                    <a:pt x="17" y="157"/>
                    <a:pt x="38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4" y="210"/>
                    <a:pt x="123" y="212"/>
                    <a:pt x="133" y="212"/>
                  </a:cubicBezTo>
                  <a:cubicBezTo>
                    <a:pt x="174" y="212"/>
                    <a:pt x="210" y="178"/>
                    <a:pt x="223" y="124"/>
                  </a:cubicBezTo>
                  <a:cubicBezTo>
                    <a:pt x="223" y="103"/>
                    <a:pt x="223" y="71"/>
                    <a:pt x="207" y="54"/>
                  </a:cubicBezTo>
                  <a:cubicBezTo>
                    <a:pt x="190" y="21"/>
                    <a:pt x="157" y="21"/>
                    <a:pt x="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8" name="Google Shape;16398;p41"/>
            <p:cNvSpPr/>
            <p:nvPr/>
          </p:nvSpPr>
          <p:spPr>
            <a:xfrm>
              <a:off x="4082325" y="2966000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95" y="1"/>
                  </a:moveTo>
                  <a:cubicBezTo>
                    <a:pt x="53" y="1"/>
                    <a:pt x="14" y="33"/>
                    <a:pt x="1" y="91"/>
                  </a:cubicBezTo>
                  <a:cubicBezTo>
                    <a:pt x="1" y="108"/>
                    <a:pt x="1" y="124"/>
                    <a:pt x="17" y="141"/>
                  </a:cubicBezTo>
                  <a:lnTo>
                    <a:pt x="17" y="157"/>
                  </a:lnTo>
                  <a:cubicBezTo>
                    <a:pt x="38" y="174"/>
                    <a:pt x="71" y="194"/>
                    <a:pt x="87" y="194"/>
                  </a:cubicBezTo>
                  <a:cubicBezTo>
                    <a:pt x="97" y="199"/>
                    <a:pt x="106" y="201"/>
                    <a:pt x="116" y="201"/>
                  </a:cubicBezTo>
                  <a:cubicBezTo>
                    <a:pt x="140" y="201"/>
                    <a:pt x="162" y="188"/>
                    <a:pt x="174" y="174"/>
                  </a:cubicBezTo>
                  <a:cubicBezTo>
                    <a:pt x="190" y="157"/>
                    <a:pt x="207" y="141"/>
                    <a:pt x="207" y="108"/>
                  </a:cubicBezTo>
                  <a:cubicBezTo>
                    <a:pt x="223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9" name="Google Shape;16399;p41"/>
            <p:cNvSpPr/>
            <p:nvPr/>
          </p:nvSpPr>
          <p:spPr>
            <a:xfrm>
              <a:off x="4084500" y="2951725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113" y="1"/>
                  </a:moveTo>
                  <a:cubicBezTo>
                    <a:pt x="84" y="1"/>
                    <a:pt x="54" y="14"/>
                    <a:pt x="33" y="44"/>
                  </a:cubicBezTo>
                  <a:cubicBezTo>
                    <a:pt x="17" y="60"/>
                    <a:pt x="0" y="93"/>
                    <a:pt x="0" y="110"/>
                  </a:cubicBezTo>
                  <a:cubicBezTo>
                    <a:pt x="0" y="126"/>
                    <a:pt x="17" y="126"/>
                    <a:pt x="17" y="147"/>
                  </a:cubicBezTo>
                  <a:cubicBezTo>
                    <a:pt x="17" y="163"/>
                    <a:pt x="33" y="180"/>
                    <a:pt x="54" y="180"/>
                  </a:cubicBezTo>
                  <a:cubicBezTo>
                    <a:pt x="70" y="196"/>
                    <a:pt x="87" y="213"/>
                    <a:pt x="120" y="213"/>
                  </a:cubicBezTo>
                  <a:cubicBezTo>
                    <a:pt x="157" y="196"/>
                    <a:pt x="173" y="196"/>
                    <a:pt x="190" y="163"/>
                  </a:cubicBezTo>
                  <a:cubicBezTo>
                    <a:pt x="206" y="147"/>
                    <a:pt x="223" y="126"/>
                    <a:pt x="206" y="93"/>
                  </a:cubicBezTo>
                  <a:cubicBezTo>
                    <a:pt x="206" y="60"/>
                    <a:pt x="206" y="44"/>
                    <a:pt x="173" y="23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0" name="Google Shape;16400;p41"/>
            <p:cNvSpPr/>
            <p:nvPr/>
          </p:nvSpPr>
          <p:spPr>
            <a:xfrm>
              <a:off x="4074175" y="29428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00" y="1"/>
                  </a:moveTo>
                  <a:cubicBezTo>
                    <a:pt x="57" y="1"/>
                    <a:pt x="15" y="44"/>
                    <a:pt x="1" y="91"/>
                  </a:cubicBezTo>
                  <a:cubicBezTo>
                    <a:pt x="1" y="107"/>
                    <a:pt x="1" y="124"/>
                    <a:pt x="17" y="140"/>
                  </a:cubicBezTo>
                  <a:cubicBezTo>
                    <a:pt x="17" y="173"/>
                    <a:pt x="54" y="210"/>
                    <a:pt x="87" y="210"/>
                  </a:cubicBezTo>
                  <a:cubicBezTo>
                    <a:pt x="158" y="210"/>
                    <a:pt x="207" y="173"/>
                    <a:pt x="207" y="124"/>
                  </a:cubicBezTo>
                  <a:cubicBezTo>
                    <a:pt x="223" y="91"/>
                    <a:pt x="207" y="70"/>
                    <a:pt x="190" y="37"/>
                  </a:cubicBezTo>
                  <a:cubicBezTo>
                    <a:pt x="174" y="21"/>
                    <a:pt x="158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1" name="Google Shape;16401;p41"/>
            <p:cNvSpPr/>
            <p:nvPr/>
          </p:nvSpPr>
          <p:spPr>
            <a:xfrm>
              <a:off x="4080150" y="3053975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127" y="1"/>
                  </a:moveTo>
                  <a:cubicBezTo>
                    <a:pt x="114" y="1"/>
                    <a:pt x="101" y="3"/>
                    <a:pt x="88" y="7"/>
                  </a:cubicBezTo>
                  <a:cubicBezTo>
                    <a:pt x="38" y="23"/>
                    <a:pt x="1" y="93"/>
                    <a:pt x="22" y="143"/>
                  </a:cubicBezTo>
                  <a:cubicBezTo>
                    <a:pt x="34" y="183"/>
                    <a:pt x="75" y="202"/>
                    <a:pt x="117" y="202"/>
                  </a:cubicBezTo>
                  <a:cubicBezTo>
                    <a:pt x="130" y="202"/>
                    <a:pt x="144" y="200"/>
                    <a:pt x="158" y="196"/>
                  </a:cubicBezTo>
                  <a:cubicBezTo>
                    <a:pt x="207" y="180"/>
                    <a:pt x="244" y="110"/>
                    <a:pt x="228" y="56"/>
                  </a:cubicBezTo>
                  <a:cubicBezTo>
                    <a:pt x="200" y="19"/>
                    <a:pt x="165" y="1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2" name="Google Shape;16402;p41"/>
            <p:cNvSpPr/>
            <p:nvPr/>
          </p:nvSpPr>
          <p:spPr>
            <a:xfrm>
              <a:off x="4069450" y="30617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3"/>
                    <a:pt x="0" y="77"/>
                    <a:pt x="17" y="143"/>
                  </a:cubicBezTo>
                  <a:cubicBezTo>
                    <a:pt x="45" y="183"/>
                    <a:pt x="80" y="203"/>
                    <a:pt x="118" y="203"/>
                  </a:cubicBezTo>
                  <a:cubicBezTo>
                    <a:pt x="131" y="203"/>
                    <a:pt x="144" y="201"/>
                    <a:pt x="157" y="197"/>
                  </a:cubicBezTo>
                  <a:cubicBezTo>
                    <a:pt x="223" y="180"/>
                    <a:pt x="243" y="110"/>
                    <a:pt x="223" y="56"/>
                  </a:cubicBezTo>
                  <a:cubicBezTo>
                    <a:pt x="210" y="19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3" name="Google Shape;16403;p41"/>
            <p:cNvSpPr/>
            <p:nvPr/>
          </p:nvSpPr>
          <p:spPr>
            <a:xfrm>
              <a:off x="4069025" y="30472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37" y="0"/>
                  </a:moveTo>
                  <a:cubicBezTo>
                    <a:pt x="71" y="0"/>
                    <a:pt x="17" y="38"/>
                    <a:pt x="17" y="87"/>
                  </a:cubicBezTo>
                  <a:cubicBezTo>
                    <a:pt x="1" y="104"/>
                    <a:pt x="17" y="120"/>
                    <a:pt x="17" y="141"/>
                  </a:cubicBezTo>
                  <a:cubicBezTo>
                    <a:pt x="17" y="157"/>
                    <a:pt x="17" y="157"/>
                    <a:pt x="34" y="174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11" y="209"/>
                    <a:pt x="118" y="210"/>
                    <a:pt x="125" y="210"/>
                  </a:cubicBezTo>
                  <a:cubicBezTo>
                    <a:pt x="170" y="210"/>
                    <a:pt x="209" y="166"/>
                    <a:pt x="223" y="120"/>
                  </a:cubicBezTo>
                  <a:cubicBezTo>
                    <a:pt x="223" y="87"/>
                    <a:pt x="223" y="71"/>
                    <a:pt x="207" y="54"/>
                  </a:cubicBezTo>
                  <a:cubicBezTo>
                    <a:pt x="190" y="17"/>
                    <a:pt x="157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4" name="Google Shape;16404;p41"/>
            <p:cNvSpPr/>
            <p:nvPr/>
          </p:nvSpPr>
          <p:spPr>
            <a:xfrm>
              <a:off x="4069850" y="3126200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03" y="0"/>
                  </a:moveTo>
                  <a:cubicBezTo>
                    <a:pt x="58" y="0"/>
                    <a:pt x="19" y="44"/>
                    <a:pt x="1" y="90"/>
                  </a:cubicBezTo>
                  <a:cubicBezTo>
                    <a:pt x="1" y="107"/>
                    <a:pt x="1" y="123"/>
                    <a:pt x="21" y="140"/>
                  </a:cubicBezTo>
                  <a:lnTo>
                    <a:pt x="21" y="156"/>
                  </a:lnTo>
                  <a:cubicBezTo>
                    <a:pt x="38" y="193"/>
                    <a:pt x="71" y="210"/>
                    <a:pt x="87" y="210"/>
                  </a:cubicBezTo>
                  <a:cubicBezTo>
                    <a:pt x="157" y="210"/>
                    <a:pt x="207" y="177"/>
                    <a:pt x="207" y="123"/>
                  </a:cubicBezTo>
                  <a:cubicBezTo>
                    <a:pt x="227" y="90"/>
                    <a:pt x="207" y="74"/>
                    <a:pt x="190" y="37"/>
                  </a:cubicBezTo>
                  <a:cubicBezTo>
                    <a:pt x="174" y="20"/>
                    <a:pt x="157" y="4"/>
                    <a:pt x="124" y="4"/>
                  </a:cubicBezTo>
                  <a:cubicBezTo>
                    <a:pt x="117" y="2"/>
                    <a:pt x="110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5" name="Google Shape;16405;p41"/>
            <p:cNvSpPr/>
            <p:nvPr/>
          </p:nvSpPr>
          <p:spPr>
            <a:xfrm>
              <a:off x="4070375" y="30334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2" y="1"/>
                  </a:moveTo>
                  <a:cubicBezTo>
                    <a:pt x="102" y="1"/>
                    <a:pt x="92" y="2"/>
                    <a:pt x="83" y="5"/>
                  </a:cubicBezTo>
                  <a:cubicBezTo>
                    <a:pt x="33" y="22"/>
                    <a:pt x="0" y="92"/>
                    <a:pt x="17" y="141"/>
                  </a:cubicBezTo>
                  <a:cubicBezTo>
                    <a:pt x="41" y="180"/>
                    <a:pt x="75" y="208"/>
                    <a:pt x="111" y="208"/>
                  </a:cubicBezTo>
                  <a:cubicBezTo>
                    <a:pt x="125" y="208"/>
                    <a:pt x="139" y="204"/>
                    <a:pt x="153" y="195"/>
                  </a:cubicBezTo>
                  <a:cubicBezTo>
                    <a:pt x="206" y="178"/>
                    <a:pt x="239" y="125"/>
                    <a:pt x="223" y="75"/>
                  </a:cubicBezTo>
                  <a:cubicBezTo>
                    <a:pt x="209" y="31"/>
                    <a:pt x="159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6" name="Google Shape;16406;p41"/>
            <p:cNvSpPr/>
            <p:nvPr/>
          </p:nvSpPr>
          <p:spPr>
            <a:xfrm>
              <a:off x="4073775" y="30986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05" y="1"/>
                  </a:moveTo>
                  <a:cubicBezTo>
                    <a:pt x="76" y="1"/>
                    <a:pt x="47" y="14"/>
                    <a:pt x="17" y="44"/>
                  </a:cubicBezTo>
                  <a:cubicBezTo>
                    <a:pt x="0" y="60"/>
                    <a:pt x="0" y="77"/>
                    <a:pt x="0" y="110"/>
                  </a:cubicBezTo>
                  <a:cubicBezTo>
                    <a:pt x="0" y="126"/>
                    <a:pt x="0" y="126"/>
                    <a:pt x="17" y="147"/>
                  </a:cubicBezTo>
                  <a:cubicBezTo>
                    <a:pt x="17" y="164"/>
                    <a:pt x="33" y="164"/>
                    <a:pt x="33" y="180"/>
                  </a:cubicBezTo>
                  <a:cubicBezTo>
                    <a:pt x="60" y="192"/>
                    <a:pt x="75" y="203"/>
                    <a:pt x="94" y="203"/>
                  </a:cubicBezTo>
                  <a:cubicBezTo>
                    <a:pt x="102" y="203"/>
                    <a:pt x="110" y="201"/>
                    <a:pt x="120" y="197"/>
                  </a:cubicBezTo>
                  <a:cubicBezTo>
                    <a:pt x="153" y="197"/>
                    <a:pt x="174" y="180"/>
                    <a:pt x="190" y="164"/>
                  </a:cubicBezTo>
                  <a:cubicBezTo>
                    <a:pt x="206" y="147"/>
                    <a:pt x="223" y="110"/>
                    <a:pt x="206" y="93"/>
                  </a:cubicBezTo>
                  <a:cubicBezTo>
                    <a:pt x="206" y="60"/>
                    <a:pt x="190" y="44"/>
                    <a:pt x="174" y="23"/>
                  </a:cubicBezTo>
                  <a:cubicBezTo>
                    <a:pt x="150" y="9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7" name="Google Shape;16407;p41"/>
            <p:cNvSpPr/>
            <p:nvPr/>
          </p:nvSpPr>
          <p:spPr>
            <a:xfrm>
              <a:off x="4075525" y="308490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08" y="0"/>
                  </a:moveTo>
                  <a:cubicBezTo>
                    <a:pt x="94" y="0"/>
                    <a:pt x="80" y="2"/>
                    <a:pt x="66" y="7"/>
                  </a:cubicBezTo>
                  <a:cubicBezTo>
                    <a:pt x="17" y="23"/>
                    <a:pt x="0" y="77"/>
                    <a:pt x="17" y="143"/>
                  </a:cubicBezTo>
                  <a:cubicBezTo>
                    <a:pt x="17" y="143"/>
                    <a:pt x="33" y="159"/>
                    <a:pt x="33" y="180"/>
                  </a:cubicBezTo>
                  <a:cubicBezTo>
                    <a:pt x="57" y="191"/>
                    <a:pt x="82" y="203"/>
                    <a:pt x="112" y="203"/>
                  </a:cubicBezTo>
                  <a:cubicBezTo>
                    <a:pt x="125" y="203"/>
                    <a:pt x="138" y="201"/>
                    <a:pt x="153" y="196"/>
                  </a:cubicBezTo>
                  <a:cubicBezTo>
                    <a:pt x="186" y="180"/>
                    <a:pt x="207" y="143"/>
                    <a:pt x="223" y="110"/>
                  </a:cubicBezTo>
                  <a:cubicBezTo>
                    <a:pt x="223" y="93"/>
                    <a:pt x="223" y="77"/>
                    <a:pt x="207" y="56"/>
                  </a:cubicBezTo>
                  <a:cubicBezTo>
                    <a:pt x="191" y="19"/>
                    <a:pt x="150" y="0"/>
                    <a:pt x="1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8" name="Google Shape;16408;p41"/>
            <p:cNvSpPr/>
            <p:nvPr/>
          </p:nvSpPr>
          <p:spPr>
            <a:xfrm>
              <a:off x="4079325" y="3072875"/>
              <a:ext cx="5200" cy="4975"/>
            </a:xfrm>
            <a:custGeom>
              <a:avLst/>
              <a:gdLst/>
              <a:ahLst/>
              <a:cxnLst/>
              <a:rect l="l" t="t" r="r" b="b"/>
              <a:pathLst>
                <a:path w="208" h="199" extrusionOk="0">
                  <a:moveTo>
                    <a:pt x="95" y="1"/>
                  </a:moveTo>
                  <a:cubicBezTo>
                    <a:pt x="54" y="1"/>
                    <a:pt x="15" y="34"/>
                    <a:pt x="1" y="92"/>
                  </a:cubicBezTo>
                  <a:lnTo>
                    <a:pt x="1" y="145"/>
                  </a:lnTo>
                  <a:cubicBezTo>
                    <a:pt x="17" y="145"/>
                    <a:pt x="17" y="162"/>
                    <a:pt x="17" y="162"/>
                  </a:cubicBezTo>
                  <a:cubicBezTo>
                    <a:pt x="34" y="178"/>
                    <a:pt x="71" y="195"/>
                    <a:pt x="88" y="195"/>
                  </a:cubicBezTo>
                  <a:cubicBezTo>
                    <a:pt x="96" y="198"/>
                    <a:pt x="105" y="199"/>
                    <a:pt x="114" y="199"/>
                  </a:cubicBezTo>
                  <a:cubicBezTo>
                    <a:pt x="159" y="199"/>
                    <a:pt x="207" y="166"/>
                    <a:pt x="207" y="108"/>
                  </a:cubicBezTo>
                  <a:cubicBezTo>
                    <a:pt x="207" y="92"/>
                    <a:pt x="207" y="59"/>
                    <a:pt x="191" y="42"/>
                  </a:cubicBezTo>
                  <a:cubicBezTo>
                    <a:pt x="174" y="22"/>
                    <a:pt x="158" y="5"/>
                    <a:pt x="121" y="5"/>
                  </a:cubicBezTo>
                  <a:cubicBezTo>
                    <a:pt x="112" y="2"/>
                    <a:pt x="104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9" name="Google Shape;16409;p41"/>
            <p:cNvSpPr/>
            <p:nvPr/>
          </p:nvSpPr>
          <p:spPr>
            <a:xfrm>
              <a:off x="4071600" y="31102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91" y="1"/>
                  </a:moveTo>
                  <a:cubicBezTo>
                    <a:pt x="68" y="1"/>
                    <a:pt x="43" y="13"/>
                    <a:pt x="17" y="24"/>
                  </a:cubicBezTo>
                  <a:cubicBezTo>
                    <a:pt x="17" y="41"/>
                    <a:pt x="1" y="57"/>
                    <a:pt x="1" y="94"/>
                  </a:cubicBezTo>
                  <a:lnTo>
                    <a:pt x="1" y="144"/>
                  </a:lnTo>
                  <a:cubicBezTo>
                    <a:pt x="17" y="177"/>
                    <a:pt x="54" y="197"/>
                    <a:pt x="87" y="214"/>
                  </a:cubicBezTo>
                  <a:cubicBezTo>
                    <a:pt x="157" y="214"/>
                    <a:pt x="190" y="177"/>
                    <a:pt x="207" y="127"/>
                  </a:cubicBezTo>
                  <a:cubicBezTo>
                    <a:pt x="207" y="94"/>
                    <a:pt x="207" y="57"/>
                    <a:pt x="190" y="41"/>
                  </a:cubicBezTo>
                  <a:cubicBezTo>
                    <a:pt x="174" y="24"/>
                    <a:pt x="137" y="8"/>
                    <a:pt x="120" y="8"/>
                  </a:cubicBezTo>
                  <a:cubicBezTo>
                    <a:pt x="111" y="3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0" name="Google Shape;16410;p41"/>
            <p:cNvSpPr/>
            <p:nvPr/>
          </p:nvSpPr>
          <p:spPr>
            <a:xfrm>
              <a:off x="4052325" y="30046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3" y="1"/>
                  </a:moveTo>
                  <a:cubicBezTo>
                    <a:pt x="51" y="1"/>
                    <a:pt x="14" y="33"/>
                    <a:pt x="1" y="91"/>
                  </a:cubicBezTo>
                  <a:cubicBezTo>
                    <a:pt x="1" y="108"/>
                    <a:pt x="1" y="124"/>
                    <a:pt x="17" y="141"/>
                  </a:cubicBezTo>
                  <a:cubicBezTo>
                    <a:pt x="17" y="141"/>
                    <a:pt x="17" y="157"/>
                    <a:pt x="34" y="157"/>
                  </a:cubicBezTo>
                  <a:cubicBezTo>
                    <a:pt x="34" y="174"/>
                    <a:pt x="67" y="194"/>
                    <a:pt x="104" y="211"/>
                  </a:cubicBezTo>
                  <a:cubicBezTo>
                    <a:pt x="153" y="211"/>
                    <a:pt x="207" y="174"/>
                    <a:pt x="207" y="124"/>
                  </a:cubicBezTo>
                  <a:cubicBezTo>
                    <a:pt x="223" y="91"/>
                    <a:pt x="207" y="54"/>
                    <a:pt x="186" y="38"/>
                  </a:cubicBezTo>
                  <a:cubicBezTo>
                    <a:pt x="170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1" name="Google Shape;16411;p41"/>
            <p:cNvSpPr/>
            <p:nvPr/>
          </p:nvSpPr>
          <p:spPr>
            <a:xfrm>
              <a:off x="4038100" y="30099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17" y="34"/>
                    <a:pt x="17" y="67"/>
                    <a:pt x="1" y="88"/>
                  </a:cubicBezTo>
                  <a:cubicBezTo>
                    <a:pt x="1" y="104"/>
                    <a:pt x="1" y="121"/>
                    <a:pt x="17" y="137"/>
                  </a:cubicBezTo>
                  <a:lnTo>
                    <a:pt x="17" y="170"/>
                  </a:lnTo>
                  <a:cubicBezTo>
                    <a:pt x="34" y="191"/>
                    <a:pt x="71" y="207"/>
                    <a:pt x="87" y="207"/>
                  </a:cubicBezTo>
                  <a:cubicBezTo>
                    <a:pt x="96" y="209"/>
                    <a:pt x="105" y="210"/>
                    <a:pt x="113" y="210"/>
                  </a:cubicBezTo>
                  <a:cubicBezTo>
                    <a:pt x="169" y="210"/>
                    <a:pt x="207" y="164"/>
                    <a:pt x="207" y="121"/>
                  </a:cubicBezTo>
                  <a:cubicBezTo>
                    <a:pt x="223" y="88"/>
                    <a:pt x="207" y="67"/>
                    <a:pt x="190" y="50"/>
                  </a:cubicBezTo>
                  <a:cubicBezTo>
                    <a:pt x="174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2" name="Google Shape;16412;p41"/>
            <p:cNvSpPr/>
            <p:nvPr/>
          </p:nvSpPr>
          <p:spPr>
            <a:xfrm>
              <a:off x="4030800" y="2971975"/>
              <a:ext cx="6100" cy="5400"/>
            </a:xfrm>
            <a:custGeom>
              <a:avLst/>
              <a:gdLst/>
              <a:ahLst/>
              <a:cxnLst/>
              <a:rect l="l" t="t" r="r" b="b"/>
              <a:pathLst>
                <a:path w="244" h="216" extrusionOk="0">
                  <a:moveTo>
                    <a:pt x="116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37" y="38"/>
                    <a:pt x="0" y="91"/>
                    <a:pt x="17" y="141"/>
                  </a:cubicBezTo>
                  <a:cubicBezTo>
                    <a:pt x="47" y="185"/>
                    <a:pt x="86" y="215"/>
                    <a:pt x="129" y="215"/>
                  </a:cubicBezTo>
                  <a:cubicBezTo>
                    <a:pt x="138" y="215"/>
                    <a:pt x="147" y="214"/>
                    <a:pt x="157" y="211"/>
                  </a:cubicBezTo>
                  <a:cubicBezTo>
                    <a:pt x="206" y="178"/>
                    <a:pt x="243" y="124"/>
                    <a:pt x="223" y="75"/>
                  </a:cubicBezTo>
                  <a:cubicBezTo>
                    <a:pt x="209" y="31"/>
                    <a:pt x="162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3" name="Google Shape;16413;p41"/>
            <p:cNvSpPr/>
            <p:nvPr/>
          </p:nvSpPr>
          <p:spPr>
            <a:xfrm>
              <a:off x="4034300" y="3023200"/>
              <a:ext cx="6000" cy="5100"/>
            </a:xfrm>
            <a:custGeom>
              <a:avLst/>
              <a:gdLst/>
              <a:ahLst/>
              <a:cxnLst/>
              <a:rect l="l" t="t" r="r" b="b"/>
              <a:pathLst>
                <a:path w="240" h="204" extrusionOk="0">
                  <a:moveTo>
                    <a:pt x="83" y="1"/>
                  </a:moveTo>
                  <a:cubicBezTo>
                    <a:pt x="33" y="17"/>
                    <a:pt x="0" y="87"/>
                    <a:pt x="17" y="137"/>
                  </a:cubicBezTo>
                  <a:cubicBezTo>
                    <a:pt x="41" y="176"/>
                    <a:pt x="75" y="204"/>
                    <a:pt x="111" y="204"/>
                  </a:cubicBezTo>
                  <a:cubicBezTo>
                    <a:pt x="125" y="204"/>
                    <a:pt x="139" y="200"/>
                    <a:pt x="153" y="190"/>
                  </a:cubicBezTo>
                  <a:cubicBezTo>
                    <a:pt x="169" y="190"/>
                    <a:pt x="186" y="174"/>
                    <a:pt x="206" y="174"/>
                  </a:cubicBezTo>
                  <a:cubicBezTo>
                    <a:pt x="223" y="137"/>
                    <a:pt x="239" y="104"/>
                    <a:pt x="223" y="71"/>
                  </a:cubicBezTo>
                  <a:cubicBezTo>
                    <a:pt x="206" y="17"/>
                    <a:pt x="169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4" name="Google Shape;16414;p41"/>
            <p:cNvSpPr/>
            <p:nvPr/>
          </p:nvSpPr>
          <p:spPr>
            <a:xfrm>
              <a:off x="4042425" y="29790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1" y="0"/>
                  </a:moveTo>
                  <a:cubicBezTo>
                    <a:pt x="67" y="0"/>
                    <a:pt x="1" y="33"/>
                    <a:pt x="1" y="87"/>
                  </a:cubicBezTo>
                  <a:lnTo>
                    <a:pt x="1" y="136"/>
                  </a:lnTo>
                  <a:cubicBezTo>
                    <a:pt x="1" y="153"/>
                    <a:pt x="17" y="153"/>
                    <a:pt x="17" y="169"/>
                  </a:cubicBezTo>
                  <a:cubicBezTo>
                    <a:pt x="34" y="190"/>
                    <a:pt x="50" y="206"/>
                    <a:pt x="88" y="206"/>
                  </a:cubicBezTo>
                  <a:cubicBezTo>
                    <a:pt x="94" y="208"/>
                    <a:pt x="100" y="209"/>
                    <a:pt x="107" y="209"/>
                  </a:cubicBezTo>
                  <a:cubicBezTo>
                    <a:pt x="154" y="209"/>
                    <a:pt x="207" y="163"/>
                    <a:pt x="207" y="120"/>
                  </a:cubicBezTo>
                  <a:cubicBezTo>
                    <a:pt x="207" y="103"/>
                    <a:pt x="207" y="66"/>
                    <a:pt x="191" y="50"/>
                  </a:cubicBezTo>
                  <a:cubicBezTo>
                    <a:pt x="170" y="17"/>
                    <a:pt x="154" y="17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5" name="Google Shape;16415;p41"/>
            <p:cNvSpPr/>
            <p:nvPr/>
          </p:nvSpPr>
          <p:spPr>
            <a:xfrm>
              <a:off x="4031725" y="2957825"/>
              <a:ext cx="6000" cy="5175"/>
            </a:xfrm>
            <a:custGeom>
              <a:avLst/>
              <a:gdLst/>
              <a:ahLst/>
              <a:cxnLst/>
              <a:rect l="l" t="t" r="r" b="b"/>
              <a:pathLst>
                <a:path w="240" h="207" extrusionOk="0">
                  <a:moveTo>
                    <a:pt x="113" y="0"/>
                  </a:moveTo>
                  <a:cubicBezTo>
                    <a:pt x="103" y="0"/>
                    <a:pt x="93" y="2"/>
                    <a:pt x="83" y="6"/>
                  </a:cubicBezTo>
                  <a:cubicBezTo>
                    <a:pt x="33" y="23"/>
                    <a:pt x="0" y="88"/>
                    <a:pt x="17" y="142"/>
                  </a:cubicBezTo>
                  <a:cubicBezTo>
                    <a:pt x="29" y="178"/>
                    <a:pt x="68" y="207"/>
                    <a:pt x="107" y="207"/>
                  </a:cubicBezTo>
                  <a:cubicBezTo>
                    <a:pt x="123" y="207"/>
                    <a:pt x="139" y="202"/>
                    <a:pt x="153" y="192"/>
                  </a:cubicBezTo>
                  <a:cubicBezTo>
                    <a:pt x="206" y="175"/>
                    <a:pt x="239" y="126"/>
                    <a:pt x="223" y="72"/>
                  </a:cubicBezTo>
                  <a:cubicBezTo>
                    <a:pt x="193" y="32"/>
                    <a:pt x="155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6" name="Google Shape;16416;p41"/>
            <p:cNvSpPr/>
            <p:nvPr/>
          </p:nvSpPr>
          <p:spPr>
            <a:xfrm>
              <a:off x="4101300" y="30110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9" y="0"/>
                  </a:moveTo>
                  <a:cubicBezTo>
                    <a:pt x="51" y="0"/>
                    <a:pt x="0" y="47"/>
                    <a:pt x="0" y="90"/>
                  </a:cubicBezTo>
                  <a:lnTo>
                    <a:pt x="0" y="144"/>
                  </a:lnTo>
                  <a:cubicBezTo>
                    <a:pt x="17" y="177"/>
                    <a:pt x="50" y="193"/>
                    <a:pt x="83" y="210"/>
                  </a:cubicBezTo>
                  <a:cubicBezTo>
                    <a:pt x="136" y="210"/>
                    <a:pt x="206" y="177"/>
                    <a:pt x="206" y="123"/>
                  </a:cubicBezTo>
                  <a:cubicBezTo>
                    <a:pt x="206" y="90"/>
                    <a:pt x="206" y="74"/>
                    <a:pt x="186" y="41"/>
                  </a:cubicBezTo>
                  <a:cubicBezTo>
                    <a:pt x="169" y="20"/>
                    <a:pt x="153" y="3"/>
                    <a:pt x="120" y="3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7" name="Google Shape;16417;p41"/>
            <p:cNvSpPr/>
            <p:nvPr/>
          </p:nvSpPr>
          <p:spPr>
            <a:xfrm>
              <a:off x="4024800" y="3014000"/>
              <a:ext cx="5200" cy="4900"/>
            </a:xfrm>
            <a:custGeom>
              <a:avLst/>
              <a:gdLst/>
              <a:ahLst/>
              <a:cxnLst/>
              <a:rect l="l" t="t" r="r" b="b"/>
              <a:pathLst>
                <a:path w="208" h="196" extrusionOk="0">
                  <a:moveTo>
                    <a:pt x="96" y="1"/>
                  </a:moveTo>
                  <a:cubicBezTo>
                    <a:pt x="65" y="1"/>
                    <a:pt x="35" y="14"/>
                    <a:pt x="17" y="43"/>
                  </a:cubicBezTo>
                  <a:cubicBezTo>
                    <a:pt x="1" y="60"/>
                    <a:pt x="1" y="76"/>
                    <a:pt x="1" y="109"/>
                  </a:cubicBezTo>
                  <a:lnTo>
                    <a:pt x="1" y="130"/>
                  </a:lnTo>
                  <a:cubicBezTo>
                    <a:pt x="1" y="146"/>
                    <a:pt x="17" y="163"/>
                    <a:pt x="34" y="179"/>
                  </a:cubicBezTo>
                  <a:cubicBezTo>
                    <a:pt x="50" y="196"/>
                    <a:pt x="88" y="196"/>
                    <a:pt x="104" y="196"/>
                  </a:cubicBezTo>
                  <a:cubicBezTo>
                    <a:pt x="137" y="196"/>
                    <a:pt x="174" y="179"/>
                    <a:pt x="191" y="163"/>
                  </a:cubicBezTo>
                  <a:cubicBezTo>
                    <a:pt x="207" y="146"/>
                    <a:pt x="207" y="109"/>
                    <a:pt x="207" y="93"/>
                  </a:cubicBezTo>
                  <a:cubicBezTo>
                    <a:pt x="207" y="60"/>
                    <a:pt x="191" y="43"/>
                    <a:pt x="174" y="27"/>
                  </a:cubicBezTo>
                  <a:cubicBezTo>
                    <a:pt x="150" y="10"/>
                    <a:pt x="122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8" name="Google Shape;16418;p41"/>
            <p:cNvSpPr/>
            <p:nvPr/>
          </p:nvSpPr>
          <p:spPr>
            <a:xfrm>
              <a:off x="4028625" y="29995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7" y="0"/>
                  </a:moveTo>
                  <a:cubicBezTo>
                    <a:pt x="58" y="0"/>
                    <a:pt x="31" y="27"/>
                    <a:pt x="1" y="54"/>
                  </a:cubicBezTo>
                  <a:lnTo>
                    <a:pt x="1" y="91"/>
                  </a:lnTo>
                  <a:lnTo>
                    <a:pt x="1" y="141"/>
                  </a:lnTo>
                  <a:cubicBezTo>
                    <a:pt x="21" y="157"/>
                    <a:pt x="38" y="174"/>
                    <a:pt x="71" y="194"/>
                  </a:cubicBezTo>
                  <a:cubicBezTo>
                    <a:pt x="71" y="194"/>
                    <a:pt x="87" y="194"/>
                    <a:pt x="87" y="211"/>
                  </a:cubicBezTo>
                  <a:cubicBezTo>
                    <a:pt x="141" y="211"/>
                    <a:pt x="207" y="174"/>
                    <a:pt x="207" y="108"/>
                  </a:cubicBezTo>
                  <a:cubicBezTo>
                    <a:pt x="207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4" y="5"/>
                  </a:cubicBezTo>
                  <a:cubicBezTo>
                    <a:pt x="114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9" name="Google Shape;16419;p41"/>
            <p:cNvSpPr/>
            <p:nvPr/>
          </p:nvSpPr>
          <p:spPr>
            <a:xfrm>
              <a:off x="4028625" y="2984925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28" y="1"/>
                  </a:moveTo>
                  <a:cubicBezTo>
                    <a:pt x="93" y="1"/>
                    <a:pt x="58" y="15"/>
                    <a:pt x="38" y="35"/>
                  </a:cubicBezTo>
                  <a:cubicBezTo>
                    <a:pt x="21" y="72"/>
                    <a:pt x="1" y="89"/>
                    <a:pt x="21" y="122"/>
                  </a:cubicBezTo>
                  <a:lnTo>
                    <a:pt x="21" y="138"/>
                  </a:lnTo>
                  <a:cubicBezTo>
                    <a:pt x="21" y="159"/>
                    <a:pt x="38" y="175"/>
                    <a:pt x="54" y="192"/>
                  </a:cubicBezTo>
                  <a:cubicBezTo>
                    <a:pt x="73" y="204"/>
                    <a:pt x="93" y="210"/>
                    <a:pt x="111" y="210"/>
                  </a:cubicBezTo>
                  <a:cubicBezTo>
                    <a:pt x="142" y="210"/>
                    <a:pt x="170" y="196"/>
                    <a:pt x="190" y="175"/>
                  </a:cubicBezTo>
                  <a:cubicBezTo>
                    <a:pt x="227" y="159"/>
                    <a:pt x="227" y="122"/>
                    <a:pt x="227" y="89"/>
                  </a:cubicBezTo>
                  <a:cubicBezTo>
                    <a:pt x="227" y="72"/>
                    <a:pt x="207" y="35"/>
                    <a:pt x="190" y="19"/>
                  </a:cubicBezTo>
                  <a:cubicBezTo>
                    <a:pt x="171" y="6"/>
                    <a:pt x="149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0" name="Google Shape;16420;p41"/>
            <p:cNvSpPr/>
            <p:nvPr/>
          </p:nvSpPr>
          <p:spPr>
            <a:xfrm>
              <a:off x="4066450" y="29841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71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36"/>
                  </a:cubicBezTo>
                  <a:lnTo>
                    <a:pt x="17" y="153"/>
                  </a:lnTo>
                  <a:cubicBezTo>
                    <a:pt x="34" y="190"/>
                    <a:pt x="71" y="206"/>
                    <a:pt x="87" y="206"/>
                  </a:cubicBezTo>
                  <a:cubicBezTo>
                    <a:pt x="157" y="206"/>
                    <a:pt x="207" y="169"/>
                    <a:pt x="207" y="120"/>
                  </a:cubicBezTo>
                  <a:cubicBezTo>
                    <a:pt x="223" y="87"/>
                    <a:pt x="207" y="66"/>
                    <a:pt x="190" y="33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1" name="Google Shape;16421;p41"/>
            <p:cNvSpPr/>
            <p:nvPr/>
          </p:nvSpPr>
          <p:spPr>
            <a:xfrm>
              <a:off x="4048425" y="29532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54" y="0"/>
                    <a:pt x="0" y="33"/>
                    <a:pt x="0" y="87"/>
                  </a:cubicBezTo>
                  <a:lnTo>
                    <a:pt x="0" y="136"/>
                  </a:lnTo>
                  <a:cubicBezTo>
                    <a:pt x="0" y="153"/>
                    <a:pt x="0" y="153"/>
                    <a:pt x="17" y="169"/>
                  </a:cubicBezTo>
                  <a:cubicBezTo>
                    <a:pt x="33" y="190"/>
                    <a:pt x="54" y="207"/>
                    <a:pt x="87" y="207"/>
                  </a:cubicBezTo>
                  <a:cubicBezTo>
                    <a:pt x="93" y="209"/>
                    <a:pt x="99" y="210"/>
                    <a:pt x="106" y="210"/>
                  </a:cubicBezTo>
                  <a:cubicBezTo>
                    <a:pt x="149" y="210"/>
                    <a:pt x="192" y="163"/>
                    <a:pt x="206" y="120"/>
                  </a:cubicBezTo>
                  <a:cubicBezTo>
                    <a:pt x="206" y="103"/>
                    <a:pt x="206" y="66"/>
                    <a:pt x="190" y="50"/>
                  </a:cubicBezTo>
                  <a:cubicBezTo>
                    <a:pt x="173" y="17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2" name="Google Shape;16422;p41"/>
            <p:cNvSpPr/>
            <p:nvPr/>
          </p:nvSpPr>
          <p:spPr>
            <a:xfrm>
              <a:off x="4072425" y="29579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4" y="0"/>
                  </a:moveTo>
                  <a:cubicBezTo>
                    <a:pt x="71" y="0"/>
                    <a:pt x="1" y="33"/>
                    <a:pt x="1" y="82"/>
                  </a:cubicBezTo>
                  <a:lnTo>
                    <a:pt x="1" y="136"/>
                  </a:lnTo>
                  <a:cubicBezTo>
                    <a:pt x="21" y="153"/>
                    <a:pt x="21" y="153"/>
                    <a:pt x="21" y="169"/>
                  </a:cubicBezTo>
                  <a:cubicBezTo>
                    <a:pt x="38" y="186"/>
                    <a:pt x="54" y="206"/>
                    <a:pt x="87" y="206"/>
                  </a:cubicBezTo>
                  <a:cubicBezTo>
                    <a:pt x="124" y="206"/>
                    <a:pt x="141" y="206"/>
                    <a:pt x="174" y="186"/>
                  </a:cubicBezTo>
                  <a:cubicBezTo>
                    <a:pt x="190" y="169"/>
                    <a:pt x="207" y="153"/>
                    <a:pt x="207" y="120"/>
                  </a:cubicBezTo>
                  <a:cubicBezTo>
                    <a:pt x="207" y="82"/>
                    <a:pt x="207" y="66"/>
                    <a:pt x="190" y="33"/>
                  </a:cubicBezTo>
                  <a:cubicBezTo>
                    <a:pt x="174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3" name="Google Shape;16423;p41"/>
            <p:cNvSpPr/>
            <p:nvPr/>
          </p:nvSpPr>
          <p:spPr>
            <a:xfrm>
              <a:off x="4062125" y="2945900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87" y="1"/>
                  </a:moveTo>
                  <a:cubicBezTo>
                    <a:pt x="71" y="1"/>
                    <a:pt x="38" y="17"/>
                    <a:pt x="21" y="34"/>
                  </a:cubicBezTo>
                  <a:cubicBezTo>
                    <a:pt x="0" y="71"/>
                    <a:pt x="0" y="87"/>
                    <a:pt x="0" y="120"/>
                  </a:cubicBezTo>
                  <a:lnTo>
                    <a:pt x="0" y="137"/>
                  </a:lnTo>
                  <a:cubicBezTo>
                    <a:pt x="21" y="153"/>
                    <a:pt x="21" y="174"/>
                    <a:pt x="38" y="190"/>
                  </a:cubicBezTo>
                  <a:cubicBezTo>
                    <a:pt x="56" y="203"/>
                    <a:pt x="78" y="208"/>
                    <a:pt x="100" y="208"/>
                  </a:cubicBezTo>
                  <a:cubicBezTo>
                    <a:pt x="135" y="208"/>
                    <a:pt x="170" y="194"/>
                    <a:pt x="190" y="174"/>
                  </a:cubicBezTo>
                  <a:cubicBezTo>
                    <a:pt x="207" y="153"/>
                    <a:pt x="207" y="120"/>
                    <a:pt x="207" y="87"/>
                  </a:cubicBezTo>
                  <a:cubicBezTo>
                    <a:pt x="207" y="71"/>
                    <a:pt x="190" y="34"/>
                    <a:pt x="174" y="17"/>
                  </a:cubicBezTo>
                  <a:cubicBezTo>
                    <a:pt x="157" y="1"/>
                    <a:pt x="124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4" name="Google Shape;16424;p41"/>
            <p:cNvSpPr/>
            <p:nvPr/>
          </p:nvSpPr>
          <p:spPr>
            <a:xfrm>
              <a:off x="4069025" y="2971925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8" y="0"/>
                  </a:moveTo>
                  <a:cubicBezTo>
                    <a:pt x="67" y="0"/>
                    <a:pt x="38" y="13"/>
                    <a:pt x="17" y="40"/>
                  </a:cubicBezTo>
                  <a:cubicBezTo>
                    <a:pt x="1" y="60"/>
                    <a:pt x="1" y="93"/>
                    <a:pt x="1" y="110"/>
                  </a:cubicBezTo>
                  <a:lnTo>
                    <a:pt x="1" y="143"/>
                  </a:lnTo>
                  <a:cubicBezTo>
                    <a:pt x="17" y="164"/>
                    <a:pt x="17" y="180"/>
                    <a:pt x="34" y="180"/>
                  </a:cubicBezTo>
                  <a:cubicBezTo>
                    <a:pt x="58" y="195"/>
                    <a:pt x="81" y="203"/>
                    <a:pt x="104" y="203"/>
                  </a:cubicBezTo>
                  <a:cubicBezTo>
                    <a:pt x="133" y="203"/>
                    <a:pt x="161" y="191"/>
                    <a:pt x="190" y="164"/>
                  </a:cubicBezTo>
                  <a:cubicBezTo>
                    <a:pt x="207" y="143"/>
                    <a:pt x="207" y="126"/>
                    <a:pt x="207" y="93"/>
                  </a:cubicBezTo>
                  <a:cubicBezTo>
                    <a:pt x="207" y="60"/>
                    <a:pt x="190" y="40"/>
                    <a:pt x="174" y="23"/>
                  </a:cubicBezTo>
                  <a:cubicBezTo>
                    <a:pt x="150" y="9"/>
                    <a:pt x="123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5" name="Google Shape;16425;p41"/>
            <p:cNvSpPr/>
            <p:nvPr/>
          </p:nvSpPr>
          <p:spPr>
            <a:xfrm>
              <a:off x="4060050" y="295920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21" y="0"/>
                  </a:moveTo>
                  <a:cubicBezTo>
                    <a:pt x="67" y="0"/>
                    <a:pt x="1" y="33"/>
                    <a:pt x="1" y="87"/>
                  </a:cubicBezTo>
                  <a:lnTo>
                    <a:pt x="1" y="137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4" y="190"/>
                    <a:pt x="50" y="207"/>
                    <a:pt x="83" y="207"/>
                  </a:cubicBezTo>
                  <a:cubicBezTo>
                    <a:pt x="94" y="211"/>
                    <a:pt x="103" y="213"/>
                    <a:pt x="112" y="213"/>
                  </a:cubicBezTo>
                  <a:cubicBezTo>
                    <a:pt x="132" y="213"/>
                    <a:pt x="147" y="202"/>
                    <a:pt x="170" y="190"/>
                  </a:cubicBezTo>
                  <a:cubicBezTo>
                    <a:pt x="187" y="174"/>
                    <a:pt x="207" y="157"/>
                    <a:pt x="207" y="120"/>
                  </a:cubicBezTo>
                  <a:cubicBezTo>
                    <a:pt x="224" y="71"/>
                    <a:pt x="170" y="17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6" name="Google Shape;16426;p41"/>
            <p:cNvSpPr/>
            <p:nvPr/>
          </p:nvSpPr>
          <p:spPr>
            <a:xfrm>
              <a:off x="4075925" y="30077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67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20"/>
                  </a:cubicBezTo>
                  <a:lnTo>
                    <a:pt x="17" y="136"/>
                  </a:lnTo>
                  <a:cubicBezTo>
                    <a:pt x="17" y="153"/>
                    <a:pt x="17" y="153"/>
                    <a:pt x="34" y="174"/>
                  </a:cubicBezTo>
                  <a:cubicBezTo>
                    <a:pt x="50" y="190"/>
                    <a:pt x="67" y="207"/>
                    <a:pt x="104" y="207"/>
                  </a:cubicBezTo>
                  <a:cubicBezTo>
                    <a:pt x="120" y="207"/>
                    <a:pt x="153" y="207"/>
                    <a:pt x="170" y="190"/>
                  </a:cubicBezTo>
                  <a:cubicBezTo>
                    <a:pt x="191" y="174"/>
                    <a:pt x="207" y="153"/>
                    <a:pt x="224" y="120"/>
                  </a:cubicBezTo>
                  <a:cubicBezTo>
                    <a:pt x="224" y="103"/>
                    <a:pt x="207" y="70"/>
                    <a:pt x="207" y="50"/>
                  </a:cubicBezTo>
                  <a:cubicBezTo>
                    <a:pt x="191" y="33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7" name="Google Shape;16427;p41"/>
            <p:cNvSpPr/>
            <p:nvPr/>
          </p:nvSpPr>
          <p:spPr>
            <a:xfrm>
              <a:off x="4053150" y="29856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7" y="0"/>
                  </a:moveTo>
                  <a:cubicBezTo>
                    <a:pt x="113" y="0"/>
                    <a:pt x="100" y="2"/>
                    <a:pt x="87" y="6"/>
                  </a:cubicBezTo>
                  <a:cubicBezTo>
                    <a:pt x="34" y="27"/>
                    <a:pt x="1" y="93"/>
                    <a:pt x="34" y="146"/>
                  </a:cubicBezTo>
                  <a:cubicBezTo>
                    <a:pt x="46" y="183"/>
                    <a:pt x="79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23" y="179"/>
                    <a:pt x="240" y="130"/>
                    <a:pt x="223" y="60"/>
                  </a:cubicBez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8" name="Google Shape;16428;p41"/>
            <p:cNvSpPr/>
            <p:nvPr/>
          </p:nvSpPr>
          <p:spPr>
            <a:xfrm>
              <a:off x="4055725" y="29720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4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cubicBezTo>
                    <a:pt x="17" y="158"/>
                    <a:pt x="17" y="158"/>
                    <a:pt x="34" y="174"/>
                  </a:cubicBezTo>
                  <a:cubicBezTo>
                    <a:pt x="50" y="191"/>
                    <a:pt x="71" y="207"/>
                    <a:pt x="104" y="207"/>
                  </a:cubicBezTo>
                  <a:cubicBezTo>
                    <a:pt x="111" y="209"/>
                    <a:pt x="117" y="210"/>
                    <a:pt x="124" y="210"/>
                  </a:cubicBezTo>
                  <a:cubicBezTo>
                    <a:pt x="167" y="210"/>
                    <a:pt x="209" y="167"/>
                    <a:pt x="223" y="120"/>
                  </a:cubicBezTo>
                  <a:cubicBezTo>
                    <a:pt x="223" y="104"/>
                    <a:pt x="207" y="71"/>
                    <a:pt x="190" y="54"/>
                  </a:cubicBezTo>
                  <a:cubicBezTo>
                    <a:pt x="174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9" name="Google Shape;16429;p41"/>
            <p:cNvSpPr/>
            <p:nvPr/>
          </p:nvSpPr>
          <p:spPr>
            <a:xfrm>
              <a:off x="4043675" y="2965075"/>
              <a:ext cx="5600" cy="5425"/>
            </a:xfrm>
            <a:custGeom>
              <a:avLst/>
              <a:gdLst/>
              <a:ahLst/>
              <a:cxnLst/>
              <a:rect l="l" t="t" r="r" b="b"/>
              <a:pathLst>
                <a:path w="224" h="217" extrusionOk="0">
                  <a:moveTo>
                    <a:pt x="96" y="1"/>
                  </a:moveTo>
                  <a:cubicBezTo>
                    <a:pt x="87" y="1"/>
                    <a:pt x="79" y="2"/>
                    <a:pt x="71" y="5"/>
                  </a:cubicBezTo>
                  <a:cubicBezTo>
                    <a:pt x="17" y="42"/>
                    <a:pt x="0" y="91"/>
                    <a:pt x="17" y="145"/>
                  </a:cubicBezTo>
                  <a:cubicBezTo>
                    <a:pt x="34" y="185"/>
                    <a:pt x="80" y="217"/>
                    <a:pt x="125" y="217"/>
                  </a:cubicBezTo>
                  <a:cubicBezTo>
                    <a:pt x="136" y="217"/>
                    <a:pt x="147" y="215"/>
                    <a:pt x="157" y="211"/>
                  </a:cubicBezTo>
                  <a:cubicBezTo>
                    <a:pt x="207" y="178"/>
                    <a:pt x="223" y="128"/>
                    <a:pt x="207" y="75"/>
                  </a:cubicBezTo>
                  <a:cubicBezTo>
                    <a:pt x="193" y="33"/>
                    <a:pt x="142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0" name="Google Shape;16430;p41"/>
            <p:cNvSpPr/>
            <p:nvPr/>
          </p:nvSpPr>
          <p:spPr>
            <a:xfrm>
              <a:off x="4029150" y="308072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03" y="0"/>
                  </a:moveTo>
                  <a:cubicBezTo>
                    <a:pt x="66" y="0"/>
                    <a:pt x="50" y="17"/>
                    <a:pt x="33" y="37"/>
                  </a:cubicBezTo>
                  <a:cubicBezTo>
                    <a:pt x="17" y="54"/>
                    <a:pt x="0" y="87"/>
                    <a:pt x="17" y="103"/>
                  </a:cubicBezTo>
                  <a:lnTo>
                    <a:pt x="17" y="141"/>
                  </a:lnTo>
                  <a:cubicBezTo>
                    <a:pt x="17" y="157"/>
                    <a:pt x="33" y="174"/>
                    <a:pt x="50" y="174"/>
                  </a:cubicBezTo>
                  <a:cubicBezTo>
                    <a:pt x="74" y="188"/>
                    <a:pt x="97" y="197"/>
                    <a:pt x="118" y="197"/>
                  </a:cubicBezTo>
                  <a:cubicBezTo>
                    <a:pt x="144" y="197"/>
                    <a:pt x="167" y="184"/>
                    <a:pt x="186" y="157"/>
                  </a:cubicBezTo>
                  <a:cubicBezTo>
                    <a:pt x="239" y="120"/>
                    <a:pt x="223" y="54"/>
                    <a:pt x="186" y="17"/>
                  </a:cubicBezTo>
                  <a:cubicBezTo>
                    <a:pt x="153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1" name="Google Shape;16431;p41"/>
            <p:cNvSpPr/>
            <p:nvPr/>
          </p:nvSpPr>
          <p:spPr>
            <a:xfrm>
              <a:off x="4031200" y="3050500"/>
              <a:ext cx="5700" cy="5400"/>
            </a:xfrm>
            <a:custGeom>
              <a:avLst/>
              <a:gdLst/>
              <a:ahLst/>
              <a:cxnLst/>
              <a:rect l="l" t="t" r="r" b="b"/>
              <a:pathLst>
                <a:path w="228" h="216" extrusionOk="0">
                  <a:moveTo>
                    <a:pt x="113" y="0"/>
                  </a:moveTo>
                  <a:cubicBezTo>
                    <a:pt x="85" y="0"/>
                    <a:pt x="56" y="13"/>
                    <a:pt x="38" y="43"/>
                  </a:cubicBezTo>
                  <a:cubicBezTo>
                    <a:pt x="21" y="59"/>
                    <a:pt x="1" y="92"/>
                    <a:pt x="1" y="113"/>
                  </a:cubicBezTo>
                  <a:cubicBezTo>
                    <a:pt x="21" y="129"/>
                    <a:pt x="21" y="129"/>
                    <a:pt x="21" y="146"/>
                  </a:cubicBezTo>
                  <a:cubicBezTo>
                    <a:pt x="21" y="162"/>
                    <a:pt x="38" y="179"/>
                    <a:pt x="54" y="179"/>
                  </a:cubicBezTo>
                  <a:cubicBezTo>
                    <a:pt x="71" y="195"/>
                    <a:pt x="104" y="216"/>
                    <a:pt x="124" y="216"/>
                  </a:cubicBezTo>
                  <a:cubicBezTo>
                    <a:pt x="157" y="195"/>
                    <a:pt x="174" y="195"/>
                    <a:pt x="190" y="162"/>
                  </a:cubicBezTo>
                  <a:cubicBezTo>
                    <a:pt x="207" y="146"/>
                    <a:pt x="227" y="129"/>
                    <a:pt x="227" y="92"/>
                  </a:cubicBezTo>
                  <a:cubicBezTo>
                    <a:pt x="207" y="59"/>
                    <a:pt x="207" y="43"/>
                    <a:pt x="174" y="26"/>
                  </a:cubicBezTo>
                  <a:cubicBezTo>
                    <a:pt x="159" y="9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2" name="Google Shape;16432;p41"/>
            <p:cNvSpPr/>
            <p:nvPr/>
          </p:nvSpPr>
          <p:spPr>
            <a:xfrm>
              <a:off x="4035950" y="311297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87" y="1"/>
                  </a:moveTo>
                  <a:cubicBezTo>
                    <a:pt x="70" y="1"/>
                    <a:pt x="37" y="17"/>
                    <a:pt x="17" y="34"/>
                  </a:cubicBezTo>
                  <a:cubicBezTo>
                    <a:pt x="0" y="50"/>
                    <a:pt x="0" y="87"/>
                    <a:pt x="0" y="120"/>
                  </a:cubicBezTo>
                  <a:lnTo>
                    <a:pt x="0" y="137"/>
                  </a:lnTo>
                  <a:cubicBezTo>
                    <a:pt x="17" y="153"/>
                    <a:pt x="17" y="170"/>
                    <a:pt x="37" y="191"/>
                  </a:cubicBezTo>
                  <a:cubicBezTo>
                    <a:pt x="56" y="203"/>
                    <a:pt x="77" y="208"/>
                    <a:pt x="99" y="208"/>
                  </a:cubicBezTo>
                  <a:cubicBezTo>
                    <a:pt x="134" y="208"/>
                    <a:pt x="169" y="193"/>
                    <a:pt x="190" y="170"/>
                  </a:cubicBezTo>
                  <a:cubicBezTo>
                    <a:pt x="206" y="137"/>
                    <a:pt x="206" y="120"/>
                    <a:pt x="206" y="87"/>
                  </a:cubicBezTo>
                  <a:cubicBezTo>
                    <a:pt x="206" y="67"/>
                    <a:pt x="190" y="34"/>
                    <a:pt x="173" y="17"/>
                  </a:cubicBezTo>
                  <a:cubicBezTo>
                    <a:pt x="140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3" name="Google Shape;16433;p41"/>
            <p:cNvSpPr/>
            <p:nvPr/>
          </p:nvSpPr>
          <p:spPr>
            <a:xfrm>
              <a:off x="4029150" y="3064750"/>
              <a:ext cx="5575" cy="5025"/>
            </a:xfrm>
            <a:custGeom>
              <a:avLst/>
              <a:gdLst/>
              <a:ahLst/>
              <a:cxnLst/>
              <a:rect l="l" t="t" r="r" b="b"/>
              <a:pathLst>
                <a:path w="223" h="201" extrusionOk="0">
                  <a:moveTo>
                    <a:pt x="93" y="0"/>
                  </a:moveTo>
                  <a:cubicBezTo>
                    <a:pt x="50" y="0"/>
                    <a:pt x="14" y="33"/>
                    <a:pt x="0" y="91"/>
                  </a:cubicBezTo>
                  <a:cubicBezTo>
                    <a:pt x="0" y="108"/>
                    <a:pt x="0" y="124"/>
                    <a:pt x="17" y="141"/>
                  </a:cubicBezTo>
                  <a:lnTo>
                    <a:pt x="17" y="161"/>
                  </a:lnTo>
                  <a:cubicBezTo>
                    <a:pt x="33" y="178"/>
                    <a:pt x="66" y="194"/>
                    <a:pt x="83" y="194"/>
                  </a:cubicBezTo>
                  <a:cubicBezTo>
                    <a:pt x="93" y="199"/>
                    <a:pt x="104" y="201"/>
                    <a:pt x="114" y="201"/>
                  </a:cubicBezTo>
                  <a:cubicBezTo>
                    <a:pt x="138" y="201"/>
                    <a:pt x="158" y="189"/>
                    <a:pt x="169" y="178"/>
                  </a:cubicBezTo>
                  <a:cubicBezTo>
                    <a:pt x="186" y="161"/>
                    <a:pt x="206" y="141"/>
                    <a:pt x="206" y="108"/>
                  </a:cubicBezTo>
                  <a:cubicBezTo>
                    <a:pt x="223" y="91"/>
                    <a:pt x="206" y="58"/>
                    <a:pt x="186" y="37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1" y="2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4" name="Google Shape;16434;p41"/>
            <p:cNvSpPr/>
            <p:nvPr/>
          </p:nvSpPr>
          <p:spPr>
            <a:xfrm>
              <a:off x="4033375" y="30365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40" y="1"/>
                  </a:moveTo>
                  <a:cubicBezTo>
                    <a:pt x="103" y="1"/>
                    <a:pt x="70" y="1"/>
                    <a:pt x="54" y="17"/>
                  </a:cubicBezTo>
                  <a:cubicBezTo>
                    <a:pt x="37" y="34"/>
                    <a:pt x="17" y="71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17" y="157"/>
                    <a:pt x="17" y="157"/>
                    <a:pt x="37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0" y="209"/>
                    <a:pt x="117" y="210"/>
                    <a:pt x="124" y="210"/>
                  </a:cubicBezTo>
                  <a:cubicBezTo>
                    <a:pt x="169" y="210"/>
                    <a:pt x="209" y="167"/>
                    <a:pt x="223" y="120"/>
                  </a:cubicBezTo>
                  <a:cubicBezTo>
                    <a:pt x="223" y="104"/>
                    <a:pt x="223" y="71"/>
                    <a:pt x="206" y="54"/>
                  </a:cubicBezTo>
                  <a:cubicBezTo>
                    <a:pt x="190" y="17"/>
                    <a:pt x="157" y="17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5" name="Google Shape;16435;p41"/>
            <p:cNvSpPr/>
            <p:nvPr/>
          </p:nvSpPr>
          <p:spPr>
            <a:xfrm>
              <a:off x="4043250" y="305795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1" y="0"/>
                  </a:moveTo>
                  <a:cubicBezTo>
                    <a:pt x="55" y="0"/>
                    <a:pt x="1" y="37"/>
                    <a:pt x="1" y="87"/>
                  </a:cubicBezTo>
                  <a:lnTo>
                    <a:pt x="1" y="140"/>
                  </a:lnTo>
                  <a:cubicBezTo>
                    <a:pt x="1" y="157"/>
                    <a:pt x="17" y="157"/>
                    <a:pt x="17" y="173"/>
                  </a:cubicBezTo>
                  <a:cubicBezTo>
                    <a:pt x="34" y="190"/>
                    <a:pt x="55" y="206"/>
                    <a:pt x="88" y="206"/>
                  </a:cubicBezTo>
                  <a:cubicBezTo>
                    <a:pt x="137" y="206"/>
                    <a:pt x="191" y="173"/>
                    <a:pt x="207" y="124"/>
                  </a:cubicBezTo>
                  <a:cubicBezTo>
                    <a:pt x="207" y="87"/>
                    <a:pt x="207" y="70"/>
                    <a:pt x="191" y="54"/>
                  </a:cubicBezTo>
                  <a:cubicBezTo>
                    <a:pt x="174" y="21"/>
                    <a:pt x="137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6" name="Google Shape;16436;p41"/>
            <p:cNvSpPr/>
            <p:nvPr/>
          </p:nvSpPr>
          <p:spPr>
            <a:xfrm>
              <a:off x="4041500" y="3072000"/>
              <a:ext cx="5700" cy="5350"/>
            </a:xfrm>
            <a:custGeom>
              <a:avLst/>
              <a:gdLst/>
              <a:ahLst/>
              <a:cxnLst/>
              <a:rect l="l" t="t" r="r" b="b"/>
              <a:pathLst>
                <a:path w="228" h="214" extrusionOk="0">
                  <a:moveTo>
                    <a:pt x="104" y="0"/>
                  </a:moveTo>
                  <a:cubicBezTo>
                    <a:pt x="86" y="0"/>
                    <a:pt x="66" y="12"/>
                    <a:pt x="54" y="24"/>
                  </a:cubicBezTo>
                  <a:cubicBezTo>
                    <a:pt x="21" y="40"/>
                    <a:pt x="1" y="57"/>
                    <a:pt x="1" y="94"/>
                  </a:cubicBezTo>
                  <a:cubicBezTo>
                    <a:pt x="1" y="110"/>
                    <a:pt x="1" y="127"/>
                    <a:pt x="21" y="143"/>
                  </a:cubicBezTo>
                  <a:lnTo>
                    <a:pt x="21" y="160"/>
                  </a:lnTo>
                  <a:cubicBezTo>
                    <a:pt x="38" y="180"/>
                    <a:pt x="71" y="197"/>
                    <a:pt x="87" y="213"/>
                  </a:cubicBezTo>
                  <a:cubicBezTo>
                    <a:pt x="158" y="213"/>
                    <a:pt x="207" y="180"/>
                    <a:pt x="207" y="127"/>
                  </a:cubicBezTo>
                  <a:cubicBezTo>
                    <a:pt x="228" y="94"/>
                    <a:pt x="207" y="57"/>
                    <a:pt x="191" y="40"/>
                  </a:cubicBezTo>
                  <a:cubicBezTo>
                    <a:pt x="174" y="24"/>
                    <a:pt x="158" y="7"/>
                    <a:pt x="125" y="7"/>
                  </a:cubicBezTo>
                  <a:cubicBezTo>
                    <a:pt x="119" y="2"/>
                    <a:pt x="111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7" name="Google Shape;16437;p41"/>
            <p:cNvSpPr/>
            <p:nvPr/>
          </p:nvSpPr>
          <p:spPr>
            <a:xfrm>
              <a:off x="4039450" y="30883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0" y="1"/>
                  </a:moveTo>
                  <a:cubicBezTo>
                    <a:pt x="54" y="1"/>
                    <a:pt x="15" y="47"/>
                    <a:pt x="0" y="90"/>
                  </a:cubicBezTo>
                  <a:lnTo>
                    <a:pt x="0" y="144"/>
                  </a:lnTo>
                  <a:lnTo>
                    <a:pt x="17" y="160"/>
                  </a:lnTo>
                  <a:cubicBezTo>
                    <a:pt x="33" y="193"/>
                    <a:pt x="66" y="210"/>
                    <a:pt x="83" y="210"/>
                  </a:cubicBezTo>
                  <a:cubicBezTo>
                    <a:pt x="120" y="210"/>
                    <a:pt x="136" y="210"/>
                    <a:pt x="169" y="193"/>
                  </a:cubicBezTo>
                  <a:cubicBezTo>
                    <a:pt x="186" y="177"/>
                    <a:pt x="207" y="144"/>
                    <a:pt x="207" y="123"/>
                  </a:cubicBezTo>
                  <a:cubicBezTo>
                    <a:pt x="207" y="90"/>
                    <a:pt x="207" y="74"/>
                    <a:pt x="186" y="41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3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8" name="Google Shape;16438;p41"/>
            <p:cNvSpPr/>
            <p:nvPr/>
          </p:nvSpPr>
          <p:spPr>
            <a:xfrm>
              <a:off x="4035950" y="30997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31" y="0"/>
                  </a:moveTo>
                  <a:cubicBezTo>
                    <a:pt x="117" y="0"/>
                    <a:pt x="102" y="5"/>
                    <a:pt x="87" y="15"/>
                  </a:cubicBezTo>
                  <a:cubicBezTo>
                    <a:pt x="37" y="32"/>
                    <a:pt x="0" y="81"/>
                    <a:pt x="17" y="135"/>
                  </a:cubicBezTo>
                  <a:cubicBezTo>
                    <a:pt x="37" y="152"/>
                    <a:pt x="37" y="168"/>
                    <a:pt x="54" y="185"/>
                  </a:cubicBezTo>
                  <a:cubicBezTo>
                    <a:pt x="77" y="199"/>
                    <a:pt x="101" y="212"/>
                    <a:pt x="126" y="212"/>
                  </a:cubicBezTo>
                  <a:cubicBezTo>
                    <a:pt x="136" y="212"/>
                    <a:pt x="146" y="210"/>
                    <a:pt x="157" y="205"/>
                  </a:cubicBezTo>
                  <a:cubicBezTo>
                    <a:pt x="190" y="185"/>
                    <a:pt x="223" y="152"/>
                    <a:pt x="223" y="119"/>
                  </a:cubicBezTo>
                  <a:lnTo>
                    <a:pt x="223" y="65"/>
                  </a:lnTo>
                  <a:cubicBezTo>
                    <a:pt x="199" y="30"/>
                    <a:pt x="167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9" name="Google Shape;16439;p41"/>
            <p:cNvSpPr/>
            <p:nvPr/>
          </p:nvSpPr>
          <p:spPr>
            <a:xfrm>
              <a:off x="4089225" y="30009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9" y="0"/>
                  </a:moveTo>
                  <a:cubicBezTo>
                    <a:pt x="115" y="0"/>
                    <a:pt x="101" y="5"/>
                    <a:pt x="87" y="14"/>
                  </a:cubicBezTo>
                  <a:cubicBezTo>
                    <a:pt x="17" y="34"/>
                    <a:pt x="1" y="84"/>
                    <a:pt x="17" y="137"/>
                  </a:cubicBezTo>
                  <a:cubicBezTo>
                    <a:pt x="17" y="154"/>
                    <a:pt x="34" y="170"/>
                    <a:pt x="50" y="187"/>
                  </a:cubicBezTo>
                  <a:cubicBezTo>
                    <a:pt x="65" y="198"/>
                    <a:pt x="94" y="210"/>
                    <a:pt x="121" y="210"/>
                  </a:cubicBezTo>
                  <a:cubicBezTo>
                    <a:pt x="133" y="210"/>
                    <a:pt x="144" y="208"/>
                    <a:pt x="153" y="203"/>
                  </a:cubicBezTo>
                  <a:cubicBezTo>
                    <a:pt x="190" y="187"/>
                    <a:pt x="223" y="154"/>
                    <a:pt x="223" y="117"/>
                  </a:cubicBezTo>
                  <a:lnTo>
                    <a:pt x="223" y="67"/>
                  </a:lnTo>
                  <a:cubicBezTo>
                    <a:pt x="200" y="28"/>
                    <a:pt x="165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0" name="Google Shape;16440;p41"/>
            <p:cNvSpPr/>
            <p:nvPr/>
          </p:nvSpPr>
          <p:spPr>
            <a:xfrm>
              <a:off x="4096150" y="295920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36" y="0"/>
                  </a:moveTo>
                  <a:cubicBezTo>
                    <a:pt x="66" y="0"/>
                    <a:pt x="17" y="33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17" y="157"/>
                    <a:pt x="17" y="157"/>
                    <a:pt x="33" y="174"/>
                  </a:cubicBezTo>
                  <a:cubicBezTo>
                    <a:pt x="49" y="190"/>
                    <a:pt x="66" y="207"/>
                    <a:pt x="103" y="207"/>
                  </a:cubicBezTo>
                  <a:cubicBezTo>
                    <a:pt x="153" y="207"/>
                    <a:pt x="206" y="174"/>
                    <a:pt x="223" y="120"/>
                  </a:cubicBezTo>
                  <a:cubicBezTo>
                    <a:pt x="223" y="87"/>
                    <a:pt x="223" y="71"/>
                    <a:pt x="206" y="33"/>
                  </a:cubicBezTo>
                  <a:cubicBezTo>
                    <a:pt x="186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1" name="Google Shape;16441;p41"/>
            <p:cNvSpPr/>
            <p:nvPr/>
          </p:nvSpPr>
          <p:spPr>
            <a:xfrm>
              <a:off x="4094800" y="2973200"/>
              <a:ext cx="5175" cy="5400"/>
            </a:xfrm>
            <a:custGeom>
              <a:avLst/>
              <a:gdLst/>
              <a:ahLst/>
              <a:cxnLst/>
              <a:rect l="l" t="t" r="r" b="b"/>
              <a:pathLst>
                <a:path w="207" h="216" extrusionOk="0">
                  <a:moveTo>
                    <a:pt x="94" y="1"/>
                  </a:moveTo>
                  <a:cubicBezTo>
                    <a:pt x="75" y="1"/>
                    <a:pt x="59" y="14"/>
                    <a:pt x="33" y="26"/>
                  </a:cubicBezTo>
                  <a:cubicBezTo>
                    <a:pt x="17" y="42"/>
                    <a:pt x="0" y="59"/>
                    <a:pt x="0" y="92"/>
                  </a:cubicBezTo>
                  <a:lnTo>
                    <a:pt x="0" y="146"/>
                  </a:lnTo>
                  <a:cubicBezTo>
                    <a:pt x="17" y="146"/>
                    <a:pt x="17" y="162"/>
                    <a:pt x="17" y="162"/>
                  </a:cubicBezTo>
                  <a:cubicBezTo>
                    <a:pt x="33" y="178"/>
                    <a:pt x="71" y="195"/>
                    <a:pt x="87" y="216"/>
                  </a:cubicBezTo>
                  <a:cubicBezTo>
                    <a:pt x="136" y="216"/>
                    <a:pt x="207" y="178"/>
                    <a:pt x="207" y="113"/>
                  </a:cubicBezTo>
                  <a:cubicBezTo>
                    <a:pt x="207" y="92"/>
                    <a:pt x="207" y="59"/>
                    <a:pt x="190" y="42"/>
                  </a:cubicBezTo>
                  <a:cubicBezTo>
                    <a:pt x="174" y="26"/>
                    <a:pt x="157" y="9"/>
                    <a:pt x="120" y="9"/>
                  </a:cubicBezTo>
                  <a:cubicBezTo>
                    <a:pt x="110" y="3"/>
                    <a:pt x="102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2" name="Google Shape;16442;p41"/>
            <p:cNvSpPr/>
            <p:nvPr/>
          </p:nvSpPr>
          <p:spPr>
            <a:xfrm>
              <a:off x="4097775" y="2943325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1" y="1"/>
                  </a:moveTo>
                  <a:cubicBezTo>
                    <a:pt x="88" y="1"/>
                    <a:pt x="55" y="1"/>
                    <a:pt x="38" y="34"/>
                  </a:cubicBezTo>
                  <a:cubicBezTo>
                    <a:pt x="17" y="34"/>
                    <a:pt x="1" y="71"/>
                    <a:pt x="1" y="87"/>
                  </a:cubicBezTo>
                  <a:lnTo>
                    <a:pt x="1" y="137"/>
                  </a:lnTo>
                  <a:cubicBezTo>
                    <a:pt x="17" y="174"/>
                    <a:pt x="55" y="190"/>
                    <a:pt x="88" y="207"/>
                  </a:cubicBezTo>
                  <a:lnTo>
                    <a:pt x="104" y="207"/>
                  </a:lnTo>
                  <a:cubicBezTo>
                    <a:pt x="158" y="207"/>
                    <a:pt x="207" y="174"/>
                    <a:pt x="207" y="120"/>
                  </a:cubicBezTo>
                  <a:cubicBezTo>
                    <a:pt x="207" y="87"/>
                    <a:pt x="207" y="71"/>
                    <a:pt x="191" y="34"/>
                  </a:cubicBezTo>
                  <a:cubicBezTo>
                    <a:pt x="174" y="17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3" name="Google Shape;16443;p41"/>
            <p:cNvSpPr/>
            <p:nvPr/>
          </p:nvSpPr>
          <p:spPr>
            <a:xfrm>
              <a:off x="4075000" y="3021450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25" y="1"/>
                  </a:moveTo>
                  <a:cubicBezTo>
                    <a:pt x="71" y="1"/>
                    <a:pt x="21" y="38"/>
                    <a:pt x="1" y="87"/>
                  </a:cubicBezTo>
                  <a:cubicBezTo>
                    <a:pt x="1" y="104"/>
                    <a:pt x="1" y="120"/>
                    <a:pt x="21" y="141"/>
                  </a:cubicBezTo>
                  <a:lnTo>
                    <a:pt x="21" y="174"/>
                  </a:lnTo>
                  <a:cubicBezTo>
                    <a:pt x="38" y="190"/>
                    <a:pt x="71" y="207"/>
                    <a:pt x="87" y="207"/>
                  </a:cubicBezTo>
                  <a:cubicBezTo>
                    <a:pt x="97" y="209"/>
                    <a:pt x="106" y="210"/>
                    <a:pt x="114" y="210"/>
                  </a:cubicBezTo>
                  <a:cubicBezTo>
                    <a:pt x="170" y="210"/>
                    <a:pt x="207" y="167"/>
                    <a:pt x="207" y="120"/>
                  </a:cubicBezTo>
                  <a:cubicBezTo>
                    <a:pt x="228" y="87"/>
                    <a:pt x="207" y="71"/>
                    <a:pt x="190" y="54"/>
                  </a:cubicBezTo>
                  <a:cubicBezTo>
                    <a:pt x="174" y="17"/>
                    <a:pt x="157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4" name="Google Shape;16444;p41"/>
            <p:cNvSpPr/>
            <p:nvPr/>
          </p:nvSpPr>
          <p:spPr>
            <a:xfrm>
              <a:off x="4092625" y="29896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0" y="1"/>
                  </a:moveTo>
                  <a:cubicBezTo>
                    <a:pt x="57" y="1"/>
                    <a:pt x="15" y="44"/>
                    <a:pt x="1" y="90"/>
                  </a:cubicBezTo>
                  <a:lnTo>
                    <a:pt x="1" y="140"/>
                  </a:lnTo>
                  <a:lnTo>
                    <a:pt x="17" y="156"/>
                  </a:lnTo>
                  <a:cubicBezTo>
                    <a:pt x="38" y="194"/>
                    <a:pt x="54" y="210"/>
                    <a:pt x="87" y="210"/>
                  </a:cubicBezTo>
                  <a:cubicBezTo>
                    <a:pt x="120" y="210"/>
                    <a:pt x="141" y="210"/>
                    <a:pt x="174" y="194"/>
                  </a:cubicBezTo>
                  <a:cubicBezTo>
                    <a:pt x="190" y="177"/>
                    <a:pt x="207" y="140"/>
                    <a:pt x="207" y="123"/>
                  </a:cubicBezTo>
                  <a:cubicBezTo>
                    <a:pt x="207" y="90"/>
                    <a:pt x="207" y="74"/>
                    <a:pt x="190" y="37"/>
                  </a:cubicBezTo>
                  <a:cubicBezTo>
                    <a:pt x="174" y="20"/>
                    <a:pt x="158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5" name="Google Shape;16445;p41"/>
            <p:cNvSpPr/>
            <p:nvPr/>
          </p:nvSpPr>
          <p:spPr>
            <a:xfrm>
              <a:off x="4015750" y="3070700"/>
              <a:ext cx="5175" cy="5050"/>
            </a:xfrm>
            <a:custGeom>
              <a:avLst/>
              <a:gdLst/>
              <a:ahLst/>
              <a:cxnLst/>
              <a:rect l="l" t="t" r="r" b="b"/>
              <a:pathLst>
                <a:path w="207" h="202" extrusionOk="0">
                  <a:moveTo>
                    <a:pt x="99" y="0"/>
                  </a:moveTo>
                  <a:cubicBezTo>
                    <a:pt x="68" y="0"/>
                    <a:pt x="39" y="13"/>
                    <a:pt x="21" y="43"/>
                  </a:cubicBezTo>
                  <a:cubicBezTo>
                    <a:pt x="0" y="59"/>
                    <a:pt x="0" y="92"/>
                    <a:pt x="0" y="109"/>
                  </a:cubicBezTo>
                  <a:lnTo>
                    <a:pt x="0" y="146"/>
                  </a:lnTo>
                  <a:cubicBezTo>
                    <a:pt x="21" y="162"/>
                    <a:pt x="21" y="179"/>
                    <a:pt x="37" y="179"/>
                  </a:cubicBezTo>
                  <a:cubicBezTo>
                    <a:pt x="59" y="194"/>
                    <a:pt x="86" y="202"/>
                    <a:pt x="111" y="202"/>
                  </a:cubicBezTo>
                  <a:cubicBezTo>
                    <a:pt x="142" y="202"/>
                    <a:pt x="172" y="190"/>
                    <a:pt x="190" y="162"/>
                  </a:cubicBezTo>
                  <a:cubicBezTo>
                    <a:pt x="206" y="146"/>
                    <a:pt x="206" y="129"/>
                    <a:pt x="206" y="92"/>
                  </a:cubicBezTo>
                  <a:cubicBezTo>
                    <a:pt x="206" y="59"/>
                    <a:pt x="190" y="43"/>
                    <a:pt x="173" y="26"/>
                  </a:cubicBezTo>
                  <a:cubicBezTo>
                    <a:pt x="151" y="9"/>
                    <a:pt x="124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6" name="Google Shape;16446;p41"/>
            <p:cNvSpPr/>
            <p:nvPr/>
          </p:nvSpPr>
          <p:spPr>
            <a:xfrm>
              <a:off x="4019250" y="30567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66" y="1"/>
                    <a:pt x="17" y="34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3" y="190"/>
                    <a:pt x="66" y="207"/>
                    <a:pt x="87" y="207"/>
                  </a:cubicBezTo>
                  <a:cubicBezTo>
                    <a:pt x="120" y="207"/>
                    <a:pt x="136" y="207"/>
                    <a:pt x="169" y="190"/>
                  </a:cubicBezTo>
                  <a:cubicBezTo>
                    <a:pt x="190" y="174"/>
                    <a:pt x="206" y="153"/>
                    <a:pt x="206" y="120"/>
                  </a:cubicBezTo>
                  <a:cubicBezTo>
                    <a:pt x="206" y="87"/>
                    <a:pt x="206" y="71"/>
                    <a:pt x="190" y="34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7" name="Google Shape;16447;p41"/>
            <p:cNvSpPr/>
            <p:nvPr/>
          </p:nvSpPr>
          <p:spPr>
            <a:xfrm>
              <a:off x="4046675" y="3030375"/>
              <a:ext cx="5675" cy="5075"/>
            </a:xfrm>
            <a:custGeom>
              <a:avLst/>
              <a:gdLst/>
              <a:ahLst/>
              <a:cxnLst/>
              <a:rect l="l" t="t" r="r" b="b"/>
              <a:pathLst>
                <a:path w="227" h="203" extrusionOk="0">
                  <a:moveTo>
                    <a:pt x="113" y="0"/>
                  </a:moveTo>
                  <a:cubicBezTo>
                    <a:pt x="85" y="0"/>
                    <a:pt x="55" y="12"/>
                    <a:pt x="37" y="40"/>
                  </a:cubicBezTo>
                  <a:cubicBezTo>
                    <a:pt x="21" y="56"/>
                    <a:pt x="0" y="93"/>
                    <a:pt x="21" y="110"/>
                  </a:cubicBezTo>
                  <a:lnTo>
                    <a:pt x="21" y="143"/>
                  </a:lnTo>
                  <a:cubicBezTo>
                    <a:pt x="21" y="159"/>
                    <a:pt x="37" y="176"/>
                    <a:pt x="54" y="176"/>
                  </a:cubicBezTo>
                  <a:cubicBezTo>
                    <a:pt x="65" y="190"/>
                    <a:pt x="86" y="203"/>
                    <a:pt x="104" y="203"/>
                  </a:cubicBezTo>
                  <a:cubicBezTo>
                    <a:pt x="111" y="203"/>
                    <a:pt x="118" y="201"/>
                    <a:pt x="124" y="196"/>
                  </a:cubicBezTo>
                  <a:cubicBezTo>
                    <a:pt x="157" y="196"/>
                    <a:pt x="173" y="196"/>
                    <a:pt x="190" y="159"/>
                  </a:cubicBezTo>
                  <a:cubicBezTo>
                    <a:pt x="206" y="143"/>
                    <a:pt x="227" y="110"/>
                    <a:pt x="227" y="93"/>
                  </a:cubicBezTo>
                  <a:cubicBezTo>
                    <a:pt x="227" y="56"/>
                    <a:pt x="206" y="40"/>
                    <a:pt x="173" y="23"/>
                  </a:cubicBezTo>
                  <a:cubicBezTo>
                    <a:pt x="158" y="8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8" name="Google Shape;16448;p41"/>
            <p:cNvSpPr/>
            <p:nvPr/>
          </p:nvSpPr>
          <p:spPr>
            <a:xfrm>
              <a:off x="4024400" y="30923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87" y="0"/>
                    <a:pt x="50" y="17"/>
                    <a:pt x="33" y="17"/>
                  </a:cubicBezTo>
                  <a:cubicBezTo>
                    <a:pt x="17" y="33"/>
                    <a:pt x="0" y="66"/>
                    <a:pt x="0" y="87"/>
                  </a:cubicBezTo>
                  <a:lnTo>
                    <a:pt x="0" y="136"/>
                  </a:lnTo>
                  <a:cubicBezTo>
                    <a:pt x="0" y="153"/>
                    <a:pt x="0" y="153"/>
                    <a:pt x="17" y="169"/>
                  </a:cubicBezTo>
                  <a:cubicBezTo>
                    <a:pt x="33" y="190"/>
                    <a:pt x="50" y="206"/>
                    <a:pt x="87" y="206"/>
                  </a:cubicBezTo>
                  <a:cubicBezTo>
                    <a:pt x="95" y="209"/>
                    <a:pt x="104" y="211"/>
                    <a:pt x="112" y="211"/>
                  </a:cubicBezTo>
                  <a:cubicBezTo>
                    <a:pt x="154" y="211"/>
                    <a:pt x="193" y="178"/>
                    <a:pt x="207" y="120"/>
                  </a:cubicBezTo>
                  <a:cubicBezTo>
                    <a:pt x="207" y="103"/>
                    <a:pt x="207" y="66"/>
                    <a:pt x="190" y="50"/>
                  </a:cubicBezTo>
                  <a:cubicBezTo>
                    <a:pt x="170" y="17"/>
                    <a:pt x="13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9" name="Google Shape;16449;p41"/>
            <p:cNvSpPr/>
            <p:nvPr/>
          </p:nvSpPr>
          <p:spPr>
            <a:xfrm>
              <a:off x="4055325" y="306742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1"/>
                  </a:moveTo>
                  <a:cubicBezTo>
                    <a:pt x="87" y="1"/>
                    <a:pt x="33" y="34"/>
                    <a:pt x="17" y="71"/>
                  </a:cubicBezTo>
                  <a:lnTo>
                    <a:pt x="17" y="104"/>
                  </a:lnTo>
                  <a:cubicBezTo>
                    <a:pt x="0" y="120"/>
                    <a:pt x="17" y="137"/>
                    <a:pt x="17" y="157"/>
                  </a:cubicBezTo>
                  <a:cubicBezTo>
                    <a:pt x="33" y="174"/>
                    <a:pt x="50" y="190"/>
                    <a:pt x="66" y="207"/>
                  </a:cubicBezTo>
                  <a:lnTo>
                    <a:pt x="103" y="207"/>
                  </a:lnTo>
                  <a:cubicBezTo>
                    <a:pt x="112" y="209"/>
                    <a:pt x="120" y="211"/>
                    <a:pt x="129" y="211"/>
                  </a:cubicBezTo>
                  <a:cubicBezTo>
                    <a:pt x="170" y="211"/>
                    <a:pt x="209" y="178"/>
                    <a:pt x="223" y="120"/>
                  </a:cubicBezTo>
                  <a:cubicBezTo>
                    <a:pt x="223" y="104"/>
                    <a:pt x="223" y="71"/>
                    <a:pt x="206" y="54"/>
                  </a:cubicBezTo>
                  <a:cubicBezTo>
                    <a:pt x="190" y="34"/>
                    <a:pt x="153" y="17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0" name="Google Shape;16450;p41"/>
            <p:cNvSpPr/>
            <p:nvPr/>
          </p:nvSpPr>
          <p:spPr>
            <a:xfrm>
              <a:off x="4056150" y="3132675"/>
              <a:ext cx="5175" cy="5400"/>
            </a:xfrm>
            <a:custGeom>
              <a:avLst/>
              <a:gdLst/>
              <a:ahLst/>
              <a:cxnLst/>
              <a:rect l="l" t="t" r="r" b="b"/>
              <a:pathLst>
                <a:path w="207" h="216" extrusionOk="0">
                  <a:moveTo>
                    <a:pt x="120" y="0"/>
                  </a:moveTo>
                  <a:cubicBezTo>
                    <a:pt x="70" y="0"/>
                    <a:pt x="0" y="37"/>
                    <a:pt x="0" y="87"/>
                  </a:cubicBezTo>
                  <a:lnTo>
                    <a:pt x="0" y="157"/>
                  </a:lnTo>
                  <a:lnTo>
                    <a:pt x="17" y="173"/>
                  </a:lnTo>
                  <a:cubicBezTo>
                    <a:pt x="33" y="190"/>
                    <a:pt x="54" y="206"/>
                    <a:pt x="87" y="206"/>
                  </a:cubicBezTo>
                  <a:cubicBezTo>
                    <a:pt x="97" y="213"/>
                    <a:pt x="105" y="215"/>
                    <a:pt x="113" y="215"/>
                  </a:cubicBezTo>
                  <a:cubicBezTo>
                    <a:pt x="132" y="215"/>
                    <a:pt x="147" y="202"/>
                    <a:pt x="173" y="190"/>
                  </a:cubicBezTo>
                  <a:cubicBezTo>
                    <a:pt x="190" y="173"/>
                    <a:pt x="206" y="157"/>
                    <a:pt x="206" y="124"/>
                  </a:cubicBezTo>
                  <a:cubicBezTo>
                    <a:pt x="206" y="103"/>
                    <a:pt x="206" y="70"/>
                    <a:pt x="190" y="54"/>
                  </a:cubicBezTo>
                  <a:cubicBezTo>
                    <a:pt x="173" y="37"/>
                    <a:pt x="157" y="2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1" name="Google Shape;16451;p41"/>
            <p:cNvSpPr/>
            <p:nvPr/>
          </p:nvSpPr>
          <p:spPr>
            <a:xfrm>
              <a:off x="4055725" y="30532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3" y="0"/>
                  </a:moveTo>
                  <a:cubicBezTo>
                    <a:pt x="91" y="0"/>
                    <a:pt x="57" y="16"/>
                    <a:pt x="34" y="37"/>
                  </a:cubicBezTo>
                  <a:cubicBezTo>
                    <a:pt x="17" y="53"/>
                    <a:pt x="1" y="86"/>
                    <a:pt x="1" y="123"/>
                  </a:cubicBezTo>
                  <a:cubicBezTo>
                    <a:pt x="1" y="123"/>
                    <a:pt x="1" y="140"/>
                    <a:pt x="17" y="140"/>
                  </a:cubicBezTo>
                  <a:cubicBezTo>
                    <a:pt x="17" y="156"/>
                    <a:pt x="34" y="173"/>
                    <a:pt x="50" y="189"/>
                  </a:cubicBezTo>
                  <a:cubicBezTo>
                    <a:pt x="65" y="204"/>
                    <a:pt x="84" y="210"/>
                    <a:pt x="104" y="210"/>
                  </a:cubicBezTo>
                  <a:cubicBezTo>
                    <a:pt x="135" y="210"/>
                    <a:pt x="168" y="195"/>
                    <a:pt x="190" y="173"/>
                  </a:cubicBezTo>
                  <a:cubicBezTo>
                    <a:pt x="207" y="140"/>
                    <a:pt x="223" y="123"/>
                    <a:pt x="207" y="86"/>
                  </a:cubicBezTo>
                  <a:cubicBezTo>
                    <a:pt x="207" y="70"/>
                    <a:pt x="190" y="37"/>
                    <a:pt x="174" y="20"/>
                  </a:cubicBezTo>
                  <a:cubicBezTo>
                    <a:pt x="160" y="6"/>
                    <a:pt x="142" y="0"/>
                    <a:pt x="1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2" name="Google Shape;16452;p41"/>
            <p:cNvSpPr/>
            <p:nvPr/>
          </p:nvSpPr>
          <p:spPr>
            <a:xfrm>
              <a:off x="4057900" y="3040275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6" y="1"/>
                  </a:moveTo>
                  <a:cubicBezTo>
                    <a:pt x="106" y="1"/>
                    <a:pt x="97" y="2"/>
                    <a:pt x="87" y="6"/>
                  </a:cubicBezTo>
                  <a:cubicBezTo>
                    <a:pt x="17" y="39"/>
                    <a:pt x="0" y="89"/>
                    <a:pt x="17" y="142"/>
                  </a:cubicBezTo>
                  <a:cubicBezTo>
                    <a:pt x="31" y="184"/>
                    <a:pt x="82" y="216"/>
                    <a:pt x="127" y="216"/>
                  </a:cubicBezTo>
                  <a:cubicBezTo>
                    <a:pt x="136" y="216"/>
                    <a:pt x="145" y="215"/>
                    <a:pt x="153" y="212"/>
                  </a:cubicBezTo>
                  <a:cubicBezTo>
                    <a:pt x="207" y="175"/>
                    <a:pt x="240" y="126"/>
                    <a:pt x="207" y="72"/>
                  </a:cubicBezTo>
                  <a:cubicBezTo>
                    <a:pt x="193" y="32"/>
                    <a:pt x="156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3" name="Google Shape;16453;p41"/>
            <p:cNvSpPr/>
            <p:nvPr/>
          </p:nvSpPr>
          <p:spPr>
            <a:xfrm>
              <a:off x="4058300" y="3118800"/>
              <a:ext cx="5200" cy="5100"/>
            </a:xfrm>
            <a:custGeom>
              <a:avLst/>
              <a:gdLst/>
              <a:ahLst/>
              <a:cxnLst/>
              <a:rect l="l" t="t" r="r" b="b"/>
              <a:pathLst>
                <a:path w="208" h="204" extrusionOk="0">
                  <a:moveTo>
                    <a:pt x="104" y="0"/>
                  </a:moveTo>
                  <a:cubicBezTo>
                    <a:pt x="75" y="0"/>
                    <a:pt x="47" y="13"/>
                    <a:pt x="17" y="40"/>
                  </a:cubicBezTo>
                  <a:cubicBezTo>
                    <a:pt x="1" y="61"/>
                    <a:pt x="1" y="94"/>
                    <a:pt x="1" y="110"/>
                  </a:cubicBezTo>
                  <a:cubicBezTo>
                    <a:pt x="1" y="127"/>
                    <a:pt x="1" y="127"/>
                    <a:pt x="17" y="143"/>
                  </a:cubicBezTo>
                  <a:cubicBezTo>
                    <a:pt x="17" y="164"/>
                    <a:pt x="34" y="180"/>
                    <a:pt x="34" y="180"/>
                  </a:cubicBezTo>
                  <a:cubicBezTo>
                    <a:pt x="60" y="192"/>
                    <a:pt x="76" y="203"/>
                    <a:pt x="95" y="203"/>
                  </a:cubicBezTo>
                  <a:cubicBezTo>
                    <a:pt x="103" y="203"/>
                    <a:pt x="111" y="201"/>
                    <a:pt x="120" y="197"/>
                  </a:cubicBezTo>
                  <a:cubicBezTo>
                    <a:pt x="137" y="197"/>
                    <a:pt x="174" y="197"/>
                    <a:pt x="191" y="164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61"/>
                    <a:pt x="191" y="40"/>
                    <a:pt x="174" y="23"/>
                  </a:cubicBezTo>
                  <a:cubicBezTo>
                    <a:pt x="150" y="9"/>
                    <a:pt x="127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4" name="Google Shape;16454;p41"/>
            <p:cNvSpPr/>
            <p:nvPr/>
          </p:nvSpPr>
          <p:spPr>
            <a:xfrm>
              <a:off x="4065225" y="30781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3" y="0"/>
                    <a:pt x="66" y="0"/>
                    <a:pt x="33" y="17"/>
                  </a:cubicBezTo>
                  <a:cubicBezTo>
                    <a:pt x="17" y="37"/>
                    <a:pt x="0" y="54"/>
                    <a:pt x="0" y="87"/>
                  </a:cubicBezTo>
                  <a:lnTo>
                    <a:pt x="0" y="140"/>
                  </a:lnTo>
                  <a:lnTo>
                    <a:pt x="17" y="157"/>
                  </a:lnTo>
                  <a:cubicBezTo>
                    <a:pt x="33" y="190"/>
                    <a:pt x="66" y="206"/>
                    <a:pt x="83" y="206"/>
                  </a:cubicBezTo>
                  <a:cubicBezTo>
                    <a:pt x="136" y="206"/>
                    <a:pt x="206" y="173"/>
                    <a:pt x="206" y="120"/>
                  </a:cubicBezTo>
                  <a:cubicBezTo>
                    <a:pt x="206" y="87"/>
                    <a:pt x="206" y="70"/>
                    <a:pt x="186" y="37"/>
                  </a:cubicBezTo>
                  <a:cubicBezTo>
                    <a:pt x="169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5" name="Google Shape;16455;p41"/>
            <p:cNvSpPr/>
            <p:nvPr/>
          </p:nvSpPr>
          <p:spPr>
            <a:xfrm>
              <a:off x="4048425" y="301655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24" y="1"/>
                  </a:moveTo>
                  <a:cubicBezTo>
                    <a:pt x="111" y="1"/>
                    <a:pt x="99" y="3"/>
                    <a:pt x="87" y="7"/>
                  </a:cubicBezTo>
                  <a:cubicBezTo>
                    <a:pt x="33" y="28"/>
                    <a:pt x="0" y="94"/>
                    <a:pt x="17" y="147"/>
                  </a:cubicBezTo>
                  <a:cubicBezTo>
                    <a:pt x="33" y="164"/>
                    <a:pt x="33" y="164"/>
                    <a:pt x="54" y="180"/>
                  </a:cubicBezTo>
                  <a:cubicBezTo>
                    <a:pt x="65" y="192"/>
                    <a:pt x="94" y="204"/>
                    <a:pt x="122" y="204"/>
                  </a:cubicBezTo>
                  <a:cubicBezTo>
                    <a:pt x="134" y="204"/>
                    <a:pt x="146" y="202"/>
                    <a:pt x="157" y="197"/>
                  </a:cubicBezTo>
                  <a:cubicBezTo>
                    <a:pt x="190" y="180"/>
                    <a:pt x="223" y="147"/>
                    <a:pt x="223" y="110"/>
                  </a:cubicBezTo>
                  <a:lnTo>
                    <a:pt x="223" y="61"/>
                  </a:lnTo>
                  <a:cubicBezTo>
                    <a:pt x="198" y="20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6" name="Google Shape;16456;p41"/>
            <p:cNvSpPr/>
            <p:nvPr/>
          </p:nvSpPr>
          <p:spPr>
            <a:xfrm>
              <a:off x="4061300" y="3091450"/>
              <a:ext cx="5600" cy="4900"/>
            </a:xfrm>
            <a:custGeom>
              <a:avLst/>
              <a:gdLst/>
              <a:ahLst/>
              <a:cxnLst/>
              <a:rect l="l" t="t" r="r" b="b"/>
              <a:pathLst>
                <a:path w="224" h="196" extrusionOk="0">
                  <a:moveTo>
                    <a:pt x="87" y="0"/>
                  </a:moveTo>
                  <a:cubicBezTo>
                    <a:pt x="17" y="21"/>
                    <a:pt x="0" y="87"/>
                    <a:pt x="17" y="140"/>
                  </a:cubicBezTo>
                  <a:cubicBezTo>
                    <a:pt x="29" y="177"/>
                    <a:pt x="72" y="196"/>
                    <a:pt x="115" y="196"/>
                  </a:cubicBezTo>
                  <a:cubicBezTo>
                    <a:pt x="129" y="196"/>
                    <a:pt x="144" y="194"/>
                    <a:pt x="157" y="190"/>
                  </a:cubicBezTo>
                  <a:cubicBezTo>
                    <a:pt x="174" y="190"/>
                    <a:pt x="190" y="173"/>
                    <a:pt x="190" y="173"/>
                  </a:cubicBezTo>
                  <a:cubicBezTo>
                    <a:pt x="223" y="140"/>
                    <a:pt x="223" y="103"/>
                    <a:pt x="223" y="70"/>
                  </a:cubicBezTo>
                  <a:cubicBezTo>
                    <a:pt x="207" y="21"/>
                    <a:pt x="174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7" name="Google Shape;16457;p41"/>
            <p:cNvSpPr/>
            <p:nvPr/>
          </p:nvSpPr>
          <p:spPr>
            <a:xfrm>
              <a:off x="4060475" y="31048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104" y="0"/>
                    <a:pt x="66" y="0"/>
                    <a:pt x="50" y="17"/>
                  </a:cubicBezTo>
                  <a:cubicBezTo>
                    <a:pt x="17" y="33"/>
                    <a:pt x="17" y="66"/>
                    <a:pt x="0" y="83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69"/>
                  </a:lnTo>
                  <a:cubicBezTo>
                    <a:pt x="33" y="186"/>
                    <a:pt x="66" y="206"/>
                    <a:pt x="87" y="206"/>
                  </a:cubicBezTo>
                  <a:cubicBezTo>
                    <a:pt x="95" y="208"/>
                    <a:pt x="104" y="209"/>
                    <a:pt x="111" y="209"/>
                  </a:cubicBezTo>
                  <a:cubicBezTo>
                    <a:pt x="166" y="209"/>
                    <a:pt x="207" y="163"/>
                    <a:pt x="207" y="120"/>
                  </a:cubicBezTo>
                  <a:cubicBezTo>
                    <a:pt x="223" y="83"/>
                    <a:pt x="207" y="66"/>
                    <a:pt x="190" y="50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8" name="Google Shape;16458;p41"/>
            <p:cNvSpPr/>
            <p:nvPr/>
          </p:nvSpPr>
          <p:spPr>
            <a:xfrm>
              <a:off x="4048000" y="310987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8" y="1"/>
                  </a:moveTo>
                  <a:cubicBezTo>
                    <a:pt x="55" y="1"/>
                    <a:pt x="15" y="46"/>
                    <a:pt x="1" y="88"/>
                  </a:cubicBezTo>
                  <a:lnTo>
                    <a:pt x="1" y="141"/>
                  </a:lnTo>
                  <a:cubicBezTo>
                    <a:pt x="17" y="174"/>
                    <a:pt x="50" y="191"/>
                    <a:pt x="87" y="211"/>
                  </a:cubicBezTo>
                  <a:cubicBezTo>
                    <a:pt x="153" y="211"/>
                    <a:pt x="207" y="174"/>
                    <a:pt x="207" y="125"/>
                  </a:cubicBezTo>
                  <a:cubicBezTo>
                    <a:pt x="207" y="88"/>
                    <a:pt x="207" y="71"/>
                    <a:pt x="190" y="38"/>
                  </a:cubicBezTo>
                  <a:cubicBezTo>
                    <a:pt x="174" y="22"/>
                    <a:pt x="153" y="5"/>
                    <a:pt x="120" y="5"/>
                  </a:cubicBezTo>
                  <a:cubicBezTo>
                    <a:pt x="113" y="2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9" name="Google Shape;16459;p41"/>
            <p:cNvSpPr/>
            <p:nvPr/>
          </p:nvSpPr>
          <p:spPr>
            <a:xfrm>
              <a:off x="4042850" y="299337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0" y="0"/>
                  </a:moveTo>
                  <a:cubicBezTo>
                    <a:pt x="96" y="0"/>
                    <a:pt x="83" y="2"/>
                    <a:pt x="71" y="6"/>
                  </a:cubicBezTo>
                  <a:cubicBezTo>
                    <a:pt x="17" y="27"/>
                    <a:pt x="0" y="93"/>
                    <a:pt x="17" y="147"/>
                  </a:cubicBezTo>
                  <a:cubicBezTo>
                    <a:pt x="29" y="184"/>
                    <a:pt x="72" y="202"/>
                    <a:pt x="113" y="202"/>
                  </a:cubicBezTo>
                  <a:cubicBezTo>
                    <a:pt x="127" y="202"/>
                    <a:pt x="141" y="200"/>
                    <a:pt x="153" y="196"/>
                  </a:cubicBezTo>
                  <a:cubicBezTo>
                    <a:pt x="207" y="180"/>
                    <a:pt x="223" y="109"/>
                    <a:pt x="207" y="60"/>
                  </a:cubicBezTo>
                  <a:cubicBezTo>
                    <a:pt x="194" y="20"/>
                    <a:pt x="151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0" name="Google Shape;16460;p41"/>
            <p:cNvSpPr/>
            <p:nvPr/>
          </p:nvSpPr>
          <p:spPr>
            <a:xfrm>
              <a:off x="4044600" y="30420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3" y="0"/>
                    <a:pt x="50" y="0"/>
                    <a:pt x="34" y="37"/>
                  </a:cubicBezTo>
                  <a:cubicBezTo>
                    <a:pt x="17" y="37"/>
                    <a:pt x="1" y="70"/>
                    <a:pt x="1" y="87"/>
                  </a:cubicBezTo>
                  <a:lnTo>
                    <a:pt x="1" y="140"/>
                  </a:lnTo>
                  <a:cubicBezTo>
                    <a:pt x="17" y="173"/>
                    <a:pt x="50" y="190"/>
                    <a:pt x="83" y="206"/>
                  </a:cubicBezTo>
                  <a:lnTo>
                    <a:pt x="104" y="206"/>
                  </a:lnTo>
                  <a:cubicBezTo>
                    <a:pt x="153" y="206"/>
                    <a:pt x="207" y="173"/>
                    <a:pt x="207" y="120"/>
                  </a:cubicBezTo>
                  <a:cubicBezTo>
                    <a:pt x="207" y="87"/>
                    <a:pt x="207" y="70"/>
                    <a:pt x="186" y="37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1" name="Google Shape;16461;p41"/>
            <p:cNvSpPr/>
            <p:nvPr/>
          </p:nvSpPr>
          <p:spPr>
            <a:xfrm>
              <a:off x="4058725" y="30260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7" y="0"/>
                  </a:moveTo>
                  <a:cubicBezTo>
                    <a:pt x="95" y="0"/>
                    <a:pt x="82" y="3"/>
                    <a:pt x="70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29" y="181"/>
                    <a:pt x="69" y="209"/>
                    <a:pt x="110" y="209"/>
                  </a:cubicBezTo>
                  <a:cubicBezTo>
                    <a:pt x="126" y="209"/>
                    <a:pt x="142" y="205"/>
                    <a:pt x="157" y="196"/>
                  </a:cubicBezTo>
                  <a:cubicBezTo>
                    <a:pt x="207" y="180"/>
                    <a:pt x="223" y="126"/>
                    <a:pt x="207" y="76"/>
                  </a:cubicBezTo>
                  <a:cubicBezTo>
                    <a:pt x="194" y="23"/>
                    <a:pt x="150" y="0"/>
                    <a:pt x="1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2" name="Google Shape;16462;p41"/>
            <p:cNvSpPr/>
            <p:nvPr/>
          </p:nvSpPr>
          <p:spPr>
            <a:xfrm>
              <a:off x="4050175" y="3094400"/>
              <a:ext cx="5575" cy="5150"/>
            </a:xfrm>
            <a:custGeom>
              <a:avLst/>
              <a:gdLst/>
              <a:ahLst/>
              <a:cxnLst/>
              <a:rect l="l" t="t" r="r" b="b"/>
              <a:pathLst>
                <a:path w="223" h="206" extrusionOk="0">
                  <a:moveTo>
                    <a:pt x="116" y="0"/>
                  </a:moveTo>
                  <a:cubicBezTo>
                    <a:pt x="106" y="0"/>
                    <a:pt x="96" y="2"/>
                    <a:pt x="87" y="6"/>
                  </a:cubicBezTo>
                  <a:cubicBezTo>
                    <a:pt x="17" y="22"/>
                    <a:pt x="0" y="88"/>
                    <a:pt x="17" y="142"/>
                  </a:cubicBezTo>
                  <a:cubicBezTo>
                    <a:pt x="17" y="158"/>
                    <a:pt x="33" y="175"/>
                    <a:pt x="50" y="175"/>
                  </a:cubicBezTo>
                  <a:cubicBezTo>
                    <a:pt x="59" y="196"/>
                    <a:pt x="81" y="205"/>
                    <a:pt x="104" y="205"/>
                  </a:cubicBezTo>
                  <a:cubicBezTo>
                    <a:pt x="121" y="205"/>
                    <a:pt x="139" y="200"/>
                    <a:pt x="153" y="191"/>
                  </a:cubicBezTo>
                  <a:cubicBezTo>
                    <a:pt x="190" y="191"/>
                    <a:pt x="223" y="158"/>
                    <a:pt x="223" y="109"/>
                  </a:cubicBezTo>
                  <a:lnTo>
                    <a:pt x="223" y="72"/>
                  </a:lnTo>
                  <a:cubicBezTo>
                    <a:pt x="196" y="32"/>
                    <a:pt x="156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3" name="Google Shape;16463;p41"/>
            <p:cNvSpPr/>
            <p:nvPr/>
          </p:nvSpPr>
          <p:spPr>
            <a:xfrm>
              <a:off x="4063475" y="2997825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21" y="0"/>
                  </a:moveTo>
                  <a:cubicBezTo>
                    <a:pt x="90" y="0"/>
                    <a:pt x="56" y="14"/>
                    <a:pt x="33" y="35"/>
                  </a:cubicBezTo>
                  <a:cubicBezTo>
                    <a:pt x="17" y="72"/>
                    <a:pt x="0" y="88"/>
                    <a:pt x="0" y="121"/>
                  </a:cubicBezTo>
                  <a:lnTo>
                    <a:pt x="17" y="138"/>
                  </a:lnTo>
                  <a:cubicBezTo>
                    <a:pt x="17" y="158"/>
                    <a:pt x="33" y="175"/>
                    <a:pt x="50" y="191"/>
                  </a:cubicBezTo>
                  <a:cubicBezTo>
                    <a:pt x="64" y="204"/>
                    <a:pt x="82" y="209"/>
                    <a:pt x="101" y="209"/>
                  </a:cubicBezTo>
                  <a:cubicBezTo>
                    <a:pt x="133" y="209"/>
                    <a:pt x="167" y="195"/>
                    <a:pt x="190" y="175"/>
                  </a:cubicBezTo>
                  <a:cubicBezTo>
                    <a:pt x="223" y="121"/>
                    <a:pt x="223" y="72"/>
                    <a:pt x="173" y="18"/>
                  </a:cubicBezTo>
                  <a:cubicBezTo>
                    <a:pt x="159" y="5"/>
                    <a:pt x="14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4" name="Google Shape;16464;p41"/>
            <p:cNvSpPr/>
            <p:nvPr/>
          </p:nvSpPr>
          <p:spPr>
            <a:xfrm>
              <a:off x="4051400" y="3082025"/>
              <a:ext cx="5600" cy="5225"/>
            </a:xfrm>
            <a:custGeom>
              <a:avLst/>
              <a:gdLst/>
              <a:ahLst/>
              <a:cxnLst/>
              <a:rect l="l" t="t" r="r" b="b"/>
              <a:pathLst>
                <a:path w="224" h="209" extrusionOk="0">
                  <a:moveTo>
                    <a:pt x="124" y="1"/>
                  </a:moveTo>
                  <a:cubicBezTo>
                    <a:pt x="93" y="1"/>
                    <a:pt x="58" y="15"/>
                    <a:pt x="38" y="35"/>
                  </a:cubicBezTo>
                  <a:cubicBezTo>
                    <a:pt x="17" y="68"/>
                    <a:pt x="1" y="89"/>
                    <a:pt x="1" y="122"/>
                  </a:cubicBezTo>
                  <a:lnTo>
                    <a:pt x="17" y="138"/>
                  </a:lnTo>
                  <a:cubicBezTo>
                    <a:pt x="17" y="155"/>
                    <a:pt x="38" y="171"/>
                    <a:pt x="54" y="192"/>
                  </a:cubicBezTo>
                  <a:cubicBezTo>
                    <a:pt x="71" y="208"/>
                    <a:pt x="87" y="208"/>
                    <a:pt x="120" y="208"/>
                  </a:cubicBezTo>
                  <a:cubicBezTo>
                    <a:pt x="157" y="208"/>
                    <a:pt x="174" y="192"/>
                    <a:pt x="190" y="171"/>
                  </a:cubicBezTo>
                  <a:cubicBezTo>
                    <a:pt x="207" y="155"/>
                    <a:pt x="223" y="122"/>
                    <a:pt x="207" y="89"/>
                  </a:cubicBezTo>
                  <a:cubicBezTo>
                    <a:pt x="207" y="68"/>
                    <a:pt x="207" y="35"/>
                    <a:pt x="174" y="18"/>
                  </a:cubicBezTo>
                  <a:cubicBezTo>
                    <a:pt x="161" y="6"/>
                    <a:pt x="143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5" name="Google Shape;16465;p41"/>
            <p:cNvSpPr/>
            <p:nvPr/>
          </p:nvSpPr>
          <p:spPr>
            <a:xfrm>
              <a:off x="4062650" y="301465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83" y="1"/>
                  </a:moveTo>
                  <a:cubicBezTo>
                    <a:pt x="50" y="17"/>
                    <a:pt x="33" y="34"/>
                    <a:pt x="33" y="50"/>
                  </a:cubicBezTo>
                  <a:cubicBezTo>
                    <a:pt x="17" y="67"/>
                    <a:pt x="0" y="104"/>
                    <a:pt x="17" y="137"/>
                  </a:cubicBezTo>
                  <a:cubicBezTo>
                    <a:pt x="28" y="172"/>
                    <a:pt x="68" y="201"/>
                    <a:pt x="107" y="201"/>
                  </a:cubicBezTo>
                  <a:cubicBezTo>
                    <a:pt x="123" y="201"/>
                    <a:pt x="139" y="197"/>
                    <a:pt x="153" y="186"/>
                  </a:cubicBezTo>
                  <a:cubicBezTo>
                    <a:pt x="206" y="170"/>
                    <a:pt x="239" y="120"/>
                    <a:pt x="206" y="67"/>
                  </a:cubicBezTo>
                  <a:cubicBezTo>
                    <a:pt x="206" y="34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6" name="Google Shape;16466;p41"/>
            <p:cNvSpPr/>
            <p:nvPr/>
          </p:nvSpPr>
          <p:spPr>
            <a:xfrm>
              <a:off x="4352075" y="308512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14" y="1"/>
                  </a:moveTo>
                  <a:cubicBezTo>
                    <a:pt x="99" y="1"/>
                    <a:pt x="84" y="5"/>
                    <a:pt x="70" y="14"/>
                  </a:cubicBezTo>
                  <a:cubicBezTo>
                    <a:pt x="17" y="31"/>
                    <a:pt x="0" y="84"/>
                    <a:pt x="17" y="134"/>
                  </a:cubicBezTo>
                  <a:cubicBezTo>
                    <a:pt x="30" y="178"/>
                    <a:pt x="80" y="208"/>
                    <a:pt x="125" y="208"/>
                  </a:cubicBezTo>
                  <a:cubicBezTo>
                    <a:pt x="135" y="208"/>
                    <a:pt x="144" y="207"/>
                    <a:pt x="153" y="204"/>
                  </a:cubicBezTo>
                  <a:cubicBezTo>
                    <a:pt x="206" y="187"/>
                    <a:pt x="223" y="117"/>
                    <a:pt x="206" y="68"/>
                  </a:cubicBezTo>
                  <a:cubicBezTo>
                    <a:pt x="194" y="29"/>
                    <a:pt x="154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7" name="Google Shape;16467;p41"/>
            <p:cNvSpPr/>
            <p:nvPr/>
          </p:nvSpPr>
          <p:spPr>
            <a:xfrm>
              <a:off x="4231775" y="30489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54" y="17"/>
                    <a:pt x="38" y="34"/>
                  </a:cubicBezTo>
                  <a:cubicBezTo>
                    <a:pt x="17" y="50"/>
                    <a:pt x="1" y="71"/>
                    <a:pt x="1" y="87"/>
                  </a:cubicBezTo>
                  <a:lnTo>
                    <a:pt x="1" y="153"/>
                  </a:lnTo>
                  <a:cubicBezTo>
                    <a:pt x="17" y="174"/>
                    <a:pt x="54" y="207"/>
                    <a:pt x="87" y="207"/>
                  </a:cubicBezTo>
                  <a:lnTo>
                    <a:pt x="104" y="207"/>
                  </a:lnTo>
                  <a:cubicBezTo>
                    <a:pt x="157" y="207"/>
                    <a:pt x="190" y="174"/>
                    <a:pt x="207" y="120"/>
                  </a:cubicBezTo>
                  <a:cubicBezTo>
                    <a:pt x="207" y="104"/>
                    <a:pt x="207" y="71"/>
                    <a:pt x="190" y="50"/>
                  </a:cubicBezTo>
                  <a:cubicBezTo>
                    <a:pt x="174" y="34"/>
                    <a:pt x="141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8" name="Google Shape;16468;p41"/>
            <p:cNvSpPr/>
            <p:nvPr/>
          </p:nvSpPr>
          <p:spPr>
            <a:xfrm>
              <a:off x="4243025" y="3060375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4" y="1"/>
                  </a:moveTo>
                  <a:cubicBezTo>
                    <a:pt x="64" y="1"/>
                    <a:pt x="35" y="14"/>
                    <a:pt x="17" y="43"/>
                  </a:cubicBezTo>
                  <a:cubicBezTo>
                    <a:pt x="0" y="60"/>
                    <a:pt x="0" y="93"/>
                    <a:pt x="0" y="109"/>
                  </a:cubicBezTo>
                  <a:lnTo>
                    <a:pt x="0" y="146"/>
                  </a:lnTo>
                  <a:cubicBezTo>
                    <a:pt x="17" y="163"/>
                    <a:pt x="17" y="179"/>
                    <a:pt x="33" y="179"/>
                  </a:cubicBezTo>
                  <a:cubicBezTo>
                    <a:pt x="55" y="194"/>
                    <a:pt x="82" y="202"/>
                    <a:pt x="107" y="202"/>
                  </a:cubicBezTo>
                  <a:cubicBezTo>
                    <a:pt x="138" y="202"/>
                    <a:pt x="168" y="190"/>
                    <a:pt x="186" y="163"/>
                  </a:cubicBezTo>
                  <a:cubicBezTo>
                    <a:pt x="206" y="146"/>
                    <a:pt x="206" y="109"/>
                    <a:pt x="206" y="93"/>
                  </a:cubicBezTo>
                  <a:cubicBezTo>
                    <a:pt x="206" y="60"/>
                    <a:pt x="186" y="43"/>
                    <a:pt x="169" y="27"/>
                  </a:cubicBezTo>
                  <a:cubicBezTo>
                    <a:pt x="147" y="10"/>
                    <a:pt x="120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9" name="Google Shape;16469;p41"/>
            <p:cNvSpPr/>
            <p:nvPr/>
          </p:nvSpPr>
          <p:spPr>
            <a:xfrm>
              <a:off x="4235700" y="30235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6" y="0"/>
                  </a:moveTo>
                  <a:cubicBezTo>
                    <a:pt x="86" y="0"/>
                    <a:pt x="76" y="1"/>
                    <a:pt x="66" y="4"/>
                  </a:cubicBezTo>
                  <a:cubicBezTo>
                    <a:pt x="17" y="37"/>
                    <a:pt x="0" y="91"/>
                    <a:pt x="17" y="140"/>
                  </a:cubicBezTo>
                  <a:cubicBezTo>
                    <a:pt x="17" y="161"/>
                    <a:pt x="33" y="177"/>
                    <a:pt x="33" y="177"/>
                  </a:cubicBezTo>
                  <a:cubicBezTo>
                    <a:pt x="66" y="210"/>
                    <a:pt x="120" y="210"/>
                    <a:pt x="153" y="210"/>
                  </a:cubicBezTo>
                  <a:cubicBezTo>
                    <a:pt x="190" y="194"/>
                    <a:pt x="207" y="161"/>
                    <a:pt x="223" y="124"/>
                  </a:cubicBezTo>
                  <a:cubicBezTo>
                    <a:pt x="223" y="107"/>
                    <a:pt x="223" y="91"/>
                    <a:pt x="207" y="74"/>
                  </a:cubicBezTo>
                  <a:cubicBezTo>
                    <a:pt x="193" y="30"/>
                    <a:pt x="143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0" name="Google Shape;16470;p41"/>
            <p:cNvSpPr/>
            <p:nvPr/>
          </p:nvSpPr>
          <p:spPr>
            <a:xfrm>
              <a:off x="4240450" y="2992775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26" y="1"/>
                  </a:moveTo>
                  <a:cubicBezTo>
                    <a:pt x="112" y="1"/>
                    <a:pt x="97" y="5"/>
                    <a:pt x="83" y="14"/>
                  </a:cubicBezTo>
                  <a:cubicBezTo>
                    <a:pt x="33" y="30"/>
                    <a:pt x="0" y="84"/>
                    <a:pt x="17" y="133"/>
                  </a:cubicBezTo>
                  <a:cubicBezTo>
                    <a:pt x="30" y="178"/>
                    <a:pt x="80" y="208"/>
                    <a:pt x="125" y="208"/>
                  </a:cubicBezTo>
                  <a:cubicBezTo>
                    <a:pt x="135" y="208"/>
                    <a:pt x="144" y="206"/>
                    <a:pt x="153" y="204"/>
                  </a:cubicBezTo>
                  <a:cubicBezTo>
                    <a:pt x="206" y="187"/>
                    <a:pt x="239" y="117"/>
                    <a:pt x="223" y="68"/>
                  </a:cubicBezTo>
                  <a:cubicBezTo>
                    <a:pt x="196" y="29"/>
                    <a:pt x="16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1" name="Google Shape;16471;p41"/>
            <p:cNvSpPr/>
            <p:nvPr/>
          </p:nvSpPr>
          <p:spPr>
            <a:xfrm>
              <a:off x="4239500" y="3011550"/>
              <a:ext cx="5200" cy="5300"/>
            </a:xfrm>
            <a:custGeom>
              <a:avLst/>
              <a:gdLst/>
              <a:ahLst/>
              <a:cxnLst/>
              <a:rect l="l" t="t" r="r" b="b"/>
              <a:pathLst>
                <a:path w="208" h="212" extrusionOk="0">
                  <a:moveTo>
                    <a:pt x="121" y="1"/>
                  </a:moveTo>
                  <a:cubicBezTo>
                    <a:pt x="71" y="1"/>
                    <a:pt x="17" y="38"/>
                    <a:pt x="1" y="88"/>
                  </a:cubicBezTo>
                  <a:lnTo>
                    <a:pt x="1" y="141"/>
                  </a:lnTo>
                  <a:cubicBezTo>
                    <a:pt x="17" y="158"/>
                    <a:pt x="17" y="158"/>
                    <a:pt x="17" y="174"/>
                  </a:cubicBezTo>
                  <a:cubicBezTo>
                    <a:pt x="38" y="191"/>
                    <a:pt x="71" y="207"/>
                    <a:pt x="88" y="207"/>
                  </a:cubicBezTo>
                  <a:cubicBezTo>
                    <a:pt x="98" y="210"/>
                    <a:pt x="108" y="212"/>
                    <a:pt x="118" y="212"/>
                  </a:cubicBezTo>
                  <a:cubicBezTo>
                    <a:pt x="171" y="212"/>
                    <a:pt x="207" y="167"/>
                    <a:pt x="207" y="125"/>
                  </a:cubicBezTo>
                  <a:cubicBezTo>
                    <a:pt x="207" y="104"/>
                    <a:pt x="207" y="71"/>
                    <a:pt x="191" y="55"/>
                  </a:cubicBezTo>
                  <a:cubicBezTo>
                    <a:pt x="174" y="22"/>
                    <a:pt x="158" y="22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2" name="Google Shape;16472;p41"/>
            <p:cNvSpPr/>
            <p:nvPr/>
          </p:nvSpPr>
          <p:spPr>
            <a:xfrm>
              <a:off x="4229200" y="29862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0" y="0"/>
                  </a:moveTo>
                  <a:cubicBezTo>
                    <a:pt x="56" y="0"/>
                    <a:pt x="17" y="45"/>
                    <a:pt x="17" y="87"/>
                  </a:cubicBezTo>
                  <a:cubicBezTo>
                    <a:pt x="1" y="108"/>
                    <a:pt x="17" y="124"/>
                    <a:pt x="17" y="141"/>
                  </a:cubicBezTo>
                  <a:cubicBezTo>
                    <a:pt x="17" y="141"/>
                    <a:pt x="17" y="157"/>
                    <a:pt x="38" y="157"/>
                  </a:cubicBezTo>
                  <a:cubicBezTo>
                    <a:pt x="54" y="190"/>
                    <a:pt x="71" y="190"/>
                    <a:pt x="104" y="211"/>
                  </a:cubicBezTo>
                  <a:cubicBezTo>
                    <a:pt x="157" y="211"/>
                    <a:pt x="207" y="174"/>
                    <a:pt x="223" y="124"/>
                  </a:cubicBezTo>
                  <a:cubicBezTo>
                    <a:pt x="223" y="87"/>
                    <a:pt x="223" y="71"/>
                    <a:pt x="207" y="38"/>
                  </a:cubicBezTo>
                  <a:cubicBezTo>
                    <a:pt x="190" y="21"/>
                    <a:pt x="157" y="5"/>
                    <a:pt x="141" y="5"/>
                  </a:cubicBezTo>
                  <a:cubicBezTo>
                    <a:pt x="130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3" name="Google Shape;16473;p41"/>
            <p:cNvSpPr/>
            <p:nvPr/>
          </p:nvSpPr>
          <p:spPr>
            <a:xfrm>
              <a:off x="4230550" y="29723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0"/>
                  </a:moveTo>
                  <a:cubicBezTo>
                    <a:pt x="112" y="0"/>
                    <a:pt x="99" y="2"/>
                    <a:pt x="87" y="6"/>
                  </a:cubicBezTo>
                  <a:cubicBezTo>
                    <a:pt x="33" y="23"/>
                    <a:pt x="0" y="93"/>
                    <a:pt x="17" y="147"/>
                  </a:cubicBezTo>
                  <a:cubicBezTo>
                    <a:pt x="42" y="184"/>
                    <a:pt x="78" y="202"/>
                    <a:pt x="115" y="202"/>
                  </a:cubicBezTo>
                  <a:cubicBezTo>
                    <a:pt x="128" y="202"/>
                    <a:pt x="140" y="200"/>
                    <a:pt x="153" y="196"/>
                  </a:cubicBezTo>
                  <a:cubicBezTo>
                    <a:pt x="223" y="180"/>
                    <a:pt x="239" y="109"/>
                    <a:pt x="223" y="60"/>
                  </a:cubicBezTo>
                  <a:cubicBezTo>
                    <a:pt x="210" y="20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4" name="Google Shape;16474;p41"/>
            <p:cNvSpPr/>
            <p:nvPr/>
          </p:nvSpPr>
          <p:spPr>
            <a:xfrm>
              <a:off x="4229625" y="3000325"/>
              <a:ext cx="6100" cy="5400"/>
            </a:xfrm>
            <a:custGeom>
              <a:avLst/>
              <a:gdLst/>
              <a:ahLst/>
              <a:cxnLst/>
              <a:rect l="l" t="t" r="r" b="b"/>
              <a:pathLst>
                <a:path w="244" h="216" extrusionOk="0">
                  <a:moveTo>
                    <a:pt x="116" y="0"/>
                  </a:moveTo>
                  <a:cubicBezTo>
                    <a:pt x="106" y="0"/>
                    <a:pt x="96" y="2"/>
                    <a:pt x="87" y="5"/>
                  </a:cubicBezTo>
                  <a:cubicBezTo>
                    <a:pt x="37" y="38"/>
                    <a:pt x="0" y="91"/>
                    <a:pt x="37" y="141"/>
                  </a:cubicBezTo>
                  <a:cubicBezTo>
                    <a:pt x="51" y="185"/>
                    <a:pt x="87" y="215"/>
                    <a:pt x="129" y="215"/>
                  </a:cubicBezTo>
                  <a:cubicBezTo>
                    <a:pt x="138" y="215"/>
                    <a:pt x="147" y="214"/>
                    <a:pt x="157" y="211"/>
                  </a:cubicBezTo>
                  <a:cubicBezTo>
                    <a:pt x="227" y="194"/>
                    <a:pt x="243" y="124"/>
                    <a:pt x="227" y="75"/>
                  </a:cubicBezTo>
                  <a:cubicBezTo>
                    <a:pt x="210" y="31"/>
                    <a:pt x="162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5" name="Google Shape;16475;p41"/>
            <p:cNvSpPr/>
            <p:nvPr/>
          </p:nvSpPr>
          <p:spPr>
            <a:xfrm>
              <a:off x="4270025" y="30475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6" y="1"/>
                  </a:moveTo>
                  <a:cubicBezTo>
                    <a:pt x="41" y="1"/>
                    <a:pt x="0" y="47"/>
                    <a:pt x="0" y="91"/>
                  </a:cubicBezTo>
                  <a:lnTo>
                    <a:pt x="0" y="144"/>
                  </a:lnTo>
                  <a:lnTo>
                    <a:pt x="17" y="161"/>
                  </a:lnTo>
                  <a:cubicBezTo>
                    <a:pt x="33" y="194"/>
                    <a:pt x="54" y="194"/>
                    <a:pt x="87" y="210"/>
                  </a:cubicBezTo>
                  <a:cubicBezTo>
                    <a:pt x="136" y="210"/>
                    <a:pt x="190" y="177"/>
                    <a:pt x="206" y="128"/>
                  </a:cubicBezTo>
                  <a:cubicBezTo>
                    <a:pt x="206" y="91"/>
                    <a:pt x="206" y="58"/>
                    <a:pt x="190" y="41"/>
                  </a:cubicBezTo>
                  <a:cubicBezTo>
                    <a:pt x="174" y="25"/>
                    <a:pt x="136" y="4"/>
                    <a:pt x="120" y="4"/>
                  </a:cubicBezTo>
                  <a:cubicBezTo>
                    <a:pt x="112" y="2"/>
                    <a:pt x="103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6" name="Google Shape;16476;p41"/>
            <p:cNvSpPr/>
            <p:nvPr/>
          </p:nvSpPr>
          <p:spPr>
            <a:xfrm>
              <a:off x="4244675" y="304747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8"/>
                    <a:pt x="0" y="94"/>
                    <a:pt x="37" y="147"/>
                  </a:cubicBezTo>
                  <a:cubicBezTo>
                    <a:pt x="50" y="184"/>
                    <a:pt x="81" y="203"/>
                    <a:pt x="125" y="203"/>
                  </a:cubicBezTo>
                  <a:cubicBezTo>
                    <a:pt x="140" y="203"/>
                    <a:pt x="156" y="201"/>
                    <a:pt x="173" y="197"/>
                  </a:cubicBezTo>
                  <a:cubicBezTo>
                    <a:pt x="223" y="180"/>
                    <a:pt x="243" y="110"/>
                    <a:pt x="223" y="61"/>
                  </a:cubicBezTo>
                  <a:cubicBezTo>
                    <a:pt x="210" y="20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7" name="Google Shape;16477;p41"/>
            <p:cNvSpPr/>
            <p:nvPr/>
          </p:nvSpPr>
          <p:spPr>
            <a:xfrm>
              <a:off x="4276000" y="3021050"/>
              <a:ext cx="5700" cy="5325"/>
            </a:xfrm>
            <a:custGeom>
              <a:avLst/>
              <a:gdLst/>
              <a:ahLst/>
              <a:cxnLst/>
              <a:rect l="l" t="t" r="r" b="b"/>
              <a:pathLst>
                <a:path w="228" h="213" extrusionOk="0">
                  <a:moveTo>
                    <a:pt x="104" y="0"/>
                  </a:moveTo>
                  <a:cubicBezTo>
                    <a:pt x="71" y="17"/>
                    <a:pt x="54" y="17"/>
                    <a:pt x="38" y="54"/>
                  </a:cubicBezTo>
                  <a:cubicBezTo>
                    <a:pt x="21" y="70"/>
                    <a:pt x="0" y="103"/>
                    <a:pt x="0" y="120"/>
                  </a:cubicBezTo>
                  <a:cubicBezTo>
                    <a:pt x="0" y="136"/>
                    <a:pt x="0" y="136"/>
                    <a:pt x="21" y="157"/>
                  </a:cubicBezTo>
                  <a:cubicBezTo>
                    <a:pt x="21" y="173"/>
                    <a:pt x="38" y="173"/>
                    <a:pt x="54" y="190"/>
                  </a:cubicBezTo>
                  <a:cubicBezTo>
                    <a:pt x="69" y="205"/>
                    <a:pt x="91" y="213"/>
                    <a:pt x="114" y="213"/>
                  </a:cubicBezTo>
                  <a:cubicBezTo>
                    <a:pt x="143" y="213"/>
                    <a:pt x="172" y="201"/>
                    <a:pt x="190" y="173"/>
                  </a:cubicBezTo>
                  <a:cubicBezTo>
                    <a:pt x="207" y="157"/>
                    <a:pt x="227" y="120"/>
                    <a:pt x="207" y="103"/>
                  </a:cubicBezTo>
                  <a:cubicBezTo>
                    <a:pt x="207" y="70"/>
                    <a:pt x="190" y="54"/>
                    <a:pt x="174" y="33"/>
                  </a:cubicBezTo>
                  <a:cubicBezTo>
                    <a:pt x="157" y="17"/>
                    <a:pt x="124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8" name="Google Shape;16478;p41"/>
            <p:cNvSpPr/>
            <p:nvPr/>
          </p:nvSpPr>
          <p:spPr>
            <a:xfrm>
              <a:off x="4264450" y="3001775"/>
              <a:ext cx="3850" cy="4250"/>
            </a:xfrm>
            <a:custGeom>
              <a:avLst/>
              <a:gdLst/>
              <a:ahLst/>
              <a:cxnLst/>
              <a:rect l="l" t="t" r="r" b="b"/>
              <a:pathLst>
                <a:path w="154" h="170" extrusionOk="0">
                  <a:moveTo>
                    <a:pt x="17" y="0"/>
                  </a:moveTo>
                  <a:cubicBezTo>
                    <a:pt x="17" y="17"/>
                    <a:pt x="1" y="33"/>
                    <a:pt x="1" y="50"/>
                  </a:cubicBezTo>
                  <a:cubicBezTo>
                    <a:pt x="1" y="66"/>
                    <a:pt x="1" y="83"/>
                    <a:pt x="17" y="103"/>
                  </a:cubicBezTo>
                  <a:lnTo>
                    <a:pt x="17" y="120"/>
                  </a:lnTo>
                  <a:cubicBezTo>
                    <a:pt x="34" y="153"/>
                    <a:pt x="71" y="169"/>
                    <a:pt x="87" y="169"/>
                  </a:cubicBezTo>
                  <a:cubicBezTo>
                    <a:pt x="120" y="169"/>
                    <a:pt x="137" y="169"/>
                    <a:pt x="153" y="153"/>
                  </a:cubicBezTo>
                  <a:cubicBezTo>
                    <a:pt x="104" y="103"/>
                    <a:pt x="71" y="5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9" name="Google Shape;16479;p41"/>
            <p:cNvSpPr/>
            <p:nvPr/>
          </p:nvSpPr>
          <p:spPr>
            <a:xfrm>
              <a:off x="4273950" y="3034675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0" y="1"/>
                  </a:moveTo>
                  <a:cubicBezTo>
                    <a:pt x="54" y="1"/>
                    <a:pt x="14" y="47"/>
                    <a:pt x="0" y="90"/>
                  </a:cubicBezTo>
                  <a:cubicBezTo>
                    <a:pt x="0" y="107"/>
                    <a:pt x="0" y="127"/>
                    <a:pt x="17" y="144"/>
                  </a:cubicBezTo>
                  <a:lnTo>
                    <a:pt x="17" y="160"/>
                  </a:lnTo>
                  <a:cubicBezTo>
                    <a:pt x="33" y="193"/>
                    <a:pt x="66" y="193"/>
                    <a:pt x="82" y="210"/>
                  </a:cubicBezTo>
                  <a:cubicBezTo>
                    <a:pt x="120" y="210"/>
                    <a:pt x="153" y="210"/>
                    <a:pt x="169" y="193"/>
                  </a:cubicBezTo>
                  <a:cubicBezTo>
                    <a:pt x="186" y="177"/>
                    <a:pt x="206" y="144"/>
                    <a:pt x="206" y="127"/>
                  </a:cubicBezTo>
                  <a:cubicBezTo>
                    <a:pt x="223" y="57"/>
                    <a:pt x="186" y="4"/>
                    <a:pt x="120" y="4"/>
                  </a:cubicBezTo>
                  <a:cubicBezTo>
                    <a:pt x="113" y="2"/>
                    <a:pt x="106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0" name="Google Shape;16480;p41"/>
            <p:cNvSpPr/>
            <p:nvPr/>
          </p:nvSpPr>
          <p:spPr>
            <a:xfrm>
              <a:off x="4253725" y="2991450"/>
              <a:ext cx="5200" cy="4825"/>
            </a:xfrm>
            <a:custGeom>
              <a:avLst/>
              <a:gdLst/>
              <a:ahLst/>
              <a:cxnLst/>
              <a:rect l="l" t="t" r="r" b="b"/>
              <a:pathLst>
                <a:path w="208" h="193" extrusionOk="0">
                  <a:moveTo>
                    <a:pt x="88" y="1"/>
                  </a:moveTo>
                  <a:cubicBezTo>
                    <a:pt x="34" y="1"/>
                    <a:pt x="1" y="34"/>
                    <a:pt x="1" y="83"/>
                  </a:cubicBezTo>
                  <a:lnTo>
                    <a:pt x="1" y="137"/>
                  </a:lnTo>
                  <a:lnTo>
                    <a:pt x="17" y="154"/>
                  </a:lnTo>
                  <a:cubicBezTo>
                    <a:pt x="34" y="170"/>
                    <a:pt x="50" y="186"/>
                    <a:pt x="88" y="186"/>
                  </a:cubicBezTo>
                  <a:cubicBezTo>
                    <a:pt x="97" y="190"/>
                    <a:pt x="107" y="192"/>
                    <a:pt x="116" y="192"/>
                  </a:cubicBezTo>
                  <a:cubicBezTo>
                    <a:pt x="156" y="192"/>
                    <a:pt x="194" y="160"/>
                    <a:pt x="207" y="121"/>
                  </a:cubicBezTo>
                  <a:cubicBezTo>
                    <a:pt x="153" y="83"/>
                    <a:pt x="120" y="34"/>
                    <a:pt x="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1" name="Google Shape;16481;p41"/>
            <p:cNvSpPr/>
            <p:nvPr/>
          </p:nvSpPr>
          <p:spPr>
            <a:xfrm>
              <a:off x="4225400" y="3017025"/>
              <a:ext cx="5175" cy="5375"/>
            </a:xfrm>
            <a:custGeom>
              <a:avLst/>
              <a:gdLst/>
              <a:ahLst/>
              <a:cxnLst/>
              <a:rect l="l" t="t" r="r" b="b"/>
              <a:pathLst>
                <a:path w="207" h="215" extrusionOk="0">
                  <a:moveTo>
                    <a:pt x="93" y="0"/>
                  </a:moveTo>
                  <a:cubicBezTo>
                    <a:pt x="73" y="0"/>
                    <a:pt x="56" y="14"/>
                    <a:pt x="33" y="25"/>
                  </a:cubicBezTo>
                  <a:cubicBezTo>
                    <a:pt x="17" y="42"/>
                    <a:pt x="0" y="58"/>
                    <a:pt x="0" y="91"/>
                  </a:cubicBezTo>
                  <a:lnTo>
                    <a:pt x="0" y="145"/>
                  </a:lnTo>
                  <a:cubicBezTo>
                    <a:pt x="17" y="145"/>
                    <a:pt x="17" y="161"/>
                    <a:pt x="17" y="161"/>
                  </a:cubicBezTo>
                  <a:cubicBezTo>
                    <a:pt x="33" y="178"/>
                    <a:pt x="66" y="194"/>
                    <a:pt x="87" y="215"/>
                  </a:cubicBezTo>
                  <a:cubicBezTo>
                    <a:pt x="136" y="215"/>
                    <a:pt x="206" y="178"/>
                    <a:pt x="206" y="128"/>
                  </a:cubicBezTo>
                  <a:cubicBezTo>
                    <a:pt x="206" y="91"/>
                    <a:pt x="206" y="58"/>
                    <a:pt x="190" y="42"/>
                  </a:cubicBezTo>
                  <a:cubicBezTo>
                    <a:pt x="169" y="25"/>
                    <a:pt x="153" y="9"/>
                    <a:pt x="120" y="9"/>
                  </a:cubicBezTo>
                  <a:cubicBezTo>
                    <a:pt x="110" y="3"/>
                    <a:pt x="101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2" name="Google Shape;16482;p41"/>
            <p:cNvSpPr/>
            <p:nvPr/>
          </p:nvSpPr>
          <p:spPr>
            <a:xfrm>
              <a:off x="4245600" y="3033175"/>
              <a:ext cx="6000" cy="5250"/>
            </a:xfrm>
            <a:custGeom>
              <a:avLst/>
              <a:gdLst/>
              <a:ahLst/>
              <a:cxnLst/>
              <a:rect l="l" t="t" r="r" b="b"/>
              <a:pathLst>
                <a:path w="240" h="210" extrusionOk="0">
                  <a:moveTo>
                    <a:pt x="130" y="1"/>
                  </a:moveTo>
                  <a:cubicBezTo>
                    <a:pt x="114" y="1"/>
                    <a:pt x="98" y="5"/>
                    <a:pt x="83" y="14"/>
                  </a:cubicBezTo>
                  <a:cubicBezTo>
                    <a:pt x="33" y="31"/>
                    <a:pt x="0" y="84"/>
                    <a:pt x="17" y="134"/>
                  </a:cubicBezTo>
                  <a:cubicBezTo>
                    <a:pt x="42" y="187"/>
                    <a:pt x="79" y="210"/>
                    <a:pt x="118" y="210"/>
                  </a:cubicBezTo>
                  <a:cubicBezTo>
                    <a:pt x="129" y="210"/>
                    <a:pt x="141" y="208"/>
                    <a:pt x="153" y="204"/>
                  </a:cubicBezTo>
                  <a:cubicBezTo>
                    <a:pt x="223" y="187"/>
                    <a:pt x="239" y="117"/>
                    <a:pt x="223" y="64"/>
                  </a:cubicBezTo>
                  <a:cubicBezTo>
                    <a:pt x="211" y="28"/>
                    <a:pt x="171" y="1"/>
                    <a:pt x="1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3" name="Google Shape;16483;p41"/>
            <p:cNvSpPr/>
            <p:nvPr/>
          </p:nvSpPr>
          <p:spPr>
            <a:xfrm>
              <a:off x="4250750" y="30050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95" y="1"/>
                  </a:moveTo>
                  <a:cubicBezTo>
                    <a:pt x="64" y="1"/>
                    <a:pt x="35" y="13"/>
                    <a:pt x="17" y="40"/>
                  </a:cubicBezTo>
                  <a:cubicBezTo>
                    <a:pt x="0" y="57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17" y="160"/>
                    <a:pt x="17" y="180"/>
                    <a:pt x="33" y="180"/>
                  </a:cubicBezTo>
                  <a:cubicBezTo>
                    <a:pt x="55" y="195"/>
                    <a:pt x="81" y="203"/>
                    <a:pt x="106" y="203"/>
                  </a:cubicBezTo>
                  <a:cubicBezTo>
                    <a:pt x="137" y="203"/>
                    <a:pt x="167" y="190"/>
                    <a:pt x="186" y="160"/>
                  </a:cubicBezTo>
                  <a:cubicBezTo>
                    <a:pt x="223" y="127"/>
                    <a:pt x="223" y="57"/>
                    <a:pt x="169" y="24"/>
                  </a:cubicBezTo>
                  <a:cubicBezTo>
                    <a:pt x="147" y="9"/>
                    <a:pt x="121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4" name="Google Shape;16484;p41"/>
            <p:cNvSpPr/>
            <p:nvPr/>
          </p:nvSpPr>
          <p:spPr>
            <a:xfrm>
              <a:off x="4249825" y="30215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10" y="1"/>
                  </a:moveTo>
                  <a:cubicBezTo>
                    <a:pt x="99" y="1"/>
                    <a:pt x="87" y="5"/>
                    <a:pt x="70" y="13"/>
                  </a:cubicBezTo>
                  <a:cubicBezTo>
                    <a:pt x="54" y="13"/>
                    <a:pt x="37" y="34"/>
                    <a:pt x="17" y="50"/>
                  </a:cubicBezTo>
                  <a:cubicBezTo>
                    <a:pt x="0" y="83"/>
                    <a:pt x="0" y="116"/>
                    <a:pt x="17" y="153"/>
                  </a:cubicBezTo>
                  <a:cubicBezTo>
                    <a:pt x="32" y="191"/>
                    <a:pt x="73" y="209"/>
                    <a:pt x="115" y="209"/>
                  </a:cubicBezTo>
                  <a:cubicBezTo>
                    <a:pt x="129" y="209"/>
                    <a:pt x="144" y="207"/>
                    <a:pt x="157" y="203"/>
                  </a:cubicBezTo>
                  <a:cubicBezTo>
                    <a:pt x="206" y="186"/>
                    <a:pt x="223" y="116"/>
                    <a:pt x="206" y="67"/>
                  </a:cubicBezTo>
                  <a:cubicBezTo>
                    <a:pt x="190" y="34"/>
                    <a:pt x="173" y="13"/>
                    <a:pt x="140" y="13"/>
                  </a:cubicBezTo>
                  <a:cubicBezTo>
                    <a:pt x="130" y="5"/>
                    <a:pt x="121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5" name="Google Shape;16485;p41"/>
            <p:cNvSpPr/>
            <p:nvPr/>
          </p:nvSpPr>
          <p:spPr>
            <a:xfrm>
              <a:off x="4233950" y="3037325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13" y="0"/>
                  </a:moveTo>
                  <a:cubicBezTo>
                    <a:pt x="83" y="0"/>
                    <a:pt x="56" y="15"/>
                    <a:pt x="33" y="38"/>
                  </a:cubicBezTo>
                  <a:cubicBezTo>
                    <a:pt x="0" y="71"/>
                    <a:pt x="0" y="87"/>
                    <a:pt x="0" y="124"/>
                  </a:cubicBezTo>
                  <a:cubicBezTo>
                    <a:pt x="0" y="124"/>
                    <a:pt x="0" y="141"/>
                    <a:pt x="17" y="141"/>
                  </a:cubicBezTo>
                  <a:cubicBezTo>
                    <a:pt x="17" y="157"/>
                    <a:pt x="33" y="174"/>
                    <a:pt x="33" y="190"/>
                  </a:cubicBezTo>
                  <a:cubicBezTo>
                    <a:pt x="70" y="207"/>
                    <a:pt x="87" y="207"/>
                    <a:pt x="120" y="207"/>
                  </a:cubicBezTo>
                  <a:cubicBezTo>
                    <a:pt x="157" y="207"/>
                    <a:pt x="173" y="190"/>
                    <a:pt x="190" y="174"/>
                  </a:cubicBezTo>
                  <a:cubicBezTo>
                    <a:pt x="206" y="157"/>
                    <a:pt x="223" y="124"/>
                    <a:pt x="206" y="87"/>
                  </a:cubicBezTo>
                  <a:cubicBezTo>
                    <a:pt x="206" y="71"/>
                    <a:pt x="190" y="38"/>
                    <a:pt x="173" y="21"/>
                  </a:cubicBezTo>
                  <a:cubicBezTo>
                    <a:pt x="152" y="7"/>
                    <a:pt x="132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6" name="Google Shape;16486;p41"/>
            <p:cNvSpPr/>
            <p:nvPr/>
          </p:nvSpPr>
          <p:spPr>
            <a:xfrm>
              <a:off x="4226625" y="3095675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88" y="0"/>
                  </a:moveTo>
                  <a:cubicBezTo>
                    <a:pt x="38" y="0"/>
                    <a:pt x="1" y="33"/>
                    <a:pt x="1" y="91"/>
                  </a:cubicBezTo>
                  <a:lnTo>
                    <a:pt x="1" y="140"/>
                  </a:lnTo>
                  <a:lnTo>
                    <a:pt x="17" y="161"/>
                  </a:lnTo>
                  <a:cubicBezTo>
                    <a:pt x="38" y="177"/>
                    <a:pt x="54" y="194"/>
                    <a:pt x="87" y="194"/>
                  </a:cubicBezTo>
                  <a:cubicBezTo>
                    <a:pt x="97" y="199"/>
                    <a:pt x="105" y="201"/>
                    <a:pt x="113" y="201"/>
                  </a:cubicBezTo>
                  <a:cubicBezTo>
                    <a:pt x="132" y="201"/>
                    <a:pt x="146" y="189"/>
                    <a:pt x="157" y="177"/>
                  </a:cubicBezTo>
                  <a:cubicBezTo>
                    <a:pt x="190" y="161"/>
                    <a:pt x="207" y="140"/>
                    <a:pt x="207" y="107"/>
                  </a:cubicBezTo>
                  <a:cubicBezTo>
                    <a:pt x="207" y="91"/>
                    <a:pt x="207" y="58"/>
                    <a:pt x="190" y="37"/>
                  </a:cubicBezTo>
                  <a:cubicBezTo>
                    <a:pt x="174" y="21"/>
                    <a:pt x="141" y="4"/>
                    <a:pt x="120" y="4"/>
                  </a:cubicBezTo>
                  <a:cubicBezTo>
                    <a:pt x="109" y="2"/>
                    <a:pt x="98" y="0"/>
                    <a:pt x="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7" name="Google Shape;16487;p41"/>
            <p:cNvSpPr/>
            <p:nvPr/>
          </p:nvSpPr>
          <p:spPr>
            <a:xfrm>
              <a:off x="4228800" y="30790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87" y="0"/>
                    <a:pt x="70" y="0"/>
                    <a:pt x="33" y="17"/>
                  </a:cubicBezTo>
                  <a:cubicBezTo>
                    <a:pt x="17" y="33"/>
                    <a:pt x="0" y="66"/>
                    <a:pt x="0" y="83"/>
                  </a:cubicBezTo>
                  <a:lnTo>
                    <a:pt x="0" y="136"/>
                  </a:lnTo>
                  <a:cubicBezTo>
                    <a:pt x="0" y="153"/>
                    <a:pt x="17" y="153"/>
                    <a:pt x="17" y="169"/>
                  </a:cubicBezTo>
                  <a:cubicBezTo>
                    <a:pt x="33" y="186"/>
                    <a:pt x="54" y="207"/>
                    <a:pt x="87" y="207"/>
                  </a:cubicBezTo>
                  <a:cubicBezTo>
                    <a:pt x="93" y="209"/>
                    <a:pt x="99" y="210"/>
                    <a:pt x="106" y="210"/>
                  </a:cubicBezTo>
                  <a:cubicBezTo>
                    <a:pt x="149" y="210"/>
                    <a:pt x="192" y="163"/>
                    <a:pt x="206" y="120"/>
                  </a:cubicBezTo>
                  <a:cubicBezTo>
                    <a:pt x="206" y="83"/>
                    <a:pt x="206" y="66"/>
                    <a:pt x="190" y="50"/>
                  </a:cubicBezTo>
                  <a:cubicBezTo>
                    <a:pt x="173" y="17"/>
                    <a:pt x="136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8" name="Google Shape;16488;p41"/>
            <p:cNvSpPr/>
            <p:nvPr/>
          </p:nvSpPr>
          <p:spPr>
            <a:xfrm>
              <a:off x="4230125" y="306515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93" y="1"/>
                  </a:moveTo>
                  <a:cubicBezTo>
                    <a:pt x="51" y="1"/>
                    <a:pt x="14" y="33"/>
                    <a:pt x="1" y="92"/>
                  </a:cubicBezTo>
                  <a:cubicBezTo>
                    <a:pt x="1" y="108"/>
                    <a:pt x="1" y="125"/>
                    <a:pt x="17" y="145"/>
                  </a:cubicBezTo>
                  <a:cubicBezTo>
                    <a:pt x="17" y="145"/>
                    <a:pt x="17" y="162"/>
                    <a:pt x="34" y="162"/>
                  </a:cubicBezTo>
                  <a:cubicBezTo>
                    <a:pt x="34" y="178"/>
                    <a:pt x="67" y="195"/>
                    <a:pt x="104" y="211"/>
                  </a:cubicBezTo>
                  <a:cubicBezTo>
                    <a:pt x="153" y="211"/>
                    <a:pt x="207" y="178"/>
                    <a:pt x="207" y="125"/>
                  </a:cubicBezTo>
                  <a:cubicBezTo>
                    <a:pt x="223" y="92"/>
                    <a:pt x="207" y="59"/>
                    <a:pt x="186" y="42"/>
                  </a:cubicBezTo>
                  <a:cubicBezTo>
                    <a:pt x="170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9" name="Google Shape;16489;p41"/>
            <p:cNvSpPr/>
            <p:nvPr/>
          </p:nvSpPr>
          <p:spPr>
            <a:xfrm>
              <a:off x="4223225" y="310675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14" y="1"/>
                  </a:moveTo>
                  <a:cubicBezTo>
                    <a:pt x="101" y="1"/>
                    <a:pt x="86" y="3"/>
                    <a:pt x="71" y="7"/>
                  </a:cubicBezTo>
                  <a:cubicBezTo>
                    <a:pt x="17" y="27"/>
                    <a:pt x="1" y="93"/>
                    <a:pt x="17" y="147"/>
                  </a:cubicBezTo>
                  <a:cubicBezTo>
                    <a:pt x="17" y="163"/>
                    <a:pt x="34" y="180"/>
                    <a:pt x="50" y="180"/>
                  </a:cubicBezTo>
                  <a:cubicBezTo>
                    <a:pt x="62" y="199"/>
                    <a:pt x="84" y="207"/>
                    <a:pt x="107" y="207"/>
                  </a:cubicBezTo>
                  <a:cubicBezTo>
                    <a:pt x="123" y="207"/>
                    <a:pt x="139" y="203"/>
                    <a:pt x="153" y="196"/>
                  </a:cubicBezTo>
                  <a:cubicBezTo>
                    <a:pt x="190" y="196"/>
                    <a:pt x="207" y="163"/>
                    <a:pt x="223" y="110"/>
                  </a:cubicBezTo>
                  <a:cubicBezTo>
                    <a:pt x="223" y="93"/>
                    <a:pt x="223" y="93"/>
                    <a:pt x="207" y="77"/>
                  </a:cubicBezTo>
                  <a:cubicBezTo>
                    <a:pt x="194" y="23"/>
                    <a:pt x="160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0" name="Google Shape;16490;p41"/>
            <p:cNvSpPr/>
            <p:nvPr/>
          </p:nvSpPr>
          <p:spPr>
            <a:xfrm>
              <a:off x="4237350" y="3101600"/>
              <a:ext cx="5700" cy="5075"/>
            </a:xfrm>
            <a:custGeom>
              <a:avLst/>
              <a:gdLst/>
              <a:ahLst/>
              <a:cxnLst/>
              <a:rect l="l" t="t" r="r" b="b"/>
              <a:pathLst>
                <a:path w="228" h="203" extrusionOk="0">
                  <a:moveTo>
                    <a:pt x="111" y="0"/>
                  </a:moveTo>
                  <a:cubicBezTo>
                    <a:pt x="98" y="0"/>
                    <a:pt x="84" y="2"/>
                    <a:pt x="70" y="6"/>
                  </a:cubicBezTo>
                  <a:cubicBezTo>
                    <a:pt x="21" y="27"/>
                    <a:pt x="0" y="77"/>
                    <a:pt x="21" y="147"/>
                  </a:cubicBezTo>
                  <a:cubicBezTo>
                    <a:pt x="21" y="147"/>
                    <a:pt x="37" y="163"/>
                    <a:pt x="37" y="180"/>
                  </a:cubicBezTo>
                  <a:cubicBezTo>
                    <a:pt x="61" y="191"/>
                    <a:pt x="84" y="203"/>
                    <a:pt x="115" y="203"/>
                  </a:cubicBezTo>
                  <a:cubicBezTo>
                    <a:pt x="127" y="203"/>
                    <a:pt x="141" y="201"/>
                    <a:pt x="157" y="196"/>
                  </a:cubicBezTo>
                  <a:cubicBezTo>
                    <a:pt x="190" y="180"/>
                    <a:pt x="207" y="147"/>
                    <a:pt x="227" y="110"/>
                  </a:cubicBezTo>
                  <a:cubicBezTo>
                    <a:pt x="227" y="93"/>
                    <a:pt x="227" y="77"/>
                    <a:pt x="207" y="60"/>
                  </a:cubicBezTo>
                  <a:cubicBezTo>
                    <a:pt x="194" y="20"/>
                    <a:pt x="154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1" name="Google Shape;16491;p41"/>
            <p:cNvSpPr/>
            <p:nvPr/>
          </p:nvSpPr>
          <p:spPr>
            <a:xfrm>
              <a:off x="4243025" y="314000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36" y="0"/>
                  </a:moveTo>
                  <a:cubicBezTo>
                    <a:pt x="66" y="0"/>
                    <a:pt x="17" y="37"/>
                    <a:pt x="17" y="87"/>
                  </a:cubicBezTo>
                  <a:cubicBezTo>
                    <a:pt x="0" y="103"/>
                    <a:pt x="17" y="120"/>
                    <a:pt x="17" y="140"/>
                  </a:cubicBezTo>
                  <a:cubicBezTo>
                    <a:pt x="17" y="157"/>
                    <a:pt x="17" y="157"/>
                    <a:pt x="33" y="173"/>
                  </a:cubicBezTo>
                  <a:cubicBezTo>
                    <a:pt x="50" y="190"/>
                    <a:pt x="66" y="206"/>
                    <a:pt x="103" y="206"/>
                  </a:cubicBezTo>
                  <a:cubicBezTo>
                    <a:pt x="120" y="206"/>
                    <a:pt x="153" y="206"/>
                    <a:pt x="169" y="190"/>
                  </a:cubicBezTo>
                  <a:cubicBezTo>
                    <a:pt x="206" y="173"/>
                    <a:pt x="206" y="140"/>
                    <a:pt x="223" y="120"/>
                  </a:cubicBezTo>
                  <a:cubicBezTo>
                    <a:pt x="223" y="87"/>
                    <a:pt x="223" y="70"/>
                    <a:pt x="206" y="37"/>
                  </a:cubicBezTo>
                  <a:cubicBezTo>
                    <a:pt x="186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2" name="Google Shape;16492;p41"/>
            <p:cNvSpPr/>
            <p:nvPr/>
          </p:nvSpPr>
          <p:spPr>
            <a:xfrm>
              <a:off x="4238675" y="3089150"/>
              <a:ext cx="5200" cy="5400"/>
            </a:xfrm>
            <a:custGeom>
              <a:avLst/>
              <a:gdLst/>
              <a:ahLst/>
              <a:cxnLst/>
              <a:rect l="l" t="t" r="r" b="b"/>
              <a:pathLst>
                <a:path w="208" h="216" extrusionOk="0">
                  <a:moveTo>
                    <a:pt x="96" y="0"/>
                  </a:moveTo>
                  <a:cubicBezTo>
                    <a:pt x="65" y="0"/>
                    <a:pt x="35" y="13"/>
                    <a:pt x="17" y="43"/>
                  </a:cubicBezTo>
                  <a:cubicBezTo>
                    <a:pt x="1" y="59"/>
                    <a:pt x="1" y="92"/>
                    <a:pt x="1" y="113"/>
                  </a:cubicBezTo>
                  <a:lnTo>
                    <a:pt x="1" y="146"/>
                  </a:lnTo>
                  <a:cubicBezTo>
                    <a:pt x="17" y="162"/>
                    <a:pt x="17" y="179"/>
                    <a:pt x="34" y="179"/>
                  </a:cubicBezTo>
                  <a:cubicBezTo>
                    <a:pt x="71" y="195"/>
                    <a:pt x="88" y="216"/>
                    <a:pt x="121" y="216"/>
                  </a:cubicBezTo>
                  <a:cubicBezTo>
                    <a:pt x="137" y="216"/>
                    <a:pt x="174" y="195"/>
                    <a:pt x="191" y="162"/>
                  </a:cubicBezTo>
                  <a:cubicBezTo>
                    <a:pt x="207" y="146"/>
                    <a:pt x="207" y="129"/>
                    <a:pt x="207" y="92"/>
                  </a:cubicBezTo>
                  <a:cubicBezTo>
                    <a:pt x="207" y="59"/>
                    <a:pt x="191" y="43"/>
                    <a:pt x="174" y="26"/>
                  </a:cubicBezTo>
                  <a:cubicBezTo>
                    <a:pt x="150" y="9"/>
                    <a:pt x="122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3" name="Google Shape;16493;p41"/>
            <p:cNvSpPr/>
            <p:nvPr/>
          </p:nvSpPr>
          <p:spPr>
            <a:xfrm>
              <a:off x="4235275" y="3116800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20" y="0"/>
                  </a:moveTo>
                  <a:cubicBezTo>
                    <a:pt x="50" y="0"/>
                    <a:pt x="1" y="38"/>
                    <a:pt x="1" y="87"/>
                  </a:cubicBezTo>
                  <a:lnTo>
                    <a:pt x="1" y="157"/>
                  </a:lnTo>
                  <a:cubicBezTo>
                    <a:pt x="17" y="174"/>
                    <a:pt x="50" y="207"/>
                    <a:pt x="83" y="207"/>
                  </a:cubicBezTo>
                  <a:cubicBezTo>
                    <a:pt x="93" y="209"/>
                    <a:pt x="102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3"/>
                    <a:pt x="207" y="70"/>
                    <a:pt x="186" y="54"/>
                  </a:cubicBezTo>
                  <a:cubicBezTo>
                    <a:pt x="170" y="38"/>
                    <a:pt x="13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4" name="Google Shape;16494;p41"/>
            <p:cNvSpPr/>
            <p:nvPr/>
          </p:nvSpPr>
          <p:spPr>
            <a:xfrm>
              <a:off x="4222825" y="3119775"/>
              <a:ext cx="5575" cy="5425"/>
            </a:xfrm>
            <a:custGeom>
              <a:avLst/>
              <a:gdLst/>
              <a:ahLst/>
              <a:cxnLst/>
              <a:rect l="l" t="t" r="r" b="b"/>
              <a:pathLst>
                <a:path w="223" h="217" extrusionOk="0">
                  <a:moveTo>
                    <a:pt x="103" y="1"/>
                  </a:moveTo>
                  <a:cubicBezTo>
                    <a:pt x="66" y="22"/>
                    <a:pt x="50" y="22"/>
                    <a:pt x="33" y="55"/>
                  </a:cubicBezTo>
                  <a:cubicBezTo>
                    <a:pt x="17" y="71"/>
                    <a:pt x="0" y="104"/>
                    <a:pt x="0" y="125"/>
                  </a:cubicBezTo>
                  <a:cubicBezTo>
                    <a:pt x="17" y="141"/>
                    <a:pt x="17" y="141"/>
                    <a:pt x="17" y="158"/>
                  </a:cubicBezTo>
                  <a:cubicBezTo>
                    <a:pt x="17" y="174"/>
                    <a:pt x="33" y="174"/>
                    <a:pt x="50" y="191"/>
                  </a:cubicBezTo>
                  <a:cubicBezTo>
                    <a:pt x="66" y="207"/>
                    <a:pt x="89" y="217"/>
                    <a:pt x="113" y="217"/>
                  </a:cubicBezTo>
                  <a:cubicBezTo>
                    <a:pt x="141" y="217"/>
                    <a:pt x="169" y="203"/>
                    <a:pt x="190" y="174"/>
                  </a:cubicBezTo>
                  <a:cubicBezTo>
                    <a:pt x="206" y="158"/>
                    <a:pt x="223" y="125"/>
                    <a:pt x="223" y="104"/>
                  </a:cubicBezTo>
                  <a:cubicBezTo>
                    <a:pt x="206" y="71"/>
                    <a:pt x="206" y="55"/>
                    <a:pt x="169" y="38"/>
                  </a:cubicBezTo>
                  <a:cubicBezTo>
                    <a:pt x="153" y="22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5" name="Google Shape;16495;p41"/>
            <p:cNvSpPr/>
            <p:nvPr/>
          </p:nvSpPr>
          <p:spPr>
            <a:xfrm>
              <a:off x="4216325" y="30717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70" y="1"/>
                    <a:pt x="0" y="34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7" y="190"/>
                    <a:pt x="54" y="207"/>
                    <a:pt x="87" y="207"/>
                  </a:cubicBezTo>
                  <a:cubicBezTo>
                    <a:pt x="120" y="207"/>
                    <a:pt x="140" y="207"/>
                    <a:pt x="173" y="190"/>
                  </a:cubicBezTo>
                  <a:cubicBezTo>
                    <a:pt x="190" y="170"/>
                    <a:pt x="206" y="153"/>
                    <a:pt x="206" y="120"/>
                  </a:cubicBezTo>
                  <a:cubicBezTo>
                    <a:pt x="206" y="87"/>
                    <a:pt x="206" y="67"/>
                    <a:pt x="190" y="50"/>
                  </a:cubicBezTo>
                  <a:cubicBezTo>
                    <a:pt x="173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6" name="Google Shape;16496;p41"/>
            <p:cNvSpPr/>
            <p:nvPr/>
          </p:nvSpPr>
          <p:spPr>
            <a:xfrm>
              <a:off x="4218075" y="29792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4" y="0"/>
                  </a:moveTo>
                  <a:cubicBezTo>
                    <a:pt x="112" y="0"/>
                    <a:pt x="99" y="2"/>
                    <a:pt x="87" y="7"/>
                  </a:cubicBezTo>
                  <a:cubicBezTo>
                    <a:pt x="17" y="23"/>
                    <a:pt x="0" y="93"/>
                    <a:pt x="17" y="143"/>
                  </a:cubicBezTo>
                  <a:cubicBezTo>
                    <a:pt x="29" y="183"/>
                    <a:pt x="72" y="202"/>
                    <a:pt x="114" y="202"/>
                  </a:cubicBezTo>
                  <a:cubicBezTo>
                    <a:pt x="127" y="202"/>
                    <a:pt x="141" y="200"/>
                    <a:pt x="153" y="196"/>
                  </a:cubicBezTo>
                  <a:cubicBezTo>
                    <a:pt x="207" y="180"/>
                    <a:pt x="240" y="126"/>
                    <a:pt x="207" y="56"/>
                  </a:cubicBezTo>
                  <a:cubicBezTo>
                    <a:pt x="194" y="19"/>
                    <a:pt x="161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7" name="Google Shape;16497;p41"/>
            <p:cNvSpPr/>
            <p:nvPr/>
          </p:nvSpPr>
          <p:spPr>
            <a:xfrm>
              <a:off x="4215900" y="29921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2" y="0"/>
                  </a:moveTo>
                  <a:cubicBezTo>
                    <a:pt x="83" y="0"/>
                    <a:pt x="54" y="13"/>
                    <a:pt x="34" y="40"/>
                  </a:cubicBezTo>
                  <a:cubicBezTo>
                    <a:pt x="17" y="56"/>
                    <a:pt x="1" y="94"/>
                    <a:pt x="1" y="110"/>
                  </a:cubicBezTo>
                  <a:cubicBezTo>
                    <a:pt x="1" y="127"/>
                    <a:pt x="17" y="127"/>
                    <a:pt x="17" y="143"/>
                  </a:cubicBezTo>
                  <a:cubicBezTo>
                    <a:pt x="17" y="159"/>
                    <a:pt x="34" y="180"/>
                    <a:pt x="54" y="180"/>
                  </a:cubicBezTo>
                  <a:cubicBezTo>
                    <a:pt x="69" y="195"/>
                    <a:pt x="91" y="203"/>
                    <a:pt x="113" y="203"/>
                  </a:cubicBezTo>
                  <a:cubicBezTo>
                    <a:pt x="142" y="203"/>
                    <a:pt x="172" y="190"/>
                    <a:pt x="190" y="159"/>
                  </a:cubicBezTo>
                  <a:cubicBezTo>
                    <a:pt x="207" y="143"/>
                    <a:pt x="223" y="127"/>
                    <a:pt x="207" y="94"/>
                  </a:cubicBezTo>
                  <a:cubicBezTo>
                    <a:pt x="207" y="56"/>
                    <a:pt x="207" y="40"/>
                    <a:pt x="174" y="23"/>
                  </a:cubicBezTo>
                  <a:cubicBezTo>
                    <a:pt x="157" y="9"/>
                    <a:pt x="135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8" name="Google Shape;16498;p41"/>
            <p:cNvSpPr/>
            <p:nvPr/>
          </p:nvSpPr>
          <p:spPr>
            <a:xfrm>
              <a:off x="4218900" y="29650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0" y="1"/>
                  </a:moveTo>
                  <a:cubicBezTo>
                    <a:pt x="96" y="1"/>
                    <a:pt x="83" y="3"/>
                    <a:pt x="70" y="7"/>
                  </a:cubicBezTo>
                  <a:cubicBezTo>
                    <a:pt x="17" y="27"/>
                    <a:pt x="0" y="77"/>
                    <a:pt x="17" y="147"/>
                  </a:cubicBezTo>
                  <a:cubicBezTo>
                    <a:pt x="32" y="184"/>
                    <a:pt x="73" y="202"/>
                    <a:pt x="115" y="202"/>
                  </a:cubicBezTo>
                  <a:cubicBezTo>
                    <a:pt x="129" y="202"/>
                    <a:pt x="144" y="200"/>
                    <a:pt x="157" y="196"/>
                  </a:cubicBezTo>
                  <a:cubicBezTo>
                    <a:pt x="207" y="180"/>
                    <a:pt x="223" y="110"/>
                    <a:pt x="207" y="60"/>
                  </a:cubicBezTo>
                  <a:cubicBezTo>
                    <a:pt x="194" y="20"/>
                    <a:pt x="151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9" name="Google Shape;16499;p41"/>
            <p:cNvSpPr/>
            <p:nvPr/>
          </p:nvSpPr>
          <p:spPr>
            <a:xfrm>
              <a:off x="4220650" y="30438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4" y="0"/>
                    <a:pt x="71" y="0"/>
                    <a:pt x="50" y="17"/>
                  </a:cubicBezTo>
                  <a:cubicBezTo>
                    <a:pt x="17" y="33"/>
                    <a:pt x="17" y="50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53"/>
                  </a:lnTo>
                  <a:cubicBezTo>
                    <a:pt x="33" y="190"/>
                    <a:pt x="71" y="190"/>
                    <a:pt x="87" y="207"/>
                  </a:cubicBezTo>
                  <a:cubicBezTo>
                    <a:pt x="153" y="207"/>
                    <a:pt x="207" y="174"/>
                    <a:pt x="207" y="120"/>
                  </a:cubicBezTo>
                  <a:cubicBezTo>
                    <a:pt x="223" y="87"/>
                    <a:pt x="207" y="70"/>
                    <a:pt x="190" y="33"/>
                  </a:cubicBezTo>
                  <a:cubicBezTo>
                    <a:pt x="174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0" name="Google Shape;16500;p41"/>
            <p:cNvSpPr/>
            <p:nvPr/>
          </p:nvSpPr>
          <p:spPr>
            <a:xfrm>
              <a:off x="4221475" y="303012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20" y="0"/>
                  </a:moveTo>
                  <a:cubicBezTo>
                    <a:pt x="120" y="0"/>
                    <a:pt x="104" y="0"/>
                    <a:pt x="87" y="17"/>
                  </a:cubicBezTo>
                  <a:cubicBezTo>
                    <a:pt x="17" y="33"/>
                    <a:pt x="0" y="83"/>
                    <a:pt x="17" y="153"/>
                  </a:cubicBezTo>
                  <a:cubicBezTo>
                    <a:pt x="32" y="193"/>
                    <a:pt x="74" y="212"/>
                    <a:pt x="116" y="212"/>
                  </a:cubicBezTo>
                  <a:cubicBezTo>
                    <a:pt x="130" y="212"/>
                    <a:pt x="144" y="210"/>
                    <a:pt x="157" y="206"/>
                  </a:cubicBezTo>
                  <a:cubicBezTo>
                    <a:pt x="174" y="206"/>
                    <a:pt x="190" y="186"/>
                    <a:pt x="190" y="169"/>
                  </a:cubicBezTo>
                  <a:cubicBezTo>
                    <a:pt x="223" y="153"/>
                    <a:pt x="223" y="103"/>
                    <a:pt x="223" y="66"/>
                  </a:cubicBezTo>
                  <a:cubicBezTo>
                    <a:pt x="207" y="33"/>
                    <a:pt x="174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1" name="Google Shape;16501;p41"/>
            <p:cNvSpPr/>
            <p:nvPr/>
          </p:nvSpPr>
          <p:spPr>
            <a:xfrm>
              <a:off x="4215500" y="3006400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36" y="1"/>
                  </a:moveTo>
                  <a:cubicBezTo>
                    <a:pt x="87" y="1"/>
                    <a:pt x="33" y="21"/>
                    <a:pt x="17" y="71"/>
                  </a:cubicBezTo>
                  <a:lnTo>
                    <a:pt x="17" y="87"/>
                  </a:lnTo>
                  <a:cubicBezTo>
                    <a:pt x="0" y="104"/>
                    <a:pt x="17" y="124"/>
                    <a:pt x="17" y="141"/>
                  </a:cubicBezTo>
                  <a:cubicBezTo>
                    <a:pt x="33" y="174"/>
                    <a:pt x="50" y="190"/>
                    <a:pt x="70" y="207"/>
                  </a:cubicBezTo>
                  <a:lnTo>
                    <a:pt x="103" y="207"/>
                  </a:lnTo>
                  <a:cubicBezTo>
                    <a:pt x="111" y="210"/>
                    <a:pt x="118" y="211"/>
                    <a:pt x="126" y="211"/>
                  </a:cubicBezTo>
                  <a:cubicBezTo>
                    <a:pt x="168" y="211"/>
                    <a:pt x="209" y="166"/>
                    <a:pt x="223" y="124"/>
                  </a:cubicBezTo>
                  <a:cubicBezTo>
                    <a:pt x="223" y="87"/>
                    <a:pt x="223" y="71"/>
                    <a:pt x="206" y="54"/>
                  </a:cubicBezTo>
                  <a:cubicBezTo>
                    <a:pt x="190" y="2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2" name="Google Shape;16502;p41"/>
            <p:cNvSpPr/>
            <p:nvPr/>
          </p:nvSpPr>
          <p:spPr>
            <a:xfrm>
              <a:off x="4216325" y="3087625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03" y="1"/>
                  </a:moveTo>
                  <a:cubicBezTo>
                    <a:pt x="70" y="1"/>
                    <a:pt x="54" y="17"/>
                    <a:pt x="37" y="50"/>
                  </a:cubicBezTo>
                  <a:cubicBezTo>
                    <a:pt x="17" y="71"/>
                    <a:pt x="0" y="87"/>
                    <a:pt x="0" y="120"/>
                  </a:cubicBezTo>
                  <a:cubicBezTo>
                    <a:pt x="0" y="120"/>
                    <a:pt x="0" y="137"/>
                    <a:pt x="17" y="137"/>
                  </a:cubicBezTo>
                  <a:cubicBezTo>
                    <a:pt x="17" y="153"/>
                    <a:pt x="37" y="174"/>
                    <a:pt x="54" y="190"/>
                  </a:cubicBezTo>
                  <a:cubicBezTo>
                    <a:pt x="69" y="205"/>
                    <a:pt x="91" y="213"/>
                    <a:pt x="114" y="213"/>
                  </a:cubicBezTo>
                  <a:cubicBezTo>
                    <a:pt x="142" y="213"/>
                    <a:pt x="172" y="201"/>
                    <a:pt x="190" y="174"/>
                  </a:cubicBezTo>
                  <a:cubicBezTo>
                    <a:pt x="223" y="120"/>
                    <a:pt x="223" y="71"/>
                    <a:pt x="173" y="34"/>
                  </a:cubicBezTo>
                  <a:cubicBezTo>
                    <a:pt x="157" y="17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3" name="Google Shape;16503;p41"/>
            <p:cNvSpPr/>
            <p:nvPr/>
          </p:nvSpPr>
          <p:spPr>
            <a:xfrm>
              <a:off x="4218475" y="3057600"/>
              <a:ext cx="5200" cy="5100"/>
            </a:xfrm>
            <a:custGeom>
              <a:avLst/>
              <a:gdLst/>
              <a:ahLst/>
              <a:cxnLst/>
              <a:rect l="l" t="t" r="r" b="b"/>
              <a:pathLst>
                <a:path w="208" h="204" extrusionOk="0">
                  <a:moveTo>
                    <a:pt x="103" y="1"/>
                  </a:moveTo>
                  <a:cubicBezTo>
                    <a:pt x="75" y="1"/>
                    <a:pt x="47" y="15"/>
                    <a:pt x="17" y="35"/>
                  </a:cubicBezTo>
                  <a:cubicBezTo>
                    <a:pt x="1" y="68"/>
                    <a:pt x="1" y="84"/>
                    <a:pt x="1" y="117"/>
                  </a:cubicBezTo>
                  <a:cubicBezTo>
                    <a:pt x="1" y="117"/>
                    <a:pt x="1" y="138"/>
                    <a:pt x="17" y="138"/>
                  </a:cubicBezTo>
                  <a:cubicBezTo>
                    <a:pt x="17" y="154"/>
                    <a:pt x="34" y="171"/>
                    <a:pt x="34" y="187"/>
                  </a:cubicBezTo>
                  <a:cubicBezTo>
                    <a:pt x="71" y="204"/>
                    <a:pt x="87" y="204"/>
                    <a:pt x="120" y="204"/>
                  </a:cubicBezTo>
                  <a:cubicBezTo>
                    <a:pt x="158" y="204"/>
                    <a:pt x="174" y="187"/>
                    <a:pt x="191" y="171"/>
                  </a:cubicBezTo>
                  <a:cubicBezTo>
                    <a:pt x="207" y="154"/>
                    <a:pt x="207" y="117"/>
                    <a:pt x="207" y="101"/>
                  </a:cubicBezTo>
                  <a:cubicBezTo>
                    <a:pt x="207" y="68"/>
                    <a:pt x="191" y="51"/>
                    <a:pt x="174" y="35"/>
                  </a:cubicBezTo>
                  <a:cubicBezTo>
                    <a:pt x="150" y="10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4" name="Google Shape;16504;p41"/>
            <p:cNvSpPr/>
            <p:nvPr/>
          </p:nvSpPr>
          <p:spPr>
            <a:xfrm>
              <a:off x="4296625" y="3057125"/>
              <a:ext cx="5675" cy="5200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87" y="0"/>
                  </a:moveTo>
                  <a:cubicBezTo>
                    <a:pt x="70" y="0"/>
                    <a:pt x="37" y="17"/>
                    <a:pt x="21" y="33"/>
                  </a:cubicBezTo>
                  <a:cubicBezTo>
                    <a:pt x="0" y="70"/>
                    <a:pt x="0" y="87"/>
                    <a:pt x="0" y="120"/>
                  </a:cubicBezTo>
                  <a:lnTo>
                    <a:pt x="0" y="136"/>
                  </a:lnTo>
                  <a:cubicBezTo>
                    <a:pt x="21" y="157"/>
                    <a:pt x="21" y="173"/>
                    <a:pt x="37" y="190"/>
                  </a:cubicBezTo>
                  <a:cubicBezTo>
                    <a:pt x="56" y="203"/>
                    <a:pt x="78" y="208"/>
                    <a:pt x="100" y="208"/>
                  </a:cubicBezTo>
                  <a:cubicBezTo>
                    <a:pt x="135" y="208"/>
                    <a:pt x="169" y="194"/>
                    <a:pt x="190" y="173"/>
                  </a:cubicBezTo>
                  <a:cubicBezTo>
                    <a:pt x="227" y="120"/>
                    <a:pt x="206" y="70"/>
                    <a:pt x="173" y="17"/>
                  </a:cubicBezTo>
                  <a:cubicBezTo>
                    <a:pt x="140" y="0"/>
                    <a:pt x="124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5" name="Google Shape;16505;p41"/>
            <p:cNvSpPr/>
            <p:nvPr/>
          </p:nvSpPr>
          <p:spPr>
            <a:xfrm>
              <a:off x="4363200" y="30919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4"/>
                    <a:pt x="0" y="83"/>
                  </a:cubicBezTo>
                  <a:cubicBezTo>
                    <a:pt x="0" y="104"/>
                    <a:pt x="0" y="137"/>
                    <a:pt x="17" y="153"/>
                  </a:cubicBezTo>
                  <a:lnTo>
                    <a:pt x="38" y="170"/>
                  </a:lnTo>
                  <a:cubicBezTo>
                    <a:pt x="54" y="186"/>
                    <a:pt x="71" y="207"/>
                    <a:pt x="104" y="207"/>
                  </a:cubicBezTo>
                  <a:cubicBezTo>
                    <a:pt x="112" y="210"/>
                    <a:pt x="121" y="211"/>
                    <a:pt x="129" y="211"/>
                  </a:cubicBezTo>
                  <a:cubicBezTo>
                    <a:pt x="172" y="211"/>
                    <a:pt x="209" y="176"/>
                    <a:pt x="223" y="120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6" name="Google Shape;16506;p41"/>
            <p:cNvSpPr/>
            <p:nvPr/>
          </p:nvSpPr>
          <p:spPr>
            <a:xfrm>
              <a:off x="4383400" y="3045575"/>
              <a:ext cx="3025" cy="5175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120" y="0"/>
                  </a:moveTo>
                  <a:cubicBezTo>
                    <a:pt x="104" y="0"/>
                    <a:pt x="87" y="17"/>
                    <a:pt x="71" y="17"/>
                  </a:cubicBezTo>
                  <a:cubicBezTo>
                    <a:pt x="17" y="33"/>
                    <a:pt x="1" y="104"/>
                    <a:pt x="17" y="153"/>
                  </a:cubicBezTo>
                  <a:cubicBezTo>
                    <a:pt x="17" y="170"/>
                    <a:pt x="34" y="170"/>
                    <a:pt x="54" y="186"/>
                  </a:cubicBezTo>
                  <a:cubicBezTo>
                    <a:pt x="71" y="207"/>
                    <a:pt x="87" y="207"/>
                    <a:pt x="120" y="207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7" name="Google Shape;16507;p41"/>
            <p:cNvSpPr/>
            <p:nvPr/>
          </p:nvSpPr>
          <p:spPr>
            <a:xfrm>
              <a:off x="4122725" y="310850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96" y="0"/>
                  </a:moveTo>
                  <a:cubicBezTo>
                    <a:pt x="65" y="0"/>
                    <a:pt x="35" y="12"/>
                    <a:pt x="17" y="40"/>
                  </a:cubicBezTo>
                  <a:cubicBezTo>
                    <a:pt x="1" y="60"/>
                    <a:pt x="1" y="77"/>
                    <a:pt x="1" y="110"/>
                  </a:cubicBezTo>
                  <a:lnTo>
                    <a:pt x="1" y="143"/>
                  </a:lnTo>
                  <a:lnTo>
                    <a:pt x="34" y="180"/>
                  </a:lnTo>
                  <a:cubicBezTo>
                    <a:pt x="58" y="195"/>
                    <a:pt x="84" y="203"/>
                    <a:pt x="110" y="203"/>
                  </a:cubicBezTo>
                  <a:cubicBezTo>
                    <a:pt x="141" y="203"/>
                    <a:pt x="170" y="191"/>
                    <a:pt x="190" y="163"/>
                  </a:cubicBezTo>
                  <a:cubicBezTo>
                    <a:pt x="207" y="143"/>
                    <a:pt x="207" y="110"/>
                    <a:pt x="207" y="93"/>
                  </a:cubicBezTo>
                  <a:cubicBezTo>
                    <a:pt x="207" y="60"/>
                    <a:pt x="190" y="40"/>
                    <a:pt x="174" y="23"/>
                  </a:cubicBezTo>
                  <a:cubicBezTo>
                    <a:pt x="150" y="8"/>
                    <a:pt x="122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8" name="Google Shape;16508;p41"/>
            <p:cNvSpPr/>
            <p:nvPr/>
          </p:nvSpPr>
          <p:spPr>
            <a:xfrm>
              <a:off x="4383000" y="2999200"/>
              <a:ext cx="850" cy="2075"/>
            </a:xfrm>
            <a:custGeom>
              <a:avLst/>
              <a:gdLst/>
              <a:ahLst/>
              <a:cxnLst/>
              <a:rect l="l" t="t" r="r" b="b"/>
              <a:pathLst>
                <a:path w="34" h="83" extrusionOk="0">
                  <a:moveTo>
                    <a:pt x="33" y="0"/>
                  </a:moveTo>
                  <a:lnTo>
                    <a:pt x="33" y="0"/>
                  </a:lnTo>
                  <a:cubicBezTo>
                    <a:pt x="33" y="17"/>
                    <a:pt x="17" y="50"/>
                    <a:pt x="0" y="83"/>
                  </a:cubicBezTo>
                  <a:lnTo>
                    <a:pt x="17" y="66"/>
                  </a:lnTo>
                  <a:cubicBezTo>
                    <a:pt x="33" y="50"/>
                    <a:pt x="33" y="17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9" name="Google Shape;16509;p41"/>
            <p:cNvSpPr/>
            <p:nvPr/>
          </p:nvSpPr>
          <p:spPr>
            <a:xfrm>
              <a:off x="4369275" y="30662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67" y="0"/>
                    <a:pt x="17" y="33"/>
                    <a:pt x="1" y="83"/>
                  </a:cubicBezTo>
                  <a:lnTo>
                    <a:pt x="1" y="153"/>
                  </a:lnTo>
                  <a:cubicBezTo>
                    <a:pt x="17" y="153"/>
                    <a:pt x="17" y="169"/>
                    <a:pt x="17" y="169"/>
                  </a:cubicBezTo>
                  <a:cubicBezTo>
                    <a:pt x="34" y="186"/>
                    <a:pt x="67" y="206"/>
                    <a:pt x="83" y="206"/>
                  </a:cubicBezTo>
                  <a:cubicBezTo>
                    <a:pt x="94" y="209"/>
                    <a:pt x="105" y="210"/>
                    <a:pt x="115" y="210"/>
                  </a:cubicBezTo>
                  <a:cubicBezTo>
                    <a:pt x="169" y="210"/>
                    <a:pt x="207" y="175"/>
                    <a:pt x="207" y="120"/>
                  </a:cubicBezTo>
                  <a:cubicBezTo>
                    <a:pt x="207" y="103"/>
                    <a:pt x="207" y="66"/>
                    <a:pt x="186" y="50"/>
                  </a:cubicBezTo>
                  <a:cubicBezTo>
                    <a:pt x="170" y="33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0" name="Google Shape;16510;p41"/>
            <p:cNvSpPr/>
            <p:nvPr/>
          </p:nvSpPr>
          <p:spPr>
            <a:xfrm>
              <a:off x="4376500" y="30106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03" y="1"/>
                  </a:moveTo>
                  <a:cubicBezTo>
                    <a:pt x="58" y="1"/>
                    <a:pt x="18" y="44"/>
                    <a:pt x="0" y="91"/>
                  </a:cubicBezTo>
                  <a:lnTo>
                    <a:pt x="0" y="140"/>
                  </a:lnTo>
                  <a:cubicBezTo>
                    <a:pt x="21" y="140"/>
                    <a:pt x="21" y="161"/>
                    <a:pt x="21" y="161"/>
                  </a:cubicBezTo>
                  <a:cubicBezTo>
                    <a:pt x="37" y="194"/>
                    <a:pt x="54" y="210"/>
                    <a:pt x="87" y="210"/>
                  </a:cubicBezTo>
                  <a:cubicBezTo>
                    <a:pt x="124" y="210"/>
                    <a:pt x="140" y="210"/>
                    <a:pt x="173" y="194"/>
                  </a:cubicBezTo>
                  <a:cubicBezTo>
                    <a:pt x="190" y="177"/>
                    <a:pt x="206" y="140"/>
                    <a:pt x="206" y="124"/>
                  </a:cubicBezTo>
                  <a:cubicBezTo>
                    <a:pt x="206" y="91"/>
                    <a:pt x="206" y="74"/>
                    <a:pt x="190" y="37"/>
                  </a:cubicBezTo>
                  <a:cubicBezTo>
                    <a:pt x="173" y="20"/>
                    <a:pt x="157" y="4"/>
                    <a:pt x="124" y="4"/>
                  </a:cubicBezTo>
                  <a:cubicBezTo>
                    <a:pt x="117" y="2"/>
                    <a:pt x="110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1" name="Google Shape;16511;p41"/>
            <p:cNvSpPr/>
            <p:nvPr/>
          </p:nvSpPr>
          <p:spPr>
            <a:xfrm>
              <a:off x="4376500" y="3026600"/>
              <a:ext cx="5700" cy="5225"/>
            </a:xfrm>
            <a:custGeom>
              <a:avLst/>
              <a:gdLst/>
              <a:ahLst/>
              <a:cxnLst/>
              <a:rect l="l" t="t" r="r" b="b"/>
              <a:pathLst>
                <a:path w="228" h="209" extrusionOk="0">
                  <a:moveTo>
                    <a:pt x="103" y="1"/>
                  </a:moveTo>
                  <a:cubicBezTo>
                    <a:pt x="70" y="1"/>
                    <a:pt x="54" y="17"/>
                    <a:pt x="37" y="38"/>
                  </a:cubicBezTo>
                  <a:cubicBezTo>
                    <a:pt x="21" y="54"/>
                    <a:pt x="0" y="87"/>
                    <a:pt x="0" y="120"/>
                  </a:cubicBezTo>
                  <a:lnTo>
                    <a:pt x="21" y="141"/>
                  </a:lnTo>
                  <a:cubicBezTo>
                    <a:pt x="21" y="158"/>
                    <a:pt x="37" y="174"/>
                    <a:pt x="54" y="191"/>
                  </a:cubicBezTo>
                  <a:cubicBezTo>
                    <a:pt x="66" y="203"/>
                    <a:pt x="85" y="209"/>
                    <a:pt x="104" y="209"/>
                  </a:cubicBezTo>
                  <a:cubicBezTo>
                    <a:pt x="135" y="209"/>
                    <a:pt x="170" y="194"/>
                    <a:pt x="190" y="174"/>
                  </a:cubicBezTo>
                  <a:cubicBezTo>
                    <a:pt x="227" y="120"/>
                    <a:pt x="227" y="54"/>
                    <a:pt x="173" y="17"/>
                  </a:cubicBez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2" name="Google Shape;16512;p41"/>
            <p:cNvSpPr/>
            <p:nvPr/>
          </p:nvSpPr>
          <p:spPr>
            <a:xfrm>
              <a:off x="4370100" y="3052375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20" y="1"/>
                  </a:moveTo>
                  <a:cubicBezTo>
                    <a:pt x="71" y="1"/>
                    <a:pt x="17" y="38"/>
                    <a:pt x="1" y="87"/>
                  </a:cubicBezTo>
                  <a:lnTo>
                    <a:pt x="1" y="141"/>
                  </a:lnTo>
                  <a:cubicBezTo>
                    <a:pt x="1" y="141"/>
                    <a:pt x="17" y="141"/>
                    <a:pt x="17" y="157"/>
                  </a:cubicBezTo>
                  <a:lnTo>
                    <a:pt x="17" y="174"/>
                  </a:lnTo>
                  <a:cubicBezTo>
                    <a:pt x="34" y="190"/>
                    <a:pt x="71" y="207"/>
                    <a:pt x="87" y="207"/>
                  </a:cubicBezTo>
                  <a:cubicBezTo>
                    <a:pt x="97" y="212"/>
                    <a:pt x="107" y="214"/>
                    <a:pt x="116" y="214"/>
                  </a:cubicBezTo>
                  <a:cubicBezTo>
                    <a:pt x="139" y="214"/>
                    <a:pt x="159" y="202"/>
                    <a:pt x="174" y="190"/>
                  </a:cubicBezTo>
                  <a:cubicBezTo>
                    <a:pt x="190" y="174"/>
                    <a:pt x="207" y="157"/>
                    <a:pt x="207" y="120"/>
                  </a:cubicBezTo>
                  <a:cubicBezTo>
                    <a:pt x="223" y="104"/>
                    <a:pt x="207" y="71"/>
                    <a:pt x="207" y="54"/>
                  </a:cubicBezTo>
                  <a:cubicBezTo>
                    <a:pt x="190" y="38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3" name="Google Shape;16513;p41"/>
            <p:cNvSpPr/>
            <p:nvPr/>
          </p:nvSpPr>
          <p:spPr>
            <a:xfrm>
              <a:off x="4371350" y="3038500"/>
              <a:ext cx="5675" cy="5350"/>
            </a:xfrm>
            <a:custGeom>
              <a:avLst/>
              <a:gdLst/>
              <a:ahLst/>
              <a:cxnLst/>
              <a:rect l="l" t="t" r="r" b="b"/>
              <a:pathLst>
                <a:path w="227" h="214" extrusionOk="0">
                  <a:moveTo>
                    <a:pt x="103" y="0"/>
                  </a:moveTo>
                  <a:cubicBezTo>
                    <a:pt x="85" y="0"/>
                    <a:pt x="65" y="12"/>
                    <a:pt x="54" y="24"/>
                  </a:cubicBezTo>
                  <a:cubicBezTo>
                    <a:pt x="37" y="40"/>
                    <a:pt x="21" y="57"/>
                    <a:pt x="0" y="94"/>
                  </a:cubicBezTo>
                  <a:cubicBezTo>
                    <a:pt x="0" y="110"/>
                    <a:pt x="0" y="127"/>
                    <a:pt x="21" y="143"/>
                  </a:cubicBezTo>
                  <a:cubicBezTo>
                    <a:pt x="21" y="143"/>
                    <a:pt x="21" y="160"/>
                    <a:pt x="37" y="160"/>
                  </a:cubicBezTo>
                  <a:cubicBezTo>
                    <a:pt x="37" y="180"/>
                    <a:pt x="70" y="197"/>
                    <a:pt x="103" y="213"/>
                  </a:cubicBezTo>
                  <a:cubicBezTo>
                    <a:pt x="157" y="213"/>
                    <a:pt x="206" y="180"/>
                    <a:pt x="206" y="127"/>
                  </a:cubicBezTo>
                  <a:cubicBezTo>
                    <a:pt x="227" y="94"/>
                    <a:pt x="206" y="57"/>
                    <a:pt x="190" y="40"/>
                  </a:cubicBezTo>
                  <a:cubicBezTo>
                    <a:pt x="173" y="24"/>
                    <a:pt x="157" y="7"/>
                    <a:pt x="124" y="7"/>
                  </a:cubicBezTo>
                  <a:cubicBezTo>
                    <a:pt x="118" y="2"/>
                    <a:pt x="111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4" name="Google Shape;16514;p41"/>
            <p:cNvSpPr/>
            <p:nvPr/>
          </p:nvSpPr>
          <p:spPr>
            <a:xfrm>
              <a:off x="4227550" y="31580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50" y="1"/>
                    <a:pt x="1" y="38"/>
                    <a:pt x="1" y="87"/>
                  </a:cubicBezTo>
                  <a:lnTo>
                    <a:pt x="1" y="157"/>
                  </a:lnTo>
                  <a:cubicBezTo>
                    <a:pt x="1" y="157"/>
                    <a:pt x="1" y="174"/>
                    <a:pt x="17" y="174"/>
                  </a:cubicBezTo>
                  <a:cubicBezTo>
                    <a:pt x="34" y="190"/>
                    <a:pt x="50" y="207"/>
                    <a:pt x="83" y="207"/>
                  </a:cubicBezTo>
                  <a:cubicBezTo>
                    <a:pt x="92" y="210"/>
                    <a:pt x="101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4"/>
                    <a:pt x="207" y="71"/>
                    <a:pt x="186" y="54"/>
                  </a:cubicBezTo>
                  <a:cubicBezTo>
                    <a:pt x="170" y="38"/>
                    <a:pt x="13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5" name="Google Shape;16515;p41"/>
            <p:cNvSpPr/>
            <p:nvPr/>
          </p:nvSpPr>
          <p:spPr>
            <a:xfrm>
              <a:off x="4385975" y="3192875"/>
              <a:ext cx="450" cy="1675"/>
            </a:xfrm>
            <a:custGeom>
              <a:avLst/>
              <a:gdLst/>
              <a:ahLst/>
              <a:cxnLst/>
              <a:rect l="l" t="t" r="r" b="b"/>
              <a:pathLst>
                <a:path w="18" h="67" extrusionOk="0">
                  <a:moveTo>
                    <a:pt x="17" y="0"/>
                  </a:moveTo>
                  <a:cubicBezTo>
                    <a:pt x="17" y="0"/>
                    <a:pt x="17" y="17"/>
                    <a:pt x="1" y="17"/>
                  </a:cubicBezTo>
                  <a:cubicBezTo>
                    <a:pt x="1" y="33"/>
                    <a:pt x="1" y="50"/>
                    <a:pt x="17" y="66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6" name="Google Shape;16516;p41"/>
            <p:cNvSpPr/>
            <p:nvPr/>
          </p:nvSpPr>
          <p:spPr>
            <a:xfrm>
              <a:off x="4115000" y="3227600"/>
              <a:ext cx="6000" cy="5325"/>
            </a:xfrm>
            <a:custGeom>
              <a:avLst/>
              <a:gdLst/>
              <a:ahLst/>
              <a:cxnLst/>
              <a:rect l="l" t="t" r="r" b="b"/>
              <a:pathLst>
                <a:path w="240" h="213" extrusionOk="0">
                  <a:moveTo>
                    <a:pt x="137" y="1"/>
                  </a:moveTo>
                  <a:cubicBezTo>
                    <a:pt x="120" y="1"/>
                    <a:pt x="104" y="1"/>
                    <a:pt x="87" y="17"/>
                  </a:cubicBezTo>
                  <a:cubicBezTo>
                    <a:pt x="33" y="38"/>
                    <a:pt x="1" y="87"/>
                    <a:pt x="17" y="157"/>
                  </a:cubicBezTo>
                  <a:cubicBezTo>
                    <a:pt x="42" y="194"/>
                    <a:pt x="78" y="213"/>
                    <a:pt x="116" y="213"/>
                  </a:cubicBezTo>
                  <a:cubicBezTo>
                    <a:pt x="128" y="213"/>
                    <a:pt x="141" y="211"/>
                    <a:pt x="153" y="207"/>
                  </a:cubicBezTo>
                  <a:cubicBezTo>
                    <a:pt x="174" y="207"/>
                    <a:pt x="190" y="190"/>
                    <a:pt x="207" y="174"/>
                  </a:cubicBezTo>
                  <a:cubicBezTo>
                    <a:pt x="223" y="157"/>
                    <a:pt x="240" y="104"/>
                    <a:pt x="223" y="71"/>
                  </a:cubicBezTo>
                  <a:cubicBezTo>
                    <a:pt x="207" y="38"/>
                    <a:pt x="174" y="17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7" name="Google Shape;16517;p41"/>
            <p:cNvSpPr/>
            <p:nvPr/>
          </p:nvSpPr>
          <p:spPr>
            <a:xfrm>
              <a:off x="4174675" y="3256875"/>
              <a:ext cx="4775" cy="2075"/>
            </a:xfrm>
            <a:custGeom>
              <a:avLst/>
              <a:gdLst/>
              <a:ahLst/>
              <a:cxnLst/>
              <a:rect l="l" t="t" r="r" b="b"/>
              <a:pathLst>
                <a:path w="191" h="83" extrusionOk="0">
                  <a:moveTo>
                    <a:pt x="104" y="0"/>
                  </a:moveTo>
                  <a:cubicBezTo>
                    <a:pt x="71" y="0"/>
                    <a:pt x="34" y="17"/>
                    <a:pt x="1" y="33"/>
                  </a:cubicBezTo>
                  <a:cubicBezTo>
                    <a:pt x="71" y="50"/>
                    <a:pt x="120" y="66"/>
                    <a:pt x="190" y="83"/>
                  </a:cubicBezTo>
                  <a:cubicBezTo>
                    <a:pt x="190" y="66"/>
                    <a:pt x="174" y="66"/>
                    <a:pt x="174" y="50"/>
                  </a:cubicBezTo>
                  <a:cubicBezTo>
                    <a:pt x="157" y="33"/>
                    <a:pt x="120" y="17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8" name="Google Shape;16518;p41"/>
            <p:cNvSpPr/>
            <p:nvPr/>
          </p:nvSpPr>
          <p:spPr>
            <a:xfrm>
              <a:off x="4006350" y="2982800"/>
              <a:ext cx="3450" cy="4775"/>
            </a:xfrm>
            <a:custGeom>
              <a:avLst/>
              <a:gdLst/>
              <a:ahLst/>
              <a:cxnLst/>
              <a:rect l="l" t="t" r="r" b="b"/>
              <a:pathLst>
                <a:path w="138" h="191" extrusionOk="0">
                  <a:moveTo>
                    <a:pt x="104" y="1"/>
                  </a:moveTo>
                  <a:cubicBezTo>
                    <a:pt x="67" y="71"/>
                    <a:pt x="34" y="120"/>
                    <a:pt x="1" y="174"/>
                  </a:cubicBezTo>
                  <a:cubicBezTo>
                    <a:pt x="17" y="190"/>
                    <a:pt x="34" y="190"/>
                    <a:pt x="50" y="190"/>
                  </a:cubicBezTo>
                  <a:cubicBezTo>
                    <a:pt x="67" y="190"/>
                    <a:pt x="104" y="174"/>
                    <a:pt x="121" y="157"/>
                  </a:cubicBezTo>
                  <a:cubicBezTo>
                    <a:pt x="137" y="120"/>
                    <a:pt x="137" y="104"/>
                    <a:pt x="137" y="71"/>
                  </a:cubicBezTo>
                  <a:cubicBezTo>
                    <a:pt x="137" y="54"/>
                    <a:pt x="121" y="17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9" name="Google Shape;16519;p41"/>
            <p:cNvSpPr/>
            <p:nvPr/>
          </p:nvSpPr>
          <p:spPr>
            <a:xfrm>
              <a:off x="4361550" y="3029600"/>
              <a:ext cx="4250" cy="4425"/>
            </a:xfrm>
            <a:custGeom>
              <a:avLst/>
              <a:gdLst/>
              <a:ahLst/>
              <a:cxnLst/>
              <a:rect l="l" t="t" r="r" b="b"/>
              <a:pathLst>
                <a:path w="170" h="177" extrusionOk="0">
                  <a:moveTo>
                    <a:pt x="137" y="0"/>
                  </a:moveTo>
                  <a:cubicBezTo>
                    <a:pt x="83" y="54"/>
                    <a:pt x="50" y="104"/>
                    <a:pt x="0" y="157"/>
                  </a:cubicBezTo>
                  <a:cubicBezTo>
                    <a:pt x="17" y="174"/>
                    <a:pt x="33" y="174"/>
                    <a:pt x="50" y="174"/>
                  </a:cubicBezTo>
                  <a:cubicBezTo>
                    <a:pt x="59" y="176"/>
                    <a:pt x="68" y="177"/>
                    <a:pt x="77" y="177"/>
                  </a:cubicBezTo>
                  <a:cubicBezTo>
                    <a:pt x="132" y="177"/>
                    <a:pt x="170" y="133"/>
                    <a:pt x="170" y="87"/>
                  </a:cubicBezTo>
                  <a:cubicBezTo>
                    <a:pt x="170" y="71"/>
                    <a:pt x="170" y="38"/>
                    <a:pt x="153" y="21"/>
                  </a:cubicBezTo>
                  <a:cubicBezTo>
                    <a:pt x="153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0" name="Google Shape;16520;p41"/>
            <p:cNvSpPr/>
            <p:nvPr/>
          </p:nvSpPr>
          <p:spPr>
            <a:xfrm>
              <a:off x="4230125" y="3221525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3" y="0"/>
                  </a:moveTo>
                  <a:cubicBezTo>
                    <a:pt x="51" y="0"/>
                    <a:pt x="14" y="33"/>
                    <a:pt x="1" y="91"/>
                  </a:cubicBezTo>
                  <a:lnTo>
                    <a:pt x="1" y="140"/>
                  </a:lnTo>
                  <a:cubicBezTo>
                    <a:pt x="17" y="140"/>
                    <a:pt x="17" y="157"/>
                    <a:pt x="17" y="157"/>
                  </a:cubicBezTo>
                  <a:cubicBezTo>
                    <a:pt x="34" y="178"/>
                    <a:pt x="67" y="194"/>
                    <a:pt x="83" y="194"/>
                  </a:cubicBezTo>
                  <a:cubicBezTo>
                    <a:pt x="95" y="197"/>
                    <a:pt x="107" y="198"/>
                    <a:pt x="117" y="198"/>
                  </a:cubicBezTo>
                  <a:cubicBezTo>
                    <a:pt x="170" y="198"/>
                    <a:pt x="207" y="166"/>
                    <a:pt x="207" y="107"/>
                  </a:cubicBezTo>
                  <a:cubicBezTo>
                    <a:pt x="207" y="91"/>
                    <a:pt x="207" y="54"/>
                    <a:pt x="186" y="37"/>
                  </a:cubicBezTo>
                  <a:cubicBezTo>
                    <a:pt x="170" y="21"/>
                    <a:pt x="153" y="4"/>
                    <a:pt x="120" y="4"/>
                  </a:cubicBezTo>
                  <a:cubicBezTo>
                    <a:pt x="111" y="2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1" name="Google Shape;16521;p41"/>
            <p:cNvSpPr/>
            <p:nvPr/>
          </p:nvSpPr>
          <p:spPr>
            <a:xfrm>
              <a:off x="4021825" y="2963950"/>
              <a:ext cx="3425" cy="3425"/>
            </a:xfrm>
            <a:custGeom>
              <a:avLst/>
              <a:gdLst/>
              <a:ahLst/>
              <a:cxnLst/>
              <a:rect l="l" t="t" r="r" b="b"/>
              <a:pathLst>
                <a:path w="137" h="137" extrusionOk="0">
                  <a:moveTo>
                    <a:pt x="136" y="0"/>
                  </a:moveTo>
                  <a:cubicBezTo>
                    <a:pt x="87" y="50"/>
                    <a:pt x="50" y="87"/>
                    <a:pt x="0" y="120"/>
                  </a:cubicBezTo>
                  <a:cubicBezTo>
                    <a:pt x="17" y="136"/>
                    <a:pt x="33" y="136"/>
                    <a:pt x="50" y="136"/>
                  </a:cubicBezTo>
                  <a:cubicBezTo>
                    <a:pt x="66" y="120"/>
                    <a:pt x="103" y="120"/>
                    <a:pt x="120" y="87"/>
                  </a:cubicBezTo>
                  <a:cubicBezTo>
                    <a:pt x="136" y="70"/>
                    <a:pt x="136" y="50"/>
                    <a:pt x="136" y="17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2" name="Google Shape;16522;p41"/>
            <p:cNvSpPr/>
            <p:nvPr/>
          </p:nvSpPr>
          <p:spPr>
            <a:xfrm>
              <a:off x="4383000" y="3058875"/>
              <a:ext cx="3425" cy="5175"/>
            </a:xfrm>
            <a:custGeom>
              <a:avLst/>
              <a:gdLst/>
              <a:ahLst/>
              <a:cxnLst/>
              <a:rect l="l" t="t" r="r" b="b"/>
              <a:pathLst>
                <a:path w="137" h="207" extrusionOk="0">
                  <a:moveTo>
                    <a:pt x="103" y="0"/>
                  </a:moveTo>
                  <a:cubicBezTo>
                    <a:pt x="70" y="0"/>
                    <a:pt x="50" y="17"/>
                    <a:pt x="33" y="33"/>
                  </a:cubicBezTo>
                  <a:cubicBezTo>
                    <a:pt x="17" y="66"/>
                    <a:pt x="0" y="87"/>
                    <a:pt x="0" y="120"/>
                  </a:cubicBezTo>
                  <a:cubicBezTo>
                    <a:pt x="17" y="120"/>
                    <a:pt x="17" y="136"/>
                    <a:pt x="17" y="136"/>
                  </a:cubicBezTo>
                  <a:cubicBezTo>
                    <a:pt x="17" y="153"/>
                    <a:pt x="33" y="169"/>
                    <a:pt x="50" y="190"/>
                  </a:cubicBezTo>
                  <a:cubicBezTo>
                    <a:pt x="70" y="206"/>
                    <a:pt x="103" y="206"/>
                    <a:pt x="136" y="206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3" name="Google Shape;16523;p41"/>
            <p:cNvSpPr/>
            <p:nvPr/>
          </p:nvSpPr>
          <p:spPr>
            <a:xfrm>
              <a:off x="4308675" y="30485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4" y="0"/>
                    <a:pt x="71" y="0"/>
                    <a:pt x="54" y="17"/>
                  </a:cubicBezTo>
                  <a:cubicBezTo>
                    <a:pt x="17" y="33"/>
                    <a:pt x="17" y="50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69"/>
                  </a:lnTo>
                  <a:cubicBezTo>
                    <a:pt x="33" y="190"/>
                    <a:pt x="71" y="206"/>
                    <a:pt x="87" y="206"/>
                  </a:cubicBezTo>
                  <a:cubicBezTo>
                    <a:pt x="157" y="206"/>
                    <a:pt x="207" y="169"/>
                    <a:pt x="207" y="120"/>
                  </a:cubicBezTo>
                  <a:cubicBezTo>
                    <a:pt x="223" y="87"/>
                    <a:pt x="207" y="66"/>
                    <a:pt x="190" y="33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4" name="Google Shape;16524;p41"/>
            <p:cNvSpPr/>
            <p:nvPr/>
          </p:nvSpPr>
          <p:spPr>
            <a:xfrm>
              <a:off x="4296200" y="30412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71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36"/>
                  </a:cubicBezTo>
                  <a:cubicBezTo>
                    <a:pt x="17" y="153"/>
                    <a:pt x="17" y="153"/>
                    <a:pt x="38" y="173"/>
                  </a:cubicBezTo>
                  <a:cubicBezTo>
                    <a:pt x="54" y="190"/>
                    <a:pt x="71" y="206"/>
                    <a:pt x="104" y="206"/>
                  </a:cubicBezTo>
                  <a:cubicBezTo>
                    <a:pt x="120" y="206"/>
                    <a:pt x="157" y="206"/>
                    <a:pt x="174" y="190"/>
                  </a:cubicBezTo>
                  <a:cubicBezTo>
                    <a:pt x="190" y="173"/>
                    <a:pt x="207" y="136"/>
                    <a:pt x="223" y="120"/>
                  </a:cubicBezTo>
                  <a:cubicBezTo>
                    <a:pt x="223" y="87"/>
                    <a:pt x="207" y="70"/>
                    <a:pt x="190" y="33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5" name="Google Shape;16525;p41"/>
            <p:cNvSpPr/>
            <p:nvPr/>
          </p:nvSpPr>
          <p:spPr>
            <a:xfrm>
              <a:off x="4257550" y="304067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6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17" y="23"/>
                    <a:pt x="0" y="73"/>
                    <a:pt x="17" y="143"/>
                  </a:cubicBezTo>
                  <a:cubicBezTo>
                    <a:pt x="33" y="183"/>
                    <a:pt x="74" y="203"/>
                    <a:pt x="116" y="203"/>
                  </a:cubicBezTo>
                  <a:cubicBezTo>
                    <a:pt x="130" y="203"/>
                    <a:pt x="144" y="201"/>
                    <a:pt x="157" y="196"/>
                  </a:cubicBezTo>
                  <a:cubicBezTo>
                    <a:pt x="207" y="176"/>
                    <a:pt x="244" y="110"/>
                    <a:pt x="223" y="56"/>
                  </a:cubicBezTo>
                  <a:cubicBezTo>
                    <a:pt x="198" y="19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6" name="Google Shape;16526;p41"/>
            <p:cNvSpPr/>
            <p:nvPr/>
          </p:nvSpPr>
          <p:spPr>
            <a:xfrm>
              <a:off x="4242500" y="3074750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4" y="0"/>
                  </a:moveTo>
                  <a:cubicBezTo>
                    <a:pt x="71" y="0"/>
                    <a:pt x="38" y="17"/>
                    <a:pt x="21" y="70"/>
                  </a:cubicBezTo>
                  <a:lnTo>
                    <a:pt x="1" y="87"/>
                  </a:lnTo>
                  <a:cubicBezTo>
                    <a:pt x="1" y="103"/>
                    <a:pt x="1" y="120"/>
                    <a:pt x="21" y="136"/>
                  </a:cubicBezTo>
                  <a:cubicBezTo>
                    <a:pt x="21" y="173"/>
                    <a:pt x="38" y="190"/>
                    <a:pt x="71" y="190"/>
                  </a:cubicBezTo>
                  <a:cubicBezTo>
                    <a:pt x="71" y="206"/>
                    <a:pt x="87" y="206"/>
                    <a:pt x="87" y="206"/>
                  </a:cubicBezTo>
                  <a:cubicBezTo>
                    <a:pt x="157" y="206"/>
                    <a:pt x="207" y="173"/>
                    <a:pt x="207" y="120"/>
                  </a:cubicBezTo>
                  <a:cubicBezTo>
                    <a:pt x="227" y="87"/>
                    <a:pt x="207" y="70"/>
                    <a:pt x="190" y="33"/>
                  </a:cubicBezTo>
                  <a:cubicBezTo>
                    <a:pt x="174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7" name="Google Shape;16527;p41"/>
            <p:cNvSpPr/>
            <p:nvPr/>
          </p:nvSpPr>
          <p:spPr>
            <a:xfrm>
              <a:off x="4282900" y="30472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11" y="0"/>
                  </a:moveTo>
                  <a:cubicBezTo>
                    <a:pt x="75" y="0"/>
                    <a:pt x="40" y="15"/>
                    <a:pt x="17" y="39"/>
                  </a:cubicBezTo>
                  <a:cubicBezTo>
                    <a:pt x="1" y="72"/>
                    <a:pt x="1" y="88"/>
                    <a:pt x="1" y="121"/>
                  </a:cubicBezTo>
                  <a:lnTo>
                    <a:pt x="1" y="142"/>
                  </a:lnTo>
                  <a:cubicBezTo>
                    <a:pt x="17" y="158"/>
                    <a:pt x="17" y="175"/>
                    <a:pt x="34" y="191"/>
                  </a:cubicBezTo>
                  <a:cubicBezTo>
                    <a:pt x="54" y="204"/>
                    <a:pt x="77" y="209"/>
                    <a:pt x="99" y="209"/>
                  </a:cubicBezTo>
                  <a:cubicBezTo>
                    <a:pt x="135" y="209"/>
                    <a:pt x="170" y="195"/>
                    <a:pt x="190" y="175"/>
                  </a:cubicBezTo>
                  <a:cubicBezTo>
                    <a:pt x="207" y="158"/>
                    <a:pt x="207" y="121"/>
                    <a:pt x="207" y="88"/>
                  </a:cubicBezTo>
                  <a:cubicBezTo>
                    <a:pt x="207" y="72"/>
                    <a:pt x="190" y="39"/>
                    <a:pt x="174" y="18"/>
                  </a:cubicBezTo>
                  <a:cubicBezTo>
                    <a:pt x="154" y="6"/>
                    <a:pt x="132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8" name="Google Shape;16528;p41"/>
            <p:cNvSpPr/>
            <p:nvPr/>
          </p:nvSpPr>
          <p:spPr>
            <a:xfrm>
              <a:off x="4291450" y="3069175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5" y="1"/>
                  </a:moveTo>
                  <a:cubicBezTo>
                    <a:pt x="87" y="1"/>
                    <a:pt x="71" y="1"/>
                    <a:pt x="38" y="17"/>
                  </a:cubicBezTo>
                  <a:cubicBezTo>
                    <a:pt x="22" y="34"/>
                    <a:pt x="1" y="50"/>
                    <a:pt x="1" y="87"/>
                  </a:cubicBezTo>
                  <a:lnTo>
                    <a:pt x="1" y="137"/>
                  </a:lnTo>
                  <a:lnTo>
                    <a:pt x="22" y="153"/>
                  </a:lnTo>
                  <a:cubicBezTo>
                    <a:pt x="38" y="190"/>
                    <a:pt x="55" y="190"/>
                    <a:pt x="87" y="207"/>
                  </a:cubicBezTo>
                  <a:cubicBezTo>
                    <a:pt x="141" y="207"/>
                    <a:pt x="191" y="170"/>
                    <a:pt x="207" y="120"/>
                  </a:cubicBezTo>
                  <a:cubicBezTo>
                    <a:pt x="207" y="87"/>
                    <a:pt x="207" y="50"/>
                    <a:pt x="191" y="34"/>
                  </a:cubicBezTo>
                  <a:cubicBezTo>
                    <a:pt x="174" y="17"/>
                    <a:pt x="141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9" name="Google Shape;16529;p41"/>
            <p:cNvSpPr/>
            <p:nvPr/>
          </p:nvSpPr>
          <p:spPr>
            <a:xfrm>
              <a:off x="4256300" y="305442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94" y="1"/>
                  </a:moveTo>
                  <a:cubicBezTo>
                    <a:pt x="51" y="1"/>
                    <a:pt x="15" y="34"/>
                    <a:pt x="1" y="92"/>
                  </a:cubicBezTo>
                  <a:cubicBezTo>
                    <a:pt x="1" y="108"/>
                    <a:pt x="1" y="125"/>
                    <a:pt x="17" y="141"/>
                  </a:cubicBezTo>
                  <a:lnTo>
                    <a:pt x="17" y="162"/>
                  </a:lnTo>
                  <a:cubicBezTo>
                    <a:pt x="34" y="178"/>
                    <a:pt x="67" y="195"/>
                    <a:pt x="88" y="211"/>
                  </a:cubicBezTo>
                  <a:cubicBezTo>
                    <a:pt x="154" y="211"/>
                    <a:pt x="207" y="178"/>
                    <a:pt x="207" y="125"/>
                  </a:cubicBezTo>
                  <a:cubicBezTo>
                    <a:pt x="224" y="92"/>
                    <a:pt x="207" y="59"/>
                    <a:pt x="191" y="38"/>
                  </a:cubicBezTo>
                  <a:cubicBezTo>
                    <a:pt x="170" y="22"/>
                    <a:pt x="154" y="5"/>
                    <a:pt x="121" y="5"/>
                  </a:cubicBezTo>
                  <a:cubicBezTo>
                    <a:pt x="111" y="2"/>
                    <a:pt x="102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0" name="Google Shape;16530;p41"/>
            <p:cNvSpPr/>
            <p:nvPr/>
          </p:nvSpPr>
          <p:spPr>
            <a:xfrm>
              <a:off x="4263125" y="301495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7" y="1"/>
                  </a:moveTo>
                  <a:cubicBezTo>
                    <a:pt x="54" y="1"/>
                    <a:pt x="17" y="34"/>
                    <a:pt x="0" y="92"/>
                  </a:cubicBezTo>
                  <a:lnTo>
                    <a:pt x="0" y="125"/>
                  </a:lnTo>
                  <a:cubicBezTo>
                    <a:pt x="0" y="125"/>
                    <a:pt x="0" y="141"/>
                    <a:pt x="21" y="141"/>
                  </a:cubicBezTo>
                  <a:lnTo>
                    <a:pt x="21" y="158"/>
                  </a:lnTo>
                  <a:cubicBezTo>
                    <a:pt x="37" y="195"/>
                    <a:pt x="70" y="195"/>
                    <a:pt x="87" y="211"/>
                  </a:cubicBezTo>
                  <a:cubicBezTo>
                    <a:pt x="124" y="211"/>
                    <a:pt x="157" y="195"/>
                    <a:pt x="173" y="195"/>
                  </a:cubicBezTo>
                  <a:cubicBezTo>
                    <a:pt x="190" y="174"/>
                    <a:pt x="206" y="141"/>
                    <a:pt x="206" y="125"/>
                  </a:cubicBezTo>
                  <a:cubicBezTo>
                    <a:pt x="206" y="92"/>
                    <a:pt x="206" y="71"/>
                    <a:pt x="190" y="55"/>
                  </a:cubicBezTo>
                  <a:cubicBezTo>
                    <a:pt x="190" y="22"/>
                    <a:pt x="157" y="5"/>
                    <a:pt x="124" y="5"/>
                  </a:cubicBezTo>
                  <a:cubicBezTo>
                    <a:pt x="115" y="2"/>
                    <a:pt x="10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1" name="Google Shape;16531;p41"/>
            <p:cNvSpPr/>
            <p:nvPr/>
          </p:nvSpPr>
          <p:spPr>
            <a:xfrm>
              <a:off x="4262300" y="30286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4" y="0"/>
                  </a:moveTo>
                  <a:cubicBezTo>
                    <a:pt x="53" y="0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17" y="141"/>
                    <a:pt x="17" y="161"/>
                    <a:pt x="17" y="161"/>
                  </a:cubicBezTo>
                  <a:cubicBezTo>
                    <a:pt x="33" y="194"/>
                    <a:pt x="54" y="194"/>
                    <a:pt x="87" y="211"/>
                  </a:cubicBezTo>
                  <a:cubicBezTo>
                    <a:pt x="136" y="211"/>
                    <a:pt x="206" y="178"/>
                    <a:pt x="206" y="124"/>
                  </a:cubicBezTo>
                  <a:cubicBezTo>
                    <a:pt x="206" y="91"/>
                    <a:pt x="206" y="58"/>
                    <a:pt x="190" y="37"/>
                  </a:cubicBezTo>
                  <a:cubicBezTo>
                    <a:pt x="173" y="21"/>
                    <a:pt x="157" y="4"/>
                    <a:pt x="120" y="4"/>
                  </a:cubicBezTo>
                  <a:cubicBezTo>
                    <a:pt x="111" y="2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2" name="Google Shape;16532;p41"/>
            <p:cNvSpPr/>
            <p:nvPr/>
          </p:nvSpPr>
          <p:spPr>
            <a:xfrm>
              <a:off x="4208175" y="3048875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5" y="0"/>
                  </a:moveTo>
                  <a:cubicBezTo>
                    <a:pt x="54" y="0"/>
                    <a:pt x="14" y="33"/>
                    <a:pt x="1" y="91"/>
                  </a:cubicBezTo>
                  <a:lnTo>
                    <a:pt x="1" y="141"/>
                  </a:lnTo>
                  <a:cubicBezTo>
                    <a:pt x="17" y="178"/>
                    <a:pt x="54" y="194"/>
                    <a:pt x="87" y="194"/>
                  </a:cubicBezTo>
                  <a:cubicBezTo>
                    <a:pt x="99" y="197"/>
                    <a:pt x="110" y="198"/>
                    <a:pt x="121" y="198"/>
                  </a:cubicBezTo>
                  <a:cubicBezTo>
                    <a:pt x="173" y="198"/>
                    <a:pt x="207" y="166"/>
                    <a:pt x="207" y="108"/>
                  </a:cubicBezTo>
                  <a:cubicBezTo>
                    <a:pt x="207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2" y="2"/>
                    <a:pt x="103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3" name="Google Shape;16533;p41"/>
            <p:cNvSpPr/>
            <p:nvPr/>
          </p:nvSpPr>
          <p:spPr>
            <a:xfrm>
              <a:off x="4210350" y="303335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24" y="1"/>
                  </a:moveTo>
                  <a:cubicBezTo>
                    <a:pt x="112" y="1"/>
                    <a:pt x="99" y="3"/>
                    <a:pt x="87" y="7"/>
                  </a:cubicBezTo>
                  <a:cubicBezTo>
                    <a:pt x="17" y="24"/>
                    <a:pt x="0" y="94"/>
                    <a:pt x="17" y="143"/>
                  </a:cubicBezTo>
                  <a:cubicBezTo>
                    <a:pt x="17" y="160"/>
                    <a:pt x="33" y="160"/>
                    <a:pt x="50" y="180"/>
                  </a:cubicBezTo>
                  <a:cubicBezTo>
                    <a:pt x="64" y="192"/>
                    <a:pt x="93" y="204"/>
                    <a:pt x="121" y="204"/>
                  </a:cubicBezTo>
                  <a:cubicBezTo>
                    <a:pt x="132" y="204"/>
                    <a:pt x="143" y="202"/>
                    <a:pt x="153" y="197"/>
                  </a:cubicBezTo>
                  <a:cubicBezTo>
                    <a:pt x="190" y="180"/>
                    <a:pt x="223" y="143"/>
                    <a:pt x="223" y="110"/>
                  </a:cubicBezTo>
                  <a:lnTo>
                    <a:pt x="223" y="57"/>
                  </a:lnTo>
                  <a:cubicBezTo>
                    <a:pt x="198" y="19"/>
                    <a:pt x="162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4" name="Google Shape;16534;p41"/>
            <p:cNvSpPr/>
            <p:nvPr/>
          </p:nvSpPr>
          <p:spPr>
            <a:xfrm>
              <a:off x="4206425" y="30639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0" y="0"/>
                  </a:moveTo>
                  <a:cubicBezTo>
                    <a:pt x="37" y="0"/>
                    <a:pt x="1" y="33"/>
                    <a:pt x="1" y="91"/>
                  </a:cubicBezTo>
                  <a:lnTo>
                    <a:pt x="1" y="141"/>
                  </a:lnTo>
                  <a:lnTo>
                    <a:pt x="21" y="157"/>
                  </a:lnTo>
                  <a:cubicBezTo>
                    <a:pt x="38" y="174"/>
                    <a:pt x="54" y="194"/>
                    <a:pt x="87" y="211"/>
                  </a:cubicBezTo>
                  <a:cubicBezTo>
                    <a:pt x="124" y="211"/>
                    <a:pt x="141" y="194"/>
                    <a:pt x="157" y="174"/>
                  </a:cubicBezTo>
                  <a:cubicBezTo>
                    <a:pt x="190" y="174"/>
                    <a:pt x="207" y="141"/>
                    <a:pt x="207" y="124"/>
                  </a:cubicBezTo>
                  <a:cubicBezTo>
                    <a:pt x="207" y="91"/>
                    <a:pt x="207" y="54"/>
                    <a:pt x="190" y="37"/>
                  </a:cubicBezTo>
                  <a:cubicBezTo>
                    <a:pt x="174" y="21"/>
                    <a:pt x="141" y="4"/>
                    <a:pt x="124" y="4"/>
                  </a:cubicBezTo>
                  <a:cubicBezTo>
                    <a:pt x="112" y="2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5" name="Google Shape;16535;p41"/>
            <p:cNvSpPr/>
            <p:nvPr/>
          </p:nvSpPr>
          <p:spPr>
            <a:xfrm>
              <a:off x="4202600" y="30777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12" y="1"/>
                  </a:moveTo>
                  <a:cubicBezTo>
                    <a:pt x="83" y="1"/>
                    <a:pt x="54" y="14"/>
                    <a:pt x="34" y="32"/>
                  </a:cubicBezTo>
                  <a:cubicBezTo>
                    <a:pt x="17" y="69"/>
                    <a:pt x="1" y="85"/>
                    <a:pt x="17" y="118"/>
                  </a:cubicBezTo>
                  <a:lnTo>
                    <a:pt x="17" y="135"/>
                  </a:lnTo>
                  <a:cubicBezTo>
                    <a:pt x="17" y="155"/>
                    <a:pt x="34" y="172"/>
                    <a:pt x="50" y="188"/>
                  </a:cubicBezTo>
                  <a:cubicBezTo>
                    <a:pt x="67" y="203"/>
                    <a:pt x="90" y="211"/>
                    <a:pt x="113" y="211"/>
                  </a:cubicBezTo>
                  <a:cubicBezTo>
                    <a:pt x="141" y="211"/>
                    <a:pt x="170" y="199"/>
                    <a:pt x="191" y="172"/>
                  </a:cubicBezTo>
                  <a:cubicBezTo>
                    <a:pt x="207" y="155"/>
                    <a:pt x="224" y="118"/>
                    <a:pt x="224" y="102"/>
                  </a:cubicBezTo>
                  <a:cubicBezTo>
                    <a:pt x="224" y="69"/>
                    <a:pt x="207" y="52"/>
                    <a:pt x="174" y="32"/>
                  </a:cubicBezTo>
                  <a:cubicBezTo>
                    <a:pt x="157" y="9"/>
                    <a:pt x="135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6" name="Google Shape;16536;p41"/>
            <p:cNvSpPr/>
            <p:nvPr/>
          </p:nvSpPr>
          <p:spPr>
            <a:xfrm>
              <a:off x="4209000" y="31274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4" y="0"/>
                  </a:moveTo>
                  <a:cubicBezTo>
                    <a:pt x="59" y="0"/>
                    <a:pt x="19" y="47"/>
                    <a:pt x="1" y="90"/>
                  </a:cubicBezTo>
                  <a:lnTo>
                    <a:pt x="1" y="143"/>
                  </a:lnTo>
                  <a:cubicBezTo>
                    <a:pt x="21" y="143"/>
                    <a:pt x="21" y="160"/>
                    <a:pt x="21" y="160"/>
                  </a:cubicBezTo>
                  <a:cubicBezTo>
                    <a:pt x="38" y="193"/>
                    <a:pt x="71" y="193"/>
                    <a:pt x="87" y="209"/>
                  </a:cubicBezTo>
                  <a:cubicBezTo>
                    <a:pt x="157" y="209"/>
                    <a:pt x="207" y="176"/>
                    <a:pt x="207" y="127"/>
                  </a:cubicBezTo>
                  <a:cubicBezTo>
                    <a:pt x="207" y="90"/>
                    <a:pt x="207" y="57"/>
                    <a:pt x="190" y="40"/>
                  </a:cubicBezTo>
                  <a:cubicBezTo>
                    <a:pt x="174" y="24"/>
                    <a:pt x="157" y="3"/>
                    <a:pt x="124" y="3"/>
                  </a:cubicBezTo>
                  <a:cubicBezTo>
                    <a:pt x="118" y="1"/>
                    <a:pt x="111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7" name="Google Shape;16537;p41"/>
            <p:cNvSpPr/>
            <p:nvPr/>
          </p:nvSpPr>
          <p:spPr>
            <a:xfrm>
              <a:off x="4267450" y="3060900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07" y="0"/>
                  </a:moveTo>
                  <a:cubicBezTo>
                    <a:pt x="95" y="0"/>
                    <a:pt x="83" y="2"/>
                    <a:pt x="70" y="6"/>
                  </a:cubicBezTo>
                  <a:cubicBezTo>
                    <a:pt x="17" y="39"/>
                    <a:pt x="0" y="88"/>
                    <a:pt x="17" y="142"/>
                  </a:cubicBezTo>
                  <a:cubicBezTo>
                    <a:pt x="31" y="183"/>
                    <a:pt x="82" y="216"/>
                    <a:pt x="130" y="216"/>
                  </a:cubicBezTo>
                  <a:cubicBezTo>
                    <a:pt x="139" y="216"/>
                    <a:pt x="148" y="215"/>
                    <a:pt x="157" y="212"/>
                  </a:cubicBezTo>
                  <a:cubicBezTo>
                    <a:pt x="206" y="175"/>
                    <a:pt x="239" y="125"/>
                    <a:pt x="206" y="72"/>
                  </a:cubicBezTo>
                  <a:cubicBezTo>
                    <a:pt x="193" y="32"/>
                    <a:pt x="156" y="0"/>
                    <a:pt x="1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8" name="Google Shape;16538;p41"/>
            <p:cNvSpPr/>
            <p:nvPr/>
          </p:nvSpPr>
          <p:spPr>
            <a:xfrm>
              <a:off x="4286300" y="3033400"/>
              <a:ext cx="5700" cy="5050"/>
            </a:xfrm>
            <a:custGeom>
              <a:avLst/>
              <a:gdLst/>
              <a:ahLst/>
              <a:cxnLst/>
              <a:rect l="l" t="t" r="r" b="b"/>
              <a:pathLst>
                <a:path w="228" h="202" extrusionOk="0">
                  <a:moveTo>
                    <a:pt x="98" y="1"/>
                  </a:moveTo>
                  <a:cubicBezTo>
                    <a:pt x="55" y="1"/>
                    <a:pt x="18" y="34"/>
                    <a:pt x="1" y="92"/>
                  </a:cubicBezTo>
                  <a:cubicBezTo>
                    <a:pt x="1" y="108"/>
                    <a:pt x="1" y="125"/>
                    <a:pt x="21" y="141"/>
                  </a:cubicBezTo>
                  <a:lnTo>
                    <a:pt x="21" y="158"/>
                  </a:lnTo>
                  <a:cubicBezTo>
                    <a:pt x="38" y="178"/>
                    <a:pt x="71" y="195"/>
                    <a:pt x="87" y="195"/>
                  </a:cubicBezTo>
                  <a:cubicBezTo>
                    <a:pt x="98" y="200"/>
                    <a:pt x="109" y="202"/>
                    <a:pt x="119" y="202"/>
                  </a:cubicBezTo>
                  <a:cubicBezTo>
                    <a:pt x="142" y="202"/>
                    <a:pt x="162" y="190"/>
                    <a:pt x="174" y="178"/>
                  </a:cubicBezTo>
                  <a:cubicBezTo>
                    <a:pt x="190" y="158"/>
                    <a:pt x="207" y="141"/>
                    <a:pt x="207" y="108"/>
                  </a:cubicBezTo>
                  <a:cubicBezTo>
                    <a:pt x="228" y="92"/>
                    <a:pt x="207" y="55"/>
                    <a:pt x="190" y="38"/>
                  </a:cubicBezTo>
                  <a:cubicBezTo>
                    <a:pt x="174" y="22"/>
                    <a:pt x="157" y="5"/>
                    <a:pt x="124" y="5"/>
                  </a:cubicBezTo>
                  <a:cubicBezTo>
                    <a:pt x="115" y="2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9" name="Google Shape;16539;p41"/>
            <p:cNvSpPr/>
            <p:nvPr/>
          </p:nvSpPr>
          <p:spPr>
            <a:xfrm>
              <a:off x="4211175" y="309970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103" y="0"/>
                    <a:pt x="70" y="0"/>
                    <a:pt x="54" y="16"/>
                  </a:cubicBezTo>
                  <a:cubicBezTo>
                    <a:pt x="17" y="33"/>
                    <a:pt x="17" y="49"/>
                    <a:pt x="0" y="82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53"/>
                  </a:lnTo>
                  <a:cubicBezTo>
                    <a:pt x="37" y="186"/>
                    <a:pt x="70" y="206"/>
                    <a:pt x="87" y="206"/>
                  </a:cubicBezTo>
                  <a:cubicBezTo>
                    <a:pt x="157" y="206"/>
                    <a:pt x="206" y="169"/>
                    <a:pt x="206" y="120"/>
                  </a:cubicBezTo>
                  <a:cubicBezTo>
                    <a:pt x="223" y="82"/>
                    <a:pt x="206" y="66"/>
                    <a:pt x="190" y="33"/>
                  </a:cubicBezTo>
                  <a:cubicBezTo>
                    <a:pt x="173" y="16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0" name="Google Shape;16540;p41"/>
            <p:cNvSpPr/>
            <p:nvPr/>
          </p:nvSpPr>
          <p:spPr>
            <a:xfrm>
              <a:off x="4209925" y="31137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3" y="1"/>
                  </a:moveTo>
                  <a:cubicBezTo>
                    <a:pt x="51" y="1"/>
                    <a:pt x="14" y="33"/>
                    <a:pt x="1" y="91"/>
                  </a:cubicBezTo>
                  <a:lnTo>
                    <a:pt x="1" y="124"/>
                  </a:lnTo>
                  <a:lnTo>
                    <a:pt x="17" y="141"/>
                  </a:lnTo>
                  <a:lnTo>
                    <a:pt x="17" y="162"/>
                  </a:lnTo>
                  <a:cubicBezTo>
                    <a:pt x="34" y="194"/>
                    <a:pt x="67" y="194"/>
                    <a:pt x="87" y="211"/>
                  </a:cubicBezTo>
                  <a:cubicBezTo>
                    <a:pt x="120" y="211"/>
                    <a:pt x="153" y="194"/>
                    <a:pt x="170" y="194"/>
                  </a:cubicBezTo>
                  <a:cubicBezTo>
                    <a:pt x="190" y="178"/>
                    <a:pt x="207" y="141"/>
                    <a:pt x="207" y="124"/>
                  </a:cubicBezTo>
                  <a:cubicBezTo>
                    <a:pt x="223" y="91"/>
                    <a:pt x="207" y="75"/>
                    <a:pt x="207" y="58"/>
                  </a:cubicBezTo>
                  <a:cubicBezTo>
                    <a:pt x="190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1" name="Google Shape;16541;p41"/>
            <p:cNvSpPr/>
            <p:nvPr/>
          </p:nvSpPr>
          <p:spPr>
            <a:xfrm>
              <a:off x="4364550" y="3078050"/>
              <a:ext cx="6000" cy="5375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13" y="0"/>
                  </a:moveTo>
                  <a:cubicBezTo>
                    <a:pt x="104" y="0"/>
                    <a:pt x="95" y="1"/>
                    <a:pt x="87" y="4"/>
                  </a:cubicBezTo>
                  <a:cubicBezTo>
                    <a:pt x="33" y="41"/>
                    <a:pt x="0" y="91"/>
                    <a:pt x="17" y="144"/>
                  </a:cubicBezTo>
                  <a:cubicBezTo>
                    <a:pt x="30" y="185"/>
                    <a:pt x="80" y="215"/>
                    <a:pt x="125" y="215"/>
                  </a:cubicBezTo>
                  <a:cubicBezTo>
                    <a:pt x="134" y="215"/>
                    <a:pt x="144" y="213"/>
                    <a:pt x="153" y="210"/>
                  </a:cubicBezTo>
                  <a:cubicBezTo>
                    <a:pt x="206" y="194"/>
                    <a:pt x="239" y="124"/>
                    <a:pt x="223" y="74"/>
                  </a:cubicBezTo>
                  <a:cubicBezTo>
                    <a:pt x="195" y="30"/>
                    <a:pt x="154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2" name="Google Shape;16542;p41"/>
            <p:cNvSpPr/>
            <p:nvPr/>
          </p:nvSpPr>
          <p:spPr>
            <a:xfrm>
              <a:off x="4204775" y="2980950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0" y="0"/>
                  </a:moveTo>
                  <a:cubicBezTo>
                    <a:pt x="67" y="0"/>
                    <a:pt x="45" y="14"/>
                    <a:pt x="34" y="25"/>
                  </a:cubicBezTo>
                  <a:cubicBezTo>
                    <a:pt x="17" y="42"/>
                    <a:pt x="1" y="58"/>
                    <a:pt x="1" y="91"/>
                  </a:cubicBezTo>
                  <a:lnTo>
                    <a:pt x="1" y="145"/>
                  </a:lnTo>
                  <a:cubicBezTo>
                    <a:pt x="17" y="178"/>
                    <a:pt x="50" y="194"/>
                    <a:pt x="87" y="194"/>
                  </a:cubicBezTo>
                  <a:lnTo>
                    <a:pt x="104" y="194"/>
                  </a:lnTo>
                  <a:cubicBezTo>
                    <a:pt x="111" y="197"/>
                    <a:pt x="119" y="199"/>
                    <a:pt x="126" y="199"/>
                  </a:cubicBezTo>
                  <a:cubicBezTo>
                    <a:pt x="168" y="199"/>
                    <a:pt x="207" y="154"/>
                    <a:pt x="207" y="112"/>
                  </a:cubicBezTo>
                  <a:cubicBezTo>
                    <a:pt x="207" y="91"/>
                    <a:pt x="207" y="58"/>
                    <a:pt x="190" y="42"/>
                  </a:cubicBezTo>
                  <a:cubicBezTo>
                    <a:pt x="170" y="25"/>
                    <a:pt x="153" y="9"/>
                    <a:pt x="120" y="9"/>
                  </a:cubicBezTo>
                  <a:cubicBezTo>
                    <a:pt x="110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3" name="Google Shape;16543;p41"/>
            <p:cNvSpPr/>
            <p:nvPr/>
          </p:nvSpPr>
          <p:spPr>
            <a:xfrm>
              <a:off x="4203425" y="299695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95" y="0"/>
                  </a:moveTo>
                  <a:cubicBezTo>
                    <a:pt x="41" y="0"/>
                    <a:pt x="1" y="44"/>
                    <a:pt x="1" y="90"/>
                  </a:cubicBezTo>
                  <a:lnTo>
                    <a:pt x="1" y="140"/>
                  </a:lnTo>
                  <a:lnTo>
                    <a:pt x="17" y="156"/>
                  </a:lnTo>
                  <a:cubicBezTo>
                    <a:pt x="38" y="193"/>
                    <a:pt x="55" y="193"/>
                    <a:pt x="88" y="210"/>
                  </a:cubicBezTo>
                  <a:cubicBezTo>
                    <a:pt x="141" y="210"/>
                    <a:pt x="191" y="173"/>
                    <a:pt x="207" y="123"/>
                  </a:cubicBezTo>
                  <a:cubicBezTo>
                    <a:pt x="207" y="90"/>
                    <a:pt x="207" y="53"/>
                    <a:pt x="191" y="37"/>
                  </a:cubicBezTo>
                  <a:cubicBezTo>
                    <a:pt x="174" y="20"/>
                    <a:pt x="141" y="4"/>
                    <a:pt x="121" y="4"/>
                  </a:cubicBezTo>
                  <a:cubicBezTo>
                    <a:pt x="112" y="1"/>
                    <a:pt x="103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4" name="Google Shape;16544;p41"/>
            <p:cNvSpPr/>
            <p:nvPr/>
          </p:nvSpPr>
          <p:spPr>
            <a:xfrm>
              <a:off x="4206950" y="2969150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09" y="0"/>
                  </a:moveTo>
                  <a:cubicBezTo>
                    <a:pt x="80" y="0"/>
                    <a:pt x="51" y="13"/>
                    <a:pt x="33" y="31"/>
                  </a:cubicBezTo>
                  <a:cubicBezTo>
                    <a:pt x="17" y="68"/>
                    <a:pt x="0" y="85"/>
                    <a:pt x="17" y="118"/>
                  </a:cubicBezTo>
                  <a:lnTo>
                    <a:pt x="17" y="134"/>
                  </a:lnTo>
                  <a:cubicBezTo>
                    <a:pt x="17" y="151"/>
                    <a:pt x="33" y="171"/>
                    <a:pt x="50" y="188"/>
                  </a:cubicBezTo>
                  <a:cubicBezTo>
                    <a:pt x="66" y="204"/>
                    <a:pt x="103" y="204"/>
                    <a:pt x="120" y="204"/>
                  </a:cubicBezTo>
                  <a:cubicBezTo>
                    <a:pt x="153" y="204"/>
                    <a:pt x="169" y="188"/>
                    <a:pt x="186" y="171"/>
                  </a:cubicBezTo>
                  <a:cubicBezTo>
                    <a:pt x="206" y="151"/>
                    <a:pt x="223" y="118"/>
                    <a:pt x="223" y="101"/>
                  </a:cubicBezTo>
                  <a:cubicBezTo>
                    <a:pt x="223" y="68"/>
                    <a:pt x="206" y="48"/>
                    <a:pt x="169" y="31"/>
                  </a:cubicBezTo>
                  <a:cubicBezTo>
                    <a:pt x="154" y="9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5" name="Google Shape;16545;p41"/>
            <p:cNvSpPr/>
            <p:nvPr/>
          </p:nvSpPr>
          <p:spPr>
            <a:xfrm>
              <a:off x="4211575" y="3020875"/>
              <a:ext cx="5700" cy="5350"/>
            </a:xfrm>
            <a:custGeom>
              <a:avLst/>
              <a:gdLst/>
              <a:ahLst/>
              <a:cxnLst/>
              <a:rect l="l" t="t" r="r" b="b"/>
              <a:pathLst>
                <a:path w="228" h="214" extrusionOk="0">
                  <a:moveTo>
                    <a:pt x="114" y="1"/>
                  </a:moveTo>
                  <a:cubicBezTo>
                    <a:pt x="85" y="1"/>
                    <a:pt x="56" y="13"/>
                    <a:pt x="38" y="40"/>
                  </a:cubicBezTo>
                  <a:cubicBezTo>
                    <a:pt x="21" y="61"/>
                    <a:pt x="1" y="94"/>
                    <a:pt x="1" y="110"/>
                  </a:cubicBezTo>
                  <a:cubicBezTo>
                    <a:pt x="1" y="127"/>
                    <a:pt x="21" y="143"/>
                    <a:pt x="21" y="143"/>
                  </a:cubicBezTo>
                  <a:cubicBezTo>
                    <a:pt x="21" y="164"/>
                    <a:pt x="38" y="180"/>
                    <a:pt x="54" y="197"/>
                  </a:cubicBezTo>
                  <a:cubicBezTo>
                    <a:pt x="71" y="213"/>
                    <a:pt x="87" y="213"/>
                    <a:pt x="124" y="213"/>
                  </a:cubicBezTo>
                  <a:cubicBezTo>
                    <a:pt x="157" y="213"/>
                    <a:pt x="174" y="197"/>
                    <a:pt x="190" y="180"/>
                  </a:cubicBezTo>
                  <a:cubicBezTo>
                    <a:pt x="207" y="143"/>
                    <a:pt x="227" y="127"/>
                    <a:pt x="227" y="94"/>
                  </a:cubicBezTo>
                  <a:cubicBezTo>
                    <a:pt x="207" y="77"/>
                    <a:pt x="207" y="40"/>
                    <a:pt x="174" y="24"/>
                  </a:cubicBezTo>
                  <a:cubicBezTo>
                    <a:pt x="159" y="9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6" name="Google Shape;16546;p41"/>
            <p:cNvSpPr/>
            <p:nvPr/>
          </p:nvSpPr>
          <p:spPr>
            <a:xfrm>
              <a:off x="4243025" y="2979825"/>
              <a:ext cx="4650" cy="4750"/>
            </a:xfrm>
            <a:custGeom>
              <a:avLst/>
              <a:gdLst/>
              <a:ahLst/>
              <a:cxnLst/>
              <a:rect l="l" t="t" r="r" b="b"/>
              <a:pathLst>
                <a:path w="186" h="190" extrusionOk="0">
                  <a:moveTo>
                    <a:pt x="33" y="0"/>
                  </a:moveTo>
                  <a:cubicBezTo>
                    <a:pt x="17" y="17"/>
                    <a:pt x="0" y="33"/>
                    <a:pt x="0" y="70"/>
                  </a:cubicBezTo>
                  <a:lnTo>
                    <a:pt x="0" y="120"/>
                  </a:lnTo>
                  <a:lnTo>
                    <a:pt x="17" y="136"/>
                  </a:lnTo>
                  <a:cubicBezTo>
                    <a:pt x="33" y="173"/>
                    <a:pt x="66" y="190"/>
                    <a:pt x="83" y="190"/>
                  </a:cubicBezTo>
                  <a:cubicBezTo>
                    <a:pt x="136" y="190"/>
                    <a:pt x="169" y="173"/>
                    <a:pt x="186" y="136"/>
                  </a:cubicBezTo>
                  <a:cubicBezTo>
                    <a:pt x="136" y="87"/>
                    <a:pt x="83" y="54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7" name="Google Shape;16547;p41"/>
            <p:cNvSpPr/>
            <p:nvPr/>
          </p:nvSpPr>
          <p:spPr>
            <a:xfrm>
              <a:off x="4099125" y="30261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0" y="0"/>
                  </a:moveTo>
                  <a:cubicBezTo>
                    <a:pt x="54" y="0"/>
                    <a:pt x="17" y="44"/>
                    <a:pt x="17" y="90"/>
                  </a:cubicBezTo>
                  <a:cubicBezTo>
                    <a:pt x="1" y="106"/>
                    <a:pt x="17" y="123"/>
                    <a:pt x="17" y="139"/>
                  </a:cubicBezTo>
                  <a:cubicBezTo>
                    <a:pt x="17" y="160"/>
                    <a:pt x="17" y="160"/>
                    <a:pt x="34" y="160"/>
                  </a:cubicBezTo>
                  <a:cubicBezTo>
                    <a:pt x="50" y="193"/>
                    <a:pt x="67" y="210"/>
                    <a:pt x="104" y="210"/>
                  </a:cubicBezTo>
                  <a:cubicBezTo>
                    <a:pt x="120" y="210"/>
                    <a:pt x="153" y="210"/>
                    <a:pt x="170" y="193"/>
                  </a:cubicBezTo>
                  <a:cubicBezTo>
                    <a:pt x="207" y="177"/>
                    <a:pt x="207" y="139"/>
                    <a:pt x="223" y="123"/>
                  </a:cubicBezTo>
                  <a:cubicBezTo>
                    <a:pt x="223" y="90"/>
                    <a:pt x="223" y="73"/>
                    <a:pt x="207" y="36"/>
                  </a:cubicBezTo>
                  <a:cubicBezTo>
                    <a:pt x="190" y="20"/>
                    <a:pt x="153" y="3"/>
                    <a:pt x="137" y="3"/>
                  </a:cubicBezTo>
                  <a:cubicBezTo>
                    <a:pt x="127" y="1"/>
                    <a:pt x="118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8" name="Google Shape;16548;p41"/>
            <p:cNvSpPr/>
            <p:nvPr/>
          </p:nvSpPr>
          <p:spPr>
            <a:xfrm>
              <a:off x="4201775" y="30107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1" y="1"/>
                  </a:moveTo>
                  <a:cubicBezTo>
                    <a:pt x="104" y="1"/>
                    <a:pt x="67" y="1"/>
                    <a:pt x="50" y="17"/>
                  </a:cubicBezTo>
                  <a:cubicBezTo>
                    <a:pt x="17" y="34"/>
                    <a:pt x="1" y="71"/>
                    <a:pt x="1" y="88"/>
                  </a:cubicBezTo>
                  <a:cubicBezTo>
                    <a:pt x="1" y="104"/>
                    <a:pt x="1" y="121"/>
                    <a:pt x="17" y="137"/>
                  </a:cubicBezTo>
                  <a:lnTo>
                    <a:pt x="17" y="174"/>
                  </a:lnTo>
                  <a:cubicBezTo>
                    <a:pt x="34" y="191"/>
                    <a:pt x="67" y="207"/>
                    <a:pt x="83" y="207"/>
                  </a:cubicBezTo>
                  <a:cubicBezTo>
                    <a:pt x="93" y="209"/>
                    <a:pt x="102" y="210"/>
                    <a:pt x="111" y="210"/>
                  </a:cubicBezTo>
                  <a:cubicBezTo>
                    <a:pt x="167" y="210"/>
                    <a:pt x="207" y="167"/>
                    <a:pt x="207" y="121"/>
                  </a:cubicBezTo>
                  <a:cubicBezTo>
                    <a:pt x="224" y="104"/>
                    <a:pt x="207" y="71"/>
                    <a:pt x="187" y="55"/>
                  </a:cubicBezTo>
                  <a:cubicBezTo>
                    <a:pt x="170" y="17"/>
                    <a:pt x="154" y="17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9" name="Google Shape;16549;p41"/>
            <p:cNvSpPr/>
            <p:nvPr/>
          </p:nvSpPr>
          <p:spPr>
            <a:xfrm>
              <a:off x="4102125" y="30898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70" y="0"/>
                    <a:pt x="0" y="33"/>
                    <a:pt x="0" y="87"/>
                  </a:cubicBezTo>
                  <a:lnTo>
                    <a:pt x="0" y="136"/>
                  </a:lnTo>
                  <a:cubicBezTo>
                    <a:pt x="17" y="153"/>
                    <a:pt x="17" y="153"/>
                    <a:pt x="17" y="169"/>
                  </a:cubicBezTo>
                  <a:cubicBezTo>
                    <a:pt x="33" y="190"/>
                    <a:pt x="50" y="206"/>
                    <a:pt x="87" y="206"/>
                  </a:cubicBezTo>
                  <a:cubicBezTo>
                    <a:pt x="136" y="206"/>
                    <a:pt x="206" y="169"/>
                    <a:pt x="206" y="120"/>
                  </a:cubicBezTo>
                  <a:cubicBezTo>
                    <a:pt x="206" y="87"/>
                    <a:pt x="206" y="66"/>
                    <a:pt x="190" y="33"/>
                  </a:cubicBezTo>
                  <a:cubicBezTo>
                    <a:pt x="173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0" name="Google Shape;16550;p41"/>
            <p:cNvSpPr/>
            <p:nvPr/>
          </p:nvSpPr>
          <p:spPr>
            <a:xfrm>
              <a:off x="4199625" y="3027400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90" y="0"/>
                  </a:moveTo>
                  <a:cubicBezTo>
                    <a:pt x="49" y="0"/>
                    <a:pt x="14" y="35"/>
                    <a:pt x="0" y="88"/>
                  </a:cubicBezTo>
                  <a:lnTo>
                    <a:pt x="0" y="142"/>
                  </a:lnTo>
                  <a:cubicBezTo>
                    <a:pt x="17" y="142"/>
                    <a:pt x="17" y="159"/>
                    <a:pt x="17" y="159"/>
                  </a:cubicBezTo>
                  <a:cubicBezTo>
                    <a:pt x="33" y="175"/>
                    <a:pt x="66" y="192"/>
                    <a:pt x="87" y="212"/>
                  </a:cubicBezTo>
                  <a:cubicBezTo>
                    <a:pt x="120" y="212"/>
                    <a:pt x="136" y="192"/>
                    <a:pt x="169" y="175"/>
                  </a:cubicBezTo>
                  <a:cubicBezTo>
                    <a:pt x="190" y="175"/>
                    <a:pt x="207" y="142"/>
                    <a:pt x="207" y="126"/>
                  </a:cubicBezTo>
                  <a:cubicBezTo>
                    <a:pt x="207" y="88"/>
                    <a:pt x="207" y="55"/>
                    <a:pt x="190" y="39"/>
                  </a:cubicBezTo>
                  <a:cubicBezTo>
                    <a:pt x="169" y="22"/>
                    <a:pt x="153" y="6"/>
                    <a:pt x="120" y="6"/>
                  </a:cubicBezTo>
                  <a:cubicBezTo>
                    <a:pt x="110" y="2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1" name="Google Shape;16551;p41"/>
            <p:cNvSpPr/>
            <p:nvPr/>
          </p:nvSpPr>
          <p:spPr>
            <a:xfrm>
              <a:off x="4095625" y="3040175"/>
              <a:ext cx="5700" cy="5150"/>
            </a:xfrm>
            <a:custGeom>
              <a:avLst/>
              <a:gdLst/>
              <a:ahLst/>
              <a:cxnLst/>
              <a:rect l="l" t="t" r="r" b="b"/>
              <a:pathLst>
                <a:path w="228" h="206" extrusionOk="0">
                  <a:moveTo>
                    <a:pt x="113" y="1"/>
                  </a:moveTo>
                  <a:cubicBezTo>
                    <a:pt x="85" y="1"/>
                    <a:pt x="56" y="14"/>
                    <a:pt x="38" y="43"/>
                  </a:cubicBezTo>
                  <a:cubicBezTo>
                    <a:pt x="21" y="60"/>
                    <a:pt x="0" y="93"/>
                    <a:pt x="0" y="113"/>
                  </a:cubicBezTo>
                  <a:cubicBezTo>
                    <a:pt x="0" y="130"/>
                    <a:pt x="21" y="130"/>
                    <a:pt x="21" y="146"/>
                  </a:cubicBezTo>
                  <a:cubicBezTo>
                    <a:pt x="21" y="163"/>
                    <a:pt x="38" y="179"/>
                    <a:pt x="54" y="179"/>
                  </a:cubicBezTo>
                  <a:cubicBezTo>
                    <a:pt x="69" y="196"/>
                    <a:pt x="92" y="205"/>
                    <a:pt x="115" y="205"/>
                  </a:cubicBezTo>
                  <a:cubicBezTo>
                    <a:pt x="143" y="205"/>
                    <a:pt x="172" y="192"/>
                    <a:pt x="190" y="163"/>
                  </a:cubicBezTo>
                  <a:cubicBezTo>
                    <a:pt x="207" y="146"/>
                    <a:pt x="227" y="113"/>
                    <a:pt x="227" y="93"/>
                  </a:cubicBezTo>
                  <a:cubicBezTo>
                    <a:pt x="207" y="60"/>
                    <a:pt x="207" y="43"/>
                    <a:pt x="174" y="27"/>
                  </a:cubicBezTo>
                  <a:cubicBezTo>
                    <a:pt x="159" y="10"/>
                    <a:pt x="136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2" name="Google Shape;16552;p41"/>
            <p:cNvSpPr/>
            <p:nvPr/>
          </p:nvSpPr>
          <p:spPr>
            <a:xfrm>
              <a:off x="4346500" y="30493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9" y="1"/>
                  </a:moveTo>
                  <a:cubicBezTo>
                    <a:pt x="54" y="1"/>
                    <a:pt x="15" y="44"/>
                    <a:pt x="1" y="91"/>
                  </a:cubicBezTo>
                  <a:cubicBezTo>
                    <a:pt x="1" y="107"/>
                    <a:pt x="1" y="124"/>
                    <a:pt x="17" y="140"/>
                  </a:cubicBezTo>
                  <a:lnTo>
                    <a:pt x="17" y="161"/>
                  </a:lnTo>
                  <a:cubicBezTo>
                    <a:pt x="34" y="194"/>
                    <a:pt x="67" y="210"/>
                    <a:pt x="87" y="210"/>
                  </a:cubicBezTo>
                  <a:cubicBezTo>
                    <a:pt x="153" y="210"/>
                    <a:pt x="207" y="177"/>
                    <a:pt x="207" y="124"/>
                  </a:cubicBezTo>
                  <a:cubicBezTo>
                    <a:pt x="223" y="91"/>
                    <a:pt x="207" y="74"/>
                    <a:pt x="190" y="37"/>
                  </a:cubicBezTo>
                  <a:cubicBezTo>
                    <a:pt x="170" y="21"/>
                    <a:pt x="153" y="4"/>
                    <a:pt x="120" y="4"/>
                  </a:cubicBezTo>
                  <a:cubicBezTo>
                    <a:pt x="113" y="2"/>
                    <a:pt x="106" y="1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3" name="Google Shape;16553;p41"/>
            <p:cNvSpPr/>
            <p:nvPr/>
          </p:nvSpPr>
          <p:spPr>
            <a:xfrm>
              <a:off x="4349900" y="309797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103" y="1"/>
                  </a:moveTo>
                  <a:cubicBezTo>
                    <a:pt x="75" y="1"/>
                    <a:pt x="46" y="14"/>
                    <a:pt x="17" y="32"/>
                  </a:cubicBezTo>
                  <a:cubicBezTo>
                    <a:pt x="1" y="69"/>
                    <a:pt x="1" y="85"/>
                    <a:pt x="1" y="118"/>
                  </a:cubicBezTo>
                  <a:cubicBezTo>
                    <a:pt x="1" y="118"/>
                    <a:pt x="1" y="135"/>
                    <a:pt x="17" y="135"/>
                  </a:cubicBezTo>
                  <a:cubicBezTo>
                    <a:pt x="17" y="151"/>
                    <a:pt x="34" y="172"/>
                    <a:pt x="34" y="189"/>
                  </a:cubicBezTo>
                  <a:cubicBezTo>
                    <a:pt x="58" y="203"/>
                    <a:pt x="85" y="212"/>
                    <a:pt x="111" y="212"/>
                  </a:cubicBezTo>
                  <a:cubicBezTo>
                    <a:pt x="143" y="212"/>
                    <a:pt x="172" y="199"/>
                    <a:pt x="190" y="172"/>
                  </a:cubicBezTo>
                  <a:cubicBezTo>
                    <a:pt x="207" y="151"/>
                    <a:pt x="207" y="118"/>
                    <a:pt x="207" y="102"/>
                  </a:cubicBezTo>
                  <a:cubicBezTo>
                    <a:pt x="207" y="69"/>
                    <a:pt x="190" y="48"/>
                    <a:pt x="174" y="32"/>
                  </a:cubicBezTo>
                  <a:cubicBezTo>
                    <a:pt x="150" y="10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4" name="Google Shape;16554;p41"/>
            <p:cNvSpPr/>
            <p:nvPr/>
          </p:nvSpPr>
          <p:spPr>
            <a:xfrm>
              <a:off x="4349500" y="3112425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98" y="0"/>
                  </a:moveTo>
                  <a:cubicBezTo>
                    <a:pt x="67" y="0"/>
                    <a:pt x="30" y="29"/>
                    <a:pt x="17" y="56"/>
                  </a:cubicBezTo>
                  <a:cubicBezTo>
                    <a:pt x="17" y="72"/>
                    <a:pt x="17" y="72"/>
                    <a:pt x="0" y="89"/>
                  </a:cubicBezTo>
                  <a:cubicBezTo>
                    <a:pt x="0" y="109"/>
                    <a:pt x="0" y="126"/>
                    <a:pt x="17" y="142"/>
                  </a:cubicBezTo>
                  <a:cubicBezTo>
                    <a:pt x="17" y="159"/>
                    <a:pt x="50" y="192"/>
                    <a:pt x="70" y="192"/>
                  </a:cubicBezTo>
                  <a:cubicBezTo>
                    <a:pt x="70" y="192"/>
                    <a:pt x="87" y="213"/>
                    <a:pt x="103" y="213"/>
                  </a:cubicBezTo>
                  <a:cubicBezTo>
                    <a:pt x="153" y="213"/>
                    <a:pt x="206" y="175"/>
                    <a:pt x="223" y="126"/>
                  </a:cubicBezTo>
                  <a:cubicBezTo>
                    <a:pt x="223" y="89"/>
                    <a:pt x="206" y="56"/>
                    <a:pt x="190" y="39"/>
                  </a:cubicBezTo>
                  <a:cubicBezTo>
                    <a:pt x="173" y="23"/>
                    <a:pt x="153" y="6"/>
                    <a:pt x="120" y="6"/>
                  </a:cubicBezTo>
                  <a:cubicBezTo>
                    <a:pt x="113" y="2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5" name="Google Shape;16555;p41"/>
            <p:cNvSpPr/>
            <p:nvPr/>
          </p:nvSpPr>
          <p:spPr>
            <a:xfrm>
              <a:off x="4342575" y="306130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17" y="0"/>
                  </a:moveTo>
                  <a:cubicBezTo>
                    <a:pt x="103" y="0"/>
                    <a:pt x="88" y="3"/>
                    <a:pt x="71" y="6"/>
                  </a:cubicBezTo>
                  <a:cubicBezTo>
                    <a:pt x="17" y="23"/>
                    <a:pt x="1" y="93"/>
                    <a:pt x="17" y="142"/>
                  </a:cubicBezTo>
                  <a:cubicBezTo>
                    <a:pt x="17" y="159"/>
                    <a:pt x="38" y="175"/>
                    <a:pt x="54" y="175"/>
                  </a:cubicBezTo>
                  <a:cubicBezTo>
                    <a:pt x="64" y="198"/>
                    <a:pt x="86" y="207"/>
                    <a:pt x="110" y="207"/>
                  </a:cubicBezTo>
                  <a:cubicBezTo>
                    <a:pt x="126" y="207"/>
                    <a:pt x="143" y="203"/>
                    <a:pt x="158" y="196"/>
                  </a:cubicBezTo>
                  <a:cubicBezTo>
                    <a:pt x="191" y="196"/>
                    <a:pt x="224" y="159"/>
                    <a:pt x="224" y="109"/>
                  </a:cubicBezTo>
                  <a:cubicBezTo>
                    <a:pt x="224" y="93"/>
                    <a:pt x="224" y="72"/>
                    <a:pt x="207" y="72"/>
                  </a:cubicBezTo>
                  <a:cubicBezTo>
                    <a:pt x="194" y="22"/>
                    <a:pt x="163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6" name="Google Shape;16556;p41"/>
            <p:cNvSpPr/>
            <p:nvPr/>
          </p:nvSpPr>
          <p:spPr>
            <a:xfrm>
              <a:off x="4356800" y="3059275"/>
              <a:ext cx="6000" cy="5300"/>
            </a:xfrm>
            <a:custGeom>
              <a:avLst/>
              <a:gdLst/>
              <a:ahLst/>
              <a:cxnLst/>
              <a:rect l="l" t="t" r="r" b="b"/>
              <a:pathLst>
                <a:path w="240" h="212" extrusionOk="0">
                  <a:moveTo>
                    <a:pt x="67" y="1"/>
                  </a:moveTo>
                  <a:cubicBezTo>
                    <a:pt x="50" y="17"/>
                    <a:pt x="34" y="34"/>
                    <a:pt x="17" y="50"/>
                  </a:cubicBezTo>
                  <a:cubicBezTo>
                    <a:pt x="1" y="87"/>
                    <a:pt x="1" y="104"/>
                    <a:pt x="17" y="137"/>
                  </a:cubicBezTo>
                  <a:cubicBezTo>
                    <a:pt x="31" y="181"/>
                    <a:pt x="81" y="211"/>
                    <a:pt x="126" y="211"/>
                  </a:cubicBezTo>
                  <a:cubicBezTo>
                    <a:pt x="135" y="211"/>
                    <a:pt x="145" y="210"/>
                    <a:pt x="153" y="207"/>
                  </a:cubicBezTo>
                  <a:cubicBezTo>
                    <a:pt x="207" y="174"/>
                    <a:pt x="240" y="120"/>
                    <a:pt x="207" y="71"/>
                  </a:cubicBezTo>
                  <a:cubicBezTo>
                    <a:pt x="207" y="34"/>
                    <a:pt x="170" y="17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7" name="Google Shape;16557;p41"/>
            <p:cNvSpPr/>
            <p:nvPr/>
          </p:nvSpPr>
          <p:spPr>
            <a:xfrm>
              <a:off x="4357625" y="3042750"/>
              <a:ext cx="5600" cy="5150"/>
            </a:xfrm>
            <a:custGeom>
              <a:avLst/>
              <a:gdLst/>
              <a:ahLst/>
              <a:cxnLst/>
              <a:rect l="l" t="t" r="r" b="b"/>
              <a:pathLst>
                <a:path w="224" h="206" extrusionOk="0">
                  <a:moveTo>
                    <a:pt x="103" y="1"/>
                  </a:moveTo>
                  <a:cubicBezTo>
                    <a:pt x="75" y="1"/>
                    <a:pt x="47" y="14"/>
                    <a:pt x="17" y="43"/>
                  </a:cubicBezTo>
                  <a:cubicBezTo>
                    <a:pt x="1" y="60"/>
                    <a:pt x="1" y="76"/>
                    <a:pt x="1" y="113"/>
                  </a:cubicBezTo>
                  <a:cubicBezTo>
                    <a:pt x="1" y="130"/>
                    <a:pt x="1" y="130"/>
                    <a:pt x="17" y="146"/>
                  </a:cubicBezTo>
                  <a:cubicBezTo>
                    <a:pt x="17" y="163"/>
                    <a:pt x="34" y="163"/>
                    <a:pt x="34" y="179"/>
                  </a:cubicBezTo>
                  <a:cubicBezTo>
                    <a:pt x="58" y="196"/>
                    <a:pt x="86" y="206"/>
                    <a:pt x="112" y="206"/>
                  </a:cubicBezTo>
                  <a:cubicBezTo>
                    <a:pt x="143" y="206"/>
                    <a:pt x="172" y="192"/>
                    <a:pt x="190" y="163"/>
                  </a:cubicBezTo>
                  <a:cubicBezTo>
                    <a:pt x="223" y="130"/>
                    <a:pt x="223" y="60"/>
                    <a:pt x="174" y="27"/>
                  </a:cubicBezTo>
                  <a:cubicBezTo>
                    <a:pt x="150" y="10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8" name="Google Shape;16558;p41"/>
            <p:cNvSpPr/>
            <p:nvPr/>
          </p:nvSpPr>
          <p:spPr>
            <a:xfrm>
              <a:off x="4352475" y="3070725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3" y="1"/>
                  </a:moveTo>
                  <a:cubicBezTo>
                    <a:pt x="104" y="1"/>
                    <a:pt x="95" y="2"/>
                    <a:pt x="87" y="5"/>
                  </a:cubicBezTo>
                  <a:cubicBezTo>
                    <a:pt x="34" y="42"/>
                    <a:pt x="1" y="91"/>
                    <a:pt x="34" y="145"/>
                  </a:cubicBezTo>
                  <a:cubicBezTo>
                    <a:pt x="50" y="185"/>
                    <a:pt x="86" y="217"/>
                    <a:pt x="136" y="217"/>
                  </a:cubicBezTo>
                  <a:cubicBezTo>
                    <a:pt x="148" y="217"/>
                    <a:pt x="160" y="215"/>
                    <a:pt x="174" y="211"/>
                  </a:cubicBezTo>
                  <a:cubicBezTo>
                    <a:pt x="223" y="178"/>
                    <a:pt x="240" y="128"/>
                    <a:pt x="223" y="75"/>
                  </a:cubicBezTo>
                  <a:cubicBezTo>
                    <a:pt x="210" y="33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9" name="Google Shape;16559;p41"/>
            <p:cNvSpPr/>
            <p:nvPr/>
          </p:nvSpPr>
          <p:spPr>
            <a:xfrm>
              <a:off x="4023050" y="30261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7" y="0"/>
                  </a:moveTo>
                  <a:cubicBezTo>
                    <a:pt x="107" y="0"/>
                    <a:pt x="97" y="1"/>
                    <a:pt x="87" y="4"/>
                  </a:cubicBezTo>
                  <a:cubicBezTo>
                    <a:pt x="38" y="37"/>
                    <a:pt x="1" y="91"/>
                    <a:pt x="17" y="140"/>
                  </a:cubicBezTo>
                  <a:cubicBezTo>
                    <a:pt x="38" y="161"/>
                    <a:pt x="38" y="178"/>
                    <a:pt x="54" y="178"/>
                  </a:cubicBezTo>
                  <a:cubicBezTo>
                    <a:pt x="87" y="211"/>
                    <a:pt x="120" y="211"/>
                    <a:pt x="158" y="211"/>
                  </a:cubicBezTo>
                  <a:cubicBezTo>
                    <a:pt x="207" y="194"/>
                    <a:pt x="224" y="161"/>
                    <a:pt x="224" y="107"/>
                  </a:cubicBezTo>
                  <a:lnTo>
                    <a:pt x="224" y="74"/>
                  </a:lnTo>
                  <a:cubicBezTo>
                    <a:pt x="210" y="30"/>
                    <a:pt x="163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0" name="Google Shape;16560;p41"/>
            <p:cNvSpPr/>
            <p:nvPr/>
          </p:nvSpPr>
          <p:spPr>
            <a:xfrm>
              <a:off x="4124475" y="301140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08" y="0"/>
                  </a:moveTo>
                  <a:cubicBezTo>
                    <a:pt x="83" y="0"/>
                    <a:pt x="57" y="13"/>
                    <a:pt x="34" y="28"/>
                  </a:cubicBezTo>
                  <a:cubicBezTo>
                    <a:pt x="17" y="44"/>
                    <a:pt x="17" y="61"/>
                    <a:pt x="17" y="94"/>
                  </a:cubicBezTo>
                  <a:cubicBezTo>
                    <a:pt x="1" y="110"/>
                    <a:pt x="17" y="131"/>
                    <a:pt x="17" y="147"/>
                  </a:cubicBezTo>
                  <a:cubicBezTo>
                    <a:pt x="34" y="180"/>
                    <a:pt x="67" y="197"/>
                    <a:pt x="104" y="213"/>
                  </a:cubicBezTo>
                  <a:cubicBezTo>
                    <a:pt x="153" y="213"/>
                    <a:pt x="207" y="180"/>
                    <a:pt x="223" y="131"/>
                  </a:cubicBezTo>
                  <a:cubicBezTo>
                    <a:pt x="223" y="94"/>
                    <a:pt x="223" y="61"/>
                    <a:pt x="207" y="44"/>
                  </a:cubicBezTo>
                  <a:cubicBezTo>
                    <a:pt x="186" y="28"/>
                    <a:pt x="153" y="7"/>
                    <a:pt x="137" y="7"/>
                  </a:cubicBezTo>
                  <a:cubicBezTo>
                    <a:pt x="127" y="2"/>
                    <a:pt x="118" y="0"/>
                    <a:pt x="1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1" name="Google Shape;16561;p41"/>
            <p:cNvSpPr/>
            <p:nvPr/>
          </p:nvSpPr>
          <p:spPr>
            <a:xfrm>
              <a:off x="4119325" y="30578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1" y="0"/>
                  </a:moveTo>
                  <a:cubicBezTo>
                    <a:pt x="55" y="0"/>
                    <a:pt x="17" y="47"/>
                    <a:pt x="17" y="90"/>
                  </a:cubicBezTo>
                  <a:cubicBezTo>
                    <a:pt x="1" y="106"/>
                    <a:pt x="17" y="127"/>
                    <a:pt x="17" y="143"/>
                  </a:cubicBezTo>
                  <a:cubicBezTo>
                    <a:pt x="17" y="143"/>
                    <a:pt x="17" y="160"/>
                    <a:pt x="34" y="160"/>
                  </a:cubicBezTo>
                  <a:cubicBezTo>
                    <a:pt x="50" y="193"/>
                    <a:pt x="67" y="193"/>
                    <a:pt x="104" y="209"/>
                  </a:cubicBezTo>
                  <a:cubicBezTo>
                    <a:pt x="120" y="209"/>
                    <a:pt x="153" y="209"/>
                    <a:pt x="170" y="193"/>
                  </a:cubicBezTo>
                  <a:cubicBezTo>
                    <a:pt x="207" y="176"/>
                    <a:pt x="207" y="143"/>
                    <a:pt x="223" y="127"/>
                  </a:cubicBezTo>
                  <a:cubicBezTo>
                    <a:pt x="223" y="90"/>
                    <a:pt x="223" y="73"/>
                    <a:pt x="207" y="40"/>
                  </a:cubicBezTo>
                  <a:cubicBezTo>
                    <a:pt x="186" y="24"/>
                    <a:pt x="153" y="3"/>
                    <a:pt x="137" y="3"/>
                  </a:cubicBezTo>
                  <a:cubicBezTo>
                    <a:pt x="128" y="1"/>
                    <a:pt x="119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2" name="Google Shape;16562;p41"/>
            <p:cNvSpPr/>
            <p:nvPr/>
          </p:nvSpPr>
          <p:spPr>
            <a:xfrm>
              <a:off x="4127050" y="2999850"/>
              <a:ext cx="5200" cy="5100"/>
            </a:xfrm>
            <a:custGeom>
              <a:avLst/>
              <a:gdLst/>
              <a:ahLst/>
              <a:cxnLst/>
              <a:rect l="l" t="t" r="r" b="b"/>
              <a:pathLst>
                <a:path w="208" h="204" extrusionOk="0">
                  <a:moveTo>
                    <a:pt x="96" y="1"/>
                  </a:moveTo>
                  <a:cubicBezTo>
                    <a:pt x="65" y="1"/>
                    <a:pt x="36" y="13"/>
                    <a:pt x="17" y="40"/>
                  </a:cubicBezTo>
                  <a:cubicBezTo>
                    <a:pt x="1" y="57"/>
                    <a:pt x="1" y="77"/>
                    <a:pt x="1" y="110"/>
                  </a:cubicBezTo>
                  <a:lnTo>
                    <a:pt x="1" y="143"/>
                  </a:lnTo>
                  <a:cubicBezTo>
                    <a:pt x="17" y="160"/>
                    <a:pt x="17" y="160"/>
                    <a:pt x="34" y="180"/>
                  </a:cubicBezTo>
                  <a:cubicBezTo>
                    <a:pt x="57" y="192"/>
                    <a:pt x="72" y="204"/>
                    <a:pt x="92" y="204"/>
                  </a:cubicBezTo>
                  <a:cubicBezTo>
                    <a:pt x="100" y="204"/>
                    <a:pt x="110" y="202"/>
                    <a:pt x="120" y="197"/>
                  </a:cubicBezTo>
                  <a:cubicBezTo>
                    <a:pt x="137" y="197"/>
                    <a:pt x="170" y="180"/>
                    <a:pt x="186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86" y="40"/>
                    <a:pt x="170" y="24"/>
                  </a:cubicBezTo>
                  <a:cubicBezTo>
                    <a:pt x="148" y="9"/>
                    <a:pt x="121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3" name="Google Shape;16563;p41"/>
            <p:cNvSpPr/>
            <p:nvPr/>
          </p:nvSpPr>
          <p:spPr>
            <a:xfrm>
              <a:off x="4340925" y="3075000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10" y="0"/>
                  </a:moveTo>
                  <a:cubicBezTo>
                    <a:pt x="81" y="0"/>
                    <a:pt x="52" y="13"/>
                    <a:pt x="34" y="40"/>
                  </a:cubicBezTo>
                  <a:cubicBezTo>
                    <a:pt x="17" y="60"/>
                    <a:pt x="1" y="93"/>
                    <a:pt x="1" y="110"/>
                  </a:cubicBezTo>
                  <a:cubicBezTo>
                    <a:pt x="1" y="126"/>
                    <a:pt x="17" y="126"/>
                    <a:pt x="17" y="143"/>
                  </a:cubicBezTo>
                  <a:cubicBezTo>
                    <a:pt x="17" y="163"/>
                    <a:pt x="34" y="180"/>
                    <a:pt x="50" y="180"/>
                  </a:cubicBezTo>
                  <a:cubicBezTo>
                    <a:pt x="67" y="196"/>
                    <a:pt x="83" y="213"/>
                    <a:pt x="120" y="213"/>
                  </a:cubicBezTo>
                  <a:cubicBezTo>
                    <a:pt x="153" y="213"/>
                    <a:pt x="170" y="196"/>
                    <a:pt x="186" y="180"/>
                  </a:cubicBezTo>
                  <a:cubicBezTo>
                    <a:pt x="207" y="143"/>
                    <a:pt x="224" y="126"/>
                    <a:pt x="224" y="93"/>
                  </a:cubicBezTo>
                  <a:cubicBezTo>
                    <a:pt x="207" y="77"/>
                    <a:pt x="207" y="40"/>
                    <a:pt x="170" y="23"/>
                  </a:cubicBezTo>
                  <a:cubicBezTo>
                    <a:pt x="155" y="8"/>
                    <a:pt x="133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4" name="Google Shape;16564;p41"/>
            <p:cNvSpPr/>
            <p:nvPr/>
          </p:nvSpPr>
          <p:spPr>
            <a:xfrm>
              <a:off x="4102950" y="30759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70" y="1"/>
                    <a:pt x="17" y="38"/>
                    <a:pt x="0" y="87"/>
                  </a:cubicBezTo>
                  <a:lnTo>
                    <a:pt x="0" y="124"/>
                  </a:lnTo>
                  <a:lnTo>
                    <a:pt x="0" y="141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7" y="190"/>
                    <a:pt x="70" y="207"/>
                    <a:pt x="87" y="207"/>
                  </a:cubicBezTo>
                  <a:cubicBezTo>
                    <a:pt x="120" y="207"/>
                    <a:pt x="140" y="207"/>
                    <a:pt x="173" y="190"/>
                  </a:cubicBezTo>
                  <a:cubicBezTo>
                    <a:pt x="190" y="174"/>
                    <a:pt x="206" y="141"/>
                    <a:pt x="206" y="124"/>
                  </a:cubicBezTo>
                  <a:cubicBezTo>
                    <a:pt x="206" y="87"/>
                    <a:pt x="206" y="71"/>
                    <a:pt x="190" y="54"/>
                  </a:cubicBezTo>
                  <a:cubicBezTo>
                    <a:pt x="190" y="21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5" name="Google Shape;16565;p41"/>
            <p:cNvSpPr/>
            <p:nvPr/>
          </p:nvSpPr>
          <p:spPr>
            <a:xfrm>
              <a:off x="4123150" y="30274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97" y="0"/>
                  </a:moveTo>
                  <a:cubicBezTo>
                    <a:pt x="55" y="0"/>
                    <a:pt x="14" y="45"/>
                    <a:pt x="0" y="87"/>
                  </a:cubicBezTo>
                  <a:cubicBezTo>
                    <a:pt x="0" y="108"/>
                    <a:pt x="0" y="125"/>
                    <a:pt x="17" y="141"/>
                  </a:cubicBezTo>
                  <a:lnTo>
                    <a:pt x="17" y="158"/>
                  </a:lnTo>
                  <a:cubicBezTo>
                    <a:pt x="33" y="191"/>
                    <a:pt x="70" y="211"/>
                    <a:pt x="87" y="211"/>
                  </a:cubicBezTo>
                  <a:cubicBezTo>
                    <a:pt x="157" y="211"/>
                    <a:pt x="206" y="174"/>
                    <a:pt x="206" y="125"/>
                  </a:cubicBezTo>
                  <a:cubicBezTo>
                    <a:pt x="223" y="87"/>
                    <a:pt x="206" y="71"/>
                    <a:pt x="190" y="38"/>
                  </a:cubicBezTo>
                  <a:cubicBezTo>
                    <a:pt x="173" y="21"/>
                    <a:pt x="157" y="5"/>
                    <a:pt x="120" y="5"/>
                  </a:cubicBezTo>
                  <a:cubicBezTo>
                    <a:pt x="112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6" name="Google Shape;16566;p41"/>
            <p:cNvSpPr/>
            <p:nvPr/>
          </p:nvSpPr>
          <p:spPr>
            <a:xfrm>
              <a:off x="4121900" y="30412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83" y="0"/>
                    <a:pt x="50" y="17"/>
                    <a:pt x="34" y="33"/>
                  </a:cubicBezTo>
                  <a:cubicBezTo>
                    <a:pt x="17" y="50"/>
                    <a:pt x="1" y="70"/>
                    <a:pt x="1" y="103"/>
                  </a:cubicBezTo>
                  <a:lnTo>
                    <a:pt x="1" y="153"/>
                  </a:lnTo>
                  <a:cubicBezTo>
                    <a:pt x="1" y="153"/>
                    <a:pt x="1" y="173"/>
                    <a:pt x="17" y="173"/>
                  </a:cubicBezTo>
                  <a:cubicBezTo>
                    <a:pt x="34" y="190"/>
                    <a:pt x="50" y="206"/>
                    <a:pt x="83" y="206"/>
                  </a:cubicBezTo>
                  <a:cubicBezTo>
                    <a:pt x="92" y="209"/>
                    <a:pt x="101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3"/>
                    <a:pt x="207" y="70"/>
                    <a:pt x="186" y="50"/>
                  </a:cubicBezTo>
                  <a:cubicBezTo>
                    <a:pt x="170" y="33"/>
                    <a:pt x="13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7" name="Google Shape;16567;p41"/>
            <p:cNvSpPr/>
            <p:nvPr/>
          </p:nvSpPr>
          <p:spPr>
            <a:xfrm>
              <a:off x="4115825" y="3082475"/>
              <a:ext cx="5600" cy="5125"/>
            </a:xfrm>
            <a:custGeom>
              <a:avLst/>
              <a:gdLst/>
              <a:ahLst/>
              <a:cxnLst/>
              <a:rect l="l" t="t" r="r" b="b"/>
              <a:pathLst>
                <a:path w="224" h="205" extrusionOk="0">
                  <a:moveTo>
                    <a:pt x="104" y="0"/>
                  </a:moveTo>
                  <a:cubicBezTo>
                    <a:pt x="71" y="0"/>
                    <a:pt x="54" y="17"/>
                    <a:pt x="38" y="33"/>
                  </a:cubicBezTo>
                  <a:cubicBezTo>
                    <a:pt x="17" y="50"/>
                    <a:pt x="0" y="87"/>
                    <a:pt x="0" y="104"/>
                  </a:cubicBezTo>
                  <a:cubicBezTo>
                    <a:pt x="0" y="120"/>
                    <a:pt x="0" y="120"/>
                    <a:pt x="17" y="137"/>
                  </a:cubicBezTo>
                  <a:cubicBezTo>
                    <a:pt x="17" y="153"/>
                    <a:pt x="38" y="174"/>
                    <a:pt x="54" y="174"/>
                  </a:cubicBezTo>
                  <a:cubicBezTo>
                    <a:pt x="69" y="196"/>
                    <a:pt x="91" y="205"/>
                    <a:pt x="115" y="205"/>
                  </a:cubicBezTo>
                  <a:cubicBezTo>
                    <a:pt x="143" y="205"/>
                    <a:pt x="172" y="192"/>
                    <a:pt x="190" y="174"/>
                  </a:cubicBezTo>
                  <a:cubicBezTo>
                    <a:pt x="207" y="137"/>
                    <a:pt x="223" y="120"/>
                    <a:pt x="207" y="87"/>
                  </a:cubicBezTo>
                  <a:cubicBezTo>
                    <a:pt x="207" y="71"/>
                    <a:pt x="190" y="33"/>
                    <a:pt x="174" y="17"/>
                  </a:cubicBezTo>
                  <a:cubicBezTo>
                    <a:pt x="15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8" name="Google Shape;16568;p41"/>
            <p:cNvSpPr/>
            <p:nvPr/>
          </p:nvSpPr>
          <p:spPr>
            <a:xfrm>
              <a:off x="4122725" y="2962925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9" y="0"/>
                  </a:moveTo>
                  <a:cubicBezTo>
                    <a:pt x="114" y="0"/>
                    <a:pt x="100" y="3"/>
                    <a:pt x="87" y="8"/>
                  </a:cubicBezTo>
                  <a:cubicBezTo>
                    <a:pt x="34" y="25"/>
                    <a:pt x="1" y="74"/>
                    <a:pt x="17" y="144"/>
                  </a:cubicBezTo>
                  <a:cubicBezTo>
                    <a:pt x="42" y="181"/>
                    <a:pt x="77" y="202"/>
                    <a:pt x="114" y="202"/>
                  </a:cubicBezTo>
                  <a:cubicBezTo>
                    <a:pt x="127" y="202"/>
                    <a:pt x="140" y="199"/>
                    <a:pt x="153" y="194"/>
                  </a:cubicBezTo>
                  <a:cubicBezTo>
                    <a:pt x="207" y="177"/>
                    <a:pt x="240" y="111"/>
                    <a:pt x="223" y="58"/>
                  </a:cubicBezTo>
                  <a:cubicBezTo>
                    <a:pt x="211" y="21"/>
                    <a:pt x="170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9" name="Google Shape;16569;p41"/>
            <p:cNvSpPr/>
            <p:nvPr/>
          </p:nvSpPr>
          <p:spPr>
            <a:xfrm>
              <a:off x="4116225" y="3069075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00" y="0"/>
                  </a:moveTo>
                  <a:cubicBezTo>
                    <a:pt x="90" y="0"/>
                    <a:pt x="81" y="2"/>
                    <a:pt x="71" y="5"/>
                  </a:cubicBezTo>
                  <a:cubicBezTo>
                    <a:pt x="22" y="38"/>
                    <a:pt x="1" y="91"/>
                    <a:pt x="22" y="141"/>
                  </a:cubicBezTo>
                  <a:cubicBezTo>
                    <a:pt x="22" y="157"/>
                    <a:pt x="38" y="174"/>
                    <a:pt x="38" y="194"/>
                  </a:cubicBezTo>
                  <a:cubicBezTo>
                    <a:pt x="71" y="211"/>
                    <a:pt x="104" y="211"/>
                    <a:pt x="158" y="211"/>
                  </a:cubicBezTo>
                  <a:cubicBezTo>
                    <a:pt x="191" y="194"/>
                    <a:pt x="207" y="157"/>
                    <a:pt x="228" y="124"/>
                  </a:cubicBezTo>
                  <a:cubicBezTo>
                    <a:pt x="228" y="108"/>
                    <a:pt x="228" y="91"/>
                    <a:pt x="207" y="71"/>
                  </a:cubicBezTo>
                  <a:cubicBezTo>
                    <a:pt x="194" y="30"/>
                    <a:pt x="146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0" name="Google Shape;16570;p41"/>
            <p:cNvSpPr/>
            <p:nvPr/>
          </p:nvSpPr>
          <p:spPr>
            <a:xfrm>
              <a:off x="4108500" y="2968675"/>
              <a:ext cx="5700" cy="5300"/>
            </a:xfrm>
            <a:custGeom>
              <a:avLst/>
              <a:gdLst/>
              <a:ahLst/>
              <a:cxnLst/>
              <a:rect l="l" t="t" r="r" b="b"/>
              <a:pathLst>
                <a:path w="228" h="212" extrusionOk="0">
                  <a:moveTo>
                    <a:pt x="124" y="1"/>
                  </a:moveTo>
                  <a:cubicBezTo>
                    <a:pt x="87" y="1"/>
                    <a:pt x="38" y="34"/>
                    <a:pt x="21" y="67"/>
                  </a:cubicBezTo>
                  <a:cubicBezTo>
                    <a:pt x="21" y="87"/>
                    <a:pt x="21" y="87"/>
                    <a:pt x="1" y="104"/>
                  </a:cubicBezTo>
                  <a:cubicBezTo>
                    <a:pt x="1" y="120"/>
                    <a:pt x="1" y="137"/>
                    <a:pt x="21" y="153"/>
                  </a:cubicBezTo>
                  <a:cubicBezTo>
                    <a:pt x="21" y="170"/>
                    <a:pt x="54" y="190"/>
                    <a:pt x="71" y="207"/>
                  </a:cubicBezTo>
                  <a:lnTo>
                    <a:pt x="104" y="207"/>
                  </a:lnTo>
                  <a:cubicBezTo>
                    <a:pt x="113" y="210"/>
                    <a:pt x="122" y="211"/>
                    <a:pt x="131" y="211"/>
                  </a:cubicBezTo>
                  <a:cubicBezTo>
                    <a:pt x="173" y="211"/>
                    <a:pt x="210" y="179"/>
                    <a:pt x="228" y="120"/>
                  </a:cubicBezTo>
                  <a:cubicBezTo>
                    <a:pt x="228" y="104"/>
                    <a:pt x="207" y="67"/>
                    <a:pt x="190" y="50"/>
                  </a:cubicBezTo>
                  <a:cubicBezTo>
                    <a:pt x="190" y="34"/>
                    <a:pt x="157" y="17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1" name="Google Shape;16571;p41"/>
            <p:cNvSpPr/>
            <p:nvPr/>
          </p:nvSpPr>
          <p:spPr>
            <a:xfrm>
              <a:off x="4111600" y="3020050"/>
              <a:ext cx="5175" cy="5100"/>
            </a:xfrm>
            <a:custGeom>
              <a:avLst/>
              <a:gdLst/>
              <a:ahLst/>
              <a:cxnLst/>
              <a:rect l="l" t="t" r="r" b="b"/>
              <a:pathLst>
                <a:path w="207" h="204" extrusionOk="0">
                  <a:moveTo>
                    <a:pt x="96" y="1"/>
                  </a:moveTo>
                  <a:cubicBezTo>
                    <a:pt x="64" y="1"/>
                    <a:pt x="35" y="13"/>
                    <a:pt x="17" y="40"/>
                  </a:cubicBezTo>
                  <a:cubicBezTo>
                    <a:pt x="0" y="57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17" y="160"/>
                    <a:pt x="17" y="176"/>
                    <a:pt x="33" y="176"/>
                  </a:cubicBezTo>
                  <a:cubicBezTo>
                    <a:pt x="57" y="191"/>
                    <a:pt x="72" y="204"/>
                    <a:pt x="92" y="204"/>
                  </a:cubicBezTo>
                  <a:cubicBezTo>
                    <a:pt x="100" y="204"/>
                    <a:pt x="109" y="202"/>
                    <a:pt x="120" y="197"/>
                  </a:cubicBezTo>
                  <a:cubicBezTo>
                    <a:pt x="137" y="197"/>
                    <a:pt x="169" y="197"/>
                    <a:pt x="186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86" y="40"/>
                    <a:pt x="169" y="24"/>
                  </a:cubicBezTo>
                  <a:cubicBezTo>
                    <a:pt x="147" y="9"/>
                    <a:pt x="121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2" name="Google Shape;16572;p41"/>
            <p:cNvSpPr/>
            <p:nvPr/>
          </p:nvSpPr>
          <p:spPr>
            <a:xfrm>
              <a:off x="4113650" y="30060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5" y="0"/>
                  </a:moveTo>
                  <a:cubicBezTo>
                    <a:pt x="87" y="0"/>
                    <a:pt x="71" y="0"/>
                    <a:pt x="55" y="17"/>
                  </a:cubicBezTo>
                  <a:cubicBezTo>
                    <a:pt x="22" y="37"/>
                    <a:pt x="1" y="70"/>
                    <a:pt x="1" y="87"/>
                  </a:cubicBezTo>
                  <a:lnTo>
                    <a:pt x="1" y="140"/>
                  </a:lnTo>
                  <a:cubicBezTo>
                    <a:pt x="22" y="157"/>
                    <a:pt x="22" y="157"/>
                    <a:pt x="22" y="173"/>
                  </a:cubicBezTo>
                  <a:cubicBezTo>
                    <a:pt x="38" y="190"/>
                    <a:pt x="71" y="206"/>
                    <a:pt x="87" y="206"/>
                  </a:cubicBezTo>
                  <a:cubicBezTo>
                    <a:pt x="97" y="209"/>
                    <a:pt x="106" y="210"/>
                    <a:pt x="114" y="210"/>
                  </a:cubicBezTo>
                  <a:cubicBezTo>
                    <a:pt x="170" y="210"/>
                    <a:pt x="207" y="166"/>
                    <a:pt x="207" y="120"/>
                  </a:cubicBezTo>
                  <a:cubicBezTo>
                    <a:pt x="207" y="87"/>
                    <a:pt x="207" y="70"/>
                    <a:pt x="191" y="54"/>
                  </a:cubicBezTo>
                  <a:cubicBezTo>
                    <a:pt x="174" y="17"/>
                    <a:pt x="158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3" name="Google Shape;16573;p41"/>
            <p:cNvSpPr/>
            <p:nvPr/>
          </p:nvSpPr>
          <p:spPr>
            <a:xfrm>
              <a:off x="4104275" y="30618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104" y="1"/>
                    <a:pt x="67" y="1"/>
                    <a:pt x="50" y="17"/>
                  </a:cubicBezTo>
                  <a:cubicBezTo>
                    <a:pt x="17" y="34"/>
                    <a:pt x="1" y="71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lnTo>
                    <a:pt x="17" y="174"/>
                  </a:lnTo>
                  <a:cubicBezTo>
                    <a:pt x="34" y="191"/>
                    <a:pt x="67" y="207"/>
                    <a:pt x="87" y="207"/>
                  </a:cubicBezTo>
                  <a:cubicBezTo>
                    <a:pt x="96" y="209"/>
                    <a:pt x="105" y="210"/>
                    <a:pt x="113" y="210"/>
                  </a:cubicBezTo>
                  <a:cubicBezTo>
                    <a:pt x="167" y="210"/>
                    <a:pt x="207" y="167"/>
                    <a:pt x="207" y="120"/>
                  </a:cubicBezTo>
                  <a:cubicBezTo>
                    <a:pt x="223" y="104"/>
                    <a:pt x="207" y="71"/>
                    <a:pt x="190" y="50"/>
                  </a:cubicBezTo>
                  <a:cubicBezTo>
                    <a:pt x="170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4" name="Google Shape;16574;p41"/>
            <p:cNvSpPr/>
            <p:nvPr/>
          </p:nvSpPr>
          <p:spPr>
            <a:xfrm>
              <a:off x="4113650" y="3095775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5" y="0"/>
                  </a:moveTo>
                  <a:cubicBezTo>
                    <a:pt x="71" y="0"/>
                    <a:pt x="22" y="33"/>
                    <a:pt x="1" y="87"/>
                  </a:cubicBezTo>
                  <a:cubicBezTo>
                    <a:pt x="1" y="103"/>
                    <a:pt x="1" y="120"/>
                    <a:pt x="22" y="136"/>
                  </a:cubicBezTo>
                  <a:lnTo>
                    <a:pt x="22" y="173"/>
                  </a:lnTo>
                  <a:cubicBezTo>
                    <a:pt x="38" y="190"/>
                    <a:pt x="71" y="206"/>
                    <a:pt x="87" y="206"/>
                  </a:cubicBezTo>
                  <a:cubicBezTo>
                    <a:pt x="125" y="206"/>
                    <a:pt x="158" y="206"/>
                    <a:pt x="174" y="190"/>
                  </a:cubicBezTo>
                  <a:cubicBezTo>
                    <a:pt x="191" y="173"/>
                    <a:pt x="207" y="157"/>
                    <a:pt x="207" y="120"/>
                  </a:cubicBezTo>
                  <a:cubicBezTo>
                    <a:pt x="228" y="70"/>
                    <a:pt x="191" y="17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5" name="Google Shape;16575;p41"/>
            <p:cNvSpPr/>
            <p:nvPr/>
          </p:nvSpPr>
          <p:spPr>
            <a:xfrm>
              <a:off x="4109425" y="305005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21" y="0"/>
                  </a:moveTo>
                  <a:cubicBezTo>
                    <a:pt x="115" y="0"/>
                    <a:pt x="109" y="2"/>
                    <a:pt x="104" y="7"/>
                  </a:cubicBezTo>
                  <a:cubicBezTo>
                    <a:pt x="67" y="7"/>
                    <a:pt x="34" y="28"/>
                    <a:pt x="17" y="44"/>
                  </a:cubicBezTo>
                  <a:cubicBezTo>
                    <a:pt x="1" y="61"/>
                    <a:pt x="1" y="94"/>
                    <a:pt x="1" y="110"/>
                  </a:cubicBezTo>
                  <a:cubicBezTo>
                    <a:pt x="1" y="131"/>
                    <a:pt x="1" y="131"/>
                    <a:pt x="17" y="147"/>
                  </a:cubicBezTo>
                  <a:cubicBezTo>
                    <a:pt x="17" y="164"/>
                    <a:pt x="34" y="180"/>
                    <a:pt x="34" y="180"/>
                  </a:cubicBezTo>
                  <a:cubicBezTo>
                    <a:pt x="58" y="195"/>
                    <a:pt x="85" y="203"/>
                    <a:pt x="110" y="203"/>
                  </a:cubicBezTo>
                  <a:cubicBezTo>
                    <a:pt x="141" y="203"/>
                    <a:pt x="170" y="191"/>
                    <a:pt x="191" y="164"/>
                  </a:cubicBezTo>
                  <a:cubicBezTo>
                    <a:pt x="224" y="131"/>
                    <a:pt x="224" y="61"/>
                    <a:pt x="170" y="28"/>
                  </a:cubicBezTo>
                  <a:cubicBezTo>
                    <a:pt x="158" y="13"/>
                    <a:pt x="138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6" name="Google Shape;16576;p41"/>
            <p:cNvSpPr/>
            <p:nvPr/>
          </p:nvSpPr>
          <p:spPr>
            <a:xfrm>
              <a:off x="4109025" y="29544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13" y="1"/>
                  </a:moveTo>
                  <a:cubicBezTo>
                    <a:pt x="80" y="1"/>
                    <a:pt x="48" y="16"/>
                    <a:pt x="17" y="39"/>
                  </a:cubicBezTo>
                  <a:cubicBezTo>
                    <a:pt x="0" y="55"/>
                    <a:pt x="0" y="88"/>
                    <a:pt x="0" y="121"/>
                  </a:cubicBezTo>
                  <a:cubicBezTo>
                    <a:pt x="0" y="121"/>
                    <a:pt x="0" y="142"/>
                    <a:pt x="17" y="142"/>
                  </a:cubicBezTo>
                  <a:cubicBezTo>
                    <a:pt x="17" y="159"/>
                    <a:pt x="33" y="175"/>
                    <a:pt x="33" y="191"/>
                  </a:cubicBezTo>
                  <a:cubicBezTo>
                    <a:pt x="52" y="204"/>
                    <a:pt x="74" y="209"/>
                    <a:pt x="96" y="209"/>
                  </a:cubicBezTo>
                  <a:cubicBezTo>
                    <a:pt x="131" y="209"/>
                    <a:pt x="166" y="195"/>
                    <a:pt x="186" y="175"/>
                  </a:cubicBezTo>
                  <a:cubicBezTo>
                    <a:pt x="207" y="142"/>
                    <a:pt x="207" y="121"/>
                    <a:pt x="207" y="88"/>
                  </a:cubicBezTo>
                  <a:cubicBezTo>
                    <a:pt x="207" y="72"/>
                    <a:pt x="186" y="39"/>
                    <a:pt x="169" y="18"/>
                  </a:cubicBezTo>
                  <a:cubicBezTo>
                    <a:pt x="151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7" name="Google Shape;16577;p41"/>
            <p:cNvSpPr/>
            <p:nvPr/>
          </p:nvSpPr>
          <p:spPr>
            <a:xfrm>
              <a:off x="4109425" y="3033925"/>
              <a:ext cx="5200" cy="5350"/>
            </a:xfrm>
            <a:custGeom>
              <a:avLst/>
              <a:gdLst/>
              <a:ahLst/>
              <a:cxnLst/>
              <a:rect l="l" t="t" r="r" b="b"/>
              <a:pathLst>
                <a:path w="208" h="214" extrusionOk="0">
                  <a:moveTo>
                    <a:pt x="120" y="1"/>
                  </a:moveTo>
                  <a:cubicBezTo>
                    <a:pt x="50" y="1"/>
                    <a:pt x="1" y="34"/>
                    <a:pt x="1" y="87"/>
                  </a:cubicBezTo>
                  <a:lnTo>
                    <a:pt x="1" y="157"/>
                  </a:lnTo>
                  <a:lnTo>
                    <a:pt x="17" y="174"/>
                  </a:lnTo>
                  <a:cubicBezTo>
                    <a:pt x="34" y="190"/>
                    <a:pt x="50" y="207"/>
                    <a:pt x="87" y="207"/>
                  </a:cubicBezTo>
                  <a:cubicBezTo>
                    <a:pt x="97" y="212"/>
                    <a:pt x="105" y="214"/>
                    <a:pt x="113" y="214"/>
                  </a:cubicBezTo>
                  <a:cubicBezTo>
                    <a:pt x="130" y="214"/>
                    <a:pt x="142" y="202"/>
                    <a:pt x="153" y="190"/>
                  </a:cubicBezTo>
                  <a:cubicBezTo>
                    <a:pt x="191" y="174"/>
                    <a:pt x="207" y="157"/>
                    <a:pt x="207" y="120"/>
                  </a:cubicBezTo>
                  <a:cubicBezTo>
                    <a:pt x="207" y="104"/>
                    <a:pt x="207" y="71"/>
                    <a:pt x="191" y="54"/>
                  </a:cubicBezTo>
                  <a:cubicBezTo>
                    <a:pt x="170" y="34"/>
                    <a:pt x="13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8" name="Google Shape;16578;p41"/>
            <p:cNvSpPr/>
            <p:nvPr/>
          </p:nvSpPr>
          <p:spPr>
            <a:xfrm>
              <a:off x="4317225" y="3070975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32" y="0"/>
                  </a:moveTo>
                  <a:cubicBezTo>
                    <a:pt x="117" y="0"/>
                    <a:pt x="102" y="5"/>
                    <a:pt x="87" y="15"/>
                  </a:cubicBezTo>
                  <a:cubicBezTo>
                    <a:pt x="38" y="32"/>
                    <a:pt x="1" y="81"/>
                    <a:pt x="21" y="135"/>
                  </a:cubicBezTo>
                  <a:cubicBezTo>
                    <a:pt x="38" y="151"/>
                    <a:pt x="38" y="168"/>
                    <a:pt x="54" y="184"/>
                  </a:cubicBezTo>
                  <a:cubicBezTo>
                    <a:pt x="77" y="196"/>
                    <a:pt x="102" y="209"/>
                    <a:pt x="127" y="209"/>
                  </a:cubicBezTo>
                  <a:cubicBezTo>
                    <a:pt x="137" y="209"/>
                    <a:pt x="147" y="207"/>
                    <a:pt x="157" y="201"/>
                  </a:cubicBezTo>
                  <a:cubicBezTo>
                    <a:pt x="190" y="184"/>
                    <a:pt x="227" y="151"/>
                    <a:pt x="227" y="118"/>
                  </a:cubicBezTo>
                  <a:lnTo>
                    <a:pt x="227" y="65"/>
                  </a:lnTo>
                  <a:cubicBezTo>
                    <a:pt x="201" y="29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9" name="Google Shape;16579;p41"/>
            <p:cNvSpPr/>
            <p:nvPr/>
          </p:nvSpPr>
          <p:spPr>
            <a:xfrm>
              <a:off x="4277350" y="3073275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13" y="0"/>
                  </a:moveTo>
                  <a:cubicBezTo>
                    <a:pt x="82" y="0"/>
                    <a:pt x="53" y="14"/>
                    <a:pt x="33" y="43"/>
                  </a:cubicBezTo>
                  <a:cubicBezTo>
                    <a:pt x="17" y="59"/>
                    <a:pt x="0" y="92"/>
                    <a:pt x="17" y="109"/>
                  </a:cubicBezTo>
                  <a:lnTo>
                    <a:pt x="17" y="146"/>
                  </a:lnTo>
                  <a:cubicBezTo>
                    <a:pt x="17" y="162"/>
                    <a:pt x="33" y="179"/>
                    <a:pt x="50" y="179"/>
                  </a:cubicBezTo>
                  <a:cubicBezTo>
                    <a:pt x="74" y="194"/>
                    <a:pt x="97" y="202"/>
                    <a:pt x="120" y="202"/>
                  </a:cubicBezTo>
                  <a:cubicBezTo>
                    <a:pt x="148" y="202"/>
                    <a:pt x="177" y="190"/>
                    <a:pt x="206" y="162"/>
                  </a:cubicBezTo>
                  <a:cubicBezTo>
                    <a:pt x="239" y="129"/>
                    <a:pt x="223" y="59"/>
                    <a:pt x="190" y="26"/>
                  </a:cubicBezTo>
                  <a:cubicBezTo>
                    <a:pt x="165" y="9"/>
                    <a:pt x="138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0" name="Google Shape;16580;p41"/>
            <p:cNvSpPr/>
            <p:nvPr/>
          </p:nvSpPr>
          <p:spPr>
            <a:xfrm>
              <a:off x="4276925" y="308990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03" y="0"/>
                  </a:moveTo>
                  <a:cubicBezTo>
                    <a:pt x="90" y="0"/>
                    <a:pt x="77" y="4"/>
                    <a:pt x="67" y="13"/>
                  </a:cubicBezTo>
                  <a:cubicBezTo>
                    <a:pt x="50" y="13"/>
                    <a:pt x="34" y="29"/>
                    <a:pt x="17" y="46"/>
                  </a:cubicBezTo>
                  <a:cubicBezTo>
                    <a:pt x="1" y="83"/>
                    <a:pt x="1" y="116"/>
                    <a:pt x="1" y="132"/>
                  </a:cubicBezTo>
                  <a:cubicBezTo>
                    <a:pt x="28" y="176"/>
                    <a:pt x="69" y="207"/>
                    <a:pt x="110" y="207"/>
                  </a:cubicBezTo>
                  <a:cubicBezTo>
                    <a:pt x="119" y="207"/>
                    <a:pt x="128" y="205"/>
                    <a:pt x="137" y="202"/>
                  </a:cubicBezTo>
                  <a:cubicBezTo>
                    <a:pt x="190" y="186"/>
                    <a:pt x="223" y="116"/>
                    <a:pt x="207" y="62"/>
                  </a:cubicBezTo>
                  <a:cubicBezTo>
                    <a:pt x="190" y="29"/>
                    <a:pt x="170" y="13"/>
                    <a:pt x="137" y="13"/>
                  </a:cubicBezTo>
                  <a:cubicBezTo>
                    <a:pt x="128" y="4"/>
                    <a:pt x="116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1" name="Google Shape;16581;p41"/>
            <p:cNvSpPr/>
            <p:nvPr/>
          </p:nvSpPr>
          <p:spPr>
            <a:xfrm>
              <a:off x="4272600" y="3101425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28" y="0"/>
                  </a:moveTo>
                  <a:cubicBezTo>
                    <a:pt x="115" y="0"/>
                    <a:pt x="101" y="4"/>
                    <a:pt x="87" y="13"/>
                  </a:cubicBezTo>
                  <a:cubicBezTo>
                    <a:pt x="17" y="34"/>
                    <a:pt x="0" y="84"/>
                    <a:pt x="17" y="137"/>
                  </a:cubicBezTo>
                  <a:cubicBezTo>
                    <a:pt x="30" y="178"/>
                    <a:pt x="80" y="207"/>
                    <a:pt x="127" y="207"/>
                  </a:cubicBezTo>
                  <a:cubicBezTo>
                    <a:pt x="138" y="207"/>
                    <a:pt x="148" y="206"/>
                    <a:pt x="157" y="203"/>
                  </a:cubicBezTo>
                  <a:cubicBezTo>
                    <a:pt x="207" y="187"/>
                    <a:pt x="240" y="117"/>
                    <a:pt x="223" y="67"/>
                  </a:cubicBezTo>
                  <a:cubicBezTo>
                    <a:pt x="199" y="28"/>
                    <a:pt x="165" y="0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2" name="Google Shape;16582;p41"/>
            <p:cNvSpPr/>
            <p:nvPr/>
          </p:nvSpPr>
          <p:spPr>
            <a:xfrm>
              <a:off x="4280325" y="305927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37" y="1"/>
                  </a:moveTo>
                  <a:cubicBezTo>
                    <a:pt x="71" y="1"/>
                    <a:pt x="17" y="34"/>
                    <a:pt x="17" y="87"/>
                  </a:cubicBezTo>
                  <a:cubicBezTo>
                    <a:pt x="1" y="120"/>
                    <a:pt x="17" y="137"/>
                    <a:pt x="17" y="153"/>
                  </a:cubicBezTo>
                  <a:lnTo>
                    <a:pt x="34" y="174"/>
                  </a:lnTo>
                  <a:cubicBezTo>
                    <a:pt x="54" y="190"/>
                    <a:pt x="71" y="207"/>
                    <a:pt x="104" y="207"/>
                  </a:cubicBezTo>
                  <a:cubicBezTo>
                    <a:pt x="113" y="210"/>
                    <a:pt x="122" y="211"/>
                    <a:pt x="131" y="211"/>
                  </a:cubicBezTo>
                  <a:cubicBezTo>
                    <a:pt x="173" y="211"/>
                    <a:pt x="210" y="179"/>
                    <a:pt x="223" y="120"/>
                  </a:cubicBezTo>
                  <a:cubicBezTo>
                    <a:pt x="223" y="104"/>
                    <a:pt x="223" y="71"/>
                    <a:pt x="207" y="50"/>
                  </a:cubicBezTo>
                  <a:cubicBezTo>
                    <a:pt x="190" y="34"/>
                    <a:pt x="157" y="17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3" name="Google Shape;16583;p41"/>
            <p:cNvSpPr/>
            <p:nvPr/>
          </p:nvSpPr>
          <p:spPr>
            <a:xfrm>
              <a:off x="4288875" y="3096975"/>
              <a:ext cx="5700" cy="4950"/>
            </a:xfrm>
            <a:custGeom>
              <a:avLst/>
              <a:gdLst/>
              <a:ahLst/>
              <a:cxnLst/>
              <a:rect l="l" t="t" r="r" b="b"/>
              <a:pathLst>
                <a:path w="228" h="198" extrusionOk="0">
                  <a:moveTo>
                    <a:pt x="104" y="0"/>
                  </a:moveTo>
                  <a:cubicBezTo>
                    <a:pt x="54" y="0"/>
                    <a:pt x="21" y="35"/>
                    <a:pt x="21" y="88"/>
                  </a:cubicBezTo>
                  <a:cubicBezTo>
                    <a:pt x="1" y="109"/>
                    <a:pt x="21" y="125"/>
                    <a:pt x="21" y="142"/>
                  </a:cubicBezTo>
                  <a:cubicBezTo>
                    <a:pt x="21" y="142"/>
                    <a:pt x="21" y="158"/>
                    <a:pt x="38" y="158"/>
                  </a:cubicBezTo>
                  <a:cubicBezTo>
                    <a:pt x="54" y="175"/>
                    <a:pt x="71" y="191"/>
                    <a:pt x="104" y="191"/>
                  </a:cubicBezTo>
                  <a:cubicBezTo>
                    <a:pt x="114" y="195"/>
                    <a:pt x="124" y="197"/>
                    <a:pt x="133" y="197"/>
                  </a:cubicBezTo>
                  <a:cubicBezTo>
                    <a:pt x="175" y="197"/>
                    <a:pt x="211" y="163"/>
                    <a:pt x="228" y="109"/>
                  </a:cubicBezTo>
                  <a:cubicBezTo>
                    <a:pt x="228" y="88"/>
                    <a:pt x="228" y="55"/>
                    <a:pt x="207" y="39"/>
                  </a:cubicBezTo>
                  <a:cubicBezTo>
                    <a:pt x="190" y="22"/>
                    <a:pt x="158" y="6"/>
                    <a:pt x="141" y="6"/>
                  </a:cubicBezTo>
                  <a:cubicBezTo>
                    <a:pt x="128" y="2"/>
                    <a:pt x="115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4" name="Google Shape;16584;p41"/>
            <p:cNvSpPr/>
            <p:nvPr/>
          </p:nvSpPr>
          <p:spPr>
            <a:xfrm>
              <a:off x="4290225" y="308320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86" y="0"/>
                  </a:moveTo>
                  <a:cubicBezTo>
                    <a:pt x="34" y="0"/>
                    <a:pt x="0" y="33"/>
                    <a:pt x="0" y="91"/>
                  </a:cubicBezTo>
                  <a:lnTo>
                    <a:pt x="0" y="124"/>
                  </a:lnTo>
                  <a:lnTo>
                    <a:pt x="0" y="145"/>
                  </a:lnTo>
                  <a:lnTo>
                    <a:pt x="17" y="161"/>
                  </a:lnTo>
                  <a:cubicBezTo>
                    <a:pt x="33" y="178"/>
                    <a:pt x="50" y="194"/>
                    <a:pt x="87" y="194"/>
                  </a:cubicBezTo>
                  <a:cubicBezTo>
                    <a:pt x="97" y="199"/>
                    <a:pt x="105" y="201"/>
                    <a:pt x="112" y="201"/>
                  </a:cubicBezTo>
                  <a:cubicBezTo>
                    <a:pt x="130" y="201"/>
                    <a:pt x="141" y="189"/>
                    <a:pt x="153" y="178"/>
                  </a:cubicBezTo>
                  <a:cubicBezTo>
                    <a:pt x="190" y="161"/>
                    <a:pt x="207" y="145"/>
                    <a:pt x="207" y="108"/>
                  </a:cubicBezTo>
                  <a:cubicBezTo>
                    <a:pt x="207" y="91"/>
                    <a:pt x="207" y="75"/>
                    <a:pt x="190" y="42"/>
                  </a:cubicBezTo>
                  <a:cubicBezTo>
                    <a:pt x="174" y="21"/>
                    <a:pt x="153" y="4"/>
                    <a:pt x="120" y="4"/>
                  </a:cubicBezTo>
                  <a:cubicBezTo>
                    <a:pt x="108" y="2"/>
                    <a:pt x="97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5" name="Google Shape;16585;p41"/>
            <p:cNvSpPr/>
            <p:nvPr/>
          </p:nvSpPr>
          <p:spPr>
            <a:xfrm>
              <a:off x="4271775" y="31158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7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3" y="23"/>
                    <a:pt x="0" y="77"/>
                    <a:pt x="17" y="142"/>
                  </a:cubicBezTo>
                  <a:cubicBezTo>
                    <a:pt x="42" y="183"/>
                    <a:pt x="78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07" y="180"/>
                    <a:pt x="240" y="109"/>
                    <a:pt x="223" y="56"/>
                  </a:cubicBez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6" name="Google Shape;16586;p41"/>
            <p:cNvSpPr/>
            <p:nvPr/>
          </p:nvSpPr>
          <p:spPr>
            <a:xfrm>
              <a:off x="4284650" y="3108750"/>
              <a:ext cx="5600" cy="5225"/>
            </a:xfrm>
            <a:custGeom>
              <a:avLst/>
              <a:gdLst/>
              <a:ahLst/>
              <a:cxnLst/>
              <a:rect l="l" t="t" r="r" b="b"/>
              <a:pathLst>
                <a:path w="224" h="209" extrusionOk="0">
                  <a:moveTo>
                    <a:pt x="113" y="0"/>
                  </a:moveTo>
                  <a:cubicBezTo>
                    <a:pt x="98" y="0"/>
                    <a:pt x="82" y="4"/>
                    <a:pt x="67" y="13"/>
                  </a:cubicBezTo>
                  <a:cubicBezTo>
                    <a:pt x="17" y="30"/>
                    <a:pt x="1" y="83"/>
                    <a:pt x="17" y="133"/>
                  </a:cubicBezTo>
                  <a:cubicBezTo>
                    <a:pt x="30" y="187"/>
                    <a:pt x="74" y="209"/>
                    <a:pt x="116" y="209"/>
                  </a:cubicBezTo>
                  <a:cubicBezTo>
                    <a:pt x="129" y="209"/>
                    <a:pt x="142" y="207"/>
                    <a:pt x="153" y="203"/>
                  </a:cubicBezTo>
                  <a:cubicBezTo>
                    <a:pt x="207" y="186"/>
                    <a:pt x="223" y="116"/>
                    <a:pt x="207" y="67"/>
                  </a:cubicBezTo>
                  <a:cubicBezTo>
                    <a:pt x="195" y="28"/>
                    <a:pt x="155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7" name="Google Shape;16587;p41"/>
            <p:cNvSpPr/>
            <p:nvPr/>
          </p:nvSpPr>
          <p:spPr>
            <a:xfrm>
              <a:off x="4283325" y="3122725"/>
              <a:ext cx="5175" cy="4950"/>
            </a:xfrm>
            <a:custGeom>
              <a:avLst/>
              <a:gdLst/>
              <a:ahLst/>
              <a:cxnLst/>
              <a:rect l="l" t="t" r="r" b="b"/>
              <a:pathLst>
                <a:path w="207" h="198" extrusionOk="0">
                  <a:moveTo>
                    <a:pt x="90" y="1"/>
                  </a:moveTo>
                  <a:cubicBezTo>
                    <a:pt x="46" y="1"/>
                    <a:pt x="0" y="36"/>
                    <a:pt x="0" y="89"/>
                  </a:cubicBezTo>
                  <a:lnTo>
                    <a:pt x="0" y="143"/>
                  </a:lnTo>
                  <a:lnTo>
                    <a:pt x="17" y="159"/>
                  </a:lnTo>
                  <a:cubicBezTo>
                    <a:pt x="37" y="176"/>
                    <a:pt x="54" y="192"/>
                    <a:pt x="87" y="192"/>
                  </a:cubicBezTo>
                  <a:cubicBezTo>
                    <a:pt x="97" y="196"/>
                    <a:pt x="107" y="198"/>
                    <a:pt x="118" y="198"/>
                  </a:cubicBezTo>
                  <a:cubicBezTo>
                    <a:pt x="163" y="198"/>
                    <a:pt x="206" y="163"/>
                    <a:pt x="206" y="110"/>
                  </a:cubicBezTo>
                  <a:cubicBezTo>
                    <a:pt x="206" y="89"/>
                    <a:pt x="206" y="56"/>
                    <a:pt x="190" y="40"/>
                  </a:cubicBezTo>
                  <a:cubicBezTo>
                    <a:pt x="173" y="23"/>
                    <a:pt x="157" y="7"/>
                    <a:pt x="120" y="7"/>
                  </a:cubicBezTo>
                  <a:cubicBezTo>
                    <a:pt x="110" y="3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8" name="Google Shape;16588;p41"/>
            <p:cNvSpPr/>
            <p:nvPr/>
          </p:nvSpPr>
          <p:spPr>
            <a:xfrm>
              <a:off x="4338775" y="30868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50" y="17"/>
                    <a:pt x="33" y="34"/>
                  </a:cubicBezTo>
                  <a:cubicBezTo>
                    <a:pt x="17" y="50"/>
                    <a:pt x="0" y="67"/>
                    <a:pt x="0" y="83"/>
                  </a:cubicBezTo>
                  <a:lnTo>
                    <a:pt x="0" y="137"/>
                  </a:lnTo>
                  <a:cubicBezTo>
                    <a:pt x="17" y="170"/>
                    <a:pt x="50" y="207"/>
                    <a:pt x="87" y="207"/>
                  </a:cubicBezTo>
                  <a:lnTo>
                    <a:pt x="103" y="207"/>
                  </a:lnTo>
                  <a:cubicBezTo>
                    <a:pt x="153" y="207"/>
                    <a:pt x="206" y="170"/>
                    <a:pt x="206" y="120"/>
                  </a:cubicBezTo>
                  <a:cubicBezTo>
                    <a:pt x="206" y="83"/>
                    <a:pt x="206" y="67"/>
                    <a:pt x="190" y="50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9" name="Google Shape;16589;p41"/>
            <p:cNvSpPr/>
            <p:nvPr/>
          </p:nvSpPr>
          <p:spPr>
            <a:xfrm>
              <a:off x="4252400" y="3085300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1" y="0"/>
                  </a:moveTo>
                  <a:cubicBezTo>
                    <a:pt x="69" y="0"/>
                    <a:pt x="49" y="12"/>
                    <a:pt x="37" y="24"/>
                  </a:cubicBezTo>
                  <a:cubicBezTo>
                    <a:pt x="17" y="40"/>
                    <a:pt x="0" y="61"/>
                    <a:pt x="0" y="94"/>
                  </a:cubicBezTo>
                  <a:lnTo>
                    <a:pt x="0" y="143"/>
                  </a:lnTo>
                  <a:cubicBezTo>
                    <a:pt x="0" y="143"/>
                    <a:pt x="0" y="164"/>
                    <a:pt x="17" y="164"/>
                  </a:cubicBezTo>
                  <a:cubicBezTo>
                    <a:pt x="37" y="180"/>
                    <a:pt x="54" y="197"/>
                    <a:pt x="87" y="197"/>
                  </a:cubicBezTo>
                  <a:cubicBezTo>
                    <a:pt x="96" y="200"/>
                    <a:pt x="105" y="201"/>
                    <a:pt x="114" y="201"/>
                  </a:cubicBezTo>
                  <a:cubicBezTo>
                    <a:pt x="156" y="201"/>
                    <a:pt x="193" y="168"/>
                    <a:pt x="206" y="110"/>
                  </a:cubicBezTo>
                  <a:cubicBezTo>
                    <a:pt x="206" y="94"/>
                    <a:pt x="206" y="61"/>
                    <a:pt x="190" y="40"/>
                  </a:cubicBezTo>
                  <a:cubicBezTo>
                    <a:pt x="173" y="24"/>
                    <a:pt x="141" y="7"/>
                    <a:pt x="120" y="7"/>
                  </a:cubicBezTo>
                  <a:cubicBezTo>
                    <a:pt x="110" y="2"/>
                    <a:pt x="101" y="0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0" name="Google Shape;16590;p41"/>
            <p:cNvSpPr/>
            <p:nvPr/>
          </p:nvSpPr>
          <p:spPr>
            <a:xfrm>
              <a:off x="4258475" y="31172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0" y="1"/>
                  </a:moveTo>
                  <a:cubicBezTo>
                    <a:pt x="83" y="1"/>
                    <a:pt x="50" y="22"/>
                    <a:pt x="34" y="38"/>
                  </a:cubicBezTo>
                  <a:cubicBezTo>
                    <a:pt x="17" y="54"/>
                    <a:pt x="17" y="71"/>
                    <a:pt x="1" y="87"/>
                  </a:cubicBezTo>
                  <a:cubicBezTo>
                    <a:pt x="1" y="104"/>
                    <a:pt x="1" y="125"/>
                    <a:pt x="17" y="141"/>
                  </a:cubicBezTo>
                  <a:cubicBezTo>
                    <a:pt x="34" y="174"/>
                    <a:pt x="50" y="207"/>
                    <a:pt x="104" y="207"/>
                  </a:cubicBezTo>
                  <a:cubicBezTo>
                    <a:pt x="153" y="207"/>
                    <a:pt x="207" y="174"/>
                    <a:pt x="223" y="125"/>
                  </a:cubicBezTo>
                  <a:cubicBezTo>
                    <a:pt x="223" y="104"/>
                    <a:pt x="207" y="71"/>
                    <a:pt x="186" y="54"/>
                  </a:cubicBezTo>
                  <a:cubicBezTo>
                    <a:pt x="170" y="22"/>
                    <a:pt x="153" y="22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1" name="Google Shape;16591;p41"/>
            <p:cNvSpPr/>
            <p:nvPr/>
          </p:nvSpPr>
          <p:spPr>
            <a:xfrm>
              <a:off x="4294025" y="3129175"/>
              <a:ext cx="6125" cy="5375"/>
            </a:xfrm>
            <a:custGeom>
              <a:avLst/>
              <a:gdLst/>
              <a:ahLst/>
              <a:cxnLst/>
              <a:rect l="l" t="t" r="r" b="b"/>
              <a:pathLst>
                <a:path w="245" h="215" extrusionOk="0">
                  <a:moveTo>
                    <a:pt x="117" y="0"/>
                  </a:moveTo>
                  <a:cubicBezTo>
                    <a:pt x="107" y="0"/>
                    <a:pt x="97" y="1"/>
                    <a:pt x="88" y="4"/>
                  </a:cubicBezTo>
                  <a:cubicBezTo>
                    <a:pt x="38" y="37"/>
                    <a:pt x="1" y="91"/>
                    <a:pt x="38" y="140"/>
                  </a:cubicBezTo>
                  <a:cubicBezTo>
                    <a:pt x="52" y="185"/>
                    <a:pt x="88" y="215"/>
                    <a:pt x="130" y="215"/>
                  </a:cubicBezTo>
                  <a:cubicBezTo>
                    <a:pt x="139" y="215"/>
                    <a:pt x="148" y="213"/>
                    <a:pt x="158" y="210"/>
                  </a:cubicBezTo>
                  <a:cubicBezTo>
                    <a:pt x="228" y="177"/>
                    <a:pt x="244" y="124"/>
                    <a:pt x="228" y="74"/>
                  </a:cubicBezTo>
                  <a:cubicBezTo>
                    <a:pt x="211" y="30"/>
                    <a:pt x="163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2" name="Google Shape;16592;p41"/>
            <p:cNvSpPr/>
            <p:nvPr/>
          </p:nvSpPr>
          <p:spPr>
            <a:xfrm>
              <a:off x="4248575" y="3098350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20" y="0"/>
                  </a:moveTo>
                  <a:cubicBezTo>
                    <a:pt x="104" y="0"/>
                    <a:pt x="87" y="0"/>
                    <a:pt x="67" y="17"/>
                  </a:cubicBezTo>
                  <a:cubicBezTo>
                    <a:pt x="17" y="33"/>
                    <a:pt x="1" y="87"/>
                    <a:pt x="17" y="136"/>
                  </a:cubicBezTo>
                  <a:cubicBezTo>
                    <a:pt x="30" y="190"/>
                    <a:pt x="74" y="212"/>
                    <a:pt x="116" y="212"/>
                  </a:cubicBezTo>
                  <a:cubicBezTo>
                    <a:pt x="129" y="212"/>
                    <a:pt x="142" y="210"/>
                    <a:pt x="153" y="207"/>
                  </a:cubicBezTo>
                  <a:cubicBezTo>
                    <a:pt x="170" y="190"/>
                    <a:pt x="170" y="190"/>
                    <a:pt x="190" y="174"/>
                  </a:cubicBezTo>
                  <a:cubicBezTo>
                    <a:pt x="223" y="157"/>
                    <a:pt x="223" y="103"/>
                    <a:pt x="207" y="70"/>
                  </a:cubicBezTo>
                  <a:cubicBezTo>
                    <a:pt x="190" y="33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3" name="Google Shape;16593;p41"/>
            <p:cNvSpPr/>
            <p:nvPr/>
          </p:nvSpPr>
          <p:spPr>
            <a:xfrm>
              <a:off x="4269600" y="3128700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4" y="0"/>
                  </a:moveTo>
                  <a:cubicBezTo>
                    <a:pt x="83" y="0"/>
                    <a:pt x="54" y="13"/>
                    <a:pt x="34" y="40"/>
                  </a:cubicBezTo>
                  <a:cubicBezTo>
                    <a:pt x="17" y="56"/>
                    <a:pt x="1" y="77"/>
                    <a:pt x="17" y="110"/>
                  </a:cubicBezTo>
                  <a:lnTo>
                    <a:pt x="17" y="143"/>
                  </a:lnTo>
                  <a:cubicBezTo>
                    <a:pt x="17" y="159"/>
                    <a:pt x="34" y="159"/>
                    <a:pt x="50" y="180"/>
                  </a:cubicBezTo>
                  <a:cubicBezTo>
                    <a:pt x="67" y="194"/>
                    <a:pt x="89" y="203"/>
                    <a:pt x="111" y="203"/>
                  </a:cubicBezTo>
                  <a:cubicBezTo>
                    <a:pt x="140" y="203"/>
                    <a:pt x="170" y="189"/>
                    <a:pt x="191" y="159"/>
                  </a:cubicBezTo>
                  <a:cubicBezTo>
                    <a:pt x="207" y="143"/>
                    <a:pt x="223" y="110"/>
                    <a:pt x="223" y="93"/>
                  </a:cubicBezTo>
                  <a:cubicBezTo>
                    <a:pt x="223" y="56"/>
                    <a:pt x="207" y="40"/>
                    <a:pt x="191" y="23"/>
                  </a:cubicBezTo>
                  <a:cubicBezTo>
                    <a:pt x="166" y="8"/>
                    <a:pt x="140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4" name="Google Shape;16594;p41"/>
            <p:cNvSpPr/>
            <p:nvPr/>
          </p:nvSpPr>
          <p:spPr>
            <a:xfrm>
              <a:off x="4266625" y="30799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50" y="0"/>
                    <a:pt x="0" y="33"/>
                    <a:pt x="0" y="87"/>
                  </a:cubicBezTo>
                  <a:lnTo>
                    <a:pt x="0" y="136"/>
                  </a:lnTo>
                  <a:cubicBezTo>
                    <a:pt x="0" y="153"/>
                    <a:pt x="17" y="153"/>
                    <a:pt x="17" y="174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93" y="209"/>
                    <a:pt x="100" y="210"/>
                    <a:pt x="107" y="210"/>
                  </a:cubicBezTo>
                  <a:cubicBezTo>
                    <a:pt x="150" y="210"/>
                    <a:pt x="192" y="166"/>
                    <a:pt x="206" y="120"/>
                  </a:cubicBezTo>
                  <a:cubicBezTo>
                    <a:pt x="206" y="87"/>
                    <a:pt x="206" y="70"/>
                    <a:pt x="190" y="50"/>
                  </a:cubicBezTo>
                  <a:cubicBezTo>
                    <a:pt x="169" y="17"/>
                    <a:pt x="136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5" name="Google Shape;16595;p41"/>
            <p:cNvSpPr/>
            <p:nvPr/>
          </p:nvSpPr>
          <p:spPr>
            <a:xfrm>
              <a:off x="4262300" y="3091800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117" y="1"/>
                  </a:moveTo>
                  <a:cubicBezTo>
                    <a:pt x="107" y="1"/>
                    <a:pt x="96" y="3"/>
                    <a:pt x="87" y="7"/>
                  </a:cubicBezTo>
                  <a:cubicBezTo>
                    <a:pt x="33" y="23"/>
                    <a:pt x="0" y="89"/>
                    <a:pt x="17" y="143"/>
                  </a:cubicBezTo>
                  <a:cubicBezTo>
                    <a:pt x="33" y="159"/>
                    <a:pt x="33" y="176"/>
                    <a:pt x="54" y="176"/>
                  </a:cubicBezTo>
                  <a:cubicBezTo>
                    <a:pt x="87" y="213"/>
                    <a:pt x="120" y="213"/>
                    <a:pt x="157" y="213"/>
                  </a:cubicBezTo>
                  <a:cubicBezTo>
                    <a:pt x="206" y="192"/>
                    <a:pt x="223" y="159"/>
                    <a:pt x="223" y="110"/>
                  </a:cubicBezTo>
                  <a:lnTo>
                    <a:pt x="223" y="73"/>
                  </a:lnTo>
                  <a:cubicBezTo>
                    <a:pt x="209" y="33"/>
                    <a:pt x="161" y="1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6" name="Google Shape;16596;p41"/>
            <p:cNvSpPr/>
            <p:nvPr/>
          </p:nvSpPr>
          <p:spPr>
            <a:xfrm>
              <a:off x="4261050" y="310562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107" y="1"/>
                  </a:moveTo>
                  <a:cubicBezTo>
                    <a:pt x="72" y="1"/>
                    <a:pt x="38" y="15"/>
                    <a:pt x="17" y="35"/>
                  </a:cubicBezTo>
                  <a:cubicBezTo>
                    <a:pt x="1" y="52"/>
                    <a:pt x="1" y="89"/>
                    <a:pt x="1" y="122"/>
                  </a:cubicBezTo>
                  <a:lnTo>
                    <a:pt x="1" y="138"/>
                  </a:lnTo>
                  <a:cubicBezTo>
                    <a:pt x="17" y="155"/>
                    <a:pt x="17" y="175"/>
                    <a:pt x="34" y="192"/>
                  </a:cubicBezTo>
                  <a:cubicBezTo>
                    <a:pt x="50" y="208"/>
                    <a:pt x="83" y="208"/>
                    <a:pt x="120" y="208"/>
                  </a:cubicBezTo>
                  <a:cubicBezTo>
                    <a:pt x="137" y="208"/>
                    <a:pt x="170" y="192"/>
                    <a:pt x="186" y="175"/>
                  </a:cubicBezTo>
                  <a:cubicBezTo>
                    <a:pt x="207" y="138"/>
                    <a:pt x="207" y="122"/>
                    <a:pt x="207" y="89"/>
                  </a:cubicBezTo>
                  <a:cubicBezTo>
                    <a:pt x="207" y="72"/>
                    <a:pt x="186" y="35"/>
                    <a:pt x="170" y="19"/>
                  </a:cubicBezTo>
                  <a:cubicBezTo>
                    <a:pt x="151" y="6"/>
                    <a:pt x="129" y="1"/>
                    <a:pt x="1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7" name="Google Shape;16597;p41"/>
            <p:cNvSpPr/>
            <p:nvPr/>
          </p:nvSpPr>
          <p:spPr>
            <a:xfrm>
              <a:off x="4256725" y="3068625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6" y="0"/>
                  </a:moveTo>
                  <a:cubicBezTo>
                    <a:pt x="106" y="0"/>
                    <a:pt x="97" y="2"/>
                    <a:pt x="87" y="6"/>
                  </a:cubicBezTo>
                  <a:cubicBezTo>
                    <a:pt x="17" y="39"/>
                    <a:pt x="0" y="89"/>
                    <a:pt x="17" y="142"/>
                  </a:cubicBezTo>
                  <a:cubicBezTo>
                    <a:pt x="31" y="184"/>
                    <a:pt x="82" y="216"/>
                    <a:pt x="127" y="216"/>
                  </a:cubicBezTo>
                  <a:cubicBezTo>
                    <a:pt x="136" y="216"/>
                    <a:pt x="145" y="215"/>
                    <a:pt x="153" y="212"/>
                  </a:cubicBezTo>
                  <a:cubicBezTo>
                    <a:pt x="207" y="175"/>
                    <a:pt x="240" y="126"/>
                    <a:pt x="223" y="72"/>
                  </a:cubicBezTo>
                  <a:cubicBezTo>
                    <a:pt x="197" y="32"/>
                    <a:pt x="156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8" name="Google Shape;16598;p41"/>
            <p:cNvSpPr/>
            <p:nvPr/>
          </p:nvSpPr>
          <p:spPr>
            <a:xfrm>
              <a:off x="4328475" y="3067850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87" y="0"/>
                  </a:moveTo>
                  <a:cubicBezTo>
                    <a:pt x="33" y="37"/>
                    <a:pt x="0" y="87"/>
                    <a:pt x="17" y="140"/>
                  </a:cubicBezTo>
                  <a:cubicBezTo>
                    <a:pt x="44" y="181"/>
                    <a:pt x="85" y="210"/>
                    <a:pt x="126" y="210"/>
                  </a:cubicBezTo>
                  <a:cubicBezTo>
                    <a:pt x="135" y="210"/>
                    <a:pt x="144" y="209"/>
                    <a:pt x="153" y="206"/>
                  </a:cubicBezTo>
                  <a:cubicBezTo>
                    <a:pt x="169" y="190"/>
                    <a:pt x="190" y="190"/>
                    <a:pt x="206" y="173"/>
                  </a:cubicBezTo>
                  <a:cubicBezTo>
                    <a:pt x="223" y="140"/>
                    <a:pt x="239" y="103"/>
                    <a:pt x="223" y="70"/>
                  </a:cubicBezTo>
                  <a:cubicBezTo>
                    <a:pt x="206" y="37"/>
                    <a:pt x="169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9" name="Google Shape;16599;p41"/>
            <p:cNvSpPr/>
            <p:nvPr/>
          </p:nvSpPr>
          <p:spPr>
            <a:xfrm>
              <a:off x="4325475" y="30953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0" y="0"/>
                  </a:moveTo>
                  <a:cubicBezTo>
                    <a:pt x="88" y="0"/>
                    <a:pt x="54" y="14"/>
                    <a:pt x="33" y="35"/>
                  </a:cubicBezTo>
                  <a:cubicBezTo>
                    <a:pt x="17" y="51"/>
                    <a:pt x="0" y="88"/>
                    <a:pt x="0" y="121"/>
                  </a:cubicBezTo>
                  <a:cubicBezTo>
                    <a:pt x="0" y="121"/>
                    <a:pt x="0" y="138"/>
                    <a:pt x="17" y="138"/>
                  </a:cubicBezTo>
                  <a:cubicBezTo>
                    <a:pt x="17" y="154"/>
                    <a:pt x="33" y="175"/>
                    <a:pt x="50" y="191"/>
                  </a:cubicBezTo>
                  <a:cubicBezTo>
                    <a:pt x="66" y="208"/>
                    <a:pt x="83" y="208"/>
                    <a:pt x="120" y="208"/>
                  </a:cubicBezTo>
                  <a:cubicBezTo>
                    <a:pt x="153" y="208"/>
                    <a:pt x="170" y="191"/>
                    <a:pt x="186" y="175"/>
                  </a:cubicBezTo>
                  <a:cubicBezTo>
                    <a:pt x="207" y="138"/>
                    <a:pt x="223" y="121"/>
                    <a:pt x="207" y="88"/>
                  </a:cubicBezTo>
                  <a:cubicBezTo>
                    <a:pt x="207" y="72"/>
                    <a:pt x="186" y="35"/>
                    <a:pt x="170" y="18"/>
                  </a:cubicBezTo>
                  <a:cubicBezTo>
                    <a:pt x="157" y="6"/>
                    <a:pt x="139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0" name="Google Shape;16600;p41"/>
            <p:cNvSpPr/>
            <p:nvPr/>
          </p:nvSpPr>
          <p:spPr>
            <a:xfrm>
              <a:off x="4327525" y="3081425"/>
              <a:ext cx="5700" cy="5025"/>
            </a:xfrm>
            <a:custGeom>
              <a:avLst/>
              <a:gdLst/>
              <a:ahLst/>
              <a:cxnLst/>
              <a:rect l="l" t="t" r="r" b="b"/>
              <a:pathLst>
                <a:path w="228" h="201" extrusionOk="0">
                  <a:moveTo>
                    <a:pt x="104" y="1"/>
                  </a:moveTo>
                  <a:cubicBezTo>
                    <a:pt x="86" y="1"/>
                    <a:pt x="66" y="14"/>
                    <a:pt x="55" y="26"/>
                  </a:cubicBezTo>
                  <a:cubicBezTo>
                    <a:pt x="38" y="42"/>
                    <a:pt x="22" y="59"/>
                    <a:pt x="1" y="92"/>
                  </a:cubicBezTo>
                  <a:cubicBezTo>
                    <a:pt x="1" y="113"/>
                    <a:pt x="1" y="129"/>
                    <a:pt x="22" y="146"/>
                  </a:cubicBezTo>
                  <a:cubicBezTo>
                    <a:pt x="22" y="146"/>
                    <a:pt x="22" y="162"/>
                    <a:pt x="38" y="162"/>
                  </a:cubicBezTo>
                  <a:cubicBezTo>
                    <a:pt x="55" y="179"/>
                    <a:pt x="71" y="195"/>
                    <a:pt x="104" y="195"/>
                  </a:cubicBezTo>
                  <a:cubicBezTo>
                    <a:pt x="114" y="199"/>
                    <a:pt x="124" y="201"/>
                    <a:pt x="134" y="201"/>
                  </a:cubicBezTo>
                  <a:cubicBezTo>
                    <a:pt x="175" y="201"/>
                    <a:pt x="211" y="166"/>
                    <a:pt x="228" y="113"/>
                  </a:cubicBezTo>
                  <a:cubicBezTo>
                    <a:pt x="228" y="92"/>
                    <a:pt x="207" y="59"/>
                    <a:pt x="191" y="42"/>
                  </a:cubicBezTo>
                  <a:cubicBezTo>
                    <a:pt x="174" y="26"/>
                    <a:pt x="158" y="9"/>
                    <a:pt x="125" y="9"/>
                  </a:cubicBezTo>
                  <a:cubicBezTo>
                    <a:pt x="118" y="3"/>
                    <a:pt x="111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1" name="Google Shape;16601;p41"/>
            <p:cNvSpPr/>
            <p:nvPr/>
          </p:nvSpPr>
          <p:spPr>
            <a:xfrm>
              <a:off x="4323300" y="31094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00" y="1"/>
                  </a:moveTo>
                  <a:cubicBezTo>
                    <a:pt x="55" y="1"/>
                    <a:pt x="15" y="47"/>
                    <a:pt x="1" y="90"/>
                  </a:cubicBezTo>
                  <a:lnTo>
                    <a:pt x="1" y="144"/>
                  </a:lnTo>
                  <a:cubicBezTo>
                    <a:pt x="17" y="144"/>
                    <a:pt x="17" y="160"/>
                    <a:pt x="17" y="160"/>
                  </a:cubicBezTo>
                  <a:cubicBezTo>
                    <a:pt x="34" y="193"/>
                    <a:pt x="67" y="210"/>
                    <a:pt x="87" y="210"/>
                  </a:cubicBezTo>
                  <a:cubicBezTo>
                    <a:pt x="120" y="210"/>
                    <a:pt x="137" y="210"/>
                    <a:pt x="170" y="193"/>
                  </a:cubicBezTo>
                  <a:cubicBezTo>
                    <a:pt x="191" y="177"/>
                    <a:pt x="207" y="144"/>
                    <a:pt x="207" y="127"/>
                  </a:cubicBezTo>
                  <a:cubicBezTo>
                    <a:pt x="207" y="90"/>
                    <a:pt x="207" y="74"/>
                    <a:pt x="191" y="41"/>
                  </a:cubicBezTo>
                  <a:cubicBezTo>
                    <a:pt x="170" y="24"/>
                    <a:pt x="153" y="4"/>
                    <a:pt x="120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2" name="Google Shape;16602;p41"/>
            <p:cNvSpPr/>
            <p:nvPr/>
          </p:nvSpPr>
          <p:spPr>
            <a:xfrm>
              <a:off x="4335775" y="311680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3" y="0"/>
                    <a:pt x="67" y="0"/>
                    <a:pt x="34" y="17"/>
                  </a:cubicBezTo>
                  <a:cubicBezTo>
                    <a:pt x="17" y="38"/>
                    <a:pt x="1" y="54"/>
                    <a:pt x="1" y="87"/>
                  </a:cubicBezTo>
                  <a:lnTo>
                    <a:pt x="1" y="141"/>
                  </a:lnTo>
                  <a:lnTo>
                    <a:pt x="17" y="157"/>
                  </a:lnTo>
                  <a:cubicBezTo>
                    <a:pt x="34" y="190"/>
                    <a:pt x="50" y="207"/>
                    <a:pt x="83" y="207"/>
                  </a:cubicBezTo>
                  <a:cubicBezTo>
                    <a:pt x="137" y="207"/>
                    <a:pt x="207" y="174"/>
                    <a:pt x="207" y="120"/>
                  </a:cubicBezTo>
                  <a:cubicBezTo>
                    <a:pt x="207" y="87"/>
                    <a:pt x="207" y="70"/>
                    <a:pt x="186" y="38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3" name="Google Shape;16603;p41"/>
            <p:cNvSpPr/>
            <p:nvPr/>
          </p:nvSpPr>
          <p:spPr>
            <a:xfrm>
              <a:off x="4296625" y="3115875"/>
              <a:ext cx="5675" cy="5275"/>
            </a:xfrm>
            <a:custGeom>
              <a:avLst/>
              <a:gdLst/>
              <a:ahLst/>
              <a:cxnLst/>
              <a:rect l="l" t="t" r="r" b="b"/>
              <a:pathLst>
                <a:path w="227" h="211" extrusionOk="0">
                  <a:moveTo>
                    <a:pt x="97" y="0"/>
                  </a:moveTo>
                  <a:cubicBezTo>
                    <a:pt x="54" y="0"/>
                    <a:pt x="17" y="33"/>
                    <a:pt x="0" y="91"/>
                  </a:cubicBezTo>
                  <a:cubicBezTo>
                    <a:pt x="0" y="107"/>
                    <a:pt x="0" y="124"/>
                    <a:pt x="21" y="140"/>
                  </a:cubicBezTo>
                  <a:cubicBezTo>
                    <a:pt x="21" y="140"/>
                    <a:pt x="21" y="157"/>
                    <a:pt x="37" y="157"/>
                  </a:cubicBezTo>
                  <a:cubicBezTo>
                    <a:pt x="37" y="178"/>
                    <a:pt x="70" y="194"/>
                    <a:pt x="103" y="211"/>
                  </a:cubicBezTo>
                  <a:cubicBezTo>
                    <a:pt x="157" y="211"/>
                    <a:pt x="206" y="178"/>
                    <a:pt x="206" y="107"/>
                  </a:cubicBezTo>
                  <a:cubicBezTo>
                    <a:pt x="227" y="91"/>
                    <a:pt x="206" y="54"/>
                    <a:pt x="190" y="37"/>
                  </a:cubicBezTo>
                  <a:cubicBezTo>
                    <a:pt x="173" y="21"/>
                    <a:pt x="157" y="4"/>
                    <a:pt x="124" y="4"/>
                  </a:cubicBezTo>
                  <a:cubicBezTo>
                    <a:pt x="115" y="2"/>
                    <a:pt x="10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4" name="Google Shape;16604;p41"/>
            <p:cNvSpPr/>
            <p:nvPr/>
          </p:nvSpPr>
          <p:spPr>
            <a:xfrm>
              <a:off x="4337025" y="31026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1"/>
                  </a:moveTo>
                  <a:cubicBezTo>
                    <a:pt x="70" y="1"/>
                    <a:pt x="17" y="34"/>
                    <a:pt x="17" y="87"/>
                  </a:cubicBezTo>
                  <a:cubicBezTo>
                    <a:pt x="0" y="104"/>
                    <a:pt x="17" y="137"/>
                    <a:pt x="17" y="137"/>
                  </a:cubicBezTo>
                  <a:cubicBezTo>
                    <a:pt x="17" y="153"/>
                    <a:pt x="17" y="153"/>
                    <a:pt x="33" y="170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2" y="210"/>
                    <a:pt x="121" y="211"/>
                    <a:pt x="130" y="211"/>
                  </a:cubicBezTo>
                  <a:cubicBezTo>
                    <a:pt x="173" y="211"/>
                    <a:pt x="209" y="178"/>
                    <a:pt x="223" y="120"/>
                  </a:cubicBezTo>
                  <a:cubicBezTo>
                    <a:pt x="223" y="104"/>
                    <a:pt x="223" y="67"/>
                    <a:pt x="206" y="50"/>
                  </a:cubicBezTo>
                  <a:cubicBezTo>
                    <a:pt x="190" y="17"/>
                    <a:pt x="157" y="17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5" name="Google Shape;16605;p41"/>
            <p:cNvSpPr/>
            <p:nvPr/>
          </p:nvSpPr>
          <p:spPr>
            <a:xfrm>
              <a:off x="4318575" y="3058700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11" y="1"/>
                  </a:moveTo>
                  <a:cubicBezTo>
                    <a:pt x="83" y="1"/>
                    <a:pt x="54" y="13"/>
                    <a:pt x="33" y="40"/>
                  </a:cubicBezTo>
                  <a:cubicBezTo>
                    <a:pt x="17" y="57"/>
                    <a:pt x="0" y="94"/>
                    <a:pt x="17" y="110"/>
                  </a:cubicBezTo>
                  <a:lnTo>
                    <a:pt x="17" y="143"/>
                  </a:lnTo>
                  <a:cubicBezTo>
                    <a:pt x="17" y="160"/>
                    <a:pt x="33" y="176"/>
                    <a:pt x="50" y="176"/>
                  </a:cubicBezTo>
                  <a:cubicBezTo>
                    <a:pt x="70" y="197"/>
                    <a:pt x="103" y="213"/>
                    <a:pt x="120" y="213"/>
                  </a:cubicBezTo>
                  <a:cubicBezTo>
                    <a:pt x="153" y="197"/>
                    <a:pt x="173" y="197"/>
                    <a:pt x="190" y="160"/>
                  </a:cubicBezTo>
                  <a:cubicBezTo>
                    <a:pt x="206" y="143"/>
                    <a:pt x="223" y="127"/>
                    <a:pt x="223" y="94"/>
                  </a:cubicBezTo>
                  <a:cubicBezTo>
                    <a:pt x="223" y="57"/>
                    <a:pt x="206" y="40"/>
                    <a:pt x="173" y="24"/>
                  </a:cubicBezTo>
                  <a:cubicBezTo>
                    <a:pt x="157" y="9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6" name="Google Shape;16606;p41"/>
            <p:cNvSpPr/>
            <p:nvPr/>
          </p:nvSpPr>
          <p:spPr>
            <a:xfrm>
              <a:off x="4332275" y="30545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0"/>
                  </a:moveTo>
                  <a:cubicBezTo>
                    <a:pt x="104" y="0"/>
                    <a:pt x="71" y="17"/>
                    <a:pt x="54" y="17"/>
                  </a:cubicBezTo>
                  <a:cubicBezTo>
                    <a:pt x="17" y="33"/>
                    <a:pt x="1" y="70"/>
                    <a:pt x="1" y="87"/>
                  </a:cubicBezTo>
                  <a:cubicBezTo>
                    <a:pt x="1" y="103"/>
                    <a:pt x="1" y="136"/>
                    <a:pt x="17" y="157"/>
                  </a:cubicBezTo>
                  <a:lnTo>
                    <a:pt x="17" y="173"/>
                  </a:lnTo>
                  <a:cubicBezTo>
                    <a:pt x="38" y="190"/>
                    <a:pt x="71" y="206"/>
                    <a:pt x="87" y="206"/>
                  </a:cubicBezTo>
                  <a:cubicBezTo>
                    <a:pt x="99" y="209"/>
                    <a:pt x="110" y="211"/>
                    <a:pt x="121" y="211"/>
                  </a:cubicBezTo>
                  <a:cubicBezTo>
                    <a:pt x="173" y="211"/>
                    <a:pt x="207" y="178"/>
                    <a:pt x="207" y="120"/>
                  </a:cubicBezTo>
                  <a:cubicBezTo>
                    <a:pt x="223" y="103"/>
                    <a:pt x="207" y="70"/>
                    <a:pt x="190" y="54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7" name="Google Shape;16607;p41"/>
            <p:cNvSpPr/>
            <p:nvPr/>
          </p:nvSpPr>
          <p:spPr>
            <a:xfrm>
              <a:off x="4303100" y="30763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9" y="0"/>
                  </a:moveTo>
                  <a:cubicBezTo>
                    <a:pt x="115" y="0"/>
                    <a:pt x="100" y="3"/>
                    <a:pt x="87" y="8"/>
                  </a:cubicBezTo>
                  <a:cubicBezTo>
                    <a:pt x="34" y="25"/>
                    <a:pt x="1" y="91"/>
                    <a:pt x="17" y="144"/>
                  </a:cubicBezTo>
                  <a:cubicBezTo>
                    <a:pt x="34" y="161"/>
                    <a:pt x="34" y="161"/>
                    <a:pt x="50" y="177"/>
                  </a:cubicBezTo>
                  <a:cubicBezTo>
                    <a:pt x="72" y="199"/>
                    <a:pt x="91" y="208"/>
                    <a:pt x="111" y="208"/>
                  </a:cubicBezTo>
                  <a:cubicBezTo>
                    <a:pt x="125" y="208"/>
                    <a:pt x="139" y="203"/>
                    <a:pt x="153" y="194"/>
                  </a:cubicBezTo>
                  <a:cubicBezTo>
                    <a:pt x="207" y="177"/>
                    <a:pt x="223" y="144"/>
                    <a:pt x="223" y="111"/>
                  </a:cubicBezTo>
                  <a:lnTo>
                    <a:pt x="223" y="58"/>
                  </a:lnTo>
                  <a:cubicBezTo>
                    <a:pt x="211" y="21"/>
                    <a:pt x="170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8" name="Google Shape;16608;p41"/>
            <p:cNvSpPr/>
            <p:nvPr/>
          </p:nvSpPr>
          <p:spPr>
            <a:xfrm>
              <a:off x="4303100" y="3089375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87" y="1"/>
                  </a:moveTo>
                  <a:cubicBezTo>
                    <a:pt x="71" y="17"/>
                    <a:pt x="34" y="17"/>
                    <a:pt x="17" y="50"/>
                  </a:cubicBezTo>
                  <a:cubicBezTo>
                    <a:pt x="1" y="67"/>
                    <a:pt x="1" y="83"/>
                    <a:pt x="1" y="120"/>
                  </a:cubicBezTo>
                  <a:lnTo>
                    <a:pt x="1" y="153"/>
                  </a:lnTo>
                  <a:cubicBezTo>
                    <a:pt x="17" y="153"/>
                    <a:pt x="17" y="170"/>
                    <a:pt x="34" y="186"/>
                  </a:cubicBezTo>
                  <a:cubicBezTo>
                    <a:pt x="58" y="203"/>
                    <a:pt x="85" y="212"/>
                    <a:pt x="111" y="212"/>
                  </a:cubicBezTo>
                  <a:cubicBezTo>
                    <a:pt x="141" y="212"/>
                    <a:pt x="170" y="199"/>
                    <a:pt x="190" y="170"/>
                  </a:cubicBezTo>
                  <a:cubicBezTo>
                    <a:pt x="207" y="153"/>
                    <a:pt x="207" y="120"/>
                    <a:pt x="207" y="104"/>
                  </a:cubicBezTo>
                  <a:cubicBezTo>
                    <a:pt x="207" y="67"/>
                    <a:pt x="190" y="50"/>
                    <a:pt x="174" y="34"/>
                  </a:cubicBezTo>
                  <a:cubicBezTo>
                    <a:pt x="153" y="17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9" name="Google Shape;16609;p41"/>
            <p:cNvSpPr/>
            <p:nvPr/>
          </p:nvSpPr>
          <p:spPr>
            <a:xfrm>
              <a:off x="4306500" y="306485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20" y="0"/>
                  </a:moveTo>
                  <a:cubicBezTo>
                    <a:pt x="71" y="0"/>
                    <a:pt x="17" y="33"/>
                    <a:pt x="1" y="87"/>
                  </a:cubicBezTo>
                  <a:cubicBezTo>
                    <a:pt x="1" y="104"/>
                    <a:pt x="1" y="137"/>
                    <a:pt x="17" y="157"/>
                  </a:cubicBezTo>
                  <a:lnTo>
                    <a:pt x="17" y="174"/>
                  </a:lnTo>
                  <a:cubicBezTo>
                    <a:pt x="38" y="190"/>
                    <a:pt x="71" y="207"/>
                    <a:pt x="87" y="207"/>
                  </a:cubicBezTo>
                  <a:cubicBezTo>
                    <a:pt x="97" y="211"/>
                    <a:pt x="107" y="213"/>
                    <a:pt x="117" y="213"/>
                  </a:cubicBezTo>
                  <a:cubicBezTo>
                    <a:pt x="140" y="213"/>
                    <a:pt x="162" y="202"/>
                    <a:pt x="174" y="190"/>
                  </a:cubicBezTo>
                  <a:cubicBezTo>
                    <a:pt x="191" y="174"/>
                    <a:pt x="207" y="157"/>
                    <a:pt x="207" y="120"/>
                  </a:cubicBezTo>
                  <a:cubicBezTo>
                    <a:pt x="223" y="104"/>
                    <a:pt x="207" y="71"/>
                    <a:pt x="191" y="54"/>
                  </a:cubicBezTo>
                  <a:cubicBezTo>
                    <a:pt x="174" y="33"/>
                    <a:pt x="158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0" name="Google Shape;16610;p41"/>
            <p:cNvSpPr/>
            <p:nvPr/>
          </p:nvSpPr>
          <p:spPr>
            <a:xfrm>
              <a:off x="4247650" y="3111900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97" y="0"/>
                  </a:moveTo>
                  <a:cubicBezTo>
                    <a:pt x="76" y="0"/>
                    <a:pt x="61" y="13"/>
                    <a:pt x="38" y="27"/>
                  </a:cubicBezTo>
                  <a:cubicBezTo>
                    <a:pt x="21" y="44"/>
                    <a:pt x="1" y="60"/>
                    <a:pt x="1" y="93"/>
                  </a:cubicBezTo>
                  <a:lnTo>
                    <a:pt x="1" y="147"/>
                  </a:lnTo>
                  <a:lnTo>
                    <a:pt x="21" y="163"/>
                  </a:lnTo>
                  <a:cubicBezTo>
                    <a:pt x="38" y="196"/>
                    <a:pt x="54" y="196"/>
                    <a:pt x="87" y="213"/>
                  </a:cubicBezTo>
                  <a:cubicBezTo>
                    <a:pt x="141" y="213"/>
                    <a:pt x="207" y="180"/>
                    <a:pt x="207" y="130"/>
                  </a:cubicBezTo>
                  <a:cubicBezTo>
                    <a:pt x="207" y="93"/>
                    <a:pt x="207" y="60"/>
                    <a:pt x="190" y="44"/>
                  </a:cubicBezTo>
                  <a:cubicBezTo>
                    <a:pt x="174" y="27"/>
                    <a:pt x="157" y="7"/>
                    <a:pt x="124" y="7"/>
                  </a:cubicBezTo>
                  <a:cubicBezTo>
                    <a:pt x="114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1" name="Google Shape;16611;p41"/>
            <p:cNvSpPr/>
            <p:nvPr/>
          </p:nvSpPr>
          <p:spPr>
            <a:xfrm>
              <a:off x="4300950" y="31029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93" y="1"/>
                  </a:moveTo>
                  <a:cubicBezTo>
                    <a:pt x="48" y="1"/>
                    <a:pt x="0" y="33"/>
                    <a:pt x="0" y="92"/>
                  </a:cubicBezTo>
                  <a:lnTo>
                    <a:pt x="0" y="141"/>
                  </a:lnTo>
                  <a:lnTo>
                    <a:pt x="17" y="158"/>
                  </a:lnTo>
                  <a:cubicBezTo>
                    <a:pt x="33" y="178"/>
                    <a:pt x="54" y="195"/>
                    <a:pt x="87" y="211"/>
                  </a:cubicBezTo>
                  <a:cubicBezTo>
                    <a:pt x="120" y="211"/>
                    <a:pt x="136" y="195"/>
                    <a:pt x="173" y="178"/>
                  </a:cubicBezTo>
                  <a:cubicBezTo>
                    <a:pt x="190" y="178"/>
                    <a:pt x="206" y="141"/>
                    <a:pt x="206" y="125"/>
                  </a:cubicBezTo>
                  <a:cubicBezTo>
                    <a:pt x="223" y="55"/>
                    <a:pt x="17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2" name="Google Shape;16612;p41"/>
            <p:cNvSpPr/>
            <p:nvPr/>
          </p:nvSpPr>
          <p:spPr>
            <a:xfrm>
              <a:off x="4310025" y="31155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7" y="0"/>
                  </a:moveTo>
                  <a:cubicBezTo>
                    <a:pt x="71" y="0"/>
                    <a:pt x="37" y="15"/>
                    <a:pt x="17" y="35"/>
                  </a:cubicBezTo>
                  <a:cubicBezTo>
                    <a:pt x="0" y="51"/>
                    <a:pt x="0" y="89"/>
                    <a:pt x="0" y="121"/>
                  </a:cubicBezTo>
                  <a:lnTo>
                    <a:pt x="0" y="138"/>
                  </a:lnTo>
                  <a:cubicBezTo>
                    <a:pt x="0" y="154"/>
                    <a:pt x="17" y="171"/>
                    <a:pt x="33" y="192"/>
                  </a:cubicBezTo>
                  <a:cubicBezTo>
                    <a:pt x="52" y="204"/>
                    <a:pt x="71" y="209"/>
                    <a:pt x="90" y="209"/>
                  </a:cubicBezTo>
                  <a:cubicBezTo>
                    <a:pt x="122" y="209"/>
                    <a:pt x="155" y="194"/>
                    <a:pt x="186" y="171"/>
                  </a:cubicBezTo>
                  <a:cubicBezTo>
                    <a:pt x="206" y="138"/>
                    <a:pt x="206" y="121"/>
                    <a:pt x="206" y="89"/>
                  </a:cubicBezTo>
                  <a:cubicBezTo>
                    <a:pt x="206" y="68"/>
                    <a:pt x="186" y="35"/>
                    <a:pt x="169" y="18"/>
                  </a:cubicBezTo>
                  <a:cubicBezTo>
                    <a:pt x="150" y="6"/>
                    <a:pt x="128" y="0"/>
                    <a:pt x="1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3" name="Google Shape;16613;p41"/>
            <p:cNvSpPr/>
            <p:nvPr/>
          </p:nvSpPr>
          <p:spPr>
            <a:xfrm>
              <a:off x="4315175" y="30863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24"/>
                    <a:pt x="17" y="140"/>
                  </a:cubicBezTo>
                  <a:cubicBezTo>
                    <a:pt x="17" y="173"/>
                    <a:pt x="50" y="206"/>
                    <a:pt x="83" y="206"/>
                  </a:cubicBezTo>
                  <a:cubicBezTo>
                    <a:pt x="93" y="209"/>
                    <a:pt x="103" y="211"/>
                    <a:pt x="113" y="211"/>
                  </a:cubicBezTo>
                  <a:cubicBezTo>
                    <a:pt x="168" y="211"/>
                    <a:pt x="206" y="166"/>
                    <a:pt x="206" y="124"/>
                  </a:cubicBezTo>
                  <a:cubicBezTo>
                    <a:pt x="223" y="103"/>
                    <a:pt x="206" y="70"/>
                    <a:pt x="186" y="54"/>
                  </a:cubicBezTo>
                  <a:cubicBezTo>
                    <a:pt x="169" y="21"/>
                    <a:pt x="153" y="2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4" name="Google Shape;16614;p41"/>
            <p:cNvSpPr/>
            <p:nvPr/>
          </p:nvSpPr>
          <p:spPr>
            <a:xfrm>
              <a:off x="4313425" y="31013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20" y="1"/>
                  </a:moveTo>
                  <a:cubicBezTo>
                    <a:pt x="70" y="1"/>
                    <a:pt x="0" y="38"/>
                    <a:pt x="0" y="88"/>
                  </a:cubicBezTo>
                  <a:lnTo>
                    <a:pt x="0" y="141"/>
                  </a:lnTo>
                  <a:cubicBezTo>
                    <a:pt x="0" y="158"/>
                    <a:pt x="17" y="158"/>
                    <a:pt x="17" y="174"/>
                  </a:cubicBezTo>
                  <a:cubicBezTo>
                    <a:pt x="33" y="191"/>
                    <a:pt x="50" y="207"/>
                    <a:pt x="87" y="207"/>
                  </a:cubicBezTo>
                  <a:cubicBezTo>
                    <a:pt x="96" y="212"/>
                    <a:pt x="105" y="214"/>
                    <a:pt x="112" y="214"/>
                  </a:cubicBezTo>
                  <a:cubicBezTo>
                    <a:pt x="131" y="214"/>
                    <a:pt x="147" y="202"/>
                    <a:pt x="173" y="191"/>
                  </a:cubicBezTo>
                  <a:cubicBezTo>
                    <a:pt x="190" y="174"/>
                    <a:pt x="206" y="158"/>
                    <a:pt x="206" y="121"/>
                  </a:cubicBezTo>
                  <a:cubicBezTo>
                    <a:pt x="206" y="104"/>
                    <a:pt x="206" y="71"/>
                    <a:pt x="190" y="55"/>
                  </a:cubicBezTo>
                  <a:cubicBezTo>
                    <a:pt x="173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5" name="Google Shape;16615;p41"/>
            <p:cNvSpPr/>
            <p:nvPr/>
          </p:nvSpPr>
          <p:spPr>
            <a:xfrm>
              <a:off x="4291050" y="3237800"/>
              <a:ext cx="5600" cy="5450"/>
            </a:xfrm>
            <a:custGeom>
              <a:avLst/>
              <a:gdLst/>
              <a:ahLst/>
              <a:cxnLst/>
              <a:rect l="l" t="t" r="r" b="b"/>
              <a:pathLst>
                <a:path w="224" h="218" extrusionOk="0">
                  <a:moveTo>
                    <a:pt x="115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17" y="42"/>
                    <a:pt x="0" y="91"/>
                    <a:pt x="17" y="145"/>
                  </a:cubicBezTo>
                  <a:cubicBezTo>
                    <a:pt x="17" y="161"/>
                    <a:pt x="38" y="178"/>
                    <a:pt x="54" y="178"/>
                  </a:cubicBezTo>
                  <a:cubicBezTo>
                    <a:pt x="66" y="202"/>
                    <a:pt x="96" y="217"/>
                    <a:pt x="125" y="217"/>
                  </a:cubicBezTo>
                  <a:cubicBezTo>
                    <a:pt x="136" y="217"/>
                    <a:pt x="147" y="215"/>
                    <a:pt x="157" y="211"/>
                  </a:cubicBezTo>
                  <a:cubicBezTo>
                    <a:pt x="190" y="194"/>
                    <a:pt x="223" y="161"/>
                    <a:pt x="223" y="124"/>
                  </a:cubicBezTo>
                  <a:cubicBezTo>
                    <a:pt x="223" y="108"/>
                    <a:pt x="223" y="91"/>
                    <a:pt x="207" y="75"/>
                  </a:cubicBezTo>
                  <a:cubicBezTo>
                    <a:pt x="193" y="31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6" name="Google Shape;16616;p41"/>
            <p:cNvSpPr/>
            <p:nvPr/>
          </p:nvSpPr>
          <p:spPr>
            <a:xfrm>
              <a:off x="4144175" y="3202525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12" y="0"/>
                  </a:moveTo>
                  <a:cubicBezTo>
                    <a:pt x="84" y="0"/>
                    <a:pt x="55" y="14"/>
                    <a:pt x="37" y="43"/>
                  </a:cubicBezTo>
                  <a:cubicBezTo>
                    <a:pt x="17" y="59"/>
                    <a:pt x="0" y="92"/>
                    <a:pt x="0" y="113"/>
                  </a:cubicBezTo>
                  <a:cubicBezTo>
                    <a:pt x="0" y="129"/>
                    <a:pt x="0" y="129"/>
                    <a:pt x="17" y="146"/>
                  </a:cubicBezTo>
                  <a:cubicBezTo>
                    <a:pt x="17" y="162"/>
                    <a:pt x="37" y="179"/>
                    <a:pt x="54" y="179"/>
                  </a:cubicBezTo>
                  <a:cubicBezTo>
                    <a:pt x="69" y="196"/>
                    <a:pt x="91" y="205"/>
                    <a:pt x="115" y="205"/>
                  </a:cubicBezTo>
                  <a:cubicBezTo>
                    <a:pt x="143" y="205"/>
                    <a:pt x="172" y="192"/>
                    <a:pt x="190" y="162"/>
                  </a:cubicBezTo>
                  <a:cubicBezTo>
                    <a:pt x="223" y="129"/>
                    <a:pt x="223" y="59"/>
                    <a:pt x="173" y="26"/>
                  </a:cubicBezTo>
                  <a:cubicBezTo>
                    <a:pt x="158" y="10"/>
                    <a:pt x="136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7" name="Google Shape;16617;p41"/>
            <p:cNvSpPr/>
            <p:nvPr/>
          </p:nvSpPr>
          <p:spPr>
            <a:xfrm>
              <a:off x="4133850" y="3190375"/>
              <a:ext cx="6125" cy="5250"/>
            </a:xfrm>
            <a:custGeom>
              <a:avLst/>
              <a:gdLst/>
              <a:ahLst/>
              <a:cxnLst/>
              <a:rect l="l" t="t" r="r" b="b"/>
              <a:pathLst>
                <a:path w="245" h="210" extrusionOk="0">
                  <a:moveTo>
                    <a:pt x="134" y="0"/>
                  </a:moveTo>
                  <a:cubicBezTo>
                    <a:pt x="118" y="0"/>
                    <a:pt x="103" y="4"/>
                    <a:pt x="88" y="14"/>
                  </a:cubicBezTo>
                  <a:cubicBezTo>
                    <a:pt x="38" y="30"/>
                    <a:pt x="1" y="84"/>
                    <a:pt x="38" y="133"/>
                  </a:cubicBezTo>
                  <a:cubicBezTo>
                    <a:pt x="51" y="187"/>
                    <a:pt x="83" y="209"/>
                    <a:pt x="121" y="209"/>
                  </a:cubicBezTo>
                  <a:cubicBezTo>
                    <a:pt x="133" y="209"/>
                    <a:pt x="145" y="207"/>
                    <a:pt x="158" y="203"/>
                  </a:cubicBezTo>
                  <a:cubicBezTo>
                    <a:pt x="224" y="187"/>
                    <a:pt x="244" y="117"/>
                    <a:pt x="224" y="63"/>
                  </a:cubicBezTo>
                  <a:cubicBezTo>
                    <a:pt x="212" y="27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8" name="Google Shape;16618;p41"/>
            <p:cNvSpPr/>
            <p:nvPr/>
          </p:nvSpPr>
          <p:spPr>
            <a:xfrm>
              <a:off x="4157975" y="31984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104" y="1"/>
                    <a:pt x="67" y="1"/>
                    <a:pt x="50" y="17"/>
                  </a:cubicBezTo>
                  <a:cubicBezTo>
                    <a:pt x="34" y="34"/>
                    <a:pt x="17" y="50"/>
                    <a:pt x="17" y="87"/>
                  </a:cubicBezTo>
                  <a:cubicBezTo>
                    <a:pt x="1" y="104"/>
                    <a:pt x="1" y="120"/>
                    <a:pt x="17" y="137"/>
                  </a:cubicBezTo>
                  <a:cubicBezTo>
                    <a:pt x="17" y="153"/>
                    <a:pt x="17" y="153"/>
                    <a:pt x="34" y="153"/>
                  </a:cubicBezTo>
                  <a:cubicBezTo>
                    <a:pt x="50" y="190"/>
                    <a:pt x="67" y="207"/>
                    <a:pt x="104" y="207"/>
                  </a:cubicBezTo>
                  <a:cubicBezTo>
                    <a:pt x="153" y="207"/>
                    <a:pt x="207" y="174"/>
                    <a:pt x="223" y="120"/>
                  </a:cubicBezTo>
                  <a:cubicBezTo>
                    <a:pt x="223" y="87"/>
                    <a:pt x="207" y="71"/>
                    <a:pt x="186" y="34"/>
                  </a:cubicBezTo>
                  <a:cubicBezTo>
                    <a:pt x="186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9" name="Google Shape;16619;p41"/>
            <p:cNvSpPr/>
            <p:nvPr/>
          </p:nvSpPr>
          <p:spPr>
            <a:xfrm>
              <a:off x="4105100" y="32186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6" y="0"/>
                  </a:moveTo>
                  <a:cubicBezTo>
                    <a:pt x="91" y="0"/>
                    <a:pt x="57" y="14"/>
                    <a:pt x="34" y="35"/>
                  </a:cubicBezTo>
                  <a:cubicBezTo>
                    <a:pt x="17" y="51"/>
                    <a:pt x="1" y="88"/>
                    <a:pt x="17" y="121"/>
                  </a:cubicBezTo>
                  <a:lnTo>
                    <a:pt x="17" y="138"/>
                  </a:lnTo>
                  <a:cubicBezTo>
                    <a:pt x="17" y="154"/>
                    <a:pt x="34" y="171"/>
                    <a:pt x="54" y="191"/>
                  </a:cubicBezTo>
                  <a:cubicBezTo>
                    <a:pt x="71" y="208"/>
                    <a:pt x="104" y="208"/>
                    <a:pt x="120" y="208"/>
                  </a:cubicBezTo>
                  <a:cubicBezTo>
                    <a:pt x="157" y="208"/>
                    <a:pt x="174" y="191"/>
                    <a:pt x="190" y="171"/>
                  </a:cubicBezTo>
                  <a:cubicBezTo>
                    <a:pt x="223" y="138"/>
                    <a:pt x="223" y="121"/>
                    <a:pt x="223" y="88"/>
                  </a:cubicBezTo>
                  <a:cubicBezTo>
                    <a:pt x="223" y="68"/>
                    <a:pt x="207" y="35"/>
                    <a:pt x="190" y="18"/>
                  </a:cubicBezTo>
                  <a:cubicBezTo>
                    <a:pt x="170" y="6"/>
                    <a:pt x="148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0" name="Google Shape;16620;p41"/>
            <p:cNvSpPr/>
            <p:nvPr/>
          </p:nvSpPr>
          <p:spPr>
            <a:xfrm>
              <a:off x="4139425" y="3230725"/>
              <a:ext cx="5700" cy="5225"/>
            </a:xfrm>
            <a:custGeom>
              <a:avLst/>
              <a:gdLst/>
              <a:ahLst/>
              <a:cxnLst/>
              <a:rect l="l" t="t" r="r" b="b"/>
              <a:pathLst>
                <a:path w="228" h="209" extrusionOk="0">
                  <a:moveTo>
                    <a:pt x="118" y="1"/>
                  </a:moveTo>
                  <a:cubicBezTo>
                    <a:pt x="102" y="1"/>
                    <a:pt x="86" y="5"/>
                    <a:pt x="71" y="16"/>
                  </a:cubicBezTo>
                  <a:cubicBezTo>
                    <a:pt x="21" y="32"/>
                    <a:pt x="1" y="82"/>
                    <a:pt x="21" y="135"/>
                  </a:cubicBezTo>
                  <a:cubicBezTo>
                    <a:pt x="34" y="185"/>
                    <a:pt x="74" y="209"/>
                    <a:pt x="116" y="209"/>
                  </a:cubicBezTo>
                  <a:cubicBezTo>
                    <a:pt x="130" y="209"/>
                    <a:pt x="144" y="206"/>
                    <a:pt x="157" y="201"/>
                  </a:cubicBezTo>
                  <a:cubicBezTo>
                    <a:pt x="207" y="185"/>
                    <a:pt x="227" y="119"/>
                    <a:pt x="207" y="65"/>
                  </a:cubicBezTo>
                  <a:cubicBezTo>
                    <a:pt x="195" y="30"/>
                    <a:pt x="158" y="1"/>
                    <a:pt x="1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1" name="Google Shape;16621;p41"/>
            <p:cNvSpPr/>
            <p:nvPr/>
          </p:nvSpPr>
          <p:spPr>
            <a:xfrm>
              <a:off x="4156650" y="321245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6" y="1"/>
                  </a:moveTo>
                  <a:cubicBezTo>
                    <a:pt x="54" y="1"/>
                    <a:pt x="14" y="36"/>
                    <a:pt x="0" y="91"/>
                  </a:cubicBezTo>
                  <a:cubicBezTo>
                    <a:pt x="0" y="91"/>
                    <a:pt x="0" y="108"/>
                    <a:pt x="17" y="128"/>
                  </a:cubicBezTo>
                  <a:lnTo>
                    <a:pt x="17" y="145"/>
                  </a:lnTo>
                  <a:cubicBezTo>
                    <a:pt x="17" y="145"/>
                    <a:pt x="17" y="161"/>
                    <a:pt x="33" y="161"/>
                  </a:cubicBezTo>
                  <a:cubicBezTo>
                    <a:pt x="54" y="194"/>
                    <a:pt x="70" y="194"/>
                    <a:pt x="103" y="211"/>
                  </a:cubicBezTo>
                  <a:cubicBezTo>
                    <a:pt x="120" y="211"/>
                    <a:pt x="157" y="194"/>
                    <a:pt x="173" y="194"/>
                  </a:cubicBezTo>
                  <a:cubicBezTo>
                    <a:pt x="190" y="178"/>
                    <a:pt x="206" y="145"/>
                    <a:pt x="223" y="128"/>
                  </a:cubicBezTo>
                  <a:cubicBezTo>
                    <a:pt x="223" y="91"/>
                    <a:pt x="206" y="75"/>
                    <a:pt x="206" y="58"/>
                  </a:cubicBezTo>
                  <a:cubicBezTo>
                    <a:pt x="190" y="25"/>
                    <a:pt x="157" y="5"/>
                    <a:pt x="120" y="5"/>
                  </a:cubicBezTo>
                  <a:cubicBezTo>
                    <a:pt x="112" y="2"/>
                    <a:pt x="104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2" name="Google Shape;16622;p41"/>
            <p:cNvSpPr/>
            <p:nvPr/>
          </p:nvSpPr>
          <p:spPr>
            <a:xfrm>
              <a:off x="4155825" y="32262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9" y="1"/>
                  </a:moveTo>
                  <a:cubicBezTo>
                    <a:pt x="54" y="1"/>
                    <a:pt x="14" y="44"/>
                    <a:pt x="0" y="91"/>
                  </a:cubicBezTo>
                  <a:cubicBezTo>
                    <a:pt x="0" y="107"/>
                    <a:pt x="0" y="124"/>
                    <a:pt x="17" y="140"/>
                  </a:cubicBezTo>
                  <a:lnTo>
                    <a:pt x="17" y="157"/>
                  </a:lnTo>
                  <a:cubicBezTo>
                    <a:pt x="33" y="194"/>
                    <a:pt x="66" y="194"/>
                    <a:pt x="87" y="210"/>
                  </a:cubicBezTo>
                  <a:cubicBezTo>
                    <a:pt x="153" y="210"/>
                    <a:pt x="206" y="173"/>
                    <a:pt x="206" y="124"/>
                  </a:cubicBezTo>
                  <a:cubicBezTo>
                    <a:pt x="223" y="91"/>
                    <a:pt x="206" y="54"/>
                    <a:pt x="190" y="37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3" y="2"/>
                    <a:pt x="106" y="1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3" name="Google Shape;16623;p41"/>
            <p:cNvSpPr/>
            <p:nvPr/>
          </p:nvSpPr>
          <p:spPr>
            <a:xfrm>
              <a:off x="4020900" y="3041575"/>
              <a:ext cx="5700" cy="5250"/>
            </a:xfrm>
            <a:custGeom>
              <a:avLst/>
              <a:gdLst/>
              <a:ahLst/>
              <a:cxnLst/>
              <a:rect l="l" t="t" r="r" b="b"/>
              <a:pathLst>
                <a:path w="228" h="210" extrusionOk="0">
                  <a:moveTo>
                    <a:pt x="103" y="1"/>
                  </a:moveTo>
                  <a:cubicBezTo>
                    <a:pt x="58" y="1"/>
                    <a:pt x="18" y="44"/>
                    <a:pt x="0" y="90"/>
                  </a:cubicBezTo>
                  <a:cubicBezTo>
                    <a:pt x="0" y="107"/>
                    <a:pt x="0" y="123"/>
                    <a:pt x="21" y="140"/>
                  </a:cubicBezTo>
                  <a:cubicBezTo>
                    <a:pt x="37" y="177"/>
                    <a:pt x="54" y="210"/>
                    <a:pt x="103" y="210"/>
                  </a:cubicBezTo>
                  <a:cubicBezTo>
                    <a:pt x="157" y="210"/>
                    <a:pt x="206" y="177"/>
                    <a:pt x="227" y="123"/>
                  </a:cubicBezTo>
                  <a:cubicBezTo>
                    <a:pt x="227" y="90"/>
                    <a:pt x="206" y="74"/>
                    <a:pt x="190" y="37"/>
                  </a:cubicBezTo>
                  <a:cubicBezTo>
                    <a:pt x="173" y="20"/>
                    <a:pt x="157" y="4"/>
                    <a:pt x="124" y="4"/>
                  </a:cubicBezTo>
                  <a:cubicBezTo>
                    <a:pt x="117" y="2"/>
                    <a:pt x="110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4" name="Google Shape;16624;p41"/>
            <p:cNvSpPr/>
            <p:nvPr/>
          </p:nvSpPr>
          <p:spPr>
            <a:xfrm>
              <a:off x="4147150" y="3188850"/>
              <a:ext cx="5700" cy="4975"/>
            </a:xfrm>
            <a:custGeom>
              <a:avLst/>
              <a:gdLst/>
              <a:ahLst/>
              <a:cxnLst/>
              <a:rect l="l" t="t" r="r" b="b"/>
              <a:pathLst>
                <a:path w="228" h="199" extrusionOk="0">
                  <a:moveTo>
                    <a:pt x="98" y="0"/>
                  </a:moveTo>
                  <a:cubicBezTo>
                    <a:pt x="55" y="0"/>
                    <a:pt x="18" y="33"/>
                    <a:pt x="1" y="91"/>
                  </a:cubicBezTo>
                  <a:cubicBezTo>
                    <a:pt x="1" y="108"/>
                    <a:pt x="1" y="124"/>
                    <a:pt x="21" y="145"/>
                  </a:cubicBezTo>
                  <a:lnTo>
                    <a:pt x="21" y="161"/>
                  </a:lnTo>
                  <a:cubicBezTo>
                    <a:pt x="38" y="178"/>
                    <a:pt x="71" y="194"/>
                    <a:pt x="87" y="194"/>
                  </a:cubicBezTo>
                  <a:cubicBezTo>
                    <a:pt x="99" y="197"/>
                    <a:pt x="111" y="198"/>
                    <a:pt x="121" y="198"/>
                  </a:cubicBezTo>
                  <a:cubicBezTo>
                    <a:pt x="173" y="198"/>
                    <a:pt x="207" y="166"/>
                    <a:pt x="207" y="108"/>
                  </a:cubicBezTo>
                  <a:cubicBezTo>
                    <a:pt x="228" y="91"/>
                    <a:pt x="207" y="58"/>
                    <a:pt x="190" y="42"/>
                  </a:cubicBezTo>
                  <a:cubicBezTo>
                    <a:pt x="174" y="21"/>
                    <a:pt x="158" y="4"/>
                    <a:pt x="125" y="4"/>
                  </a:cubicBezTo>
                  <a:cubicBezTo>
                    <a:pt x="115" y="2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5" name="Google Shape;16625;p41"/>
            <p:cNvSpPr/>
            <p:nvPr/>
          </p:nvSpPr>
          <p:spPr>
            <a:xfrm>
              <a:off x="4143350" y="321915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14" y="0"/>
                  </a:moveTo>
                  <a:cubicBezTo>
                    <a:pt x="103" y="0"/>
                    <a:pt x="95" y="5"/>
                    <a:pt x="87" y="13"/>
                  </a:cubicBezTo>
                  <a:cubicBezTo>
                    <a:pt x="50" y="13"/>
                    <a:pt x="33" y="29"/>
                    <a:pt x="17" y="46"/>
                  </a:cubicBezTo>
                  <a:cubicBezTo>
                    <a:pt x="17" y="83"/>
                    <a:pt x="0" y="116"/>
                    <a:pt x="17" y="149"/>
                  </a:cubicBezTo>
                  <a:cubicBezTo>
                    <a:pt x="29" y="189"/>
                    <a:pt x="72" y="209"/>
                    <a:pt x="114" y="209"/>
                  </a:cubicBezTo>
                  <a:cubicBezTo>
                    <a:pt x="127" y="209"/>
                    <a:pt x="141" y="207"/>
                    <a:pt x="153" y="202"/>
                  </a:cubicBezTo>
                  <a:cubicBezTo>
                    <a:pt x="206" y="186"/>
                    <a:pt x="239" y="116"/>
                    <a:pt x="206" y="66"/>
                  </a:cubicBezTo>
                  <a:cubicBezTo>
                    <a:pt x="206" y="29"/>
                    <a:pt x="173" y="13"/>
                    <a:pt x="153" y="13"/>
                  </a:cubicBezTo>
                  <a:cubicBezTo>
                    <a:pt x="136" y="5"/>
                    <a:pt x="12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6" name="Google Shape;16626;p41"/>
            <p:cNvSpPr/>
            <p:nvPr/>
          </p:nvSpPr>
          <p:spPr>
            <a:xfrm>
              <a:off x="4111600" y="317680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4" y="0"/>
                  </a:moveTo>
                  <a:cubicBezTo>
                    <a:pt x="111" y="0"/>
                    <a:pt x="97" y="3"/>
                    <a:pt x="83" y="8"/>
                  </a:cubicBezTo>
                  <a:cubicBezTo>
                    <a:pt x="33" y="25"/>
                    <a:pt x="0" y="91"/>
                    <a:pt x="17" y="144"/>
                  </a:cubicBezTo>
                  <a:cubicBezTo>
                    <a:pt x="41" y="181"/>
                    <a:pt x="77" y="202"/>
                    <a:pt x="114" y="202"/>
                  </a:cubicBezTo>
                  <a:cubicBezTo>
                    <a:pt x="127" y="202"/>
                    <a:pt x="140" y="199"/>
                    <a:pt x="153" y="194"/>
                  </a:cubicBezTo>
                  <a:cubicBezTo>
                    <a:pt x="207" y="177"/>
                    <a:pt x="240" y="128"/>
                    <a:pt x="223" y="58"/>
                  </a:cubicBezTo>
                  <a:cubicBezTo>
                    <a:pt x="196" y="21"/>
                    <a:pt x="161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7" name="Google Shape;16627;p41"/>
            <p:cNvSpPr/>
            <p:nvPr/>
          </p:nvSpPr>
          <p:spPr>
            <a:xfrm>
              <a:off x="4109425" y="3189625"/>
              <a:ext cx="5600" cy="5150"/>
            </a:xfrm>
            <a:custGeom>
              <a:avLst/>
              <a:gdLst/>
              <a:ahLst/>
              <a:cxnLst/>
              <a:rect l="l" t="t" r="r" b="b"/>
              <a:pathLst>
                <a:path w="224" h="206" extrusionOk="0">
                  <a:moveTo>
                    <a:pt x="112" y="1"/>
                  </a:moveTo>
                  <a:cubicBezTo>
                    <a:pt x="81" y="1"/>
                    <a:pt x="52" y="14"/>
                    <a:pt x="34" y="44"/>
                  </a:cubicBezTo>
                  <a:cubicBezTo>
                    <a:pt x="17" y="60"/>
                    <a:pt x="1" y="93"/>
                    <a:pt x="17" y="114"/>
                  </a:cubicBezTo>
                  <a:lnTo>
                    <a:pt x="17" y="147"/>
                  </a:lnTo>
                  <a:cubicBezTo>
                    <a:pt x="17" y="163"/>
                    <a:pt x="34" y="180"/>
                    <a:pt x="50" y="180"/>
                  </a:cubicBezTo>
                  <a:cubicBezTo>
                    <a:pt x="67" y="196"/>
                    <a:pt x="90" y="206"/>
                    <a:pt x="113" y="206"/>
                  </a:cubicBezTo>
                  <a:cubicBezTo>
                    <a:pt x="141" y="206"/>
                    <a:pt x="170" y="192"/>
                    <a:pt x="191" y="163"/>
                  </a:cubicBezTo>
                  <a:cubicBezTo>
                    <a:pt x="207" y="147"/>
                    <a:pt x="224" y="130"/>
                    <a:pt x="224" y="93"/>
                  </a:cubicBezTo>
                  <a:cubicBezTo>
                    <a:pt x="224" y="60"/>
                    <a:pt x="207" y="44"/>
                    <a:pt x="191" y="27"/>
                  </a:cubicBezTo>
                  <a:cubicBezTo>
                    <a:pt x="166" y="10"/>
                    <a:pt x="138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8" name="Google Shape;16628;p41"/>
            <p:cNvSpPr/>
            <p:nvPr/>
          </p:nvSpPr>
          <p:spPr>
            <a:xfrm>
              <a:off x="4109425" y="32040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0" y="0"/>
                  </a:moveTo>
                  <a:cubicBezTo>
                    <a:pt x="67" y="0"/>
                    <a:pt x="17" y="17"/>
                    <a:pt x="1" y="70"/>
                  </a:cubicBezTo>
                  <a:lnTo>
                    <a:pt x="1" y="87"/>
                  </a:lnTo>
                  <a:lnTo>
                    <a:pt x="1" y="136"/>
                  </a:lnTo>
                  <a:cubicBezTo>
                    <a:pt x="17" y="174"/>
                    <a:pt x="34" y="190"/>
                    <a:pt x="50" y="207"/>
                  </a:cubicBezTo>
                  <a:lnTo>
                    <a:pt x="87" y="207"/>
                  </a:lnTo>
                  <a:cubicBezTo>
                    <a:pt x="94" y="209"/>
                    <a:pt x="101" y="210"/>
                    <a:pt x="107" y="210"/>
                  </a:cubicBezTo>
                  <a:cubicBezTo>
                    <a:pt x="151" y="210"/>
                    <a:pt x="193" y="166"/>
                    <a:pt x="207" y="120"/>
                  </a:cubicBezTo>
                  <a:cubicBezTo>
                    <a:pt x="207" y="87"/>
                    <a:pt x="207" y="70"/>
                    <a:pt x="191" y="54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9" name="Google Shape;16629;p41"/>
            <p:cNvSpPr/>
            <p:nvPr/>
          </p:nvSpPr>
          <p:spPr>
            <a:xfrm>
              <a:off x="4118825" y="3214550"/>
              <a:ext cx="5675" cy="5350"/>
            </a:xfrm>
            <a:custGeom>
              <a:avLst/>
              <a:gdLst/>
              <a:ahLst/>
              <a:cxnLst/>
              <a:rect l="l" t="t" r="r" b="b"/>
              <a:pathLst>
                <a:path w="227" h="214" extrusionOk="0">
                  <a:moveTo>
                    <a:pt x="103" y="0"/>
                  </a:moveTo>
                  <a:cubicBezTo>
                    <a:pt x="85" y="0"/>
                    <a:pt x="65" y="12"/>
                    <a:pt x="54" y="24"/>
                  </a:cubicBezTo>
                  <a:cubicBezTo>
                    <a:pt x="21" y="44"/>
                    <a:pt x="21" y="61"/>
                    <a:pt x="0" y="94"/>
                  </a:cubicBezTo>
                  <a:cubicBezTo>
                    <a:pt x="0" y="110"/>
                    <a:pt x="0" y="127"/>
                    <a:pt x="21" y="147"/>
                  </a:cubicBezTo>
                  <a:lnTo>
                    <a:pt x="21" y="164"/>
                  </a:lnTo>
                  <a:cubicBezTo>
                    <a:pt x="37" y="180"/>
                    <a:pt x="70" y="197"/>
                    <a:pt x="87" y="213"/>
                  </a:cubicBezTo>
                  <a:cubicBezTo>
                    <a:pt x="157" y="213"/>
                    <a:pt x="206" y="180"/>
                    <a:pt x="206" y="127"/>
                  </a:cubicBezTo>
                  <a:cubicBezTo>
                    <a:pt x="227" y="94"/>
                    <a:pt x="206" y="61"/>
                    <a:pt x="190" y="44"/>
                  </a:cubicBezTo>
                  <a:cubicBezTo>
                    <a:pt x="173" y="24"/>
                    <a:pt x="157" y="7"/>
                    <a:pt x="124" y="7"/>
                  </a:cubicBezTo>
                  <a:cubicBezTo>
                    <a:pt x="118" y="2"/>
                    <a:pt x="111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0" name="Google Shape;16630;p41"/>
            <p:cNvSpPr/>
            <p:nvPr/>
          </p:nvSpPr>
          <p:spPr>
            <a:xfrm>
              <a:off x="4129125" y="3221100"/>
              <a:ext cx="5700" cy="5450"/>
            </a:xfrm>
            <a:custGeom>
              <a:avLst/>
              <a:gdLst/>
              <a:ahLst/>
              <a:cxnLst/>
              <a:rect l="l" t="t" r="r" b="b"/>
              <a:pathLst>
                <a:path w="228" h="218" extrusionOk="0">
                  <a:moveTo>
                    <a:pt x="115" y="1"/>
                  </a:moveTo>
                  <a:cubicBezTo>
                    <a:pt x="106" y="1"/>
                    <a:pt x="96" y="2"/>
                    <a:pt x="87" y="5"/>
                  </a:cubicBezTo>
                  <a:cubicBezTo>
                    <a:pt x="21" y="38"/>
                    <a:pt x="0" y="91"/>
                    <a:pt x="21" y="141"/>
                  </a:cubicBezTo>
                  <a:cubicBezTo>
                    <a:pt x="21" y="157"/>
                    <a:pt x="37" y="174"/>
                    <a:pt x="54" y="174"/>
                  </a:cubicBezTo>
                  <a:cubicBezTo>
                    <a:pt x="66" y="201"/>
                    <a:pt x="98" y="217"/>
                    <a:pt x="128" y="217"/>
                  </a:cubicBezTo>
                  <a:cubicBezTo>
                    <a:pt x="138" y="217"/>
                    <a:pt x="148" y="215"/>
                    <a:pt x="157" y="211"/>
                  </a:cubicBezTo>
                  <a:cubicBezTo>
                    <a:pt x="190" y="195"/>
                    <a:pt x="227" y="157"/>
                    <a:pt x="227" y="124"/>
                  </a:cubicBezTo>
                  <a:cubicBezTo>
                    <a:pt x="227" y="108"/>
                    <a:pt x="227" y="91"/>
                    <a:pt x="206" y="71"/>
                  </a:cubicBezTo>
                  <a:cubicBezTo>
                    <a:pt x="193" y="30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1" name="Google Shape;16631;p41"/>
            <p:cNvSpPr/>
            <p:nvPr/>
          </p:nvSpPr>
          <p:spPr>
            <a:xfrm>
              <a:off x="4133050" y="32091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20" y="1"/>
                  </a:moveTo>
                  <a:cubicBezTo>
                    <a:pt x="70" y="1"/>
                    <a:pt x="17" y="34"/>
                    <a:pt x="0" y="87"/>
                  </a:cubicBezTo>
                  <a:cubicBezTo>
                    <a:pt x="0" y="104"/>
                    <a:pt x="0" y="120"/>
                    <a:pt x="17" y="137"/>
                  </a:cubicBezTo>
                  <a:lnTo>
                    <a:pt x="17" y="174"/>
                  </a:lnTo>
                  <a:cubicBezTo>
                    <a:pt x="33" y="190"/>
                    <a:pt x="70" y="207"/>
                    <a:pt x="87" y="207"/>
                  </a:cubicBezTo>
                  <a:cubicBezTo>
                    <a:pt x="95" y="209"/>
                    <a:pt x="104" y="210"/>
                    <a:pt x="112" y="210"/>
                  </a:cubicBezTo>
                  <a:cubicBezTo>
                    <a:pt x="166" y="210"/>
                    <a:pt x="206" y="167"/>
                    <a:pt x="206" y="120"/>
                  </a:cubicBezTo>
                  <a:cubicBezTo>
                    <a:pt x="223" y="104"/>
                    <a:pt x="206" y="71"/>
                    <a:pt x="190" y="54"/>
                  </a:cubicBezTo>
                  <a:cubicBezTo>
                    <a:pt x="173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2" name="Google Shape;16632;p41"/>
            <p:cNvSpPr/>
            <p:nvPr/>
          </p:nvSpPr>
          <p:spPr>
            <a:xfrm>
              <a:off x="4127475" y="3234875"/>
              <a:ext cx="5600" cy="5225"/>
            </a:xfrm>
            <a:custGeom>
              <a:avLst/>
              <a:gdLst/>
              <a:ahLst/>
              <a:cxnLst/>
              <a:rect l="l" t="t" r="r" b="b"/>
              <a:pathLst>
                <a:path w="224" h="209" extrusionOk="0">
                  <a:moveTo>
                    <a:pt x="120" y="1"/>
                  </a:moveTo>
                  <a:cubicBezTo>
                    <a:pt x="88" y="1"/>
                    <a:pt x="54" y="15"/>
                    <a:pt x="33" y="35"/>
                  </a:cubicBezTo>
                  <a:cubicBezTo>
                    <a:pt x="17" y="72"/>
                    <a:pt x="0" y="89"/>
                    <a:pt x="0" y="122"/>
                  </a:cubicBezTo>
                  <a:cubicBezTo>
                    <a:pt x="17" y="122"/>
                    <a:pt x="17" y="138"/>
                    <a:pt x="17" y="138"/>
                  </a:cubicBezTo>
                  <a:cubicBezTo>
                    <a:pt x="17" y="159"/>
                    <a:pt x="33" y="175"/>
                    <a:pt x="50" y="192"/>
                  </a:cubicBezTo>
                  <a:cubicBezTo>
                    <a:pt x="66" y="208"/>
                    <a:pt x="103" y="208"/>
                    <a:pt x="120" y="208"/>
                  </a:cubicBezTo>
                  <a:cubicBezTo>
                    <a:pt x="153" y="208"/>
                    <a:pt x="169" y="192"/>
                    <a:pt x="190" y="175"/>
                  </a:cubicBezTo>
                  <a:cubicBezTo>
                    <a:pt x="207" y="159"/>
                    <a:pt x="223" y="122"/>
                    <a:pt x="223" y="89"/>
                  </a:cubicBezTo>
                  <a:cubicBezTo>
                    <a:pt x="207" y="72"/>
                    <a:pt x="207" y="35"/>
                    <a:pt x="169" y="19"/>
                  </a:cubicBezTo>
                  <a:cubicBezTo>
                    <a:pt x="157" y="6"/>
                    <a:pt x="139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3" name="Google Shape;16633;p41"/>
            <p:cNvSpPr/>
            <p:nvPr/>
          </p:nvSpPr>
          <p:spPr>
            <a:xfrm>
              <a:off x="4123550" y="319810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15" y="0"/>
                  </a:moveTo>
                  <a:cubicBezTo>
                    <a:pt x="100" y="0"/>
                    <a:pt x="85" y="5"/>
                    <a:pt x="71" y="14"/>
                  </a:cubicBezTo>
                  <a:cubicBezTo>
                    <a:pt x="17" y="30"/>
                    <a:pt x="1" y="84"/>
                    <a:pt x="17" y="133"/>
                  </a:cubicBezTo>
                  <a:cubicBezTo>
                    <a:pt x="34" y="177"/>
                    <a:pt x="82" y="208"/>
                    <a:pt x="128" y="208"/>
                  </a:cubicBezTo>
                  <a:cubicBezTo>
                    <a:pt x="138" y="208"/>
                    <a:pt x="148" y="206"/>
                    <a:pt x="157" y="203"/>
                  </a:cubicBezTo>
                  <a:cubicBezTo>
                    <a:pt x="207" y="187"/>
                    <a:pt x="223" y="117"/>
                    <a:pt x="207" y="63"/>
                  </a:cubicBezTo>
                  <a:cubicBezTo>
                    <a:pt x="195" y="28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4" name="Google Shape;16634;p41"/>
            <p:cNvSpPr/>
            <p:nvPr/>
          </p:nvSpPr>
          <p:spPr>
            <a:xfrm>
              <a:off x="4136450" y="31768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97" y="1"/>
                  </a:moveTo>
                  <a:cubicBezTo>
                    <a:pt x="55" y="1"/>
                    <a:pt x="14" y="46"/>
                    <a:pt x="0" y="88"/>
                  </a:cubicBezTo>
                  <a:cubicBezTo>
                    <a:pt x="0" y="108"/>
                    <a:pt x="0" y="125"/>
                    <a:pt x="17" y="141"/>
                  </a:cubicBezTo>
                  <a:lnTo>
                    <a:pt x="17" y="158"/>
                  </a:lnTo>
                  <a:cubicBezTo>
                    <a:pt x="37" y="191"/>
                    <a:pt x="70" y="211"/>
                    <a:pt x="87" y="211"/>
                  </a:cubicBezTo>
                  <a:cubicBezTo>
                    <a:pt x="157" y="211"/>
                    <a:pt x="206" y="174"/>
                    <a:pt x="206" y="125"/>
                  </a:cubicBezTo>
                  <a:cubicBezTo>
                    <a:pt x="223" y="88"/>
                    <a:pt x="206" y="71"/>
                    <a:pt x="190" y="38"/>
                  </a:cubicBezTo>
                  <a:cubicBezTo>
                    <a:pt x="173" y="22"/>
                    <a:pt x="157" y="5"/>
                    <a:pt x="120" y="5"/>
                  </a:cubicBezTo>
                  <a:cubicBezTo>
                    <a:pt x="112" y="2"/>
                    <a:pt x="10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5" name="Google Shape;16635;p41"/>
            <p:cNvSpPr/>
            <p:nvPr/>
          </p:nvSpPr>
          <p:spPr>
            <a:xfrm>
              <a:off x="4190150" y="3254700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03" y="1"/>
                  </a:moveTo>
                  <a:cubicBezTo>
                    <a:pt x="70" y="1"/>
                    <a:pt x="33" y="17"/>
                    <a:pt x="17" y="34"/>
                  </a:cubicBezTo>
                  <a:cubicBezTo>
                    <a:pt x="0" y="67"/>
                    <a:pt x="0" y="87"/>
                    <a:pt x="0" y="120"/>
                  </a:cubicBezTo>
                  <a:lnTo>
                    <a:pt x="0" y="137"/>
                  </a:lnTo>
                  <a:cubicBezTo>
                    <a:pt x="17" y="153"/>
                    <a:pt x="17" y="170"/>
                    <a:pt x="33" y="190"/>
                  </a:cubicBezTo>
                  <a:cubicBezTo>
                    <a:pt x="57" y="205"/>
                    <a:pt x="83" y="213"/>
                    <a:pt x="109" y="213"/>
                  </a:cubicBezTo>
                  <a:cubicBezTo>
                    <a:pt x="141" y="213"/>
                    <a:pt x="171" y="200"/>
                    <a:pt x="190" y="170"/>
                  </a:cubicBezTo>
                  <a:cubicBezTo>
                    <a:pt x="223" y="120"/>
                    <a:pt x="223" y="67"/>
                    <a:pt x="173" y="17"/>
                  </a:cubicBezTo>
                  <a:cubicBezTo>
                    <a:pt x="157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6" name="Google Shape;16636;p41"/>
            <p:cNvSpPr/>
            <p:nvPr/>
          </p:nvSpPr>
          <p:spPr>
            <a:xfrm>
              <a:off x="4192300" y="322457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108" y="0"/>
                  </a:moveTo>
                  <a:cubicBezTo>
                    <a:pt x="72" y="0"/>
                    <a:pt x="38" y="15"/>
                    <a:pt x="17" y="35"/>
                  </a:cubicBezTo>
                  <a:cubicBezTo>
                    <a:pt x="1" y="72"/>
                    <a:pt x="1" y="89"/>
                    <a:pt x="1" y="122"/>
                  </a:cubicBezTo>
                  <a:lnTo>
                    <a:pt x="1" y="138"/>
                  </a:lnTo>
                  <a:cubicBezTo>
                    <a:pt x="17" y="159"/>
                    <a:pt x="17" y="175"/>
                    <a:pt x="34" y="192"/>
                  </a:cubicBezTo>
                  <a:cubicBezTo>
                    <a:pt x="50" y="208"/>
                    <a:pt x="87" y="208"/>
                    <a:pt x="120" y="208"/>
                  </a:cubicBezTo>
                  <a:cubicBezTo>
                    <a:pt x="137" y="208"/>
                    <a:pt x="174" y="192"/>
                    <a:pt x="190" y="175"/>
                  </a:cubicBezTo>
                  <a:cubicBezTo>
                    <a:pt x="207" y="159"/>
                    <a:pt x="207" y="122"/>
                    <a:pt x="207" y="89"/>
                  </a:cubicBezTo>
                  <a:cubicBezTo>
                    <a:pt x="207" y="72"/>
                    <a:pt x="190" y="35"/>
                    <a:pt x="174" y="18"/>
                  </a:cubicBezTo>
                  <a:cubicBezTo>
                    <a:pt x="153" y="6"/>
                    <a:pt x="130" y="0"/>
                    <a:pt x="1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7" name="Google Shape;16637;p41"/>
            <p:cNvSpPr/>
            <p:nvPr/>
          </p:nvSpPr>
          <p:spPr>
            <a:xfrm>
              <a:off x="4184150" y="3200450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6" y="0"/>
                  </a:moveTo>
                  <a:cubicBezTo>
                    <a:pt x="101" y="0"/>
                    <a:pt x="84" y="2"/>
                    <a:pt x="67" y="6"/>
                  </a:cubicBezTo>
                  <a:cubicBezTo>
                    <a:pt x="17" y="23"/>
                    <a:pt x="1" y="72"/>
                    <a:pt x="17" y="142"/>
                  </a:cubicBezTo>
                  <a:cubicBezTo>
                    <a:pt x="17" y="142"/>
                    <a:pt x="34" y="159"/>
                    <a:pt x="34" y="175"/>
                  </a:cubicBezTo>
                  <a:cubicBezTo>
                    <a:pt x="58" y="190"/>
                    <a:pt x="92" y="203"/>
                    <a:pt x="121" y="203"/>
                  </a:cubicBezTo>
                  <a:cubicBezTo>
                    <a:pt x="133" y="203"/>
                    <a:pt x="144" y="201"/>
                    <a:pt x="154" y="196"/>
                  </a:cubicBezTo>
                  <a:cubicBezTo>
                    <a:pt x="191" y="175"/>
                    <a:pt x="207" y="142"/>
                    <a:pt x="224" y="109"/>
                  </a:cubicBezTo>
                  <a:cubicBezTo>
                    <a:pt x="224" y="93"/>
                    <a:pt x="224" y="72"/>
                    <a:pt x="207" y="56"/>
                  </a:cubicBezTo>
                  <a:cubicBezTo>
                    <a:pt x="195" y="19"/>
                    <a:pt x="162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8" name="Google Shape;16638;p41"/>
            <p:cNvSpPr/>
            <p:nvPr/>
          </p:nvSpPr>
          <p:spPr>
            <a:xfrm>
              <a:off x="4185400" y="3187950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03" y="1"/>
                  </a:moveTo>
                  <a:cubicBezTo>
                    <a:pt x="75" y="1"/>
                    <a:pt x="46" y="13"/>
                    <a:pt x="17" y="40"/>
                  </a:cubicBezTo>
                  <a:cubicBezTo>
                    <a:pt x="0" y="57"/>
                    <a:pt x="0" y="94"/>
                    <a:pt x="0" y="111"/>
                  </a:cubicBezTo>
                  <a:cubicBezTo>
                    <a:pt x="0" y="127"/>
                    <a:pt x="0" y="127"/>
                    <a:pt x="17" y="144"/>
                  </a:cubicBezTo>
                  <a:cubicBezTo>
                    <a:pt x="17" y="160"/>
                    <a:pt x="38" y="181"/>
                    <a:pt x="38" y="181"/>
                  </a:cubicBezTo>
                  <a:cubicBezTo>
                    <a:pt x="71" y="197"/>
                    <a:pt x="87" y="214"/>
                    <a:pt x="120" y="214"/>
                  </a:cubicBezTo>
                  <a:cubicBezTo>
                    <a:pt x="157" y="214"/>
                    <a:pt x="174" y="197"/>
                    <a:pt x="190" y="160"/>
                  </a:cubicBezTo>
                  <a:cubicBezTo>
                    <a:pt x="207" y="144"/>
                    <a:pt x="207" y="127"/>
                    <a:pt x="207" y="94"/>
                  </a:cubicBezTo>
                  <a:cubicBezTo>
                    <a:pt x="207" y="57"/>
                    <a:pt x="190" y="40"/>
                    <a:pt x="174" y="24"/>
                  </a:cubicBezTo>
                  <a:cubicBezTo>
                    <a:pt x="150" y="9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9" name="Google Shape;16639;p41"/>
            <p:cNvSpPr/>
            <p:nvPr/>
          </p:nvSpPr>
          <p:spPr>
            <a:xfrm>
              <a:off x="4190150" y="323882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20" y="1"/>
                  </a:moveTo>
                  <a:cubicBezTo>
                    <a:pt x="54" y="1"/>
                    <a:pt x="0" y="34"/>
                    <a:pt x="0" y="83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70"/>
                  </a:cubicBezTo>
                  <a:cubicBezTo>
                    <a:pt x="33" y="186"/>
                    <a:pt x="54" y="207"/>
                    <a:pt x="87" y="207"/>
                  </a:cubicBezTo>
                  <a:cubicBezTo>
                    <a:pt x="103" y="207"/>
                    <a:pt x="136" y="207"/>
                    <a:pt x="157" y="186"/>
                  </a:cubicBezTo>
                  <a:cubicBezTo>
                    <a:pt x="190" y="170"/>
                    <a:pt x="206" y="137"/>
                    <a:pt x="206" y="120"/>
                  </a:cubicBezTo>
                  <a:cubicBezTo>
                    <a:pt x="206" y="83"/>
                    <a:pt x="206" y="67"/>
                    <a:pt x="190" y="34"/>
                  </a:cubicBezTo>
                  <a:cubicBezTo>
                    <a:pt x="17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0" name="Google Shape;16640;p41"/>
            <p:cNvSpPr/>
            <p:nvPr/>
          </p:nvSpPr>
          <p:spPr>
            <a:xfrm>
              <a:off x="4163125" y="318637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04" y="0"/>
                  </a:moveTo>
                  <a:cubicBezTo>
                    <a:pt x="67" y="0"/>
                    <a:pt x="50" y="17"/>
                    <a:pt x="34" y="54"/>
                  </a:cubicBezTo>
                  <a:cubicBezTo>
                    <a:pt x="17" y="70"/>
                    <a:pt x="1" y="87"/>
                    <a:pt x="1" y="120"/>
                  </a:cubicBezTo>
                  <a:lnTo>
                    <a:pt x="17" y="141"/>
                  </a:lnTo>
                  <a:cubicBezTo>
                    <a:pt x="17" y="157"/>
                    <a:pt x="34" y="174"/>
                    <a:pt x="50" y="190"/>
                  </a:cubicBezTo>
                  <a:cubicBezTo>
                    <a:pt x="65" y="205"/>
                    <a:pt x="88" y="213"/>
                    <a:pt x="111" y="213"/>
                  </a:cubicBezTo>
                  <a:cubicBezTo>
                    <a:pt x="139" y="213"/>
                    <a:pt x="168" y="201"/>
                    <a:pt x="186" y="174"/>
                  </a:cubicBezTo>
                  <a:cubicBezTo>
                    <a:pt x="224" y="120"/>
                    <a:pt x="224" y="70"/>
                    <a:pt x="170" y="37"/>
                  </a:cubicBezTo>
                  <a:cubicBezTo>
                    <a:pt x="153" y="17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1" name="Google Shape;16641;p41"/>
            <p:cNvSpPr/>
            <p:nvPr/>
          </p:nvSpPr>
          <p:spPr>
            <a:xfrm>
              <a:off x="4202200" y="32460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1"/>
                  </a:moveTo>
                  <a:cubicBezTo>
                    <a:pt x="104" y="1"/>
                    <a:pt x="66" y="1"/>
                    <a:pt x="50" y="21"/>
                  </a:cubicBezTo>
                  <a:cubicBezTo>
                    <a:pt x="33" y="38"/>
                    <a:pt x="17" y="71"/>
                    <a:pt x="17" y="87"/>
                  </a:cubicBezTo>
                  <a:cubicBezTo>
                    <a:pt x="0" y="104"/>
                    <a:pt x="17" y="124"/>
                    <a:pt x="17" y="141"/>
                  </a:cubicBezTo>
                  <a:cubicBezTo>
                    <a:pt x="17" y="157"/>
                    <a:pt x="17" y="157"/>
                    <a:pt x="33" y="174"/>
                  </a:cubicBezTo>
                  <a:cubicBezTo>
                    <a:pt x="50" y="190"/>
                    <a:pt x="66" y="207"/>
                    <a:pt x="104" y="207"/>
                  </a:cubicBezTo>
                  <a:cubicBezTo>
                    <a:pt x="153" y="207"/>
                    <a:pt x="207" y="174"/>
                    <a:pt x="223" y="124"/>
                  </a:cubicBezTo>
                  <a:cubicBezTo>
                    <a:pt x="223" y="87"/>
                    <a:pt x="223" y="71"/>
                    <a:pt x="207" y="38"/>
                  </a:cubicBezTo>
                  <a:cubicBezTo>
                    <a:pt x="190" y="2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2" name="Google Shape;16642;p41"/>
            <p:cNvSpPr/>
            <p:nvPr/>
          </p:nvSpPr>
          <p:spPr>
            <a:xfrm>
              <a:off x="4195300" y="3197100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20" y="0"/>
                  </a:moveTo>
                  <a:cubicBezTo>
                    <a:pt x="103" y="0"/>
                    <a:pt x="87" y="0"/>
                    <a:pt x="70" y="21"/>
                  </a:cubicBezTo>
                  <a:cubicBezTo>
                    <a:pt x="17" y="37"/>
                    <a:pt x="0" y="87"/>
                    <a:pt x="17" y="140"/>
                  </a:cubicBezTo>
                  <a:cubicBezTo>
                    <a:pt x="29" y="190"/>
                    <a:pt x="72" y="214"/>
                    <a:pt x="115" y="214"/>
                  </a:cubicBezTo>
                  <a:cubicBezTo>
                    <a:pt x="129" y="214"/>
                    <a:pt x="144" y="211"/>
                    <a:pt x="157" y="206"/>
                  </a:cubicBezTo>
                  <a:cubicBezTo>
                    <a:pt x="173" y="206"/>
                    <a:pt x="190" y="190"/>
                    <a:pt x="190" y="173"/>
                  </a:cubicBezTo>
                  <a:cubicBezTo>
                    <a:pt x="223" y="157"/>
                    <a:pt x="223" y="103"/>
                    <a:pt x="206" y="70"/>
                  </a:cubicBezTo>
                  <a:cubicBezTo>
                    <a:pt x="190" y="37"/>
                    <a:pt x="157" y="2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3" name="Google Shape;16643;p41"/>
            <p:cNvSpPr/>
            <p:nvPr/>
          </p:nvSpPr>
          <p:spPr>
            <a:xfrm>
              <a:off x="4194475" y="32107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93" y="1"/>
                  </a:moveTo>
                  <a:cubicBezTo>
                    <a:pt x="74" y="1"/>
                    <a:pt x="57" y="12"/>
                    <a:pt x="33" y="24"/>
                  </a:cubicBezTo>
                  <a:cubicBezTo>
                    <a:pt x="17" y="41"/>
                    <a:pt x="0" y="57"/>
                    <a:pt x="0" y="94"/>
                  </a:cubicBezTo>
                  <a:lnTo>
                    <a:pt x="0" y="144"/>
                  </a:lnTo>
                  <a:cubicBezTo>
                    <a:pt x="17" y="144"/>
                    <a:pt x="17" y="160"/>
                    <a:pt x="17" y="160"/>
                  </a:cubicBezTo>
                  <a:cubicBezTo>
                    <a:pt x="33" y="197"/>
                    <a:pt x="66" y="197"/>
                    <a:pt x="87" y="214"/>
                  </a:cubicBezTo>
                  <a:cubicBezTo>
                    <a:pt x="153" y="214"/>
                    <a:pt x="206" y="177"/>
                    <a:pt x="206" y="127"/>
                  </a:cubicBezTo>
                  <a:cubicBezTo>
                    <a:pt x="206" y="94"/>
                    <a:pt x="206" y="57"/>
                    <a:pt x="190" y="41"/>
                  </a:cubicBezTo>
                  <a:cubicBezTo>
                    <a:pt x="169" y="24"/>
                    <a:pt x="153" y="8"/>
                    <a:pt x="120" y="8"/>
                  </a:cubicBezTo>
                  <a:cubicBezTo>
                    <a:pt x="110" y="3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4" name="Google Shape;16644;p41"/>
            <p:cNvSpPr/>
            <p:nvPr/>
          </p:nvSpPr>
          <p:spPr>
            <a:xfrm>
              <a:off x="4199200" y="3184050"/>
              <a:ext cx="5200" cy="5025"/>
            </a:xfrm>
            <a:custGeom>
              <a:avLst/>
              <a:gdLst/>
              <a:ahLst/>
              <a:cxnLst/>
              <a:rect l="l" t="t" r="r" b="b"/>
              <a:pathLst>
                <a:path w="208" h="201" extrusionOk="0">
                  <a:moveTo>
                    <a:pt x="93" y="0"/>
                  </a:moveTo>
                  <a:cubicBezTo>
                    <a:pt x="73" y="0"/>
                    <a:pt x="57" y="13"/>
                    <a:pt x="34" y="27"/>
                  </a:cubicBezTo>
                  <a:cubicBezTo>
                    <a:pt x="17" y="44"/>
                    <a:pt x="1" y="60"/>
                    <a:pt x="1" y="93"/>
                  </a:cubicBezTo>
                  <a:lnTo>
                    <a:pt x="1" y="147"/>
                  </a:lnTo>
                  <a:lnTo>
                    <a:pt x="17" y="163"/>
                  </a:lnTo>
                  <a:cubicBezTo>
                    <a:pt x="34" y="180"/>
                    <a:pt x="50" y="196"/>
                    <a:pt x="83" y="196"/>
                  </a:cubicBezTo>
                  <a:cubicBezTo>
                    <a:pt x="92" y="199"/>
                    <a:pt x="102" y="201"/>
                    <a:pt x="110" y="201"/>
                  </a:cubicBezTo>
                  <a:cubicBezTo>
                    <a:pt x="153" y="201"/>
                    <a:pt x="190" y="168"/>
                    <a:pt x="207" y="110"/>
                  </a:cubicBezTo>
                  <a:cubicBezTo>
                    <a:pt x="207" y="93"/>
                    <a:pt x="207" y="60"/>
                    <a:pt x="186" y="44"/>
                  </a:cubicBezTo>
                  <a:cubicBezTo>
                    <a:pt x="170" y="27"/>
                    <a:pt x="137" y="7"/>
                    <a:pt x="120" y="7"/>
                  </a:cubicBezTo>
                  <a:cubicBezTo>
                    <a:pt x="110" y="2"/>
                    <a:pt x="101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5" name="Google Shape;16645;p41"/>
            <p:cNvSpPr/>
            <p:nvPr/>
          </p:nvSpPr>
          <p:spPr>
            <a:xfrm>
              <a:off x="4169525" y="3218875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30" y="0"/>
                  </a:moveTo>
                  <a:cubicBezTo>
                    <a:pt x="122" y="0"/>
                    <a:pt x="113" y="2"/>
                    <a:pt x="104" y="7"/>
                  </a:cubicBezTo>
                  <a:cubicBezTo>
                    <a:pt x="71" y="7"/>
                    <a:pt x="54" y="7"/>
                    <a:pt x="33" y="40"/>
                  </a:cubicBezTo>
                  <a:cubicBezTo>
                    <a:pt x="17" y="57"/>
                    <a:pt x="1" y="94"/>
                    <a:pt x="17" y="110"/>
                  </a:cubicBezTo>
                  <a:lnTo>
                    <a:pt x="17" y="143"/>
                  </a:lnTo>
                  <a:cubicBezTo>
                    <a:pt x="17" y="160"/>
                    <a:pt x="33" y="180"/>
                    <a:pt x="54" y="180"/>
                  </a:cubicBezTo>
                  <a:cubicBezTo>
                    <a:pt x="69" y="195"/>
                    <a:pt x="90" y="203"/>
                    <a:pt x="113" y="203"/>
                  </a:cubicBezTo>
                  <a:cubicBezTo>
                    <a:pt x="142" y="203"/>
                    <a:pt x="172" y="190"/>
                    <a:pt x="190" y="160"/>
                  </a:cubicBezTo>
                  <a:cubicBezTo>
                    <a:pt x="207" y="143"/>
                    <a:pt x="223" y="110"/>
                    <a:pt x="223" y="94"/>
                  </a:cubicBezTo>
                  <a:cubicBezTo>
                    <a:pt x="223" y="57"/>
                    <a:pt x="207" y="40"/>
                    <a:pt x="174" y="24"/>
                  </a:cubicBezTo>
                  <a:cubicBezTo>
                    <a:pt x="162" y="12"/>
                    <a:pt x="148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6" name="Google Shape;16646;p41"/>
            <p:cNvSpPr/>
            <p:nvPr/>
          </p:nvSpPr>
          <p:spPr>
            <a:xfrm>
              <a:off x="4169950" y="3205650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15" y="0"/>
                  </a:moveTo>
                  <a:cubicBezTo>
                    <a:pt x="105" y="0"/>
                    <a:pt x="96" y="2"/>
                    <a:pt x="87" y="4"/>
                  </a:cubicBezTo>
                  <a:cubicBezTo>
                    <a:pt x="16" y="21"/>
                    <a:pt x="0" y="91"/>
                    <a:pt x="16" y="141"/>
                  </a:cubicBezTo>
                  <a:cubicBezTo>
                    <a:pt x="16" y="157"/>
                    <a:pt x="37" y="174"/>
                    <a:pt x="54" y="174"/>
                  </a:cubicBezTo>
                  <a:cubicBezTo>
                    <a:pt x="64" y="196"/>
                    <a:pt x="85" y="205"/>
                    <a:pt x="109" y="205"/>
                  </a:cubicBezTo>
                  <a:cubicBezTo>
                    <a:pt x="125" y="205"/>
                    <a:pt x="142" y="201"/>
                    <a:pt x="157" y="194"/>
                  </a:cubicBezTo>
                  <a:cubicBezTo>
                    <a:pt x="190" y="194"/>
                    <a:pt x="223" y="157"/>
                    <a:pt x="223" y="108"/>
                  </a:cubicBezTo>
                  <a:cubicBezTo>
                    <a:pt x="223" y="91"/>
                    <a:pt x="223" y="91"/>
                    <a:pt x="206" y="70"/>
                  </a:cubicBezTo>
                  <a:cubicBezTo>
                    <a:pt x="193" y="30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7" name="Google Shape;16647;p41"/>
            <p:cNvSpPr/>
            <p:nvPr/>
          </p:nvSpPr>
          <p:spPr>
            <a:xfrm>
              <a:off x="4167350" y="32322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4" y="1"/>
                  </a:moveTo>
                  <a:cubicBezTo>
                    <a:pt x="58" y="1"/>
                    <a:pt x="17" y="44"/>
                    <a:pt x="17" y="91"/>
                  </a:cubicBezTo>
                  <a:cubicBezTo>
                    <a:pt x="1" y="107"/>
                    <a:pt x="17" y="124"/>
                    <a:pt x="17" y="140"/>
                  </a:cubicBezTo>
                  <a:cubicBezTo>
                    <a:pt x="17" y="140"/>
                    <a:pt x="17" y="161"/>
                    <a:pt x="38" y="161"/>
                  </a:cubicBezTo>
                  <a:cubicBezTo>
                    <a:pt x="55" y="194"/>
                    <a:pt x="71" y="194"/>
                    <a:pt x="104" y="210"/>
                  </a:cubicBezTo>
                  <a:cubicBezTo>
                    <a:pt x="120" y="210"/>
                    <a:pt x="158" y="210"/>
                    <a:pt x="174" y="194"/>
                  </a:cubicBezTo>
                  <a:cubicBezTo>
                    <a:pt x="207" y="177"/>
                    <a:pt x="207" y="140"/>
                    <a:pt x="224" y="124"/>
                  </a:cubicBezTo>
                  <a:cubicBezTo>
                    <a:pt x="224" y="58"/>
                    <a:pt x="191" y="4"/>
                    <a:pt x="141" y="4"/>
                  </a:cubicBezTo>
                  <a:cubicBezTo>
                    <a:pt x="132" y="2"/>
                    <a:pt x="123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8" name="Google Shape;16648;p41"/>
            <p:cNvSpPr/>
            <p:nvPr/>
          </p:nvSpPr>
          <p:spPr>
            <a:xfrm>
              <a:off x="4163550" y="32451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9" y="0"/>
                  </a:moveTo>
                  <a:cubicBezTo>
                    <a:pt x="54" y="0"/>
                    <a:pt x="15" y="44"/>
                    <a:pt x="0" y="90"/>
                  </a:cubicBezTo>
                  <a:lnTo>
                    <a:pt x="0" y="140"/>
                  </a:lnTo>
                  <a:cubicBezTo>
                    <a:pt x="17" y="140"/>
                    <a:pt x="17" y="160"/>
                    <a:pt x="17" y="160"/>
                  </a:cubicBezTo>
                  <a:cubicBezTo>
                    <a:pt x="33" y="193"/>
                    <a:pt x="66" y="193"/>
                    <a:pt x="87" y="210"/>
                  </a:cubicBezTo>
                  <a:cubicBezTo>
                    <a:pt x="136" y="210"/>
                    <a:pt x="207" y="177"/>
                    <a:pt x="207" y="123"/>
                  </a:cubicBezTo>
                  <a:cubicBezTo>
                    <a:pt x="207" y="90"/>
                    <a:pt x="207" y="57"/>
                    <a:pt x="190" y="37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9" name="Google Shape;16649;p41"/>
            <p:cNvSpPr/>
            <p:nvPr/>
          </p:nvSpPr>
          <p:spPr>
            <a:xfrm>
              <a:off x="4176425" y="32447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89" y="1"/>
                    <a:pt x="54" y="15"/>
                    <a:pt x="34" y="35"/>
                  </a:cubicBezTo>
                  <a:cubicBezTo>
                    <a:pt x="17" y="72"/>
                    <a:pt x="1" y="89"/>
                    <a:pt x="1" y="122"/>
                  </a:cubicBezTo>
                  <a:lnTo>
                    <a:pt x="17" y="138"/>
                  </a:lnTo>
                  <a:cubicBezTo>
                    <a:pt x="17" y="155"/>
                    <a:pt x="34" y="175"/>
                    <a:pt x="50" y="192"/>
                  </a:cubicBezTo>
                  <a:cubicBezTo>
                    <a:pt x="64" y="204"/>
                    <a:pt x="83" y="210"/>
                    <a:pt x="102" y="210"/>
                  </a:cubicBezTo>
                  <a:cubicBezTo>
                    <a:pt x="134" y="210"/>
                    <a:pt x="167" y="196"/>
                    <a:pt x="190" y="175"/>
                  </a:cubicBezTo>
                  <a:cubicBezTo>
                    <a:pt x="207" y="155"/>
                    <a:pt x="223" y="122"/>
                    <a:pt x="223" y="89"/>
                  </a:cubicBezTo>
                  <a:cubicBezTo>
                    <a:pt x="207" y="72"/>
                    <a:pt x="207" y="35"/>
                    <a:pt x="170" y="19"/>
                  </a:cubicBezTo>
                  <a:cubicBezTo>
                    <a:pt x="157" y="6"/>
                    <a:pt x="139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0" name="Google Shape;16650;p41"/>
            <p:cNvSpPr/>
            <p:nvPr/>
          </p:nvSpPr>
          <p:spPr>
            <a:xfrm>
              <a:off x="4179825" y="3230950"/>
              <a:ext cx="5600" cy="5025"/>
            </a:xfrm>
            <a:custGeom>
              <a:avLst/>
              <a:gdLst/>
              <a:ahLst/>
              <a:cxnLst/>
              <a:rect l="l" t="t" r="r" b="b"/>
              <a:pathLst>
                <a:path w="224" h="201" extrusionOk="0">
                  <a:moveTo>
                    <a:pt x="101" y="1"/>
                  </a:moveTo>
                  <a:cubicBezTo>
                    <a:pt x="53" y="1"/>
                    <a:pt x="17" y="36"/>
                    <a:pt x="17" y="89"/>
                  </a:cubicBezTo>
                  <a:cubicBezTo>
                    <a:pt x="1" y="110"/>
                    <a:pt x="17" y="126"/>
                    <a:pt x="17" y="143"/>
                  </a:cubicBezTo>
                  <a:cubicBezTo>
                    <a:pt x="17" y="143"/>
                    <a:pt x="17" y="159"/>
                    <a:pt x="34" y="159"/>
                  </a:cubicBezTo>
                  <a:cubicBezTo>
                    <a:pt x="54" y="176"/>
                    <a:pt x="71" y="192"/>
                    <a:pt x="104" y="192"/>
                  </a:cubicBezTo>
                  <a:cubicBezTo>
                    <a:pt x="109" y="198"/>
                    <a:pt x="116" y="201"/>
                    <a:pt x="123" y="201"/>
                  </a:cubicBezTo>
                  <a:cubicBezTo>
                    <a:pt x="141" y="201"/>
                    <a:pt x="162" y="187"/>
                    <a:pt x="174" y="176"/>
                  </a:cubicBezTo>
                  <a:cubicBezTo>
                    <a:pt x="207" y="159"/>
                    <a:pt x="207" y="143"/>
                    <a:pt x="223" y="110"/>
                  </a:cubicBezTo>
                  <a:cubicBezTo>
                    <a:pt x="223" y="89"/>
                    <a:pt x="223" y="56"/>
                    <a:pt x="207" y="40"/>
                  </a:cubicBezTo>
                  <a:cubicBezTo>
                    <a:pt x="190" y="23"/>
                    <a:pt x="157" y="7"/>
                    <a:pt x="137" y="7"/>
                  </a:cubicBezTo>
                  <a:cubicBezTo>
                    <a:pt x="125" y="3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1" name="Google Shape;16651;p41"/>
            <p:cNvSpPr/>
            <p:nvPr/>
          </p:nvSpPr>
          <p:spPr>
            <a:xfrm>
              <a:off x="4182000" y="32156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70" y="0"/>
                    <a:pt x="0" y="33"/>
                    <a:pt x="0" y="83"/>
                  </a:cubicBezTo>
                  <a:lnTo>
                    <a:pt x="0" y="153"/>
                  </a:lnTo>
                  <a:cubicBezTo>
                    <a:pt x="17" y="169"/>
                    <a:pt x="50" y="206"/>
                    <a:pt x="87" y="206"/>
                  </a:cubicBezTo>
                  <a:cubicBezTo>
                    <a:pt x="95" y="209"/>
                    <a:pt x="103" y="210"/>
                    <a:pt x="111" y="210"/>
                  </a:cubicBezTo>
                  <a:cubicBezTo>
                    <a:pt x="153" y="210"/>
                    <a:pt x="193" y="175"/>
                    <a:pt x="207" y="120"/>
                  </a:cubicBezTo>
                  <a:cubicBezTo>
                    <a:pt x="207" y="103"/>
                    <a:pt x="207" y="66"/>
                    <a:pt x="190" y="50"/>
                  </a:cubicBezTo>
                  <a:cubicBezTo>
                    <a:pt x="174" y="33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2" name="Google Shape;16652;p41"/>
            <p:cNvSpPr/>
            <p:nvPr/>
          </p:nvSpPr>
          <p:spPr>
            <a:xfrm>
              <a:off x="4173450" y="3194425"/>
              <a:ext cx="5175" cy="5025"/>
            </a:xfrm>
            <a:custGeom>
              <a:avLst/>
              <a:gdLst/>
              <a:ahLst/>
              <a:cxnLst/>
              <a:rect l="l" t="t" r="r" b="b"/>
              <a:pathLst>
                <a:path w="207" h="201" extrusionOk="0">
                  <a:moveTo>
                    <a:pt x="93" y="0"/>
                  </a:moveTo>
                  <a:cubicBezTo>
                    <a:pt x="47" y="0"/>
                    <a:pt x="0" y="35"/>
                    <a:pt x="0" y="91"/>
                  </a:cubicBezTo>
                  <a:lnTo>
                    <a:pt x="0" y="144"/>
                  </a:lnTo>
                  <a:lnTo>
                    <a:pt x="17" y="161"/>
                  </a:lnTo>
                  <a:cubicBezTo>
                    <a:pt x="33" y="177"/>
                    <a:pt x="50" y="194"/>
                    <a:pt x="83" y="194"/>
                  </a:cubicBezTo>
                  <a:cubicBezTo>
                    <a:pt x="94" y="199"/>
                    <a:pt x="103" y="201"/>
                    <a:pt x="111" y="201"/>
                  </a:cubicBezTo>
                  <a:cubicBezTo>
                    <a:pt x="131" y="201"/>
                    <a:pt x="146" y="189"/>
                    <a:pt x="169" y="177"/>
                  </a:cubicBezTo>
                  <a:cubicBezTo>
                    <a:pt x="186" y="161"/>
                    <a:pt x="206" y="144"/>
                    <a:pt x="206" y="107"/>
                  </a:cubicBezTo>
                  <a:cubicBezTo>
                    <a:pt x="206" y="91"/>
                    <a:pt x="206" y="58"/>
                    <a:pt x="186" y="41"/>
                  </a:cubicBezTo>
                  <a:cubicBezTo>
                    <a:pt x="169" y="25"/>
                    <a:pt x="153" y="4"/>
                    <a:pt x="120" y="4"/>
                  </a:cubicBezTo>
                  <a:cubicBezTo>
                    <a:pt x="111" y="1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3" name="Google Shape;16653;p41"/>
            <p:cNvSpPr/>
            <p:nvPr/>
          </p:nvSpPr>
          <p:spPr>
            <a:xfrm>
              <a:off x="4087475" y="31730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7" y="1"/>
                    <a:pt x="71" y="1"/>
                    <a:pt x="38" y="17"/>
                  </a:cubicBezTo>
                  <a:cubicBezTo>
                    <a:pt x="17" y="33"/>
                    <a:pt x="1" y="54"/>
                    <a:pt x="1" y="87"/>
                  </a:cubicBezTo>
                  <a:lnTo>
                    <a:pt x="1" y="137"/>
                  </a:lnTo>
                  <a:cubicBezTo>
                    <a:pt x="1" y="157"/>
                    <a:pt x="17" y="157"/>
                    <a:pt x="17" y="174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41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3"/>
                  </a:cubicBezTo>
                  <a:cubicBezTo>
                    <a:pt x="174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4" name="Google Shape;16654;p41"/>
            <p:cNvSpPr/>
            <p:nvPr/>
          </p:nvSpPr>
          <p:spPr>
            <a:xfrm>
              <a:off x="4359375" y="3122875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20" y="1"/>
                  </a:moveTo>
                  <a:cubicBezTo>
                    <a:pt x="87" y="1"/>
                    <a:pt x="67" y="1"/>
                    <a:pt x="34" y="17"/>
                  </a:cubicBezTo>
                  <a:cubicBezTo>
                    <a:pt x="17" y="34"/>
                    <a:pt x="1" y="67"/>
                    <a:pt x="1" y="83"/>
                  </a:cubicBezTo>
                  <a:lnTo>
                    <a:pt x="1" y="137"/>
                  </a:lnTo>
                  <a:cubicBezTo>
                    <a:pt x="1" y="153"/>
                    <a:pt x="17" y="153"/>
                    <a:pt x="17" y="170"/>
                  </a:cubicBezTo>
                  <a:cubicBezTo>
                    <a:pt x="34" y="186"/>
                    <a:pt x="50" y="207"/>
                    <a:pt x="87" y="207"/>
                  </a:cubicBezTo>
                  <a:cubicBezTo>
                    <a:pt x="94" y="209"/>
                    <a:pt x="100" y="210"/>
                    <a:pt x="106" y="210"/>
                  </a:cubicBezTo>
                  <a:cubicBezTo>
                    <a:pt x="150" y="210"/>
                    <a:pt x="193" y="163"/>
                    <a:pt x="207" y="120"/>
                  </a:cubicBezTo>
                  <a:cubicBezTo>
                    <a:pt x="207" y="104"/>
                    <a:pt x="207" y="67"/>
                    <a:pt x="191" y="50"/>
                  </a:cubicBezTo>
                  <a:cubicBezTo>
                    <a:pt x="170" y="17"/>
                    <a:pt x="13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5" name="Google Shape;16655;p41"/>
            <p:cNvSpPr/>
            <p:nvPr/>
          </p:nvSpPr>
          <p:spPr>
            <a:xfrm>
              <a:off x="4365375" y="315502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36" y="1"/>
                  </a:moveTo>
                  <a:cubicBezTo>
                    <a:pt x="103" y="1"/>
                    <a:pt x="70" y="1"/>
                    <a:pt x="33" y="34"/>
                  </a:cubicBezTo>
                  <a:cubicBezTo>
                    <a:pt x="17" y="55"/>
                    <a:pt x="17" y="71"/>
                    <a:pt x="17" y="88"/>
                  </a:cubicBezTo>
                  <a:cubicBezTo>
                    <a:pt x="0" y="104"/>
                    <a:pt x="17" y="121"/>
                    <a:pt x="17" y="137"/>
                  </a:cubicBezTo>
                  <a:cubicBezTo>
                    <a:pt x="33" y="174"/>
                    <a:pt x="54" y="207"/>
                    <a:pt x="103" y="207"/>
                  </a:cubicBezTo>
                  <a:cubicBezTo>
                    <a:pt x="157" y="207"/>
                    <a:pt x="206" y="174"/>
                    <a:pt x="223" y="121"/>
                  </a:cubicBezTo>
                  <a:cubicBezTo>
                    <a:pt x="223" y="88"/>
                    <a:pt x="223" y="71"/>
                    <a:pt x="206" y="34"/>
                  </a:cubicBezTo>
                  <a:cubicBezTo>
                    <a:pt x="190" y="17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6" name="Google Shape;16656;p41"/>
            <p:cNvSpPr/>
            <p:nvPr/>
          </p:nvSpPr>
          <p:spPr>
            <a:xfrm>
              <a:off x="4369275" y="31295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5" y="1"/>
                  </a:moveTo>
                  <a:cubicBezTo>
                    <a:pt x="111" y="1"/>
                    <a:pt x="96" y="3"/>
                    <a:pt x="83" y="7"/>
                  </a:cubicBezTo>
                  <a:cubicBezTo>
                    <a:pt x="34" y="23"/>
                    <a:pt x="1" y="93"/>
                    <a:pt x="34" y="147"/>
                  </a:cubicBezTo>
                  <a:cubicBezTo>
                    <a:pt x="34" y="163"/>
                    <a:pt x="50" y="163"/>
                    <a:pt x="50" y="180"/>
                  </a:cubicBezTo>
                  <a:cubicBezTo>
                    <a:pt x="69" y="199"/>
                    <a:pt x="90" y="207"/>
                    <a:pt x="114" y="207"/>
                  </a:cubicBezTo>
                  <a:cubicBezTo>
                    <a:pt x="131" y="207"/>
                    <a:pt x="149" y="203"/>
                    <a:pt x="170" y="196"/>
                  </a:cubicBezTo>
                  <a:cubicBezTo>
                    <a:pt x="207" y="180"/>
                    <a:pt x="223" y="147"/>
                    <a:pt x="223" y="110"/>
                  </a:cubicBezTo>
                  <a:lnTo>
                    <a:pt x="223" y="60"/>
                  </a:lnTo>
                  <a:cubicBezTo>
                    <a:pt x="211" y="20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7" name="Google Shape;16657;p41"/>
            <p:cNvSpPr/>
            <p:nvPr/>
          </p:nvSpPr>
          <p:spPr>
            <a:xfrm>
              <a:off x="4363600" y="3106350"/>
              <a:ext cx="6125" cy="5050"/>
            </a:xfrm>
            <a:custGeom>
              <a:avLst/>
              <a:gdLst/>
              <a:ahLst/>
              <a:cxnLst/>
              <a:rect l="l" t="t" r="r" b="b"/>
              <a:pathLst>
                <a:path w="245" h="202" extrusionOk="0">
                  <a:moveTo>
                    <a:pt x="124" y="0"/>
                  </a:moveTo>
                  <a:cubicBezTo>
                    <a:pt x="112" y="0"/>
                    <a:pt x="100" y="2"/>
                    <a:pt x="88" y="6"/>
                  </a:cubicBezTo>
                  <a:cubicBezTo>
                    <a:pt x="38" y="23"/>
                    <a:pt x="1" y="93"/>
                    <a:pt x="22" y="146"/>
                  </a:cubicBezTo>
                  <a:cubicBezTo>
                    <a:pt x="46" y="183"/>
                    <a:pt x="80" y="202"/>
                    <a:pt x="118" y="202"/>
                  </a:cubicBezTo>
                  <a:cubicBezTo>
                    <a:pt x="131" y="202"/>
                    <a:pt x="144" y="200"/>
                    <a:pt x="158" y="196"/>
                  </a:cubicBezTo>
                  <a:cubicBezTo>
                    <a:pt x="207" y="179"/>
                    <a:pt x="244" y="126"/>
                    <a:pt x="228" y="76"/>
                  </a:cubicBezTo>
                  <a:cubicBezTo>
                    <a:pt x="199" y="22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8" name="Google Shape;16658;p41"/>
            <p:cNvSpPr/>
            <p:nvPr/>
          </p:nvSpPr>
          <p:spPr>
            <a:xfrm>
              <a:off x="4367950" y="3143250"/>
              <a:ext cx="5175" cy="5425"/>
            </a:xfrm>
            <a:custGeom>
              <a:avLst/>
              <a:gdLst/>
              <a:ahLst/>
              <a:cxnLst/>
              <a:rect l="l" t="t" r="r" b="b"/>
              <a:pathLst>
                <a:path w="207" h="217" extrusionOk="0">
                  <a:moveTo>
                    <a:pt x="96" y="1"/>
                  </a:moveTo>
                  <a:cubicBezTo>
                    <a:pt x="66" y="1"/>
                    <a:pt x="37" y="14"/>
                    <a:pt x="17" y="43"/>
                  </a:cubicBezTo>
                  <a:cubicBezTo>
                    <a:pt x="0" y="60"/>
                    <a:pt x="0" y="93"/>
                    <a:pt x="0" y="113"/>
                  </a:cubicBezTo>
                  <a:lnTo>
                    <a:pt x="0" y="146"/>
                  </a:lnTo>
                  <a:cubicBezTo>
                    <a:pt x="17" y="163"/>
                    <a:pt x="17" y="179"/>
                    <a:pt x="33" y="179"/>
                  </a:cubicBezTo>
                  <a:cubicBezTo>
                    <a:pt x="70" y="196"/>
                    <a:pt x="87" y="216"/>
                    <a:pt x="120" y="216"/>
                  </a:cubicBezTo>
                  <a:cubicBezTo>
                    <a:pt x="136" y="196"/>
                    <a:pt x="173" y="196"/>
                    <a:pt x="190" y="163"/>
                  </a:cubicBezTo>
                  <a:cubicBezTo>
                    <a:pt x="206" y="146"/>
                    <a:pt x="206" y="130"/>
                    <a:pt x="206" y="93"/>
                  </a:cubicBezTo>
                  <a:cubicBezTo>
                    <a:pt x="206" y="60"/>
                    <a:pt x="190" y="43"/>
                    <a:pt x="173" y="27"/>
                  </a:cubicBezTo>
                  <a:cubicBezTo>
                    <a:pt x="149" y="10"/>
                    <a:pt x="122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9" name="Google Shape;16659;p41"/>
            <p:cNvSpPr/>
            <p:nvPr/>
          </p:nvSpPr>
          <p:spPr>
            <a:xfrm>
              <a:off x="4380825" y="3072475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95" y="1"/>
                  </a:moveTo>
                  <a:cubicBezTo>
                    <a:pt x="53" y="1"/>
                    <a:pt x="14" y="33"/>
                    <a:pt x="0" y="91"/>
                  </a:cubicBezTo>
                  <a:cubicBezTo>
                    <a:pt x="0" y="108"/>
                    <a:pt x="0" y="124"/>
                    <a:pt x="17" y="141"/>
                  </a:cubicBezTo>
                  <a:cubicBezTo>
                    <a:pt x="17" y="141"/>
                    <a:pt x="17" y="161"/>
                    <a:pt x="33" y="161"/>
                  </a:cubicBezTo>
                  <a:cubicBezTo>
                    <a:pt x="54" y="178"/>
                    <a:pt x="71" y="194"/>
                    <a:pt x="104" y="194"/>
                  </a:cubicBezTo>
                  <a:cubicBezTo>
                    <a:pt x="108" y="199"/>
                    <a:pt x="115" y="201"/>
                    <a:pt x="122" y="201"/>
                  </a:cubicBezTo>
                  <a:cubicBezTo>
                    <a:pt x="140" y="201"/>
                    <a:pt x="162" y="190"/>
                    <a:pt x="174" y="178"/>
                  </a:cubicBezTo>
                  <a:cubicBezTo>
                    <a:pt x="190" y="161"/>
                    <a:pt x="207" y="141"/>
                    <a:pt x="223" y="108"/>
                  </a:cubicBezTo>
                  <a:cubicBezTo>
                    <a:pt x="223" y="58"/>
                    <a:pt x="190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0" name="Google Shape;16660;p41"/>
            <p:cNvSpPr/>
            <p:nvPr/>
          </p:nvSpPr>
          <p:spPr>
            <a:xfrm>
              <a:off x="4373500" y="311760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7" y="1"/>
                  </a:moveTo>
                  <a:cubicBezTo>
                    <a:pt x="51" y="1"/>
                    <a:pt x="1" y="46"/>
                    <a:pt x="1" y="88"/>
                  </a:cubicBezTo>
                  <a:lnTo>
                    <a:pt x="1" y="142"/>
                  </a:lnTo>
                  <a:lnTo>
                    <a:pt x="17" y="158"/>
                  </a:lnTo>
                  <a:cubicBezTo>
                    <a:pt x="38" y="191"/>
                    <a:pt x="54" y="191"/>
                    <a:pt x="87" y="212"/>
                  </a:cubicBezTo>
                  <a:cubicBezTo>
                    <a:pt x="141" y="212"/>
                    <a:pt x="190" y="175"/>
                    <a:pt x="207" y="125"/>
                  </a:cubicBezTo>
                  <a:cubicBezTo>
                    <a:pt x="207" y="88"/>
                    <a:pt x="207" y="71"/>
                    <a:pt x="190" y="38"/>
                  </a:cubicBezTo>
                  <a:cubicBezTo>
                    <a:pt x="174" y="22"/>
                    <a:pt x="141" y="6"/>
                    <a:pt x="120" y="6"/>
                  </a:cubicBezTo>
                  <a:cubicBezTo>
                    <a:pt x="113" y="2"/>
                    <a:pt x="10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1" name="Google Shape;16661;p41"/>
            <p:cNvSpPr/>
            <p:nvPr/>
          </p:nvSpPr>
          <p:spPr>
            <a:xfrm>
              <a:off x="4377000" y="3085050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20" y="1"/>
                  </a:moveTo>
                  <a:cubicBezTo>
                    <a:pt x="67" y="1"/>
                    <a:pt x="1" y="34"/>
                    <a:pt x="1" y="104"/>
                  </a:cubicBezTo>
                  <a:lnTo>
                    <a:pt x="1" y="153"/>
                  </a:lnTo>
                  <a:lnTo>
                    <a:pt x="17" y="174"/>
                  </a:lnTo>
                  <a:cubicBezTo>
                    <a:pt x="34" y="190"/>
                    <a:pt x="50" y="207"/>
                    <a:pt x="83" y="207"/>
                  </a:cubicBezTo>
                  <a:cubicBezTo>
                    <a:pt x="93" y="210"/>
                    <a:pt x="102" y="211"/>
                    <a:pt x="110" y="211"/>
                  </a:cubicBezTo>
                  <a:cubicBezTo>
                    <a:pt x="153" y="211"/>
                    <a:pt x="190" y="178"/>
                    <a:pt x="207" y="120"/>
                  </a:cubicBezTo>
                  <a:cubicBezTo>
                    <a:pt x="207" y="104"/>
                    <a:pt x="207" y="71"/>
                    <a:pt x="186" y="50"/>
                  </a:cubicBezTo>
                  <a:cubicBezTo>
                    <a:pt x="170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2" name="Google Shape;16662;p41"/>
            <p:cNvSpPr/>
            <p:nvPr/>
          </p:nvSpPr>
          <p:spPr>
            <a:xfrm>
              <a:off x="4374425" y="30986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1" y="1"/>
                  </a:moveTo>
                  <a:cubicBezTo>
                    <a:pt x="102" y="1"/>
                    <a:pt x="93" y="2"/>
                    <a:pt x="83" y="5"/>
                  </a:cubicBezTo>
                  <a:cubicBezTo>
                    <a:pt x="17" y="21"/>
                    <a:pt x="1" y="91"/>
                    <a:pt x="17" y="145"/>
                  </a:cubicBezTo>
                  <a:cubicBezTo>
                    <a:pt x="29" y="181"/>
                    <a:pt x="69" y="208"/>
                    <a:pt x="109" y="208"/>
                  </a:cubicBezTo>
                  <a:cubicBezTo>
                    <a:pt x="124" y="208"/>
                    <a:pt x="140" y="204"/>
                    <a:pt x="153" y="195"/>
                  </a:cubicBezTo>
                  <a:cubicBezTo>
                    <a:pt x="207" y="178"/>
                    <a:pt x="240" y="124"/>
                    <a:pt x="207" y="75"/>
                  </a:cubicBezTo>
                  <a:cubicBezTo>
                    <a:pt x="190" y="31"/>
                    <a:pt x="153" y="1"/>
                    <a:pt x="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3" name="Google Shape;16663;p41"/>
            <p:cNvSpPr/>
            <p:nvPr/>
          </p:nvSpPr>
          <p:spPr>
            <a:xfrm>
              <a:off x="4352475" y="3163450"/>
              <a:ext cx="5175" cy="5325"/>
            </a:xfrm>
            <a:custGeom>
              <a:avLst/>
              <a:gdLst/>
              <a:ahLst/>
              <a:cxnLst/>
              <a:rect l="l" t="t" r="r" b="b"/>
              <a:pathLst>
                <a:path w="207" h="213" extrusionOk="0">
                  <a:moveTo>
                    <a:pt x="97" y="1"/>
                  </a:moveTo>
                  <a:cubicBezTo>
                    <a:pt x="66" y="1"/>
                    <a:pt x="37" y="14"/>
                    <a:pt x="17" y="43"/>
                  </a:cubicBezTo>
                  <a:cubicBezTo>
                    <a:pt x="1" y="60"/>
                    <a:pt x="1" y="93"/>
                    <a:pt x="1" y="109"/>
                  </a:cubicBezTo>
                  <a:lnTo>
                    <a:pt x="1" y="146"/>
                  </a:lnTo>
                  <a:cubicBezTo>
                    <a:pt x="17" y="163"/>
                    <a:pt x="17" y="179"/>
                    <a:pt x="34" y="179"/>
                  </a:cubicBezTo>
                  <a:cubicBezTo>
                    <a:pt x="54" y="196"/>
                    <a:pt x="87" y="212"/>
                    <a:pt x="120" y="212"/>
                  </a:cubicBezTo>
                  <a:cubicBezTo>
                    <a:pt x="137" y="212"/>
                    <a:pt x="174" y="196"/>
                    <a:pt x="190" y="179"/>
                  </a:cubicBezTo>
                  <a:cubicBezTo>
                    <a:pt x="207" y="146"/>
                    <a:pt x="207" y="130"/>
                    <a:pt x="207" y="93"/>
                  </a:cubicBezTo>
                  <a:cubicBezTo>
                    <a:pt x="207" y="76"/>
                    <a:pt x="190" y="43"/>
                    <a:pt x="174" y="27"/>
                  </a:cubicBezTo>
                  <a:cubicBezTo>
                    <a:pt x="149" y="10"/>
                    <a:pt x="123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4" name="Google Shape;16664;p41"/>
            <p:cNvSpPr/>
            <p:nvPr/>
          </p:nvSpPr>
          <p:spPr>
            <a:xfrm>
              <a:off x="4100775" y="316667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01" y="1"/>
                  </a:moveTo>
                  <a:cubicBezTo>
                    <a:pt x="69" y="1"/>
                    <a:pt x="40" y="15"/>
                    <a:pt x="21" y="34"/>
                  </a:cubicBezTo>
                  <a:cubicBezTo>
                    <a:pt x="1" y="67"/>
                    <a:pt x="1" y="83"/>
                    <a:pt x="1" y="120"/>
                  </a:cubicBezTo>
                  <a:lnTo>
                    <a:pt x="1" y="137"/>
                  </a:lnTo>
                  <a:cubicBezTo>
                    <a:pt x="21" y="153"/>
                    <a:pt x="21" y="170"/>
                    <a:pt x="38" y="186"/>
                  </a:cubicBezTo>
                  <a:cubicBezTo>
                    <a:pt x="54" y="207"/>
                    <a:pt x="87" y="207"/>
                    <a:pt x="124" y="207"/>
                  </a:cubicBezTo>
                  <a:cubicBezTo>
                    <a:pt x="141" y="207"/>
                    <a:pt x="174" y="186"/>
                    <a:pt x="190" y="170"/>
                  </a:cubicBezTo>
                  <a:cubicBezTo>
                    <a:pt x="207" y="153"/>
                    <a:pt x="207" y="120"/>
                    <a:pt x="207" y="104"/>
                  </a:cubicBezTo>
                  <a:cubicBezTo>
                    <a:pt x="207" y="67"/>
                    <a:pt x="190" y="50"/>
                    <a:pt x="174" y="34"/>
                  </a:cubicBezTo>
                  <a:cubicBezTo>
                    <a:pt x="152" y="10"/>
                    <a:pt x="126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5" name="Google Shape;16665;p41"/>
            <p:cNvSpPr/>
            <p:nvPr/>
          </p:nvSpPr>
          <p:spPr>
            <a:xfrm>
              <a:off x="4355475" y="31361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70" y="1"/>
                  </a:moveTo>
                  <a:cubicBezTo>
                    <a:pt x="17" y="33"/>
                    <a:pt x="0" y="87"/>
                    <a:pt x="17" y="137"/>
                  </a:cubicBezTo>
                  <a:cubicBezTo>
                    <a:pt x="34" y="181"/>
                    <a:pt x="82" y="211"/>
                    <a:pt x="128" y="211"/>
                  </a:cubicBezTo>
                  <a:cubicBezTo>
                    <a:pt x="138" y="211"/>
                    <a:pt x="147" y="210"/>
                    <a:pt x="157" y="207"/>
                  </a:cubicBezTo>
                  <a:cubicBezTo>
                    <a:pt x="173" y="190"/>
                    <a:pt x="190" y="190"/>
                    <a:pt x="190" y="170"/>
                  </a:cubicBezTo>
                  <a:cubicBezTo>
                    <a:pt x="223" y="137"/>
                    <a:pt x="223" y="104"/>
                    <a:pt x="206" y="66"/>
                  </a:cubicBezTo>
                  <a:cubicBezTo>
                    <a:pt x="190" y="33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6" name="Google Shape;16666;p41"/>
            <p:cNvSpPr/>
            <p:nvPr/>
          </p:nvSpPr>
          <p:spPr>
            <a:xfrm>
              <a:off x="4340000" y="31696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41" y="0"/>
                  </a:moveTo>
                  <a:cubicBezTo>
                    <a:pt x="71" y="0"/>
                    <a:pt x="17" y="33"/>
                    <a:pt x="17" y="87"/>
                  </a:cubicBezTo>
                  <a:cubicBezTo>
                    <a:pt x="1" y="104"/>
                    <a:pt x="17" y="120"/>
                    <a:pt x="17" y="137"/>
                  </a:cubicBezTo>
                  <a:cubicBezTo>
                    <a:pt x="17" y="153"/>
                    <a:pt x="17" y="153"/>
                    <a:pt x="38" y="169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20" y="207"/>
                    <a:pt x="157" y="207"/>
                    <a:pt x="174" y="190"/>
                  </a:cubicBezTo>
                  <a:cubicBezTo>
                    <a:pt x="207" y="169"/>
                    <a:pt x="207" y="153"/>
                    <a:pt x="223" y="120"/>
                  </a:cubicBezTo>
                  <a:cubicBezTo>
                    <a:pt x="223" y="104"/>
                    <a:pt x="223" y="66"/>
                    <a:pt x="207" y="50"/>
                  </a:cubicBezTo>
                  <a:cubicBezTo>
                    <a:pt x="190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7" name="Google Shape;16667;p41"/>
            <p:cNvSpPr/>
            <p:nvPr/>
          </p:nvSpPr>
          <p:spPr>
            <a:xfrm>
              <a:off x="4345575" y="3126950"/>
              <a:ext cx="5700" cy="5100"/>
            </a:xfrm>
            <a:custGeom>
              <a:avLst/>
              <a:gdLst/>
              <a:ahLst/>
              <a:cxnLst/>
              <a:rect l="l" t="t" r="r" b="b"/>
              <a:pathLst>
                <a:path w="228" h="204" extrusionOk="0">
                  <a:moveTo>
                    <a:pt x="107" y="1"/>
                  </a:moveTo>
                  <a:cubicBezTo>
                    <a:pt x="78" y="1"/>
                    <a:pt x="49" y="14"/>
                    <a:pt x="21" y="44"/>
                  </a:cubicBezTo>
                  <a:cubicBezTo>
                    <a:pt x="0" y="60"/>
                    <a:pt x="0" y="77"/>
                    <a:pt x="0" y="110"/>
                  </a:cubicBezTo>
                  <a:cubicBezTo>
                    <a:pt x="0" y="126"/>
                    <a:pt x="0" y="126"/>
                    <a:pt x="21" y="147"/>
                  </a:cubicBezTo>
                  <a:cubicBezTo>
                    <a:pt x="21" y="163"/>
                    <a:pt x="38" y="163"/>
                    <a:pt x="38" y="180"/>
                  </a:cubicBezTo>
                  <a:cubicBezTo>
                    <a:pt x="61" y="192"/>
                    <a:pt x="76" y="203"/>
                    <a:pt x="96" y="203"/>
                  </a:cubicBezTo>
                  <a:cubicBezTo>
                    <a:pt x="104" y="203"/>
                    <a:pt x="113" y="201"/>
                    <a:pt x="124" y="196"/>
                  </a:cubicBezTo>
                  <a:cubicBezTo>
                    <a:pt x="157" y="196"/>
                    <a:pt x="174" y="180"/>
                    <a:pt x="190" y="163"/>
                  </a:cubicBezTo>
                  <a:cubicBezTo>
                    <a:pt x="207" y="147"/>
                    <a:pt x="227" y="110"/>
                    <a:pt x="207" y="93"/>
                  </a:cubicBezTo>
                  <a:cubicBezTo>
                    <a:pt x="207" y="60"/>
                    <a:pt x="190" y="44"/>
                    <a:pt x="174" y="23"/>
                  </a:cubicBezTo>
                  <a:cubicBezTo>
                    <a:pt x="152" y="9"/>
                    <a:pt x="129" y="1"/>
                    <a:pt x="1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8" name="Google Shape;16668;p41"/>
            <p:cNvSpPr/>
            <p:nvPr/>
          </p:nvSpPr>
          <p:spPr>
            <a:xfrm>
              <a:off x="4344325" y="3139050"/>
              <a:ext cx="5600" cy="5450"/>
            </a:xfrm>
            <a:custGeom>
              <a:avLst/>
              <a:gdLst/>
              <a:ahLst/>
              <a:cxnLst/>
              <a:rect l="l" t="t" r="r" b="b"/>
              <a:pathLst>
                <a:path w="224" h="218" extrusionOk="0">
                  <a:moveTo>
                    <a:pt x="105" y="1"/>
                  </a:moveTo>
                  <a:cubicBezTo>
                    <a:pt x="94" y="1"/>
                    <a:pt x="83" y="2"/>
                    <a:pt x="71" y="5"/>
                  </a:cubicBezTo>
                  <a:cubicBezTo>
                    <a:pt x="17" y="38"/>
                    <a:pt x="1" y="92"/>
                    <a:pt x="17" y="141"/>
                  </a:cubicBezTo>
                  <a:cubicBezTo>
                    <a:pt x="17" y="158"/>
                    <a:pt x="34" y="178"/>
                    <a:pt x="34" y="178"/>
                  </a:cubicBezTo>
                  <a:cubicBezTo>
                    <a:pt x="61" y="202"/>
                    <a:pt x="95" y="218"/>
                    <a:pt x="124" y="218"/>
                  </a:cubicBezTo>
                  <a:cubicBezTo>
                    <a:pt x="135" y="218"/>
                    <a:pt x="145" y="216"/>
                    <a:pt x="154" y="211"/>
                  </a:cubicBezTo>
                  <a:cubicBezTo>
                    <a:pt x="191" y="195"/>
                    <a:pt x="224" y="158"/>
                    <a:pt x="224" y="125"/>
                  </a:cubicBezTo>
                  <a:cubicBezTo>
                    <a:pt x="224" y="108"/>
                    <a:pt x="224" y="92"/>
                    <a:pt x="207" y="75"/>
                  </a:cubicBezTo>
                  <a:cubicBezTo>
                    <a:pt x="194" y="31"/>
                    <a:pt x="15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9" name="Google Shape;16669;p41"/>
            <p:cNvSpPr/>
            <p:nvPr/>
          </p:nvSpPr>
          <p:spPr>
            <a:xfrm>
              <a:off x="4350325" y="317770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87" y="1"/>
                  </a:moveTo>
                  <a:cubicBezTo>
                    <a:pt x="37" y="1"/>
                    <a:pt x="0" y="34"/>
                    <a:pt x="0" y="92"/>
                  </a:cubicBezTo>
                  <a:lnTo>
                    <a:pt x="0" y="141"/>
                  </a:lnTo>
                  <a:lnTo>
                    <a:pt x="17" y="158"/>
                  </a:lnTo>
                  <a:cubicBezTo>
                    <a:pt x="37" y="195"/>
                    <a:pt x="54" y="195"/>
                    <a:pt x="87" y="211"/>
                  </a:cubicBezTo>
                  <a:cubicBezTo>
                    <a:pt x="120" y="211"/>
                    <a:pt x="140" y="195"/>
                    <a:pt x="157" y="195"/>
                  </a:cubicBezTo>
                  <a:cubicBezTo>
                    <a:pt x="190" y="178"/>
                    <a:pt x="206" y="141"/>
                    <a:pt x="206" y="125"/>
                  </a:cubicBezTo>
                  <a:cubicBezTo>
                    <a:pt x="206" y="92"/>
                    <a:pt x="206" y="55"/>
                    <a:pt x="190" y="38"/>
                  </a:cubicBezTo>
                  <a:cubicBezTo>
                    <a:pt x="173" y="22"/>
                    <a:pt x="140" y="5"/>
                    <a:pt x="120" y="5"/>
                  </a:cubicBezTo>
                  <a:cubicBezTo>
                    <a:pt x="108" y="2"/>
                    <a:pt x="98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0" name="Google Shape;16670;p41"/>
            <p:cNvSpPr/>
            <p:nvPr/>
          </p:nvSpPr>
          <p:spPr>
            <a:xfrm>
              <a:off x="4354650" y="31494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87" y="0"/>
                    <a:pt x="70" y="17"/>
                    <a:pt x="50" y="33"/>
                  </a:cubicBezTo>
                  <a:cubicBezTo>
                    <a:pt x="17" y="33"/>
                    <a:pt x="0" y="70"/>
                    <a:pt x="0" y="87"/>
                  </a:cubicBezTo>
                  <a:lnTo>
                    <a:pt x="0" y="153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3" y="190"/>
                    <a:pt x="70" y="207"/>
                    <a:pt x="87" y="207"/>
                  </a:cubicBezTo>
                  <a:cubicBezTo>
                    <a:pt x="98" y="209"/>
                    <a:pt x="109" y="211"/>
                    <a:pt x="119" y="211"/>
                  </a:cubicBezTo>
                  <a:cubicBezTo>
                    <a:pt x="169" y="211"/>
                    <a:pt x="206" y="178"/>
                    <a:pt x="206" y="120"/>
                  </a:cubicBezTo>
                  <a:cubicBezTo>
                    <a:pt x="206" y="103"/>
                    <a:pt x="206" y="70"/>
                    <a:pt x="190" y="50"/>
                  </a:cubicBezTo>
                  <a:cubicBezTo>
                    <a:pt x="173" y="33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1" name="Google Shape;16671;p41"/>
            <p:cNvSpPr/>
            <p:nvPr/>
          </p:nvSpPr>
          <p:spPr>
            <a:xfrm>
              <a:off x="4384750" y="3111225"/>
              <a:ext cx="1675" cy="4775"/>
            </a:xfrm>
            <a:custGeom>
              <a:avLst/>
              <a:gdLst/>
              <a:ahLst/>
              <a:cxnLst/>
              <a:rect l="l" t="t" r="r" b="b"/>
              <a:pathLst>
                <a:path w="67" h="191" extrusionOk="0">
                  <a:moveTo>
                    <a:pt x="66" y="1"/>
                  </a:moveTo>
                  <a:cubicBezTo>
                    <a:pt x="50" y="1"/>
                    <a:pt x="33" y="17"/>
                    <a:pt x="17" y="34"/>
                  </a:cubicBezTo>
                  <a:cubicBezTo>
                    <a:pt x="0" y="54"/>
                    <a:pt x="0" y="71"/>
                    <a:pt x="0" y="104"/>
                  </a:cubicBezTo>
                  <a:lnTo>
                    <a:pt x="0" y="120"/>
                  </a:lnTo>
                  <a:cubicBezTo>
                    <a:pt x="17" y="137"/>
                    <a:pt x="17" y="157"/>
                    <a:pt x="33" y="174"/>
                  </a:cubicBezTo>
                  <a:cubicBezTo>
                    <a:pt x="50" y="174"/>
                    <a:pt x="50" y="190"/>
                    <a:pt x="66" y="190"/>
                  </a:cubicBezTo>
                  <a:lnTo>
                    <a:pt x="6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2" name="Google Shape;16672;p41"/>
            <p:cNvSpPr/>
            <p:nvPr/>
          </p:nvSpPr>
          <p:spPr>
            <a:xfrm>
              <a:off x="4342175" y="31546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1"/>
                  </a:moveTo>
                  <a:cubicBezTo>
                    <a:pt x="70" y="1"/>
                    <a:pt x="0" y="33"/>
                    <a:pt x="0" y="87"/>
                  </a:cubicBezTo>
                  <a:lnTo>
                    <a:pt x="0" y="137"/>
                  </a:lnTo>
                  <a:cubicBezTo>
                    <a:pt x="17" y="174"/>
                    <a:pt x="54" y="207"/>
                    <a:pt x="87" y="207"/>
                  </a:cubicBezTo>
                  <a:cubicBezTo>
                    <a:pt x="94" y="209"/>
                    <a:pt x="100" y="210"/>
                    <a:pt x="107" y="210"/>
                  </a:cubicBezTo>
                  <a:cubicBezTo>
                    <a:pt x="150" y="210"/>
                    <a:pt x="192" y="167"/>
                    <a:pt x="207" y="120"/>
                  </a:cubicBezTo>
                  <a:cubicBezTo>
                    <a:pt x="207" y="87"/>
                    <a:pt x="207" y="71"/>
                    <a:pt x="190" y="50"/>
                  </a:cubicBezTo>
                  <a:cubicBezTo>
                    <a:pt x="174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3" name="Google Shape;16673;p41"/>
            <p:cNvSpPr/>
            <p:nvPr/>
          </p:nvSpPr>
          <p:spPr>
            <a:xfrm>
              <a:off x="4091800" y="31464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1"/>
                  </a:moveTo>
                  <a:cubicBezTo>
                    <a:pt x="104" y="1"/>
                    <a:pt x="71" y="1"/>
                    <a:pt x="50" y="17"/>
                  </a:cubicBezTo>
                  <a:cubicBezTo>
                    <a:pt x="34" y="34"/>
                    <a:pt x="17" y="50"/>
                    <a:pt x="17" y="87"/>
                  </a:cubicBezTo>
                  <a:cubicBezTo>
                    <a:pt x="1" y="104"/>
                    <a:pt x="17" y="120"/>
                    <a:pt x="17" y="137"/>
                  </a:cubicBezTo>
                  <a:cubicBezTo>
                    <a:pt x="17" y="137"/>
                    <a:pt x="17" y="153"/>
                    <a:pt x="34" y="153"/>
                  </a:cubicBezTo>
                  <a:cubicBezTo>
                    <a:pt x="50" y="190"/>
                    <a:pt x="71" y="190"/>
                    <a:pt x="104" y="207"/>
                  </a:cubicBezTo>
                  <a:cubicBezTo>
                    <a:pt x="153" y="207"/>
                    <a:pt x="207" y="170"/>
                    <a:pt x="223" y="120"/>
                  </a:cubicBezTo>
                  <a:cubicBezTo>
                    <a:pt x="223" y="87"/>
                    <a:pt x="223" y="67"/>
                    <a:pt x="207" y="34"/>
                  </a:cubicBezTo>
                  <a:cubicBezTo>
                    <a:pt x="191" y="17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4" name="Google Shape;16674;p41"/>
            <p:cNvSpPr/>
            <p:nvPr/>
          </p:nvSpPr>
          <p:spPr>
            <a:xfrm>
              <a:off x="4082750" y="3201000"/>
              <a:ext cx="5675" cy="5175"/>
            </a:xfrm>
            <a:custGeom>
              <a:avLst/>
              <a:gdLst/>
              <a:ahLst/>
              <a:cxnLst/>
              <a:rect l="l" t="t" r="r" b="b"/>
              <a:pathLst>
                <a:path w="227" h="207" extrusionOk="0">
                  <a:moveTo>
                    <a:pt x="140" y="1"/>
                  </a:moveTo>
                  <a:cubicBezTo>
                    <a:pt x="70" y="1"/>
                    <a:pt x="21" y="34"/>
                    <a:pt x="21" y="87"/>
                  </a:cubicBezTo>
                  <a:cubicBezTo>
                    <a:pt x="0" y="104"/>
                    <a:pt x="21" y="120"/>
                    <a:pt x="21" y="137"/>
                  </a:cubicBezTo>
                  <a:cubicBezTo>
                    <a:pt x="21" y="153"/>
                    <a:pt x="21" y="153"/>
                    <a:pt x="37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24" y="207"/>
                    <a:pt x="157" y="207"/>
                    <a:pt x="173" y="190"/>
                  </a:cubicBezTo>
                  <a:cubicBezTo>
                    <a:pt x="206" y="174"/>
                    <a:pt x="206" y="153"/>
                    <a:pt x="227" y="120"/>
                  </a:cubicBezTo>
                  <a:cubicBezTo>
                    <a:pt x="227" y="104"/>
                    <a:pt x="227" y="71"/>
                    <a:pt x="206" y="50"/>
                  </a:cubicBezTo>
                  <a:cubicBezTo>
                    <a:pt x="190" y="17"/>
                    <a:pt x="157" y="17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5" name="Google Shape;16675;p41"/>
            <p:cNvSpPr/>
            <p:nvPr/>
          </p:nvSpPr>
          <p:spPr>
            <a:xfrm>
              <a:off x="4088400" y="315960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03" y="0"/>
                  </a:moveTo>
                  <a:cubicBezTo>
                    <a:pt x="91" y="0"/>
                    <a:pt x="78" y="8"/>
                    <a:pt x="67" y="8"/>
                  </a:cubicBezTo>
                  <a:cubicBezTo>
                    <a:pt x="17" y="24"/>
                    <a:pt x="1" y="94"/>
                    <a:pt x="17" y="144"/>
                  </a:cubicBezTo>
                  <a:cubicBezTo>
                    <a:pt x="30" y="184"/>
                    <a:pt x="73" y="203"/>
                    <a:pt x="114" y="203"/>
                  </a:cubicBezTo>
                  <a:cubicBezTo>
                    <a:pt x="128" y="203"/>
                    <a:pt x="141" y="201"/>
                    <a:pt x="153" y="197"/>
                  </a:cubicBezTo>
                  <a:cubicBezTo>
                    <a:pt x="170" y="197"/>
                    <a:pt x="170" y="181"/>
                    <a:pt x="186" y="181"/>
                  </a:cubicBezTo>
                  <a:cubicBezTo>
                    <a:pt x="207" y="144"/>
                    <a:pt x="223" y="111"/>
                    <a:pt x="207" y="57"/>
                  </a:cubicBezTo>
                  <a:cubicBezTo>
                    <a:pt x="186" y="24"/>
                    <a:pt x="153" y="8"/>
                    <a:pt x="120" y="8"/>
                  </a:cubicBezTo>
                  <a:cubicBezTo>
                    <a:pt x="115" y="2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6" name="Google Shape;16676;p41"/>
            <p:cNvSpPr/>
            <p:nvPr/>
          </p:nvSpPr>
          <p:spPr>
            <a:xfrm>
              <a:off x="4085325" y="3187050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99" y="1"/>
                  </a:moveTo>
                  <a:cubicBezTo>
                    <a:pt x="68" y="1"/>
                    <a:pt x="39" y="14"/>
                    <a:pt x="21" y="43"/>
                  </a:cubicBezTo>
                  <a:cubicBezTo>
                    <a:pt x="0" y="60"/>
                    <a:pt x="0" y="76"/>
                    <a:pt x="0" y="114"/>
                  </a:cubicBezTo>
                  <a:lnTo>
                    <a:pt x="0" y="147"/>
                  </a:lnTo>
                  <a:lnTo>
                    <a:pt x="37" y="180"/>
                  </a:lnTo>
                  <a:cubicBezTo>
                    <a:pt x="49" y="191"/>
                    <a:pt x="68" y="205"/>
                    <a:pt x="92" y="205"/>
                  </a:cubicBezTo>
                  <a:cubicBezTo>
                    <a:pt x="102" y="205"/>
                    <a:pt x="113" y="202"/>
                    <a:pt x="124" y="196"/>
                  </a:cubicBezTo>
                  <a:cubicBezTo>
                    <a:pt x="140" y="196"/>
                    <a:pt x="173" y="180"/>
                    <a:pt x="190" y="163"/>
                  </a:cubicBezTo>
                  <a:cubicBezTo>
                    <a:pt x="206" y="147"/>
                    <a:pt x="206" y="114"/>
                    <a:pt x="206" y="93"/>
                  </a:cubicBezTo>
                  <a:cubicBezTo>
                    <a:pt x="206" y="60"/>
                    <a:pt x="190" y="43"/>
                    <a:pt x="173" y="27"/>
                  </a:cubicBezTo>
                  <a:cubicBezTo>
                    <a:pt x="151" y="10"/>
                    <a:pt x="124" y="1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7" name="Google Shape;16677;p41"/>
            <p:cNvSpPr/>
            <p:nvPr/>
          </p:nvSpPr>
          <p:spPr>
            <a:xfrm>
              <a:off x="4203850" y="3232225"/>
              <a:ext cx="5700" cy="4975"/>
            </a:xfrm>
            <a:custGeom>
              <a:avLst/>
              <a:gdLst/>
              <a:ahLst/>
              <a:cxnLst/>
              <a:rect l="l" t="t" r="r" b="b"/>
              <a:pathLst>
                <a:path w="228" h="199" extrusionOk="0">
                  <a:moveTo>
                    <a:pt x="97" y="1"/>
                  </a:moveTo>
                  <a:cubicBezTo>
                    <a:pt x="55" y="1"/>
                    <a:pt x="18" y="34"/>
                    <a:pt x="0" y="92"/>
                  </a:cubicBezTo>
                  <a:cubicBezTo>
                    <a:pt x="0" y="108"/>
                    <a:pt x="0" y="125"/>
                    <a:pt x="21" y="141"/>
                  </a:cubicBezTo>
                  <a:lnTo>
                    <a:pt x="21" y="162"/>
                  </a:lnTo>
                  <a:cubicBezTo>
                    <a:pt x="38" y="178"/>
                    <a:pt x="71" y="195"/>
                    <a:pt x="87" y="195"/>
                  </a:cubicBezTo>
                  <a:cubicBezTo>
                    <a:pt x="99" y="198"/>
                    <a:pt x="110" y="199"/>
                    <a:pt x="121" y="199"/>
                  </a:cubicBezTo>
                  <a:cubicBezTo>
                    <a:pt x="173" y="199"/>
                    <a:pt x="207" y="166"/>
                    <a:pt x="207" y="108"/>
                  </a:cubicBezTo>
                  <a:cubicBezTo>
                    <a:pt x="227" y="92"/>
                    <a:pt x="207" y="59"/>
                    <a:pt x="190" y="38"/>
                  </a:cubicBezTo>
                  <a:cubicBezTo>
                    <a:pt x="174" y="22"/>
                    <a:pt x="157" y="5"/>
                    <a:pt x="124" y="5"/>
                  </a:cubicBezTo>
                  <a:cubicBezTo>
                    <a:pt x="115" y="2"/>
                    <a:pt x="10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8" name="Google Shape;16678;p41"/>
            <p:cNvSpPr/>
            <p:nvPr/>
          </p:nvSpPr>
          <p:spPr>
            <a:xfrm>
              <a:off x="4098200" y="3178475"/>
              <a:ext cx="5700" cy="5025"/>
            </a:xfrm>
            <a:custGeom>
              <a:avLst/>
              <a:gdLst/>
              <a:ahLst/>
              <a:cxnLst/>
              <a:rect l="l" t="t" r="r" b="b"/>
              <a:pathLst>
                <a:path w="228" h="201" extrusionOk="0">
                  <a:moveTo>
                    <a:pt x="93" y="0"/>
                  </a:moveTo>
                  <a:cubicBezTo>
                    <a:pt x="69" y="0"/>
                    <a:pt x="49" y="12"/>
                    <a:pt x="38" y="24"/>
                  </a:cubicBezTo>
                  <a:cubicBezTo>
                    <a:pt x="21" y="44"/>
                    <a:pt x="21" y="61"/>
                    <a:pt x="0" y="94"/>
                  </a:cubicBezTo>
                  <a:cubicBezTo>
                    <a:pt x="0" y="110"/>
                    <a:pt x="0" y="127"/>
                    <a:pt x="21" y="147"/>
                  </a:cubicBezTo>
                  <a:cubicBezTo>
                    <a:pt x="38" y="180"/>
                    <a:pt x="54" y="197"/>
                    <a:pt x="104" y="197"/>
                  </a:cubicBezTo>
                  <a:cubicBezTo>
                    <a:pt x="113" y="200"/>
                    <a:pt x="122" y="201"/>
                    <a:pt x="130" y="201"/>
                  </a:cubicBezTo>
                  <a:cubicBezTo>
                    <a:pt x="173" y="201"/>
                    <a:pt x="210" y="168"/>
                    <a:pt x="227" y="110"/>
                  </a:cubicBezTo>
                  <a:cubicBezTo>
                    <a:pt x="227" y="94"/>
                    <a:pt x="207" y="61"/>
                    <a:pt x="190" y="44"/>
                  </a:cubicBezTo>
                  <a:cubicBezTo>
                    <a:pt x="174" y="24"/>
                    <a:pt x="157" y="7"/>
                    <a:pt x="124" y="7"/>
                  </a:cubicBezTo>
                  <a:cubicBezTo>
                    <a:pt x="113" y="2"/>
                    <a:pt x="103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9" name="Google Shape;16679;p41"/>
            <p:cNvSpPr/>
            <p:nvPr/>
          </p:nvSpPr>
          <p:spPr>
            <a:xfrm>
              <a:off x="4096950" y="319445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02" y="0"/>
                  </a:moveTo>
                  <a:cubicBezTo>
                    <a:pt x="58" y="0"/>
                    <a:pt x="15" y="46"/>
                    <a:pt x="1" y="90"/>
                  </a:cubicBezTo>
                  <a:lnTo>
                    <a:pt x="1" y="143"/>
                  </a:lnTo>
                  <a:cubicBezTo>
                    <a:pt x="17" y="143"/>
                    <a:pt x="17" y="160"/>
                    <a:pt x="17" y="160"/>
                  </a:cubicBezTo>
                  <a:cubicBezTo>
                    <a:pt x="34" y="193"/>
                    <a:pt x="71" y="193"/>
                    <a:pt x="88" y="209"/>
                  </a:cubicBezTo>
                  <a:cubicBezTo>
                    <a:pt x="137" y="209"/>
                    <a:pt x="207" y="176"/>
                    <a:pt x="207" y="127"/>
                  </a:cubicBezTo>
                  <a:cubicBezTo>
                    <a:pt x="207" y="90"/>
                    <a:pt x="207" y="73"/>
                    <a:pt x="191" y="40"/>
                  </a:cubicBezTo>
                  <a:cubicBezTo>
                    <a:pt x="174" y="24"/>
                    <a:pt x="154" y="3"/>
                    <a:pt x="121" y="3"/>
                  </a:cubicBezTo>
                  <a:cubicBezTo>
                    <a:pt x="114" y="1"/>
                    <a:pt x="108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0" name="Google Shape;16680;p41"/>
            <p:cNvSpPr/>
            <p:nvPr/>
          </p:nvSpPr>
          <p:spPr>
            <a:xfrm>
              <a:off x="4095200" y="32083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104" y="1"/>
                    <a:pt x="71" y="17"/>
                    <a:pt x="55" y="17"/>
                  </a:cubicBezTo>
                  <a:cubicBezTo>
                    <a:pt x="38" y="34"/>
                    <a:pt x="17" y="67"/>
                    <a:pt x="1" y="87"/>
                  </a:cubicBezTo>
                  <a:cubicBezTo>
                    <a:pt x="1" y="104"/>
                    <a:pt x="1" y="137"/>
                    <a:pt x="17" y="137"/>
                  </a:cubicBezTo>
                  <a:cubicBezTo>
                    <a:pt x="17" y="153"/>
                    <a:pt x="17" y="153"/>
                    <a:pt x="38" y="170"/>
                  </a:cubicBezTo>
                  <a:cubicBezTo>
                    <a:pt x="55" y="190"/>
                    <a:pt x="71" y="207"/>
                    <a:pt x="104" y="207"/>
                  </a:cubicBezTo>
                  <a:cubicBezTo>
                    <a:pt x="111" y="209"/>
                    <a:pt x="117" y="210"/>
                    <a:pt x="124" y="210"/>
                  </a:cubicBezTo>
                  <a:cubicBezTo>
                    <a:pt x="170" y="210"/>
                    <a:pt x="209" y="163"/>
                    <a:pt x="224" y="120"/>
                  </a:cubicBezTo>
                  <a:cubicBezTo>
                    <a:pt x="224" y="104"/>
                    <a:pt x="207" y="67"/>
                    <a:pt x="191" y="50"/>
                  </a:cubicBezTo>
                  <a:cubicBezTo>
                    <a:pt x="174" y="17"/>
                    <a:pt x="158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1" name="Google Shape;16681;p41"/>
            <p:cNvSpPr/>
            <p:nvPr/>
          </p:nvSpPr>
          <p:spPr>
            <a:xfrm>
              <a:off x="3986575" y="3045575"/>
              <a:ext cx="1775" cy="4250"/>
            </a:xfrm>
            <a:custGeom>
              <a:avLst/>
              <a:gdLst/>
              <a:ahLst/>
              <a:cxnLst/>
              <a:rect l="l" t="t" r="r" b="b"/>
              <a:pathLst>
                <a:path w="71" h="170" extrusionOk="0">
                  <a:moveTo>
                    <a:pt x="17" y="0"/>
                  </a:moveTo>
                  <a:cubicBezTo>
                    <a:pt x="0" y="50"/>
                    <a:pt x="0" y="120"/>
                    <a:pt x="0" y="170"/>
                  </a:cubicBezTo>
                  <a:cubicBezTo>
                    <a:pt x="54" y="153"/>
                    <a:pt x="70" y="104"/>
                    <a:pt x="54" y="50"/>
                  </a:cubicBezTo>
                  <a:cubicBezTo>
                    <a:pt x="33" y="33"/>
                    <a:pt x="33" y="17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2" name="Google Shape;16682;p41"/>
            <p:cNvSpPr/>
            <p:nvPr/>
          </p:nvSpPr>
          <p:spPr>
            <a:xfrm>
              <a:off x="4174675" y="2942925"/>
              <a:ext cx="5600" cy="4850"/>
            </a:xfrm>
            <a:custGeom>
              <a:avLst/>
              <a:gdLst/>
              <a:ahLst/>
              <a:cxnLst/>
              <a:rect l="l" t="t" r="r" b="b"/>
              <a:pathLst>
                <a:path w="224" h="194" extrusionOk="0">
                  <a:moveTo>
                    <a:pt x="87" y="0"/>
                  </a:moveTo>
                  <a:cubicBezTo>
                    <a:pt x="71" y="0"/>
                    <a:pt x="54" y="0"/>
                    <a:pt x="54" y="17"/>
                  </a:cubicBezTo>
                  <a:cubicBezTo>
                    <a:pt x="34" y="33"/>
                    <a:pt x="17" y="50"/>
                    <a:pt x="17" y="66"/>
                  </a:cubicBezTo>
                  <a:cubicBezTo>
                    <a:pt x="1" y="103"/>
                    <a:pt x="17" y="120"/>
                    <a:pt x="17" y="136"/>
                  </a:cubicBezTo>
                  <a:cubicBezTo>
                    <a:pt x="17" y="136"/>
                    <a:pt x="17" y="153"/>
                    <a:pt x="34" y="153"/>
                  </a:cubicBezTo>
                  <a:cubicBezTo>
                    <a:pt x="54" y="169"/>
                    <a:pt x="71" y="190"/>
                    <a:pt x="104" y="190"/>
                  </a:cubicBezTo>
                  <a:cubicBezTo>
                    <a:pt x="112" y="192"/>
                    <a:pt x="121" y="194"/>
                    <a:pt x="129" y="194"/>
                  </a:cubicBezTo>
                  <a:cubicBezTo>
                    <a:pt x="172" y="194"/>
                    <a:pt x="209" y="159"/>
                    <a:pt x="223" y="103"/>
                  </a:cubicBezTo>
                  <a:cubicBezTo>
                    <a:pt x="223" y="87"/>
                    <a:pt x="223" y="50"/>
                    <a:pt x="207" y="33"/>
                  </a:cubicBezTo>
                  <a:lnTo>
                    <a:pt x="190" y="33"/>
                  </a:lnTo>
                  <a:cubicBezTo>
                    <a:pt x="157" y="17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3" name="Google Shape;16683;p41"/>
            <p:cNvSpPr/>
            <p:nvPr/>
          </p:nvSpPr>
          <p:spPr>
            <a:xfrm>
              <a:off x="4162625" y="2939000"/>
              <a:ext cx="3925" cy="1525"/>
            </a:xfrm>
            <a:custGeom>
              <a:avLst/>
              <a:gdLst/>
              <a:ahLst/>
              <a:cxnLst/>
              <a:rect l="l" t="t" r="r" b="b"/>
              <a:pathLst>
                <a:path w="157" h="61" extrusionOk="0">
                  <a:moveTo>
                    <a:pt x="0" y="0"/>
                  </a:moveTo>
                  <a:lnTo>
                    <a:pt x="21" y="17"/>
                  </a:lnTo>
                  <a:cubicBezTo>
                    <a:pt x="37" y="38"/>
                    <a:pt x="54" y="54"/>
                    <a:pt x="87" y="54"/>
                  </a:cubicBezTo>
                  <a:cubicBezTo>
                    <a:pt x="92" y="59"/>
                    <a:pt x="98" y="61"/>
                    <a:pt x="106" y="61"/>
                  </a:cubicBezTo>
                  <a:cubicBezTo>
                    <a:pt x="123" y="61"/>
                    <a:pt x="145" y="49"/>
                    <a:pt x="157" y="38"/>
                  </a:cubicBezTo>
                  <a:cubicBezTo>
                    <a:pt x="103" y="17"/>
                    <a:pt x="54" y="1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4" name="Google Shape;16684;p41"/>
            <p:cNvSpPr/>
            <p:nvPr/>
          </p:nvSpPr>
          <p:spPr>
            <a:xfrm>
              <a:off x="4198275" y="2951050"/>
              <a:ext cx="4775" cy="3025"/>
            </a:xfrm>
            <a:custGeom>
              <a:avLst/>
              <a:gdLst/>
              <a:ahLst/>
              <a:cxnLst/>
              <a:rect l="l" t="t" r="r" b="b"/>
              <a:pathLst>
                <a:path w="191" h="121" extrusionOk="0">
                  <a:moveTo>
                    <a:pt x="1" y="1"/>
                  </a:moveTo>
                  <a:cubicBezTo>
                    <a:pt x="1" y="17"/>
                    <a:pt x="1" y="34"/>
                    <a:pt x="17" y="50"/>
                  </a:cubicBezTo>
                  <a:lnTo>
                    <a:pt x="17" y="71"/>
                  </a:lnTo>
                  <a:cubicBezTo>
                    <a:pt x="38" y="104"/>
                    <a:pt x="71" y="104"/>
                    <a:pt x="87" y="120"/>
                  </a:cubicBezTo>
                  <a:cubicBezTo>
                    <a:pt x="141" y="120"/>
                    <a:pt x="174" y="104"/>
                    <a:pt x="190" y="87"/>
                  </a:cubicBezTo>
                  <a:cubicBezTo>
                    <a:pt x="141" y="50"/>
                    <a:pt x="7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5" name="Google Shape;16685;p41"/>
            <p:cNvSpPr/>
            <p:nvPr/>
          </p:nvSpPr>
          <p:spPr>
            <a:xfrm>
              <a:off x="4099950" y="2932600"/>
              <a:ext cx="5600" cy="4025"/>
            </a:xfrm>
            <a:custGeom>
              <a:avLst/>
              <a:gdLst/>
              <a:ahLst/>
              <a:cxnLst/>
              <a:rect l="l" t="t" r="r" b="b"/>
              <a:pathLst>
                <a:path w="224" h="161" extrusionOk="0">
                  <a:moveTo>
                    <a:pt x="207" y="1"/>
                  </a:moveTo>
                  <a:cubicBezTo>
                    <a:pt x="137" y="1"/>
                    <a:pt x="87" y="17"/>
                    <a:pt x="17" y="17"/>
                  </a:cubicBezTo>
                  <a:cubicBezTo>
                    <a:pt x="1" y="34"/>
                    <a:pt x="1" y="50"/>
                    <a:pt x="1" y="67"/>
                  </a:cubicBezTo>
                  <a:cubicBezTo>
                    <a:pt x="1" y="87"/>
                    <a:pt x="17" y="87"/>
                    <a:pt x="17" y="104"/>
                  </a:cubicBezTo>
                  <a:cubicBezTo>
                    <a:pt x="17" y="120"/>
                    <a:pt x="34" y="137"/>
                    <a:pt x="54" y="137"/>
                  </a:cubicBezTo>
                  <a:cubicBezTo>
                    <a:pt x="66" y="149"/>
                    <a:pt x="86" y="160"/>
                    <a:pt x="102" y="160"/>
                  </a:cubicBezTo>
                  <a:cubicBezTo>
                    <a:pt x="109" y="160"/>
                    <a:pt x="115" y="158"/>
                    <a:pt x="120" y="153"/>
                  </a:cubicBezTo>
                  <a:cubicBezTo>
                    <a:pt x="157" y="153"/>
                    <a:pt x="174" y="153"/>
                    <a:pt x="190" y="120"/>
                  </a:cubicBezTo>
                  <a:cubicBezTo>
                    <a:pt x="207" y="104"/>
                    <a:pt x="223" y="67"/>
                    <a:pt x="223" y="50"/>
                  </a:cubicBezTo>
                  <a:cubicBezTo>
                    <a:pt x="207" y="34"/>
                    <a:pt x="207" y="17"/>
                    <a:pt x="2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6" name="Google Shape;16686;p41"/>
            <p:cNvSpPr/>
            <p:nvPr/>
          </p:nvSpPr>
          <p:spPr>
            <a:xfrm>
              <a:off x="4049750" y="3188525"/>
              <a:ext cx="4250" cy="4375"/>
            </a:xfrm>
            <a:custGeom>
              <a:avLst/>
              <a:gdLst/>
              <a:ahLst/>
              <a:cxnLst/>
              <a:rect l="l" t="t" r="r" b="b"/>
              <a:pathLst>
                <a:path w="170" h="175" extrusionOk="0">
                  <a:moveTo>
                    <a:pt x="83" y="1"/>
                  </a:moveTo>
                  <a:cubicBezTo>
                    <a:pt x="50" y="1"/>
                    <a:pt x="17" y="1"/>
                    <a:pt x="1" y="34"/>
                  </a:cubicBezTo>
                  <a:cubicBezTo>
                    <a:pt x="50" y="71"/>
                    <a:pt x="104" y="121"/>
                    <a:pt x="153" y="174"/>
                  </a:cubicBezTo>
                  <a:cubicBezTo>
                    <a:pt x="170" y="158"/>
                    <a:pt x="170" y="137"/>
                    <a:pt x="170" y="121"/>
                  </a:cubicBezTo>
                  <a:cubicBezTo>
                    <a:pt x="170" y="88"/>
                    <a:pt x="170" y="71"/>
                    <a:pt x="153" y="34"/>
                  </a:cubicBezTo>
                  <a:cubicBezTo>
                    <a:pt x="137" y="17"/>
                    <a:pt x="120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7" name="Google Shape;16687;p41"/>
            <p:cNvSpPr/>
            <p:nvPr/>
          </p:nvSpPr>
          <p:spPr>
            <a:xfrm>
              <a:off x="4071600" y="3206975"/>
              <a:ext cx="3025" cy="2200"/>
            </a:xfrm>
            <a:custGeom>
              <a:avLst/>
              <a:gdLst/>
              <a:ahLst/>
              <a:cxnLst/>
              <a:rect l="l" t="t" r="r" b="b"/>
              <a:pathLst>
                <a:path w="121" h="88" extrusionOk="0">
                  <a:moveTo>
                    <a:pt x="1" y="1"/>
                  </a:moveTo>
                  <a:cubicBezTo>
                    <a:pt x="54" y="38"/>
                    <a:pt x="87" y="71"/>
                    <a:pt x="120" y="88"/>
                  </a:cubicBezTo>
                  <a:cubicBezTo>
                    <a:pt x="120" y="71"/>
                    <a:pt x="104" y="55"/>
                    <a:pt x="87" y="38"/>
                  </a:cubicBezTo>
                  <a:cubicBezTo>
                    <a:pt x="71" y="17"/>
                    <a:pt x="34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8" name="Google Shape;16688;p41"/>
            <p:cNvSpPr/>
            <p:nvPr/>
          </p:nvSpPr>
          <p:spPr>
            <a:xfrm>
              <a:off x="4007175" y="3139175"/>
              <a:ext cx="3025" cy="3825"/>
            </a:xfrm>
            <a:custGeom>
              <a:avLst/>
              <a:gdLst/>
              <a:ahLst/>
              <a:cxnLst/>
              <a:rect l="l" t="t" r="r" b="b"/>
              <a:pathLst>
                <a:path w="121" h="153" extrusionOk="0">
                  <a:moveTo>
                    <a:pt x="1" y="0"/>
                  </a:moveTo>
                  <a:cubicBezTo>
                    <a:pt x="34" y="50"/>
                    <a:pt x="71" y="103"/>
                    <a:pt x="104" y="153"/>
                  </a:cubicBezTo>
                  <a:cubicBezTo>
                    <a:pt x="121" y="136"/>
                    <a:pt x="121" y="103"/>
                    <a:pt x="121" y="70"/>
                  </a:cubicBezTo>
                  <a:cubicBezTo>
                    <a:pt x="104" y="17"/>
                    <a:pt x="5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9" name="Google Shape;16689;p41"/>
            <p:cNvSpPr/>
            <p:nvPr/>
          </p:nvSpPr>
          <p:spPr>
            <a:xfrm>
              <a:off x="4208600" y="2956200"/>
              <a:ext cx="5575" cy="4525"/>
            </a:xfrm>
            <a:custGeom>
              <a:avLst/>
              <a:gdLst/>
              <a:ahLst/>
              <a:cxnLst/>
              <a:rect l="l" t="t" r="r" b="b"/>
              <a:pathLst>
                <a:path w="223" h="181" extrusionOk="0">
                  <a:moveTo>
                    <a:pt x="37" y="1"/>
                  </a:moveTo>
                  <a:cubicBezTo>
                    <a:pt x="17" y="34"/>
                    <a:pt x="0" y="71"/>
                    <a:pt x="17" y="104"/>
                  </a:cubicBezTo>
                  <a:cubicBezTo>
                    <a:pt x="37" y="120"/>
                    <a:pt x="37" y="137"/>
                    <a:pt x="54" y="153"/>
                  </a:cubicBezTo>
                  <a:cubicBezTo>
                    <a:pt x="65" y="168"/>
                    <a:pt x="94" y="181"/>
                    <a:pt x="123" y="181"/>
                  </a:cubicBezTo>
                  <a:cubicBezTo>
                    <a:pt x="135" y="181"/>
                    <a:pt x="146" y="179"/>
                    <a:pt x="157" y="174"/>
                  </a:cubicBezTo>
                  <a:cubicBezTo>
                    <a:pt x="190" y="153"/>
                    <a:pt x="206" y="137"/>
                    <a:pt x="223" y="104"/>
                  </a:cubicBezTo>
                  <a:cubicBezTo>
                    <a:pt x="157" y="71"/>
                    <a:pt x="103" y="34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0" name="Google Shape;16690;p41"/>
            <p:cNvSpPr/>
            <p:nvPr/>
          </p:nvSpPr>
          <p:spPr>
            <a:xfrm>
              <a:off x="4356800" y="32259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04" y="1"/>
                  </a:moveTo>
                  <a:cubicBezTo>
                    <a:pt x="67" y="1"/>
                    <a:pt x="50" y="17"/>
                    <a:pt x="34" y="34"/>
                  </a:cubicBezTo>
                  <a:cubicBezTo>
                    <a:pt x="17" y="67"/>
                    <a:pt x="1" y="83"/>
                    <a:pt x="1" y="120"/>
                  </a:cubicBezTo>
                  <a:cubicBezTo>
                    <a:pt x="1" y="120"/>
                    <a:pt x="1" y="137"/>
                    <a:pt x="17" y="137"/>
                  </a:cubicBezTo>
                  <a:cubicBezTo>
                    <a:pt x="17" y="153"/>
                    <a:pt x="34" y="170"/>
                    <a:pt x="34" y="186"/>
                  </a:cubicBezTo>
                  <a:cubicBezTo>
                    <a:pt x="55" y="201"/>
                    <a:pt x="78" y="207"/>
                    <a:pt x="100" y="207"/>
                  </a:cubicBezTo>
                  <a:cubicBezTo>
                    <a:pt x="135" y="207"/>
                    <a:pt x="168" y="192"/>
                    <a:pt x="190" y="170"/>
                  </a:cubicBezTo>
                  <a:cubicBezTo>
                    <a:pt x="207" y="153"/>
                    <a:pt x="223" y="120"/>
                    <a:pt x="207" y="83"/>
                  </a:cubicBezTo>
                  <a:cubicBezTo>
                    <a:pt x="207" y="67"/>
                    <a:pt x="190" y="34"/>
                    <a:pt x="170" y="17"/>
                  </a:cubicBez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1" name="Google Shape;16691;p41"/>
            <p:cNvSpPr/>
            <p:nvPr/>
          </p:nvSpPr>
          <p:spPr>
            <a:xfrm>
              <a:off x="4343000" y="32331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4" y="0"/>
                  </a:moveTo>
                  <a:cubicBezTo>
                    <a:pt x="70" y="0"/>
                    <a:pt x="0" y="37"/>
                    <a:pt x="0" y="87"/>
                  </a:cubicBezTo>
                  <a:lnTo>
                    <a:pt x="0" y="140"/>
                  </a:lnTo>
                  <a:cubicBezTo>
                    <a:pt x="0" y="157"/>
                    <a:pt x="21" y="157"/>
                    <a:pt x="21" y="173"/>
                  </a:cubicBezTo>
                  <a:cubicBezTo>
                    <a:pt x="37" y="190"/>
                    <a:pt x="54" y="206"/>
                    <a:pt x="87" y="206"/>
                  </a:cubicBezTo>
                  <a:cubicBezTo>
                    <a:pt x="95" y="209"/>
                    <a:pt x="103" y="211"/>
                    <a:pt x="112" y="211"/>
                  </a:cubicBezTo>
                  <a:cubicBezTo>
                    <a:pt x="159" y="211"/>
                    <a:pt x="207" y="166"/>
                    <a:pt x="207" y="124"/>
                  </a:cubicBezTo>
                  <a:cubicBezTo>
                    <a:pt x="207" y="103"/>
                    <a:pt x="207" y="70"/>
                    <a:pt x="190" y="54"/>
                  </a:cubicBezTo>
                  <a:cubicBezTo>
                    <a:pt x="174" y="21"/>
                    <a:pt x="157" y="21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2" name="Google Shape;16692;p41"/>
            <p:cNvSpPr/>
            <p:nvPr/>
          </p:nvSpPr>
          <p:spPr>
            <a:xfrm>
              <a:off x="4343925" y="32194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66" y="1"/>
                    <a:pt x="17" y="34"/>
                    <a:pt x="0" y="87"/>
                  </a:cubicBezTo>
                  <a:lnTo>
                    <a:pt x="0" y="120"/>
                  </a:lnTo>
                  <a:lnTo>
                    <a:pt x="0" y="137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3" y="190"/>
                    <a:pt x="66" y="207"/>
                    <a:pt x="87" y="207"/>
                  </a:cubicBezTo>
                  <a:cubicBezTo>
                    <a:pt x="120" y="207"/>
                    <a:pt x="137" y="207"/>
                    <a:pt x="170" y="190"/>
                  </a:cubicBezTo>
                  <a:cubicBezTo>
                    <a:pt x="190" y="174"/>
                    <a:pt x="207" y="157"/>
                    <a:pt x="207" y="120"/>
                  </a:cubicBezTo>
                  <a:cubicBezTo>
                    <a:pt x="207" y="104"/>
                    <a:pt x="207" y="71"/>
                    <a:pt x="190" y="54"/>
                  </a:cubicBezTo>
                  <a:cubicBezTo>
                    <a:pt x="170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3" name="Google Shape;16693;p41"/>
            <p:cNvSpPr/>
            <p:nvPr/>
          </p:nvSpPr>
          <p:spPr>
            <a:xfrm>
              <a:off x="4360200" y="32014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0"/>
                  </a:moveTo>
                  <a:cubicBezTo>
                    <a:pt x="71" y="0"/>
                    <a:pt x="17" y="33"/>
                    <a:pt x="17" y="87"/>
                  </a:cubicBezTo>
                  <a:cubicBezTo>
                    <a:pt x="1" y="103"/>
                    <a:pt x="17" y="120"/>
                    <a:pt x="17" y="136"/>
                  </a:cubicBezTo>
                  <a:cubicBezTo>
                    <a:pt x="17" y="157"/>
                    <a:pt x="17" y="157"/>
                    <a:pt x="34" y="173"/>
                  </a:cubicBezTo>
                  <a:cubicBezTo>
                    <a:pt x="54" y="190"/>
                    <a:pt x="71" y="206"/>
                    <a:pt x="104" y="206"/>
                  </a:cubicBezTo>
                  <a:cubicBezTo>
                    <a:pt x="120" y="206"/>
                    <a:pt x="158" y="206"/>
                    <a:pt x="174" y="190"/>
                  </a:cubicBezTo>
                  <a:cubicBezTo>
                    <a:pt x="207" y="173"/>
                    <a:pt x="207" y="157"/>
                    <a:pt x="224" y="120"/>
                  </a:cubicBezTo>
                  <a:cubicBezTo>
                    <a:pt x="224" y="87"/>
                    <a:pt x="224" y="70"/>
                    <a:pt x="207" y="54"/>
                  </a:cubicBezTo>
                  <a:cubicBezTo>
                    <a:pt x="191" y="17"/>
                    <a:pt x="158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4" name="Google Shape;16694;p41"/>
            <p:cNvSpPr/>
            <p:nvPr/>
          </p:nvSpPr>
          <p:spPr>
            <a:xfrm>
              <a:off x="4338350" y="3245125"/>
              <a:ext cx="6000" cy="5375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11" y="0"/>
                  </a:moveTo>
                  <a:cubicBezTo>
                    <a:pt x="102" y="0"/>
                    <a:pt x="93" y="2"/>
                    <a:pt x="83" y="5"/>
                  </a:cubicBezTo>
                  <a:cubicBezTo>
                    <a:pt x="17" y="38"/>
                    <a:pt x="1" y="91"/>
                    <a:pt x="17" y="141"/>
                  </a:cubicBezTo>
                  <a:cubicBezTo>
                    <a:pt x="31" y="185"/>
                    <a:pt x="81" y="215"/>
                    <a:pt x="126" y="215"/>
                  </a:cubicBezTo>
                  <a:cubicBezTo>
                    <a:pt x="135" y="215"/>
                    <a:pt x="145" y="214"/>
                    <a:pt x="153" y="211"/>
                  </a:cubicBezTo>
                  <a:cubicBezTo>
                    <a:pt x="207" y="178"/>
                    <a:pt x="240" y="124"/>
                    <a:pt x="207" y="75"/>
                  </a:cubicBezTo>
                  <a:cubicBezTo>
                    <a:pt x="190" y="30"/>
                    <a:pt x="153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5" name="Google Shape;16695;p41"/>
            <p:cNvSpPr/>
            <p:nvPr/>
          </p:nvSpPr>
          <p:spPr>
            <a:xfrm>
              <a:off x="4334450" y="319585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70" y="1"/>
                    <a:pt x="0" y="34"/>
                    <a:pt x="0" y="87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74"/>
                  </a:cubicBezTo>
                  <a:cubicBezTo>
                    <a:pt x="33" y="190"/>
                    <a:pt x="54" y="207"/>
                    <a:pt x="87" y="207"/>
                  </a:cubicBezTo>
                  <a:cubicBezTo>
                    <a:pt x="93" y="209"/>
                    <a:pt x="100" y="210"/>
                    <a:pt x="107" y="210"/>
                  </a:cubicBezTo>
                  <a:cubicBezTo>
                    <a:pt x="150" y="210"/>
                    <a:pt x="192" y="167"/>
                    <a:pt x="206" y="120"/>
                  </a:cubicBezTo>
                  <a:cubicBezTo>
                    <a:pt x="206" y="87"/>
                    <a:pt x="206" y="71"/>
                    <a:pt x="190" y="50"/>
                  </a:cubicBezTo>
                  <a:cubicBezTo>
                    <a:pt x="17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6" name="Google Shape;16696;p41"/>
            <p:cNvSpPr/>
            <p:nvPr/>
          </p:nvSpPr>
          <p:spPr>
            <a:xfrm>
              <a:off x="4312600" y="32537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83" y="1"/>
                    <a:pt x="50" y="1"/>
                    <a:pt x="17" y="38"/>
                  </a:cubicBezTo>
                  <a:cubicBezTo>
                    <a:pt x="17" y="54"/>
                    <a:pt x="0" y="71"/>
                    <a:pt x="0" y="87"/>
                  </a:cubicBezTo>
                  <a:lnTo>
                    <a:pt x="0" y="141"/>
                  </a:lnTo>
                  <a:cubicBezTo>
                    <a:pt x="17" y="174"/>
                    <a:pt x="50" y="207"/>
                    <a:pt x="83" y="207"/>
                  </a:cubicBezTo>
                  <a:cubicBezTo>
                    <a:pt x="153" y="207"/>
                    <a:pt x="186" y="174"/>
                    <a:pt x="206" y="124"/>
                  </a:cubicBezTo>
                  <a:cubicBezTo>
                    <a:pt x="206" y="87"/>
                    <a:pt x="206" y="71"/>
                    <a:pt x="186" y="38"/>
                  </a:cubicBezTo>
                  <a:cubicBezTo>
                    <a:pt x="169" y="21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7" name="Google Shape;16697;p41"/>
            <p:cNvSpPr/>
            <p:nvPr/>
          </p:nvSpPr>
          <p:spPr>
            <a:xfrm>
              <a:off x="4350325" y="3193700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03" y="0"/>
                  </a:moveTo>
                  <a:cubicBezTo>
                    <a:pt x="70" y="0"/>
                    <a:pt x="37" y="17"/>
                    <a:pt x="17" y="33"/>
                  </a:cubicBezTo>
                  <a:cubicBezTo>
                    <a:pt x="0" y="54"/>
                    <a:pt x="0" y="87"/>
                    <a:pt x="0" y="120"/>
                  </a:cubicBezTo>
                  <a:lnTo>
                    <a:pt x="0" y="136"/>
                  </a:lnTo>
                  <a:cubicBezTo>
                    <a:pt x="17" y="157"/>
                    <a:pt x="37" y="173"/>
                    <a:pt x="37" y="190"/>
                  </a:cubicBezTo>
                  <a:cubicBezTo>
                    <a:pt x="56" y="202"/>
                    <a:pt x="78" y="208"/>
                    <a:pt x="100" y="208"/>
                  </a:cubicBezTo>
                  <a:cubicBezTo>
                    <a:pt x="135" y="208"/>
                    <a:pt x="169" y="194"/>
                    <a:pt x="190" y="173"/>
                  </a:cubicBezTo>
                  <a:cubicBezTo>
                    <a:pt x="223" y="120"/>
                    <a:pt x="223" y="54"/>
                    <a:pt x="173" y="17"/>
                  </a:cubicBezTo>
                  <a:cubicBezTo>
                    <a:pt x="157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8" name="Google Shape;16698;p41"/>
            <p:cNvSpPr/>
            <p:nvPr/>
          </p:nvSpPr>
          <p:spPr>
            <a:xfrm>
              <a:off x="4336600" y="318365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3" y="0"/>
                  </a:moveTo>
                  <a:cubicBezTo>
                    <a:pt x="84" y="0"/>
                    <a:pt x="55" y="13"/>
                    <a:pt x="34" y="43"/>
                  </a:cubicBezTo>
                  <a:cubicBezTo>
                    <a:pt x="17" y="60"/>
                    <a:pt x="1" y="93"/>
                    <a:pt x="1" y="109"/>
                  </a:cubicBezTo>
                  <a:cubicBezTo>
                    <a:pt x="1" y="126"/>
                    <a:pt x="17" y="146"/>
                    <a:pt x="17" y="146"/>
                  </a:cubicBezTo>
                  <a:cubicBezTo>
                    <a:pt x="17" y="163"/>
                    <a:pt x="34" y="179"/>
                    <a:pt x="50" y="179"/>
                  </a:cubicBezTo>
                  <a:cubicBezTo>
                    <a:pt x="67" y="202"/>
                    <a:pt x="90" y="211"/>
                    <a:pt x="113" y="211"/>
                  </a:cubicBezTo>
                  <a:cubicBezTo>
                    <a:pt x="141" y="211"/>
                    <a:pt x="170" y="198"/>
                    <a:pt x="190" y="179"/>
                  </a:cubicBezTo>
                  <a:cubicBezTo>
                    <a:pt x="207" y="146"/>
                    <a:pt x="223" y="126"/>
                    <a:pt x="223" y="93"/>
                  </a:cubicBezTo>
                  <a:cubicBezTo>
                    <a:pt x="207" y="76"/>
                    <a:pt x="207" y="43"/>
                    <a:pt x="174" y="23"/>
                  </a:cubicBezTo>
                  <a:cubicBezTo>
                    <a:pt x="158" y="8"/>
                    <a:pt x="136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9" name="Google Shape;16699;p41"/>
            <p:cNvSpPr/>
            <p:nvPr/>
          </p:nvSpPr>
          <p:spPr>
            <a:xfrm>
              <a:off x="4354650" y="323925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70" y="0"/>
                    <a:pt x="17" y="33"/>
                    <a:pt x="0" y="87"/>
                  </a:cubicBezTo>
                  <a:cubicBezTo>
                    <a:pt x="0" y="103"/>
                    <a:pt x="0" y="136"/>
                    <a:pt x="17" y="153"/>
                  </a:cubicBezTo>
                  <a:lnTo>
                    <a:pt x="17" y="169"/>
                  </a:lnTo>
                  <a:cubicBezTo>
                    <a:pt x="33" y="190"/>
                    <a:pt x="70" y="207"/>
                    <a:pt x="87" y="207"/>
                  </a:cubicBezTo>
                  <a:lnTo>
                    <a:pt x="153" y="207"/>
                  </a:lnTo>
                  <a:cubicBezTo>
                    <a:pt x="173" y="190"/>
                    <a:pt x="190" y="169"/>
                    <a:pt x="206" y="153"/>
                  </a:cubicBezTo>
                  <a:lnTo>
                    <a:pt x="206" y="120"/>
                  </a:lnTo>
                  <a:cubicBezTo>
                    <a:pt x="223" y="66"/>
                    <a:pt x="190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0" name="Google Shape;16700;p41"/>
            <p:cNvSpPr/>
            <p:nvPr/>
          </p:nvSpPr>
          <p:spPr>
            <a:xfrm>
              <a:off x="4345150" y="3205575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103" y="1"/>
                  </a:moveTo>
                  <a:cubicBezTo>
                    <a:pt x="86" y="1"/>
                    <a:pt x="66" y="12"/>
                    <a:pt x="55" y="24"/>
                  </a:cubicBezTo>
                  <a:cubicBezTo>
                    <a:pt x="17" y="40"/>
                    <a:pt x="1" y="57"/>
                    <a:pt x="1" y="94"/>
                  </a:cubicBezTo>
                  <a:cubicBezTo>
                    <a:pt x="1" y="111"/>
                    <a:pt x="1" y="127"/>
                    <a:pt x="17" y="144"/>
                  </a:cubicBezTo>
                  <a:lnTo>
                    <a:pt x="17" y="160"/>
                  </a:lnTo>
                  <a:cubicBezTo>
                    <a:pt x="38" y="177"/>
                    <a:pt x="71" y="197"/>
                    <a:pt x="88" y="197"/>
                  </a:cubicBezTo>
                  <a:cubicBezTo>
                    <a:pt x="99" y="200"/>
                    <a:pt x="109" y="201"/>
                    <a:pt x="119" y="201"/>
                  </a:cubicBezTo>
                  <a:cubicBezTo>
                    <a:pt x="172" y="201"/>
                    <a:pt x="207" y="166"/>
                    <a:pt x="207" y="111"/>
                  </a:cubicBezTo>
                  <a:cubicBezTo>
                    <a:pt x="224" y="94"/>
                    <a:pt x="207" y="57"/>
                    <a:pt x="191" y="40"/>
                  </a:cubicBezTo>
                  <a:cubicBezTo>
                    <a:pt x="174" y="24"/>
                    <a:pt x="158" y="7"/>
                    <a:pt x="121" y="7"/>
                  </a:cubicBezTo>
                  <a:cubicBezTo>
                    <a:pt x="116" y="3"/>
                    <a:pt x="109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1" name="Google Shape;16701;p41"/>
            <p:cNvSpPr/>
            <p:nvPr/>
          </p:nvSpPr>
          <p:spPr>
            <a:xfrm>
              <a:off x="4321150" y="31974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6" y="1"/>
                  </a:moveTo>
                  <a:cubicBezTo>
                    <a:pt x="106" y="1"/>
                    <a:pt x="96" y="3"/>
                    <a:pt x="87" y="7"/>
                  </a:cubicBezTo>
                  <a:cubicBezTo>
                    <a:pt x="33" y="23"/>
                    <a:pt x="0" y="89"/>
                    <a:pt x="17" y="143"/>
                  </a:cubicBezTo>
                  <a:cubicBezTo>
                    <a:pt x="29" y="178"/>
                    <a:pt x="68" y="207"/>
                    <a:pt x="107" y="207"/>
                  </a:cubicBezTo>
                  <a:cubicBezTo>
                    <a:pt x="123" y="207"/>
                    <a:pt x="139" y="203"/>
                    <a:pt x="153" y="192"/>
                  </a:cubicBezTo>
                  <a:cubicBezTo>
                    <a:pt x="206" y="176"/>
                    <a:pt x="239" y="126"/>
                    <a:pt x="223" y="73"/>
                  </a:cubicBezTo>
                  <a:cubicBezTo>
                    <a:pt x="196" y="33"/>
                    <a:pt x="156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2" name="Google Shape;16702;p41"/>
            <p:cNvSpPr/>
            <p:nvPr/>
          </p:nvSpPr>
          <p:spPr>
            <a:xfrm>
              <a:off x="4316400" y="32283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12" y="1"/>
                  </a:moveTo>
                  <a:cubicBezTo>
                    <a:pt x="98" y="1"/>
                    <a:pt x="84" y="3"/>
                    <a:pt x="71" y="9"/>
                  </a:cubicBezTo>
                  <a:cubicBezTo>
                    <a:pt x="17" y="25"/>
                    <a:pt x="1" y="91"/>
                    <a:pt x="17" y="145"/>
                  </a:cubicBezTo>
                  <a:cubicBezTo>
                    <a:pt x="17" y="161"/>
                    <a:pt x="34" y="161"/>
                    <a:pt x="34" y="178"/>
                  </a:cubicBezTo>
                  <a:cubicBezTo>
                    <a:pt x="55" y="199"/>
                    <a:pt x="75" y="208"/>
                    <a:pt x="98" y="208"/>
                  </a:cubicBezTo>
                  <a:cubicBezTo>
                    <a:pt x="115" y="208"/>
                    <a:pt x="134" y="203"/>
                    <a:pt x="157" y="194"/>
                  </a:cubicBezTo>
                  <a:cubicBezTo>
                    <a:pt x="190" y="178"/>
                    <a:pt x="207" y="145"/>
                    <a:pt x="223" y="112"/>
                  </a:cubicBezTo>
                  <a:cubicBezTo>
                    <a:pt x="223" y="91"/>
                    <a:pt x="223" y="75"/>
                    <a:pt x="207" y="58"/>
                  </a:cubicBezTo>
                  <a:cubicBezTo>
                    <a:pt x="195" y="21"/>
                    <a:pt x="153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3" name="Google Shape;16703;p41"/>
            <p:cNvSpPr/>
            <p:nvPr/>
          </p:nvSpPr>
          <p:spPr>
            <a:xfrm>
              <a:off x="4320325" y="32164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9" y="0"/>
                  </a:moveTo>
                  <a:cubicBezTo>
                    <a:pt x="54" y="0"/>
                    <a:pt x="15" y="43"/>
                    <a:pt x="0" y="90"/>
                  </a:cubicBezTo>
                  <a:lnTo>
                    <a:pt x="0" y="139"/>
                  </a:lnTo>
                  <a:cubicBezTo>
                    <a:pt x="17" y="139"/>
                    <a:pt x="17" y="156"/>
                    <a:pt x="17" y="156"/>
                  </a:cubicBezTo>
                  <a:cubicBezTo>
                    <a:pt x="33" y="193"/>
                    <a:pt x="66" y="193"/>
                    <a:pt x="83" y="209"/>
                  </a:cubicBezTo>
                  <a:cubicBezTo>
                    <a:pt x="136" y="209"/>
                    <a:pt x="206" y="176"/>
                    <a:pt x="206" y="123"/>
                  </a:cubicBezTo>
                  <a:cubicBezTo>
                    <a:pt x="206" y="90"/>
                    <a:pt x="206" y="73"/>
                    <a:pt x="186" y="36"/>
                  </a:cubicBezTo>
                  <a:cubicBezTo>
                    <a:pt x="169" y="20"/>
                    <a:pt x="153" y="3"/>
                    <a:pt x="120" y="3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4" name="Google Shape;16704;p41"/>
            <p:cNvSpPr/>
            <p:nvPr/>
          </p:nvSpPr>
          <p:spPr>
            <a:xfrm>
              <a:off x="4314650" y="324207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05" y="0"/>
                  </a:moveTo>
                  <a:cubicBezTo>
                    <a:pt x="77" y="0"/>
                    <a:pt x="48" y="13"/>
                    <a:pt x="21" y="40"/>
                  </a:cubicBezTo>
                  <a:cubicBezTo>
                    <a:pt x="1" y="56"/>
                    <a:pt x="1" y="94"/>
                    <a:pt x="1" y="110"/>
                  </a:cubicBezTo>
                  <a:cubicBezTo>
                    <a:pt x="1" y="127"/>
                    <a:pt x="1" y="127"/>
                    <a:pt x="21" y="143"/>
                  </a:cubicBezTo>
                  <a:cubicBezTo>
                    <a:pt x="21" y="160"/>
                    <a:pt x="38" y="180"/>
                    <a:pt x="38" y="180"/>
                  </a:cubicBezTo>
                  <a:cubicBezTo>
                    <a:pt x="71" y="197"/>
                    <a:pt x="87" y="213"/>
                    <a:pt x="124" y="213"/>
                  </a:cubicBezTo>
                  <a:cubicBezTo>
                    <a:pt x="141" y="197"/>
                    <a:pt x="174" y="197"/>
                    <a:pt x="190" y="160"/>
                  </a:cubicBezTo>
                  <a:cubicBezTo>
                    <a:pt x="207" y="143"/>
                    <a:pt x="207" y="127"/>
                    <a:pt x="207" y="94"/>
                  </a:cubicBezTo>
                  <a:cubicBezTo>
                    <a:pt x="207" y="56"/>
                    <a:pt x="190" y="40"/>
                    <a:pt x="174" y="23"/>
                  </a:cubicBezTo>
                  <a:cubicBezTo>
                    <a:pt x="151" y="9"/>
                    <a:pt x="128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5" name="Google Shape;16705;p41"/>
            <p:cNvSpPr/>
            <p:nvPr/>
          </p:nvSpPr>
          <p:spPr>
            <a:xfrm>
              <a:off x="4325475" y="3252025"/>
              <a:ext cx="6000" cy="5400"/>
            </a:xfrm>
            <a:custGeom>
              <a:avLst/>
              <a:gdLst/>
              <a:ahLst/>
              <a:cxnLst/>
              <a:rect l="l" t="t" r="r" b="b"/>
              <a:pathLst>
                <a:path w="240" h="216" extrusionOk="0">
                  <a:moveTo>
                    <a:pt x="113" y="0"/>
                  </a:moveTo>
                  <a:cubicBezTo>
                    <a:pt x="102" y="0"/>
                    <a:pt x="92" y="2"/>
                    <a:pt x="83" y="5"/>
                  </a:cubicBezTo>
                  <a:cubicBezTo>
                    <a:pt x="33" y="38"/>
                    <a:pt x="0" y="91"/>
                    <a:pt x="33" y="141"/>
                  </a:cubicBezTo>
                  <a:cubicBezTo>
                    <a:pt x="47" y="185"/>
                    <a:pt x="86" y="215"/>
                    <a:pt x="136" y="215"/>
                  </a:cubicBezTo>
                  <a:cubicBezTo>
                    <a:pt x="147" y="215"/>
                    <a:pt x="158" y="214"/>
                    <a:pt x="170" y="211"/>
                  </a:cubicBezTo>
                  <a:cubicBezTo>
                    <a:pt x="223" y="174"/>
                    <a:pt x="240" y="124"/>
                    <a:pt x="223" y="71"/>
                  </a:cubicBezTo>
                  <a:cubicBezTo>
                    <a:pt x="210" y="30"/>
                    <a:pt x="160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6" name="Google Shape;16706;p41"/>
            <p:cNvSpPr/>
            <p:nvPr/>
          </p:nvSpPr>
          <p:spPr>
            <a:xfrm>
              <a:off x="4330625" y="32263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67" y="0"/>
                  </a:moveTo>
                  <a:cubicBezTo>
                    <a:pt x="50" y="17"/>
                    <a:pt x="34" y="33"/>
                    <a:pt x="17" y="50"/>
                  </a:cubicBezTo>
                  <a:cubicBezTo>
                    <a:pt x="1" y="66"/>
                    <a:pt x="1" y="103"/>
                    <a:pt x="17" y="136"/>
                  </a:cubicBezTo>
                  <a:cubicBezTo>
                    <a:pt x="31" y="180"/>
                    <a:pt x="67" y="210"/>
                    <a:pt x="118" y="210"/>
                  </a:cubicBezTo>
                  <a:cubicBezTo>
                    <a:pt x="129" y="210"/>
                    <a:pt x="141" y="209"/>
                    <a:pt x="153" y="206"/>
                  </a:cubicBezTo>
                  <a:cubicBezTo>
                    <a:pt x="207" y="169"/>
                    <a:pt x="223" y="120"/>
                    <a:pt x="207" y="66"/>
                  </a:cubicBezTo>
                  <a:cubicBezTo>
                    <a:pt x="186" y="33"/>
                    <a:pt x="170" y="17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7" name="Google Shape;16707;p41"/>
            <p:cNvSpPr/>
            <p:nvPr/>
          </p:nvSpPr>
          <p:spPr>
            <a:xfrm>
              <a:off x="4326300" y="323780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3" y="21"/>
                    <a:pt x="0" y="91"/>
                    <a:pt x="17" y="145"/>
                  </a:cubicBezTo>
                  <a:cubicBezTo>
                    <a:pt x="41" y="181"/>
                    <a:pt x="75" y="208"/>
                    <a:pt x="111" y="208"/>
                  </a:cubicBezTo>
                  <a:cubicBezTo>
                    <a:pt x="125" y="208"/>
                    <a:pt x="139" y="204"/>
                    <a:pt x="153" y="194"/>
                  </a:cubicBezTo>
                  <a:cubicBezTo>
                    <a:pt x="207" y="178"/>
                    <a:pt x="240" y="124"/>
                    <a:pt x="223" y="75"/>
                  </a:cubicBezTo>
                  <a:cubicBezTo>
                    <a:pt x="209" y="31"/>
                    <a:pt x="159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8" name="Google Shape;16708;p41"/>
            <p:cNvSpPr/>
            <p:nvPr/>
          </p:nvSpPr>
          <p:spPr>
            <a:xfrm>
              <a:off x="4331450" y="3209850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96" y="0"/>
                  </a:moveTo>
                  <a:cubicBezTo>
                    <a:pt x="64" y="0"/>
                    <a:pt x="35" y="13"/>
                    <a:pt x="17" y="43"/>
                  </a:cubicBezTo>
                  <a:cubicBezTo>
                    <a:pt x="1" y="59"/>
                    <a:pt x="1" y="76"/>
                    <a:pt x="1" y="109"/>
                  </a:cubicBezTo>
                  <a:lnTo>
                    <a:pt x="1" y="129"/>
                  </a:lnTo>
                  <a:cubicBezTo>
                    <a:pt x="17" y="146"/>
                    <a:pt x="17" y="162"/>
                    <a:pt x="34" y="179"/>
                  </a:cubicBezTo>
                  <a:cubicBezTo>
                    <a:pt x="58" y="193"/>
                    <a:pt x="84" y="202"/>
                    <a:pt x="110" y="202"/>
                  </a:cubicBezTo>
                  <a:cubicBezTo>
                    <a:pt x="141" y="202"/>
                    <a:pt x="170" y="189"/>
                    <a:pt x="190" y="162"/>
                  </a:cubicBezTo>
                  <a:cubicBezTo>
                    <a:pt x="223" y="109"/>
                    <a:pt x="223" y="59"/>
                    <a:pt x="174" y="26"/>
                  </a:cubicBezTo>
                  <a:cubicBezTo>
                    <a:pt x="149" y="9"/>
                    <a:pt x="122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9" name="Google Shape;16709;p41"/>
            <p:cNvSpPr/>
            <p:nvPr/>
          </p:nvSpPr>
          <p:spPr>
            <a:xfrm>
              <a:off x="4357225" y="3212875"/>
              <a:ext cx="5575" cy="5075"/>
            </a:xfrm>
            <a:custGeom>
              <a:avLst/>
              <a:gdLst/>
              <a:ahLst/>
              <a:cxnLst/>
              <a:rect l="l" t="t" r="r" b="b"/>
              <a:pathLst>
                <a:path w="223" h="203" extrusionOk="0">
                  <a:moveTo>
                    <a:pt x="112" y="0"/>
                  </a:moveTo>
                  <a:cubicBezTo>
                    <a:pt x="98" y="0"/>
                    <a:pt x="83" y="3"/>
                    <a:pt x="70" y="8"/>
                  </a:cubicBezTo>
                  <a:cubicBezTo>
                    <a:pt x="17" y="25"/>
                    <a:pt x="0" y="74"/>
                    <a:pt x="17" y="144"/>
                  </a:cubicBezTo>
                  <a:cubicBezTo>
                    <a:pt x="17" y="144"/>
                    <a:pt x="33" y="161"/>
                    <a:pt x="33" y="177"/>
                  </a:cubicBezTo>
                  <a:cubicBezTo>
                    <a:pt x="59" y="189"/>
                    <a:pt x="83" y="202"/>
                    <a:pt x="112" y="202"/>
                  </a:cubicBezTo>
                  <a:cubicBezTo>
                    <a:pt x="125" y="202"/>
                    <a:pt x="138" y="200"/>
                    <a:pt x="153" y="194"/>
                  </a:cubicBezTo>
                  <a:cubicBezTo>
                    <a:pt x="190" y="177"/>
                    <a:pt x="206" y="144"/>
                    <a:pt x="206" y="111"/>
                  </a:cubicBezTo>
                  <a:cubicBezTo>
                    <a:pt x="223" y="91"/>
                    <a:pt x="206" y="74"/>
                    <a:pt x="206" y="58"/>
                  </a:cubicBezTo>
                  <a:cubicBezTo>
                    <a:pt x="194" y="21"/>
                    <a:pt x="153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0" name="Google Shape;16710;p41"/>
            <p:cNvSpPr/>
            <p:nvPr/>
          </p:nvSpPr>
          <p:spPr>
            <a:xfrm>
              <a:off x="4383825" y="3127525"/>
              <a:ext cx="2600" cy="5175"/>
            </a:xfrm>
            <a:custGeom>
              <a:avLst/>
              <a:gdLst/>
              <a:ahLst/>
              <a:cxnLst/>
              <a:rect l="l" t="t" r="r" b="b"/>
              <a:pathLst>
                <a:path w="104" h="207" extrusionOk="0">
                  <a:moveTo>
                    <a:pt x="70" y="0"/>
                  </a:moveTo>
                  <a:cubicBezTo>
                    <a:pt x="54" y="21"/>
                    <a:pt x="37" y="37"/>
                    <a:pt x="17" y="54"/>
                  </a:cubicBezTo>
                  <a:cubicBezTo>
                    <a:pt x="0" y="70"/>
                    <a:pt x="0" y="103"/>
                    <a:pt x="17" y="140"/>
                  </a:cubicBezTo>
                  <a:cubicBezTo>
                    <a:pt x="17" y="173"/>
                    <a:pt x="70" y="206"/>
                    <a:pt x="103" y="206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1" name="Google Shape;16711;p41"/>
            <p:cNvSpPr/>
            <p:nvPr/>
          </p:nvSpPr>
          <p:spPr>
            <a:xfrm>
              <a:off x="4200450" y="3262450"/>
              <a:ext cx="5175" cy="2175"/>
            </a:xfrm>
            <a:custGeom>
              <a:avLst/>
              <a:gdLst/>
              <a:ahLst/>
              <a:cxnLst/>
              <a:rect l="l" t="t" r="r" b="b"/>
              <a:pathLst>
                <a:path w="207" h="87" extrusionOk="0">
                  <a:moveTo>
                    <a:pt x="120" y="0"/>
                  </a:moveTo>
                  <a:cubicBezTo>
                    <a:pt x="70" y="0"/>
                    <a:pt x="33" y="17"/>
                    <a:pt x="0" y="50"/>
                  </a:cubicBezTo>
                  <a:cubicBezTo>
                    <a:pt x="70" y="66"/>
                    <a:pt x="136" y="87"/>
                    <a:pt x="207" y="87"/>
                  </a:cubicBezTo>
                  <a:cubicBezTo>
                    <a:pt x="207" y="87"/>
                    <a:pt x="190" y="66"/>
                    <a:pt x="190" y="50"/>
                  </a:cubicBezTo>
                  <a:cubicBezTo>
                    <a:pt x="174" y="33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2" name="Google Shape;16712;p41"/>
            <p:cNvSpPr/>
            <p:nvPr/>
          </p:nvSpPr>
          <p:spPr>
            <a:xfrm>
              <a:off x="4086250" y="3216875"/>
              <a:ext cx="1675" cy="1775"/>
            </a:xfrm>
            <a:custGeom>
              <a:avLst/>
              <a:gdLst/>
              <a:ahLst/>
              <a:cxnLst/>
              <a:rect l="l" t="t" r="r" b="b"/>
              <a:pathLst>
                <a:path w="67" h="71" extrusionOk="0">
                  <a:moveTo>
                    <a:pt x="0" y="1"/>
                  </a:moveTo>
                  <a:lnTo>
                    <a:pt x="0" y="1"/>
                  </a:lnTo>
                  <a:cubicBezTo>
                    <a:pt x="17" y="34"/>
                    <a:pt x="50" y="54"/>
                    <a:pt x="66" y="71"/>
                  </a:cubicBezTo>
                  <a:cubicBezTo>
                    <a:pt x="66" y="54"/>
                    <a:pt x="50" y="34"/>
                    <a:pt x="50" y="34"/>
                  </a:cubicBezTo>
                  <a:cubicBezTo>
                    <a:pt x="33" y="17"/>
                    <a:pt x="17" y="1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3" name="Google Shape;16713;p41"/>
            <p:cNvSpPr/>
            <p:nvPr/>
          </p:nvSpPr>
          <p:spPr>
            <a:xfrm>
              <a:off x="4222400" y="3265425"/>
              <a:ext cx="5175" cy="2600"/>
            </a:xfrm>
            <a:custGeom>
              <a:avLst/>
              <a:gdLst/>
              <a:ahLst/>
              <a:cxnLst/>
              <a:rect l="l" t="t" r="r" b="b"/>
              <a:pathLst>
                <a:path w="207" h="104" extrusionOk="0">
                  <a:moveTo>
                    <a:pt x="120" y="1"/>
                  </a:moveTo>
                  <a:cubicBezTo>
                    <a:pt x="104" y="1"/>
                    <a:pt x="83" y="1"/>
                    <a:pt x="67" y="17"/>
                  </a:cubicBezTo>
                  <a:cubicBezTo>
                    <a:pt x="34" y="17"/>
                    <a:pt x="17" y="50"/>
                    <a:pt x="1" y="71"/>
                  </a:cubicBezTo>
                  <a:cubicBezTo>
                    <a:pt x="67" y="87"/>
                    <a:pt x="137" y="87"/>
                    <a:pt x="207" y="104"/>
                  </a:cubicBezTo>
                  <a:lnTo>
                    <a:pt x="207" y="71"/>
                  </a:lnTo>
                  <a:cubicBezTo>
                    <a:pt x="186" y="34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4" name="Google Shape;16714;p41"/>
            <p:cNvSpPr/>
            <p:nvPr/>
          </p:nvSpPr>
          <p:spPr>
            <a:xfrm>
              <a:off x="4139950" y="3245075"/>
              <a:ext cx="4250" cy="2350"/>
            </a:xfrm>
            <a:custGeom>
              <a:avLst/>
              <a:gdLst/>
              <a:ahLst/>
              <a:cxnLst/>
              <a:rect l="l" t="t" r="r" b="b"/>
              <a:pathLst>
                <a:path w="170" h="94" extrusionOk="0">
                  <a:moveTo>
                    <a:pt x="63" y="0"/>
                  </a:moveTo>
                  <a:cubicBezTo>
                    <a:pt x="48" y="0"/>
                    <a:pt x="33" y="2"/>
                    <a:pt x="17" y="7"/>
                  </a:cubicBezTo>
                  <a:lnTo>
                    <a:pt x="0" y="23"/>
                  </a:lnTo>
                  <a:cubicBezTo>
                    <a:pt x="17" y="40"/>
                    <a:pt x="50" y="40"/>
                    <a:pt x="83" y="60"/>
                  </a:cubicBezTo>
                  <a:cubicBezTo>
                    <a:pt x="120" y="77"/>
                    <a:pt x="136" y="77"/>
                    <a:pt x="169" y="93"/>
                  </a:cubicBezTo>
                  <a:cubicBezTo>
                    <a:pt x="169" y="77"/>
                    <a:pt x="169" y="77"/>
                    <a:pt x="153" y="60"/>
                  </a:cubicBezTo>
                  <a:cubicBezTo>
                    <a:pt x="140" y="20"/>
                    <a:pt x="107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5" name="Google Shape;16715;p41"/>
            <p:cNvSpPr/>
            <p:nvPr/>
          </p:nvSpPr>
          <p:spPr>
            <a:xfrm>
              <a:off x="4299200" y="3262275"/>
              <a:ext cx="5175" cy="4925"/>
            </a:xfrm>
            <a:custGeom>
              <a:avLst/>
              <a:gdLst/>
              <a:ahLst/>
              <a:cxnLst/>
              <a:rect l="l" t="t" r="r" b="b"/>
              <a:pathLst>
                <a:path w="207" h="197" extrusionOk="0">
                  <a:moveTo>
                    <a:pt x="105" y="1"/>
                  </a:moveTo>
                  <a:cubicBezTo>
                    <a:pt x="76" y="1"/>
                    <a:pt x="48" y="13"/>
                    <a:pt x="21" y="40"/>
                  </a:cubicBezTo>
                  <a:cubicBezTo>
                    <a:pt x="0" y="57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0"/>
                    <a:pt x="21" y="176"/>
                    <a:pt x="37" y="176"/>
                  </a:cubicBezTo>
                  <a:lnTo>
                    <a:pt x="54" y="197"/>
                  </a:lnTo>
                  <a:lnTo>
                    <a:pt x="173" y="197"/>
                  </a:lnTo>
                  <a:cubicBezTo>
                    <a:pt x="173" y="176"/>
                    <a:pt x="190" y="176"/>
                    <a:pt x="190" y="176"/>
                  </a:cubicBezTo>
                  <a:cubicBezTo>
                    <a:pt x="206" y="143"/>
                    <a:pt x="206" y="127"/>
                    <a:pt x="206" y="94"/>
                  </a:cubicBezTo>
                  <a:cubicBezTo>
                    <a:pt x="206" y="73"/>
                    <a:pt x="190" y="40"/>
                    <a:pt x="173" y="24"/>
                  </a:cubicBezTo>
                  <a:cubicBezTo>
                    <a:pt x="151" y="9"/>
                    <a:pt x="128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6" name="Google Shape;16716;p41"/>
            <p:cNvSpPr/>
            <p:nvPr/>
          </p:nvSpPr>
          <p:spPr>
            <a:xfrm>
              <a:off x="4247250" y="3268250"/>
              <a:ext cx="3925" cy="1025"/>
            </a:xfrm>
            <a:custGeom>
              <a:avLst/>
              <a:gdLst/>
              <a:ahLst/>
              <a:cxnLst/>
              <a:rect l="l" t="t" r="r" b="b"/>
              <a:pathLst>
                <a:path w="157" h="41" extrusionOk="0">
                  <a:moveTo>
                    <a:pt x="77" y="1"/>
                  </a:moveTo>
                  <a:cubicBezTo>
                    <a:pt x="64" y="1"/>
                    <a:pt x="51" y="3"/>
                    <a:pt x="37" y="7"/>
                  </a:cubicBezTo>
                  <a:cubicBezTo>
                    <a:pt x="37" y="24"/>
                    <a:pt x="17" y="24"/>
                    <a:pt x="0" y="40"/>
                  </a:cubicBezTo>
                  <a:lnTo>
                    <a:pt x="157" y="40"/>
                  </a:lnTo>
                  <a:cubicBezTo>
                    <a:pt x="145" y="16"/>
                    <a:pt x="113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7" name="Google Shape;16717;p41"/>
            <p:cNvSpPr/>
            <p:nvPr/>
          </p:nvSpPr>
          <p:spPr>
            <a:xfrm>
              <a:off x="4382175" y="3204400"/>
              <a:ext cx="4250" cy="5100"/>
            </a:xfrm>
            <a:custGeom>
              <a:avLst/>
              <a:gdLst/>
              <a:ahLst/>
              <a:cxnLst/>
              <a:rect l="l" t="t" r="r" b="b"/>
              <a:pathLst>
                <a:path w="170" h="204" extrusionOk="0">
                  <a:moveTo>
                    <a:pt x="83" y="1"/>
                  </a:moveTo>
                  <a:cubicBezTo>
                    <a:pt x="33" y="17"/>
                    <a:pt x="0" y="87"/>
                    <a:pt x="33" y="141"/>
                  </a:cubicBezTo>
                  <a:cubicBezTo>
                    <a:pt x="45" y="177"/>
                    <a:pt x="76" y="204"/>
                    <a:pt x="117" y="204"/>
                  </a:cubicBezTo>
                  <a:cubicBezTo>
                    <a:pt x="133" y="204"/>
                    <a:pt x="151" y="200"/>
                    <a:pt x="169" y="191"/>
                  </a:cubicBezTo>
                  <a:lnTo>
                    <a:pt x="1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8" name="Google Shape;16718;p41"/>
            <p:cNvSpPr/>
            <p:nvPr/>
          </p:nvSpPr>
          <p:spPr>
            <a:xfrm>
              <a:off x="4276925" y="3256350"/>
              <a:ext cx="5175" cy="5425"/>
            </a:xfrm>
            <a:custGeom>
              <a:avLst/>
              <a:gdLst/>
              <a:ahLst/>
              <a:cxnLst/>
              <a:rect l="l" t="t" r="r" b="b"/>
              <a:pathLst>
                <a:path w="207" h="217" extrusionOk="0">
                  <a:moveTo>
                    <a:pt x="87" y="1"/>
                  </a:moveTo>
                  <a:cubicBezTo>
                    <a:pt x="67" y="1"/>
                    <a:pt x="34" y="21"/>
                    <a:pt x="17" y="38"/>
                  </a:cubicBezTo>
                  <a:cubicBezTo>
                    <a:pt x="1" y="71"/>
                    <a:pt x="1" y="87"/>
                    <a:pt x="1" y="124"/>
                  </a:cubicBezTo>
                  <a:lnTo>
                    <a:pt x="1" y="141"/>
                  </a:lnTo>
                  <a:cubicBezTo>
                    <a:pt x="17" y="157"/>
                    <a:pt x="17" y="174"/>
                    <a:pt x="34" y="190"/>
                  </a:cubicBezTo>
                  <a:cubicBezTo>
                    <a:pt x="58" y="207"/>
                    <a:pt x="81" y="217"/>
                    <a:pt x="105" y="217"/>
                  </a:cubicBezTo>
                  <a:cubicBezTo>
                    <a:pt x="133" y="217"/>
                    <a:pt x="161" y="203"/>
                    <a:pt x="190" y="174"/>
                  </a:cubicBezTo>
                  <a:cubicBezTo>
                    <a:pt x="207" y="157"/>
                    <a:pt x="207" y="124"/>
                    <a:pt x="207" y="104"/>
                  </a:cubicBezTo>
                  <a:cubicBezTo>
                    <a:pt x="207" y="71"/>
                    <a:pt x="190" y="54"/>
                    <a:pt x="170" y="38"/>
                  </a:cubicBezTo>
                  <a:cubicBezTo>
                    <a:pt x="137" y="2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9" name="Google Shape;16719;p41"/>
            <p:cNvSpPr/>
            <p:nvPr/>
          </p:nvSpPr>
          <p:spPr>
            <a:xfrm>
              <a:off x="4376500" y="31807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7" y="0"/>
                  </a:moveTo>
                  <a:cubicBezTo>
                    <a:pt x="59" y="0"/>
                    <a:pt x="34" y="28"/>
                    <a:pt x="21" y="58"/>
                  </a:cubicBezTo>
                  <a:cubicBezTo>
                    <a:pt x="0" y="75"/>
                    <a:pt x="0" y="75"/>
                    <a:pt x="0" y="91"/>
                  </a:cubicBezTo>
                  <a:lnTo>
                    <a:pt x="0" y="141"/>
                  </a:lnTo>
                  <a:cubicBezTo>
                    <a:pt x="21" y="161"/>
                    <a:pt x="37" y="178"/>
                    <a:pt x="70" y="194"/>
                  </a:cubicBezTo>
                  <a:cubicBezTo>
                    <a:pt x="70" y="194"/>
                    <a:pt x="87" y="194"/>
                    <a:pt x="87" y="211"/>
                  </a:cubicBezTo>
                  <a:cubicBezTo>
                    <a:pt x="157" y="211"/>
                    <a:pt x="206" y="178"/>
                    <a:pt x="206" y="108"/>
                  </a:cubicBezTo>
                  <a:cubicBezTo>
                    <a:pt x="206" y="91"/>
                    <a:pt x="206" y="58"/>
                    <a:pt x="190" y="38"/>
                  </a:cubicBezTo>
                  <a:cubicBezTo>
                    <a:pt x="173" y="21"/>
                    <a:pt x="157" y="5"/>
                    <a:pt x="124" y="5"/>
                  </a:cubicBezTo>
                  <a:cubicBezTo>
                    <a:pt x="114" y="2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0" name="Google Shape;16720;p41"/>
            <p:cNvSpPr/>
            <p:nvPr/>
          </p:nvSpPr>
          <p:spPr>
            <a:xfrm>
              <a:off x="4372675" y="3195275"/>
              <a:ext cx="5175" cy="4925"/>
            </a:xfrm>
            <a:custGeom>
              <a:avLst/>
              <a:gdLst/>
              <a:ahLst/>
              <a:cxnLst/>
              <a:rect l="l" t="t" r="r" b="b"/>
              <a:pathLst>
                <a:path w="207" h="197" extrusionOk="0">
                  <a:moveTo>
                    <a:pt x="97" y="1"/>
                  </a:moveTo>
                  <a:cubicBezTo>
                    <a:pt x="65" y="1"/>
                    <a:pt x="35" y="13"/>
                    <a:pt x="17" y="40"/>
                  </a:cubicBezTo>
                  <a:cubicBezTo>
                    <a:pt x="1" y="57"/>
                    <a:pt x="1" y="73"/>
                    <a:pt x="1" y="110"/>
                  </a:cubicBezTo>
                  <a:lnTo>
                    <a:pt x="1" y="127"/>
                  </a:lnTo>
                  <a:cubicBezTo>
                    <a:pt x="17" y="143"/>
                    <a:pt x="17" y="160"/>
                    <a:pt x="34" y="176"/>
                  </a:cubicBezTo>
                  <a:cubicBezTo>
                    <a:pt x="50" y="197"/>
                    <a:pt x="87" y="197"/>
                    <a:pt x="120" y="197"/>
                  </a:cubicBezTo>
                  <a:cubicBezTo>
                    <a:pt x="137" y="197"/>
                    <a:pt x="174" y="176"/>
                    <a:pt x="190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90" y="40"/>
                    <a:pt x="174" y="24"/>
                  </a:cubicBezTo>
                  <a:cubicBezTo>
                    <a:pt x="150" y="9"/>
                    <a:pt x="122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1" name="Google Shape;16721;p41"/>
            <p:cNvSpPr/>
            <p:nvPr/>
          </p:nvSpPr>
          <p:spPr>
            <a:xfrm>
              <a:off x="4205200" y="321605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36" y="1"/>
                  </a:moveTo>
                  <a:cubicBezTo>
                    <a:pt x="103" y="1"/>
                    <a:pt x="70" y="17"/>
                    <a:pt x="33" y="34"/>
                  </a:cubicBezTo>
                  <a:cubicBezTo>
                    <a:pt x="17" y="50"/>
                    <a:pt x="17" y="67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33" y="170"/>
                    <a:pt x="50" y="207"/>
                    <a:pt x="103" y="207"/>
                  </a:cubicBezTo>
                  <a:cubicBezTo>
                    <a:pt x="153" y="207"/>
                    <a:pt x="206" y="170"/>
                    <a:pt x="223" y="120"/>
                  </a:cubicBezTo>
                  <a:cubicBezTo>
                    <a:pt x="223" y="104"/>
                    <a:pt x="223" y="67"/>
                    <a:pt x="206" y="50"/>
                  </a:cubicBezTo>
                  <a:cubicBezTo>
                    <a:pt x="190" y="17"/>
                    <a:pt x="153" y="17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2" name="Google Shape;16722;p41"/>
            <p:cNvSpPr/>
            <p:nvPr/>
          </p:nvSpPr>
          <p:spPr>
            <a:xfrm>
              <a:off x="4368775" y="3222775"/>
              <a:ext cx="5675" cy="5250"/>
            </a:xfrm>
            <a:custGeom>
              <a:avLst/>
              <a:gdLst/>
              <a:ahLst/>
              <a:cxnLst/>
              <a:rect l="l" t="t" r="r" b="b"/>
              <a:pathLst>
                <a:path w="227" h="210" extrusionOk="0">
                  <a:moveTo>
                    <a:pt x="115" y="1"/>
                  </a:moveTo>
                  <a:cubicBezTo>
                    <a:pt x="58" y="1"/>
                    <a:pt x="21" y="47"/>
                    <a:pt x="21" y="90"/>
                  </a:cubicBezTo>
                  <a:cubicBezTo>
                    <a:pt x="0" y="107"/>
                    <a:pt x="21" y="128"/>
                    <a:pt x="21" y="144"/>
                  </a:cubicBezTo>
                  <a:cubicBezTo>
                    <a:pt x="37" y="177"/>
                    <a:pt x="54" y="210"/>
                    <a:pt x="103" y="210"/>
                  </a:cubicBezTo>
                  <a:cubicBezTo>
                    <a:pt x="157" y="210"/>
                    <a:pt x="206" y="177"/>
                    <a:pt x="227" y="128"/>
                  </a:cubicBezTo>
                  <a:cubicBezTo>
                    <a:pt x="227" y="90"/>
                    <a:pt x="227" y="74"/>
                    <a:pt x="206" y="41"/>
                  </a:cubicBezTo>
                  <a:cubicBezTo>
                    <a:pt x="190" y="24"/>
                    <a:pt x="157" y="4"/>
                    <a:pt x="140" y="4"/>
                  </a:cubicBezTo>
                  <a:cubicBezTo>
                    <a:pt x="131" y="2"/>
                    <a:pt x="123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3" name="Google Shape;16723;p41"/>
            <p:cNvSpPr/>
            <p:nvPr/>
          </p:nvSpPr>
          <p:spPr>
            <a:xfrm>
              <a:off x="4364125" y="31709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67" y="1"/>
                    <a:pt x="17" y="38"/>
                    <a:pt x="1" y="88"/>
                  </a:cubicBezTo>
                  <a:cubicBezTo>
                    <a:pt x="1" y="104"/>
                    <a:pt x="1" y="120"/>
                    <a:pt x="17" y="141"/>
                  </a:cubicBezTo>
                  <a:lnTo>
                    <a:pt x="17" y="174"/>
                  </a:lnTo>
                  <a:cubicBezTo>
                    <a:pt x="34" y="191"/>
                    <a:pt x="67" y="207"/>
                    <a:pt x="83" y="207"/>
                  </a:cubicBezTo>
                  <a:cubicBezTo>
                    <a:pt x="92" y="209"/>
                    <a:pt x="101" y="210"/>
                    <a:pt x="110" y="210"/>
                  </a:cubicBezTo>
                  <a:cubicBezTo>
                    <a:pt x="166" y="210"/>
                    <a:pt x="207" y="167"/>
                    <a:pt x="207" y="120"/>
                  </a:cubicBezTo>
                  <a:cubicBezTo>
                    <a:pt x="223" y="104"/>
                    <a:pt x="207" y="71"/>
                    <a:pt x="186" y="55"/>
                  </a:cubicBezTo>
                  <a:cubicBezTo>
                    <a:pt x="170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4" name="Google Shape;16724;p41"/>
            <p:cNvSpPr/>
            <p:nvPr/>
          </p:nvSpPr>
          <p:spPr>
            <a:xfrm>
              <a:off x="4378650" y="3153175"/>
              <a:ext cx="6125" cy="5425"/>
            </a:xfrm>
            <a:custGeom>
              <a:avLst/>
              <a:gdLst/>
              <a:ahLst/>
              <a:cxnLst/>
              <a:rect l="l" t="t" r="r" b="b"/>
              <a:pathLst>
                <a:path w="245" h="217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8" y="42"/>
                    <a:pt x="1" y="91"/>
                    <a:pt x="38" y="145"/>
                  </a:cubicBezTo>
                  <a:cubicBezTo>
                    <a:pt x="51" y="185"/>
                    <a:pt x="86" y="217"/>
                    <a:pt x="127" y="217"/>
                  </a:cubicBezTo>
                  <a:cubicBezTo>
                    <a:pt x="137" y="217"/>
                    <a:pt x="147" y="215"/>
                    <a:pt x="158" y="211"/>
                  </a:cubicBezTo>
                  <a:cubicBezTo>
                    <a:pt x="224" y="178"/>
                    <a:pt x="244" y="129"/>
                    <a:pt x="224" y="75"/>
                  </a:cubicBezTo>
                  <a:cubicBezTo>
                    <a:pt x="210" y="34"/>
                    <a:pt x="161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5" name="Google Shape;16725;p41"/>
            <p:cNvSpPr/>
            <p:nvPr/>
          </p:nvSpPr>
          <p:spPr>
            <a:xfrm>
              <a:off x="4379575" y="3139050"/>
              <a:ext cx="6025" cy="5200"/>
            </a:xfrm>
            <a:custGeom>
              <a:avLst/>
              <a:gdLst/>
              <a:ahLst/>
              <a:cxnLst/>
              <a:rect l="l" t="t" r="r" b="b"/>
              <a:pathLst>
                <a:path w="241" h="208" extrusionOk="0">
                  <a:moveTo>
                    <a:pt x="111" y="1"/>
                  </a:moveTo>
                  <a:cubicBezTo>
                    <a:pt x="102" y="1"/>
                    <a:pt x="93" y="2"/>
                    <a:pt x="83" y="5"/>
                  </a:cubicBezTo>
                  <a:cubicBezTo>
                    <a:pt x="34" y="22"/>
                    <a:pt x="1" y="92"/>
                    <a:pt x="17" y="141"/>
                  </a:cubicBezTo>
                  <a:cubicBezTo>
                    <a:pt x="41" y="180"/>
                    <a:pt x="76" y="208"/>
                    <a:pt x="112" y="208"/>
                  </a:cubicBezTo>
                  <a:cubicBezTo>
                    <a:pt x="126" y="208"/>
                    <a:pt x="140" y="204"/>
                    <a:pt x="154" y="195"/>
                  </a:cubicBezTo>
                  <a:cubicBezTo>
                    <a:pt x="207" y="178"/>
                    <a:pt x="240" y="125"/>
                    <a:pt x="224" y="75"/>
                  </a:cubicBezTo>
                  <a:cubicBezTo>
                    <a:pt x="193" y="31"/>
                    <a:pt x="154" y="1"/>
                    <a:pt x="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6" name="Google Shape;16726;p41"/>
            <p:cNvSpPr/>
            <p:nvPr/>
          </p:nvSpPr>
          <p:spPr>
            <a:xfrm>
              <a:off x="4377000" y="3166150"/>
              <a:ext cx="5200" cy="5275"/>
            </a:xfrm>
            <a:custGeom>
              <a:avLst/>
              <a:gdLst/>
              <a:ahLst/>
              <a:cxnLst/>
              <a:rect l="l" t="t" r="r" b="b"/>
              <a:pathLst>
                <a:path w="208" h="211" extrusionOk="0">
                  <a:moveTo>
                    <a:pt x="105" y="1"/>
                  </a:moveTo>
                  <a:cubicBezTo>
                    <a:pt x="71" y="1"/>
                    <a:pt x="37" y="16"/>
                    <a:pt x="17" y="38"/>
                  </a:cubicBezTo>
                  <a:cubicBezTo>
                    <a:pt x="1" y="71"/>
                    <a:pt x="1" y="88"/>
                    <a:pt x="1" y="125"/>
                  </a:cubicBezTo>
                  <a:lnTo>
                    <a:pt x="1" y="141"/>
                  </a:lnTo>
                  <a:cubicBezTo>
                    <a:pt x="17" y="158"/>
                    <a:pt x="17" y="174"/>
                    <a:pt x="34" y="191"/>
                  </a:cubicBezTo>
                  <a:cubicBezTo>
                    <a:pt x="53" y="205"/>
                    <a:pt x="74" y="211"/>
                    <a:pt x="96" y="211"/>
                  </a:cubicBezTo>
                  <a:cubicBezTo>
                    <a:pt x="131" y="211"/>
                    <a:pt x="166" y="195"/>
                    <a:pt x="186" y="174"/>
                  </a:cubicBezTo>
                  <a:cubicBezTo>
                    <a:pt x="207" y="158"/>
                    <a:pt x="207" y="125"/>
                    <a:pt x="207" y="88"/>
                  </a:cubicBezTo>
                  <a:cubicBezTo>
                    <a:pt x="207" y="71"/>
                    <a:pt x="186" y="38"/>
                    <a:pt x="170" y="22"/>
                  </a:cubicBezTo>
                  <a:cubicBezTo>
                    <a:pt x="150" y="7"/>
                    <a:pt x="128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7" name="Google Shape;16727;p41"/>
            <p:cNvSpPr/>
            <p:nvPr/>
          </p:nvSpPr>
          <p:spPr>
            <a:xfrm>
              <a:off x="4362375" y="318512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37" y="1"/>
                  </a:moveTo>
                  <a:cubicBezTo>
                    <a:pt x="104" y="1"/>
                    <a:pt x="71" y="1"/>
                    <a:pt x="50" y="17"/>
                  </a:cubicBezTo>
                  <a:cubicBezTo>
                    <a:pt x="33" y="34"/>
                    <a:pt x="17" y="50"/>
                    <a:pt x="17" y="87"/>
                  </a:cubicBezTo>
                  <a:cubicBezTo>
                    <a:pt x="0" y="104"/>
                    <a:pt x="17" y="120"/>
                    <a:pt x="17" y="137"/>
                  </a:cubicBezTo>
                  <a:cubicBezTo>
                    <a:pt x="17" y="137"/>
                    <a:pt x="17" y="153"/>
                    <a:pt x="33" y="153"/>
                  </a:cubicBezTo>
                  <a:cubicBezTo>
                    <a:pt x="50" y="191"/>
                    <a:pt x="71" y="191"/>
                    <a:pt x="104" y="207"/>
                  </a:cubicBezTo>
                  <a:cubicBezTo>
                    <a:pt x="153" y="207"/>
                    <a:pt x="207" y="170"/>
                    <a:pt x="223" y="120"/>
                  </a:cubicBezTo>
                  <a:cubicBezTo>
                    <a:pt x="223" y="87"/>
                    <a:pt x="223" y="50"/>
                    <a:pt x="207" y="34"/>
                  </a:cubicBezTo>
                  <a:cubicBezTo>
                    <a:pt x="190" y="17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8" name="Google Shape;16728;p41"/>
            <p:cNvSpPr/>
            <p:nvPr/>
          </p:nvSpPr>
          <p:spPr>
            <a:xfrm>
              <a:off x="4370925" y="32073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14" y="0"/>
                  </a:moveTo>
                  <a:cubicBezTo>
                    <a:pt x="105" y="0"/>
                    <a:pt x="96" y="2"/>
                    <a:pt x="87" y="4"/>
                  </a:cubicBezTo>
                  <a:cubicBezTo>
                    <a:pt x="38" y="42"/>
                    <a:pt x="1" y="91"/>
                    <a:pt x="38" y="145"/>
                  </a:cubicBezTo>
                  <a:cubicBezTo>
                    <a:pt x="38" y="161"/>
                    <a:pt x="38" y="178"/>
                    <a:pt x="54" y="178"/>
                  </a:cubicBezTo>
                  <a:cubicBezTo>
                    <a:pt x="87" y="211"/>
                    <a:pt x="120" y="211"/>
                    <a:pt x="157" y="211"/>
                  </a:cubicBezTo>
                  <a:cubicBezTo>
                    <a:pt x="207" y="194"/>
                    <a:pt x="223" y="161"/>
                    <a:pt x="223" y="108"/>
                  </a:cubicBezTo>
                  <a:lnTo>
                    <a:pt x="223" y="75"/>
                  </a:lnTo>
                  <a:cubicBezTo>
                    <a:pt x="210" y="33"/>
                    <a:pt x="161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9" name="Google Shape;16729;p41"/>
            <p:cNvSpPr/>
            <p:nvPr/>
          </p:nvSpPr>
          <p:spPr>
            <a:xfrm>
              <a:off x="4236100" y="3258825"/>
              <a:ext cx="5600" cy="5150"/>
            </a:xfrm>
            <a:custGeom>
              <a:avLst/>
              <a:gdLst/>
              <a:ahLst/>
              <a:cxnLst/>
              <a:rect l="l" t="t" r="r" b="b"/>
              <a:pathLst>
                <a:path w="224" h="206" extrusionOk="0">
                  <a:moveTo>
                    <a:pt x="112" y="1"/>
                  </a:moveTo>
                  <a:cubicBezTo>
                    <a:pt x="104" y="1"/>
                    <a:pt x="96" y="2"/>
                    <a:pt x="87" y="5"/>
                  </a:cubicBezTo>
                  <a:cubicBezTo>
                    <a:pt x="34" y="25"/>
                    <a:pt x="1" y="91"/>
                    <a:pt x="17" y="145"/>
                  </a:cubicBezTo>
                  <a:cubicBezTo>
                    <a:pt x="34" y="162"/>
                    <a:pt x="34" y="178"/>
                    <a:pt x="50" y="178"/>
                  </a:cubicBezTo>
                  <a:cubicBezTo>
                    <a:pt x="72" y="197"/>
                    <a:pt x="92" y="205"/>
                    <a:pt x="112" y="205"/>
                  </a:cubicBezTo>
                  <a:cubicBezTo>
                    <a:pt x="126" y="205"/>
                    <a:pt x="140" y="201"/>
                    <a:pt x="153" y="195"/>
                  </a:cubicBezTo>
                  <a:cubicBezTo>
                    <a:pt x="191" y="195"/>
                    <a:pt x="224" y="162"/>
                    <a:pt x="224" y="108"/>
                  </a:cubicBezTo>
                  <a:lnTo>
                    <a:pt x="224" y="75"/>
                  </a:lnTo>
                  <a:cubicBezTo>
                    <a:pt x="196" y="34"/>
                    <a:pt x="154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0" name="Google Shape;16730;p41"/>
            <p:cNvSpPr/>
            <p:nvPr/>
          </p:nvSpPr>
          <p:spPr>
            <a:xfrm>
              <a:off x="4240850" y="3227925"/>
              <a:ext cx="6000" cy="5400"/>
            </a:xfrm>
            <a:custGeom>
              <a:avLst/>
              <a:gdLst/>
              <a:ahLst/>
              <a:cxnLst/>
              <a:rect l="l" t="t" r="r" b="b"/>
              <a:pathLst>
                <a:path w="240" h="216" extrusionOk="0">
                  <a:moveTo>
                    <a:pt x="113" y="0"/>
                  </a:moveTo>
                  <a:cubicBezTo>
                    <a:pt x="104" y="0"/>
                    <a:pt x="95" y="1"/>
                    <a:pt x="87" y="4"/>
                  </a:cubicBezTo>
                  <a:cubicBezTo>
                    <a:pt x="34" y="41"/>
                    <a:pt x="1" y="91"/>
                    <a:pt x="34" y="144"/>
                  </a:cubicBezTo>
                  <a:cubicBezTo>
                    <a:pt x="47" y="184"/>
                    <a:pt x="84" y="216"/>
                    <a:pt x="133" y="216"/>
                  </a:cubicBezTo>
                  <a:cubicBezTo>
                    <a:pt x="145" y="216"/>
                    <a:pt x="157" y="214"/>
                    <a:pt x="170" y="210"/>
                  </a:cubicBezTo>
                  <a:cubicBezTo>
                    <a:pt x="223" y="177"/>
                    <a:pt x="240" y="128"/>
                    <a:pt x="223" y="74"/>
                  </a:cubicBezTo>
                  <a:cubicBezTo>
                    <a:pt x="209" y="33"/>
                    <a:pt x="158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1" name="Google Shape;16731;p41"/>
            <p:cNvSpPr/>
            <p:nvPr/>
          </p:nvSpPr>
          <p:spPr>
            <a:xfrm>
              <a:off x="4239925" y="3246975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4" y="1"/>
                  </a:moveTo>
                  <a:cubicBezTo>
                    <a:pt x="71" y="1"/>
                    <a:pt x="21" y="34"/>
                    <a:pt x="21" y="87"/>
                  </a:cubicBezTo>
                  <a:cubicBezTo>
                    <a:pt x="0" y="104"/>
                    <a:pt x="0" y="120"/>
                    <a:pt x="21" y="137"/>
                  </a:cubicBezTo>
                  <a:cubicBezTo>
                    <a:pt x="21" y="153"/>
                    <a:pt x="21" y="153"/>
                    <a:pt x="38" y="153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57" y="207"/>
                    <a:pt x="207" y="170"/>
                    <a:pt x="227" y="120"/>
                  </a:cubicBezTo>
                  <a:cubicBezTo>
                    <a:pt x="227" y="87"/>
                    <a:pt x="207" y="67"/>
                    <a:pt x="190" y="34"/>
                  </a:cubicBezTo>
                  <a:cubicBezTo>
                    <a:pt x="190" y="17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2" name="Google Shape;16732;p41"/>
            <p:cNvSpPr/>
            <p:nvPr/>
          </p:nvSpPr>
          <p:spPr>
            <a:xfrm>
              <a:off x="4231375" y="3207525"/>
              <a:ext cx="6000" cy="5250"/>
            </a:xfrm>
            <a:custGeom>
              <a:avLst/>
              <a:gdLst/>
              <a:ahLst/>
              <a:cxnLst/>
              <a:rect l="l" t="t" r="r" b="b"/>
              <a:pathLst>
                <a:path w="240" h="210" extrusionOk="0">
                  <a:moveTo>
                    <a:pt x="123" y="1"/>
                  </a:moveTo>
                  <a:cubicBezTo>
                    <a:pt x="107" y="1"/>
                    <a:pt x="89" y="6"/>
                    <a:pt x="70" y="16"/>
                  </a:cubicBezTo>
                  <a:cubicBezTo>
                    <a:pt x="17" y="33"/>
                    <a:pt x="0" y="82"/>
                    <a:pt x="17" y="136"/>
                  </a:cubicBezTo>
                  <a:cubicBezTo>
                    <a:pt x="29" y="185"/>
                    <a:pt x="72" y="209"/>
                    <a:pt x="115" y="209"/>
                  </a:cubicBezTo>
                  <a:cubicBezTo>
                    <a:pt x="129" y="209"/>
                    <a:pt x="144" y="207"/>
                    <a:pt x="157" y="202"/>
                  </a:cubicBezTo>
                  <a:cubicBezTo>
                    <a:pt x="206" y="185"/>
                    <a:pt x="239" y="119"/>
                    <a:pt x="206" y="66"/>
                  </a:cubicBezTo>
                  <a:cubicBezTo>
                    <a:pt x="195" y="30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3" name="Google Shape;16733;p41"/>
            <p:cNvSpPr/>
            <p:nvPr/>
          </p:nvSpPr>
          <p:spPr>
            <a:xfrm>
              <a:off x="4250225" y="3256875"/>
              <a:ext cx="6100" cy="5275"/>
            </a:xfrm>
            <a:custGeom>
              <a:avLst/>
              <a:gdLst/>
              <a:ahLst/>
              <a:cxnLst/>
              <a:rect l="l" t="t" r="r" b="b"/>
              <a:pathLst>
                <a:path w="244" h="211" extrusionOk="0">
                  <a:moveTo>
                    <a:pt x="87" y="0"/>
                  </a:moveTo>
                  <a:cubicBezTo>
                    <a:pt x="54" y="17"/>
                    <a:pt x="38" y="33"/>
                    <a:pt x="38" y="50"/>
                  </a:cubicBezTo>
                  <a:cubicBezTo>
                    <a:pt x="21" y="83"/>
                    <a:pt x="1" y="120"/>
                    <a:pt x="21" y="136"/>
                  </a:cubicBezTo>
                  <a:cubicBezTo>
                    <a:pt x="35" y="178"/>
                    <a:pt x="83" y="211"/>
                    <a:pt x="130" y="211"/>
                  </a:cubicBezTo>
                  <a:cubicBezTo>
                    <a:pt x="139" y="211"/>
                    <a:pt x="149" y="209"/>
                    <a:pt x="157" y="207"/>
                  </a:cubicBezTo>
                  <a:cubicBezTo>
                    <a:pt x="207" y="186"/>
                    <a:pt x="244" y="120"/>
                    <a:pt x="228" y="66"/>
                  </a:cubicBezTo>
                  <a:cubicBezTo>
                    <a:pt x="207" y="33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4" name="Google Shape;16734;p41"/>
            <p:cNvSpPr/>
            <p:nvPr/>
          </p:nvSpPr>
          <p:spPr>
            <a:xfrm>
              <a:off x="4230550" y="323565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99" y="0"/>
                  </a:moveTo>
                  <a:cubicBezTo>
                    <a:pt x="89" y="0"/>
                    <a:pt x="78" y="2"/>
                    <a:pt x="66" y="4"/>
                  </a:cubicBezTo>
                  <a:cubicBezTo>
                    <a:pt x="17" y="25"/>
                    <a:pt x="0" y="91"/>
                    <a:pt x="17" y="144"/>
                  </a:cubicBezTo>
                  <a:cubicBezTo>
                    <a:pt x="29" y="180"/>
                    <a:pt x="68" y="209"/>
                    <a:pt x="107" y="209"/>
                  </a:cubicBezTo>
                  <a:cubicBezTo>
                    <a:pt x="123" y="209"/>
                    <a:pt x="139" y="204"/>
                    <a:pt x="153" y="194"/>
                  </a:cubicBezTo>
                  <a:cubicBezTo>
                    <a:pt x="206" y="177"/>
                    <a:pt x="239" y="128"/>
                    <a:pt x="206" y="74"/>
                  </a:cubicBezTo>
                  <a:cubicBezTo>
                    <a:pt x="193" y="33"/>
                    <a:pt x="153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5" name="Google Shape;16735;p41"/>
            <p:cNvSpPr/>
            <p:nvPr/>
          </p:nvSpPr>
          <p:spPr>
            <a:xfrm>
              <a:off x="4251150" y="3240325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11" y="1"/>
                  </a:moveTo>
                  <a:cubicBezTo>
                    <a:pt x="82" y="1"/>
                    <a:pt x="52" y="14"/>
                    <a:pt x="34" y="44"/>
                  </a:cubicBezTo>
                  <a:cubicBezTo>
                    <a:pt x="17" y="60"/>
                    <a:pt x="1" y="77"/>
                    <a:pt x="1" y="110"/>
                  </a:cubicBezTo>
                  <a:cubicBezTo>
                    <a:pt x="17" y="126"/>
                    <a:pt x="17" y="126"/>
                    <a:pt x="17" y="147"/>
                  </a:cubicBezTo>
                  <a:cubicBezTo>
                    <a:pt x="17" y="164"/>
                    <a:pt x="34" y="164"/>
                    <a:pt x="50" y="180"/>
                  </a:cubicBezTo>
                  <a:cubicBezTo>
                    <a:pt x="67" y="195"/>
                    <a:pt x="90" y="203"/>
                    <a:pt x="113" y="203"/>
                  </a:cubicBezTo>
                  <a:cubicBezTo>
                    <a:pt x="141" y="203"/>
                    <a:pt x="170" y="191"/>
                    <a:pt x="191" y="164"/>
                  </a:cubicBezTo>
                  <a:cubicBezTo>
                    <a:pt x="223" y="126"/>
                    <a:pt x="223" y="60"/>
                    <a:pt x="170" y="23"/>
                  </a:cubicBezTo>
                  <a:cubicBezTo>
                    <a:pt x="155" y="9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6" name="Google Shape;16736;p41"/>
            <p:cNvSpPr/>
            <p:nvPr/>
          </p:nvSpPr>
          <p:spPr>
            <a:xfrm>
              <a:off x="4243425" y="32146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03" y="1"/>
                  </a:moveTo>
                  <a:cubicBezTo>
                    <a:pt x="51" y="1"/>
                    <a:pt x="17" y="34"/>
                    <a:pt x="17" y="92"/>
                  </a:cubicBezTo>
                  <a:cubicBezTo>
                    <a:pt x="1" y="108"/>
                    <a:pt x="1" y="125"/>
                    <a:pt x="17" y="145"/>
                  </a:cubicBezTo>
                  <a:cubicBezTo>
                    <a:pt x="17" y="145"/>
                    <a:pt x="17" y="162"/>
                    <a:pt x="34" y="162"/>
                  </a:cubicBezTo>
                  <a:cubicBezTo>
                    <a:pt x="50" y="178"/>
                    <a:pt x="67" y="195"/>
                    <a:pt x="104" y="211"/>
                  </a:cubicBezTo>
                  <a:cubicBezTo>
                    <a:pt x="153" y="211"/>
                    <a:pt x="207" y="178"/>
                    <a:pt x="223" y="125"/>
                  </a:cubicBezTo>
                  <a:cubicBezTo>
                    <a:pt x="223" y="92"/>
                    <a:pt x="207" y="59"/>
                    <a:pt x="207" y="42"/>
                  </a:cubicBezTo>
                  <a:cubicBezTo>
                    <a:pt x="190" y="22"/>
                    <a:pt x="153" y="5"/>
                    <a:pt x="137" y="5"/>
                  </a:cubicBezTo>
                  <a:cubicBezTo>
                    <a:pt x="125" y="2"/>
                    <a:pt x="113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7" name="Google Shape;16737;p41"/>
            <p:cNvSpPr/>
            <p:nvPr/>
          </p:nvSpPr>
          <p:spPr>
            <a:xfrm>
              <a:off x="4247650" y="3201725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97" y="1"/>
                  </a:moveTo>
                  <a:cubicBezTo>
                    <a:pt x="55" y="1"/>
                    <a:pt x="18" y="33"/>
                    <a:pt x="1" y="91"/>
                  </a:cubicBezTo>
                  <a:lnTo>
                    <a:pt x="1" y="145"/>
                  </a:lnTo>
                  <a:cubicBezTo>
                    <a:pt x="21" y="145"/>
                    <a:pt x="21" y="161"/>
                    <a:pt x="21" y="161"/>
                  </a:cubicBezTo>
                  <a:cubicBezTo>
                    <a:pt x="38" y="178"/>
                    <a:pt x="71" y="194"/>
                    <a:pt x="87" y="211"/>
                  </a:cubicBezTo>
                  <a:cubicBezTo>
                    <a:pt x="124" y="211"/>
                    <a:pt x="141" y="194"/>
                    <a:pt x="174" y="178"/>
                  </a:cubicBezTo>
                  <a:cubicBezTo>
                    <a:pt x="190" y="178"/>
                    <a:pt x="207" y="145"/>
                    <a:pt x="207" y="124"/>
                  </a:cubicBezTo>
                  <a:cubicBezTo>
                    <a:pt x="227" y="58"/>
                    <a:pt x="174" y="5"/>
                    <a:pt x="124" y="5"/>
                  </a:cubicBezTo>
                  <a:cubicBezTo>
                    <a:pt x="115" y="2"/>
                    <a:pt x="10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8" name="Google Shape;16738;p41"/>
            <p:cNvSpPr/>
            <p:nvPr/>
          </p:nvSpPr>
          <p:spPr>
            <a:xfrm>
              <a:off x="4216325" y="32418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70" y="0"/>
                    <a:pt x="37" y="17"/>
                    <a:pt x="17" y="66"/>
                  </a:cubicBezTo>
                  <a:cubicBezTo>
                    <a:pt x="0" y="66"/>
                    <a:pt x="0" y="66"/>
                    <a:pt x="0" y="87"/>
                  </a:cubicBezTo>
                  <a:lnTo>
                    <a:pt x="0" y="137"/>
                  </a:lnTo>
                  <a:cubicBezTo>
                    <a:pt x="17" y="153"/>
                    <a:pt x="37" y="190"/>
                    <a:pt x="70" y="190"/>
                  </a:cubicBezTo>
                  <a:cubicBezTo>
                    <a:pt x="70" y="207"/>
                    <a:pt x="87" y="207"/>
                    <a:pt x="87" y="207"/>
                  </a:cubicBezTo>
                  <a:cubicBezTo>
                    <a:pt x="157" y="207"/>
                    <a:pt x="206" y="170"/>
                    <a:pt x="206" y="120"/>
                  </a:cubicBezTo>
                  <a:cubicBezTo>
                    <a:pt x="206" y="87"/>
                    <a:pt x="206" y="66"/>
                    <a:pt x="190" y="33"/>
                  </a:cubicBezTo>
                  <a:cubicBezTo>
                    <a:pt x="173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9" name="Google Shape;16739;p41"/>
            <p:cNvSpPr/>
            <p:nvPr/>
          </p:nvSpPr>
          <p:spPr>
            <a:xfrm>
              <a:off x="4216725" y="322745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102" y="0"/>
                  </a:moveTo>
                  <a:cubicBezTo>
                    <a:pt x="70" y="0"/>
                    <a:pt x="40" y="14"/>
                    <a:pt x="21" y="44"/>
                  </a:cubicBezTo>
                  <a:cubicBezTo>
                    <a:pt x="1" y="60"/>
                    <a:pt x="1" y="77"/>
                    <a:pt x="1" y="110"/>
                  </a:cubicBezTo>
                  <a:lnTo>
                    <a:pt x="1" y="147"/>
                  </a:lnTo>
                  <a:cubicBezTo>
                    <a:pt x="21" y="163"/>
                    <a:pt x="21" y="163"/>
                    <a:pt x="38" y="180"/>
                  </a:cubicBezTo>
                  <a:cubicBezTo>
                    <a:pt x="60" y="195"/>
                    <a:pt x="83" y="203"/>
                    <a:pt x="106" y="203"/>
                  </a:cubicBezTo>
                  <a:cubicBezTo>
                    <a:pt x="135" y="203"/>
                    <a:pt x="163" y="190"/>
                    <a:pt x="190" y="163"/>
                  </a:cubicBezTo>
                  <a:cubicBezTo>
                    <a:pt x="207" y="147"/>
                    <a:pt x="207" y="110"/>
                    <a:pt x="207" y="93"/>
                  </a:cubicBezTo>
                  <a:cubicBezTo>
                    <a:pt x="207" y="60"/>
                    <a:pt x="190" y="44"/>
                    <a:pt x="174" y="23"/>
                  </a:cubicBezTo>
                  <a:cubicBezTo>
                    <a:pt x="152" y="9"/>
                    <a:pt x="126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0" name="Google Shape;16740;p41"/>
            <p:cNvSpPr/>
            <p:nvPr/>
          </p:nvSpPr>
          <p:spPr>
            <a:xfrm>
              <a:off x="4310425" y="3205150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6" y="0"/>
                  </a:moveTo>
                  <a:cubicBezTo>
                    <a:pt x="113" y="0"/>
                    <a:pt x="99" y="3"/>
                    <a:pt x="87" y="8"/>
                  </a:cubicBezTo>
                  <a:cubicBezTo>
                    <a:pt x="34" y="24"/>
                    <a:pt x="1" y="90"/>
                    <a:pt x="17" y="144"/>
                  </a:cubicBezTo>
                  <a:cubicBezTo>
                    <a:pt x="41" y="181"/>
                    <a:pt x="77" y="201"/>
                    <a:pt x="114" y="201"/>
                  </a:cubicBezTo>
                  <a:cubicBezTo>
                    <a:pt x="127" y="201"/>
                    <a:pt x="140" y="199"/>
                    <a:pt x="153" y="194"/>
                  </a:cubicBezTo>
                  <a:cubicBezTo>
                    <a:pt x="207" y="177"/>
                    <a:pt x="240" y="128"/>
                    <a:pt x="223" y="74"/>
                  </a:cubicBezTo>
                  <a:cubicBezTo>
                    <a:pt x="211" y="24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1" name="Google Shape;16741;p41"/>
            <p:cNvSpPr/>
            <p:nvPr/>
          </p:nvSpPr>
          <p:spPr>
            <a:xfrm>
              <a:off x="4212500" y="325622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5" y="0"/>
                  </a:moveTo>
                  <a:cubicBezTo>
                    <a:pt x="64" y="0"/>
                    <a:pt x="35" y="14"/>
                    <a:pt x="17" y="43"/>
                  </a:cubicBezTo>
                  <a:cubicBezTo>
                    <a:pt x="1" y="59"/>
                    <a:pt x="1" y="92"/>
                    <a:pt x="1" y="109"/>
                  </a:cubicBezTo>
                  <a:lnTo>
                    <a:pt x="1" y="146"/>
                  </a:lnTo>
                  <a:cubicBezTo>
                    <a:pt x="17" y="162"/>
                    <a:pt x="17" y="179"/>
                    <a:pt x="34" y="179"/>
                  </a:cubicBezTo>
                  <a:cubicBezTo>
                    <a:pt x="50" y="195"/>
                    <a:pt x="87" y="212"/>
                    <a:pt x="120" y="212"/>
                  </a:cubicBezTo>
                  <a:cubicBezTo>
                    <a:pt x="137" y="195"/>
                    <a:pt x="170" y="195"/>
                    <a:pt x="190" y="162"/>
                  </a:cubicBezTo>
                  <a:cubicBezTo>
                    <a:pt x="207" y="146"/>
                    <a:pt x="207" y="129"/>
                    <a:pt x="207" y="92"/>
                  </a:cubicBezTo>
                  <a:cubicBezTo>
                    <a:pt x="207" y="59"/>
                    <a:pt x="190" y="43"/>
                    <a:pt x="170" y="26"/>
                  </a:cubicBezTo>
                  <a:cubicBezTo>
                    <a:pt x="147" y="10"/>
                    <a:pt x="121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2" name="Google Shape;16742;p41"/>
            <p:cNvSpPr/>
            <p:nvPr/>
          </p:nvSpPr>
          <p:spPr>
            <a:xfrm>
              <a:off x="4207775" y="320437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09" y="1"/>
                  </a:moveTo>
                  <a:cubicBezTo>
                    <a:pt x="72" y="1"/>
                    <a:pt x="37" y="16"/>
                    <a:pt x="17" y="39"/>
                  </a:cubicBezTo>
                  <a:cubicBezTo>
                    <a:pt x="0" y="55"/>
                    <a:pt x="0" y="88"/>
                    <a:pt x="0" y="121"/>
                  </a:cubicBezTo>
                  <a:lnTo>
                    <a:pt x="0" y="142"/>
                  </a:lnTo>
                  <a:cubicBezTo>
                    <a:pt x="17" y="159"/>
                    <a:pt x="17" y="175"/>
                    <a:pt x="33" y="192"/>
                  </a:cubicBezTo>
                  <a:cubicBezTo>
                    <a:pt x="50" y="208"/>
                    <a:pt x="87" y="208"/>
                    <a:pt x="120" y="208"/>
                  </a:cubicBezTo>
                  <a:cubicBezTo>
                    <a:pt x="136" y="208"/>
                    <a:pt x="173" y="192"/>
                    <a:pt x="190" y="175"/>
                  </a:cubicBezTo>
                  <a:cubicBezTo>
                    <a:pt x="206" y="142"/>
                    <a:pt x="206" y="121"/>
                    <a:pt x="206" y="88"/>
                  </a:cubicBezTo>
                  <a:cubicBezTo>
                    <a:pt x="206" y="72"/>
                    <a:pt x="190" y="39"/>
                    <a:pt x="173" y="18"/>
                  </a:cubicBezTo>
                  <a:cubicBezTo>
                    <a:pt x="153" y="6"/>
                    <a:pt x="131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3" name="Google Shape;16743;p41"/>
            <p:cNvSpPr/>
            <p:nvPr/>
          </p:nvSpPr>
          <p:spPr>
            <a:xfrm>
              <a:off x="4254150" y="32263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71" y="0"/>
                    <a:pt x="17" y="33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lnTo>
                    <a:pt x="17" y="169"/>
                  </a:lnTo>
                  <a:cubicBezTo>
                    <a:pt x="33" y="190"/>
                    <a:pt x="71" y="206"/>
                    <a:pt x="87" y="206"/>
                  </a:cubicBezTo>
                  <a:cubicBezTo>
                    <a:pt x="95" y="208"/>
                    <a:pt x="103" y="209"/>
                    <a:pt x="111" y="209"/>
                  </a:cubicBezTo>
                  <a:cubicBezTo>
                    <a:pt x="166" y="209"/>
                    <a:pt x="207" y="163"/>
                    <a:pt x="207" y="120"/>
                  </a:cubicBezTo>
                  <a:cubicBezTo>
                    <a:pt x="223" y="103"/>
                    <a:pt x="207" y="66"/>
                    <a:pt x="190" y="50"/>
                  </a:cubicBezTo>
                  <a:cubicBezTo>
                    <a:pt x="174" y="1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4" name="Google Shape;16744;p41"/>
            <p:cNvSpPr/>
            <p:nvPr/>
          </p:nvSpPr>
          <p:spPr>
            <a:xfrm>
              <a:off x="4223650" y="3188650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03" y="0"/>
                  </a:moveTo>
                  <a:cubicBezTo>
                    <a:pt x="91" y="0"/>
                    <a:pt x="78" y="4"/>
                    <a:pt x="70" y="12"/>
                  </a:cubicBezTo>
                  <a:cubicBezTo>
                    <a:pt x="54" y="12"/>
                    <a:pt x="33" y="29"/>
                    <a:pt x="17" y="50"/>
                  </a:cubicBezTo>
                  <a:cubicBezTo>
                    <a:pt x="0" y="83"/>
                    <a:pt x="0" y="116"/>
                    <a:pt x="17" y="132"/>
                  </a:cubicBezTo>
                  <a:cubicBezTo>
                    <a:pt x="30" y="176"/>
                    <a:pt x="69" y="206"/>
                    <a:pt x="110" y="206"/>
                  </a:cubicBezTo>
                  <a:cubicBezTo>
                    <a:pt x="119" y="206"/>
                    <a:pt x="127" y="205"/>
                    <a:pt x="136" y="202"/>
                  </a:cubicBezTo>
                  <a:cubicBezTo>
                    <a:pt x="206" y="186"/>
                    <a:pt x="223" y="116"/>
                    <a:pt x="206" y="66"/>
                  </a:cubicBezTo>
                  <a:cubicBezTo>
                    <a:pt x="190" y="29"/>
                    <a:pt x="173" y="12"/>
                    <a:pt x="136" y="12"/>
                  </a:cubicBezTo>
                  <a:cubicBezTo>
                    <a:pt x="128" y="4"/>
                    <a:pt x="115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5" name="Google Shape;16745;p41"/>
            <p:cNvSpPr/>
            <p:nvPr/>
          </p:nvSpPr>
          <p:spPr>
            <a:xfrm>
              <a:off x="4218475" y="3214575"/>
              <a:ext cx="6025" cy="5050"/>
            </a:xfrm>
            <a:custGeom>
              <a:avLst/>
              <a:gdLst/>
              <a:ahLst/>
              <a:cxnLst/>
              <a:rect l="l" t="t" r="r" b="b"/>
              <a:pathLst>
                <a:path w="241" h="202" extrusionOk="0">
                  <a:moveTo>
                    <a:pt x="127" y="0"/>
                  </a:moveTo>
                  <a:cubicBezTo>
                    <a:pt x="113" y="0"/>
                    <a:pt x="100" y="2"/>
                    <a:pt x="87" y="6"/>
                  </a:cubicBezTo>
                  <a:cubicBezTo>
                    <a:pt x="34" y="23"/>
                    <a:pt x="1" y="76"/>
                    <a:pt x="17" y="146"/>
                  </a:cubicBezTo>
                  <a:cubicBezTo>
                    <a:pt x="45" y="183"/>
                    <a:pt x="80" y="202"/>
                    <a:pt x="118" y="202"/>
                  </a:cubicBezTo>
                  <a:cubicBezTo>
                    <a:pt x="131" y="202"/>
                    <a:pt x="144" y="200"/>
                    <a:pt x="158" y="196"/>
                  </a:cubicBezTo>
                  <a:cubicBezTo>
                    <a:pt x="224" y="179"/>
                    <a:pt x="240" y="109"/>
                    <a:pt x="224" y="60"/>
                  </a:cubicBezTo>
                  <a:cubicBezTo>
                    <a:pt x="211" y="19"/>
                    <a:pt x="168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6" name="Google Shape;16746;p41"/>
            <p:cNvSpPr/>
            <p:nvPr/>
          </p:nvSpPr>
          <p:spPr>
            <a:xfrm>
              <a:off x="4219300" y="3200225"/>
              <a:ext cx="6125" cy="5225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2" y="0"/>
                  </a:moveTo>
                  <a:cubicBezTo>
                    <a:pt x="118" y="0"/>
                    <a:pt x="103" y="5"/>
                    <a:pt x="87" y="15"/>
                  </a:cubicBezTo>
                  <a:cubicBezTo>
                    <a:pt x="38" y="32"/>
                    <a:pt x="1" y="81"/>
                    <a:pt x="21" y="135"/>
                  </a:cubicBezTo>
                  <a:cubicBezTo>
                    <a:pt x="49" y="176"/>
                    <a:pt x="88" y="209"/>
                    <a:pt x="132" y="209"/>
                  </a:cubicBezTo>
                  <a:cubicBezTo>
                    <a:pt x="140" y="209"/>
                    <a:pt x="149" y="208"/>
                    <a:pt x="158" y="205"/>
                  </a:cubicBezTo>
                  <a:cubicBezTo>
                    <a:pt x="207" y="184"/>
                    <a:pt x="244" y="118"/>
                    <a:pt x="228" y="65"/>
                  </a:cubicBezTo>
                  <a:cubicBezTo>
                    <a:pt x="201" y="29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7" name="Google Shape;16747;p41"/>
            <p:cNvSpPr/>
            <p:nvPr/>
          </p:nvSpPr>
          <p:spPr>
            <a:xfrm>
              <a:off x="4225800" y="3252125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20" y="1"/>
                  </a:moveTo>
                  <a:cubicBezTo>
                    <a:pt x="104" y="1"/>
                    <a:pt x="71" y="17"/>
                    <a:pt x="50" y="34"/>
                  </a:cubicBezTo>
                  <a:cubicBezTo>
                    <a:pt x="34" y="34"/>
                    <a:pt x="17" y="67"/>
                    <a:pt x="1" y="87"/>
                  </a:cubicBezTo>
                  <a:cubicBezTo>
                    <a:pt x="1" y="120"/>
                    <a:pt x="1" y="137"/>
                    <a:pt x="17" y="153"/>
                  </a:cubicBezTo>
                  <a:lnTo>
                    <a:pt x="34" y="170"/>
                  </a:lnTo>
                  <a:cubicBezTo>
                    <a:pt x="50" y="190"/>
                    <a:pt x="71" y="207"/>
                    <a:pt x="104" y="207"/>
                  </a:cubicBezTo>
                  <a:cubicBezTo>
                    <a:pt x="112" y="210"/>
                    <a:pt x="121" y="211"/>
                    <a:pt x="129" y="211"/>
                  </a:cubicBezTo>
                  <a:cubicBezTo>
                    <a:pt x="170" y="211"/>
                    <a:pt x="210" y="178"/>
                    <a:pt x="223" y="120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8" name="Google Shape;16748;p41"/>
            <p:cNvSpPr/>
            <p:nvPr/>
          </p:nvSpPr>
          <p:spPr>
            <a:xfrm>
              <a:off x="4288875" y="32533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5" y="0"/>
                  </a:moveTo>
                  <a:cubicBezTo>
                    <a:pt x="71" y="0"/>
                    <a:pt x="21" y="37"/>
                    <a:pt x="1" y="87"/>
                  </a:cubicBezTo>
                  <a:lnTo>
                    <a:pt x="1" y="140"/>
                  </a:lnTo>
                  <a:cubicBezTo>
                    <a:pt x="21" y="173"/>
                    <a:pt x="54" y="206"/>
                    <a:pt x="87" y="206"/>
                  </a:cubicBezTo>
                  <a:cubicBezTo>
                    <a:pt x="97" y="209"/>
                    <a:pt x="106" y="210"/>
                    <a:pt x="114" y="210"/>
                  </a:cubicBezTo>
                  <a:cubicBezTo>
                    <a:pt x="170" y="210"/>
                    <a:pt x="207" y="166"/>
                    <a:pt x="207" y="120"/>
                  </a:cubicBezTo>
                  <a:cubicBezTo>
                    <a:pt x="207" y="87"/>
                    <a:pt x="207" y="70"/>
                    <a:pt x="190" y="54"/>
                  </a:cubicBezTo>
                  <a:cubicBezTo>
                    <a:pt x="174" y="17"/>
                    <a:pt x="158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9" name="Google Shape;16749;p41"/>
            <p:cNvSpPr/>
            <p:nvPr/>
          </p:nvSpPr>
          <p:spPr>
            <a:xfrm>
              <a:off x="4292400" y="3225700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08" y="1"/>
                  </a:moveTo>
                  <a:cubicBezTo>
                    <a:pt x="80" y="1"/>
                    <a:pt x="51" y="14"/>
                    <a:pt x="33" y="44"/>
                  </a:cubicBezTo>
                  <a:cubicBezTo>
                    <a:pt x="17" y="60"/>
                    <a:pt x="0" y="77"/>
                    <a:pt x="0" y="114"/>
                  </a:cubicBezTo>
                  <a:cubicBezTo>
                    <a:pt x="0" y="130"/>
                    <a:pt x="0" y="130"/>
                    <a:pt x="17" y="147"/>
                  </a:cubicBezTo>
                  <a:cubicBezTo>
                    <a:pt x="17" y="163"/>
                    <a:pt x="33" y="163"/>
                    <a:pt x="49" y="180"/>
                  </a:cubicBezTo>
                  <a:cubicBezTo>
                    <a:pt x="61" y="191"/>
                    <a:pt x="75" y="205"/>
                    <a:pt x="93" y="205"/>
                  </a:cubicBezTo>
                  <a:cubicBezTo>
                    <a:pt x="101" y="205"/>
                    <a:pt x="110" y="202"/>
                    <a:pt x="120" y="196"/>
                  </a:cubicBezTo>
                  <a:cubicBezTo>
                    <a:pt x="153" y="196"/>
                    <a:pt x="169" y="180"/>
                    <a:pt x="190" y="163"/>
                  </a:cubicBezTo>
                  <a:cubicBezTo>
                    <a:pt x="206" y="147"/>
                    <a:pt x="223" y="114"/>
                    <a:pt x="206" y="93"/>
                  </a:cubicBezTo>
                  <a:cubicBezTo>
                    <a:pt x="206" y="60"/>
                    <a:pt x="190" y="44"/>
                    <a:pt x="169" y="27"/>
                  </a:cubicBezTo>
                  <a:cubicBezTo>
                    <a:pt x="154" y="10"/>
                    <a:pt x="131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0" name="Google Shape;16750;p41"/>
            <p:cNvSpPr/>
            <p:nvPr/>
          </p:nvSpPr>
          <p:spPr>
            <a:xfrm>
              <a:off x="4284250" y="32014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50" y="0"/>
                    <a:pt x="0" y="33"/>
                    <a:pt x="0" y="87"/>
                  </a:cubicBezTo>
                  <a:lnTo>
                    <a:pt x="0" y="157"/>
                  </a:lnTo>
                  <a:lnTo>
                    <a:pt x="17" y="173"/>
                  </a:lnTo>
                  <a:cubicBezTo>
                    <a:pt x="33" y="190"/>
                    <a:pt x="50" y="206"/>
                    <a:pt x="83" y="206"/>
                  </a:cubicBezTo>
                  <a:cubicBezTo>
                    <a:pt x="92" y="209"/>
                    <a:pt x="101" y="211"/>
                    <a:pt x="110" y="211"/>
                  </a:cubicBezTo>
                  <a:cubicBezTo>
                    <a:pt x="152" y="211"/>
                    <a:pt x="189" y="178"/>
                    <a:pt x="206" y="120"/>
                  </a:cubicBezTo>
                  <a:cubicBezTo>
                    <a:pt x="206" y="103"/>
                    <a:pt x="206" y="70"/>
                    <a:pt x="186" y="54"/>
                  </a:cubicBezTo>
                  <a:cubicBezTo>
                    <a:pt x="169" y="17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1" name="Google Shape;16751;p41"/>
            <p:cNvSpPr/>
            <p:nvPr/>
          </p:nvSpPr>
          <p:spPr>
            <a:xfrm>
              <a:off x="4296200" y="32112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12" y="1"/>
                  </a:moveTo>
                  <a:cubicBezTo>
                    <a:pt x="70" y="1"/>
                    <a:pt x="34" y="28"/>
                    <a:pt x="17" y="55"/>
                  </a:cubicBezTo>
                  <a:lnTo>
                    <a:pt x="17" y="92"/>
                  </a:lnTo>
                  <a:cubicBezTo>
                    <a:pt x="1" y="108"/>
                    <a:pt x="17" y="125"/>
                    <a:pt x="17" y="141"/>
                  </a:cubicBezTo>
                  <a:cubicBezTo>
                    <a:pt x="38" y="158"/>
                    <a:pt x="54" y="195"/>
                    <a:pt x="71" y="195"/>
                  </a:cubicBezTo>
                  <a:cubicBezTo>
                    <a:pt x="87" y="195"/>
                    <a:pt x="87" y="211"/>
                    <a:pt x="104" y="211"/>
                  </a:cubicBezTo>
                  <a:cubicBezTo>
                    <a:pt x="157" y="211"/>
                    <a:pt x="207" y="178"/>
                    <a:pt x="223" y="125"/>
                  </a:cubicBezTo>
                  <a:cubicBezTo>
                    <a:pt x="223" y="92"/>
                    <a:pt x="223" y="55"/>
                    <a:pt x="207" y="38"/>
                  </a:cubicBezTo>
                  <a:cubicBezTo>
                    <a:pt x="190" y="22"/>
                    <a:pt x="157" y="5"/>
                    <a:pt x="141" y="5"/>
                  </a:cubicBezTo>
                  <a:cubicBezTo>
                    <a:pt x="131" y="2"/>
                    <a:pt x="121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2" name="Google Shape;16752;p41"/>
            <p:cNvSpPr/>
            <p:nvPr/>
          </p:nvSpPr>
          <p:spPr>
            <a:xfrm>
              <a:off x="4301350" y="32482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0"/>
                  </a:moveTo>
                  <a:cubicBezTo>
                    <a:pt x="104" y="0"/>
                    <a:pt x="71" y="17"/>
                    <a:pt x="54" y="37"/>
                  </a:cubicBezTo>
                  <a:cubicBezTo>
                    <a:pt x="17" y="37"/>
                    <a:pt x="1" y="70"/>
                    <a:pt x="1" y="87"/>
                  </a:cubicBezTo>
                  <a:cubicBezTo>
                    <a:pt x="1" y="120"/>
                    <a:pt x="1" y="140"/>
                    <a:pt x="17" y="157"/>
                  </a:cubicBezTo>
                  <a:lnTo>
                    <a:pt x="17" y="173"/>
                  </a:lnTo>
                  <a:cubicBezTo>
                    <a:pt x="38" y="190"/>
                    <a:pt x="71" y="206"/>
                    <a:pt x="87" y="206"/>
                  </a:cubicBezTo>
                  <a:cubicBezTo>
                    <a:pt x="99" y="209"/>
                    <a:pt x="111" y="210"/>
                    <a:pt x="121" y="210"/>
                  </a:cubicBezTo>
                  <a:cubicBezTo>
                    <a:pt x="173" y="210"/>
                    <a:pt x="207" y="178"/>
                    <a:pt x="207" y="120"/>
                  </a:cubicBezTo>
                  <a:cubicBezTo>
                    <a:pt x="223" y="103"/>
                    <a:pt x="207" y="70"/>
                    <a:pt x="190" y="54"/>
                  </a:cubicBezTo>
                  <a:cubicBezTo>
                    <a:pt x="174" y="3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3" name="Google Shape;16753;p41"/>
            <p:cNvSpPr/>
            <p:nvPr/>
          </p:nvSpPr>
          <p:spPr>
            <a:xfrm>
              <a:off x="4306100" y="32216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87" y="0"/>
                    <a:pt x="70" y="0"/>
                    <a:pt x="33" y="17"/>
                  </a:cubicBezTo>
                  <a:cubicBezTo>
                    <a:pt x="17" y="33"/>
                    <a:pt x="0" y="70"/>
                    <a:pt x="0" y="87"/>
                  </a:cubicBezTo>
                  <a:lnTo>
                    <a:pt x="0" y="136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3" y="190"/>
                    <a:pt x="54" y="207"/>
                    <a:pt x="87" y="207"/>
                  </a:cubicBezTo>
                  <a:cubicBezTo>
                    <a:pt x="94" y="209"/>
                    <a:pt x="100" y="210"/>
                    <a:pt x="108" y="210"/>
                  </a:cubicBezTo>
                  <a:cubicBezTo>
                    <a:pt x="154" y="210"/>
                    <a:pt x="207" y="166"/>
                    <a:pt x="207" y="120"/>
                  </a:cubicBezTo>
                  <a:cubicBezTo>
                    <a:pt x="207" y="103"/>
                    <a:pt x="207" y="70"/>
                    <a:pt x="190" y="50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4" name="Google Shape;16754;p41"/>
            <p:cNvSpPr/>
            <p:nvPr/>
          </p:nvSpPr>
          <p:spPr>
            <a:xfrm>
              <a:off x="4302275" y="32349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83" y="0"/>
                  </a:moveTo>
                  <a:cubicBezTo>
                    <a:pt x="17" y="33"/>
                    <a:pt x="1" y="87"/>
                    <a:pt x="17" y="136"/>
                  </a:cubicBezTo>
                  <a:cubicBezTo>
                    <a:pt x="31" y="180"/>
                    <a:pt x="81" y="211"/>
                    <a:pt x="126" y="211"/>
                  </a:cubicBezTo>
                  <a:cubicBezTo>
                    <a:pt x="135" y="211"/>
                    <a:pt x="145" y="209"/>
                    <a:pt x="153" y="206"/>
                  </a:cubicBezTo>
                  <a:cubicBezTo>
                    <a:pt x="170" y="190"/>
                    <a:pt x="186" y="190"/>
                    <a:pt x="186" y="173"/>
                  </a:cubicBezTo>
                  <a:cubicBezTo>
                    <a:pt x="223" y="136"/>
                    <a:pt x="223" y="103"/>
                    <a:pt x="207" y="70"/>
                  </a:cubicBezTo>
                  <a:cubicBezTo>
                    <a:pt x="207" y="33"/>
                    <a:pt x="170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5" name="Google Shape;16755;p41"/>
            <p:cNvSpPr/>
            <p:nvPr/>
          </p:nvSpPr>
          <p:spPr>
            <a:xfrm>
              <a:off x="4282500" y="32156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103" y="0"/>
                    <a:pt x="70" y="0"/>
                    <a:pt x="50" y="17"/>
                  </a:cubicBezTo>
                  <a:cubicBezTo>
                    <a:pt x="17" y="33"/>
                    <a:pt x="0" y="50"/>
                    <a:pt x="0" y="83"/>
                  </a:cubicBezTo>
                  <a:lnTo>
                    <a:pt x="0" y="136"/>
                  </a:lnTo>
                  <a:lnTo>
                    <a:pt x="17" y="153"/>
                  </a:lnTo>
                  <a:cubicBezTo>
                    <a:pt x="33" y="186"/>
                    <a:pt x="70" y="206"/>
                    <a:pt x="87" y="206"/>
                  </a:cubicBezTo>
                  <a:cubicBezTo>
                    <a:pt x="153" y="206"/>
                    <a:pt x="206" y="169"/>
                    <a:pt x="206" y="120"/>
                  </a:cubicBezTo>
                  <a:cubicBezTo>
                    <a:pt x="206" y="83"/>
                    <a:pt x="206" y="66"/>
                    <a:pt x="190" y="33"/>
                  </a:cubicBezTo>
                  <a:cubicBezTo>
                    <a:pt x="173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6" name="Google Shape;16756;p41"/>
            <p:cNvSpPr/>
            <p:nvPr/>
          </p:nvSpPr>
          <p:spPr>
            <a:xfrm>
              <a:off x="4270025" y="322420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03" y="0"/>
                  </a:moveTo>
                  <a:cubicBezTo>
                    <a:pt x="70" y="0"/>
                    <a:pt x="54" y="17"/>
                    <a:pt x="33" y="33"/>
                  </a:cubicBezTo>
                  <a:cubicBezTo>
                    <a:pt x="17" y="50"/>
                    <a:pt x="0" y="87"/>
                    <a:pt x="17" y="120"/>
                  </a:cubicBezTo>
                  <a:lnTo>
                    <a:pt x="17" y="137"/>
                  </a:lnTo>
                  <a:cubicBezTo>
                    <a:pt x="17" y="153"/>
                    <a:pt x="33" y="174"/>
                    <a:pt x="54" y="190"/>
                  </a:cubicBezTo>
                  <a:cubicBezTo>
                    <a:pt x="67" y="203"/>
                    <a:pt x="85" y="208"/>
                    <a:pt x="104" y="208"/>
                  </a:cubicBezTo>
                  <a:cubicBezTo>
                    <a:pt x="135" y="208"/>
                    <a:pt x="170" y="194"/>
                    <a:pt x="190" y="174"/>
                  </a:cubicBezTo>
                  <a:cubicBezTo>
                    <a:pt x="239" y="120"/>
                    <a:pt x="223" y="50"/>
                    <a:pt x="190" y="17"/>
                  </a:cubicBezTo>
                  <a:cubicBezTo>
                    <a:pt x="157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7" name="Google Shape;16757;p41"/>
            <p:cNvSpPr/>
            <p:nvPr/>
          </p:nvSpPr>
          <p:spPr>
            <a:xfrm>
              <a:off x="4263625" y="3249975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37" y="0"/>
                  </a:moveTo>
                  <a:cubicBezTo>
                    <a:pt x="67" y="0"/>
                    <a:pt x="17" y="33"/>
                    <a:pt x="17" y="87"/>
                  </a:cubicBezTo>
                  <a:cubicBezTo>
                    <a:pt x="1" y="103"/>
                    <a:pt x="17" y="120"/>
                    <a:pt x="17" y="136"/>
                  </a:cubicBezTo>
                  <a:lnTo>
                    <a:pt x="17" y="153"/>
                  </a:lnTo>
                  <a:cubicBezTo>
                    <a:pt x="17" y="153"/>
                    <a:pt x="17" y="173"/>
                    <a:pt x="34" y="173"/>
                  </a:cubicBezTo>
                  <a:cubicBezTo>
                    <a:pt x="50" y="190"/>
                    <a:pt x="67" y="206"/>
                    <a:pt x="104" y="206"/>
                  </a:cubicBezTo>
                  <a:cubicBezTo>
                    <a:pt x="109" y="211"/>
                    <a:pt x="115" y="213"/>
                    <a:pt x="122" y="213"/>
                  </a:cubicBezTo>
                  <a:cubicBezTo>
                    <a:pt x="138" y="213"/>
                    <a:pt x="158" y="201"/>
                    <a:pt x="170" y="190"/>
                  </a:cubicBezTo>
                  <a:cubicBezTo>
                    <a:pt x="207" y="173"/>
                    <a:pt x="207" y="153"/>
                    <a:pt x="223" y="120"/>
                  </a:cubicBezTo>
                  <a:cubicBezTo>
                    <a:pt x="223" y="103"/>
                    <a:pt x="223" y="87"/>
                    <a:pt x="207" y="50"/>
                  </a:cubicBezTo>
                  <a:cubicBezTo>
                    <a:pt x="186" y="33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8" name="Google Shape;16758;p41"/>
            <p:cNvSpPr/>
            <p:nvPr/>
          </p:nvSpPr>
          <p:spPr>
            <a:xfrm>
              <a:off x="4262700" y="32636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8"/>
                    <a:pt x="1" y="87"/>
                  </a:cubicBezTo>
                  <a:cubicBezTo>
                    <a:pt x="1" y="120"/>
                    <a:pt x="1" y="141"/>
                    <a:pt x="17" y="157"/>
                  </a:cubicBezTo>
                  <a:cubicBezTo>
                    <a:pt x="17" y="157"/>
                    <a:pt x="17" y="174"/>
                    <a:pt x="38" y="174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13" y="209"/>
                    <a:pt x="122" y="211"/>
                    <a:pt x="131" y="211"/>
                  </a:cubicBezTo>
                  <a:cubicBezTo>
                    <a:pt x="173" y="211"/>
                    <a:pt x="210" y="178"/>
                    <a:pt x="223" y="120"/>
                  </a:cubicBezTo>
                  <a:cubicBezTo>
                    <a:pt x="223" y="104"/>
                    <a:pt x="207" y="71"/>
                    <a:pt x="190" y="54"/>
                  </a:cubicBezTo>
                  <a:cubicBezTo>
                    <a:pt x="174" y="38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9" name="Google Shape;16759;p41"/>
            <p:cNvSpPr/>
            <p:nvPr/>
          </p:nvSpPr>
          <p:spPr>
            <a:xfrm>
              <a:off x="4260125" y="320017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20" y="1"/>
                  </a:moveTo>
                  <a:cubicBezTo>
                    <a:pt x="71" y="1"/>
                    <a:pt x="17" y="34"/>
                    <a:pt x="1" y="83"/>
                  </a:cubicBezTo>
                  <a:lnTo>
                    <a:pt x="1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8" y="186"/>
                    <a:pt x="71" y="207"/>
                    <a:pt x="87" y="207"/>
                  </a:cubicBezTo>
                  <a:cubicBezTo>
                    <a:pt x="97" y="212"/>
                    <a:pt x="105" y="214"/>
                    <a:pt x="113" y="214"/>
                  </a:cubicBezTo>
                  <a:cubicBezTo>
                    <a:pt x="133" y="214"/>
                    <a:pt x="150" y="201"/>
                    <a:pt x="174" y="186"/>
                  </a:cubicBezTo>
                  <a:cubicBezTo>
                    <a:pt x="190" y="170"/>
                    <a:pt x="207" y="153"/>
                    <a:pt x="207" y="120"/>
                  </a:cubicBezTo>
                  <a:cubicBezTo>
                    <a:pt x="207" y="104"/>
                    <a:pt x="207" y="67"/>
                    <a:pt x="190" y="50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0" name="Google Shape;16760;p41"/>
            <p:cNvSpPr/>
            <p:nvPr/>
          </p:nvSpPr>
          <p:spPr>
            <a:xfrm>
              <a:off x="4280325" y="32319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71" y="1"/>
                    <a:pt x="17" y="34"/>
                    <a:pt x="1" y="87"/>
                  </a:cubicBezTo>
                  <a:lnTo>
                    <a:pt x="1" y="137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4" y="190"/>
                    <a:pt x="71" y="207"/>
                    <a:pt x="87" y="207"/>
                  </a:cubicBezTo>
                  <a:cubicBezTo>
                    <a:pt x="120" y="207"/>
                    <a:pt x="137" y="207"/>
                    <a:pt x="174" y="190"/>
                  </a:cubicBezTo>
                  <a:cubicBezTo>
                    <a:pt x="190" y="174"/>
                    <a:pt x="207" y="153"/>
                    <a:pt x="207" y="120"/>
                  </a:cubicBezTo>
                  <a:cubicBezTo>
                    <a:pt x="207" y="104"/>
                    <a:pt x="207" y="71"/>
                    <a:pt x="190" y="50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1" name="Google Shape;16761;p41"/>
            <p:cNvSpPr/>
            <p:nvPr/>
          </p:nvSpPr>
          <p:spPr>
            <a:xfrm>
              <a:off x="4265275" y="3236050"/>
              <a:ext cx="5175" cy="5375"/>
            </a:xfrm>
            <a:custGeom>
              <a:avLst/>
              <a:gdLst/>
              <a:ahLst/>
              <a:cxnLst/>
              <a:rect l="l" t="t" r="r" b="b"/>
              <a:pathLst>
                <a:path w="207" h="215" extrusionOk="0">
                  <a:moveTo>
                    <a:pt x="91" y="0"/>
                  </a:moveTo>
                  <a:cubicBezTo>
                    <a:pt x="69" y="0"/>
                    <a:pt x="49" y="14"/>
                    <a:pt x="38" y="25"/>
                  </a:cubicBezTo>
                  <a:cubicBezTo>
                    <a:pt x="17" y="42"/>
                    <a:pt x="1" y="58"/>
                    <a:pt x="1" y="91"/>
                  </a:cubicBezTo>
                  <a:lnTo>
                    <a:pt x="1" y="145"/>
                  </a:lnTo>
                  <a:cubicBezTo>
                    <a:pt x="1" y="145"/>
                    <a:pt x="1" y="161"/>
                    <a:pt x="17" y="161"/>
                  </a:cubicBezTo>
                  <a:cubicBezTo>
                    <a:pt x="38" y="178"/>
                    <a:pt x="54" y="194"/>
                    <a:pt x="87" y="215"/>
                  </a:cubicBezTo>
                  <a:cubicBezTo>
                    <a:pt x="141" y="215"/>
                    <a:pt x="190" y="178"/>
                    <a:pt x="207" y="128"/>
                  </a:cubicBezTo>
                  <a:cubicBezTo>
                    <a:pt x="207" y="91"/>
                    <a:pt x="207" y="58"/>
                    <a:pt x="190" y="42"/>
                  </a:cubicBezTo>
                  <a:cubicBezTo>
                    <a:pt x="174" y="25"/>
                    <a:pt x="141" y="9"/>
                    <a:pt x="120" y="9"/>
                  </a:cubicBezTo>
                  <a:cubicBezTo>
                    <a:pt x="110" y="3"/>
                    <a:pt x="101" y="0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2" name="Google Shape;16762;p41"/>
            <p:cNvSpPr/>
            <p:nvPr/>
          </p:nvSpPr>
          <p:spPr>
            <a:xfrm>
              <a:off x="4256725" y="32142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8" y="0"/>
                  </a:moveTo>
                  <a:cubicBezTo>
                    <a:pt x="72" y="0"/>
                    <a:pt x="37" y="14"/>
                    <a:pt x="17" y="35"/>
                  </a:cubicBezTo>
                  <a:cubicBezTo>
                    <a:pt x="0" y="55"/>
                    <a:pt x="0" y="88"/>
                    <a:pt x="0" y="121"/>
                  </a:cubicBezTo>
                  <a:lnTo>
                    <a:pt x="0" y="138"/>
                  </a:lnTo>
                  <a:cubicBezTo>
                    <a:pt x="17" y="158"/>
                    <a:pt x="17" y="175"/>
                    <a:pt x="33" y="191"/>
                  </a:cubicBezTo>
                  <a:cubicBezTo>
                    <a:pt x="54" y="204"/>
                    <a:pt x="76" y="209"/>
                    <a:pt x="98" y="209"/>
                  </a:cubicBezTo>
                  <a:cubicBezTo>
                    <a:pt x="133" y="209"/>
                    <a:pt x="167" y="195"/>
                    <a:pt x="190" y="175"/>
                  </a:cubicBezTo>
                  <a:cubicBezTo>
                    <a:pt x="207" y="138"/>
                    <a:pt x="207" y="121"/>
                    <a:pt x="207" y="88"/>
                  </a:cubicBezTo>
                  <a:cubicBezTo>
                    <a:pt x="207" y="72"/>
                    <a:pt x="190" y="35"/>
                    <a:pt x="174" y="18"/>
                  </a:cubicBezTo>
                  <a:cubicBezTo>
                    <a:pt x="153" y="6"/>
                    <a:pt x="130" y="0"/>
                    <a:pt x="1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3" name="Google Shape;16763;p41"/>
            <p:cNvSpPr/>
            <p:nvPr/>
          </p:nvSpPr>
          <p:spPr>
            <a:xfrm>
              <a:off x="4276925" y="32433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24" y="0"/>
                  </a:moveTo>
                  <a:cubicBezTo>
                    <a:pt x="112" y="0"/>
                    <a:pt x="99" y="2"/>
                    <a:pt x="87" y="6"/>
                  </a:cubicBezTo>
                  <a:cubicBezTo>
                    <a:pt x="34" y="27"/>
                    <a:pt x="1" y="93"/>
                    <a:pt x="17" y="147"/>
                  </a:cubicBezTo>
                  <a:cubicBezTo>
                    <a:pt x="34" y="163"/>
                    <a:pt x="34" y="163"/>
                    <a:pt x="50" y="180"/>
                  </a:cubicBezTo>
                  <a:cubicBezTo>
                    <a:pt x="76" y="191"/>
                    <a:pt x="100" y="203"/>
                    <a:pt x="124" y="203"/>
                  </a:cubicBezTo>
                  <a:cubicBezTo>
                    <a:pt x="134" y="203"/>
                    <a:pt x="143" y="201"/>
                    <a:pt x="153" y="196"/>
                  </a:cubicBezTo>
                  <a:cubicBezTo>
                    <a:pt x="190" y="180"/>
                    <a:pt x="223" y="147"/>
                    <a:pt x="223" y="110"/>
                  </a:cubicBezTo>
                  <a:lnTo>
                    <a:pt x="223" y="60"/>
                  </a:lnTo>
                  <a:cubicBezTo>
                    <a:pt x="198" y="20"/>
                    <a:pt x="162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4" name="Google Shape;16764;p41"/>
            <p:cNvSpPr/>
            <p:nvPr/>
          </p:nvSpPr>
          <p:spPr>
            <a:xfrm>
              <a:off x="4272175" y="3194075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23" y="0"/>
                  </a:moveTo>
                  <a:cubicBezTo>
                    <a:pt x="92" y="0"/>
                    <a:pt x="57" y="15"/>
                    <a:pt x="34" y="39"/>
                  </a:cubicBezTo>
                  <a:cubicBezTo>
                    <a:pt x="17" y="55"/>
                    <a:pt x="1" y="88"/>
                    <a:pt x="1" y="121"/>
                  </a:cubicBezTo>
                  <a:cubicBezTo>
                    <a:pt x="17" y="121"/>
                    <a:pt x="17" y="142"/>
                    <a:pt x="17" y="142"/>
                  </a:cubicBezTo>
                  <a:cubicBezTo>
                    <a:pt x="17" y="158"/>
                    <a:pt x="34" y="175"/>
                    <a:pt x="50" y="191"/>
                  </a:cubicBezTo>
                  <a:cubicBezTo>
                    <a:pt x="71" y="208"/>
                    <a:pt x="104" y="208"/>
                    <a:pt x="120" y="208"/>
                  </a:cubicBezTo>
                  <a:cubicBezTo>
                    <a:pt x="153" y="208"/>
                    <a:pt x="174" y="191"/>
                    <a:pt x="191" y="175"/>
                  </a:cubicBezTo>
                  <a:cubicBezTo>
                    <a:pt x="207" y="142"/>
                    <a:pt x="224" y="121"/>
                    <a:pt x="224" y="88"/>
                  </a:cubicBezTo>
                  <a:cubicBezTo>
                    <a:pt x="207" y="72"/>
                    <a:pt x="207" y="39"/>
                    <a:pt x="174" y="18"/>
                  </a:cubicBezTo>
                  <a:cubicBezTo>
                    <a:pt x="160" y="6"/>
                    <a:pt x="142" y="0"/>
                    <a:pt x="1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5" name="Google Shape;16765;p41"/>
            <p:cNvSpPr/>
            <p:nvPr/>
          </p:nvSpPr>
          <p:spPr>
            <a:xfrm>
              <a:off x="4151075" y="323817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3" y="27"/>
                    <a:pt x="1" y="76"/>
                    <a:pt x="17" y="146"/>
                  </a:cubicBezTo>
                  <a:cubicBezTo>
                    <a:pt x="42" y="184"/>
                    <a:pt x="78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07" y="179"/>
                    <a:pt x="240" y="109"/>
                    <a:pt x="223" y="60"/>
                  </a:cubicBezTo>
                  <a:cubicBezTo>
                    <a:pt x="211" y="19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6" name="Google Shape;16766;p41"/>
            <p:cNvSpPr/>
            <p:nvPr/>
          </p:nvSpPr>
          <p:spPr>
            <a:xfrm>
              <a:off x="4082750" y="3121375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9" y="1"/>
                  </a:moveTo>
                  <a:cubicBezTo>
                    <a:pt x="68" y="1"/>
                    <a:pt x="39" y="13"/>
                    <a:pt x="21" y="40"/>
                  </a:cubicBezTo>
                  <a:cubicBezTo>
                    <a:pt x="0" y="61"/>
                    <a:pt x="0" y="94"/>
                    <a:pt x="0" y="110"/>
                  </a:cubicBezTo>
                  <a:lnTo>
                    <a:pt x="0" y="143"/>
                  </a:lnTo>
                  <a:cubicBezTo>
                    <a:pt x="21" y="164"/>
                    <a:pt x="21" y="180"/>
                    <a:pt x="37" y="180"/>
                  </a:cubicBezTo>
                  <a:cubicBezTo>
                    <a:pt x="59" y="203"/>
                    <a:pt x="86" y="211"/>
                    <a:pt x="111" y="211"/>
                  </a:cubicBezTo>
                  <a:cubicBezTo>
                    <a:pt x="142" y="211"/>
                    <a:pt x="172" y="198"/>
                    <a:pt x="190" y="180"/>
                  </a:cubicBezTo>
                  <a:cubicBezTo>
                    <a:pt x="206" y="143"/>
                    <a:pt x="206" y="127"/>
                    <a:pt x="206" y="94"/>
                  </a:cubicBezTo>
                  <a:cubicBezTo>
                    <a:pt x="206" y="77"/>
                    <a:pt x="190" y="40"/>
                    <a:pt x="173" y="24"/>
                  </a:cubicBezTo>
                  <a:cubicBezTo>
                    <a:pt x="151" y="9"/>
                    <a:pt x="125" y="1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7" name="Google Shape;16767;p41"/>
            <p:cNvSpPr/>
            <p:nvPr/>
          </p:nvSpPr>
          <p:spPr>
            <a:xfrm>
              <a:off x="4078500" y="3150275"/>
              <a:ext cx="5200" cy="5200"/>
            </a:xfrm>
            <a:custGeom>
              <a:avLst/>
              <a:gdLst/>
              <a:ahLst/>
              <a:cxnLst/>
              <a:rect l="l" t="t" r="r" b="b"/>
              <a:pathLst>
                <a:path w="208" h="208" extrusionOk="0">
                  <a:moveTo>
                    <a:pt x="109" y="0"/>
                  </a:moveTo>
                  <a:cubicBezTo>
                    <a:pt x="73" y="0"/>
                    <a:pt x="38" y="15"/>
                    <a:pt x="17" y="38"/>
                  </a:cubicBezTo>
                  <a:cubicBezTo>
                    <a:pt x="1" y="55"/>
                    <a:pt x="1" y="88"/>
                    <a:pt x="1" y="121"/>
                  </a:cubicBezTo>
                  <a:lnTo>
                    <a:pt x="1" y="142"/>
                  </a:lnTo>
                  <a:cubicBezTo>
                    <a:pt x="17" y="158"/>
                    <a:pt x="17" y="175"/>
                    <a:pt x="34" y="191"/>
                  </a:cubicBezTo>
                  <a:cubicBezTo>
                    <a:pt x="67" y="207"/>
                    <a:pt x="88" y="207"/>
                    <a:pt x="121" y="207"/>
                  </a:cubicBezTo>
                  <a:cubicBezTo>
                    <a:pt x="137" y="207"/>
                    <a:pt x="170" y="191"/>
                    <a:pt x="191" y="175"/>
                  </a:cubicBezTo>
                  <a:cubicBezTo>
                    <a:pt x="207" y="158"/>
                    <a:pt x="207" y="121"/>
                    <a:pt x="207" y="88"/>
                  </a:cubicBezTo>
                  <a:cubicBezTo>
                    <a:pt x="207" y="71"/>
                    <a:pt x="191" y="38"/>
                    <a:pt x="170" y="18"/>
                  </a:cubicBezTo>
                  <a:cubicBezTo>
                    <a:pt x="152" y="5"/>
                    <a:pt x="13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8" name="Google Shape;16768;p41"/>
            <p:cNvSpPr/>
            <p:nvPr/>
          </p:nvSpPr>
          <p:spPr>
            <a:xfrm>
              <a:off x="4085325" y="309432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30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37" y="25"/>
                    <a:pt x="0" y="91"/>
                    <a:pt x="21" y="145"/>
                  </a:cubicBezTo>
                  <a:cubicBezTo>
                    <a:pt x="45" y="182"/>
                    <a:pt x="79" y="202"/>
                    <a:pt x="116" y="202"/>
                  </a:cubicBezTo>
                  <a:cubicBezTo>
                    <a:pt x="129" y="202"/>
                    <a:pt x="143" y="200"/>
                    <a:pt x="157" y="194"/>
                  </a:cubicBezTo>
                  <a:cubicBezTo>
                    <a:pt x="227" y="178"/>
                    <a:pt x="243" y="112"/>
                    <a:pt x="227" y="58"/>
                  </a:cubicBezTo>
                  <a:cubicBezTo>
                    <a:pt x="212" y="22"/>
                    <a:pt x="172" y="1"/>
                    <a:pt x="1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9" name="Google Shape;16769;p41"/>
            <p:cNvSpPr/>
            <p:nvPr/>
          </p:nvSpPr>
          <p:spPr>
            <a:xfrm>
              <a:off x="4082325" y="31357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71" y="0"/>
                    <a:pt x="38" y="17"/>
                    <a:pt x="17" y="66"/>
                  </a:cubicBezTo>
                  <a:lnTo>
                    <a:pt x="1" y="82"/>
                  </a:lnTo>
                  <a:cubicBezTo>
                    <a:pt x="1" y="103"/>
                    <a:pt x="1" y="136"/>
                    <a:pt x="17" y="136"/>
                  </a:cubicBezTo>
                  <a:cubicBezTo>
                    <a:pt x="17" y="169"/>
                    <a:pt x="38" y="186"/>
                    <a:pt x="71" y="206"/>
                  </a:cubicBezTo>
                  <a:lnTo>
                    <a:pt x="87" y="206"/>
                  </a:lnTo>
                  <a:cubicBezTo>
                    <a:pt x="96" y="208"/>
                    <a:pt x="104" y="209"/>
                    <a:pt x="113" y="209"/>
                  </a:cubicBezTo>
                  <a:cubicBezTo>
                    <a:pt x="169" y="209"/>
                    <a:pt x="207" y="163"/>
                    <a:pt x="207" y="120"/>
                  </a:cubicBezTo>
                  <a:cubicBezTo>
                    <a:pt x="223" y="103"/>
                    <a:pt x="207" y="66"/>
                    <a:pt x="190" y="49"/>
                  </a:cubicBezTo>
                  <a:cubicBezTo>
                    <a:pt x="174" y="17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0" name="Google Shape;16770;p41"/>
            <p:cNvSpPr/>
            <p:nvPr/>
          </p:nvSpPr>
          <p:spPr>
            <a:xfrm>
              <a:off x="4084500" y="31085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4" y="0"/>
                  </a:moveTo>
                  <a:cubicBezTo>
                    <a:pt x="105" y="0"/>
                    <a:pt x="95" y="2"/>
                    <a:pt x="87" y="5"/>
                  </a:cubicBezTo>
                  <a:cubicBezTo>
                    <a:pt x="33" y="21"/>
                    <a:pt x="0" y="91"/>
                    <a:pt x="33" y="141"/>
                  </a:cubicBezTo>
                  <a:cubicBezTo>
                    <a:pt x="48" y="180"/>
                    <a:pt x="78" y="208"/>
                    <a:pt x="120" y="208"/>
                  </a:cubicBezTo>
                  <a:cubicBezTo>
                    <a:pt x="136" y="208"/>
                    <a:pt x="154" y="203"/>
                    <a:pt x="173" y="194"/>
                  </a:cubicBezTo>
                  <a:cubicBezTo>
                    <a:pt x="223" y="178"/>
                    <a:pt x="239" y="124"/>
                    <a:pt x="223" y="75"/>
                  </a:cubicBezTo>
                  <a:cubicBezTo>
                    <a:pt x="209" y="31"/>
                    <a:pt x="159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1" name="Google Shape;16771;p41"/>
            <p:cNvSpPr/>
            <p:nvPr/>
          </p:nvSpPr>
          <p:spPr>
            <a:xfrm>
              <a:off x="4093550" y="3052300"/>
              <a:ext cx="5200" cy="5250"/>
            </a:xfrm>
            <a:custGeom>
              <a:avLst/>
              <a:gdLst/>
              <a:ahLst/>
              <a:cxnLst/>
              <a:rect l="l" t="t" r="r" b="b"/>
              <a:pathLst>
                <a:path w="208" h="210" extrusionOk="0">
                  <a:moveTo>
                    <a:pt x="100" y="1"/>
                  </a:moveTo>
                  <a:cubicBezTo>
                    <a:pt x="51" y="1"/>
                    <a:pt x="1" y="47"/>
                    <a:pt x="1" y="90"/>
                  </a:cubicBezTo>
                  <a:lnTo>
                    <a:pt x="1" y="144"/>
                  </a:lnTo>
                  <a:lnTo>
                    <a:pt x="17" y="160"/>
                  </a:lnTo>
                  <a:cubicBezTo>
                    <a:pt x="34" y="193"/>
                    <a:pt x="50" y="210"/>
                    <a:pt x="83" y="210"/>
                  </a:cubicBezTo>
                  <a:cubicBezTo>
                    <a:pt x="137" y="210"/>
                    <a:pt x="186" y="177"/>
                    <a:pt x="207" y="123"/>
                  </a:cubicBezTo>
                  <a:cubicBezTo>
                    <a:pt x="207" y="90"/>
                    <a:pt x="207" y="74"/>
                    <a:pt x="186" y="41"/>
                  </a:cubicBezTo>
                  <a:cubicBezTo>
                    <a:pt x="170" y="20"/>
                    <a:pt x="137" y="4"/>
                    <a:pt x="121" y="4"/>
                  </a:cubicBezTo>
                  <a:cubicBezTo>
                    <a:pt x="114" y="2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2" name="Google Shape;16772;p41"/>
            <p:cNvSpPr/>
            <p:nvPr/>
          </p:nvSpPr>
          <p:spPr>
            <a:xfrm>
              <a:off x="4096150" y="3115475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8" y="1"/>
                  </a:moveTo>
                  <a:cubicBezTo>
                    <a:pt x="53" y="1"/>
                    <a:pt x="14" y="44"/>
                    <a:pt x="0" y="91"/>
                  </a:cubicBezTo>
                  <a:cubicBezTo>
                    <a:pt x="0" y="107"/>
                    <a:pt x="0" y="123"/>
                    <a:pt x="17" y="140"/>
                  </a:cubicBezTo>
                  <a:lnTo>
                    <a:pt x="17" y="156"/>
                  </a:lnTo>
                  <a:cubicBezTo>
                    <a:pt x="33" y="194"/>
                    <a:pt x="66" y="210"/>
                    <a:pt x="82" y="210"/>
                  </a:cubicBezTo>
                  <a:cubicBezTo>
                    <a:pt x="153" y="210"/>
                    <a:pt x="206" y="173"/>
                    <a:pt x="206" y="123"/>
                  </a:cubicBezTo>
                  <a:cubicBezTo>
                    <a:pt x="223" y="91"/>
                    <a:pt x="206" y="70"/>
                    <a:pt x="186" y="37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2" y="2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3" name="Google Shape;16773;p41"/>
            <p:cNvSpPr/>
            <p:nvPr/>
          </p:nvSpPr>
          <p:spPr>
            <a:xfrm>
              <a:off x="4090475" y="3066100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12" y="1"/>
                  </a:moveTo>
                  <a:cubicBezTo>
                    <a:pt x="76" y="1"/>
                    <a:pt x="41" y="17"/>
                    <a:pt x="21" y="37"/>
                  </a:cubicBezTo>
                  <a:cubicBezTo>
                    <a:pt x="0" y="54"/>
                    <a:pt x="0" y="87"/>
                    <a:pt x="0" y="124"/>
                  </a:cubicBezTo>
                  <a:lnTo>
                    <a:pt x="0" y="140"/>
                  </a:lnTo>
                  <a:cubicBezTo>
                    <a:pt x="21" y="157"/>
                    <a:pt x="21" y="173"/>
                    <a:pt x="37" y="190"/>
                  </a:cubicBezTo>
                  <a:cubicBezTo>
                    <a:pt x="57" y="204"/>
                    <a:pt x="80" y="211"/>
                    <a:pt x="102" y="211"/>
                  </a:cubicBezTo>
                  <a:cubicBezTo>
                    <a:pt x="136" y="211"/>
                    <a:pt x="170" y="196"/>
                    <a:pt x="190" y="173"/>
                  </a:cubicBezTo>
                  <a:cubicBezTo>
                    <a:pt x="227" y="124"/>
                    <a:pt x="227" y="54"/>
                    <a:pt x="173" y="21"/>
                  </a:cubicBezTo>
                  <a:cubicBezTo>
                    <a:pt x="155" y="7"/>
                    <a:pt x="133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4" name="Google Shape;16774;p41"/>
            <p:cNvSpPr/>
            <p:nvPr/>
          </p:nvSpPr>
          <p:spPr>
            <a:xfrm>
              <a:off x="4089650" y="3082875"/>
              <a:ext cx="5575" cy="4925"/>
            </a:xfrm>
            <a:custGeom>
              <a:avLst/>
              <a:gdLst/>
              <a:ahLst/>
              <a:cxnLst/>
              <a:rect l="l" t="t" r="r" b="b"/>
              <a:pathLst>
                <a:path w="223" h="197" extrusionOk="0">
                  <a:moveTo>
                    <a:pt x="70" y="1"/>
                  </a:moveTo>
                  <a:cubicBezTo>
                    <a:pt x="54" y="17"/>
                    <a:pt x="33" y="34"/>
                    <a:pt x="17" y="55"/>
                  </a:cubicBezTo>
                  <a:cubicBezTo>
                    <a:pt x="0" y="71"/>
                    <a:pt x="0" y="104"/>
                    <a:pt x="17" y="137"/>
                  </a:cubicBezTo>
                  <a:cubicBezTo>
                    <a:pt x="29" y="177"/>
                    <a:pt x="63" y="197"/>
                    <a:pt x="108" y="197"/>
                  </a:cubicBezTo>
                  <a:cubicBezTo>
                    <a:pt x="123" y="197"/>
                    <a:pt x="140" y="195"/>
                    <a:pt x="157" y="191"/>
                  </a:cubicBezTo>
                  <a:cubicBezTo>
                    <a:pt x="206" y="174"/>
                    <a:pt x="223" y="121"/>
                    <a:pt x="206" y="55"/>
                  </a:cubicBezTo>
                  <a:cubicBezTo>
                    <a:pt x="190" y="34"/>
                    <a:pt x="173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5" name="Google Shape;16775;p41"/>
            <p:cNvSpPr/>
            <p:nvPr/>
          </p:nvSpPr>
          <p:spPr>
            <a:xfrm>
              <a:off x="4066450" y="31567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5" y="1"/>
                  </a:moveTo>
                  <a:cubicBezTo>
                    <a:pt x="41" y="1"/>
                    <a:pt x="1" y="44"/>
                    <a:pt x="1" y="91"/>
                  </a:cubicBezTo>
                  <a:lnTo>
                    <a:pt x="1" y="140"/>
                  </a:lnTo>
                  <a:lnTo>
                    <a:pt x="17" y="157"/>
                  </a:lnTo>
                  <a:cubicBezTo>
                    <a:pt x="34" y="194"/>
                    <a:pt x="54" y="194"/>
                    <a:pt x="87" y="210"/>
                  </a:cubicBezTo>
                  <a:cubicBezTo>
                    <a:pt x="120" y="210"/>
                    <a:pt x="137" y="210"/>
                    <a:pt x="157" y="194"/>
                  </a:cubicBezTo>
                  <a:cubicBezTo>
                    <a:pt x="190" y="173"/>
                    <a:pt x="207" y="140"/>
                    <a:pt x="207" y="124"/>
                  </a:cubicBezTo>
                  <a:cubicBezTo>
                    <a:pt x="207" y="91"/>
                    <a:pt x="207" y="70"/>
                    <a:pt x="190" y="37"/>
                  </a:cubicBezTo>
                  <a:cubicBezTo>
                    <a:pt x="174" y="21"/>
                    <a:pt x="137" y="4"/>
                    <a:pt x="120" y="4"/>
                  </a:cubicBezTo>
                  <a:cubicBezTo>
                    <a:pt x="111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6" name="Google Shape;16776;p41"/>
            <p:cNvSpPr/>
            <p:nvPr/>
          </p:nvSpPr>
          <p:spPr>
            <a:xfrm>
              <a:off x="4077175" y="31626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10" y="0"/>
                  </a:moveTo>
                  <a:cubicBezTo>
                    <a:pt x="96" y="0"/>
                    <a:pt x="83" y="2"/>
                    <a:pt x="70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17" y="163"/>
                    <a:pt x="38" y="163"/>
                    <a:pt x="38" y="179"/>
                  </a:cubicBezTo>
                  <a:cubicBezTo>
                    <a:pt x="57" y="199"/>
                    <a:pt x="76" y="207"/>
                    <a:pt x="100" y="207"/>
                  </a:cubicBezTo>
                  <a:cubicBezTo>
                    <a:pt x="116" y="207"/>
                    <a:pt x="135" y="203"/>
                    <a:pt x="157" y="196"/>
                  </a:cubicBezTo>
                  <a:cubicBezTo>
                    <a:pt x="190" y="179"/>
                    <a:pt x="207" y="142"/>
                    <a:pt x="223" y="109"/>
                  </a:cubicBezTo>
                  <a:cubicBezTo>
                    <a:pt x="223" y="93"/>
                    <a:pt x="223" y="76"/>
                    <a:pt x="207" y="60"/>
                  </a:cubicBezTo>
                  <a:cubicBezTo>
                    <a:pt x="194" y="19"/>
                    <a:pt x="151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7" name="Google Shape;16777;p41"/>
            <p:cNvSpPr/>
            <p:nvPr/>
          </p:nvSpPr>
          <p:spPr>
            <a:xfrm>
              <a:off x="4062650" y="3181225"/>
              <a:ext cx="5575" cy="5125"/>
            </a:xfrm>
            <a:custGeom>
              <a:avLst/>
              <a:gdLst/>
              <a:ahLst/>
              <a:cxnLst/>
              <a:rect l="l" t="t" r="r" b="b"/>
              <a:pathLst>
                <a:path w="223" h="205" extrusionOk="0">
                  <a:moveTo>
                    <a:pt x="103" y="0"/>
                  </a:moveTo>
                  <a:cubicBezTo>
                    <a:pt x="66" y="0"/>
                    <a:pt x="50" y="17"/>
                    <a:pt x="33" y="37"/>
                  </a:cubicBezTo>
                  <a:cubicBezTo>
                    <a:pt x="17" y="54"/>
                    <a:pt x="0" y="87"/>
                    <a:pt x="0" y="103"/>
                  </a:cubicBezTo>
                  <a:cubicBezTo>
                    <a:pt x="0" y="120"/>
                    <a:pt x="17" y="120"/>
                    <a:pt x="17" y="140"/>
                  </a:cubicBezTo>
                  <a:cubicBezTo>
                    <a:pt x="17" y="157"/>
                    <a:pt x="33" y="173"/>
                    <a:pt x="50" y="173"/>
                  </a:cubicBezTo>
                  <a:cubicBezTo>
                    <a:pt x="64" y="196"/>
                    <a:pt x="87" y="205"/>
                    <a:pt x="110" y="205"/>
                  </a:cubicBezTo>
                  <a:cubicBezTo>
                    <a:pt x="138" y="205"/>
                    <a:pt x="168" y="191"/>
                    <a:pt x="186" y="173"/>
                  </a:cubicBezTo>
                  <a:cubicBezTo>
                    <a:pt x="206" y="140"/>
                    <a:pt x="223" y="120"/>
                    <a:pt x="223" y="87"/>
                  </a:cubicBezTo>
                  <a:cubicBezTo>
                    <a:pt x="206" y="70"/>
                    <a:pt x="206" y="3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8" name="Google Shape;16778;p41"/>
            <p:cNvSpPr/>
            <p:nvPr/>
          </p:nvSpPr>
          <p:spPr>
            <a:xfrm>
              <a:off x="4060475" y="31945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24"/>
                    <a:pt x="17" y="140"/>
                  </a:cubicBezTo>
                  <a:cubicBezTo>
                    <a:pt x="17" y="157"/>
                    <a:pt x="17" y="157"/>
                    <a:pt x="33" y="173"/>
                  </a:cubicBezTo>
                  <a:cubicBezTo>
                    <a:pt x="33" y="190"/>
                    <a:pt x="66" y="206"/>
                    <a:pt x="104" y="206"/>
                  </a:cubicBezTo>
                  <a:cubicBezTo>
                    <a:pt x="120" y="206"/>
                    <a:pt x="153" y="206"/>
                    <a:pt x="170" y="190"/>
                  </a:cubicBezTo>
                  <a:cubicBezTo>
                    <a:pt x="190" y="173"/>
                    <a:pt x="207" y="157"/>
                    <a:pt x="207" y="124"/>
                  </a:cubicBezTo>
                  <a:cubicBezTo>
                    <a:pt x="223" y="70"/>
                    <a:pt x="190" y="2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9" name="Google Shape;16779;p41"/>
            <p:cNvSpPr/>
            <p:nvPr/>
          </p:nvSpPr>
          <p:spPr>
            <a:xfrm>
              <a:off x="4096550" y="3129775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29" y="0"/>
                  </a:moveTo>
                  <a:cubicBezTo>
                    <a:pt x="115" y="0"/>
                    <a:pt x="101" y="4"/>
                    <a:pt x="87" y="13"/>
                  </a:cubicBezTo>
                  <a:cubicBezTo>
                    <a:pt x="17" y="34"/>
                    <a:pt x="1" y="83"/>
                    <a:pt x="17" y="137"/>
                  </a:cubicBezTo>
                  <a:cubicBezTo>
                    <a:pt x="30" y="187"/>
                    <a:pt x="73" y="209"/>
                    <a:pt x="116" y="209"/>
                  </a:cubicBezTo>
                  <a:cubicBezTo>
                    <a:pt x="129" y="209"/>
                    <a:pt x="141" y="207"/>
                    <a:pt x="153" y="203"/>
                  </a:cubicBezTo>
                  <a:cubicBezTo>
                    <a:pt x="207" y="186"/>
                    <a:pt x="240" y="116"/>
                    <a:pt x="223" y="67"/>
                  </a:cubicBezTo>
                  <a:cubicBezTo>
                    <a:pt x="199" y="28"/>
                    <a:pt x="165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0" name="Google Shape;16780;p41"/>
            <p:cNvSpPr/>
            <p:nvPr/>
          </p:nvSpPr>
          <p:spPr>
            <a:xfrm>
              <a:off x="4063050" y="3167825"/>
              <a:ext cx="5600" cy="5450"/>
            </a:xfrm>
            <a:custGeom>
              <a:avLst/>
              <a:gdLst/>
              <a:ahLst/>
              <a:cxnLst/>
              <a:rect l="l" t="t" r="r" b="b"/>
              <a:pathLst>
                <a:path w="224" h="218" extrusionOk="0">
                  <a:moveTo>
                    <a:pt x="102" y="0"/>
                  </a:moveTo>
                  <a:cubicBezTo>
                    <a:pt x="91" y="0"/>
                    <a:pt x="79" y="1"/>
                    <a:pt x="67" y="4"/>
                  </a:cubicBezTo>
                  <a:cubicBezTo>
                    <a:pt x="17" y="37"/>
                    <a:pt x="1" y="91"/>
                    <a:pt x="17" y="140"/>
                  </a:cubicBezTo>
                  <a:cubicBezTo>
                    <a:pt x="17" y="161"/>
                    <a:pt x="34" y="178"/>
                    <a:pt x="50" y="194"/>
                  </a:cubicBezTo>
                  <a:cubicBezTo>
                    <a:pt x="62" y="206"/>
                    <a:pt x="92" y="217"/>
                    <a:pt x="120" y="217"/>
                  </a:cubicBezTo>
                  <a:cubicBezTo>
                    <a:pt x="132" y="217"/>
                    <a:pt x="143" y="215"/>
                    <a:pt x="153" y="211"/>
                  </a:cubicBezTo>
                  <a:cubicBezTo>
                    <a:pt x="190" y="194"/>
                    <a:pt x="207" y="161"/>
                    <a:pt x="223" y="124"/>
                  </a:cubicBezTo>
                  <a:cubicBezTo>
                    <a:pt x="223" y="107"/>
                    <a:pt x="223" y="91"/>
                    <a:pt x="207" y="74"/>
                  </a:cubicBezTo>
                  <a:cubicBezTo>
                    <a:pt x="193" y="30"/>
                    <a:pt x="154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1" name="Google Shape;16781;p41"/>
            <p:cNvSpPr/>
            <p:nvPr/>
          </p:nvSpPr>
          <p:spPr>
            <a:xfrm>
              <a:off x="4075000" y="31781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0" y="0"/>
                  </a:moveTo>
                  <a:cubicBezTo>
                    <a:pt x="38" y="0"/>
                    <a:pt x="1" y="33"/>
                    <a:pt x="1" y="91"/>
                  </a:cubicBezTo>
                  <a:lnTo>
                    <a:pt x="1" y="141"/>
                  </a:lnTo>
                  <a:cubicBezTo>
                    <a:pt x="21" y="178"/>
                    <a:pt x="54" y="194"/>
                    <a:pt x="87" y="211"/>
                  </a:cubicBezTo>
                  <a:cubicBezTo>
                    <a:pt x="141" y="211"/>
                    <a:pt x="190" y="178"/>
                    <a:pt x="207" y="124"/>
                  </a:cubicBezTo>
                  <a:cubicBezTo>
                    <a:pt x="207" y="91"/>
                    <a:pt x="207" y="58"/>
                    <a:pt x="190" y="38"/>
                  </a:cubicBezTo>
                  <a:cubicBezTo>
                    <a:pt x="174" y="21"/>
                    <a:pt x="141" y="5"/>
                    <a:pt x="125" y="5"/>
                  </a:cubicBezTo>
                  <a:cubicBezTo>
                    <a:pt x="113" y="2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2" name="Google Shape;16782;p41"/>
            <p:cNvSpPr/>
            <p:nvPr/>
          </p:nvSpPr>
          <p:spPr>
            <a:xfrm>
              <a:off x="4068625" y="3140225"/>
              <a:ext cx="5175" cy="5050"/>
            </a:xfrm>
            <a:custGeom>
              <a:avLst/>
              <a:gdLst/>
              <a:ahLst/>
              <a:cxnLst/>
              <a:rect l="l" t="t" r="r" b="b"/>
              <a:pathLst>
                <a:path w="207" h="202" extrusionOk="0">
                  <a:moveTo>
                    <a:pt x="95" y="1"/>
                  </a:moveTo>
                  <a:cubicBezTo>
                    <a:pt x="76" y="1"/>
                    <a:pt x="60" y="13"/>
                    <a:pt x="33" y="28"/>
                  </a:cubicBezTo>
                  <a:cubicBezTo>
                    <a:pt x="17" y="45"/>
                    <a:pt x="0" y="61"/>
                    <a:pt x="0" y="94"/>
                  </a:cubicBezTo>
                  <a:lnTo>
                    <a:pt x="0" y="148"/>
                  </a:lnTo>
                  <a:lnTo>
                    <a:pt x="17" y="164"/>
                  </a:lnTo>
                  <a:cubicBezTo>
                    <a:pt x="33" y="181"/>
                    <a:pt x="50" y="197"/>
                    <a:pt x="87" y="197"/>
                  </a:cubicBezTo>
                  <a:cubicBezTo>
                    <a:pt x="95" y="200"/>
                    <a:pt x="104" y="201"/>
                    <a:pt x="112" y="201"/>
                  </a:cubicBezTo>
                  <a:cubicBezTo>
                    <a:pt x="153" y="201"/>
                    <a:pt x="193" y="169"/>
                    <a:pt x="206" y="111"/>
                  </a:cubicBezTo>
                  <a:cubicBezTo>
                    <a:pt x="206" y="94"/>
                    <a:pt x="206" y="61"/>
                    <a:pt x="190" y="45"/>
                  </a:cubicBezTo>
                  <a:cubicBezTo>
                    <a:pt x="173" y="28"/>
                    <a:pt x="136" y="8"/>
                    <a:pt x="120" y="8"/>
                  </a:cubicBezTo>
                  <a:cubicBezTo>
                    <a:pt x="110" y="3"/>
                    <a:pt x="102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3" name="Google Shape;16783;p41"/>
            <p:cNvSpPr/>
            <p:nvPr/>
          </p:nvSpPr>
          <p:spPr>
            <a:xfrm>
              <a:off x="4072950" y="319320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99" y="0"/>
                  </a:moveTo>
                  <a:cubicBezTo>
                    <a:pt x="54" y="0"/>
                    <a:pt x="15" y="44"/>
                    <a:pt x="0" y="90"/>
                  </a:cubicBezTo>
                  <a:cubicBezTo>
                    <a:pt x="0" y="107"/>
                    <a:pt x="0" y="123"/>
                    <a:pt x="17" y="140"/>
                  </a:cubicBezTo>
                  <a:cubicBezTo>
                    <a:pt x="17" y="140"/>
                    <a:pt x="17" y="156"/>
                    <a:pt x="33" y="156"/>
                  </a:cubicBezTo>
                  <a:cubicBezTo>
                    <a:pt x="33" y="193"/>
                    <a:pt x="66" y="193"/>
                    <a:pt x="103" y="210"/>
                  </a:cubicBezTo>
                  <a:cubicBezTo>
                    <a:pt x="120" y="210"/>
                    <a:pt x="153" y="210"/>
                    <a:pt x="169" y="193"/>
                  </a:cubicBezTo>
                  <a:cubicBezTo>
                    <a:pt x="186" y="177"/>
                    <a:pt x="207" y="140"/>
                    <a:pt x="207" y="123"/>
                  </a:cubicBezTo>
                  <a:cubicBezTo>
                    <a:pt x="223" y="90"/>
                    <a:pt x="207" y="74"/>
                    <a:pt x="186" y="37"/>
                  </a:cubicBezTo>
                  <a:cubicBezTo>
                    <a:pt x="169" y="20"/>
                    <a:pt x="153" y="4"/>
                    <a:pt x="120" y="4"/>
                  </a:cubicBezTo>
                  <a:cubicBezTo>
                    <a:pt x="113" y="1"/>
                    <a:pt x="106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4" name="Google Shape;16784;p41"/>
            <p:cNvSpPr/>
            <p:nvPr/>
          </p:nvSpPr>
          <p:spPr>
            <a:xfrm>
              <a:off x="4056150" y="3148900"/>
              <a:ext cx="5575" cy="5050"/>
            </a:xfrm>
            <a:custGeom>
              <a:avLst/>
              <a:gdLst/>
              <a:ahLst/>
              <a:cxnLst/>
              <a:rect l="l" t="t" r="r" b="b"/>
              <a:pathLst>
                <a:path w="223" h="202" extrusionOk="0">
                  <a:moveTo>
                    <a:pt x="122" y="0"/>
                  </a:moveTo>
                  <a:cubicBezTo>
                    <a:pt x="115" y="0"/>
                    <a:pt x="108" y="2"/>
                    <a:pt x="103" y="7"/>
                  </a:cubicBezTo>
                  <a:cubicBezTo>
                    <a:pt x="70" y="7"/>
                    <a:pt x="54" y="23"/>
                    <a:pt x="33" y="40"/>
                  </a:cubicBezTo>
                  <a:cubicBezTo>
                    <a:pt x="17" y="56"/>
                    <a:pt x="0" y="93"/>
                    <a:pt x="0" y="110"/>
                  </a:cubicBezTo>
                  <a:cubicBezTo>
                    <a:pt x="0" y="126"/>
                    <a:pt x="0" y="126"/>
                    <a:pt x="17" y="143"/>
                  </a:cubicBezTo>
                  <a:cubicBezTo>
                    <a:pt x="17" y="159"/>
                    <a:pt x="33" y="176"/>
                    <a:pt x="54" y="176"/>
                  </a:cubicBezTo>
                  <a:cubicBezTo>
                    <a:pt x="69" y="193"/>
                    <a:pt x="92" y="202"/>
                    <a:pt x="115" y="202"/>
                  </a:cubicBezTo>
                  <a:cubicBezTo>
                    <a:pt x="143" y="202"/>
                    <a:pt x="172" y="189"/>
                    <a:pt x="190" y="159"/>
                  </a:cubicBezTo>
                  <a:cubicBezTo>
                    <a:pt x="223" y="126"/>
                    <a:pt x="223" y="56"/>
                    <a:pt x="173" y="23"/>
                  </a:cubicBezTo>
                  <a:cubicBezTo>
                    <a:pt x="162" y="12"/>
                    <a:pt x="140" y="0"/>
                    <a:pt x="1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5" name="Google Shape;16785;p41"/>
            <p:cNvSpPr/>
            <p:nvPr/>
          </p:nvSpPr>
          <p:spPr>
            <a:xfrm>
              <a:off x="4128700" y="31579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5" y="1"/>
                  </a:moveTo>
                  <a:cubicBezTo>
                    <a:pt x="58" y="1"/>
                    <a:pt x="17" y="47"/>
                    <a:pt x="17" y="90"/>
                  </a:cubicBezTo>
                  <a:cubicBezTo>
                    <a:pt x="1" y="107"/>
                    <a:pt x="17" y="123"/>
                    <a:pt x="17" y="144"/>
                  </a:cubicBezTo>
                  <a:cubicBezTo>
                    <a:pt x="17" y="144"/>
                    <a:pt x="17" y="160"/>
                    <a:pt x="38" y="160"/>
                  </a:cubicBezTo>
                  <a:cubicBezTo>
                    <a:pt x="54" y="193"/>
                    <a:pt x="71" y="210"/>
                    <a:pt x="104" y="210"/>
                  </a:cubicBezTo>
                  <a:cubicBezTo>
                    <a:pt x="158" y="210"/>
                    <a:pt x="207" y="177"/>
                    <a:pt x="223" y="123"/>
                  </a:cubicBezTo>
                  <a:cubicBezTo>
                    <a:pt x="223" y="90"/>
                    <a:pt x="223" y="74"/>
                    <a:pt x="207" y="41"/>
                  </a:cubicBezTo>
                  <a:cubicBezTo>
                    <a:pt x="191" y="20"/>
                    <a:pt x="158" y="4"/>
                    <a:pt x="141" y="4"/>
                  </a:cubicBezTo>
                  <a:cubicBezTo>
                    <a:pt x="132" y="1"/>
                    <a:pt x="124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6" name="Google Shape;16786;p41"/>
            <p:cNvSpPr/>
            <p:nvPr/>
          </p:nvSpPr>
          <p:spPr>
            <a:xfrm>
              <a:off x="4131275" y="313010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0" y="0"/>
                  </a:moveTo>
                  <a:cubicBezTo>
                    <a:pt x="88" y="0"/>
                    <a:pt x="71" y="0"/>
                    <a:pt x="38" y="21"/>
                  </a:cubicBezTo>
                  <a:cubicBezTo>
                    <a:pt x="17" y="37"/>
                    <a:pt x="1" y="70"/>
                    <a:pt x="1" y="87"/>
                  </a:cubicBezTo>
                  <a:lnTo>
                    <a:pt x="1" y="140"/>
                  </a:lnTo>
                  <a:cubicBezTo>
                    <a:pt x="1" y="157"/>
                    <a:pt x="17" y="157"/>
                    <a:pt x="17" y="173"/>
                  </a:cubicBezTo>
                  <a:cubicBezTo>
                    <a:pt x="38" y="190"/>
                    <a:pt x="55" y="206"/>
                    <a:pt x="88" y="206"/>
                  </a:cubicBezTo>
                  <a:cubicBezTo>
                    <a:pt x="141" y="206"/>
                    <a:pt x="191" y="173"/>
                    <a:pt x="207" y="124"/>
                  </a:cubicBezTo>
                  <a:cubicBezTo>
                    <a:pt x="207" y="87"/>
                    <a:pt x="207" y="70"/>
                    <a:pt x="191" y="37"/>
                  </a:cubicBezTo>
                  <a:cubicBezTo>
                    <a:pt x="174" y="21"/>
                    <a:pt x="141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7" name="Google Shape;16787;p41"/>
            <p:cNvSpPr/>
            <p:nvPr/>
          </p:nvSpPr>
          <p:spPr>
            <a:xfrm>
              <a:off x="4130050" y="31442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3" y="1"/>
                  </a:moveTo>
                  <a:cubicBezTo>
                    <a:pt x="38" y="1"/>
                    <a:pt x="0" y="44"/>
                    <a:pt x="0" y="91"/>
                  </a:cubicBezTo>
                  <a:lnTo>
                    <a:pt x="0" y="124"/>
                  </a:lnTo>
                  <a:lnTo>
                    <a:pt x="0" y="140"/>
                  </a:lnTo>
                  <a:lnTo>
                    <a:pt x="17" y="157"/>
                  </a:lnTo>
                  <a:cubicBezTo>
                    <a:pt x="33" y="194"/>
                    <a:pt x="50" y="210"/>
                    <a:pt x="87" y="210"/>
                  </a:cubicBezTo>
                  <a:cubicBezTo>
                    <a:pt x="120" y="210"/>
                    <a:pt x="137" y="210"/>
                    <a:pt x="153" y="194"/>
                  </a:cubicBezTo>
                  <a:cubicBezTo>
                    <a:pt x="190" y="177"/>
                    <a:pt x="207" y="140"/>
                    <a:pt x="207" y="124"/>
                  </a:cubicBezTo>
                  <a:cubicBezTo>
                    <a:pt x="207" y="91"/>
                    <a:pt x="207" y="74"/>
                    <a:pt x="190" y="54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8" name="Google Shape;16788;p41"/>
            <p:cNvSpPr/>
            <p:nvPr/>
          </p:nvSpPr>
          <p:spPr>
            <a:xfrm>
              <a:off x="4124475" y="3169925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08" y="1"/>
                  </a:moveTo>
                  <a:cubicBezTo>
                    <a:pt x="94" y="1"/>
                    <a:pt x="80" y="3"/>
                    <a:pt x="67" y="7"/>
                  </a:cubicBezTo>
                  <a:cubicBezTo>
                    <a:pt x="17" y="23"/>
                    <a:pt x="1" y="94"/>
                    <a:pt x="17" y="143"/>
                  </a:cubicBezTo>
                  <a:cubicBezTo>
                    <a:pt x="30" y="183"/>
                    <a:pt x="61" y="203"/>
                    <a:pt x="106" y="203"/>
                  </a:cubicBezTo>
                  <a:cubicBezTo>
                    <a:pt x="120" y="203"/>
                    <a:pt x="136" y="201"/>
                    <a:pt x="153" y="197"/>
                  </a:cubicBezTo>
                  <a:cubicBezTo>
                    <a:pt x="207" y="180"/>
                    <a:pt x="223" y="110"/>
                    <a:pt x="207" y="56"/>
                  </a:cubicBezTo>
                  <a:cubicBezTo>
                    <a:pt x="191" y="19"/>
                    <a:pt x="151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9" name="Google Shape;16789;p41"/>
            <p:cNvSpPr/>
            <p:nvPr/>
          </p:nvSpPr>
          <p:spPr>
            <a:xfrm>
              <a:off x="4146325" y="312617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5" y="1"/>
                  </a:moveTo>
                  <a:cubicBezTo>
                    <a:pt x="54" y="1"/>
                    <a:pt x="15" y="33"/>
                    <a:pt x="1" y="91"/>
                  </a:cubicBezTo>
                  <a:cubicBezTo>
                    <a:pt x="1" y="108"/>
                    <a:pt x="1" y="124"/>
                    <a:pt x="17" y="141"/>
                  </a:cubicBezTo>
                  <a:lnTo>
                    <a:pt x="17" y="157"/>
                  </a:lnTo>
                  <a:cubicBezTo>
                    <a:pt x="34" y="178"/>
                    <a:pt x="71" y="194"/>
                    <a:pt x="87" y="211"/>
                  </a:cubicBezTo>
                  <a:cubicBezTo>
                    <a:pt x="120" y="211"/>
                    <a:pt x="158" y="194"/>
                    <a:pt x="174" y="194"/>
                  </a:cubicBezTo>
                  <a:cubicBezTo>
                    <a:pt x="191" y="178"/>
                    <a:pt x="207" y="141"/>
                    <a:pt x="207" y="124"/>
                  </a:cubicBezTo>
                  <a:cubicBezTo>
                    <a:pt x="223" y="91"/>
                    <a:pt x="207" y="54"/>
                    <a:pt x="191" y="38"/>
                  </a:cubicBezTo>
                  <a:cubicBezTo>
                    <a:pt x="174" y="21"/>
                    <a:pt x="158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0" name="Google Shape;16790;p41"/>
            <p:cNvSpPr/>
            <p:nvPr/>
          </p:nvSpPr>
          <p:spPr>
            <a:xfrm>
              <a:off x="4142925" y="31373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4" y="42"/>
                    <a:pt x="1" y="92"/>
                    <a:pt x="17" y="145"/>
                  </a:cubicBezTo>
                  <a:cubicBezTo>
                    <a:pt x="34" y="162"/>
                    <a:pt x="34" y="178"/>
                    <a:pt x="50" y="178"/>
                  </a:cubicBezTo>
                  <a:cubicBezTo>
                    <a:pt x="87" y="211"/>
                    <a:pt x="120" y="211"/>
                    <a:pt x="153" y="211"/>
                  </a:cubicBezTo>
                  <a:cubicBezTo>
                    <a:pt x="207" y="195"/>
                    <a:pt x="223" y="162"/>
                    <a:pt x="223" y="125"/>
                  </a:cubicBezTo>
                  <a:lnTo>
                    <a:pt x="223" y="75"/>
                  </a:lnTo>
                  <a:cubicBezTo>
                    <a:pt x="210" y="31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1" name="Google Shape;16791;p41"/>
            <p:cNvSpPr/>
            <p:nvPr/>
          </p:nvSpPr>
          <p:spPr>
            <a:xfrm>
              <a:off x="4142925" y="315055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115" y="0"/>
                  </a:moveTo>
                  <a:cubicBezTo>
                    <a:pt x="106" y="0"/>
                    <a:pt x="97" y="2"/>
                    <a:pt x="87" y="7"/>
                  </a:cubicBezTo>
                  <a:cubicBezTo>
                    <a:pt x="67" y="7"/>
                    <a:pt x="34" y="27"/>
                    <a:pt x="17" y="44"/>
                  </a:cubicBezTo>
                  <a:cubicBezTo>
                    <a:pt x="1" y="60"/>
                    <a:pt x="1" y="93"/>
                    <a:pt x="1" y="110"/>
                  </a:cubicBezTo>
                  <a:lnTo>
                    <a:pt x="1" y="147"/>
                  </a:lnTo>
                  <a:cubicBezTo>
                    <a:pt x="17" y="164"/>
                    <a:pt x="17" y="180"/>
                    <a:pt x="34" y="180"/>
                  </a:cubicBezTo>
                  <a:cubicBezTo>
                    <a:pt x="58" y="195"/>
                    <a:pt x="84" y="203"/>
                    <a:pt x="110" y="203"/>
                  </a:cubicBezTo>
                  <a:cubicBezTo>
                    <a:pt x="141" y="203"/>
                    <a:pt x="170" y="191"/>
                    <a:pt x="190" y="164"/>
                  </a:cubicBezTo>
                  <a:cubicBezTo>
                    <a:pt x="207" y="147"/>
                    <a:pt x="207" y="131"/>
                    <a:pt x="207" y="93"/>
                  </a:cubicBezTo>
                  <a:cubicBezTo>
                    <a:pt x="207" y="60"/>
                    <a:pt x="190" y="44"/>
                    <a:pt x="170" y="27"/>
                  </a:cubicBezTo>
                  <a:cubicBezTo>
                    <a:pt x="158" y="1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2" name="Google Shape;16792;p41"/>
            <p:cNvSpPr/>
            <p:nvPr/>
          </p:nvSpPr>
          <p:spPr>
            <a:xfrm>
              <a:off x="4136450" y="3118150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87" y="0"/>
                  </a:moveTo>
                  <a:cubicBezTo>
                    <a:pt x="70" y="16"/>
                    <a:pt x="37" y="16"/>
                    <a:pt x="17" y="49"/>
                  </a:cubicBezTo>
                  <a:cubicBezTo>
                    <a:pt x="0" y="66"/>
                    <a:pt x="0" y="87"/>
                    <a:pt x="0" y="120"/>
                  </a:cubicBezTo>
                  <a:lnTo>
                    <a:pt x="0" y="153"/>
                  </a:lnTo>
                  <a:cubicBezTo>
                    <a:pt x="17" y="169"/>
                    <a:pt x="17" y="169"/>
                    <a:pt x="37" y="190"/>
                  </a:cubicBezTo>
                  <a:cubicBezTo>
                    <a:pt x="59" y="204"/>
                    <a:pt x="85" y="212"/>
                    <a:pt x="109" y="212"/>
                  </a:cubicBezTo>
                  <a:cubicBezTo>
                    <a:pt x="141" y="212"/>
                    <a:pt x="171" y="199"/>
                    <a:pt x="190" y="169"/>
                  </a:cubicBezTo>
                  <a:cubicBezTo>
                    <a:pt x="223" y="136"/>
                    <a:pt x="206" y="66"/>
                    <a:pt x="173" y="33"/>
                  </a:cubicBezTo>
                  <a:cubicBezTo>
                    <a:pt x="140" y="16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3" name="Google Shape;16793;p41"/>
            <p:cNvSpPr/>
            <p:nvPr/>
          </p:nvSpPr>
          <p:spPr>
            <a:xfrm>
              <a:off x="4123150" y="31837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0" y="0"/>
                  </a:moveTo>
                  <a:cubicBezTo>
                    <a:pt x="54" y="0"/>
                    <a:pt x="0" y="47"/>
                    <a:pt x="0" y="90"/>
                  </a:cubicBezTo>
                  <a:lnTo>
                    <a:pt x="0" y="143"/>
                  </a:lnTo>
                  <a:lnTo>
                    <a:pt x="17" y="160"/>
                  </a:lnTo>
                  <a:cubicBezTo>
                    <a:pt x="33" y="193"/>
                    <a:pt x="54" y="193"/>
                    <a:pt x="87" y="209"/>
                  </a:cubicBezTo>
                  <a:cubicBezTo>
                    <a:pt x="136" y="209"/>
                    <a:pt x="190" y="176"/>
                    <a:pt x="206" y="123"/>
                  </a:cubicBezTo>
                  <a:cubicBezTo>
                    <a:pt x="206" y="90"/>
                    <a:pt x="206" y="73"/>
                    <a:pt x="190" y="40"/>
                  </a:cubicBezTo>
                  <a:cubicBezTo>
                    <a:pt x="173" y="20"/>
                    <a:pt x="157" y="3"/>
                    <a:pt x="120" y="3"/>
                  </a:cubicBezTo>
                  <a:cubicBezTo>
                    <a:pt x="114" y="1"/>
                    <a:pt x="107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4" name="Google Shape;16794;p41"/>
            <p:cNvSpPr/>
            <p:nvPr/>
          </p:nvSpPr>
          <p:spPr>
            <a:xfrm>
              <a:off x="4120150" y="3120600"/>
              <a:ext cx="5600" cy="5300"/>
            </a:xfrm>
            <a:custGeom>
              <a:avLst/>
              <a:gdLst/>
              <a:ahLst/>
              <a:cxnLst/>
              <a:rect l="l" t="t" r="r" b="b"/>
              <a:pathLst>
                <a:path w="224" h="212" extrusionOk="0">
                  <a:moveTo>
                    <a:pt x="104" y="1"/>
                  </a:moveTo>
                  <a:cubicBezTo>
                    <a:pt x="54" y="1"/>
                    <a:pt x="17" y="34"/>
                    <a:pt x="17" y="92"/>
                  </a:cubicBezTo>
                  <a:cubicBezTo>
                    <a:pt x="1" y="108"/>
                    <a:pt x="17" y="125"/>
                    <a:pt x="17" y="141"/>
                  </a:cubicBezTo>
                  <a:cubicBezTo>
                    <a:pt x="17" y="141"/>
                    <a:pt x="17" y="158"/>
                    <a:pt x="34" y="158"/>
                  </a:cubicBezTo>
                  <a:cubicBezTo>
                    <a:pt x="50" y="195"/>
                    <a:pt x="71" y="195"/>
                    <a:pt x="104" y="211"/>
                  </a:cubicBezTo>
                  <a:cubicBezTo>
                    <a:pt x="153" y="211"/>
                    <a:pt x="207" y="174"/>
                    <a:pt x="223" y="125"/>
                  </a:cubicBezTo>
                  <a:cubicBezTo>
                    <a:pt x="223" y="92"/>
                    <a:pt x="207" y="55"/>
                    <a:pt x="207" y="38"/>
                  </a:cubicBezTo>
                  <a:cubicBezTo>
                    <a:pt x="190" y="22"/>
                    <a:pt x="153" y="5"/>
                    <a:pt x="137" y="5"/>
                  </a:cubicBezTo>
                  <a:cubicBezTo>
                    <a:pt x="125" y="2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5" name="Google Shape;16795;p41"/>
            <p:cNvSpPr/>
            <p:nvPr/>
          </p:nvSpPr>
          <p:spPr>
            <a:xfrm>
              <a:off x="4109850" y="31086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50" y="1"/>
                    <a:pt x="0" y="34"/>
                    <a:pt x="0" y="87"/>
                  </a:cubicBezTo>
                  <a:lnTo>
                    <a:pt x="0" y="137"/>
                  </a:lnTo>
                  <a:cubicBezTo>
                    <a:pt x="0" y="157"/>
                    <a:pt x="17" y="157"/>
                    <a:pt x="17" y="174"/>
                  </a:cubicBezTo>
                  <a:cubicBezTo>
                    <a:pt x="33" y="190"/>
                    <a:pt x="50" y="207"/>
                    <a:pt x="87" y="207"/>
                  </a:cubicBezTo>
                  <a:cubicBezTo>
                    <a:pt x="136" y="207"/>
                    <a:pt x="190" y="174"/>
                    <a:pt x="207" y="120"/>
                  </a:cubicBezTo>
                  <a:cubicBezTo>
                    <a:pt x="207" y="87"/>
                    <a:pt x="207" y="71"/>
                    <a:pt x="190" y="34"/>
                  </a:cubicBezTo>
                  <a:cubicBezTo>
                    <a:pt x="174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6" name="Google Shape;16796;p41"/>
            <p:cNvSpPr/>
            <p:nvPr/>
          </p:nvSpPr>
          <p:spPr>
            <a:xfrm>
              <a:off x="4106450" y="31409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50" y="0"/>
                    <a:pt x="0" y="33"/>
                    <a:pt x="0" y="83"/>
                  </a:cubicBezTo>
                  <a:lnTo>
                    <a:pt x="0" y="153"/>
                  </a:lnTo>
                  <a:lnTo>
                    <a:pt x="17" y="169"/>
                  </a:lnTo>
                  <a:cubicBezTo>
                    <a:pt x="33" y="186"/>
                    <a:pt x="50" y="206"/>
                    <a:pt x="83" y="206"/>
                  </a:cubicBezTo>
                  <a:cubicBezTo>
                    <a:pt x="91" y="209"/>
                    <a:pt x="100" y="210"/>
                    <a:pt x="108" y="210"/>
                  </a:cubicBezTo>
                  <a:cubicBezTo>
                    <a:pt x="151" y="210"/>
                    <a:pt x="189" y="175"/>
                    <a:pt x="206" y="120"/>
                  </a:cubicBezTo>
                  <a:cubicBezTo>
                    <a:pt x="206" y="103"/>
                    <a:pt x="206" y="66"/>
                    <a:pt x="186" y="50"/>
                  </a:cubicBezTo>
                  <a:cubicBezTo>
                    <a:pt x="169" y="33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7" name="Google Shape;16797;p41"/>
            <p:cNvSpPr/>
            <p:nvPr/>
          </p:nvSpPr>
          <p:spPr>
            <a:xfrm>
              <a:off x="4107275" y="3122200"/>
              <a:ext cx="5575" cy="5075"/>
            </a:xfrm>
            <a:custGeom>
              <a:avLst/>
              <a:gdLst/>
              <a:ahLst/>
              <a:cxnLst/>
              <a:rect l="l" t="t" r="r" b="b"/>
              <a:pathLst>
                <a:path w="223" h="203" extrusionOk="0">
                  <a:moveTo>
                    <a:pt x="110" y="1"/>
                  </a:moveTo>
                  <a:cubicBezTo>
                    <a:pt x="96" y="1"/>
                    <a:pt x="83" y="3"/>
                    <a:pt x="70" y="7"/>
                  </a:cubicBezTo>
                  <a:cubicBezTo>
                    <a:pt x="17" y="28"/>
                    <a:pt x="0" y="77"/>
                    <a:pt x="17" y="147"/>
                  </a:cubicBezTo>
                  <a:cubicBezTo>
                    <a:pt x="29" y="184"/>
                    <a:pt x="72" y="203"/>
                    <a:pt x="113" y="203"/>
                  </a:cubicBezTo>
                  <a:cubicBezTo>
                    <a:pt x="127" y="203"/>
                    <a:pt x="140" y="201"/>
                    <a:pt x="153" y="197"/>
                  </a:cubicBezTo>
                  <a:cubicBezTo>
                    <a:pt x="206" y="180"/>
                    <a:pt x="223" y="110"/>
                    <a:pt x="206" y="61"/>
                  </a:cubicBezTo>
                  <a:cubicBezTo>
                    <a:pt x="194" y="20"/>
                    <a:pt x="151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8" name="Google Shape;16798;p41"/>
            <p:cNvSpPr/>
            <p:nvPr/>
          </p:nvSpPr>
          <p:spPr>
            <a:xfrm>
              <a:off x="4102125" y="315295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1" y="1"/>
                  </a:moveTo>
                  <a:cubicBezTo>
                    <a:pt x="116" y="1"/>
                    <a:pt x="100" y="5"/>
                    <a:pt x="87" y="14"/>
                  </a:cubicBezTo>
                  <a:cubicBezTo>
                    <a:pt x="33" y="35"/>
                    <a:pt x="0" y="84"/>
                    <a:pt x="17" y="138"/>
                  </a:cubicBezTo>
                  <a:cubicBezTo>
                    <a:pt x="33" y="154"/>
                    <a:pt x="33" y="171"/>
                    <a:pt x="50" y="187"/>
                  </a:cubicBezTo>
                  <a:cubicBezTo>
                    <a:pt x="76" y="199"/>
                    <a:pt x="100" y="210"/>
                    <a:pt x="124" y="210"/>
                  </a:cubicBezTo>
                  <a:cubicBezTo>
                    <a:pt x="133" y="210"/>
                    <a:pt x="143" y="208"/>
                    <a:pt x="153" y="204"/>
                  </a:cubicBezTo>
                  <a:cubicBezTo>
                    <a:pt x="206" y="187"/>
                    <a:pt x="223" y="154"/>
                    <a:pt x="223" y="117"/>
                  </a:cubicBezTo>
                  <a:lnTo>
                    <a:pt x="223" y="68"/>
                  </a:lnTo>
                  <a:cubicBezTo>
                    <a:pt x="211" y="29"/>
                    <a:pt x="171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9" name="Google Shape;16799;p41"/>
            <p:cNvSpPr/>
            <p:nvPr/>
          </p:nvSpPr>
          <p:spPr>
            <a:xfrm>
              <a:off x="4117175" y="3134375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124" y="1"/>
                  </a:moveTo>
                  <a:cubicBezTo>
                    <a:pt x="88" y="1"/>
                    <a:pt x="53" y="15"/>
                    <a:pt x="33" y="35"/>
                  </a:cubicBezTo>
                  <a:cubicBezTo>
                    <a:pt x="17" y="56"/>
                    <a:pt x="0" y="89"/>
                    <a:pt x="17" y="122"/>
                  </a:cubicBezTo>
                  <a:lnTo>
                    <a:pt x="17" y="138"/>
                  </a:lnTo>
                  <a:cubicBezTo>
                    <a:pt x="17" y="159"/>
                    <a:pt x="33" y="176"/>
                    <a:pt x="50" y="192"/>
                  </a:cubicBezTo>
                  <a:cubicBezTo>
                    <a:pt x="70" y="205"/>
                    <a:pt x="90" y="210"/>
                    <a:pt x="109" y="210"/>
                  </a:cubicBezTo>
                  <a:cubicBezTo>
                    <a:pt x="139" y="210"/>
                    <a:pt x="167" y="196"/>
                    <a:pt x="190" y="176"/>
                  </a:cubicBezTo>
                  <a:cubicBezTo>
                    <a:pt x="239" y="122"/>
                    <a:pt x="223" y="56"/>
                    <a:pt x="190" y="19"/>
                  </a:cubicBezTo>
                  <a:cubicBezTo>
                    <a:pt x="169" y="6"/>
                    <a:pt x="146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0" name="Google Shape;16800;p41"/>
            <p:cNvSpPr/>
            <p:nvPr/>
          </p:nvSpPr>
          <p:spPr>
            <a:xfrm>
              <a:off x="4097375" y="310160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2" y="1"/>
                  </a:moveTo>
                  <a:cubicBezTo>
                    <a:pt x="110" y="1"/>
                    <a:pt x="99" y="3"/>
                    <a:pt x="87" y="6"/>
                  </a:cubicBezTo>
                  <a:cubicBezTo>
                    <a:pt x="17" y="27"/>
                    <a:pt x="0" y="93"/>
                    <a:pt x="17" y="147"/>
                  </a:cubicBezTo>
                  <a:cubicBezTo>
                    <a:pt x="29" y="184"/>
                    <a:pt x="72" y="202"/>
                    <a:pt x="115" y="202"/>
                  </a:cubicBezTo>
                  <a:cubicBezTo>
                    <a:pt x="129" y="202"/>
                    <a:pt x="144" y="200"/>
                    <a:pt x="157" y="196"/>
                  </a:cubicBezTo>
                  <a:cubicBezTo>
                    <a:pt x="207" y="180"/>
                    <a:pt x="240" y="130"/>
                    <a:pt x="207" y="77"/>
                  </a:cubicBezTo>
                  <a:cubicBezTo>
                    <a:pt x="194" y="23"/>
                    <a:pt x="160" y="1"/>
                    <a:pt x="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1" name="Google Shape;16801;p41"/>
            <p:cNvSpPr/>
            <p:nvPr/>
          </p:nvSpPr>
          <p:spPr>
            <a:xfrm>
              <a:off x="4116750" y="31508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2" y="1"/>
                  </a:moveTo>
                  <a:cubicBezTo>
                    <a:pt x="88" y="1"/>
                    <a:pt x="75" y="6"/>
                    <a:pt x="67" y="16"/>
                  </a:cubicBezTo>
                  <a:cubicBezTo>
                    <a:pt x="50" y="16"/>
                    <a:pt x="17" y="33"/>
                    <a:pt x="17" y="66"/>
                  </a:cubicBezTo>
                  <a:cubicBezTo>
                    <a:pt x="1" y="82"/>
                    <a:pt x="1" y="120"/>
                    <a:pt x="1" y="153"/>
                  </a:cubicBezTo>
                  <a:cubicBezTo>
                    <a:pt x="25" y="189"/>
                    <a:pt x="58" y="210"/>
                    <a:pt x="96" y="210"/>
                  </a:cubicBezTo>
                  <a:cubicBezTo>
                    <a:pt x="109" y="210"/>
                    <a:pt x="123" y="207"/>
                    <a:pt x="137" y="202"/>
                  </a:cubicBezTo>
                  <a:cubicBezTo>
                    <a:pt x="186" y="185"/>
                    <a:pt x="223" y="120"/>
                    <a:pt x="207" y="66"/>
                  </a:cubicBezTo>
                  <a:cubicBezTo>
                    <a:pt x="186" y="49"/>
                    <a:pt x="170" y="16"/>
                    <a:pt x="137" y="16"/>
                  </a:cubicBezTo>
                  <a:cubicBezTo>
                    <a:pt x="128" y="6"/>
                    <a:pt x="115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2" name="Google Shape;16802;p41"/>
            <p:cNvSpPr/>
            <p:nvPr/>
          </p:nvSpPr>
          <p:spPr>
            <a:xfrm>
              <a:off x="4112425" y="3162625"/>
              <a:ext cx="6000" cy="5050"/>
            </a:xfrm>
            <a:custGeom>
              <a:avLst/>
              <a:gdLst/>
              <a:ahLst/>
              <a:cxnLst/>
              <a:rect l="l" t="t" r="r" b="b"/>
              <a:pathLst>
                <a:path w="240" h="202" extrusionOk="0">
                  <a:moveTo>
                    <a:pt x="124" y="0"/>
                  </a:moveTo>
                  <a:cubicBezTo>
                    <a:pt x="112" y="0"/>
                    <a:pt x="99" y="2"/>
                    <a:pt x="87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29" y="183"/>
                    <a:pt x="72" y="202"/>
                    <a:pt x="114" y="202"/>
                  </a:cubicBezTo>
                  <a:cubicBezTo>
                    <a:pt x="127" y="202"/>
                    <a:pt x="141" y="200"/>
                    <a:pt x="153" y="196"/>
                  </a:cubicBezTo>
                  <a:cubicBezTo>
                    <a:pt x="207" y="179"/>
                    <a:pt x="240" y="109"/>
                    <a:pt x="223" y="60"/>
                  </a:cubicBezTo>
                  <a:cubicBezTo>
                    <a:pt x="198" y="19"/>
                    <a:pt x="162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3" name="Google Shape;16803;p41"/>
            <p:cNvSpPr/>
            <p:nvPr/>
          </p:nvSpPr>
          <p:spPr>
            <a:xfrm>
              <a:off x="4140775" y="31640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96" y="0"/>
                  </a:moveTo>
                  <a:cubicBezTo>
                    <a:pt x="51" y="0"/>
                    <a:pt x="0" y="45"/>
                    <a:pt x="0" y="87"/>
                  </a:cubicBezTo>
                  <a:lnTo>
                    <a:pt x="0" y="141"/>
                  </a:lnTo>
                  <a:cubicBezTo>
                    <a:pt x="0" y="157"/>
                    <a:pt x="17" y="157"/>
                    <a:pt x="17" y="157"/>
                  </a:cubicBezTo>
                  <a:cubicBezTo>
                    <a:pt x="33" y="190"/>
                    <a:pt x="50" y="211"/>
                    <a:pt x="87" y="211"/>
                  </a:cubicBezTo>
                  <a:cubicBezTo>
                    <a:pt x="120" y="211"/>
                    <a:pt x="136" y="211"/>
                    <a:pt x="173" y="190"/>
                  </a:cubicBezTo>
                  <a:cubicBezTo>
                    <a:pt x="190" y="174"/>
                    <a:pt x="206" y="141"/>
                    <a:pt x="206" y="124"/>
                  </a:cubicBezTo>
                  <a:cubicBezTo>
                    <a:pt x="223" y="71"/>
                    <a:pt x="173" y="5"/>
                    <a:pt x="120" y="5"/>
                  </a:cubicBezTo>
                  <a:cubicBezTo>
                    <a:pt x="112" y="2"/>
                    <a:pt x="104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4" name="Google Shape;16804;p41"/>
            <p:cNvSpPr/>
            <p:nvPr/>
          </p:nvSpPr>
          <p:spPr>
            <a:xfrm>
              <a:off x="4002450" y="3012500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87" y="0"/>
                  </a:moveTo>
                  <a:cubicBezTo>
                    <a:pt x="70" y="0"/>
                    <a:pt x="37" y="17"/>
                    <a:pt x="17" y="33"/>
                  </a:cubicBezTo>
                  <a:cubicBezTo>
                    <a:pt x="0" y="50"/>
                    <a:pt x="0" y="87"/>
                    <a:pt x="0" y="120"/>
                  </a:cubicBezTo>
                  <a:lnTo>
                    <a:pt x="0" y="136"/>
                  </a:lnTo>
                  <a:cubicBezTo>
                    <a:pt x="17" y="153"/>
                    <a:pt x="17" y="169"/>
                    <a:pt x="37" y="190"/>
                  </a:cubicBezTo>
                  <a:cubicBezTo>
                    <a:pt x="56" y="202"/>
                    <a:pt x="77" y="207"/>
                    <a:pt x="99" y="207"/>
                  </a:cubicBezTo>
                  <a:cubicBezTo>
                    <a:pt x="134" y="207"/>
                    <a:pt x="169" y="192"/>
                    <a:pt x="190" y="169"/>
                  </a:cubicBezTo>
                  <a:cubicBezTo>
                    <a:pt x="223" y="120"/>
                    <a:pt x="223" y="50"/>
                    <a:pt x="173" y="17"/>
                  </a:cubicBezTo>
                  <a:cubicBezTo>
                    <a:pt x="157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5" name="Google Shape;16805;p41"/>
            <p:cNvSpPr/>
            <p:nvPr/>
          </p:nvSpPr>
          <p:spPr>
            <a:xfrm>
              <a:off x="4002025" y="299647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01" y="0"/>
                  </a:moveTo>
                  <a:cubicBezTo>
                    <a:pt x="53" y="0"/>
                    <a:pt x="17" y="35"/>
                    <a:pt x="17" y="89"/>
                  </a:cubicBezTo>
                  <a:cubicBezTo>
                    <a:pt x="1" y="109"/>
                    <a:pt x="17" y="126"/>
                    <a:pt x="17" y="142"/>
                  </a:cubicBezTo>
                  <a:cubicBezTo>
                    <a:pt x="17" y="142"/>
                    <a:pt x="17" y="159"/>
                    <a:pt x="34" y="159"/>
                  </a:cubicBezTo>
                  <a:cubicBezTo>
                    <a:pt x="54" y="192"/>
                    <a:pt x="71" y="192"/>
                    <a:pt x="104" y="212"/>
                  </a:cubicBezTo>
                  <a:cubicBezTo>
                    <a:pt x="120" y="212"/>
                    <a:pt x="157" y="192"/>
                    <a:pt x="174" y="192"/>
                  </a:cubicBezTo>
                  <a:cubicBezTo>
                    <a:pt x="207" y="175"/>
                    <a:pt x="207" y="142"/>
                    <a:pt x="223" y="126"/>
                  </a:cubicBezTo>
                  <a:cubicBezTo>
                    <a:pt x="223" y="89"/>
                    <a:pt x="223" y="56"/>
                    <a:pt x="207" y="39"/>
                  </a:cubicBezTo>
                  <a:cubicBezTo>
                    <a:pt x="190" y="23"/>
                    <a:pt x="157" y="6"/>
                    <a:pt x="137" y="6"/>
                  </a:cubicBezTo>
                  <a:cubicBezTo>
                    <a:pt x="124" y="2"/>
                    <a:pt x="113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6" name="Google Shape;16806;p41"/>
            <p:cNvSpPr/>
            <p:nvPr/>
          </p:nvSpPr>
          <p:spPr>
            <a:xfrm>
              <a:off x="3999050" y="31034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04" y="0"/>
                  </a:moveTo>
                  <a:cubicBezTo>
                    <a:pt x="54" y="0"/>
                    <a:pt x="17" y="33"/>
                    <a:pt x="17" y="91"/>
                  </a:cubicBezTo>
                  <a:cubicBezTo>
                    <a:pt x="0" y="108"/>
                    <a:pt x="0" y="124"/>
                    <a:pt x="17" y="141"/>
                  </a:cubicBezTo>
                  <a:cubicBezTo>
                    <a:pt x="17" y="141"/>
                    <a:pt x="17" y="161"/>
                    <a:pt x="33" y="161"/>
                  </a:cubicBezTo>
                  <a:cubicBezTo>
                    <a:pt x="50" y="194"/>
                    <a:pt x="70" y="194"/>
                    <a:pt x="103" y="211"/>
                  </a:cubicBezTo>
                  <a:cubicBezTo>
                    <a:pt x="153" y="211"/>
                    <a:pt x="206" y="178"/>
                    <a:pt x="223" y="124"/>
                  </a:cubicBezTo>
                  <a:cubicBezTo>
                    <a:pt x="223" y="91"/>
                    <a:pt x="206" y="58"/>
                    <a:pt x="206" y="38"/>
                  </a:cubicBezTo>
                  <a:cubicBezTo>
                    <a:pt x="190" y="21"/>
                    <a:pt x="153" y="5"/>
                    <a:pt x="136" y="5"/>
                  </a:cubicBezTo>
                  <a:cubicBezTo>
                    <a:pt x="125" y="2"/>
                    <a:pt x="114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7" name="Google Shape;16807;p41"/>
            <p:cNvSpPr/>
            <p:nvPr/>
          </p:nvSpPr>
          <p:spPr>
            <a:xfrm>
              <a:off x="4002450" y="30708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40" y="1"/>
                  </a:moveTo>
                  <a:cubicBezTo>
                    <a:pt x="70" y="1"/>
                    <a:pt x="17" y="38"/>
                    <a:pt x="17" y="87"/>
                  </a:cubicBezTo>
                  <a:cubicBezTo>
                    <a:pt x="0" y="104"/>
                    <a:pt x="17" y="124"/>
                    <a:pt x="17" y="141"/>
                  </a:cubicBezTo>
                  <a:cubicBezTo>
                    <a:pt x="17" y="157"/>
                    <a:pt x="17" y="157"/>
                    <a:pt x="37" y="174"/>
                  </a:cubicBezTo>
                  <a:cubicBezTo>
                    <a:pt x="54" y="190"/>
                    <a:pt x="70" y="207"/>
                    <a:pt x="103" y="207"/>
                  </a:cubicBezTo>
                  <a:cubicBezTo>
                    <a:pt x="111" y="210"/>
                    <a:pt x="119" y="211"/>
                    <a:pt x="127" y="211"/>
                  </a:cubicBezTo>
                  <a:cubicBezTo>
                    <a:pt x="171" y="211"/>
                    <a:pt x="209" y="166"/>
                    <a:pt x="223" y="124"/>
                  </a:cubicBezTo>
                  <a:cubicBezTo>
                    <a:pt x="223" y="104"/>
                    <a:pt x="223" y="71"/>
                    <a:pt x="206" y="54"/>
                  </a:cubicBezTo>
                  <a:cubicBezTo>
                    <a:pt x="190" y="21"/>
                    <a:pt x="157" y="2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8" name="Google Shape;16808;p41"/>
            <p:cNvSpPr/>
            <p:nvPr/>
          </p:nvSpPr>
          <p:spPr>
            <a:xfrm>
              <a:off x="3997300" y="3024275"/>
              <a:ext cx="5175" cy="5050"/>
            </a:xfrm>
            <a:custGeom>
              <a:avLst/>
              <a:gdLst/>
              <a:ahLst/>
              <a:cxnLst/>
              <a:rect l="l" t="t" r="r" b="b"/>
              <a:pathLst>
                <a:path w="207" h="202" extrusionOk="0">
                  <a:moveTo>
                    <a:pt x="95" y="1"/>
                  </a:moveTo>
                  <a:cubicBezTo>
                    <a:pt x="76" y="1"/>
                    <a:pt x="61" y="13"/>
                    <a:pt x="37" y="28"/>
                  </a:cubicBezTo>
                  <a:cubicBezTo>
                    <a:pt x="17" y="44"/>
                    <a:pt x="0" y="61"/>
                    <a:pt x="0" y="94"/>
                  </a:cubicBezTo>
                  <a:lnTo>
                    <a:pt x="0" y="147"/>
                  </a:lnTo>
                  <a:cubicBezTo>
                    <a:pt x="17" y="147"/>
                    <a:pt x="17" y="164"/>
                    <a:pt x="17" y="164"/>
                  </a:cubicBezTo>
                  <a:cubicBezTo>
                    <a:pt x="37" y="180"/>
                    <a:pt x="70" y="197"/>
                    <a:pt x="87" y="197"/>
                  </a:cubicBezTo>
                  <a:cubicBezTo>
                    <a:pt x="96" y="200"/>
                    <a:pt x="105" y="201"/>
                    <a:pt x="115" y="201"/>
                  </a:cubicBezTo>
                  <a:cubicBezTo>
                    <a:pt x="161" y="201"/>
                    <a:pt x="206" y="169"/>
                    <a:pt x="206" y="110"/>
                  </a:cubicBezTo>
                  <a:cubicBezTo>
                    <a:pt x="206" y="94"/>
                    <a:pt x="206" y="61"/>
                    <a:pt x="190" y="44"/>
                  </a:cubicBezTo>
                  <a:cubicBezTo>
                    <a:pt x="173" y="28"/>
                    <a:pt x="157" y="7"/>
                    <a:pt x="120" y="7"/>
                  </a:cubicBezTo>
                  <a:cubicBezTo>
                    <a:pt x="110" y="3"/>
                    <a:pt x="102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9" name="Google Shape;16809;p41"/>
            <p:cNvSpPr/>
            <p:nvPr/>
          </p:nvSpPr>
          <p:spPr>
            <a:xfrm>
              <a:off x="3989550" y="3092225"/>
              <a:ext cx="6125" cy="5075"/>
            </a:xfrm>
            <a:custGeom>
              <a:avLst/>
              <a:gdLst/>
              <a:ahLst/>
              <a:cxnLst/>
              <a:rect l="l" t="t" r="r" b="b"/>
              <a:pathLst>
                <a:path w="245" h="203" extrusionOk="0">
                  <a:moveTo>
                    <a:pt x="120" y="0"/>
                  </a:moveTo>
                  <a:cubicBezTo>
                    <a:pt x="105" y="0"/>
                    <a:pt x="89" y="2"/>
                    <a:pt x="71" y="6"/>
                  </a:cubicBezTo>
                  <a:cubicBezTo>
                    <a:pt x="17" y="23"/>
                    <a:pt x="1" y="93"/>
                    <a:pt x="17" y="142"/>
                  </a:cubicBezTo>
                  <a:cubicBezTo>
                    <a:pt x="33" y="183"/>
                    <a:pt x="74" y="202"/>
                    <a:pt x="117" y="202"/>
                  </a:cubicBezTo>
                  <a:cubicBezTo>
                    <a:pt x="130" y="202"/>
                    <a:pt x="144" y="200"/>
                    <a:pt x="158" y="196"/>
                  </a:cubicBezTo>
                  <a:cubicBezTo>
                    <a:pt x="207" y="175"/>
                    <a:pt x="244" y="109"/>
                    <a:pt x="207" y="56"/>
                  </a:cubicBezTo>
                  <a:cubicBezTo>
                    <a:pt x="195" y="19"/>
                    <a:pt x="164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0" name="Google Shape;16810;p41"/>
            <p:cNvSpPr/>
            <p:nvPr/>
          </p:nvSpPr>
          <p:spPr>
            <a:xfrm>
              <a:off x="3990500" y="3063925"/>
              <a:ext cx="6000" cy="5375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01" y="0"/>
                  </a:moveTo>
                  <a:cubicBezTo>
                    <a:pt x="90" y="0"/>
                    <a:pt x="78" y="2"/>
                    <a:pt x="66" y="4"/>
                  </a:cubicBezTo>
                  <a:cubicBezTo>
                    <a:pt x="17" y="37"/>
                    <a:pt x="0" y="91"/>
                    <a:pt x="17" y="141"/>
                  </a:cubicBezTo>
                  <a:cubicBezTo>
                    <a:pt x="30" y="185"/>
                    <a:pt x="80" y="215"/>
                    <a:pt x="125" y="215"/>
                  </a:cubicBezTo>
                  <a:cubicBezTo>
                    <a:pt x="135" y="215"/>
                    <a:pt x="144" y="214"/>
                    <a:pt x="153" y="211"/>
                  </a:cubicBezTo>
                  <a:cubicBezTo>
                    <a:pt x="206" y="174"/>
                    <a:pt x="239" y="124"/>
                    <a:pt x="206" y="70"/>
                  </a:cubicBezTo>
                  <a:cubicBezTo>
                    <a:pt x="189" y="30"/>
                    <a:pt x="153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1" name="Google Shape;16811;p41"/>
            <p:cNvSpPr/>
            <p:nvPr/>
          </p:nvSpPr>
          <p:spPr>
            <a:xfrm>
              <a:off x="3995125" y="30519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54" y="0"/>
                    <a:pt x="1" y="33"/>
                    <a:pt x="1" y="87"/>
                  </a:cubicBezTo>
                  <a:lnTo>
                    <a:pt x="1" y="136"/>
                  </a:lnTo>
                  <a:cubicBezTo>
                    <a:pt x="1" y="157"/>
                    <a:pt x="21" y="157"/>
                    <a:pt x="21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94" y="208"/>
                    <a:pt x="101" y="209"/>
                    <a:pt x="108" y="209"/>
                  </a:cubicBezTo>
                  <a:cubicBezTo>
                    <a:pt x="153" y="209"/>
                    <a:pt x="192" y="166"/>
                    <a:pt x="207" y="120"/>
                  </a:cubicBezTo>
                  <a:cubicBezTo>
                    <a:pt x="207" y="103"/>
                    <a:pt x="207" y="70"/>
                    <a:pt x="190" y="54"/>
                  </a:cubicBezTo>
                  <a:cubicBezTo>
                    <a:pt x="174" y="17"/>
                    <a:pt x="141" y="17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2" name="Google Shape;16812;p41"/>
            <p:cNvSpPr/>
            <p:nvPr/>
          </p:nvSpPr>
          <p:spPr>
            <a:xfrm>
              <a:off x="3989150" y="307772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71" y="1"/>
                    <a:pt x="17" y="34"/>
                    <a:pt x="0" y="87"/>
                  </a:cubicBezTo>
                  <a:lnTo>
                    <a:pt x="0" y="137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3" y="190"/>
                    <a:pt x="71" y="207"/>
                    <a:pt x="87" y="207"/>
                  </a:cubicBezTo>
                  <a:cubicBezTo>
                    <a:pt x="96" y="209"/>
                    <a:pt x="105" y="210"/>
                    <a:pt x="114" y="210"/>
                  </a:cubicBezTo>
                  <a:cubicBezTo>
                    <a:pt x="169" y="210"/>
                    <a:pt x="207" y="167"/>
                    <a:pt x="207" y="120"/>
                  </a:cubicBezTo>
                  <a:cubicBezTo>
                    <a:pt x="207" y="104"/>
                    <a:pt x="207" y="71"/>
                    <a:pt x="190" y="54"/>
                  </a:cubicBezTo>
                  <a:cubicBezTo>
                    <a:pt x="174" y="17"/>
                    <a:pt x="157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3" name="Google Shape;16813;p41"/>
            <p:cNvSpPr/>
            <p:nvPr/>
          </p:nvSpPr>
          <p:spPr>
            <a:xfrm>
              <a:off x="3996050" y="30382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lnTo>
                    <a:pt x="1" y="120"/>
                  </a:lnTo>
                  <a:lnTo>
                    <a:pt x="1" y="137"/>
                  </a:lnTo>
                  <a:cubicBezTo>
                    <a:pt x="17" y="153"/>
                    <a:pt x="17" y="153"/>
                    <a:pt x="17" y="170"/>
                  </a:cubicBezTo>
                  <a:cubicBezTo>
                    <a:pt x="34" y="190"/>
                    <a:pt x="50" y="207"/>
                    <a:pt x="87" y="207"/>
                  </a:cubicBezTo>
                  <a:cubicBezTo>
                    <a:pt x="120" y="207"/>
                    <a:pt x="137" y="207"/>
                    <a:pt x="170" y="190"/>
                  </a:cubicBezTo>
                  <a:cubicBezTo>
                    <a:pt x="190" y="170"/>
                    <a:pt x="207" y="153"/>
                    <a:pt x="207" y="120"/>
                  </a:cubicBezTo>
                  <a:cubicBezTo>
                    <a:pt x="207" y="104"/>
                    <a:pt x="207" y="67"/>
                    <a:pt x="190" y="50"/>
                  </a:cubicBezTo>
                  <a:cubicBezTo>
                    <a:pt x="170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4" name="Google Shape;16814;p41"/>
            <p:cNvSpPr/>
            <p:nvPr/>
          </p:nvSpPr>
          <p:spPr>
            <a:xfrm>
              <a:off x="4014500" y="30038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37" y="1"/>
                  </a:moveTo>
                  <a:cubicBezTo>
                    <a:pt x="104" y="1"/>
                    <a:pt x="71" y="1"/>
                    <a:pt x="50" y="21"/>
                  </a:cubicBezTo>
                  <a:cubicBezTo>
                    <a:pt x="34" y="38"/>
                    <a:pt x="17" y="54"/>
                    <a:pt x="17" y="87"/>
                  </a:cubicBezTo>
                  <a:cubicBezTo>
                    <a:pt x="1" y="104"/>
                    <a:pt x="1" y="124"/>
                    <a:pt x="17" y="141"/>
                  </a:cubicBezTo>
                  <a:cubicBezTo>
                    <a:pt x="17" y="141"/>
                    <a:pt x="17" y="157"/>
                    <a:pt x="34" y="157"/>
                  </a:cubicBezTo>
                  <a:cubicBezTo>
                    <a:pt x="50" y="190"/>
                    <a:pt x="71" y="190"/>
                    <a:pt x="104" y="207"/>
                  </a:cubicBezTo>
                  <a:cubicBezTo>
                    <a:pt x="153" y="207"/>
                    <a:pt x="207" y="174"/>
                    <a:pt x="223" y="124"/>
                  </a:cubicBezTo>
                  <a:cubicBezTo>
                    <a:pt x="223" y="87"/>
                    <a:pt x="207" y="54"/>
                    <a:pt x="207" y="38"/>
                  </a:cubicBezTo>
                  <a:cubicBezTo>
                    <a:pt x="190" y="2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5" name="Google Shape;16815;p41"/>
            <p:cNvSpPr/>
            <p:nvPr/>
          </p:nvSpPr>
          <p:spPr>
            <a:xfrm>
              <a:off x="4016250" y="29897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lnTo>
                    <a:pt x="1" y="137"/>
                  </a:lnTo>
                  <a:cubicBezTo>
                    <a:pt x="17" y="153"/>
                    <a:pt x="17" y="153"/>
                    <a:pt x="17" y="174"/>
                  </a:cubicBezTo>
                  <a:cubicBezTo>
                    <a:pt x="34" y="191"/>
                    <a:pt x="67" y="207"/>
                    <a:pt x="83" y="207"/>
                  </a:cubicBezTo>
                  <a:cubicBezTo>
                    <a:pt x="93" y="209"/>
                    <a:pt x="102" y="210"/>
                    <a:pt x="110" y="210"/>
                  </a:cubicBezTo>
                  <a:cubicBezTo>
                    <a:pt x="167" y="210"/>
                    <a:pt x="207" y="167"/>
                    <a:pt x="207" y="120"/>
                  </a:cubicBezTo>
                  <a:cubicBezTo>
                    <a:pt x="207" y="104"/>
                    <a:pt x="207" y="71"/>
                    <a:pt x="186" y="50"/>
                  </a:cubicBezTo>
                  <a:cubicBezTo>
                    <a:pt x="170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6" name="Google Shape;16816;p41"/>
            <p:cNvSpPr/>
            <p:nvPr/>
          </p:nvSpPr>
          <p:spPr>
            <a:xfrm>
              <a:off x="4017500" y="297382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20" y="1"/>
                  </a:moveTo>
                  <a:cubicBezTo>
                    <a:pt x="87" y="1"/>
                    <a:pt x="70" y="1"/>
                    <a:pt x="33" y="34"/>
                  </a:cubicBezTo>
                  <a:cubicBezTo>
                    <a:pt x="17" y="50"/>
                    <a:pt x="17" y="67"/>
                    <a:pt x="0" y="88"/>
                  </a:cubicBezTo>
                  <a:cubicBezTo>
                    <a:pt x="0" y="104"/>
                    <a:pt x="0" y="121"/>
                    <a:pt x="17" y="137"/>
                  </a:cubicBezTo>
                  <a:cubicBezTo>
                    <a:pt x="33" y="170"/>
                    <a:pt x="54" y="207"/>
                    <a:pt x="103" y="207"/>
                  </a:cubicBezTo>
                  <a:cubicBezTo>
                    <a:pt x="157" y="207"/>
                    <a:pt x="206" y="170"/>
                    <a:pt x="223" y="121"/>
                  </a:cubicBezTo>
                  <a:cubicBezTo>
                    <a:pt x="223" y="88"/>
                    <a:pt x="206" y="67"/>
                    <a:pt x="190" y="34"/>
                  </a:cubicBezTo>
                  <a:cubicBezTo>
                    <a:pt x="173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7" name="Google Shape;16817;p41"/>
            <p:cNvSpPr/>
            <p:nvPr/>
          </p:nvSpPr>
          <p:spPr>
            <a:xfrm>
              <a:off x="4012350" y="3020225"/>
              <a:ext cx="5575" cy="5175"/>
            </a:xfrm>
            <a:custGeom>
              <a:avLst/>
              <a:gdLst/>
              <a:ahLst/>
              <a:cxnLst/>
              <a:rect l="l" t="t" r="r" b="b"/>
              <a:pathLst>
                <a:path w="223" h="207" extrusionOk="0">
                  <a:moveTo>
                    <a:pt x="120" y="0"/>
                  </a:moveTo>
                  <a:cubicBezTo>
                    <a:pt x="70" y="0"/>
                    <a:pt x="17" y="33"/>
                    <a:pt x="0" y="87"/>
                  </a:cubicBezTo>
                  <a:cubicBezTo>
                    <a:pt x="0" y="103"/>
                    <a:pt x="0" y="120"/>
                    <a:pt x="17" y="136"/>
                  </a:cubicBezTo>
                  <a:cubicBezTo>
                    <a:pt x="17" y="153"/>
                    <a:pt x="17" y="153"/>
                    <a:pt x="33" y="169"/>
                  </a:cubicBezTo>
                  <a:cubicBezTo>
                    <a:pt x="54" y="190"/>
                    <a:pt x="70" y="206"/>
                    <a:pt x="103" y="206"/>
                  </a:cubicBezTo>
                  <a:cubicBezTo>
                    <a:pt x="120" y="206"/>
                    <a:pt x="157" y="206"/>
                    <a:pt x="173" y="190"/>
                  </a:cubicBezTo>
                  <a:cubicBezTo>
                    <a:pt x="190" y="169"/>
                    <a:pt x="206" y="153"/>
                    <a:pt x="223" y="120"/>
                  </a:cubicBezTo>
                  <a:cubicBezTo>
                    <a:pt x="223" y="87"/>
                    <a:pt x="206" y="66"/>
                    <a:pt x="190" y="50"/>
                  </a:cubicBezTo>
                  <a:cubicBezTo>
                    <a:pt x="173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8" name="Google Shape;16818;p41"/>
            <p:cNvSpPr/>
            <p:nvPr/>
          </p:nvSpPr>
          <p:spPr>
            <a:xfrm>
              <a:off x="4006775" y="3057950"/>
              <a:ext cx="5600" cy="5400"/>
            </a:xfrm>
            <a:custGeom>
              <a:avLst/>
              <a:gdLst/>
              <a:ahLst/>
              <a:cxnLst/>
              <a:rect l="l" t="t" r="r" b="b"/>
              <a:pathLst>
                <a:path w="224" h="216" extrusionOk="0">
                  <a:moveTo>
                    <a:pt x="120" y="0"/>
                  </a:moveTo>
                  <a:cubicBezTo>
                    <a:pt x="71" y="0"/>
                    <a:pt x="17" y="37"/>
                    <a:pt x="0" y="87"/>
                  </a:cubicBezTo>
                  <a:lnTo>
                    <a:pt x="0" y="157"/>
                  </a:lnTo>
                  <a:cubicBezTo>
                    <a:pt x="17" y="157"/>
                    <a:pt x="17" y="157"/>
                    <a:pt x="17" y="173"/>
                  </a:cubicBezTo>
                  <a:cubicBezTo>
                    <a:pt x="33" y="190"/>
                    <a:pt x="71" y="206"/>
                    <a:pt x="87" y="206"/>
                  </a:cubicBezTo>
                  <a:cubicBezTo>
                    <a:pt x="97" y="213"/>
                    <a:pt x="105" y="215"/>
                    <a:pt x="113" y="215"/>
                  </a:cubicBezTo>
                  <a:cubicBezTo>
                    <a:pt x="132" y="215"/>
                    <a:pt x="148" y="201"/>
                    <a:pt x="174" y="190"/>
                  </a:cubicBezTo>
                  <a:cubicBezTo>
                    <a:pt x="190" y="173"/>
                    <a:pt x="207" y="157"/>
                    <a:pt x="207" y="124"/>
                  </a:cubicBezTo>
                  <a:cubicBezTo>
                    <a:pt x="223" y="70"/>
                    <a:pt x="174" y="2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9" name="Google Shape;16819;p41"/>
            <p:cNvSpPr/>
            <p:nvPr/>
          </p:nvSpPr>
          <p:spPr>
            <a:xfrm>
              <a:off x="4008950" y="30316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126" y="1"/>
                  </a:moveTo>
                  <a:cubicBezTo>
                    <a:pt x="112" y="1"/>
                    <a:pt x="99" y="3"/>
                    <a:pt x="87" y="7"/>
                  </a:cubicBezTo>
                  <a:cubicBezTo>
                    <a:pt x="33" y="24"/>
                    <a:pt x="0" y="77"/>
                    <a:pt x="33" y="147"/>
                  </a:cubicBezTo>
                  <a:cubicBezTo>
                    <a:pt x="33" y="147"/>
                    <a:pt x="50" y="164"/>
                    <a:pt x="50" y="180"/>
                  </a:cubicBezTo>
                  <a:cubicBezTo>
                    <a:pt x="76" y="192"/>
                    <a:pt x="100" y="204"/>
                    <a:pt x="129" y="204"/>
                  </a:cubicBezTo>
                  <a:cubicBezTo>
                    <a:pt x="142" y="204"/>
                    <a:pt x="155" y="202"/>
                    <a:pt x="169" y="197"/>
                  </a:cubicBezTo>
                  <a:cubicBezTo>
                    <a:pt x="206" y="180"/>
                    <a:pt x="223" y="147"/>
                    <a:pt x="223" y="110"/>
                  </a:cubicBezTo>
                  <a:lnTo>
                    <a:pt x="223" y="61"/>
                  </a:lnTo>
                  <a:cubicBezTo>
                    <a:pt x="210" y="20"/>
                    <a:pt x="167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0" name="Google Shape;16820;p41"/>
            <p:cNvSpPr/>
            <p:nvPr/>
          </p:nvSpPr>
          <p:spPr>
            <a:xfrm>
              <a:off x="3999875" y="308447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4"/>
                    <a:pt x="0" y="94"/>
                    <a:pt x="37" y="143"/>
                  </a:cubicBezTo>
                  <a:cubicBezTo>
                    <a:pt x="50" y="184"/>
                    <a:pt x="81" y="203"/>
                    <a:pt x="126" y="203"/>
                  </a:cubicBezTo>
                  <a:cubicBezTo>
                    <a:pt x="140" y="203"/>
                    <a:pt x="156" y="201"/>
                    <a:pt x="173" y="197"/>
                  </a:cubicBezTo>
                  <a:cubicBezTo>
                    <a:pt x="223" y="176"/>
                    <a:pt x="243" y="127"/>
                    <a:pt x="223" y="57"/>
                  </a:cubicBezTo>
                  <a:cubicBezTo>
                    <a:pt x="210" y="19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1" name="Google Shape;16821;p41"/>
            <p:cNvSpPr/>
            <p:nvPr/>
          </p:nvSpPr>
          <p:spPr>
            <a:xfrm>
              <a:off x="4008950" y="3044650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03" y="0"/>
                  </a:moveTo>
                  <a:cubicBezTo>
                    <a:pt x="66" y="0"/>
                    <a:pt x="33" y="17"/>
                    <a:pt x="17" y="37"/>
                  </a:cubicBezTo>
                  <a:cubicBezTo>
                    <a:pt x="0" y="70"/>
                    <a:pt x="0" y="87"/>
                    <a:pt x="0" y="120"/>
                  </a:cubicBezTo>
                  <a:cubicBezTo>
                    <a:pt x="0" y="120"/>
                    <a:pt x="0" y="141"/>
                    <a:pt x="17" y="141"/>
                  </a:cubicBezTo>
                  <a:cubicBezTo>
                    <a:pt x="17" y="157"/>
                    <a:pt x="33" y="174"/>
                    <a:pt x="33" y="190"/>
                  </a:cubicBezTo>
                  <a:cubicBezTo>
                    <a:pt x="53" y="203"/>
                    <a:pt x="76" y="208"/>
                    <a:pt x="98" y="208"/>
                  </a:cubicBezTo>
                  <a:cubicBezTo>
                    <a:pt x="133" y="208"/>
                    <a:pt x="167" y="194"/>
                    <a:pt x="190" y="174"/>
                  </a:cubicBezTo>
                  <a:cubicBezTo>
                    <a:pt x="206" y="157"/>
                    <a:pt x="206" y="120"/>
                    <a:pt x="206" y="87"/>
                  </a:cubicBezTo>
                  <a:cubicBezTo>
                    <a:pt x="206" y="70"/>
                    <a:pt x="190" y="3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2" name="Google Shape;16822;p41"/>
            <p:cNvSpPr/>
            <p:nvPr/>
          </p:nvSpPr>
          <p:spPr>
            <a:xfrm>
              <a:off x="4046250" y="31248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96" y="0"/>
                  </a:moveTo>
                  <a:cubicBezTo>
                    <a:pt x="41" y="0"/>
                    <a:pt x="1" y="46"/>
                    <a:pt x="1" y="90"/>
                  </a:cubicBezTo>
                  <a:lnTo>
                    <a:pt x="1" y="143"/>
                  </a:lnTo>
                  <a:cubicBezTo>
                    <a:pt x="1" y="160"/>
                    <a:pt x="17" y="160"/>
                    <a:pt x="17" y="160"/>
                  </a:cubicBezTo>
                  <a:cubicBezTo>
                    <a:pt x="38" y="193"/>
                    <a:pt x="54" y="209"/>
                    <a:pt x="87" y="209"/>
                  </a:cubicBezTo>
                  <a:cubicBezTo>
                    <a:pt x="104" y="209"/>
                    <a:pt x="141" y="209"/>
                    <a:pt x="157" y="193"/>
                  </a:cubicBezTo>
                  <a:cubicBezTo>
                    <a:pt x="190" y="176"/>
                    <a:pt x="207" y="143"/>
                    <a:pt x="207" y="127"/>
                  </a:cubicBezTo>
                  <a:cubicBezTo>
                    <a:pt x="207" y="90"/>
                    <a:pt x="207" y="73"/>
                    <a:pt x="190" y="40"/>
                  </a:cubicBezTo>
                  <a:cubicBezTo>
                    <a:pt x="174" y="24"/>
                    <a:pt x="141" y="3"/>
                    <a:pt x="120" y="3"/>
                  </a:cubicBezTo>
                  <a:cubicBezTo>
                    <a:pt x="112" y="1"/>
                    <a:pt x="104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3" name="Google Shape;16823;p41"/>
            <p:cNvSpPr/>
            <p:nvPr/>
          </p:nvSpPr>
          <p:spPr>
            <a:xfrm>
              <a:off x="4040275" y="3151100"/>
              <a:ext cx="5175" cy="5300"/>
            </a:xfrm>
            <a:custGeom>
              <a:avLst/>
              <a:gdLst/>
              <a:ahLst/>
              <a:cxnLst/>
              <a:rect l="l" t="t" r="r" b="b"/>
              <a:pathLst>
                <a:path w="207" h="212" extrusionOk="0">
                  <a:moveTo>
                    <a:pt x="97" y="1"/>
                  </a:moveTo>
                  <a:cubicBezTo>
                    <a:pt x="55" y="1"/>
                    <a:pt x="14" y="46"/>
                    <a:pt x="0" y="88"/>
                  </a:cubicBezTo>
                  <a:lnTo>
                    <a:pt x="0" y="142"/>
                  </a:lnTo>
                  <a:cubicBezTo>
                    <a:pt x="17" y="142"/>
                    <a:pt x="17" y="158"/>
                    <a:pt x="17" y="158"/>
                  </a:cubicBezTo>
                  <a:cubicBezTo>
                    <a:pt x="33" y="191"/>
                    <a:pt x="70" y="212"/>
                    <a:pt x="87" y="212"/>
                  </a:cubicBezTo>
                  <a:cubicBezTo>
                    <a:pt x="136" y="212"/>
                    <a:pt x="207" y="174"/>
                    <a:pt x="207" y="125"/>
                  </a:cubicBezTo>
                  <a:cubicBezTo>
                    <a:pt x="207" y="88"/>
                    <a:pt x="207" y="71"/>
                    <a:pt x="190" y="38"/>
                  </a:cubicBezTo>
                  <a:cubicBezTo>
                    <a:pt x="174" y="22"/>
                    <a:pt x="153" y="5"/>
                    <a:pt x="120" y="5"/>
                  </a:cubicBezTo>
                  <a:cubicBezTo>
                    <a:pt x="112" y="2"/>
                    <a:pt x="10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4" name="Google Shape;16824;p41"/>
            <p:cNvSpPr/>
            <p:nvPr/>
          </p:nvSpPr>
          <p:spPr>
            <a:xfrm>
              <a:off x="4037275" y="31649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12" y="0"/>
                  </a:moveTo>
                  <a:cubicBezTo>
                    <a:pt x="80" y="0"/>
                    <a:pt x="48" y="14"/>
                    <a:pt x="17" y="35"/>
                  </a:cubicBezTo>
                  <a:cubicBezTo>
                    <a:pt x="1" y="51"/>
                    <a:pt x="1" y="88"/>
                    <a:pt x="1" y="121"/>
                  </a:cubicBezTo>
                  <a:cubicBezTo>
                    <a:pt x="1" y="121"/>
                    <a:pt x="1" y="138"/>
                    <a:pt x="17" y="138"/>
                  </a:cubicBezTo>
                  <a:cubicBezTo>
                    <a:pt x="17" y="154"/>
                    <a:pt x="34" y="175"/>
                    <a:pt x="34" y="191"/>
                  </a:cubicBezTo>
                  <a:cubicBezTo>
                    <a:pt x="54" y="204"/>
                    <a:pt x="77" y="209"/>
                    <a:pt x="98" y="209"/>
                  </a:cubicBezTo>
                  <a:cubicBezTo>
                    <a:pt x="134" y="209"/>
                    <a:pt x="168" y="195"/>
                    <a:pt x="190" y="175"/>
                  </a:cubicBezTo>
                  <a:cubicBezTo>
                    <a:pt x="223" y="121"/>
                    <a:pt x="223" y="51"/>
                    <a:pt x="170" y="18"/>
                  </a:cubicBezTo>
                  <a:cubicBezTo>
                    <a:pt x="151" y="6"/>
                    <a:pt x="131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5" name="Google Shape;16825;p41"/>
            <p:cNvSpPr/>
            <p:nvPr/>
          </p:nvSpPr>
          <p:spPr>
            <a:xfrm>
              <a:off x="4033775" y="312627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4" y="1"/>
                  </a:moveTo>
                  <a:cubicBezTo>
                    <a:pt x="54" y="1"/>
                    <a:pt x="1" y="34"/>
                    <a:pt x="1" y="87"/>
                  </a:cubicBezTo>
                  <a:lnTo>
                    <a:pt x="1" y="137"/>
                  </a:lnTo>
                  <a:cubicBezTo>
                    <a:pt x="1" y="153"/>
                    <a:pt x="21" y="153"/>
                    <a:pt x="21" y="174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04" y="207"/>
                    <a:pt x="141" y="207"/>
                    <a:pt x="157" y="190"/>
                  </a:cubicBezTo>
                  <a:cubicBezTo>
                    <a:pt x="190" y="174"/>
                    <a:pt x="207" y="153"/>
                    <a:pt x="207" y="120"/>
                  </a:cubicBezTo>
                  <a:cubicBezTo>
                    <a:pt x="207" y="71"/>
                    <a:pt x="174" y="17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6" name="Google Shape;16826;p41"/>
            <p:cNvSpPr/>
            <p:nvPr/>
          </p:nvSpPr>
          <p:spPr>
            <a:xfrm>
              <a:off x="4029550" y="313917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0"/>
                  </a:moveTo>
                  <a:cubicBezTo>
                    <a:pt x="67" y="0"/>
                    <a:pt x="17" y="33"/>
                    <a:pt x="1" y="87"/>
                  </a:cubicBezTo>
                  <a:cubicBezTo>
                    <a:pt x="1" y="103"/>
                    <a:pt x="1" y="120"/>
                    <a:pt x="17" y="136"/>
                  </a:cubicBezTo>
                  <a:lnTo>
                    <a:pt x="17" y="173"/>
                  </a:lnTo>
                  <a:cubicBezTo>
                    <a:pt x="34" y="190"/>
                    <a:pt x="67" y="206"/>
                    <a:pt x="87" y="206"/>
                  </a:cubicBezTo>
                  <a:cubicBezTo>
                    <a:pt x="96" y="208"/>
                    <a:pt x="105" y="209"/>
                    <a:pt x="113" y="209"/>
                  </a:cubicBezTo>
                  <a:cubicBezTo>
                    <a:pt x="167" y="209"/>
                    <a:pt x="207" y="166"/>
                    <a:pt x="207" y="120"/>
                  </a:cubicBezTo>
                  <a:cubicBezTo>
                    <a:pt x="223" y="103"/>
                    <a:pt x="207" y="70"/>
                    <a:pt x="190" y="50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7" name="Google Shape;16827;p41"/>
            <p:cNvSpPr/>
            <p:nvPr/>
          </p:nvSpPr>
          <p:spPr>
            <a:xfrm>
              <a:off x="3996050" y="3115400"/>
              <a:ext cx="4775" cy="5225"/>
            </a:xfrm>
            <a:custGeom>
              <a:avLst/>
              <a:gdLst/>
              <a:ahLst/>
              <a:cxnLst/>
              <a:rect l="l" t="t" r="r" b="b"/>
              <a:pathLst>
                <a:path w="191" h="209" extrusionOk="0">
                  <a:moveTo>
                    <a:pt x="89" y="1"/>
                  </a:moveTo>
                  <a:cubicBezTo>
                    <a:pt x="77" y="1"/>
                    <a:pt x="64" y="3"/>
                    <a:pt x="50" y="7"/>
                  </a:cubicBezTo>
                  <a:cubicBezTo>
                    <a:pt x="34" y="7"/>
                    <a:pt x="17" y="23"/>
                    <a:pt x="1" y="40"/>
                  </a:cubicBezTo>
                  <a:cubicBezTo>
                    <a:pt x="17" y="94"/>
                    <a:pt x="50" y="143"/>
                    <a:pt x="67" y="197"/>
                  </a:cubicBezTo>
                  <a:cubicBezTo>
                    <a:pt x="77" y="205"/>
                    <a:pt x="86" y="209"/>
                    <a:pt x="95" y="209"/>
                  </a:cubicBezTo>
                  <a:cubicBezTo>
                    <a:pt x="104" y="209"/>
                    <a:pt x="112" y="205"/>
                    <a:pt x="120" y="197"/>
                  </a:cubicBezTo>
                  <a:cubicBezTo>
                    <a:pt x="153" y="176"/>
                    <a:pt x="190" y="143"/>
                    <a:pt x="190" y="110"/>
                  </a:cubicBezTo>
                  <a:lnTo>
                    <a:pt x="190" y="56"/>
                  </a:lnTo>
                  <a:cubicBezTo>
                    <a:pt x="162" y="19"/>
                    <a:pt x="128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8" name="Google Shape;16828;p41"/>
            <p:cNvSpPr/>
            <p:nvPr/>
          </p:nvSpPr>
          <p:spPr>
            <a:xfrm>
              <a:off x="4042425" y="3139000"/>
              <a:ext cx="5600" cy="5075"/>
            </a:xfrm>
            <a:custGeom>
              <a:avLst/>
              <a:gdLst/>
              <a:ahLst/>
              <a:cxnLst/>
              <a:rect l="l" t="t" r="r" b="b"/>
              <a:pathLst>
                <a:path w="224" h="203" extrusionOk="0">
                  <a:moveTo>
                    <a:pt x="110" y="1"/>
                  </a:moveTo>
                  <a:cubicBezTo>
                    <a:pt x="82" y="1"/>
                    <a:pt x="52" y="13"/>
                    <a:pt x="34" y="40"/>
                  </a:cubicBezTo>
                  <a:cubicBezTo>
                    <a:pt x="17" y="57"/>
                    <a:pt x="1" y="94"/>
                    <a:pt x="17" y="110"/>
                  </a:cubicBezTo>
                  <a:lnTo>
                    <a:pt x="17" y="143"/>
                  </a:lnTo>
                  <a:cubicBezTo>
                    <a:pt x="17" y="160"/>
                    <a:pt x="34" y="180"/>
                    <a:pt x="50" y="180"/>
                  </a:cubicBezTo>
                  <a:cubicBezTo>
                    <a:pt x="67" y="195"/>
                    <a:pt x="89" y="203"/>
                    <a:pt x="111" y="203"/>
                  </a:cubicBezTo>
                  <a:cubicBezTo>
                    <a:pt x="140" y="203"/>
                    <a:pt x="170" y="190"/>
                    <a:pt x="191" y="160"/>
                  </a:cubicBezTo>
                  <a:cubicBezTo>
                    <a:pt x="207" y="143"/>
                    <a:pt x="224" y="110"/>
                    <a:pt x="224" y="94"/>
                  </a:cubicBezTo>
                  <a:cubicBezTo>
                    <a:pt x="224" y="57"/>
                    <a:pt x="207" y="40"/>
                    <a:pt x="170" y="24"/>
                  </a:cubicBezTo>
                  <a:cubicBezTo>
                    <a:pt x="155" y="9"/>
                    <a:pt x="133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9" name="Google Shape;16829;p41"/>
            <p:cNvSpPr/>
            <p:nvPr/>
          </p:nvSpPr>
          <p:spPr>
            <a:xfrm>
              <a:off x="4049750" y="317482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lnTo>
                    <a:pt x="1" y="120"/>
                  </a:lnTo>
                  <a:cubicBezTo>
                    <a:pt x="1" y="137"/>
                    <a:pt x="1" y="137"/>
                    <a:pt x="17" y="137"/>
                  </a:cubicBezTo>
                  <a:lnTo>
                    <a:pt x="17" y="170"/>
                  </a:lnTo>
                  <a:cubicBezTo>
                    <a:pt x="34" y="190"/>
                    <a:pt x="67" y="207"/>
                    <a:pt x="83" y="207"/>
                  </a:cubicBezTo>
                  <a:cubicBezTo>
                    <a:pt x="120" y="207"/>
                    <a:pt x="153" y="207"/>
                    <a:pt x="170" y="190"/>
                  </a:cubicBezTo>
                  <a:cubicBezTo>
                    <a:pt x="186" y="170"/>
                    <a:pt x="207" y="137"/>
                    <a:pt x="207" y="120"/>
                  </a:cubicBezTo>
                  <a:cubicBezTo>
                    <a:pt x="223" y="87"/>
                    <a:pt x="207" y="67"/>
                    <a:pt x="207" y="50"/>
                  </a:cubicBezTo>
                  <a:cubicBezTo>
                    <a:pt x="186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0" name="Google Shape;16830;p41"/>
            <p:cNvSpPr/>
            <p:nvPr/>
          </p:nvSpPr>
          <p:spPr>
            <a:xfrm>
              <a:off x="4026975" y="31527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6" y="0"/>
                  </a:moveTo>
                  <a:cubicBezTo>
                    <a:pt x="113" y="0"/>
                    <a:pt x="99" y="2"/>
                    <a:pt x="87" y="6"/>
                  </a:cubicBezTo>
                  <a:cubicBezTo>
                    <a:pt x="34" y="23"/>
                    <a:pt x="1" y="93"/>
                    <a:pt x="17" y="147"/>
                  </a:cubicBezTo>
                  <a:cubicBezTo>
                    <a:pt x="42" y="184"/>
                    <a:pt x="78" y="202"/>
                    <a:pt x="116" y="202"/>
                  </a:cubicBezTo>
                  <a:cubicBezTo>
                    <a:pt x="128" y="202"/>
                    <a:pt x="141" y="200"/>
                    <a:pt x="153" y="196"/>
                  </a:cubicBezTo>
                  <a:cubicBezTo>
                    <a:pt x="207" y="180"/>
                    <a:pt x="240" y="109"/>
                    <a:pt x="223" y="60"/>
                  </a:cubicBezTo>
                  <a:cubicBezTo>
                    <a:pt x="211" y="20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1" name="Google Shape;16831;p41"/>
            <p:cNvSpPr/>
            <p:nvPr/>
          </p:nvSpPr>
          <p:spPr>
            <a:xfrm>
              <a:off x="4051000" y="316060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20" y="1"/>
                  </a:moveTo>
                  <a:cubicBezTo>
                    <a:pt x="103" y="1"/>
                    <a:pt x="70" y="1"/>
                    <a:pt x="54" y="17"/>
                  </a:cubicBezTo>
                  <a:cubicBezTo>
                    <a:pt x="17" y="38"/>
                    <a:pt x="17" y="71"/>
                    <a:pt x="0" y="87"/>
                  </a:cubicBezTo>
                  <a:cubicBezTo>
                    <a:pt x="0" y="104"/>
                    <a:pt x="0" y="120"/>
                    <a:pt x="17" y="141"/>
                  </a:cubicBezTo>
                  <a:lnTo>
                    <a:pt x="17" y="174"/>
                  </a:lnTo>
                  <a:cubicBezTo>
                    <a:pt x="33" y="190"/>
                    <a:pt x="70" y="207"/>
                    <a:pt x="87" y="207"/>
                  </a:cubicBezTo>
                  <a:cubicBezTo>
                    <a:pt x="96" y="209"/>
                    <a:pt x="105" y="210"/>
                    <a:pt x="114" y="210"/>
                  </a:cubicBezTo>
                  <a:cubicBezTo>
                    <a:pt x="169" y="210"/>
                    <a:pt x="206" y="167"/>
                    <a:pt x="206" y="120"/>
                  </a:cubicBezTo>
                  <a:cubicBezTo>
                    <a:pt x="223" y="104"/>
                    <a:pt x="206" y="71"/>
                    <a:pt x="190" y="54"/>
                  </a:cubicBezTo>
                  <a:cubicBezTo>
                    <a:pt x="173" y="17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2" name="Google Shape;16832;p41"/>
            <p:cNvSpPr/>
            <p:nvPr/>
          </p:nvSpPr>
          <p:spPr>
            <a:xfrm>
              <a:off x="4013175" y="3082875"/>
              <a:ext cx="5675" cy="5200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124" y="1"/>
                  </a:moveTo>
                  <a:cubicBezTo>
                    <a:pt x="70" y="1"/>
                    <a:pt x="21" y="34"/>
                    <a:pt x="0" y="88"/>
                  </a:cubicBezTo>
                  <a:cubicBezTo>
                    <a:pt x="0" y="104"/>
                    <a:pt x="0" y="121"/>
                    <a:pt x="21" y="137"/>
                  </a:cubicBezTo>
                  <a:lnTo>
                    <a:pt x="21" y="174"/>
                  </a:lnTo>
                  <a:cubicBezTo>
                    <a:pt x="37" y="191"/>
                    <a:pt x="70" y="207"/>
                    <a:pt x="87" y="207"/>
                  </a:cubicBezTo>
                  <a:cubicBezTo>
                    <a:pt x="157" y="207"/>
                    <a:pt x="206" y="174"/>
                    <a:pt x="206" y="121"/>
                  </a:cubicBezTo>
                  <a:cubicBezTo>
                    <a:pt x="227" y="88"/>
                    <a:pt x="206" y="71"/>
                    <a:pt x="190" y="34"/>
                  </a:cubicBezTo>
                  <a:cubicBezTo>
                    <a:pt x="173" y="17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3" name="Google Shape;16833;p41"/>
            <p:cNvSpPr/>
            <p:nvPr/>
          </p:nvSpPr>
          <p:spPr>
            <a:xfrm>
              <a:off x="4009775" y="3113400"/>
              <a:ext cx="5575" cy="5100"/>
            </a:xfrm>
            <a:custGeom>
              <a:avLst/>
              <a:gdLst/>
              <a:ahLst/>
              <a:cxnLst/>
              <a:rect l="l" t="t" r="r" b="b"/>
              <a:pathLst>
                <a:path w="223" h="204" extrusionOk="0">
                  <a:moveTo>
                    <a:pt x="70" y="0"/>
                  </a:moveTo>
                  <a:cubicBezTo>
                    <a:pt x="33" y="17"/>
                    <a:pt x="17" y="33"/>
                    <a:pt x="17" y="50"/>
                  </a:cubicBezTo>
                  <a:cubicBezTo>
                    <a:pt x="0" y="70"/>
                    <a:pt x="0" y="103"/>
                    <a:pt x="0" y="136"/>
                  </a:cubicBezTo>
                  <a:cubicBezTo>
                    <a:pt x="12" y="175"/>
                    <a:pt x="52" y="203"/>
                    <a:pt x="92" y="203"/>
                  </a:cubicBezTo>
                  <a:cubicBezTo>
                    <a:pt x="107" y="203"/>
                    <a:pt x="122" y="199"/>
                    <a:pt x="136" y="190"/>
                  </a:cubicBezTo>
                  <a:cubicBezTo>
                    <a:pt x="190" y="174"/>
                    <a:pt x="223" y="120"/>
                    <a:pt x="206" y="70"/>
                  </a:cubicBezTo>
                  <a:cubicBezTo>
                    <a:pt x="190" y="33"/>
                    <a:pt x="157" y="17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4" name="Google Shape;16834;p41"/>
            <p:cNvSpPr/>
            <p:nvPr/>
          </p:nvSpPr>
          <p:spPr>
            <a:xfrm>
              <a:off x="4010175" y="30966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2" y="0"/>
                  </a:moveTo>
                  <a:cubicBezTo>
                    <a:pt x="91" y="0"/>
                    <a:pt x="58" y="15"/>
                    <a:pt x="38" y="37"/>
                  </a:cubicBezTo>
                  <a:cubicBezTo>
                    <a:pt x="17" y="70"/>
                    <a:pt x="1" y="87"/>
                    <a:pt x="1" y="124"/>
                  </a:cubicBezTo>
                  <a:cubicBezTo>
                    <a:pt x="17" y="124"/>
                    <a:pt x="17" y="140"/>
                    <a:pt x="17" y="140"/>
                  </a:cubicBezTo>
                  <a:cubicBezTo>
                    <a:pt x="17" y="157"/>
                    <a:pt x="38" y="173"/>
                    <a:pt x="54" y="190"/>
                  </a:cubicBezTo>
                  <a:cubicBezTo>
                    <a:pt x="67" y="204"/>
                    <a:pt x="84" y="210"/>
                    <a:pt x="103" y="210"/>
                  </a:cubicBezTo>
                  <a:cubicBezTo>
                    <a:pt x="135" y="210"/>
                    <a:pt x="170" y="194"/>
                    <a:pt x="190" y="173"/>
                  </a:cubicBezTo>
                  <a:cubicBezTo>
                    <a:pt x="223" y="124"/>
                    <a:pt x="223" y="70"/>
                    <a:pt x="174" y="21"/>
                  </a:cubicBezTo>
                  <a:cubicBezTo>
                    <a:pt x="161" y="6"/>
                    <a:pt x="142" y="0"/>
                    <a:pt x="1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5" name="Google Shape;16835;p41"/>
            <p:cNvSpPr/>
            <p:nvPr/>
          </p:nvSpPr>
          <p:spPr>
            <a:xfrm>
              <a:off x="4023050" y="310650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0" y="0"/>
                  </a:moveTo>
                  <a:cubicBezTo>
                    <a:pt x="54" y="0"/>
                    <a:pt x="1" y="37"/>
                    <a:pt x="1" y="87"/>
                  </a:cubicBezTo>
                  <a:lnTo>
                    <a:pt x="1" y="120"/>
                  </a:lnTo>
                  <a:lnTo>
                    <a:pt x="1" y="140"/>
                  </a:lnTo>
                  <a:cubicBezTo>
                    <a:pt x="1" y="157"/>
                    <a:pt x="1" y="157"/>
                    <a:pt x="17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104" y="206"/>
                    <a:pt x="141" y="206"/>
                    <a:pt x="158" y="190"/>
                  </a:cubicBezTo>
                  <a:cubicBezTo>
                    <a:pt x="191" y="173"/>
                    <a:pt x="191" y="157"/>
                    <a:pt x="207" y="120"/>
                  </a:cubicBezTo>
                  <a:cubicBezTo>
                    <a:pt x="207" y="103"/>
                    <a:pt x="207" y="70"/>
                    <a:pt x="191" y="54"/>
                  </a:cubicBezTo>
                  <a:cubicBezTo>
                    <a:pt x="174" y="37"/>
                    <a:pt x="141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6" name="Google Shape;16836;p41"/>
            <p:cNvSpPr/>
            <p:nvPr/>
          </p:nvSpPr>
          <p:spPr>
            <a:xfrm>
              <a:off x="4005425" y="3124800"/>
              <a:ext cx="6125" cy="5275"/>
            </a:xfrm>
            <a:custGeom>
              <a:avLst/>
              <a:gdLst/>
              <a:ahLst/>
              <a:cxnLst/>
              <a:rect l="l" t="t" r="r" b="b"/>
              <a:pathLst>
                <a:path w="245" h="211" extrusionOk="0">
                  <a:moveTo>
                    <a:pt x="116" y="0"/>
                  </a:moveTo>
                  <a:cubicBezTo>
                    <a:pt x="102" y="0"/>
                    <a:pt x="87" y="2"/>
                    <a:pt x="71" y="6"/>
                  </a:cubicBezTo>
                  <a:cubicBezTo>
                    <a:pt x="21" y="27"/>
                    <a:pt x="1" y="93"/>
                    <a:pt x="21" y="146"/>
                  </a:cubicBezTo>
                  <a:cubicBezTo>
                    <a:pt x="33" y="182"/>
                    <a:pt x="71" y="211"/>
                    <a:pt x="110" y="211"/>
                  </a:cubicBezTo>
                  <a:cubicBezTo>
                    <a:pt x="126" y="211"/>
                    <a:pt x="142" y="206"/>
                    <a:pt x="158" y="196"/>
                  </a:cubicBezTo>
                  <a:cubicBezTo>
                    <a:pt x="207" y="179"/>
                    <a:pt x="244" y="130"/>
                    <a:pt x="207" y="76"/>
                  </a:cubicBezTo>
                  <a:cubicBezTo>
                    <a:pt x="194" y="22"/>
                    <a:pt x="162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7" name="Google Shape;16837;p41"/>
            <p:cNvSpPr/>
            <p:nvPr/>
          </p:nvSpPr>
          <p:spPr>
            <a:xfrm>
              <a:off x="4021825" y="31203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66" y="1"/>
                    <a:pt x="17" y="34"/>
                    <a:pt x="0" y="83"/>
                  </a:cubicBezTo>
                  <a:cubicBezTo>
                    <a:pt x="0" y="104"/>
                    <a:pt x="0" y="120"/>
                    <a:pt x="17" y="137"/>
                  </a:cubicBezTo>
                  <a:cubicBezTo>
                    <a:pt x="17" y="153"/>
                    <a:pt x="17" y="153"/>
                    <a:pt x="33" y="170"/>
                  </a:cubicBezTo>
                  <a:cubicBezTo>
                    <a:pt x="50" y="186"/>
                    <a:pt x="66" y="207"/>
                    <a:pt x="103" y="207"/>
                  </a:cubicBezTo>
                  <a:cubicBezTo>
                    <a:pt x="110" y="209"/>
                    <a:pt x="116" y="210"/>
                    <a:pt x="122" y="210"/>
                  </a:cubicBezTo>
                  <a:cubicBezTo>
                    <a:pt x="166" y="210"/>
                    <a:pt x="209" y="163"/>
                    <a:pt x="223" y="120"/>
                  </a:cubicBezTo>
                  <a:cubicBezTo>
                    <a:pt x="223" y="83"/>
                    <a:pt x="207" y="67"/>
                    <a:pt x="190" y="50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8" name="Google Shape;16838;p41"/>
            <p:cNvSpPr/>
            <p:nvPr/>
          </p:nvSpPr>
          <p:spPr>
            <a:xfrm>
              <a:off x="4016250" y="314607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50" y="0"/>
                    <a:pt x="1" y="33"/>
                    <a:pt x="1" y="83"/>
                  </a:cubicBezTo>
                  <a:lnTo>
                    <a:pt x="1" y="136"/>
                  </a:lnTo>
                  <a:cubicBezTo>
                    <a:pt x="1" y="153"/>
                    <a:pt x="17" y="153"/>
                    <a:pt x="17" y="169"/>
                  </a:cubicBezTo>
                  <a:cubicBezTo>
                    <a:pt x="34" y="186"/>
                    <a:pt x="50" y="206"/>
                    <a:pt x="83" y="206"/>
                  </a:cubicBezTo>
                  <a:cubicBezTo>
                    <a:pt x="90" y="209"/>
                    <a:pt x="97" y="209"/>
                    <a:pt x="103" y="209"/>
                  </a:cubicBezTo>
                  <a:cubicBezTo>
                    <a:pt x="149" y="209"/>
                    <a:pt x="189" y="163"/>
                    <a:pt x="207" y="120"/>
                  </a:cubicBezTo>
                  <a:cubicBezTo>
                    <a:pt x="207" y="83"/>
                    <a:pt x="207" y="66"/>
                    <a:pt x="186" y="50"/>
                  </a:cubicBezTo>
                  <a:cubicBezTo>
                    <a:pt x="170" y="17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9" name="Google Shape;16839;p41"/>
            <p:cNvSpPr/>
            <p:nvPr/>
          </p:nvSpPr>
          <p:spPr>
            <a:xfrm>
              <a:off x="4017075" y="3132150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15" y="1"/>
                  </a:moveTo>
                  <a:cubicBezTo>
                    <a:pt x="105" y="1"/>
                    <a:pt x="96" y="2"/>
                    <a:pt x="87" y="5"/>
                  </a:cubicBezTo>
                  <a:cubicBezTo>
                    <a:pt x="34" y="21"/>
                    <a:pt x="1" y="91"/>
                    <a:pt x="34" y="145"/>
                  </a:cubicBezTo>
                  <a:cubicBezTo>
                    <a:pt x="46" y="181"/>
                    <a:pt x="77" y="208"/>
                    <a:pt x="112" y="208"/>
                  </a:cubicBezTo>
                  <a:cubicBezTo>
                    <a:pt x="125" y="208"/>
                    <a:pt x="139" y="204"/>
                    <a:pt x="153" y="194"/>
                  </a:cubicBezTo>
                  <a:cubicBezTo>
                    <a:pt x="223" y="178"/>
                    <a:pt x="240" y="124"/>
                    <a:pt x="223" y="75"/>
                  </a:cubicBezTo>
                  <a:cubicBezTo>
                    <a:pt x="210" y="31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0" name="Google Shape;16840;p41"/>
            <p:cNvSpPr/>
            <p:nvPr/>
          </p:nvSpPr>
          <p:spPr>
            <a:xfrm>
              <a:off x="4178600" y="31477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83" y="0"/>
                    <a:pt x="50" y="17"/>
                    <a:pt x="33" y="37"/>
                  </a:cubicBezTo>
                  <a:cubicBezTo>
                    <a:pt x="17" y="54"/>
                    <a:pt x="0" y="70"/>
                    <a:pt x="0" y="87"/>
                  </a:cubicBezTo>
                  <a:lnTo>
                    <a:pt x="0" y="157"/>
                  </a:lnTo>
                  <a:cubicBezTo>
                    <a:pt x="17" y="173"/>
                    <a:pt x="50" y="206"/>
                    <a:pt x="83" y="206"/>
                  </a:cubicBezTo>
                  <a:lnTo>
                    <a:pt x="103" y="206"/>
                  </a:lnTo>
                  <a:cubicBezTo>
                    <a:pt x="110" y="209"/>
                    <a:pt x="117" y="210"/>
                    <a:pt x="123" y="210"/>
                  </a:cubicBezTo>
                  <a:cubicBezTo>
                    <a:pt x="166" y="210"/>
                    <a:pt x="206" y="166"/>
                    <a:pt x="206" y="120"/>
                  </a:cubicBezTo>
                  <a:cubicBezTo>
                    <a:pt x="206" y="103"/>
                    <a:pt x="206" y="70"/>
                    <a:pt x="186" y="54"/>
                  </a:cubicBezTo>
                  <a:cubicBezTo>
                    <a:pt x="169" y="3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1" name="Google Shape;16841;p41"/>
            <p:cNvSpPr/>
            <p:nvPr/>
          </p:nvSpPr>
          <p:spPr>
            <a:xfrm>
              <a:off x="4275175" y="3166675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87" y="1"/>
                  </a:moveTo>
                  <a:cubicBezTo>
                    <a:pt x="33" y="34"/>
                    <a:pt x="0" y="83"/>
                    <a:pt x="17" y="137"/>
                  </a:cubicBezTo>
                  <a:cubicBezTo>
                    <a:pt x="48" y="178"/>
                    <a:pt x="88" y="211"/>
                    <a:pt x="131" y="211"/>
                  </a:cubicBezTo>
                  <a:cubicBezTo>
                    <a:pt x="140" y="211"/>
                    <a:pt x="148" y="210"/>
                    <a:pt x="157" y="207"/>
                  </a:cubicBezTo>
                  <a:cubicBezTo>
                    <a:pt x="174" y="186"/>
                    <a:pt x="190" y="186"/>
                    <a:pt x="207" y="170"/>
                  </a:cubicBezTo>
                  <a:cubicBezTo>
                    <a:pt x="223" y="137"/>
                    <a:pt x="240" y="104"/>
                    <a:pt x="223" y="67"/>
                  </a:cubicBezTo>
                  <a:cubicBezTo>
                    <a:pt x="207" y="34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2" name="Google Shape;16842;p41"/>
            <p:cNvSpPr/>
            <p:nvPr/>
          </p:nvSpPr>
          <p:spPr>
            <a:xfrm>
              <a:off x="4274350" y="3180225"/>
              <a:ext cx="5600" cy="5050"/>
            </a:xfrm>
            <a:custGeom>
              <a:avLst/>
              <a:gdLst/>
              <a:ahLst/>
              <a:cxnLst/>
              <a:rect l="l" t="t" r="r" b="b"/>
              <a:pathLst>
                <a:path w="224" h="202" extrusionOk="0">
                  <a:moveTo>
                    <a:pt x="107" y="0"/>
                  </a:moveTo>
                  <a:cubicBezTo>
                    <a:pt x="84" y="0"/>
                    <a:pt x="62" y="12"/>
                    <a:pt x="50" y="24"/>
                  </a:cubicBezTo>
                  <a:cubicBezTo>
                    <a:pt x="33" y="40"/>
                    <a:pt x="17" y="57"/>
                    <a:pt x="17" y="94"/>
                  </a:cubicBezTo>
                  <a:cubicBezTo>
                    <a:pt x="1" y="110"/>
                    <a:pt x="17" y="127"/>
                    <a:pt x="17" y="143"/>
                  </a:cubicBezTo>
                  <a:cubicBezTo>
                    <a:pt x="17" y="143"/>
                    <a:pt x="17" y="160"/>
                    <a:pt x="33" y="160"/>
                  </a:cubicBezTo>
                  <a:cubicBezTo>
                    <a:pt x="50" y="180"/>
                    <a:pt x="66" y="197"/>
                    <a:pt x="104" y="197"/>
                  </a:cubicBezTo>
                  <a:cubicBezTo>
                    <a:pt x="112" y="200"/>
                    <a:pt x="121" y="201"/>
                    <a:pt x="129" y="201"/>
                  </a:cubicBezTo>
                  <a:cubicBezTo>
                    <a:pt x="170" y="201"/>
                    <a:pt x="209" y="168"/>
                    <a:pt x="223" y="110"/>
                  </a:cubicBezTo>
                  <a:cubicBezTo>
                    <a:pt x="223" y="94"/>
                    <a:pt x="223" y="57"/>
                    <a:pt x="207" y="40"/>
                  </a:cubicBezTo>
                  <a:cubicBezTo>
                    <a:pt x="190" y="24"/>
                    <a:pt x="153" y="7"/>
                    <a:pt x="137" y="7"/>
                  </a:cubicBezTo>
                  <a:cubicBezTo>
                    <a:pt x="127" y="2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3" name="Google Shape;16843;p41"/>
            <p:cNvSpPr/>
            <p:nvPr/>
          </p:nvSpPr>
          <p:spPr>
            <a:xfrm>
              <a:off x="4269600" y="31428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6" y="1"/>
                  </a:moveTo>
                  <a:cubicBezTo>
                    <a:pt x="54" y="1"/>
                    <a:pt x="15" y="33"/>
                    <a:pt x="1" y="75"/>
                  </a:cubicBezTo>
                  <a:lnTo>
                    <a:pt x="1" y="91"/>
                  </a:lnTo>
                  <a:lnTo>
                    <a:pt x="1" y="145"/>
                  </a:lnTo>
                  <a:cubicBezTo>
                    <a:pt x="17" y="161"/>
                    <a:pt x="34" y="194"/>
                    <a:pt x="50" y="194"/>
                  </a:cubicBezTo>
                  <a:cubicBezTo>
                    <a:pt x="71" y="211"/>
                    <a:pt x="87" y="211"/>
                    <a:pt x="87" y="211"/>
                  </a:cubicBezTo>
                  <a:cubicBezTo>
                    <a:pt x="137" y="211"/>
                    <a:pt x="207" y="178"/>
                    <a:pt x="207" y="128"/>
                  </a:cubicBezTo>
                  <a:cubicBezTo>
                    <a:pt x="207" y="91"/>
                    <a:pt x="207" y="75"/>
                    <a:pt x="191" y="42"/>
                  </a:cubicBezTo>
                  <a:cubicBezTo>
                    <a:pt x="174" y="25"/>
                    <a:pt x="153" y="5"/>
                    <a:pt x="120" y="5"/>
                  </a:cubicBezTo>
                  <a:cubicBezTo>
                    <a:pt x="112" y="2"/>
                    <a:pt x="104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4" name="Google Shape;16844;p41"/>
            <p:cNvSpPr/>
            <p:nvPr/>
          </p:nvSpPr>
          <p:spPr>
            <a:xfrm>
              <a:off x="4270025" y="3208250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00" y="0"/>
                  </a:moveTo>
                  <a:cubicBezTo>
                    <a:pt x="57" y="0"/>
                    <a:pt x="15" y="44"/>
                    <a:pt x="0" y="90"/>
                  </a:cubicBezTo>
                  <a:cubicBezTo>
                    <a:pt x="0" y="107"/>
                    <a:pt x="0" y="123"/>
                    <a:pt x="17" y="140"/>
                  </a:cubicBezTo>
                  <a:lnTo>
                    <a:pt x="17" y="156"/>
                  </a:lnTo>
                  <a:cubicBezTo>
                    <a:pt x="33" y="193"/>
                    <a:pt x="70" y="210"/>
                    <a:pt x="87" y="210"/>
                  </a:cubicBezTo>
                  <a:cubicBezTo>
                    <a:pt x="120" y="210"/>
                    <a:pt x="157" y="210"/>
                    <a:pt x="174" y="193"/>
                  </a:cubicBezTo>
                  <a:cubicBezTo>
                    <a:pt x="190" y="173"/>
                    <a:pt x="206" y="140"/>
                    <a:pt x="206" y="123"/>
                  </a:cubicBezTo>
                  <a:cubicBezTo>
                    <a:pt x="223" y="90"/>
                    <a:pt x="206" y="70"/>
                    <a:pt x="190" y="37"/>
                  </a:cubicBezTo>
                  <a:cubicBezTo>
                    <a:pt x="174" y="20"/>
                    <a:pt x="157" y="4"/>
                    <a:pt x="120" y="4"/>
                  </a:cubicBezTo>
                  <a:cubicBezTo>
                    <a:pt x="113" y="1"/>
                    <a:pt x="107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5" name="Google Shape;16845;p41"/>
            <p:cNvSpPr/>
            <p:nvPr/>
          </p:nvSpPr>
          <p:spPr>
            <a:xfrm>
              <a:off x="4287650" y="31737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11" y="0"/>
                  </a:moveTo>
                  <a:cubicBezTo>
                    <a:pt x="82" y="0"/>
                    <a:pt x="54" y="13"/>
                    <a:pt x="33" y="43"/>
                  </a:cubicBezTo>
                  <a:cubicBezTo>
                    <a:pt x="17" y="59"/>
                    <a:pt x="0" y="92"/>
                    <a:pt x="0" y="109"/>
                  </a:cubicBezTo>
                  <a:cubicBezTo>
                    <a:pt x="17" y="129"/>
                    <a:pt x="17" y="129"/>
                    <a:pt x="17" y="146"/>
                  </a:cubicBezTo>
                  <a:cubicBezTo>
                    <a:pt x="17" y="162"/>
                    <a:pt x="33" y="179"/>
                    <a:pt x="50" y="179"/>
                  </a:cubicBezTo>
                  <a:cubicBezTo>
                    <a:pt x="70" y="195"/>
                    <a:pt x="103" y="212"/>
                    <a:pt x="120" y="212"/>
                  </a:cubicBezTo>
                  <a:cubicBezTo>
                    <a:pt x="153" y="212"/>
                    <a:pt x="174" y="195"/>
                    <a:pt x="190" y="179"/>
                  </a:cubicBezTo>
                  <a:cubicBezTo>
                    <a:pt x="207" y="146"/>
                    <a:pt x="223" y="129"/>
                    <a:pt x="223" y="92"/>
                  </a:cubicBezTo>
                  <a:cubicBezTo>
                    <a:pt x="207" y="76"/>
                    <a:pt x="207" y="43"/>
                    <a:pt x="174" y="26"/>
                  </a:cubicBezTo>
                  <a:cubicBezTo>
                    <a:pt x="157" y="9"/>
                    <a:pt x="134" y="0"/>
                    <a:pt x="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6" name="Google Shape;16846;p41"/>
            <p:cNvSpPr/>
            <p:nvPr/>
          </p:nvSpPr>
          <p:spPr>
            <a:xfrm>
              <a:off x="4285475" y="3185550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7" y="0"/>
                    <a:pt x="54" y="17"/>
                    <a:pt x="34" y="33"/>
                  </a:cubicBezTo>
                  <a:cubicBezTo>
                    <a:pt x="17" y="50"/>
                    <a:pt x="1" y="70"/>
                    <a:pt x="1" y="87"/>
                  </a:cubicBezTo>
                  <a:lnTo>
                    <a:pt x="1" y="136"/>
                  </a:lnTo>
                  <a:cubicBezTo>
                    <a:pt x="17" y="174"/>
                    <a:pt x="54" y="207"/>
                    <a:pt x="87" y="207"/>
                  </a:cubicBezTo>
                  <a:lnTo>
                    <a:pt x="104" y="207"/>
                  </a:lnTo>
                  <a:cubicBezTo>
                    <a:pt x="157" y="207"/>
                    <a:pt x="207" y="174"/>
                    <a:pt x="207" y="120"/>
                  </a:cubicBezTo>
                  <a:cubicBezTo>
                    <a:pt x="207" y="87"/>
                    <a:pt x="207" y="70"/>
                    <a:pt x="190" y="50"/>
                  </a:cubicBezTo>
                  <a:cubicBezTo>
                    <a:pt x="174" y="17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7" name="Google Shape;16847;p41"/>
            <p:cNvSpPr/>
            <p:nvPr/>
          </p:nvSpPr>
          <p:spPr>
            <a:xfrm>
              <a:off x="4265275" y="315745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16" y="1"/>
                  </a:moveTo>
                  <a:cubicBezTo>
                    <a:pt x="85" y="1"/>
                    <a:pt x="56" y="13"/>
                    <a:pt x="38" y="40"/>
                  </a:cubicBezTo>
                  <a:cubicBezTo>
                    <a:pt x="17" y="61"/>
                    <a:pt x="1" y="94"/>
                    <a:pt x="17" y="110"/>
                  </a:cubicBezTo>
                  <a:lnTo>
                    <a:pt x="17" y="143"/>
                  </a:lnTo>
                  <a:cubicBezTo>
                    <a:pt x="17" y="164"/>
                    <a:pt x="38" y="180"/>
                    <a:pt x="54" y="180"/>
                  </a:cubicBezTo>
                  <a:cubicBezTo>
                    <a:pt x="71" y="197"/>
                    <a:pt x="104" y="213"/>
                    <a:pt x="120" y="213"/>
                  </a:cubicBezTo>
                  <a:cubicBezTo>
                    <a:pt x="157" y="197"/>
                    <a:pt x="174" y="197"/>
                    <a:pt x="207" y="164"/>
                  </a:cubicBezTo>
                  <a:cubicBezTo>
                    <a:pt x="223" y="143"/>
                    <a:pt x="223" y="127"/>
                    <a:pt x="223" y="94"/>
                  </a:cubicBezTo>
                  <a:cubicBezTo>
                    <a:pt x="223" y="61"/>
                    <a:pt x="207" y="40"/>
                    <a:pt x="190" y="24"/>
                  </a:cubicBezTo>
                  <a:cubicBezTo>
                    <a:pt x="168" y="9"/>
                    <a:pt x="142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8" name="Google Shape;16848;p41"/>
            <p:cNvSpPr/>
            <p:nvPr/>
          </p:nvSpPr>
          <p:spPr>
            <a:xfrm>
              <a:off x="4279100" y="3153275"/>
              <a:ext cx="5575" cy="5325"/>
            </a:xfrm>
            <a:custGeom>
              <a:avLst/>
              <a:gdLst/>
              <a:ahLst/>
              <a:cxnLst/>
              <a:rect l="l" t="t" r="r" b="b"/>
              <a:pathLst>
                <a:path w="223" h="213" extrusionOk="0">
                  <a:moveTo>
                    <a:pt x="120" y="1"/>
                  </a:moveTo>
                  <a:cubicBezTo>
                    <a:pt x="103" y="1"/>
                    <a:pt x="66" y="22"/>
                    <a:pt x="50" y="38"/>
                  </a:cubicBezTo>
                  <a:cubicBezTo>
                    <a:pt x="17" y="38"/>
                    <a:pt x="17" y="71"/>
                    <a:pt x="0" y="87"/>
                  </a:cubicBezTo>
                  <a:cubicBezTo>
                    <a:pt x="0" y="104"/>
                    <a:pt x="0" y="141"/>
                    <a:pt x="17" y="158"/>
                  </a:cubicBezTo>
                  <a:lnTo>
                    <a:pt x="17" y="174"/>
                  </a:lnTo>
                  <a:cubicBezTo>
                    <a:pt x="33" y="191"/>
                    <a:pt x="66" y="207"/>
                    <a:pt x="83" y="207"/>
                  </a:cubicBezTo>
                  <a:cubicBezTo>
                    <a:pt x="96" y="211"/>
                    <a:pt x="108" y="213"/>
                    <a:pt x="120" y="213"/>
                  </a:cubicBezTo>
                  <a:cubicBezTo>
                    <a:pt x="171" y="213"/>
                    <a:pt x="206" y="178"/>
                    <a:pt x="206" y="125"/>
                  </a:cubicBezTo>
                  <a:cubicBezTo>
                    <a:pt x="223" y="104"/>
                    <a:pt x="206" y="71"/>
                    <a:pt x="186" y="55"/>
                  </a:cubicBezTo>
                  <a:cubicBezTo>
                    <a:pt x="169" y="38"/>
                    <a:pt x="153" y="22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9" name="Google Shape;16849;p41"/>
            <p:cNvSpPr/>
            <p:nvPr/>
          </p:nvSpPr>
          <p:spPr>
            <a:xfrm>
              <a:off x="4283725" y="3136900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00" y="0"/>
                  </a:moveTo>
                  <a:cubicBezTo>
                    <a:pt x="90" y="0"/>
                    <a:pt x="80" y="2"/>
                    <a:pt x="71" y="4"/>
                  </a:cubicBezTo>
                  <a:cubicBezTo>
                    <a:pt x="21" y="21"/>
                    <a:pt x="1" y="91"/>
                    <a:pt x="21" y="141"/>
                  </a:cubicBezTo>
                  <a:cubicBezTo>
                    <a:pt x="33" y="179"/>
                    <a:pt x="71" y="207"/>
                    <a:pt x="111" y="207"/>
                  </a:cubicBezTo>
                  <a:cubicBezTo>
                    <a:pt x="127" y="207"/>
                    <a:pt x="143" y="203"/>
                    <a:pt x="157" y="194"/>
                  </a:cubicBezTo>
                  <a:cubicBezTo>
                    <a:pt x="207" y="178"/>
                    <a:pt x="227" y="124"/>
                    <a:pt x="207" y="75"/>
                  </a:cubicBezTo>
                  <a:cubicBezTo>
                    <a:pt x="193" y="30"/>
                    <a:pt x="146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0" name="Google Shape;16850;p41"/>
            <p:cNvSpPr/>
            <p:nvPr/>
          </p:nvSpPr>
          <p:spPr>
            <a:xfrm>
              <a:off x="4255375" y="3147300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25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38" y="34"/>
                    <a:pt x="22" y="71"/>
                    <a:pt x="22" y="87"/>
                  </a:cubicBezTo>
                  <a:cubicBezTo>
                    <a:pt x="1" y="104"/>
                    <a:pt x="1" y="120"/>
                    <a:pt x="22" y="137"/>
                  </a:cubicBezTo>
                  <a:cubicBezTo>
                    <a:pt x="22" y="157"/>
                    <a:pt x="22" y="157"/>
                    <a:pt x="38" y="174"/>
                  </a:cubicBezTo>
                  <a:cubicBezTo>
                    <a:pt x="54" y="190"/>
                    <a:pt x="71" y="207"/>
                    <a:pt x="104" y="207"/>
                  </a:cubicBezTo>
                  <a:cubicBezTo>
                    <a:pt x="158" y="207"/>
                    <a:pt x="207" y="174"/>
                    <a:pt x="228" y="120"/>
                  </a:cubicBezTo>
                  <a:cubicBezTo>
                    <a:pt x="228" y="87"/>
                    <a:pt x="207" y="71"/>
                    <a:pt x="191" y="34"/>
                  </a:cubicBezTo>
                  <a:cubicBezTo>
                    <a:pt x="191" y="17"/>
                    <a:pt x="158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1" name="Google Shape;16851;p41"/>
            <p:cNvSpPr/>
            <p:nvPr/>
          </p:nvSpPr>
          <p:spPr>
            <a:xfrm>
              <a:off x="4249825" y="317507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28" y="1"/>
                  </a:moveTo>
                  <a:cubicBezTo>
                    <a:pt x="114" y="1"/>
                    <a:pt x="100" y="3"/>
                    <a:pt x="87" y="7"/>
                  </a:cubicBezTo>
                  <a:cubicBezTo>
                    <a:pt x="37" y="24"/>
                    <a:pt x="0" y="94"/>
                    <a:pt x="37" y="143"/>
                  </a:cubicBezTo>
                  <a:cubicBezTo>
                    <a:pt x="37" y="160"/>
                    <a:pt x="54" y="160"/>
                    <a:pt x="54" y="180"/>
                  </a:cubicBezTo>
                  <a:cubicBezTo>
                    <a:pt x="73" y="200"/>
                    <a:pt x="92" y="208"/>
                    <a:pt x="113" y="208"/>
                  </a:cubicBezTo>
                  <a:cubicBezTo>
                    <a:pt x="127" y="208"/>
                    <a:pt x="142" y="204"/>
                    <a:pt x="157" y="197"/>
                  </a:cubicBezTo>
                  <a:cubicBezTo>
                    <a:pt x="206" y="180"/>
                    <a:pt x="223" y="143"/>
                    <a:pt x="223" y="110"/>
                  </a:cubicBezTo>
                  <a:lnTo>
                    <a:pt x="223" y="57"/>
                  </a:lnTo>
                  <a:cubicBezTo>
                    <a:pt x="211" y="19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2" name="Google Shape;16852;p41"/>
            <p:cNvSpPr/>
            <p:nvPr/>
          </p:nvSpPr>
          <p:spPr>
            <a:xfrm>
              <a:off x="4249825" y="3188125"/>
              <a:ext cx="5175" cy="5350"/>
            </a:xfrm>
            <a:custGeom>
              <a:avLst/>
              <a:gdLst/>
              <a:ahLst/>
              <a:cxnLst/>
              <a:rect l="l" t="t" r="r" b="b"/>
              <a:pathLst>
                <a:path w="207" h="214" extrusionOk="0">
                  <a:moveTo>
                    <a:pt x="103" y="0"/>
                  </a:moveTo>
                  <a:cubicBezTo>
                    <a:pt x="70" y="17"/>
                    <a:pt x="37" y="17"/>
                    <a:pt x="17" y="50"/>
                  </a:cubicBezTo>
                  <a:cubicBezTo>
                    <a:pt x="0" y="71"/>
                    <a:pt x="0" y="87"/>
                    <a:pt x="0" y="120"/>
                  </a:cubicBezTo>
                  <a:lnTo>
                    <a:pt x="0" y="153"/>
                  </a:lnTo>
                  <a:cubicBezTo>
                    <a:pt x="17" y="153"/>
                    <a:pt x="17" y="174"/>
                    <a:pt x="37" y="190"/>
                  </a:cubicBezTo>
                  <a:cubicBezTo>
                    <a:pt x="60" y="205"/>
                    <a:pt x="86" y="213"/>
                    <a:pt x="111" y="213"/>
                  </a:cubicBezTo>
                  <a:cubicBezTo>
                    <a:pt x="142" y="213"/>
                    <a:pt x="172" y="201"/>
                    <a:pt x="190" y="174"/>
                  </a:cubicBezTo>
                  <a:cubicBezTo>
                    <a:pt x="206" y="153"/>
                    <a:pt x="206" y="120"/>
                    <a:pt x="206" y="104"/>
                  </a:cubicBezTo>
                  <a:cubicBezTo>
                    <a:pt x="206" y="71"/>
                    <a:pt x="190" y="50"/>
                    <a:pt x="173" y="33"/>
                  </a:cubicBezTo>
                  <a:cubicBezTo>
                    <a:pt x="157" y="17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3" name="Google Shape;16853;p41"/>
            <p:cNvSpPr/>
            <p:nvPr/>
          </p:nvSpPr>
          <p:spPr>
            <a:xfrm>
              <a:off x="4245600" y="3125825"/>
              <a:ext cx="5175" cy="5225"/>
            </a:xfrm>
            <a:custGeom>
              <a:avLst/>
              <a:gdLst/>
              <a:ahLst/>
              <a:cxnLst/>
              <a:rect l="l" t="t" r="r" b="b"/>
              <a:pathLst>
                <a:path w="207" h="209" extrusionOk="0">
                  <a:moveTo>
                    <a:pt x="107" y="1"/>
                  </a:moveTo>
                  <a:cubicBezTo>
                    <a:pt x="72" y="1"/>
                    <a:pt x="37" y="15"/>
                    <a:pt x="17" y="35"/>
                  </a:cubicBezTo>
                  <a:cubicBezTo>
                    <a:pt x="0" y="68"/>
                    <a:pt x="0" y="89"/>
                    <a:pt x="0" y="122"/>
                  </a:cubicBezTo>
                  <a:lnTo>
                    <a:pt x="0" y="138"/>
                  </a:lnTo>
                  <a:cubicBezTo>
                    <a:pt x="17" y="155"/>
                    <a:pt x="17" y="171"/>
                    <a:pt x="33" y="192"/>
                  </a:cubicBezTo>
                  <a:cubicBezTo>
                    <a:pt x="50" y="208"/>
                    <a:pt x="83" y="208"/>
                    <a:pt x="120" y="208"/>
                  </a:cubicBezTo>
                  <a:cubicBezTo>
                    <a:pt x="136" y="208"/>
                    <a:pt x="169" y="192"/>
                    <a:pt x="186" y="171"/>
                  </a:cubicBezTo>
                  <a:cubicBezTo>
                    <a:pt x="206" y="155"/>
                    <a:pt x="206" y="122"/>
                    <a:pt x="206" y="89"/>
                  </a:cubicBezTo>
                  <a:cubicBezTo>
                    <a:pt x="206" y="68"/>
                    <a:pt x="186" y="35"/>
                    <a:pt x="169" y="19"/>
                  </a:cubicBezTo>
                  <a:cubicBezTo>
                    <a:pt x="150" y="6"/>
                    <a:pt x="128" y="1"/>
                    <a:pt x="1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4" name="Google Shape;16854;p41"/>
            <p:cNvSpPr/>
            <p:nvPr/>
          </p:nvSpPr>
          <p:spPr>
            <a:xfrm>
              <a:off x="4253325" y="3163600"/>
              <a:ext cx="5600" cy="5375"/>
            </a:xfrm>
            <a:custGeom>
              <a:avLst/>
              <a:gdLst/>
              <a:ahLst/>
              <a:cxnLst/>
              <a:rect l="l" t="t" r="r" b="b"/>
              <a:pathLst>
                <a:path w="224" h="215" extrusionOk="0">
                  <a:moveTo>
                    <a:pt x="120" y="0"/>
                  </a:moveTo>
                  <a:cubicBezTo>
                    <a:pt x="66" y="0"/>
                    <a:pt x="17" y="37"/>
                    <a:pt x="0" y="87"/>
                  </a:cubicBezTo>
                  <a:cubicBezTo>
                    <a:pt x="0" y="103"/>
                    <a:pt x="0" y="140"/>
                    <a:pt x="17" y="157"/>
                  </a:cubicBezTo>
                  <a:lnTo>
                    <a:pt x="33" y="173"/>
                  </a:lnTo>
                  <a:cubicBezTo>
                    <a:pt x="50" y="190"/>
                    <a:pt x="66" y="206"/>
                    <a:pt x="104" y="206"/>
                  </a:cubicBezTo>
                  <a:cubicBezTo>
                    <a:pt x="108" y="213"/>
                    <a:pt x="115" y="215"/>
                    <a:pt x="122" y="215"/>
                  </a:cubicBezTo>
                  <a:cubicBezTo>
                    <a:pt x="138" y="215"/>
                    <a:pt x="158" y="201"/>
                    <a:pt x="169" y="190"/>
                  </a:cubicBezTo>
                  <a:cubicBezTo>
                    <a:pt x="186" y="173"/>
                    <a:pt x="207" y="157"/>
                    <a:pt x="223" y="124"/>
                  </a:cubicBezTo>
                  <a:cubicBezTo>
                    <a:pt x="223" y="103"/>
                    <a:pt x="207" y="70"/>
                    <a:pt x="186" y="54"/>
                  </a:cubicBezTo>
                  <a:cubicBezTo>
                    <a:pt x="169" y="37"/>
                    <a:pt x="153" y="2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5" name="Google Shape;16855;p41"/>
            <p:cNvSpPr/>
            <p:nvPr/>
          </p:nvSpPr>
          <p:spPr>
            <a:xfrm>
              <a:off x="4264050" y="316975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1" y="1"/>
                  </a:moveTo>
                  <a:cubicBezTo>
                    <a:pt x="116" y="1"/>
                    <a:pt x="101" y="5"/>
                    <a:pt x="87" y="14"/>
                  </a:cubicBezTo>
                  <a:cubicBezTo>
                    <a:pt x="33" y="30"/>
                    <a:pt x="0" y="84"/>
                    <a:pt x="17" y="134"/>
                  </a:cubicBezTo>
                  <a:cubicBezTo>
                    <a:pt x="33" y="150"/>
                    <a:pt x="33" y="166"/>
                    <a:pt x="50" y="187"/>
                  </a:cubicBezTo>
                  <a:cubicBezTo>
                    <a:pt x="76" y="199"/>
                    <a:pt x="100" y="210"/>
                    <a:pt x="124" y="210"/>
                  </a:cubicBezTo>
                  <a:cubicBezTo>
                    <a:pt x="133" y="210"/>
                    <a:pt x="143" y="208"/>
                    <a:pt x="153" y="204"/>
                  </a:cubicBezTo>
                  <a:cubicBezTo>
                    <a:pt x="206" y="187"/>
                    <a:pt x="223" y="150"/>
                    <a:pt x="223" y="117"/>
                  </a:cubicBezTo>
                  <a:lnTo>
                    <a:pt x="223" y="63"/>
                  </a:lnTo>
                  <a:cubicBezTo>
                    <a:pt x="211" y="28"/>
                    <a:pt x="171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6" name="Google Shape;16856;p41"/>
            <p:cNvSpPr/>
            <p:nvPr/>
          </p:nvSpPr>
          <p:spPr>
            <a:xfrm>
              <a:off x="4261875" y="31851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0" y="1"/>
                  </a:moveTo>
                  <a:cubicBezTo>
                    <a:pt x="71" y="1"/>
                    <a:pt x="17" y="34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cubicBezTo>
                    <a:pt x="34" y="170"/>
                    <a:pt x="50" y="207"/>
                    <a:pt x="104" y="207"/>
                  </a:cubicBezTo>
                  <a:cubicBezTo>
                    <a:pt x="110" y="209"/>
                    <a:pt x="116" y="210"/>
                    <a:pt x="122" y="210"/>
                  </a:cubicBezTo>
                  <a:cubicBezTo>
                    <a:pt x="166" y="210"/>
                    <a:pt x="207" y="164"/>
                    <a:pt x="207" y="120"/>
                  </a:cubicBezTo>
                  <a:cubicBezTo>
                    <a:pt x="223" y="104"/>
                    <a:pt x="207" y="67"/>
                    <a:pt x="190" y="50"/>
                  </a:cubicBezTo>
                  <a:cubicBezTo>
                    <a:pt x="174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7" name="Google Shape;16857;p41"/>
            <p:cNvSpPr/>
            <p:nvPr/>
          </p:nvSpPr>
          <p:spPr>
            <a:xfrm>
              <a:off x="4289400" y="3160050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8" y="0"/>
                    <a:pt x="95" y="2"/>
                    <a:pt x="83" y="6"/>
                  </a:cubicBezTo>
                  <a:cubicBezTo>
                    <a:pt x="17" y="23"/>
                    <a:pt x="0" y="93"/>
                    <a:pt x="17" y="142"/>
                  </a:cubicBezTo>
                  <a:cubicBezTo>
                    <a:pt x="17" y="163"/>
                    <a:pt x="33" y="179"/>
                    <a:pt x="50" y="179"/>
                  </a:cubicBezTo>
                  <a:cubicBezTo>
                    <a:pt x="60" y="199"/>
                    <a:pt x="82" y="207"/>
                    <a:pt x="106" y="207"/>
                  </a:cubicBezTo>
                  <a:cubicBezTo>
                    <a:pt x="122" y="207"/>
                    <a:pt x="139" y="203"/>
                    <a:pt x="153" y="196"/>
                  </a:cubicBezTo>
                  <a:cubicBezTo>
                    <a:pt x="186" y="196"/>
                    <a:pt x="223" y="163"/>
                    <a:pt x="223" y="109"/>
                  </a:cubicBezTo>
                  <a:lnTo>
                    <a:pt x="223" y="76"/>
                  </a:lnTo>
                  <a:cubicBezTo>
                    <a:pt x="195" y="22"/>
                    <a:pt x="159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8" name="Google Shape;16858;p41"/>
            <p:cNvSpPr/>
            <p:nvPr/>
          </p:nvSpPr>
          <p:spPr>
            <a:xfrm>
              <a:off x="4257125" y="3133500"/>
              <a:ext cx="5200" cy="4950"/>
            </a:xfrm>
            <a:custGeom>
              <a:avLst/>
              <a:gdLst/>
              <a:ahLst/>
              <a:cxnLst/>
              <a:rect l="l" t="t" r="r" b="b"/>
              <a:pathLst>
                <a:path w="208" h="198" extrusionOk="0">
                  <a:moveTo>
                    <a:pt x="95" y="0"/>
                  </a:moveTo>
                  <a:cubicBezTo>
                    <a:pt x="54" y="0"/>
                    <a:pt x="15" y="33"/>
                    <a:pt x="1" y="91"/>
                  </a:cubicBezTo>
                  <a:lnTo>
                    <a:pt x="1" y="140"/>
                  </a:lnTo>
                  <a:cubicBezTo>
                    <a:pt x="17" y="140"/>
                    <a:pt x="17" y="157"/>
                    <a:pt x="17" y="157"/>
                  </a:cubicBezTo>
                  <a:cubicBezTo>
                    <a:pt x="34" y="173"/>
                    <a:pt x="71" y="194"/>
                    <a:pt x="88" y="194"/>
                  </a:cubicBezTo>
                  <a:cubicBezTo>
                    <a:pt x="95" y="197"/>
                    <a:pt x="104" y="198"/>
                    <a:pt x="112" y="198"/>
                  </a:cubicBezTo>
                  <a:cubicBezTo>
                    <a:pt x="158" y="198"/>
                    <a:pt x="207" y="163"/>
                    <a:pt x="207" y="108"/>
                  </a:cubicBezTo>
                  <a:cubicBezTo>
                    <a:pt x="207" y="91"/>
                    <a:pt x="207" y="54"/>
                    <a:pt x="191" y="37"/>
                  </a:cubicBezTo>
                  <a:cubicBezTo>
                    <a:pt x="174" y="21"/>
                    <a:pt x="158" y="4"/>
                    <a:pt x="121" y="4"/>
                  </a:cubicBezTo>
                  <a:cubicBezTo>
                    <a:pt x="112" y="2"/>
                    <a:pt x="104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9" name="Google Shape;16859;p41"/>
            <p:cNvSpPr/>
            <p:nvPr/>
          </p:nvSpPr>
          <p:spPr>
            <a:xfrm>
              <a:off x="4243425" y="3155850"/>
              <a:ext cx="5600" cy="5425"/>
            </a:xfrm>
            <a:custGeom>
              <a:avLst/>
              <a:gdLst/>
              <a:ahLst/>
              <a:cxnLst/>
              <a:rect l="l" t="t" r="r" b="b"/>
              <a:pathLst>
                <a:path w="224" h="217" extrusionOk="0">
                  <a:moveTo>
                    <a:pt x="87" y="1"/>
                  </a:moveTo>
                  <a:cubicBezTo>
                    <a:pt x="67" y="1"/>
                    <a:pt x="34" y="22"/>
                    <a:pt x="17" y="38"/>
                  </a:cubicBezTo>
                  <a:cubicBezTo>
                    <a:pt x="1" y="71"/>
                    <a:pt x="1" y="88"/>
                    <a:pt x="1" y="125"/>
                  </a:cubicBezTo>
                  <a:lnTo>
                    <a:pt x="1" y="141"/>
                  </a:lnTo>
                  <a:cubicBezTo>
                    <a:pt x="17" y="158"/>
                    <a:pt x="17" y="174"/>
                    <a:pt x="34" y="191"/>
                  </a:cubicBezTo>
                  <a:cubicBezTo>
                    <a:pt x="58" y="207"/>
                    <a:pt x="85" y="217"/>
                    <a:pt x="110" y="217"/>
                  </a:cubicBezTo>
                  <a:cubicBezTo>
                    <a:pt x="141" y="217"/>
                    <a:pt x="170" y="203"/>
                    <a:pt x="190" y="174"/>
                  </a:cubicBezTo>
                  <a:cubicBezTo>
                    <a:pt x="223" y="125"/>
                    <a:pt x="207" y="71"/>
                    <a:pt x="170" y="22"/>
                  </a:cubicBezTo>
                  <a:cubicBezTo>
                    <a:pt x="153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0" name="Google Shape;16860;p41"/>
            <p:cNvSpPr/>
            <p:nvPr/>
          </p:nvSpPr>
          <p:spPr>
            <a:xfrm>
              <a:off x="4316000" y="316492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20" y="1"/>
                  </a:moveTo>
                  <a:cubicBezTo>
                    <a:pt x="70" y="1"/>
                    <a:pt x="17" y="34"/>
                    <a:pt x="0" y="87"/>
                  </a:cubicBezTo>
                  <a:cubicBezTo>
                    <a:pt x="0" y="120"/>
                    <a:pt x="0" y="137"/>
                    <a:pt x="17" y="153"/>
                  </a:cubicBezTo>
                  <a:lnTo>
                    <a:pt x="17" y="174"/>
                  </a:lnTo>
                  <a:cubicBezTo>
                    <a:pt x="33" y="190"/>
                    <a:pt x="70" y="207"/>
                    <a:pt x="87" y="207"/>
                  </a:cubicBezTo>
                  <a:cubicBezTo>
                    <a:pt x="98" y="210"/>
                    <a:pt x="109" y="211"/>
                    <a:pt x="119" y="211"/>
                  </a:cubicBezTo>
                  <a:cubicBezTo>
                    <a:pt x="169" y="211"/>
                    <a:pt x="206" y="179"/>
                    <a:pt x="206" y="120"/>
                  </a:cubicBezTo>
                  <a:cubicBezTo>
                    <a:pt x="223" y="104"/>
                    <a:pt x="206" y="71"/>
                    <a:pt x="190" y="50"/>
                  </a:cubicBezTo>
                  <a:cubicBezTo>
                    <a:pt x="173" y="34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1" name="Google Shape;16861;p41"/>
            <p:cNvSpPr/>
            <p:nvPr/>
          </p:nvSpPr>
          <p:spPr>
            <a:xfrm>
              <a:off x="4323725" y="3183800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120" y="0"/>
                  </a:moveTo>
                  <a:cubicBezTo>
                    <a:pt x="70" y="0"/>
                    <a:pt x="17" y="37"/>
                    <a:pt x="0" y="103"/>
                  </a:cubicBezTo>
                  <a:lnTo>
                    <a:pt x="0" y="157"/>
                  </a:lnTo>
                  <a:cubicBezTo>
                    <a:pt x="17" y="157"/>
                    <a:pt x="17" y="173"/>
                    <a:pt x="17" y="173"/>
                  </a:cubicBezTo>
                  <a:cubicBezTo>
                    <a:pt x="33" y="190"/>
                    <a:pt x="70" y="206"/>
                    <a:pt x="87" y="206"/>
                  </a:cubicBezTo>
                  <a:cubicBezTo>
                    <a:pt x="95" y="209"/>
                    <a:pt x="104" y="211"/>
                    <a:pt x="114" y="211"/>
                  </a:cubicBezTo>
                  <a:cubicBezTo>
                    <a:pt x="158" y="211"/>
                    <a:pt x="207" y="178"/>
                    <a:pt x="207" y="120"/>
                  </a:cubicBezTo>
                  <a:cubicBezTo>
                    <a:pt x="207" y="103"/>
                    <a:pt x="207" y="70"/>
                    <a:pt x="190" y="54"/>
                  </a:cubicBezTo>
                  <a:cubicBezTo>
                    <a:pt x="174" y="37"/>
                    <a:pt x="153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2" name="Google Shape;16862;p41"/>
            <p:cNvSpPr/>
            <p:nvPr/>
          </p:nvSpPr>
          <p:spPr>
            <a:xfrm>
              <a:off x="4323300" y="3125450"/>
              <a:ext cx="5600" cy="5200"/>
            </a:xfrm>
            <a:custGeom>
              <a:avLst/>
              <a:gdLst/>
              <a:ahLst/>
              <a:cxnLst/>
              <a:rect l="l" t="t" r="r" b="b"/>
              <a:pathLst>
                <a:path w="224" h="208" extrusionOk="0">
                  <a:moveTo>
                    <a:pt x="104" y="1"/>
                  </a:moveTo>
                  <a:cubicBezTo>
                    <a:pt x="67" y="1"/>
                    <a:pt x="50" y="17"/>
                    <a:pt x="34" y="34"/>
                  </a:cubicBezTo>
                  <a:cubicBezTo>
                    <a:pt x="17" y="50"/>
                    <a:pt x="1" y="83"/>
                    <a:pt x="1" y="120"/>
                  </a:cubicBezTo>
                  <a:cubicBezTo>
                    <a:pt x="17" y="120"/>
                    <a:pt x="17" y="137"/>
                    <a:pt x="17" y="137"/>
                  </a:cubicBezTo>
                  <a:cubicBezTo>
                    <a:pt x="17" y="153"/>
                    <a:pt x="34" y="170"/>
                    <a:pt x="50" y="186"/>
                  </a:cubicBezTo>
                  <a:cubicBezTo>
                    <a:pt x="65" y="201"/>
                    <a:pt x="84" y="207"/>
                    <a:pt x="104" y="207"/>
                  </a:cubicBezTo>
                  <a:cubicBezTo>
                    <a:pt x="135" y="207"/>
                    <a:pt x="168" y="192"/>
                    <a:pt x="191" y="170"/>
                  </a:cubicBezTo>
                  <a:cubicBezTo>
                    <a:pt x="224" y="120"/>
                    <a:pt x="224" y="50"/>
                    <a:pt x="170" y="17"/>
                  </a:cubicBezTo>
                  <a:cubicBezTo>
                    <a:pt x="153" y="1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3" name="Google Shape;16863;p41"/>
            <p:cNvSpPr/>
            <p:nvPr/>
          </p:nvSpPr>
          <p:spPr>
            <a:xfrm>
              <a:off x="4316825" y="3151225"/>
              <a:ext cx="5575" cy="5350"/>
            </a:xfrm>
            <a:custGeom>
              <a:avLst/>
              <a:gdLst/>
              <a:ahLst/>
              <a:cxnLst/>
              <a:rect l="l" t="t" r="r" b="b"/>
              <a:pathLst>
                <a:path w="223" h="214" extrusionOk="0">
                  <a:moveTo>
                    <a:pt x="120" y="0"/>
                  </a:moveTo>
                  <a:cubicBezTo>
                    <a:pt x="70" y="0"/>
                    <a:pt x="17" y="33"/>
                    <a:pt x="0" y="83"/>
                  </a:cubicBezTo>
                  <a:cubicBezTo>
                    <a:pt x="0" y="104"/>
                    <a:pt x="0" y="120"/>
                    <a:pt x="17" y="137"/>
                  </a:cubicBezTo>
                  <a:lnTo>
                    <a:pt x="17" y="153"/>
                  </a:lnTo>
                  <a:cubicBezTo>
                    <a:pt x="17" y="153"/>
                    <a:pt x="17" y="169"/>
                    <a:pt x="37" y="169"/>
                  </a:cubicBezTo>
                  <a:cubicBezTo>
                    <a:pt x="54" y="186"/>
                    <a:pt x="70" y="207"/>
                    <a:pt x="103" y="207"/>
                  </a:cubicBezTo>
                  <a:cubicBezTo>
                    <a:pt x="108" y="211"/>
                    <a:pt x="114" y="213"/>
                    <a:pt x="121" y="213"/>
                  </a:cubicBezTo>
                  <a:cubicBezTo>
                    <a:pt x="139" y="213"/>
                    <a:pt x="162" y="201"/>
                    <a:pt x="173" y="186"/>
                  </a:cubicBezTo>
                  <a:cubicBezTo>
                    <a:pt x="190" y="169"/>
                    <a:pt x="206" y="153"/>
                    <a:pt x="223" y="120"/>
                  </a:cubicBezTo>
                  <a:cubicBezTo>
                    <a:pt x="223" y="104"/>
                    <a:pt x="206" y="83"/>
                    <a:pt x="206" y="50"/>
                  </a:cubicBezTo>
                  <a:cubicBezTo>
                    <a:pt x="190" y="33"/>
                    <a:pt x="157" y="1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4" name="Google Shape;16864;p41"/>
            <p:cNvSpPr/>
            <p:nvPr/>
          </p:nvSpPr>
          <p:spPr>
            <a:xfrm>
              <a:off x="4318150" y="313725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07" y="0"/>
                  </a:moveTo>
                  <a:cubicBezTo>
                    <a:pt x="84" y="0"/>
                    <a:pt x="62" y="12"/>
                    <a:pt x="50" y="23"/>
                  </a:cubicBezTo>
                  <a:cubicBezTo>
                    <a:pt x="34" y="44"/>
                    <a:pt x="17" y="61"/>
                    <a:pt x="17" y="94"/>
                  </a:cubicBezTo>
                  <a:cubicBezTo>
                    <a:pt x="1" y="110"/>
                    <a:pt x="1" y="127"/>
                    <a:pt x="17" y="147"/>
                  </a:cubicBezTo>
                  <a:cubicBezTo>
                    <a:pt x="17" y="147"/>
                    <a:pt x="17" y="164"/>
                    <a:pt x="34" y="164"/>
                  </a:cubicBezTo>
                  <a:cubicBezTo>
                    <a:pt x="50" y="180"/>
                    <a:pt x="67" y="197"/>
                    <a:pt x="104" y="213"/>
                  </a:cubicBezTo>
                  <a:cubicBezTo>
                    <a:pt x="153" y="213"/>
                    <a:pt x="207" y="180"/>
                    <a:pt x="223" y="127"/>
                  </a:cubicBezTo>
                  <a:cubicBezTo>
                    <a:pt x="223" y="94"/>
                    <a:pt x="207" y="61"/>
                    <a:pt x="207" y="44"/>
                  </a:cubicBezTo>
                  <a:cubicBezTo>
                    <a:pt x="190" y="23"/>
                    <a:pt x="153" y="7"/>
                    <a:pt x="137" y="7"/>
                  </a:cubicBezTo>
                  <a:cubicBezTo>
                    <a:pt x="127" y="2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5" name="Google Shape;16865;p41"/>
            <p:cNvSpPr/>
            <p:nvPr/>
          </p:nvSpPr>
          <p:spPr>
            <a:xfrm>
              <a:off x="4330100" y="3144575"/>
              <a:ext cx="5700" cy="5100"/>
            </a:xfrm>
            <a:custGeom>
              <a:avLst/>
              <a:gdLst/>
              <a:ahLst/>
              <a:cxnLst/>
              <a:rect l="l" t="t" r="r" b="b"/>
              <a:pathLst>
                <a:path w="228" h="204" extrusionOk="0">
                  <a:moveTo>
                    <a:pt x="126" y="1"/>
                  </a:moveTo>
                  <a:cubicBezTo>
                    <a:pt x="114" y="1"/>
                    <a:pt x="101" y="3"/>
                    <a:pt x="88" y="7"/>
                  </a:cubicBezTo>
                  <a:cubicBezTo>
                    <a:pt x="22" y="23"/>
                    <a:pt x="1" y="93"/>
                    <a:pt x="22" y="143"/>
                  </a:cubicBezTo>
                  <a:cubicBezTo>
                    <a:pt x="22" y="163"/>
                    <a:pt x="38" y="163"/>
                    <a:pt x="55" y="180"/>
                  </a:cubicBezTo>
                  <a:cubicBezTo>
                    <a:pt x="66" y="192"/>
                    <a:pt x="96" y="203"/>
                    <a:pt x="125" y="203"/>
                  </a:cubicBezTo>
                  <a:cubicBezTo>
                    <a:pt x="137" y="203"/>
                    <a:pt x="148" y="201"/>
                    <a:pt x="158" y="196"/>
                  </a:cubicBezTo>
                  <a:cubicBezTo>
                    <a:pt x="191" y="180"/>
                    <a:pt x="228" y="143"/>
                    <a:pt x="228" y="110"/>
                  </a:cubicBezTo>
                  <a:cubicBezTo>
                    <a:pt x="228" y="93"/>
                    <a:pt x="228" y="77"/>
                    <a:pt x="207" y="60"/>
                  </a:cubicBezTo>
                  <a:cubicBezTo>
                    <a:pt x="195" y="20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6" name="Google Shape;16866;p41"/>
            <p:cNvSpPr/>
            <p:nvPr/>
          </p:nvSpPr>
          <p:spPr>
            <a:xfrm>
              <a:off x="4329700" y="3157625"/>
              <a:ext cx="5600" cy="5325"/>
            </a:xfrm>
            <a:custGeom>
              <a:avLst/>
              <a:gdLst/>
              <a:ahLst/>
              <a:cxnLst/>
              <a:rect l="l" t="t" r="r" b="b"/>
              <a:pathLst>
                <a:path w="224" h="213" extrusionOk="0">
                  <a:moveTo>
                    <a:pt x="104" y="0"/>
                  </a:moveTo>
                  <a:cubicBezTo>
                    <a:pt x="71" y="0"/>
                    <a:pt x="54" y="17"/>
                    <a:pt x="38" y="33"/>
                  </a:cubicBezTo>
                  <a:cubicBezTo>
                    <a:pt x="17" y="70"/>
                    <a:pt x="1" y="87"/>
                    <a:pt x="17" y="120"/>
                  </a:cubicBezTo>
                  <a:lnTo>
                    <a:pt x="17" y="136"/>
                  </a:lnTo>
                  <a:cubicBezTo>
                    <a:pt x="17" y="157"/>
                    <a:pt x="38" y="173"/>
                    <a:pt x="54" y="190"/>
                  </a:cubicBezTo>
                  <a:cubicBezTo>
                    <a:pt x="69" y="205"/>
                    <a:pt x="91" y="213"/>
                    <a:pt x="114" y="213"/>
                  </a:cubicBezTo>
                  <a:cubicBezTo>
                    <a:pt x="143" y="213"/>
                    <a:pt x="172" y="200"/>
                    <a:pt x="190" y="173"/>
                  </a:cubicBezTo>
                  <a:cubicBezTo>
                    <a:pt x="207" y="157"/>
                    <a:pt x="223" y="120"/>
                    <a:pt x="223" y="103"/>
                  </a:cubicBezTo>
                  <a:cubicBezTo>
                    <a:pt x="223" y="70"/>
                    <a:pt x="207" y="54"/>
                    <a:pt x="190" y="33"/>
                  </a:cubicBezTo>
                  <a:cubicBezTo>
                    <a:pt x="157" y="0"/>
                    <a:pt x="141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7" name="Google Shape;16867;p41"/>
            <p:cNvSpPr/>
            <p:nvPr/>
          </p:nvSpPr>
          <p:spPr>
            <a:xfrm>
              <a:off x="4327525" y="3171225"/>
              <a:ext cx="5700" cy="5025"/>
            </a:xfrm>
            <a:custGeom>
              <a:avLst/>
              <a:gdLst/>
              <a:ahLst/>
              <a:cxnLst/>
              <a:rect l="l" t="t" r="r" b="b"/>
              <a:pathLst>
                <a:path w="228" h="201" extrusionOk="0">
                  <a:moveTo>
                    <a:pt x="109" y="1"/>
                  </a:moveTo>
                  <a:cubicBezTo>
                    <a:pt x="56" y="1"/>
                    <a:pt x="22" y="36"/>
                    <a:pt x="22" y="91"/>
                  </a:cubicBezTo>
                  <a:cubicBezTo>
                    <a:pt x="1" y="107"/>
                    <a:pt x="22" y="128"/>
                    <a:pt x="22" y="145"/>
                  </a:cubicBezTo>
                  <a:cubicBezTo>
                    <a:pt x="22" y="145"/>
                    <a:pt x="22" y="161"/>
                    <a:pt x="38" y="161"/>
                  </a:cubicBezTo>
                  <a:cubicBezTo>
                    <a:pt x="55" y="178"/>
                    <a:pt x="71" y="194"/>
                    <a:pt x="104" y="194"/>
                  </a:cubicBezTo>
                  <a:cubicBezTo>
                    <a:pt x="110" y="199"/>
                    <a:pt x="117" y="201"/>
                    <a:pt x="125" y="201"/>
                  </a:cubicBezTo>
                  <a:cubicBezTo>
                    <a:pt x="143" y="201"/>
                    <a:pt x="162" y="189"/>
                    <a:pt x="174" y="178"/>
                  </a:cubicBezTo>
                  <a:cubicBezTo>
                    <a:pt x="207" y="161"/>
                    <a:pt x="207" y="145"/>
                    <a:pt x="228" y="107"/>
                  </a:cubicBezTo>
                  <a:cubicBezTo>
                    <a:pt x="228" y="58"/>
                    <a:pt x="191" y="4"/>
                    <a:pt x="141" y="4"/>
                  </a:cubicBezTo>
                  <a:cubicBezTo>
                    <a:pt x="130" y="2"/>
                    <a:pt x="119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8" name="Google Shape;16868;p41"/>
            <p:cNvSpPr/>
            <p:nvPr/>
          </p:nvSpPr>
          <p:spPr>
            <a:xfrm>
              <a:off x="4296625" y="3196750"/>
              <a:ext cx="5675" cy="5275"/>
            </a:xfrm>
            <a:custGeom>
              <a:avLst/>
              <a:gdLst/>
              <a:ahLst/>
              <a:cxnLst/>
              <a:rect l="l" t="t" r="r" b="b"/>
              <a:pathLst>
                <a:path w="227" h="211" extrusionOk="0">
                  <a:moveTo>
                    <a:pt x="112" y="0"/>
                  </a:moveTo>
                  <a:cubicBezTo>
                    <a:pt x="84" y="0"/>
                    <a:pt x="55" y="15"/>
                    <a:pt x="37" y="35"/>
                  </a:cubicBezTo>
                  <a:cubicBezTo>
                    <a:pt x="21" y="68"/>
                    <a:pt x="0" y="84"/>
                    <a:pt x="0" y="117"/>
                  </a:cubicBezTo>
                  <a:cubicBezTo>
                    <a:pt x="0" y="117"/>
                    <a:pt x="0" y="138"/>
                    <a:pt x="21" y="138"/>
                  </a:cubicBezTo>
                  <a:cubicBezTo>
                    <a:pt x="21" y="154"/>
                    <a:pt x="37" y="171"/>
                    <a:pt x="54" y="187"/>
                  </a:cubicBezTo>
                  <a:cubicBezTo>
                    <a:pt x="68" y="202"/>
                    <a:pt x="91" y="210"/>
                    <a:pt x="114" y="210"/>
                  </a:cubicBezTo>
                  <a:cubicBezTo>
                    <a:pt x="142" y="210"/>
                    <a:pt x="172" y="198"/>
                    <a:pt x="190" y="171"/>
                  </a:cubicBezTo>
                  <a:cubicBezTo>
                    <a:pt x="206" y="154"/>
                    <a:pt x="227" y="117"/>
                    <a:pt x="206" y="101"/>
                  </a:cubicBezTo>
                  <a:cubicBezTo>
                    <a:pt x="206" y="68"/>
                    <a:pt x="190" y="51"/>
                    <a:pt x="173" y="35"/>
                  </a:cubicBezTo>
                  <a:cubicBezTo>
                    <a:pt x="158" y="10"/>
                    <a:pt x="135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9" name="Google Shape;16869;p41"/>
            <p:cNvSpPr/>
            <p:nvPr/>
          </p:nvSpPr>
          <p:spPr>
            <a:xfrm>
              <a:off x="4303525" y="3158025"/>
              <a:ext cx="6000" cy="5275"/>
            </a:xfrm>
            <a:custGeom>
              <a:avLst/>
              <a:gdLst/>
              <a:ahLst/>
              <a:cxnLst/>
              <a:rect l="l" t="t" r="r" b="b"/>
              <a:pathLst>
                <a:path w="240" h="211" extrusionOk="0">
                  <a:moveTo>
                    <a:pt x="87" y="1"/>
                  </a:moveTo>
                  <a:cubicBezTo>
                    <a:pt x="54" y="17"/>
                    <a:pt x="33" y="38"/>
                    <a:pt x="17" y="54"/>
                  </a:cubicBezTo>
                  <a:cubicBezTo>
                    <a:pt x="17" y="87"/>
                    <a:pt x="0" y="104"/>
                    <a:pt x="17" y="141"/>
                  </a:cubicBezTo>
                  <a:cubicBezTo>
                    <a:pt x="30" y="181"/>
                    <a:pt x="80" y="211"/>
                    <a:pt x="127" y="211"/>
                  </a:cubicBezTo>
                  <a:cubicBezTo>
                    <a:pt x="137" y="211"/>
                    <a:pt x="147" y="210"/>
                    <a:pt x="157" y="207"/>
                  </a:cubicBezTo>
                  <a:cubicBezTo>
                    <a:pt x="206" y="174"/>
                    <a:pt x="239" y="120"/>
                    <a:pt x="206" y="71"/>
                  </a:cubicBezTo>
                  <a:cubicBezTo>
                    <a:pt x="206" y="38"/>
                    <a:pt x="173" y="17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0" name="Google Shape;16870;p41"/>
            <p:cNvSpPr/>
            <p:nvPr/>
          </p:nvSpPr>
          <p:spPr>
            <a:xfrm>
              <a:off x="4298775" y="3183875"/>
              <a:ext cx="6100" cy="5200"/>
            </a:xfrm>
            <a:custGeom>
              <a:avLst/>
              <a:gdLst/>
              <a:ahLst/>
              <a:cxnLst/>
              <a:rect l="l" t="t" r="r" b="b"/>
              <a:pathLst>
                <a:path w="244" h="208" extrusionOk="0">
                  <a:moveTo>
                    <a:pt x="124" y="1"/>
                  </a:moveTo>
                  <a:cubicBezTo>
                    <a:pt x="108" y="1"/>
                    <a:pt x="90" y="5"/>
                    <a:pt x="71" y="14"/>
                  </a:cubicBezTo>
                  <a:cubicBezTo>
                    <a:pt x="17" y="34"/>
                    <a:pt x="1" y="84"/>
                    <a:pt x="17" y="137"/>
                  </a:cubicBezTo>
                  <a:cubicBezTo>
                    <a:pt x="34" y="178"/>
                    <a:pt x="82" y="208"/>
                    <a:pt x="128" y="208"/>
                  </a:cubicBezTo>
                  <a:cubicBezTo>
                    <a:pt x="138" y="208"/>
                    <a:pt x="148" y="206"/>
                    <a:pt x="157" y="203"/>
                  </a:cubicBezTo>
                  <a:cubicBezTo>
                    <a:pt x="207" y="187"/>
                    <a:pt x="244" y="117"/>
                    <a:pt x="207" y="67"/>
                  </a:cubicBezTo>
                  <a:cubicBezTo>
                    <a:pt x="195" y="29"/>
                    <a:pt x="166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1" name="Google Shape;16871;p41"/>
            <p:cNvSpPr/>
            <p:nvPr/>
          </p:nvSpPr>
          <p:spPr>
            <a:xfrm>
              <a:off x="4299700" y="3169575"/>
              <a:ext cx="5600" cy="5375"/>
            </a:xfrm>
            <a:custGeom>
              <a:avLst/>
              <a:gdLst/>
              <a:ahLst/>
              <a:cxnLst/>
              <a:rect l="l" t="t" r="r" b="b"/>
              <a:pathLst>
                <a:path w="224" h="215" extrusionOk="0">
                  <a:moveTo>
                    <a:pt x="96" y="0"/>
                  </a:moveTo>
                  <a:cubicBezTo>
                    <a:pt x="86" y="0"/>
                    <a:pt x="76" y="2"/>
                    <a:pt x="67" y="4"/>
                  </a:cubicBezTo>
                  <a:cubicBezTo>
                    <a:pt x="17" y="37"/>
                    <a:pt x="1" y="91"/>
                    <a:pt x="17" y="141"/>
                  </a:cubicBezTo>
                  <a:cubicBezTo>
                    <a:pt x="31" y="185"/>
                    <a:pt x="81" y="215"/>
                    <a:pt x="126" y="215"/>
                  </a:cubicBezTo>
                  <a:cubicBezTo>
                    <a:pt x="135" y="215"/>
                    <a:pt x="145" y="213"/>
                    <a:pt x="153" y="211"/>
                  </a:cubicBezTo>
                  <a:cubicBezTo>
                    <a:pt x="207" y="173"/>
                    <a:pt x="223" y="124"/>
                    <a:pt x="207" y="70"/>
                  </a:cubicBezTo>
                  <a:cubicBezTo>
                    <a:pt x="190" y="30"/>
                    <a:pt x="142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2" name="Google Shape;16872;p41"/>
            <p:cNvSpPr/>
            <p:nvPr/>
          </p:nvSpPr>
          <p:spPr>
            <a:xfrm>
              <a:off x="4293200" y="314805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2" y="1"/>
                  </a:moveTo>
                  <a:cubicBezTo>
                    <a:pt x="58" y="1"/>
                    <a:pt x="15" y="47"/>
                    <a:pt x="1" y="90"/>
                  </a:cubicBezTo>
                  <a:cubicBezTo>
                    <a:pt x="1" y="107"/>
                    <a:pt x="1" y="127"/>
                    <a:pt x="17" y="144"/>
                  </a:cubicBezTo>
                  <a:lnTo>
                    <a:pt x="17" y="160"/>
                  </a:lnTo>
                  <a:cubicBezTo>
                    <a:pt x="34" y="193"/>
                    <a:pt x="71" y="210"/>
                    <a:pt x="88" y="210"/>
                  </a:cubicBezTo>
                  <a:cubicBezTo>
                    <a:pt x="158" y="210"/>
                    <a:pt x="207" y="177"/>
                    <a:pt x="207" y="127"/>
                  </a:cubicBezTo>
                  <a:cubicBezTo>
                    <a:pt x="224" y="90"/>
                    <a:pt x="207" y="74"/>
                    <a:pt x="191" y="41"/>
                  </a:cubicBezTo>
                  <a:cubicBezTo>
                    <a:pt x="174" y="24"/>
                    <a:pt x="158" y="4"/>
                    <a:pt x="121" y="4"/>
                  </a:cubicBezTo>
                  <a:cubicBezTo>
                    <a:pt x="114" y="2"/>
                    <a:pt x="108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3" name="Google Shape;16873;p41"/>
            <p:cNvSpPr/>
            <p:nvPr/>
          </p:nvSpPr>
          <p:spPr>
            <a:xfrm>
              <a:off x="4311250" y="3176850"/>
              <a:ext cx="6000" cy="5425"/>
            </a:xfrm>
            <a:custGeom>
              <a:avLst/>
              <a:gdLst/>
              <a:ahLst/>
              <a:cxnLst/>
              <a:rect l="l" t="t" r="r" b="b"/>
              <a:pathLst>
                <a:path w="240" h="217" extrusionOk="0">
                  <a:moveTo>
                    <a:pt x="118" y="0"/>
                  </a:moveTo>
                  <a:cubicBezTo>
                    <a:pt x="107" y="0"/>
                    <a:pt x="97" y="2"/>
                    <a:pt x="87" y="6"/>
                  </a:cubicBezTo>
                  <a:cubicBezTo>
                    <a:pt x="33" y="39"/>
                    <a:pt x="1" y="89"/>
                    <a:pt x="17" y="142"/>
                  </a:cubicBezTo>
                  <a:cubicBezTo>
                    <a:pt x="48" y="184"/>
                    <a:pt x="88" y="216"/>
                    <a:pt x="131" y="216"/>
                  </a:cubicBezTo>
                  <a:cubicBezTo>
                    <a:pt x="140" y="216"/>
                    <a:pt x="148" y="215"/>
                    <a:pt x="157" y="212"/>
                  </a:cubicBezTo>
                  <a:cubicBezTo>
                    <a:pt x="207" y="192"/>
                    <a:pt x="240" y="126"/>
                    <a:pt x="223" y="72"/>
                  </a:cubicBezTo>
                  <a:cubicBezTo>
                    <a:pt x="210" y="32"/>
                    <a:pt x="162" y="0"/>
                    <a:pt x="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4" name="Google Shape;16874;p41"/>
            <p:cNvSpPr/>
            <p:nvPr/>
          </p:nvSpPr>
          <p:spPr>
            <a:xfrm>
              <a:off x="4304350" y="3141575"/>
              <a:ext cx="5700" cy="5075"/>
            </a:xfrm>
            <a:custGeom>
              <a:avLst/>
              <a:gdLst/>
              <a:ahLst/>
              <a:cxnLst/>
              <a:rect l="l" t="t" r="r" b="b"/>
              <a:pathLst>
                <a:path w="228" h="203" extrusionOk="0">
                  <a:moveTo>
                    <a:pt x="113" y="1"/>
                  </a:moveTo>
                  <a:cubicBezTo>
                    <a:pt x="85" y="1"/>
                    <a:pt x="56" y="13"/>
                    <a:pt x="37" y="40"/>
                  </a:cubicBezTo>
                  <a:cubicBezTo>
                    <a:pt x="21" y="57"/>
                    <a:pt x="0" y="77"/>
                    <a:pt x="0" y="110"/>
                  </a:cubicBezTo>
                  <a:cubicBezTo>
                    <a:pt x="0" y="127"/>
                    <a:pt x="0" y="127"/>
                    <a:pt x="21" y="143"/>
                  </a:cubicBezTo>
                  <a:cubicBezTo>
                    <a:pt x="21" y="160"/>
                    <a:pt x="37" y="160"/>
                    <a:pt x="54" y="180"/>
                  </a:cubicBezTo>
                  <a:cubicBezTo>
                    <a:pt x="68" y="195"/>
                    <a:pt x="90" y="203"/>
                    <a:pt x="113" y="203"/>
                  </a:cubicBezTo>
                  <a:cubicBezTo>
                    <a:pt x="141" y="203"/>
                    <a:pt x="171" y="190"/>
                    <a:pt x="190" y="160"/>
                  </a:cubicBezTo>
                  <a:cubicBezTo>
                    <a:pt x="227" y="127"/>
                    <a:pt x="227" y="57"/>
                    <a:pt x="173" y="24"/>
                  </a:cubicBezTo>
                  <a:cubicBezTo>
                    <a:pt x="159" y="9"/>
                    <a:pt x="136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5" name="Google Shape;16875;p41"/>
            <p:cNvSpPr/>
            <p:nvPr/>
          </p:nvSpPr>
          <p:spPr>
            <a:xfrm>
              <a:off x="4310025" y="3190700"/>
              <a:ext cx="5575" cy="5275"/>
            </a:xfrm>
            <a:custGeom>
              <a:avLst/>
              <a:gdLst/>
              <a:ahLst/>
              <a:cxnLst/>
              <a:rect l="l" t="t" r="r" b="b"/>
              <a:pathLst>
                <a:path w="223" h="211" extrusionOk="0">
                  <a:moveTo>
                    <a:pt x="136" y="1"/>
                  </a:moveTo>
                  <a:cubicBezTo>
                    <a:pt x="66" y="1"/>
                    <a:pt x="17" y="34"/>
                    <a:pt x="17" y="87"/>
                  </a:cubicBezTo>
                  <a:cubicBezTo>
                    <a:pt x="0" y="104"/>
                    <a:pt x="17" y="137"/>
                    <a:pt x="17" y="153"/>
                  </a:cubicBezTo>
                  <a:lnTo>
                    <a:pt x="33" y="174"/>
                  </a:lnTo>
                  <a:cubicBezTo>
                    <a:pt x="50" y="190"/>
                    <a:pt x="66" y="207"/>
                    <a:pt x="103" y="207"/>
                  </a:cubicBezTo>
                  <a:cubicBezTo>
                    <a:pt x="112" y="209"/>
                    <a:pt x="120" y="211"/>
                    <a:pt x="129" y="211"/>
                  </a:cubicBezTo>
                  <a:cubicBezTo>
                    <a:pt x="170" y="211"/>
                    <a:pt x="209" y="178"/>
                    <a:pt x="223" y="120"/>
                  </a:cubicBezTo>
                  <a:cubicBezTo>
                    <a:pt x="223" y="104"/>
                    <a:pt x="223" y="71"/>
                    <a:pt x="206" y="50"/>
                  </a:cubicBezTo>
                  <a:cubicBezTo>
                    <a:pt x="186" y="34"/>
                    <a:pt x="153" y="17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6" name="Google Shape;16876;p41"/>
            <p:cNvSpPr/>
            <p:nvPr/>
          </p:nvSpPr>
          <p:spPr>
            <a:xfrm>
              <a:off x="4307425" y="3127525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121" y="0"/>
                  </a:moveTo>
                  <a:cubicBezTo>
                    <a:pt x="67" y="0"/>
                    <a:pt x="17" y="37"/>
                    <a:pt x="1" y="87"/>
                  </a:cubicBezTo>
                  <a:cubicBezTo>
                    <a:pt x="1" y="103"/>
                    <a:pt x="1" y="124"/>
                    <a:pt x="17" y="140"/>
                  </a:cubicBezTo>
                  <a:lnTo>
                    <a:pt x="17" y="173"/>
                  </a:lnTo>
                  <a:cubicBezTo>
                    <a:pt x="34" y="190"/>
                    <a:pt x="67" y="206"/>
                    <a:pt x="83" y="206"/>
                  </a:cubicBezTo>
                  <a:cubicBezTo>
                    <a:pt x="94" y="209"/>
                    <a:pt x="104" y="211"/>
                    <a:pt x="114" y="211"/>
                  </a:cubicBezTo>
                  <a:cubicBezTo>
                    <a:pt x="168" y="211"/>
                    <a:pt x="207" y="166"/>
                    <a:pt x="207" y="124"/>
                  </a:cubicBezTo>
                  <a:cubicBezTo>
                    <a:pt x="224" y="103"/>
                    <a:pt x="207" y="70"/>
                    <a:pt x="186" y="54"/>
                  </a:cubicBezTo>
                  <a:cubicBezTo>
                    <a:pt x="170" y="21"/>
                    <a:pt x="154" y="21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7" name="Google Shape;16877;p41"/>
            <p:cNvSpPr/>
            <p:nvPr/>
          </p:nvSpPr>
          <p:spPr>
            <a:xfrm>
              <a:off x="4163125" y="3170500"/>
              <a:ext cx="5200" cy="5175"/>
            </a:xfrm>
            <a:custGeom>
              <a:avLst/>
              <a:gdLst/>
              <a:ahLst/>
              <a:cxnLst/>
              <a:rect l="l" t="t" r="r" b="b"/>
              <a:pathLst>
                <a:path w="208" h="207" extrusionOk="0">
                  <a:moveTo>
                    <a:pt x="120" y="0"/>
                  </a:moveTo>
                  <a:cubicBezTo>
                    <a:pt x="67" y="0"/>
                    <a:pt x="17" y="33"/>
                    <a:pt x="1" y="87"/>
                  </a:cubicBezTo>
                  <a:lnTo>
                    <a:pt x="1" y="136"/>
                  </a:lnTo>
                  <a:cubicBezTo>
                    <a:pt x="17" y="157"/>
                    <a:pt x="17" y="157"/>
                    <a:pt x="17" y="174"/>
                  </a:cubicBezTo>
                  <a:cubicBezTo>
                    <a:pt x="34" y="190"/>
                    <a:pt x="67" y="207"/>
                    <a:pt x="83" y="207"/>
                  </a:cubicBezTo>
                  <a:cubicBezTo>
                    <a:pt x="120" y="207"/>
                    <a:pt x="137" y="207"/>
                    <a:pt x="170" y="190"/>
                  </a:cubicBezTo>
                  <a:cubicBezTo>
                    <a:pt x="186" y="174"/>
                    <a:pt x="207" y="157"/>
                    <a:pt x="207" y="120"/>
                  </a:cubicBezTo>
                  <a:cubicBezTo>
                    <a:pt x="207" y="87"/>
                    <a:pt x="207" y="71"/>
                    <a:pt x="186" y="54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8" name="Google Shape;16878;p41"/>
            <p:cNvSpPr/>
            <p:nvPr/>
          </p:nvSpPr>
          <p:spPr>
            <a:xfrm>
              <a:off x="4176850" y="3163975"/>
              <a:ext cx="5575" cy="5300"/>
            </a:xfrm>
            <a:custGeom>
              <a:avLst/>
              <a:gdLst/>
              <a:ahLst/>
              <a:cxnLst/>
              <a:rect l="l" t="t" r="r" b="b"/>
              <a:pathLst>
                <a:path w="223" h="212" extrusionOk="0">
                  <a:moveTo>
                    <a:pt x="101" y="0"/>
                  </a:moveTo>
                  <a:cubicBezTo>
                    <a:pt x="52" y="0"/>
                    <a:pt x="17" y="35"/>
                    <a:pt x="17" y="88"/>
                  </a:cubicBezTo>
                  <a:cubicBezTo>
                    <a:pt x="0" y="109"/>
                    <a:pt x="0" y="125"/>
                    <a:pt x="17" y="142"/>
                  </a:cubicBezTo>
                  <a:cubicBezTo>
                    <a:pt x="17" y="142"/>
                    <a:pt x="17" y="158"/>
                    <a:pt x="33" y="158"/>
                  </a:cubicBezTo>
                  <a:cubicBezTo>
                    <a:pt x="50" y="175"/>
                    <a:pt x="70" y="191"/>
                    <a:pt x="103" y="212"/>
                  </a:cubicBezTo>
                  <a:cubicBezTo>
                    <a:pt x="153" y="212"/>
                    <a:pt x="206" y="175"/>
                    <a:pt x="223" y="125"/>
                  </a:cubicBezTo>
                  <a:cubicBezTo>
                    <a:pt x="223" y="88"/>
                    <a:pt x="206" y="55"/>
                    <a:pt x="206" y="39"/>
                  </a:cubicBezTo>
                  <a:cubicBezTo>
                    <a:pt x="190" y="22"/>
                    <a:pt x="153" y="6"/>
                    <a:pt x="136" y="6"/>
                  </a:cubicBezTo>
                  <a:cubicBezTo>
                    <a:pt x="124" y="2"/>
                    <a:pt x="112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9" name="Google Shape;16879;p41"/>
            <p:cNvSpPr/>
            <p:nvPr/>
          </p:nvSpPr>
          <p:spPr>
            <a:xfrm>
              <a:off x="4180650" y="3136150"/>
              <a:ext cx="5700" cy="5200"/>
            </a:xfrm>
            <a:custGeom>
              <a:avLst/>
              <a:gdLst/>
              <a:ahLst/>
              <a:cxnLst/>
              <a:rect l="l" t="t" r="r" b="b"/>
              <a:pathLst>
                <a:path w="228" h="208" extrusionOk="0">
                  <a:moveTo>
                    <a:pt x="124" y="0"/>
                  </a:moveTo>
                  <a:cubicBezTo>
                    <a:pt x="93" y="0"/>
                    <a:pt x="58" y="14"/>
                    <a:pt x="38" y="34"/>
                  </a:cubicBezTo>
                  <a:cubicBezTo>
                    <a:pt x="21" y="67"/>
                    <a:pt x="1" y="88"/>
                    <a:pt x="1" y="121"/>
                  </a:cubicBezTo>
                  <a:lnTo>
                    <a:pt x="21" y="138"/>
                  </a:lnTo>
                  <a:cubicBezTo>
                    <a:pt x="21" y="154"/>
                    <a:pt x="38" y="171"/>
                    <a:pt x="54" y="191"/>
                  </a:cubicBezTo>
                  <a:cubicBezTo>
                    <a:pt x="71" y="208"/>
                    <a:pt x="87" y="208"/>
                    <a:pt x="124" y="208"/>
                  </a:cubicBezTo>
                  <a:cubicBezTo>
                    <a:pt x="157" y="208"/>
                    <a:pt x="174" y="191"/>
                    <a:pt x="190" y="171"/>
                  </a:cubicBezTo>
                  <a:cubicBezTo>
                    <a:pt x="207" y="154"/>
                    <a:pt x="228" y="121"/>
                    <a:pt x="207" y="88"/>
                  </a:cubicBezTo>
                  <a:cubicBezTo>
                    <a:pt x="207" y="67"/>
                    <a:pt x="207" y="34"/>
                    <a:pt x="174" y="18"/>
                  </a:cubicBezTo>
                  <a:cubicBezTo>
                    <a:pt x="161" y="5"/>
                    <a:pt x="143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0" name="Google Shape;16880;p41"/>
            <p:cNvSpPr/>
            <p:nvPr/>
          </p:nvSpPr>
          <p:spPr>
            <a:xfrm>
              <a:off x="4333625" y="313317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120" y="1"/>
                  </a:moveTo>
                  <a:cubicBezTo>
                    <a:pt x="66" y="1"/>
                    <a:pt x="0" y="34"/>
                    <a:pt x="0" y="83"/>
                  </a:cubicBezTo>
                  <a:lnTo>
                    <a:pt x="0" y="137"/>
                  </a:lnTo>
                  <a:cubicBezTo>
                    <a:pt x="0" y="153"/>
                    <a:pt x="17" y="153"/>
                    <a:pt x="17" y="170"/>
                  </a:cubicBezTo>
                  <a:cubicBezTo>
                    <a:pt x="33" y="186"/>
                    <a:pt x="50" y="207"/>
                    <a:pt x="87" y="207"/>
                  </a:cubicBezTo>
                  <a:cubicBezTo>
                    <a:pt x="120" y="207"/>
                    <a:pt x="136" y="207"/>
                    <a:pt x="169" y="186"/>
                  </a:cubicBezTo>
                  <a:cubicBezTo>
                    <a:pt x="190" y="170"/>
                    <a:pt x="206" y="153"/>
                    <a:pt x="206" y="121"/>
                  </a:cubicBezTo>
                  <a:cubicBezTo>
                    <a:pt x="206" y="104"/>
                    <a:pt x="206" y="67"/>
                    <a:pt x="190" y="50"/>
                  </a:cubicBezTo>
                  <a:cubicBezTo>
                    <a:pt x="169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1" name="Google Shape;16881;p41"/>
            <p:cNvSpPr/>
            <p:nvPr/>
          </p:nvSpPr>
          <p:spPr>
            <a:xfrm>
              <a:off x="4175500" y="3177825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4" y="0"/>
                  </a:moveTo>
                  <a:cubicBezTo>
                    <a:pt x="87" y="0"/>
                    <a:pt x="71" y="0"/>
                    <a:pt x="38" y="17"/>
                  </a:cubicBezTo>
                  <a:cubicBezTo>
                    <a:pt x="21" y="33"/>
                    <a:pt x="1" y="70"/>
                    <a:pt x="1" y="87"/>
                  </a:cubicBezTo>
                  <a:lnTo>
                    <a:pt x="1" y="136"/>
                  </a:lnTo>
                  <a:cubicBezTo>
                    <a:pt x="21" y="153"/>
                    <a:pt x="21" y="153"/>
                    <a:pt x="21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94" y="209"/>
                    <a:pt x="102" y="210"/>
                    <a:pt x="109" y="210"/>
                  </a:cubicBezTo>
                  <a:cubicBezTo>
                    <a:pt x="157" y="210"/>
                    <a:pt x="207" y="166"/>
                    <a:pt x="207" y="120"/>
                  </a:cubicBezTo>
                  <a:cubicBezTo>
                    <a:pt x="207" y="87"/>
                    <a:pt x="207" y="70"/>
                    <a:pt x="190" y="50"/>
                  </a:cubicBezTo>
                  <a:cubicBezTo>
                    <a:pt x="174" y="17"/>
                    <a:pt x="157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2" name="Google Shape;16882;p41"/>
            <p:cNvSpPr/>
            <p:nvPr/>
          </p:nvSpPr>
          <p:spPr>
            <a:xfrm>
              <a:off x="4191900" y="3146325"/>
              <a:ext cx="5575" cy="5075"/>
            </a:xfrm>
            <a:custGeom>
              <a:avLst/>
              <a:gdLst/>
              <a:ahLst/>
              <a:cxnLst/>
              <a:rect l="l" t="t" r="r" b="b"/>
              <a:pathLst>
                <a:path w="223" h="203" extrusionOk="0">
                  <a:moveTo>
                    <a:pt x="108" y="1"/>
                  </a:moveTo>
                  <a:cubicBezTo>
                    <a:pt x="94" y="1"/>
                    <a:pt x="80" y="3"/>
                    <a:pt x="66" y="7"/>
                  </a:cubicBezTo>
                  <a:cubicBezTo>
                    <a:pt x="17" y="23"/>
                    <a:pt x="0" y="93"/>
                    <a:pt x="17" y="143"/>
                  </a:cubicBezTo>
                  <a:cubicBezTo>
                    <a:pt x="29" y="183"/>
                    <a:pt x="72" y="203"/>
                    <a:pt x="114" y="203"/>
                  </a:cubicBezTo>
                  <a:cubicBezTo>
                    <a:pt x="127" y="203"/>
                    <a:pt x="141" y="201"/>
                    <a:pt x="153" y="196"/>
                  </a:cubicBezTo>
                  <a:cubicBezTo>
                    <a:pt x="206" y="176"/>
                    <a:pt x="223" y="110"/>
                    <a:pt x="206" y="56"/>
                  </a:cubicBezTo>
                  <a:cubicBezTo>
                    <a:pt x="194" y="19"/>
                    <a:pt x="151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3" name="Google Shape;16883;p41"/>
            <p:cNvSpPr/>
            <p:nvPr/>
          </p:nvSpPr>
          <p:spPr>
            <a:xfrm>
              <a:off x="4182400" y="3122275"/>
              <a:ext cx="5600" cy="5475"/>
            </a:xfrm>
            <a:custGeom>
              <a:avLst/>
              <a:gdLst/>
              <a:ahLst/>
              <a:cxnLst/>
              <a:rect l="l" t="t" r="r" b="b"/>
              <a:pathLst>
                <a:path w="224" h="219" extrusionOk="0">
                  <a:moveTo>
                    <a:pt x="102" y="0"/>
                  </a:moveTo>
                  <a:cubicBezTo>
                    <a:pt x="92" y="0"/>
                    <a:pt x="82" y="1"/>
                    <a:pt x="71" y="4"/>
                  </a:cubicBezTo>
                  <a:cubicBezTo>
                    <a:pt x="17" y="41"/>
                    <a:pt x="1" y="91"/>
                    <a:pt x="17" y="144"/>
                  </a:cubicBezTo>
                  <a:cubicBezTo>
                    <a:pt x="17" y="161"/>
                    <a:pt x="34" y="177"/>
                    <a:pt x="54" y="177"/>
                  </a:cubicBezTo>
                  <a:cubicBezTo>
                    <a:pt x="66" y="201"/>
                    <a:pt x="96" y="218"/>
                    <a:pt x="125" y="218"/>
                  </a:cubicBezTo>
                  <a:cubicBezTo>
                    <a:pt x="136" y="218"/>
                    <a:pt x="147" y="216"/>
                    <a:pt x="158" y="210"/>
                  </a:cubicBezTo>
                  <a:cubicBezTo>
                    <a:pt x="191" y="194"/>
                    <a:pt x="224" y="161"/>
                    <a:pt x="224" y="128"/>
                  </a:cubicBezTo>
                  <a:cubicBezTo>
                    <a:pt x="224" y="107"/>
                    <a:pt x="224" y="91"/>
                    <a:pt x="207" y="74"/>
                  </a:cubicBezTo>
                  <a:cubicBezTo>
                    <a:pt x="193" y="33"/>
                    <a:pt x="154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4" name="Google Shape;16884;p41"/>
            <p:cNvSpPr/>
            <p:nvPr/>
          </p:nvSpPr>
          <p:spPr>
            <a:xfrm>
              <a:off x="4189325" y="317347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20" y="1"/>
                  </a:moveTo>
                  <a:cubicBezTo>
                    <a:pt x="87" y="1"/>
                    <a:pt x="33" y="17"/>
                    <a:pt x="17" y="71"/>
                  </a:cubicBezTo>
                  <a:cubicBezTo>
                    <a:pt x="17" y="71"/>
                    <a:pt x="17" y="88"/>
                    <a:pt x="0" y="88"/>
                  </a:cubicBezTo>
                  <a:cubicBezTo>
                    <a:pt x="0" y="104"/>
                    <a:pt x="0" y="121"/>
                    <a:pt x="17" y="141"/>
                  </a:cubicBezTo>
                  <a:cubicBezTo>
                    <a:pt x="17" y="174"/>
                    <a:pt x="33" y="191"/>
                    <a:pt x="66" y="191"/>
                  </a:cubicBezTo>
                  <a:cubicBezTo>
                    <a:pt x="66" y="207"/>
                    <a:pt x="87" y="207"/>
                    <a:pt x="103" y="207"/>
                  </a:cubicBezTo>
                  <a:cubicBezTo>
                    <a:pt x="153" y="207"/>
                    <a:pt x="206" y="174"/>
                    <a:pt x="223" y="121"/>
                  </a:cubicBezTo>
                  <a:cubicBezTo>
                    <a:pt x="223" y="88"/>
                    <a:pt x="206" y="71"/>
                    <a:pt x="190" y="38"/>
                  </a:cubicBezTo>
                  <a:cubicBezTo>
                    <a:pt x="169" y="17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5" name="Google Shape;16885;p41"/>
            <p:cNvSpPr/>
            <p:nvPr/>
          </p:nvSpPr>
          <p:spPr>
            <a:xfrm>
              <a:off x="4189725" y="3159200"/>
              <a:ext cx="5175" cy="5075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103" y="1"/>
                  </a:moveTo>
                  <a:cubicBezTo>
                    <a:pt x="75" y="1"/>
                    <a:pt x="47" y="13"/>
                    <a:pt x="17" y="40"/>
                  </a:cubicBezTo>
                  <a:cubicBezTo>
                    <a:pt x="1" y="57"/>
                    <a:pt x="1" y="94"/>
                    <a:pt x="1" y="110"/>
                  </a:cubicBezTo>
                  <a:lnTo>
                    <a:pt x="1" y="143"/>
                  </a:lnTo>
                  <a:cubicBezTo>
                    <a:pt x="17" y="160"/>
                    <a:pt x="34" y="176"/>
                    <a:pt x="34" y="176"/>
                  </a:cubicBezTo>
                  <a:cubicBezTo>
                    <a:pt x="58" y="193"/>
                    <a:pt x="85" y="202"/>
                    <a:pt x="110" y="202"/>
                  </a:cubicBezTo>
                  <a:cubicBezTo>
                    <a:pt x="141" y="202"/>
                    <a:pt x="170" y="189"/>
                    <a:pt x="190" y="160"/>
                  </a:cubicBezTo>
                  <a:cubicBezTo>
                    <a:pt x="207" y="143"/>
                    <a:pt x="207" y="110"/>
                    <a:pt x="207" y="94"/>
                  </a:cubicBezTo>
                  <a:cubicBezTo>
                    <a:pt x="207" y="57"/>
                    <a:pt x="190" y="40"/>
                    <a:pt x="174" y="24"/>
                  </a:cubicBezTo>
                  <a:cubicBezTo>
                    <a:pt x="150" y="9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6" name="Google Shape;16886;p41"/>
            <p:cNvSpPr/>
            <p:nvPr/>
          </p:nvSpPr>
          <p:spPr>
            <a:xfrm>
              <a:off x="4186325" y="3110400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20" y="1"/>
                  </a:moveTo>
                  <a:cubicBezTo>
                    <a:pt x="67" y="1"/>
                    <a:pt x="17" y="34"/>
                    <a:pt x="1" y="87"/>
                  </a:cubicBezTo>
                  <a:cubicBezTo>
                    <a:pt x="1" y="104"/>
                    <a:pt x="1" y="120"/>
                    <a:pt x="17" y="137"/>
                  </a:cubicBezTo>
                  <a:lnTo>
                    <a:pt x="17" y="170"/>
                  </a:lnTo>
                  <a:cubicBezTo>
                    <a:pt x="34" y="190"/>
                    <a:pt x="67" y="207"/>
                    <a:pt x="83" y="207"/>
                  </a:cubicBezTo>
                  <a:cubicBezTo>
                    <a:pt x="92" y="209"/>
                    <a:pt x="100" y="210"/>
                    <a:pt x="109" y="210"/>
                  </a:cubicBezTo>
                  <a:cubicBezTo>
                    <a:pt x="166" y="210"/>
                    <a:pt x="207" y="164"/>
                    <a:pt x="207" y="120"/>
                  </a:cubicBezTo>
                  <a:cubicBezTo>
                    <a:pt x="223" y="104"/>
                    <a:pt x="207" y="67"/>
                    <a:pt x="186" y="50"/>
                  </a:cubicBezTo>
                  <a:cubicBezTo>
                    <a:pt x="170" y="17"/>
                    <a:pt x="153" y="17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7" name="Google Shape;16887;p41"/>
            <p:cNvSpPr/>
            <p:nvPr/>
          </p:nvSpPr>
          <p:spPr>
            <a:xfrm>
              <a:off x="4172100" y="3115800"/>
              <a:ext cx="5600" cy="5350"/>
            </a:xfrm>
            <a:custGeom>
              <a:avLst/>
              <a:gdLst/>
              <a:ahLst/>
              <a:cxnLst/>
              <a:rect l="l" t="t" r="r" b="b"/>
              <a:pathLst>
                <a:path w="224" h="214" extrusionOk="0">
                  <a:moveTo>
                    <a:pt x="102" y="1"/>
                  </a:moveTo>
                  <a:cubicBezTo>
                    <a:pt x="86" y="1"/>
                    <a:pt x="66" y="12"/>
                    <a:pt x="54" y="24"/>
                  </a:cubicBezTo>
                  <a:cubicBezTo>
                    <a:pt x="17" y="40"/>
                    <a:pt x="1" y="57"/>
                    <a:pt x="1" y="94"/>
                  </a:cubicBezTo>
                  <a:cubicBezTo>
                    <a:pt x="1" y="110"/>
                    <a:pt x="1" y="127"/>
                    <a:pt x="17" y="143"/>
                  </a:cubicBezTo>
                  <a:lnTo>
                    <a:pt x="17" y="160"/>
                  </a:lnTo>
                  <a:cubicBezTo>
                    <a:pt x="34" y="181"/>
                    <a:pt x="71" y="197"/>
                    <a:pt x="87" y="214"/>
                  </a:cubicBezTo>
                  <a:cubicBezTo>
                    <a:pt x="157" y="214"/>
                    <a:pt x="207" y="181"/>
                    <a:pt x="207" y="127"/>
                  </a:cubicBezTo>
                  <a:cubicBezTo>
                    <a:pt x="223" y="94"/>
                    <a:pt x="207" y="57"/>
                    <a:pt x="190" y="40"/>
                  </a:cubicBezTo>
                  <a:cubicBezTo>
                    <a:pt x="174" y="24"/>
                    <a:pt x="157" y="7"/>
                    <a:pt x="120" y="7"/>
                  </a:cubicBezTo>
                  <a:cubicBezTo>
                    <a:pt x="115" y="3"/>
                    <a:pt x="109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8" name="Google Shape;16888;p41"/>
            <p:cNvSpPr/>
            <p:nvPr/>
          </p:nvSpPr>
          <p:spPr>
            <a:xfrm>
              <a:off x="4154900" y="3147625"/>
              <a:ext cx="5675" cy="4975"/>
            </a:xfrm>
            <a:custGeom>
              <a:avLst/>
              <a:gdLst/>
              <a:ahLst/>
              <a:cxnLst/>
              <a:rect l="l" t="t" r="r" b="b"/>
              <a:pathLst>
                <a:path w="227" h="199" extrusionOk="0">
                  <a:moveTo>
                    <a:pt x="97" y="0"/>
                  </a:moveTo>
                  <a:cubicBezTo>
                    <a:pt x="54" y="0"/>
                    <a:pt x="17" y="33"/>
                    <a:pt x="0" y="91"/>
                  </a:cubicBezTo>
                  <a:cubicBezTo>
                    <a:pt x="0" y="107"/>
                    <a:pt x="0" y="124"/>
                    <a:pt x="21" y="144"/>
                  </a:cubicBezTo>
                  <a:cubicBezTo>
                    <a:pt x="21" y="177"/>
                    <a:pt x="54" y="194"/>
                    <a:pt x="87" y="194"/>
                  </a:cubicBezTo>
                  <a:cubicBezTo>
                    <a:pt x="99" y="197"/>
                    <a:pt x="110" y="198"/>
                    <a:pt x="121" y="198"/>
                  </a:cubicBezTo>
                  <a:cubicBezTo>
                    <a:pt x="172" y="198"/>
                    <a:pt x="206" y="165"/>
                    <a:pt x="206" y="107"/>
                  </a:cubicBezTo>
                  <a:cubicBezTo>
                    <a:pt x="227" y="91"/>
                    <a:pt x="206" y="58"/>
                    <a:pt x="190" y="41"/>
                  </a:cubicBezTo>
                  <a:cubicBezTo>
                    <a:pt x="173" y="21"/>
                    <a:pt x="157" y="4"/>
                    <a:pt x="124" y="4"/>
                  </a:cubicBezTo>
                  <a:cubicBezTo>
                    <a:pt x="115" y="1"/>
                    <a:pt x="10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9" name="Google Shape;16889;p41"/>
            <p:cNvSpPr/>
            <p:nvPr/>
          </p:nvSpPr>
          <p:spPr>
            <a:xfrm>
              <a:off x="4157050" y="313210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26" y="1"/>
                  </a:moveTo>
                  <a:cubicBezTo>
                    <a:pt x="113" y="1"/>
                    <a:pt x="100" y="3"/>
                    <a:pt x="87" y="7"/>
                  </a:cubicBezTo>
                  <a:cubicBezTo>
                    <a:pt x="38" y="23"/>
                    <a:pt x="1" y="93"/>
                    <a:pt x="17" y="147"/>
                  </a:cubicBezTo>
                  <a:cubicBezTo>
                    <a:pt x="38" y="164"/>
                    <a:pt x="38" y="164"/>
                    <a:pt x="54" y="180"/>
                  </a:cubicBezTo>
                  <a:cubicBezTo>
                    <a:pt x="66" y="192"/>
                    <a:pt x="94" y="203"/>
                    <a:pt x="123" y="203"/>
                  </a:cubicBezTo>
                  <a:cubicBezTo>
                    <a:pt x="135" y="203"/>
                    <a:pt x="146" y="201"/>
                    <a:pt x="157" y="196"/>
                  </a:cubicBezTo>
                  <a:cubicBezTo>
                    <a:pt x="190" y="180"/>
                    <a:pt x="223" y="147"/>
                    <a:pt x="223" y="110"/>
                  </a:cubicBezTo>
                  <a:lnTo>
                    <a:pt x="223" y="60"/>
                  </a:lnTo>
                  <a:cubicBezTo>
                    <a:pt x="198" y="20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0" name="Google Shape;16890;p41"/>
            <p:cNvSpPr/>
            <p:nvPr/>
          </p:nvSpPr>
          <p:spPr>
            <a:xfrm>
              <a:off x="4158400" y="3119775"/>
              <a:ext cx="5575" cy="5200"/>
            </a:xfrm>
            <a:custGeom>
              <a:avLst/>
              <a:gdLst/>
              <a:ahLst/>
              <a:cxnLst/>
              <a:rect l="l" t="t" r="r" b="b"/>
              <a:pathLst>
                <a:path w="223" h="208" extrusionOk="0">
                  <a:moveTo>
                    <a:pt x="118" y="1"/>
                  </a:moveTo>
                  <a:cubicBezTo>
                    <a:pt x="87" y="1"/>
                    <a:pt x="53" y="16"/>
                    <a:pt x="33" y="38"/>
                  </a:cubicBezTo>
                  <a:cubicBezTo>
                    <a:pt x="17" y="55"/>
                    <a:pt x="0" y="88"/>
                    <a:pt x="0" y="125"/>
                  </a:cubicBezTo>
                  <a:cubicBezTo>
                    <a:pt x="17" y="125"/>
                    <a:pt x="17" y="141"/>
                    <a:pt x="17" y="141"/>
                  </a:cubicBezTo>
                  <a:cubicBezTo>
                    <a:pt x="17" y="158"/>
                    <a:pt x="33" y="174"/>
                    <a:pt x="50" y="191"/>
                  </a:cubicBezTo>
                  <a:cubicBezTo>
                    <a:pt x="66" y="207"/>
                    <a:pt x="103" y="207"/>
                    <a:pt x="120" y="207"/>
                  </a:cubicBezTo>
                  <a:cubicBezTo>
                    <a:pt x="153" y="207"/>
                    <a:pt x="169" y="191"/>
                    <a:pt x="190" y="174"/>
                  </a:cubicBezTo>
                  <a:cubicBezTo>
                    <a:pt x="206" y="141"/>
                    <a:pt x="223" y="125"/>
                    <a:pt x="223" y="88"/>
                  </a:cubicBezTo>
                  <a:cubicBezTo>
                    <a:pt x="206" y="71"/>
                    <a:pt x="206" y="38"/>
                    <a:pt x="169" y="22"/>
                  </a:cubicBezTo>
                  <a:cubicBezTo>
                    <a:pt x="156" y="7"/>
                    <a:pt x="138" y="1"/>
                    <a:pt x="1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1" name="Google Shape;16891;p41"/>
            <p:cNvSpPr/>
            <p:nvPr/>
          </p:nvSpPr>
          <p:spPr>
            <a:xfrm>
              <a:off x="4153250" y="3162675"/>
              <a:ext cx="5175" cy="5275"/>
            </a:xfrm>
            <a:custGeom>
              <a:avLst/>
              <a:gdLst/>
              <a:ahLst/>
              <a:cxnLst/>
              <a:rect l="l" t="t" r="r" b="b"/>
              <a:pathLst>
                <a:path w="207" h="211" extrusionOk="0">
                  <a:moveTo>
                    <a:pt x="92" y="0"/>
                  </a:moveTo>
                  <a:cubicBezTo>
                    <a:pt x="46" y="0"/>
                    <a:pt x="0" y="33"/>
                    <a:pt x="0" y="91"/>
                  </a:cubicBezTo>
                  <a:lnTo>
                    <a:pt x="0" y="140"/>
                  </a:lnTo>
                  <a:lnTo>
                    <a:pt x="17" y="161"/>
                  </a:lnTo>
                  <a:cubicBezTo>
                    <a:pt x="33" y="177"/>
                    <a:pt x="50" y="194"/>
                    <a:pt x="87" y="210"/>
                  </a:cubicBezTo>
                  <a:cubicBezTo>
                    <a:pt x="120" y="210"/>
                    <a:pt x="136" y="194"/>
                    <a:pt x="169" y="177"/>
                  </a:cubicBezTo>
                  <a:cubicBezTo>
                    <a:pt x="190" y="177"/>
                    <a:pt x="206" y="140"/>
                    <a:pt x="206" y="124"/>
                  </a:cubicBezTo>
                  <a:cubicBezTo>
                    <a:pt x="206" y="91"/>
                    <a:pt x="206" y="58"/>
                    <a:pt x="190" y="37"/>
                  </a:cubicBezTo>
                  <a:cubicBezTo>
                    <a:pt x="169" y="21"/>
                    <a:pt x="153" y="4"/>
                    <a:pt x="120" y="4"/>
                  </a:cubicBezTo>
                  <a:cubicBezTo>
                    <a:pt x="111" y="1"/>
                    <a:pt x="101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2" name="Google Shape;16892;p41"/>
            <p:cNvSpPr/>
            <p:nvPr/>
          </p:nvSpPr>
          <p:spPr>
            <a:xfrm>
              <a:off x="4165200" y="3156375"/>
              <a:ext cx="5700" cy="5175"/>
            </a:xfrm>
            <a:custGeom>
              <a:avLst/>
              <a:gdLst/>
              <a:ahLst/>
              <a:cxnLst/>
              <a:rect l="l" t="t" r="r" b="b"/>
              <a:pathLst>
                <a:path w="228" h="207" extrusionOk="0">
                  <a:moveTo>
                    <a:pt x="114" y="1"/>
                  </a:moveTo>
                  <a:cubicBezTo>
                    <a:pt x="86" y="1"/>
                    <a:pt x="56" y="15"/>
                    <a:pt x="37" y="34"/>
                  </a:cubicBezTo>
                  <a:cubicBezTo>
                    <a:pt x="21" y="67"/>
                    <a:pt x="0" y="83"/>
                    <a:pt x="0" y="120"/>
                  </a:cubicBezTo>
                  <a:cubicBezTo>
                    <a:pt x="0" y="120"/>
                    <a:pt x="0" y="137"/>
                    <a:pt x="21" y="137"/>
                  </a:cubicBezTo>
                  <a:cubicBezTo>
                    <a:pt x="21" y="153"/>
                    <a:pt x="37" y="170"/>
                    <a:pt x="54" y="186"/>
                  </a:cubicBezTo>
                  <a:cubicBezTo>
                    <a:pt x="70" y="207"/>
                    <a:pt x="87" y="207"/>
                    <a:pt x="124" y="207"/>
                  </a:cubicBezTo>
                  <a:cubicBezTo>
                    <a:pt x="157" y="207"/>
                    <a:pt x="174" y="186"/>
                    <a:pt x="190" y="170"/>
                  </a:cubicBezTo>
                  <a:cubicBezTo>
                    <a:pt x="206" y="153"/>
                    <a:pt x="227" y="120"/>
                    <a:pt x="206" y="104"/>
                  </a:cubicBezTo>
                  <a:cubicBezTo>
                    <a:pt x="206" y="67"/>
                    <a:pt x="190" y="50"/>
                    <a:pt x="174" y="34"/>
                  </a:cubicBezTo>
                  <a:cubicBezTo>
                    <a:pt x="159" y="10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3" name="Google Shape;16893;p41"/>
            <p:cNvSpPr/>
            <p:nvPr/>
          </p:nvSpPr>
          <p:spPr>
            <a:xfrm>
              <a:off x="4149725" y="3176550"/>
              <a:ext cx="5200" cy="5350"/>
            </a:xfrm>
            <a:custGeom>
              <a:avLst/>
              <a:gdLst/>
              <a:ahLst/>
              <a:cxnLst/>
              <a:rect l="l" t="t" r="r" b="b"/>
              <a:pathLst>
                <a:path w="208" h="214" extrusionOk="0">
                  <a:moveTo>
                    <a:pt x="99" y="0"/>
                  </a:moveTo>
                  <a:cubicBezTo>
                    <a:pt x="68" y="0"/>
                    <a:pt x="39" y="14"/>
                    <a:pt x="22" y="35"/>
                  </a:cubicBezTo>
                  <a:cubicBezTo>
                    <a:pt x="1" y="68"/>
                    <a:pt x="1" y="84"/>
                    <a:pt x="1" y="121"/>
                  </a:cubicBezTo>
                  <a:lnTo>
                    <a:pt x="1" y="138"/>
                  </a:lnTo>
                  <a:cubicBezTo>
                    <a:pt x="1" y="154"/>
                    <a:pt x="22" y="171"/>
                    <a:pt x="38" y="187"/>
                  </a:cubicBezTo>
                  <a:cubicBezTo>
                    <a:pt x="60" y="204"/>
                    <a:pt x="84" y="213"/>
                    <a:pt x="107" y="213"/>
                  </a:cubicBezTo>
                  <a:cubicBezTo>
                    <a:pt x="135" y="213"/>
                    <a:pt x="164" y="200"/>
                    <a:pt x="191" y="171"/>
                  </a:cubicBezTo>
                  <a:cubicBezTo>
                    <a:pt x="207" y="154"/>
                    <a:pt x="207" y="121"/>
                    <a:pt x="207" y="101"/>
                  </a:cubicBezTo>
                  <a:cubicBezTo>
                    <a:pt x="207" y="68"/>
                    <a:pt x="191" y="51"/>
                    <a:pt x="174" y="35"/>
                  </a:cubicBezTo>
                  <a:cubicBezTo>
                    <a:pt x="152" y="10"/>
                    <a:pt x="125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4" name="Google Shape;16894;p41"/>
            <p:cNvSpPr/>
            <p:nvPr/>
          </p:nvSpPr>
          <p:spPr>
            <a:xfrm>
              <a:off x="4167350" y="31425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0"/>
                  </a:moveTo>
                  <a:cubicBezTo>
                    <a:pt x="104" y="0"/>
                    <a:pt x="71" y="0"/>
                    <a:pt x="55" y="17"/>
                  </a:cubicBezTo>
                  <a:cubicBezTo>
                    <a:pt x="38" y="37"/>
                    <a:pt x="17" y="54"/>
                    <a:pt x="1" y="87"/>
                  </a:cubicBezTo>
                  <a:cubicBezTo>
                    <a:pt x="1" y="103"/>
                    <a:pt x="1" y="120"/>
                    <a:pt x="17" y="140"/>
                  </a:cubicBezTo>
                  <a:cubicBezTo>
                    <a:pt x="17" y="140"/>
                    <a:pt x="17" y="157"/>
                    <a:pt x="38" y="157"/>
                  </a:cubicBezTo>
                  <a:cubicBezTo>
                    <a:pt x="38" y="190"/>
                    <a:pt x="71" y="206"/>
                    <a:pt x="104" y="206"/>
                  </a:cubicBezTo>
                  <a:cubicBezTo>
                    <a:pt x="158" y="206"/>
                    <a:pt x="207" y="173"/>
                    <a:pt x="224" y="120"/>
                  </a:cubicBezTo>
                  <a:cubicBezTo>
                    <a:pt x="224" y="87"/>
                    <a:pt x="207" y="70"/>
                    <a:pt x="191" y="37"/>
                  </a:cubicBezTo>
                  <a:cubicBezTo>
                    <a:pt x="174" y="17"/>
                    <a:pt x="158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5" name="Google Shape;16895;p41"/>
            <p:cNvSpPr/>
            <p:nvPr/>
          </p:nvSpPr>
          <p:spPr>
            <a:xfrm>
              <a:off x="4168300" y="3128850"/>
              <a:ext cx="6000" cy="5350"/>
            </a:xfrm>
            <a:custGeom>
              <a:avLst/>
              <a:gdLst/>
              <a:ahLst/>
              <a:cxnLst/>
              <a:rect l="l" t="t" r="r" b="b"/>
              <a:pathLst>
                <a:path w="240" h="214" extrusionOk="0">
                  <a:moveTo>
                    <a:pt x="136" y="1"/>
                  </a:moveTo>
                  <a:cubicBezTo>
                    <a:pt x="120" y="1"/>
                    <a:pt x="103" y="1"/>
                    <a:pt x="82" y="17"/>
                  </a:cubicBezTo>
                  <a:cubicBezTo>
                    <a:pt x="33" y="34"/>
                    <a:pt x="0" y="87"/>
                    <a:pt x="17" y="153"/>
                  </a:cubicBezTo>
                  <a:cubicBezTo>
                    <a:pt x="29" y="194"/>
                    <a:pt x="72" y="213"/>
                    <a:pt x="113" y="213"/>
                  </a:cubicBezTo>
                  <a:cubicBezTo>
                    <a:pt x="127" y="213"/>
                    <a:pt x="140" y="211"/>
                    <a:pt x="153" y="207"/>
                  </a:cubicBezTo>
                  <a:cubicBezTo>
                    <a:pt x="169" y="207"/>
                    <a:pt x="186" y="190"/>
                    <a:pt x="206" y="174"/>
                  </a:cubicBezTo>
                  <a:cubicBezTo>
                    <a:pt x="223" y="153"/>
                    <a:pt x="239" y="104"/>
                    <a:pt x="223" y="71"/>
                  </a:cubicBezTo>
                  <a:cubicBezTo>
                    <a:pt x="206" y="34"/>
                    <a:pt x="169" y="17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6" name="Google Shape;16896;p41"/>
            <p:cNvSpPr/>
            <p:nvPr/>
          </p:nvSpPr>
          <p:spPr>
            <a:xfrm>
              <a:off x="4196625" y="3120400"/>
              <a:ext cx="6000" cy="5225"/>
            </a:xfrm>
            <a:custGeom>
              <a:avLst/>
              <a:gdLst/>
              <a:ahLst/>
              <a:cxnLst/>
              <a:rect l="l" t="t" r="r" b="b"/>
              <a:pathLst>
                <a:path w="240" h="209" extrusionOk="0">
                  <a:moveTo>
                    <a:pt x="110" y="1"/>
                  </a:moveTo>
                  <a:cubicBezTo>
                    <a:pt x="99" y="1"/>
                    <a:pt x="85" y="5"/>
                    <a:pt x="67" y="13"/>
                  </a:cubicBezTo>
                  <a:cubicBezTo>
                    <a:pt x="50" y="13"/>
                    <a:pt x="34" y="30"/>
                    <a:pt x="17" y="46"/>
                  </a:cubicBezTo>
                  <a:cubicBezTo>
                    <a:pt x="1" y="79"/>
                    <a:pt x="1" y="116"/>
                    <a:pt x="17" y="149"/>
                  </a:cubicBezTo>
                  <a:cubicBezTo>
                    <a:pt x="30" y="190"/>
                    <a:pt x="73" y="209"/>
                    <a:pt x="114" y="209"/>
                  </a:cubicBezTo>
                  <a:cubicBezTo>
                    <a:pt x="128" y="209"/>
                    <a:pt x="141" y="207"/>
                    <a:pt x="153" y="203"/>
                  </a:cubicBezTo>
                  <a:cubicBezTo>
                    <a:pt x="207" y="182"/>
                    <a:pt x="240" y="116"/>
                    <a:pt x="207" y="63"/>
                  </a:cubicBezTo>
                  <a:cubicBezTo>
                    <a:pt x="207" y="30"/>
                    <a:pt x="170" y="13"/>
                    <a:pt x="137" y="13"/>
                  </a:cubicBezTo>
                  <a:cubicBezTo>
                    <a:pt x="129" y="5"/>
                    <a:pt x="120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7" name="Google Shape;16897;p41"/>
            <p:cNvSpPr/>
            <p:nvPr/>
          </p:nvSpPr>
          <p:spPr>
            <a:xfrm>
              <a:off x="4220650" y="3133525"/>
              <a:ext cx="5600" cy="5250"/>
            </a:xfrm>
            <a:custGeom>
              <a:avLst/>
              <a:gdLst/>
              <a:ahLst/>
              <a:cxnLst/>
              <a:rect l="l" t="t" r="r" b="b"/>
              <a:pathLst>
                <a:path w="224" h="210" extrusionOk="0">
                  <a:moveTo>
                    <a:pt x="100" y="0"/>
                  </a:moveTo>
                  <a:cubicBezTo>
                    <a:pt x="57" y="0"/>
                    <a:pt x="15" y="44"/>
                    <a:pt x="0" y="90"/>
                  </a:cubicBezTo>
                  <a:cubicBezTo>
                    <a:pt x="0" y="107"/>
                    <a:pt x="0" y="123"/>
                    <a:pt x="17" y="139"/>
                  </a:cubicBezTo>
                  <a:cubicBezTo>
                    <a:pt x="17" y="139"/>
                    <a:pt x="17" y="156"/>
                    <a:pt x="33" y="156"/>
                  </a:cubicBezTo>
                  <a:cubicBezTo>
                    <a:pt x="50" y="193"/>
                    <a:pt x="71" y="193"/>
                    <a:pt x="104" y="210"/>
                  </a:cubicBezTo>
                  <a:cubicBezTo>
                    <a:pt x="120" y="210"/>
                    <a:pt x="153" y="210"/>
                    <a:pt x="174" y="193"/>
                  </a:cubicBezTo>
                  <a:cubicBezTo>
                    <a:pt x="190" y="172"/>
                    <a:pt x="207" y="139"/>
                    <a:pt x="223" y="123"/>
                  </a:cubicBezTo>
                  <a:cubicBezTo>
                    <a:pt x="223" y="53"/>
                    <a:pt x="190" y="3"/>
                    <a:pt x="120" y="3"/>
                  </a:cubicBezTo>
                  <a:cubicBezTo>
                    <a:pt x="113" y="1"/>
                    <a:pt x="107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8" name="Google Shape;16898;p41"/>
            <p:cNvSpPr/>
            <p:nvPr/>
          </p:nvSpPr>
          <p:spPr>
            <a:xfrm>
              <a:off x="4229625" y="3146000"/>
              <a:ext cx="5675" cy="5250"/>
            </a:xfrm>
            <a:custGeom>
              <a:avLst/>
              <a:gdLst/>
              <a:ahLst/>
              <a:cxnLst/>
              <a:rect l="l" t="t" r="r" b="b"/>
              <a:pathLst>
                <a:path w="227" h="210" extrusionOk="0">
                  <a:moveTo>
                    <a:pt x="117" y="0"/>
                  </a:moveTo>
                  <a:cubicBezTo>
                    <a:pt x="86" y="0"/>
                    <a:pt x="58" y="16"/>
                    <a:pt x="37" y="36"/>
                  </a:cubicBezTo>
                  <a:cubicBezTo>
                    <a:pt x="0" y="69"/>
                    <a:pt x="0" y="86"/>
                    <a:pt x="0" y="123"/>
                  </a:cubicBezTo>
                  <a:cubicBezTo>
                    <a:pt x="0" y="123"/>
                    <a:pt x="0" y="139"/>
                    <a:pt x="21" y="139"/>
                  </a:cubicBezTo>
                  <a:cubicBezTo>
                    <a:pt x="21" y="156"/>
                    <a:pt x="37" y="172"/>
                    <a:pt x="37" y="189"/>
                  </a:cubicBezTo>
                  <a:cubicBezTo>
                    <a:pt x="57" y="203"/>
                    <a:pt x="79" y="210"/>
                    <a:pt x="102" y="210"/>
                  </a:cubicBezTo>
                  <a:cubicBezTo>
                    <a:pt x="136" y="210"/>
                    <a:pt x="170" y="195"/>
                    <a:pt x="190" y="172"/>
                  </a:cubicBezTo>
                  <a:cubicBezTo>
                    <a:pt x="206" y="156"/>
                    <a:pt x="227" y="123"/>
                    <a:pt x="206" y="86"/>
                  </a:cubicBezTo>
                  <a:cubicBezTo>
                    <a:pt x="206" y="69"/>
                    <a:pt x="190" y="36"/>
                    <a:pt x="173" y="20"/>
                  </a:cubicBezTo>
                  <a:cubicBezTo>
                    <a:pt x="155" y="6"/>
                    <a:pt x="135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9" name="Google Shape;16899;p41"/>
            <p:cNvSpPr/>
            <p:nvPr/>
          </p:nvSpPr>
          <p:spPr>
            <a:xfrm>
              <a:off x="4224475" y="3172100"/>
              <a:ext cx="5675" cy="5050"/>
            </a:xfrm>
            <a:custGeom>
              <a:avLst/>
              <a:gdLst/>
              <a:ahLst/>
              <a:cxnLst/>
              <a:rect l="l" t="t" r="r" b="b"/>
              <a:pathLst>
                <a:path w="227" h="202" extrusionOk="0">
                  <a:moveTo>
                    <a:pt x="99" y="0"/>
                  </a:moveTo>
                  <a:cubicBezTo>
                    <a:pt x="68" y="0"/>
                    <a:pt x="39" y="12"/>
                    <a:pt x="21" y="40"/>
                  </a:cubicBezTo>
                  <a:cubicBezTo>
                    <a:pt x="0" y="56"/>
                    <a:pt x="0" y="93"/>
                    <a:pt x="0" y="110"/>
                  </a:cubicBezTo>
                  <a:lnTo>
                    <a:pt x="0" y="143"/>
                  </a:lnTo>
                  <a:cubicBezTo>
                    <a:pt x="21" y="159"/>
                    <a:pt x="21" y="176"/>
                    <a:pt x="37" y="176"/>
                  </a:cubicBezTo>
                  <a:cubicBezTo>
                    <a:pt x="60" y="192"/>
                    <a:pt x="86" y="202"/>
                    <a:pt x="112" y="202"/>
                  </a:cubicBezTo>
                  <a:cubicBezTo>
                    <a:pt x="143" y="202"/>
                    <a:pt x="172" y="188"/>
                    <a:pt x="190" y="159"/>
                  </a:cubicBezTo>
                  <a:cubicBezTo>
                    <a:pt x="227" y="126"/>
                    <a:pt x="206" y="56"/>
                    <a:pt x="173" y="23"/>
                  </a:cubicBezTo>
                  <a:cubicBezTo>
                    <a:pt x="151" y="8"/>
                    <a:pt x="125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0" name="Google Shape;16900;p41"/>
            <p:cNvSpPr/>
            <p:nvPr/>
          </p:nvSpPr>
          <p:spPr>
            <a:xfrm>
              <a:off x="4192300" y="3131925"/>
              <a:ext cx="6000" cy="5250"/>
            </a:xfrm>
            <a:custGeom>
              <a:avLst/>
              <a:gdLst/>
              <a:ahLst/>
              <a:cxnLst/>
              <a:rect l="l" t="t" r="r" b="b"/>
              <a:pathLst>
                <a:path w="240" h="210" extrusionOk="0">
                  <a:moveTo>
                    <a:pt x="131" y="1"/>
                  </a:moveTo>
                  <a:cubicBezTo>
                    <a:pt x="116" y="1"/>
                    <a:pt x="101" y="5"/>
                    <a:pt x="87" y="14"/>
                  </a:cubicBezTo>
                  <a:cubicBezTo>
                    <a:pt x="34" y="30"/>
                    <a:pt x="1" y="84"/>
                    <a:pt x="34" y="133"/>
                  </a:cubicBezTo>
                  <a:cubicBezTo>
                    <a:pt x="46" y="187"/>
                    <a:pt x="81" y="209"/>
                    <a:pt x="128" y="209"/>
                  </a:cubicBezTo>
                  <a:cubicBezTo>
                    <a:pt x="142" y="209"/>
                    <a:pt x="158" y="207"/>
                    <a:pt x="174" y="203"/>
                  </a:cubicBezTo>
                  <a:cubicBezTo>
                    <a:pt x="223" y="187"/>
                    <a:pt x="240" y="117"/>
                    <a:pt x="223" y="67"/>
                  </a:cubicBezTo>
                  <a:cubicBezTo>
                    <a:pt x="211" y="29"/>
                    <a:pt x="171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1" name="Google Shape;16901;p41"/>
            <p:cNvSpPr/>
            <p:nvPr/>
          </p:nvSpPr>
          <p:spPr>
            <a:xfrm>
              <a:off x="4216725" y="314640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02" y="1"/>
                  </a:moveTo>
                  <a:cubicBezTo>
                    <a:pt x="53" y="1"/>
                    <a:pt x="1" y="44"/>
                    <a:pt x="1" y="90"/>
                  </a:cubicBezTo>
                  <a:lnTo>
                    <a:pt x="1" y="140"/>
                  </a:lnTo>
                  <a:lnTo>
                    <a:pt x="21" y="156"/>
                  </a:lnTo>
                  <a:cubicBezTo>
                    <a:pt x="38" y="193"/>
                    <a:pt x="54" y="193"/>
                    <a:pt x="87" y="210"/>
                  </a:cubicBezTo>
                  <a:cubicBezTo>
                    <a:pt x="141" y="210"/>
                    <a:pt x="190" y="173"/>
                    <a:pt x="207" y="123"/>
                  </a:cubicBezTo>
                  <a:cubicBezTo>
                    <a:pt x="207" y="90"/>
                    <a:pt x="207" y="53"/>
                    <a:pt x="190" y="37"/>
                  </a:cubicBezTo>
                  <a:cubicBezTo>
                    <a:pt x="174" y="20"/>
                    <a:pt x="141" y="4"/>
                    <a:pt x="124" y="4"/>
                  </a:cubicBezTo>
                  <a:cubicBezTo>
                    <a:pt x="117" y="2"/>
                    <a:pt x="110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2" name="Google Shape;16902;p41"/>
            <p:cNvSpPr/>
            <p:nvPr/>
          </p:nvSpPr>
          <p:spPr>
            <a:xfrm>
              <a:off x="4236925" y="3182000"/>
              <a:ext cx="5200" cy="5025"/>
            </a:xfrm>
            <a:custGeom>
              <a:avLst/>
              <a:gdLst/>
              <a:ahLst/>
              <a:cxnLst/>
              <a:rect l="l" t="t" r="r" b="b"/>
              <a:pathLst>
                <a:path w="208" h="201" extrusionOk="0">
                  <a:moveTo>
                    <a:pt x="91" y="1"/>
                  </a:moveTo>
                  <a:cubicBezTo>
                    <a:pt x="47" y="1"/>
                    <a:pt x="1" y="35"/>
                    <a:pt x="1" y="89"/>
                  </a:cubicBezTo>
                  <a:lnTo>
                    <a:pt x="1" y="126"/>
                  </a:lnTo>
                  <a:lnTo>
                    <a:pt x="1" y="142"/>
                  </a:lnTo>
                  <a:lnTo>
                    <a:pt x="17" y="159"/>
                  </a:lnTo>
                  <a:cubicBezTo>
                    <a:pt x="38" y="175"/>
                    <a:pt x="54" y="192"/>
                    <a:pt x="87" y="192"/>
                  </a:cubicBezTo>
                  <a:cubicBezTo>
                    <a:pt x="97" y="198"/>
                    <a:pt x="106" y="200"/>
                    <a:pt x="114" y="200"/>
                  </a:cubicBezTo>
                  <a:cubicBezTo>
                    <a:pt x="134" y="200"/>
                    <a:pt x="151" y="187"/>
                    <a:pt x="174" y="175"/>
                  </a:cubicBezTo>
                  <a:cubicBezTo>
                    <a:pt x="191" y="159"/>
                    <a:pt x="207" y="142"/>
                    <a:pt x="207" y="109"/>
                  </a:cubicBezTo>
                  <a:cubicBezTo>
                    <a:pt x="207" y="89"/>
                    <a:pt x="207" y="72"/>
                    <a:pt x="191" y="39"/>
                  </a:cubicBezTo>
                  <a:cubicBezTo>
                    <a:pt x="174" y="23"/>
                    <a:pt x="158" y="6"/>
                    <a:pt x="120" y="6"/>
                  </a:cubicBezTo>
                  <a:cubicBezTo>
                    <a:pt x="111" y="2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3" name="Google Shape;16903;p41"/>
            <p:cNvSpPr/>
            <p:nvPr/>
          </p:nvSpPr>
          <p:spPr>
            <a:xfrm>
              <a:off x="4233125" y="3132150"/>
              <a:ext cx="5575" cy="5050"/>
            </a:xfrm>
            <a:custGeom>
              <a:avLst/>
              <a:gdLst/>
              <a:ahLst/>
              <a:cxnLst/>
              <a:rect l="l" t="t" r="r" b="b"/>
              <a:pathLst>
                <a:path w="223" h="202" extrusionOk="0">
                  <a:moveTo>
                    <a:pt x="93" y="1"/>
                  </a:moveTo>
                  <a:cubicBezTo>
                    <a:pt x="50" y="1"/>
                    <a:pt x="14" y="33"/>
                    <a:pt x="0" y="91"/>
                  </a:cubicBezTo>
                  <a:cubicBezTo>
                    <a:pt x="0" y="108"/>
                    <a:pt x="0" y="124"/>
                    <a:pt x="17" y="145"/>
                  </a:cubicBezTo>
                  <a:cubicBezTo>
                    <a:pt x="17" y="145"/>
                    <a:pt x="17" y="162"/>
                    <a:pt x="33" y="162"/>
                  </a:cubicBezTo>
                  <a:cubicBezTo>
                    <a:pt x="50" y="178"/>
                    <a:pt x="66" y="194"/>
                    <a:pt x="103" y="194"/>
                  </a:cubicBezTo>
                  <a:cubicBezTo>
                    <a:pt x="108" y="199"/>
                    <a:pt x="114" y="201"/>
                    <a:pt x="121" y="201"/>
                  </a:cubicBezTo>
                  <a:cubicBezTo>
                    <a:pt x="138" y="201"/>
                    <a:pt x="158" y="190"/>
                    <a:pt x="169" y="178"/>
                  </a:cubicBezTo>
                  <a:cubicBezTo>
                    <a:pt x="190" y="162"/>
                    <a:pt x="206" y="145"/>
                    <a:pt x="223" y="108"/>
                  </a:cubicBezTo>
                  <a:cubicBezTo>
                    <a:pt x="223" y="91"/>
                    <a:pt x="206" y="58"/>
                    <a:pt x="190" y="42"/>
                  </a:cubicBezTo>
                  <a:cubicBezTo>
                    <a:pt x="169" y="21"/>
                    <a:pt x="153" y="5"/>
                    <a:pt x="120" y="5"/>
                  </a:cubicBezTo>
                  <a:cubicBezTo>
                    <a:pt x="111" y="2"/>
                    <a:pt x="102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4" name="Google Shape;16904;p41"/>
            <p:cNvSpPr/>
            <p:nvPr/>
          </p:nvSpPr>
          <p:spPr>
            <a:xfrm>
              <a:off x="4236100" y="3195750"/>
              <a:ext cx="5200" cy="4975"/>
            </a:xfrm>
            <a:custGeom>
              <a:avLst/>
              <a:gdLst/>
              <a:ahLst/>
              <a:cxnLst/>
              <a:rect l="l" t="t" r="r" b="b"/>
              <a:pathLst>
                <a:path w="208" h="199" extrusionOk="0">
                  <a:moveTo>
                    <a:pt x="87" y="0"/>
                  </a:moveTo>
                  <a:cubicBezTo>
                    <a:pt x="35" y="0"/>
                    <a:pt x="1" y="33"/>
                    <a:pt x="1" y="91"/>
                  </a:cubicBezTo>
                  <a:lnTo>
                    <a:pt x="1" y="141"/>
                  </a:lnTo>
                  <a:lnTo>
                    <a:pt x="17" y="157"/>
                  </a:lnTo>
                  <a:cubicBezTo>
                    <a:pt x="34" y="178"/>
                    <a:pt x="50" y="194"/>
                    <a:pt x="87" y="194"/>
                  </a:cubicBezTo>
                  <a:cubicBezTo>
                    <a:pt x="96" y="197"/>
                    <a:pt x="104" y="199"/>
                    <a:pt x="113" y="199"/>
                  </a:cubicBezTo>
                  <a:cubicBezTo>
                    <a:pt x="154" y="199"/>
                    <a:pt x="193" y="166"/>
                    <a:pt x="207" y="108"/>
                  </a:cubicBezTo>
                  <a:cubicBezTo>
                    <a:pt x="207" y="91"/>
                    <a:pt x="207" y="54"/>
                    <a:pt x="191" y="38"/>
                  </a:cubicBezTo>
                  <a:cubicBezTo>
                    <a:pt x="174" y="21"/>
                    <a:pt x="137" y="5"/>
                    <a:pt x="120" y="5"/>
                  </a:cubicBezTo>
                  <a:cubicBezTo>
                    <a:pt x="109" y="2"/>
                    <a:pt x="97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5" name="Google Shape;16905;p41"/>
            <p:cNvSpPr/>
            <p:nvPr/>
          </p:nvSpPr>
          <p:spPr>
            <a:xfrm>
              <a:off x="4214150" y="3159675"/>
              <a:ext cx="6100" cy="5400"/>
            </a:xfrm>
            <a:custGeom>
              <a:avLst/>
              <a:gdLst/>
              <a:ahLst/>
              <a:cxnLst/>
              <a:rect l="l" t="t" r="r" b="b"/>
              <a:pathLst>
                <a:path w="244" h="216" extrusionOk="0">
                  <a:moveTo>
                    <a:pt x="115" y="0"/>
                  </a:moveTo>
                  <a:cubicBezTo>
                    <a:pt x="106" y="0"/>
                    <a:pt x="97" y="2"/>
                    <a:pt x="87" y="5"/>
                  </a:cubicBezTo>
                  <a:cubicBezTo>
                    <a:pt x="21" y="38"/>
                    <a:pt x="1" y="91"/>
                    <a:pt x="21" y="141"/>
                  </a:cubicBezTo>
                  <a:cubicBezTo>
                    <a:pt x="35" y="185"/>
                    <a:pt x="82" y="215"/>
                    <a:pt x="128" y="215"/>
                  </a:cubicBezTo>
                  <a:cubicBezTo>
                    <a:pt x="138" y="215"/>
                    <a:pt x="148" y="214"/>
                    <a:pt x="157" y="211"/>
                  </a:cubicBezTo>
                  <a:cubicBezTo>
                    <a:pt x="207" y="178"/>
                    <a:pt x="244" y="124"/>
                    <a:pt x="207" y="75"/>
                  </a:cubicBezTo>
                  <a:cubicBezTo>
                    <a:pt x="193" y="31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6" name="Google Shape;16906;p41"/>
            <p:cNvSpPr/>
            <p:nvPr/>
          </p:nvSpPr>
          <p:spPr>
            <a:xfrm>
              <a:off x="4203025" y="3153200"/>
              <a:ext cx="5600" cy="5275"/>
            </a:xfrm>
            <a:custGeom>
              <a:avLst/>
              <a:gdLst/>
              <a:ahLst/>
              <a:cxnLst/>
              <a:rect l="l" t="t" r="r" b="b"/>
              <a:pathLst>
                <a:path w="224" h="211" extrusionOk="0">
                  <a:moveTo>
                    <a:pt x="96" y="0"/>
                  </a:moveTo>
                  <a:cubicBezTo>
                    <a:pt x="54" y="0"/>
                    <a:pt x="14" y="35"/>
                    <a:pt x="0" y="90"/>
                  </a:cubicBezTo>
                  <a:cubicBezTo>
                    <a:pt x="0" y="107"/>
                    <a:pt x="0" y="128"/>
                    <a:pt x="17" y="144"/>
                  </a:cubicBezTo>
                  <a:cubicBezTo>
                    <a:pt x="17" y="144"/>
                    <a:pt x="17" y="161"/>
                    <a:pt x="33" y="161"/>
                  </a:cubicBezTo>
                  <a:cubicBezTo>
                    <a:pt x="33" y="177"/>
                    <a:pt x="71" y="194"/>
                    <a:pt x="104" y="210"/>
                  </a:cubicBezTo>
                  <a:cubicBezTo>
                    <a:pt x="157" y="210"/>
                    <a:pt x="207" y="177"/>
                    <a:pt x="223" y="128"/>
                  </a:cubicBezTo>
                  <a:cubicBezTo>
                    <a:pt x="223" y="90"/>
                    <a:pt x="207" y="58"/>
                    <a:pt x="190" y="41"/>
                  </a:cubicBezTo>
                  <a:cubicBezTo>
                    <a:pt x="174" y="25"/>
                    <a:pt x="157" y="4"/>
                    <a:pt x="120" y="4"/>
                  </a:cubicBezTo>
                  <a:cubicBezTo>
                    <a:pt x="112" y="1"/>
                    <a:pt x="104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7" name="Google Shape;16907;p41"/>
            <p:cNvSpPr/>
            <p:nvPr/>
          </p:nvSpPr>
          <p:spPr>
            <a:xfrm>
              <a:off x="4197450" y="3103750"/>
              <a:ext cx="5600" cy="5100"/>
            </a:xfrm>
            <a:custGeom>
              <a:avLst/>
              <a:gdLst/>
              <a:ahLst/>
              <a:cxnLst/>
              <a:rect l="l" t="t" r="r" b="b"/>
              <a:pathLst>
                <a:path w="224" h="204" extrusionOk="0">
                  <a:moveTo>
                    <a:pt x="105" y="1"/>
                  </a:moveTo>
                  <a:cubicBezTo>
                    <a:pt x="76" y="1"/>
                    <a:pt x="47" y="14"/>
                    <a:pt x="17" y="44"/>
                  </a:cubicBezTo>
                  <a:cubicBezTo>
                    <a:pt x="1" y="61"/>
                    <a:pt x="1" y="94"/>
                    <a:pt x="1" y="110"/>
                  </a:cubicBezTo>
                  <a:cubicBezTo>
                    <a:pt x="1" y="127"/>
                    <a:pt x="1" y="127"/>
                    <a:pt x="17" y="147"/>
                  </a:cubicBezTo>
                  <a:cubicBezTo>
                    <a:pt x="17" y="164"/>
                    <a:pt x="34" y="180"/>
                    <a:pt x="34" y="180"/>
                  </a:cubicBezTo>
                  <a:cubicBezTo>
                    <a:pt x="58" y="195"/>
                    <a:pt x="84" y="203"/>
                    <a:pt x="110" y="203"/>
                  </a:cubicBezTo>
                  <a:cubicBezTo>
                    <a:pt x="141" y="203"/>
                    <a:pt x="170" y="191"/>
                    <a:pt x="190" y="164"/>
                  </a:cubicBezTo>
                  <a:cubicBezTo>
                    <a:pt x="223" y="127"/>
                    <a:pt x="223" y="61"/>
                    <a:pt x="174" y="24"/>
                  </a:cubicBezTo>
                  <a:cubicBezTo>
                    <a:pt x="150" y="9"/>
                    <a:pt x="128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8" name="Google Shape;16908;p41"/>
            <p:cNvSpPr/>
            <p:nvPr/>
          </p:nvSpPr>
          <p:spPr>
            <a:xfrm>
              <a:off x="4200450" y="3090100"/>
              <a:ext cx="5175" cy="4975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95" y="1"/>
                  </a:moveTo>
                  <a:cubicBezTo>
                    <a:pt x="53" y="1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17" y="141"/>
                    <a:pt x="17" y="157"/>
                    <a:pt x="17" y="157"/>
                  </a:cubicBezTo>
                  <a:cubicBezTo>
                    <a:pt x="33" y="178"/>
                    <a:pt x="70" y="194"/>
                    <a:pt x="87" y="194"/>
                  </a:cubicBezTo>
                  <a:cubicBezTo>
                    <a:pt x="95" y="197"/>
                    <a:pt x="104" y="199"/>
                    <a:pt x="114" y="199"/>
                  </a:cubicBezTo>
                  <a:cubicBezTo>
                    <a:pt x="158" y="199"/>
                    <a:pt x="207" y="166"/>
                    <a:pt x="207" y="108"/>
                  </a:cubicBezTo>
                  <a:cubicBezTo>
                    <a:pt x="207" y="91"/>
                    <a:pt x="207" y="54"/>
                    <a:pt x="190" y="38"/>
                  </a:cubicBezTo>
                  <a:cubicBezTo>
                    <a:pt x="174" y="21"/>
                    <a:pt x="157" y="5"/>
                    <a:pt x="120" y="5"/>
                  </a:cubicBezTo>
                  <a:cubicBezTo>
                    <a:pt x="112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9" name="Google Shape;16909;p41"/>
            <p:cNvSpPr/>
            <p:nvPr/>
          </p:nvSpPr>
          <p:spPr>
            <a:xfrm>
              <a:off x="4238275" y="3167925"/>
              <a:ext cx="5175" cy="5175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20" y="0"/>
                  </a:moveTo>
                  <a:cubicBezTo>
                    <a:pt x="87" y="0"/>
                    <a:pt x="66" y="0"/>
                    <a:pt x="33" y="17"/>
                  </a:cubicBezTo>
                  <a:cubicBezTo>
                    <a:pt x="17" y="33"/>
                    <a:pt x="0" y="54"/>
                    <a:pt x="0" y="87"/>
                  </a:cubicBezTo>
                  <a:lnTo>
                    <a:pt x="0" y="136"/>
                  </a:lnTo>
                  <a:cubicBezTo>
                    <a:pt x="17" y="136"/>
                    <a:pt x="17" y="157"/>
                    <a:pt x="17" y="157"/>
                  </a:cubicBezTo>
                  <a:cubicBezTo>
                    <a:pt x="33" y="190"/>
                    <a:pt x="66" y="190"/>
                    <a:pt x="87" y="207"/>
                  </a:cubicBezTo>
                  <a:cubicBezTo>
                    <a:pt x="137" y="207"/>
                    <a:pt x="207" y="174"/>
                    <a:pt x="207" y="120"/>
                  </a:cubicBezTo>
                  <a:cubicBezTo>
                    <a:pt x="207" y="87"/>
                    <a:pt x="207" y="54"/>
                    <a:pt x="190" y="33"/>
                  </a:cubicBezTo>
                  <a:cubicBezTo>
                    <a:pt x="170" y="17"/>
                    <a:pt x="15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0" name="Google Shape;16910;p41"/>
            <p:cNvSpPr/>
            <p:nvPr/>
          </p:nvSpPr>
          <p:spPr>
            <a:xfrm>
              <a:off x="4204375" y="31394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1" y="0"/>
                  </a:moveTo>
                  <a:cubicBezTo>
                    <a:pt x="109" y="0"/>
                    <a:pt x="96" y="3"/>
                    <a:pt x="83" y="7"/>
                  </a:cubicBezTo>
                  <a:cubicBezTo>
                    <a:pt x="33" y="23"/>
                    <a:pt x="0" y="77"/>
                    <a:pt x="17" y="143"/>
                  </a:cubicBezTo>
                  <a:cubicBezTo>
                    <a:pt x="29" y="183"/>
                    <a:pt x="72" y="202"/>
                    <a:pt x="113" y="202"/>
                  </a:cubicBezTo>
                  <a:cubicBezTo>
                    <a:pt x="127" y="202"/>
                    <a:pt x="140" y="200"/>
                    <a:pt x="153" y="196"/>
                  </a:cubicBezTo>
                  <a:cubicBezTo>
                    <a:pt x="206" y="180"/>
                    <a:pt x="239" y="110"/>
                    <a:pt x="223" y="60"/>
                  </a:cubicBezTo>
                  <a:cubicBezTo>
                    <a:pt x="195" y="20"/>
                    <a:pt x="160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1" name="Google Shape;16911;p41"/>
            <p:cNvSpPr/>
            <p:nvPr/>
          </p:nvSpPr>
          <p:spPr>
            <a:xfrm>
              <a:off x="4209000" y="3190600"/>
              <a:ext cx="5700" cy="5275"/>
            </a:xfrm>
            <a:custGeom>
              <a:avLst/>
              <a:gdLst/>
              <a:ahLst/>
              <a:cxnLst/>
              <a:rect l="l" t="t" r="r" b="b"/>
              <a:pathLst>
                <a:path w="228" h="211" extrusionOk="0">
                  <a:moveTo>
                    <a:pt x="116" y="0"/>
                  </a:moveTo>
                  <a:cubicBezTo>
                    <a:pt x="106" y="0"/>
                    <a:pt x="97" y="2"/>
                    <a:pt x="87" y="5"/>
                  </a:cubicBezTo>
                  <a:cubicBezTo>
                    <a:pt x="38" y="38"/>
                    <a:pt x="1" y="91"/>
                    <a:pt x="38" y="141"/>
                  </a:cubicBezTo>
                  <a:cubicBezTo>
                    <a:pt x="38" y="157"/>
                    <a:pt x="54" y="178"/>
                    <a:pt x="54" y="178"/>
                  </a:cubicBezTo>
                  <a:cubicBezTo>
                    <a:pt x="87" y="211"/>
                    <a:pt x="124" y="211"/>
                    <a:pt x="174" y="211"/>
                  </a:cubicBezTo>
                  <a:cubicBezTo>
                    <a:pt x="207" y="194"/>
                    <a:pt x="227" y="157"/>
                    <a:pt x="227" y="108"/>
                  </a:cubicBezTo>
                  <a:lnTo>
                    <a:pt x="227" y="75"/>
                  </a:lnTo>
                  <a:cubicBezTo>
                    <a:pt x="210" y="30"/>
                    <a:pt x="163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2" name="Google Shape;16912;p41"/>
            <p:cNvSpPr/>
            <p:nvPr/>
          </p:nvSpPr>
          <p:spPr>
            <a:xfrm>
              <a:off x="4213325" y="3178650"/>
              <a:ext cx="5175" cy="5250"/>
            </a:xfrm>
            <a:custGeom>
              <a:avLst/>
              <a:gdLst/>
              <a:ahLst/>
              <a:cxnLst/>
              <a:rect l="l" t="t" r="r" b="b"/>
              <a:pathLst>
                <a:path w="207" h="210" extrusionOk="0">
                  <a:moveTo>
                    <a:pt x="120" y="0"/>
                  </a:moveTo>
                  <a:cubicBezTo>
                    <a:pt x="71" y="0"/>
                    <a:pt x="1" y="37"/>
                    <a:pt x="1" y="87"/>
                  </a:cubicBezTo>
                  <a:lnTo>
                    <a:pt x="1" y="140"/>
                  </a:lnTo>
                  <a:cubicBezTo>
                    <a:pt x="1" y="157"/>
                    <a:pt x="17" y="157"/>
                    <a:pt x="17" y="173"/>
                  </a:cubicBezTo>
                  <a:cubicBezTo>
                    <a:pt x="34" y="190"/>
                    <a:pt x="54" y="206"/>
                    <a:pt x="87" y="206"/>
                  </a:cubicBezTo>
                  <a:cubicBezTo>
                    <a:pt x="94" y="208"/>
                    <a:pt x="101" y="210"/>
                    <a:pt x="107" y="210"/>
                  </a:cubicBezTo>
                  <a:cubicBezTo>
                    <a:pt x="150" y="210"/>
                    <a:pt x="193" y="166"/>
                    <a:pt x="207" y="120"/>
                  </a:cubicBezTo>
                  <a:cubicBezTo>
                    <a:pt x="207" y="87"/>
                    <a:pt x="207" y="70"/>
                    <a:pt x="190" y="54"/>
                  </a:cubicBezTo>
                  <a:cubicBezTo>
                    <a:pt x="174" y="17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3" name="Google Shape;16913;p41"/>
            <p:cNvSpPr/>
            <p:nvPr/>
          </p:nvSpPr>
          <p:spPr>
            <a:xfrm>
              <a:off x="4203425" y="3167400"/>
              <a:ext cx="6125" cy="5400"/>
            </a:xfrm>
            <a:custGeom>
              <a:avLst/>
              <a:gdLst/>
              <a:ahLst/>
              <a:cxnLst/>
              <a:rect l="l" t="t" r="r" b="b"/>
              <a:pathLst>
                <a:path w="245" h="216" extrusionOk="0">
                  <a:moveTo>
                    <a:pt x="115" y="1"/>
                  </a:moveTo>
                  <a:cubicBezTo>
                    <a:pt x="106" y="1"/>
                    <a:pt x="97" y="2"/>
                    <a:pt x="88" y="5"/>
                  </a:cubicBezTo>
                  <a:cubicBezTo>
                    <a:pt x="38" y="38"/>
                    <a:pt x="1" y="91"/>
                    <a:pt x="17" y="141"/>
                  </a:cubicBezTo>
                  <a:cubicBezTo>
                    <a:pt x="48" y="185"/>
                    <a:pt x="87" y="215"/>
                    <a:pt x="130" y="215"/>
                  </a:cubicBezTo>
                  <a:cubicBezTo>
                    <a:pt x="139" y="215"/>
                    <a:pt x="148" y="214"/>
                    <a:pt x="158" y="211"/>
                  </a:cubicBezTo>
                  <a:cubicBezTo>
                    <a:pt x="207" y="178"/>
                    <a:pt x="244" y="124"/>
                    <a:pt x="224" y="75"/>
                  </a:cubicBezTo>
                  <a:cubicBezTo>
                    <a:pt x="196" y="31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5">
  <p:cSld name="CUSTOM_13">
    <p:spTree>
      <p:nvGrpSpPr>
        <p:cNvPr id="1" name="Shape 16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15" name="Google Shape;16915;p42"/>
          <p:cNvSpPr txBox="1">
            <a:spLocks noGrp="1"/>
          </p:cNvSpPr>
          <p:nvPr>
            <p:ph type="title"/>
          </p:nvPr>
        </p:nvSpPr>
        <p:spPr>
          <a:xfrm>
            <a:off x="4572000" y="1192700"/>
            <a:ext cx="3852000" cy="54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6916" name="Google Shape;16916;p42"/>
          <p:cNvSpPr txBox="1">
            <a:spLocks noGrp="1"/>
          </p:cNvSpPr>
          <p:nvPr>
            <p:ph type="subTitle" idx="1"/>
          </p:nvPr>
        </p:nvSpPr>
        <p:spPr>
          <a:xfrm>
            <a:off x="4572000" y="1963275"/>
            <a:ext cx="3099600" cy="264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6917" name="Google Shape;16917;p42"/>
          <p:cNvSpPr/>
          <p:nvPr/>
        </p:nvSpPr>
        <p:spPr>
          <a:xfrm>
            <a:off x="-714800" y="3436650"/>
            <a:ext cx="3099696" cy="3353442"/>
          </a:xfrm>
          <a:custGeom>
            <a:avLst/>
            <a:gdLst/>
            <a:ahLst/>
            <a:cxnLst/>
            <a:rect l="l" t="t" r="r" b="b"/>
            <a:pathLst>
              <a:path w="7586" h="8207" extrusionOk="0">
                <a:moveTo>
                  <a:pt x="2484" y="0"/>
                </a:moveTo>
                <a:cubicBezTo>
                  <a:pt x="1587" y="0"/>
                  <a:pt x="290" y="487"/>
                  <a:pt x="149" y="2303"/>
                </a:cubicBezTo>
                <a:cubicBezTo>
                  <a:pt x="1" y="4587"/>
                  <a:pt x="1730" y="7048"/>
                  <a:pt x="3663" y="7926"/>
                </a:cubicBezTo>
                <a:cubicBezTo>
                  <a:pt x="4118" y="8125"/>
                  <a:pt x="4518" y="8207"/>
                  <a:pt x="4864" y="8207"/>
                </a:cubicBezTo>
                <a:cubicBezTo>
                  <a:pt x="5988" y="8207"/>
                  <a:pt x="6546" y="7340"/>
                  <a:pt x="6595" y="6780"/>
                </a:cubicBezTo>
                <a:cubicBezTo>
                  <a:pt x="6651" y="5930"/>
                  <a:pt x="6067" y="4672"/>
                  <a:pt x="6855" y="3413"/>
                </a:cubicBezTo>
                <a:cubicBezTo>
                  <a:pt x="7178" y="2858"/>
                  <a:pt x="7354" y="2415"/>
                  <a:pt x="7438" y="2064"/>
                </a:cubicBezTo>
                <a:cubicBezTo>
                  <a:pt x="7586" y="1424"/>
                  <a:pt x="7298" y="749"/>
                  <a:pt x="6735" y="454"/>
                </a:cubicBezTo>
                <a:cubicBezTo>
                  <a:pt x="6484" y="328"/>
                  <a:pt x="6223" y="279"/>
                  <a:pt x="5972" y="279"/>
                </a:cubicBezTo>
                <a:cubicBezTo>
                  <a:pt x="5758" y="279"/>
                  <a:pt x="5552" y="315"/>
                  <a:pt x="5364" y="370"/>
                </a:cubicBezTo>
                <a:cubicBezTo>
                  <a:pt x="5235" y="404"/>
                  <a:pt x="5082" y="418"/>
                  <a:pt x="4918" y="418"/>
                </a:cubicBezTo>
                <a:cubicBezTo>
                  <a:pt x="4116" y="418"/>
                  <a:pt x="3045" y="74"/>
                  <a:pt x="3045" y="74"/>
                </a:cubicBezTo>
                <a:cubicBezTo>
                  <a:pt x="2896" y="29"/>
                  <a:pt x="2702" y="0"/>
                  <a:pt x="248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918" name="Google Shape;16918;p42"/>
          <p:cNvGrpSpPr/>
          <p:nvPr/>
        </p:nvGrpSpPr>
        <p:grpSpPr>
          <a:xfrm rot="-5400000">
            <a:off x="7973162" y="4053089"/>
            <a:ext cx="901674" cy="1575190"/>
            <a:chOff x="5052950" y="2452900"/>
            <a:chExt cx="213900" cy="373675"/>
          </a:xfrm>
        </p:grpSpPr>
        <p:sp>
          <p:nvSpPr>
            <p:cNvPr id="16919" name="Google Shape;16919;p42"/>
            <p:cNvSpPr/>
            <p:nvPr/>
          </p:nvSpPr>
          <p:spPr>
            <a:xfrm>
              <a:off x="5133675" y="262597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3" y="0"/>
                  </a:moveTo>
                  <a:cubicBezTo>
                    <a:pt x="70" y="17"/>
                    <a:pt x="54" y="33"/>
                    <a:pt x="3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37" y="223"/>
                    <a:pt x="54" y="239"/>
                  </a:cubicBezTo>
                  <a:cubicBezTo>
                    <a:pt x="65" y="251"/>
                    <a:pt x="85" y="263"/>
                    <a:pt x="109" y="263"/>
                  </a:cubicBezTo>
                  <a:cubicBezTo>
                    <a:pt x="119" y="263"/>
                    <a:pt x="129" y="261"/>
                    <a:pt x="140" y="256"/>
                  </a:cubicBezTo>
                  <a:cubicBezTo>
                    <a:pt x="190" y="256"/>
                    <a:pt x="243" y="190"/>
                    <a:pt x="223" y="120"/>
                  </a:cubicBezTo>
                  <a:cubicBezTo>
                    <a:pt x="223" y="87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0" name="Google Shape;16920;p42"/>
            <p:cNvSpPr/>
            <p:nvPr/>
          </p:nvSpPr>
          <p:spPr>
            <a:xfrm>
              <a:off x="5133675" y="25013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21"/>
                    <a:pt x="0" y="71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20" y="260"/>
                    <a:pt x="140" y="260"/>
                  </a:cubicBezTo>
                  <a:cubicBezTo>
                    <a:pt x="206" y="244"/>
                    <a:pt x="243" y="174"/>
                    <a:pt x="243" y="104"/>
                  </a:cubicBezTo>
                  <a:cubicBezTo>
                    <a:pt x="223" y="71"/>
                    <a:pt x="206" y="2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1" name="Google Shape;16921;p42"/>
            <p:cNvSpPr/>
            <p:nvPr/>
          </p:nvSpPr>
          <p:spPr>
            <a:xfrm>
              <a:off x="5132025" y="2593950"/>
              <a:ext cx="6400" cy="6675"/>
            </a:xfrm>
            <a:custGeom>
              <a:avLst/>
              <a:gdLst/>
              <a:ahLst/>
              <a:cxnLst/>
              <a:rect l="l" t="t" r="r" b="b"/>
              <a:pathLst>
                <a:path w="256" h="267" extrusionOk="0">
                  <a:moveTo>
                    <a:pt x="118" y="0"/>
                  </a:moveTo>
                  <a:cubicBezTo>
                    <a:pt x="100" y="0"/>
                    <a:pt x="78" y="13"/>
                    <a:pt x="66" y="28"/>
                  </a:cubicBezTo>
                  <a:cubicBezTo>
                    <a:pt x="17" y="77"/>
                    <a:pt x="0" y="164"/>
                    <a:pt x="50" y="213"/>
                  </a:cubicBezTo>
                  <a:cubicBezTo>
                    <a:pt x="66" y="234"/>
                    <a:pt x="83" y="250"/>
                    <a:pt x="120" y="267"/>
                  </a:cubicBezTo>
                  <a:cubicBezTo>
                    <a:pt x="153" y="267"/>
                    <a:pt x="169" y="250"/>
                    <a:pt x="206" y="234"/>
                  </a:cubicBezTo>
                  <a:cubicBezTo>
                    <a:pt x="239" y="180"/>
                    <a:pt x="256" y="110"/>
                    <a:pt x="223" y="44"/>
                  </a:cubicBezTo>
                  <a:cubicBezTo>
                    <a:pt x="206" y="28"/>
                    <a:pt x="186" y="7"/>
                    <a:pt x="169" y="7"/>
                  </a:cubicBezTo>
                  <a:lnTo>
                    <a:pt x="136" y="7"/>
                  </a:lnTo>
                  <a:cubicBezTo>
                    <a:pt x="132" y="2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2" name="Google Shape;16922;p42"/>
            <p:cNvSpPr/>
            <p:nvPr/>
          </p:nvSpPr>
          <p:spPr>
            <a:xfrm>
              <a:off x="5134075" y="253062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87" y="1"/>
                    <a:pt x="71" y="17"/>
                    <a:pt x="54" y="33"/>
                  </a:cubicBezTo>
                  <a:cubicBezTo>
                    <a:pt x="21" y="50"/>
                    <a:pt x="1" y="104"/>
                    <a:pt x="21" y="137"/>
                  </a:cubicBezTo>
                  <a:cubicBezTo>
                    <a:pt x="21" y="170"/>
                    <a:pt x="38" y="207"/>
                    <a:pt x="54" y="223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190" y="240"/>
                    <a:pt x="244" y="190"/>
                    <a:pt x="244" y="120"/>
                  </a:cubicBezTo>
                  <a:lnTo>
                    <a:pt x="244" y="104"/>
                  </a:lnTo>
                  <a:cubicBezTo>
                    <a:pt x="227" y="50"/>
                    <a:pt x="20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3" name="Google Shape;16923;p42"/>
            <p:cNvSpPr/>
            <p:nvPr/>
          </p:nvSpPr>
          <p:spPr>
            <a:xfrm>
              <a:off x="5132425" y="25472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1" y="145"/>
                    <a:pt x="17" y="227"/>
                    <a:pt x="87" y="248"/>
                  </a:cubicBezTo>
                  <a:cubicBezTo>
                    <a:pt x="100" y="256"/>
                    <a:pt x="115" y="261"/>
                    <a:pt x="130" y="261"/>
                  </a:cubicBezTo>
                  <a:cubicBezTo>
                    <a:pt x="170" y="261"/>
                    <a:pt x="211" y="229"/>
                    <a:pt x="223" y="178"/>
                  </a:cubicBezTo>
                  <a:cubicBezTo>
                    <a:pt x="240" y="107"/>
                    <a:pt x="223" y="42"/>
                    <a:pt x="153" y="4"/>
                  </a:cubicBez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4" name="Google Shape;16924;p42"/>
            <p:cNvSpPr/>
            <p:nvPr/>
          </p:nvSpPr>
          <p:spPr>
            <a:xfrm>
              <a:off x="5125925" y="26105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87" y="1"/>
                  </a:moveTo>
                  <a:cubicBezTo>
                    <a:pt x="38" y="17"/>
                    <a:pt x="1" y="87"/>
                    <a:pt x="1" y="153"/>
                  </a:cubicBezTo>
                  <a:cubicBezTo>
                    <a:pt x="1" y="190"/>
                    <a:pt x="17" y="223"/>
                    <a:pt x="55" y="240"/>
                  </a:cubicBezTo>
                  <a:cubicBezTo>
                    <a:pt x="66" y="252"/>
                    <a:pt x="86" y="263"/>
                    <a:pt x="103" y="263"/>
                  </a:cubicBezTo>
                  <a:cubicBezTo>
                    <a:pt x="109" y="263"/>
                    <a:pt x="116" y="261"/>
                    <a:pt x="120" y="256"/>
                  </a:cubicBezTo>
                  <a:cubicBezTo>
                    <a:pt x="158" y="256"/>
                    <a:pt x="191" y="240"/>
                    <a:pt x="207" y="207"/>
                  </a:cubicBezTo>
                  <a:cubicBezTo>
                    <a:pt x="224" y="190"/>
                    <a:pt x="224" y="153"/>
                    <a:pt x="224" y="120"/>
                  </a:cubicBezTo>
                  <a:cubicBezTo>
                    <a:pt x="224" y="87"/>
                    <a:pt x="207" y="50"/>
                    <a:pt x="174" y="34"/>
                  </a:cubicBezTo>
                  <a:cubicBezTo>
                    <a:pt x="174" y="17"/>
                    <a:pt x="158" y="17"/>
                    <a:pt x="158" y="17"/>
                  </a:cubicBezTo>
                  <a:cubicBezTo>
                    <a:pt x="141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5" name="Google Shape;16925;p42"/>
            <p:cNvSpPr/>
            <p:nvPr/>
          </p:nvSpPr>
          <p:spPr>
            <a:xfrm>
              <a:off x="5128925" y="264307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4" y="1"/>
                  </a:moveTo>
                  <a:cubicBezTo>
                    <a:pt x="87" y="21"/>
                    <a:pt x="87" y="21"/>
                    <a:pt x="71" y="21"/>
                  </a:cubicBezTo>
                  <a:cubicBezTo>
                    <a:pt x="38" y="38"/>
                    <a:pt x="0" y="104"/>
                    <a:pt x="0" y="157"/>
                  </a:cubicBezTo>
                  <a:cubicBezTo>
                    <a:pt x="21" y="190"/>
                    <a:pt x="38" y="227"/>
                    <a:pt x="54" y="244"/>
                  </a:cubicBezTo>
                  <a:cubicBezTo>
                    <a:pt x="66" y="255"/>
                    <a:pt x="86" y="267"/>
                    <a:pt x="109" y="267"/>
                  </a:cubicBezTo>
                  <a:cubicBezTo>
                    <a:pt x="119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4"/>
                  </a:cubicBezTo>
                  <a:lnTo>
                    <a:pt x="227" y="87"/>
                  </a:lnTo>
                  <a:cubicBezTo>
                    <a:pt x="207" y="54"/>
                    <a:pt x="190" y="38"/>
                    <a:pt x="157" y="21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6" name="Google Shape;16926;p42"/>
            <p:cNvSpPr/>
            <p:nvPr/>
          </p:nvSpPr>
          <p:spPr>
            <a:xfrm>
              <a:off x="5132425" y="25778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190"/>
                    <a:pt x="34" y="207"/>
                    <a:pt x="50" y="240"/>
                  </a:cubicBezTo>
                  <a:cubicBezTo>
                    <a:pt x="87" y="261"/>
                    <a:pt x="120" y="261"/>
                    <a:pt x="137" y="261"/>
                  </a:cubicBezTo>
                  <a:cubicBezTo>
                    <a:pt x="207" y="240"/>
                    <a:pt x="240" y="174"/>
                    <a:pt x="240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90" y="17"/>
                    <a:pt x="170" y="17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7" name="Google Shape;16927;p42"/>
            <p:cNvSpPr/>
            <p:nvPr/>
          </p:nvSpPr>
          <p:spPr>
            <a:xfrm>
              <a:off x="5130275" y="247012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6" y="0"/>
                  </a:moveTo>
                  <a:cubicBezTo>
                    <a:pt x="120" y="0"/>
                    <a:pt x="111" y="4"/>
                    <a:pt x="103" y="13"/>
                  </a:cubicBezTo>
                  <a:cubicBezTo>
                    <a:pt x="50" y="13"/>
                    <a:pt x="0" y="83"/>
                    <a:pt x="17" y="153"/>
                  </a:cubicBezTo>
                  <a:cubicBezTo>
                    <a:pt x="17" y="186"/>
                    <a:pt x="33" y="219"/>
                    <a:pt x="70" y="239"/>
                  </a:cubicBezTo>
                  <a:cubicBezTo>
                    <a:pt x="87" y="256"/>
                    <a:pt x="103" y="272"/>
                    <a:pt x="136" y="272"/>
                  </a:cubicBezTo>
                  <a:cubicBezTo>
                    <a:pt x="173" y="256"/>
                    <a:pt x="190" y="239"/>
                    <a:pt x="206" y="202"/>
                  </a:cubicBezTo>
                  <a:cubicBezTo>
                    <a:pt x="223" y="186"/>
                    <a:pt x="239" y="153"/>
                    <a:pt x="223" y="116"/>
                  </a:cubicBezTo>
                  <a:cubicBezTo>
                    <a:pt x="223" y="83"/>
                    <a:pt x="206" y="50"/>
                    <a:pt x="190" y="33"/>
                  </a:cubicBezTo>
                  <a:cubicBezTo>
                    <a:pt x="173" y="13"/>
                    <a:pt x="173" y="13"/>
                    <a:pt x="153" y="13"/>
                  </a:cubicBezTo>
                  <a:lnTo>
                    <a:pt x="136" y="13"/>
                  </a:lnTo>
                  <a:cubicBezTo>
                    <a:pt x="136" y="4"/>
                    <a:pt x="132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8" name="Google Shape;16928;p42"/>
            <p:cNvSpPr/>
            <p:nvPr/>
          </p:nvSpPr>
          <p:spPr>
            <a:xfrm>
              <a:off x="5116975" y="2504300"/>
              <a:ext cx="6400" cy="6550"/>
            </a:xfrm>
            <a:custGeom>
              <a:avLst/>
              <a:gdLst/>
              <a:ahLst/>
              <a:cxnLst/>
              <a:rect l="l" t="t" r="r" b="b"/>
              <a:pathLst>
                <a:path w="256" h="262" extrusionOk="0">
                  <a:moveTo>
                    <a:pt x="140" y="1"/>
                  </a:moveTo>
                  <a:cubicBezTo>
                    <a:pt x="95" y="1"/>
                    <a:pt x="47" y="35"/>
                    <a:pt x="33" y="89"/>
                  </a:cubicBezTo>
                  <a:cubicBezTo>
                    <a:pt x="0" y="159"/>
                    <a:pt x="33" y="229"/>
                    <a:pt x="87" y="262"/>
                  </a:cubicBezTo>
                  <a:lnTo>
                    <a:pt x="136" y="262"/>
                  </a:lnTo>
                  <a:cubicBezTo>
                    <a:pt x="190" y="262"/>
                    <a:pt x="223" y="229"/>
                    <a:pt x="239" y="175"/>
                  </a:cubicBezTo>
                  <a:cubicBezTo>
                    <a:pt x="256" y="126"/>
                    <a:pt x="239" y="72"/>
                    <a:pt x="206" y="39"/>
                  </a:cubicBezTo>
                  <a:cubicBezTo>
                    <a:pt x="206" y="39"/>
                    <a:pt x="190" y="23"/>
                    <a:pt x="169" y="6"/>
                  </a:cubicBezTo>
                  <a:cubicBezTo>
                    <a:pt x="160" y="2"/>
                    <a:pt x="150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9" name="Google Shape;16929;p42"/>
            <p:cNvSpPr/>
            <p:nvPr/>
          </p:nvSpPr>
          <p:spPr>
            <a:xfrm>
              <a:off x="5106650" y="25356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42" y="0"/>
                  </a:moveTo>
                  <a:cubicBezTo>
                    <a:pt x="97" y="0"/>
                    <a:pt x="47" y="30"/>
                    <a:pt x="34" y="71"/>
                  </a:cubicBezTo>
                  <a:cubicBezTo>
                    <a:pt x="1" y="141"/>
                    <a:pt x="34" y="227"/>
                    <a:pt x="88" y="244"/>
                  </a:cubicBezTo>
                  <a:cubicBezTo>
                    <a:pt x="104" y="260"/>
                    <a:pt x="120" y="260"/>
                    <a:pt x="137" y="260"/>
                  </a:cubicBezTo>
                  <a:cubicBezTo>
                    <a:pt x="191" y="244"/>
                    <a:pt x="224" y="227"/>
                    <a:pt x="240" y="174"/>
                  </a:cubicBezTo>
                  <a:cubicBezTo>
                    <a:pt x="257" y="124"/>
                    <a:pt x="240" y="71"/>
                    <a:pt x="207" y="38"/>
                  </a:cubicBezTo>
                  <a:cubicBezTo>
                    <a:pt x="207" y="21"/>
                    <a:pt x="191" y="21"/>
                    <a:pt x="170" y="5"/>
                  </a:cubicBezTo>
                  <a:cubicBezTo>
                    <a:pt x="161" y="2"/>
                    <a:pt x="152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0" name="Google Shape;16930;p42"/>
            <p:cNvSpPr/>
            <p:nvPr/>
          </p:nvSpPr>
          <p:spPr>
            <a:xfrm>
              <a:off x="5110875" y="2490625"/>
              <a:ext cx="5700" cy="6700"/>
            </a:xfrm>
            <a:custGeom>
              <a:avLst/>
              <a:gdLst/>
              <a:ahLst/>
              <a:cxnLst/>
              <a:rect l="l" t="t" r="r" b="b"/>
              <a:pathLst>
                <a:path w="228" h="268" extrusionOk="0">
                  <a:moveTo>
                    <a:pt x="104" y="1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2" y="190"/>
                    <a:pt x="38" y="223"/>
                    <a:pt x="55" y="244"/>
                  </a:cubicBezTo>
                  <a:cubicBezTo>
                    <a:pt x="66" y="256"/>
                    <a:pt x="86" y="267"/>
                    <a:pt x="110" y="267"/>
                  </a:cubicBezTo>
                  <a:cubicBezTo>
                    <a:pt x="120" y="267"/>
                    <a:pt x="130" y="265"/>
                    <a:pt x="141" y="261"/>
                  </a:cubicBezTo>
                  <a:cubicBezTo>
                    <a:pt x="174" y="261"/>
                    <a:pt x="191" y="244"/>
                    <a:pt x="207" y="207"/>
                  </a:cubicBezTo>
                  <a:cubicBezTo>
                    <a:pt x="228" y="190"/>
                    <a:pt x="228" y="157"/>
                    <a:pt x="228" y="120"/>
                  </a:cubicBezTo>
                  <a:cubicBezTo>
                    <a:pt x="228" y="87"/>
                    <a:pt x="207" y="54"/>
                    <a:pt x="191" y="38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1" name="Google Shape;16931;p42"/>
            <p:cNvSpPr/>
            <p:nvPr/>
          </p:nvSpPr>
          <p:spPr>
            <a:xfrm>
              <a:off x="5099750" y="26771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54" y="17"/>
                    <a:pt x="1" y="83"/>
                    <a:pt x="17" y="153"/>
                  </a:cubicBezTo>
                  <a:cubicBezTo>
                    <a:pt x="17" y="186"/>
                    <a:pt x="34" y="223"/>
                    <a:pt x="54" y="239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207" y="239"/>
                    <a:pt x="240" y="186"/>
                    <a:pt x="223" y="103"/>
                  </a:cubicBezTo>
                  <a:cubicBezTo>
                    <a:pt x="223" y="66"/>
                    <a:pt x="207" y="50"/>
                    <a:pt x="190" y="17"/>
                  </a:cubicBezTo>
                  <a:lnTo>
                    <a:pt x="157" y="17"/>
                  </a:ln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2" name="Google Shape;16932;p42"/>
            <p:cNvSpPr/>
            <p:nvPr/>
          </p:nvSpPr>
          <p:spPr>
            <a:xfrm>
              <a:off x="5122950" y="248690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12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20"/>
                    <a:pt x="87" y="253"/>
                  </a:cubicBezTo>
                  <a:lnTo>
                    <a:pt x="136" y="253"/>
                  </a:lnTo>
                  <a:cubicBezTo>
                    <a:pt x="174" y="253"/>
                    <a:pt x="206" y="220"/>
                    <a:pt x="223" y="187"/>
                  </a:cubicBezTo>
                  <a:cubicBezTo>
                    <a:pt x="239" y="133"/>
                    <a:pt x="223" y="84"/>
                    <a:pt x="206" y="47"/>
                  </a:cubicBezTo>
                  <a:cubicBezTo>
                    <a:pt x="190" y="30"/>
                    <a:pt x="174" y="14"/>
                    <a:pt x="157" y="14"/>
                  </a:cubicBezTo>
                  <a:cubicBezTo>
                    <a:pt x="143" y="5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3" name="Google Shape;16933;p42"/>
            <p:cNvSpPr/>
            <p:nvPr/>
          </p:nvSpPr>
          <p:spPr>
            <a:xfrm>
              <a:off x="5099350" y="2693200"/>
              <a:ext cx="6400" cy="6600"/>
            </a:xfrm>
            <a:custGeom>
              <a:avLst/>
              <a:gdLst/>
              <a:ahLst/>
              <a:cxnLst/>
              <a:rect l="l" t="t" r="r" b="b"/>
              <a:pathLst>
                <a:path w="256" h="264" extrusionOk="0">
                  <a:moveTo>
                    <a:pt x="111" y="1"/>
                  </a:moveTo>
                  <a:cubicBezTo>
                    <a:pt x="92" y="1"/>
                    <a:pt x="76" y="12"/>
                    <a:pt x="50" y="24"/>
                  </a:cubicBezTo>
                  <a:cubicBezTo>
                    <a:pt x="17" y="78"/>
                    <a:pt x="0" y="160"/>
                    <a:pt x="33" y="214"/>
                  </a:cubicBezTo>
                  <a:cubicBezTo>
                    <a:pt x="50" y="247"/>
                    <a:pt x="87" y="263"/>
                    <a:pt x="120" y="263"/>
                  </a:cubicBezTo>
                  <a:cubicBezTo>
                    <a:pt x="136" y="263"/>
                    <a:pt x="173" y="247"/>
                    <a:pt x="190" y="230"/>
                  </a:cubicBezTo>
                  <a:cubicBezTo>
                    <a:pt x="239" y="181"/>
                    <a:pt x="256" y="111"/>
                    <a:pt x="206" y="41"/>
                  </a:cubicBezTo>
                  <a:cubicBezTo>
                    <a:pt x="206" y="24"/>
                    <a:pt x="190" y="24"/>
                    <a:pt x="173" y="8"/>
                  </a:cubicBezTo>
                  <a:lnTo>
                    <a:pt x="136" y="8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4" name="Google Shape;16934;p42"/>
            <p:cNvSpPr/>
            <p:nvPr/>
          </p:nvSpPr>
          <p:spPr>
            <a:xfrm>
              <a:off x="5124700" y="25628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7" y="0"/>
                  </a:moveTo>
                  <a:cubicBezTo>
                    <a:pt x="87" y="0"/>
                    <a:pt x="46" y="32"/>
                    <a:pt x="33" y="83"/>
                  </a:cubicBezTo>
                  <a:cubicBezTo>
                    <a:pt x="0" y="154"/>
                    <a:pt x="33" y="219"/>
                    <a:pt x="87" y="257"/>
                  </a:cubicBezTo>
                  <a:cubicBezTo>
                    <a:pt x="99" y="259"/>
                    <a:pt x="110" y="261"/>
                    <a:pt x="121" y="261"/>
                  </a:cubicBezTo>
                  <a:cubicBezTo>
                    <a:pt x="171" y="261"/>
                    <a:pt x="212" y="231"/>
                    <a:pt x="240" y="186"/>
                  </a:cubicBezTo>
                  <a:cubicBezTo>
                    <a:pt x="256" y="116"/>
                    <a:pt x="223" y="34"/>
                    <a:pt x="169" y="13"/>
                  </a:cubicBezTo>
                  <a:cubicBezTo>
                    <a:pt x="156" y="5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5" name="Google Shape;16935;p42"/>
            <p:cNvSpPr/>
            <p:nvPr/>
          </p:nvSpPr>
          <p:spPr>
            <a:xfrm>
              <a:off x="5121700" y="25332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1"/>
                  </a:moveTo>
                  <a:cubicBezTo>
                    <a:pt x="104" y="1"/>
                    <a:pt x="67" y="17"/>
                    <a:pt x="50" y="34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0" y="240"/>
                    <a:pt x="83" y="256"/>
                    <a:pt x="104" y="256"/>
                  </a:cubicBezTo>
                  <a:cubicBezTo>
                    <a:pt x="114" y="261"/>
                    <a:pt x="123" y="263"/>
                    <a:pt x="133" y="263"/>
                  </a:cubicBezTo>
                  <a:cubicBezTo>
                    <a:pt x="155" y="263"/>
                    <a:pt x="175" y="251"/>
                    <a:pt x="186" y="240"/>
                  </a:cubicBezTo>
                  <a:cubicBezTo>
                    <a:pt x="207" y="223"/>
                    <a:pt x="224" y="190"/>
                    <a:pt x="224" y="153"/>
                  </a:cubicBezTo>
                  <a:cubicBezTo>
                    <a:pt x="240" y="120"/>
                    <a:pt x="224" y="87"/>
                    <a:pt x="207" y="50"/>
                  </a:cubicBezTo>
                  <a:cubicBezTo>
                    <a:pt x="186" y="34"/>
                    <a:pt x="170" y="17"/>
                    <a:pt x="153" y="17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6" name="Google Shape;16936;p42"/>
            <p:cNvSpPr/>
            <p:nvPr/>
          </p:nvSpPr>
          <p:spPr>
            <a:xfrm>
              <a:off x="5128500" y="2516825"/>
              <a:ext cx="6125" cy="6500"/>
            </a:xfrm>
            <a:custGeom>
              <a:avLst/>
              <a:gdLst/>
              <a:ahLst/>
              <a:cxnLst/>
              <a:rect l="l" t="t" r="r" b="b"/>
              <a:pathLst>
                <a:path w="245" h="260" extrusionOk="0">
                  <a:moveTo>
                    <a:pt x="104" y="0"/>
                  </a:moveTo>
                  <a:cubicBezTo>
                    <a:pt x="71" y="0"/>
                    <a:pt x="55" y="21"/>
                    <a:pt x="38" y="54"/>
                  </a:cubicBezTo>
                  <a:cubicBezTo>
                    <a:pt x="17" y="87"/>
                    <a:pt x="1" y="124"/>
                    <a:pt x="1" y="157"/>
                  </a:cubicBezTo>
                  <a:cubicBezTo>
                    <a:pt x="17" y="190"/>
                    <a:pt x="38" y="227"/>
                    <a:pt x="55" y="243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1" y="243"/>
                    <a:pt x="244" y="190"/>
                    <a:pt x="224" y="103"/>
                  </a:cubicBezTo>
                  <a:cubicBezTo>
                    <a:pt x="224" y="70"/>
                    <a:pt x="207" y="54"/>
                    <a:pt x="191" y="21"/>
                  </a:cubicBezTo>
                  <a:lnTo>
                    <a:pt x="158" y="21"/>
                  </a:lnTo>
                  <a:cubicBezTo>
                    <a:pt x="141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7" name="Google Shape;16937;p42"/>
            <p:cNvSpPr/>
            <p:nvPr/>
          </p:nvSpPr>
          <p:spPr>
            <a:xfrm>
              <a:off x="5143150" y="25142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4" y="1"/>
                    <a:pt x="87" y="1"/>
                    <a:pt x="50" y="22"/>
                  </a:cubicBezTo>
                  <a:cubicBezTo>
                    <a:pt x="17" y="71"/>
                    <a:pt x="0" y="158"/>
                    <a:pt x="33" y="207"/>
                  </a:cubicBezTo>
                  <a:cubicBezTo>
                    <a:pt x="50" y="244"/>
                    <a:pt x="87" y="261"/>
                    <a:pt x="120" y="261"/>
                  </a:cubicBezTo>
                  <a:cubicBezTo>
                    <a:pt x="136" y="261"/>
                    <a:pt x="174" y="244"/>
                    <a:pt x="190" y="228"/>
                  </a:cubicBezTo>
                  <a:cubicBezTo>
                    <a:pt x="223" y="207"/>
                    <a:pt x="240" y="174"/>
                    <a:pt x="240" y="141"/>
                  </a:cubicBezTo>
                  <a:cubicBezTo>
                    <a:pt x="240" y="104"/>
                    <a:pt x="240" y="71"/>
                    <a:pt x="207" y="55"/>
                  </a:cubicBezTo>
                  <a:cubicBezTo>
                    <a:pt x="207" y="22"/>
                    <a:pt x="190" y="22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8" name="Google Shape;16938;p42"/>
            <p:cNvSpPr/>
            <p:nvPr/>
          </p:nvSpPr>
          <p:spPr>
            <a:xfrm>
              <a:off x="5139750" y="25611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83"/>
                    <a:pt x="17" y="153"/>
                  </a:cubicBezTo>
                  <a:cubicBezTo>
                    <a:pt x="17" y="186"/>
                    <a:pt x="33" y="207"/>
                    <a:pt x="66" y="240"/>
                  </a:cubicBezTo>
                  <a:cubicBezTo>
                    <a:pt x="83" y="256"/>
                    <a:pt x="120" y="256"/>
                    <a:pt x="136" y="256"/>
                  </a:cubicBezTo>
                  <a:cubicBezTo>
                    <a:pt x="207" y="240"/>
                    <a:pt x="240" y="170"/>
                    <a:pt x="240" y="104"/>
                  </a:cubicBezTo>
                  <a:cubicBezTo>
                    <a:pt x="223" y="67"/>
                    <a:pt x="207" y="50"/>
                    <a:pt x="186" y="17"/>
                  </a:cubicBezTo>
                  <a:cubicBezTo>
                    <a:pt x="186" y="17"/>
                    <a:pt x="169" y="1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9" name="Google Shape;16939;p42"/>
            <p:cNvSpPr/>
            <p:nvPr/>
          </p:nvSpPr>
          <p:spPr>
            <a:xfrm>
              <a:off x="5081300" y="26174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0" y="1"/>
                  </a:moveTo>
                  <a:cubicBezTo>
                    <a:pt x="70" y="1"/>
                    <a:pt x="29" y="33"/>
                    <a:pt x="17" y="81"/>
                  </a:cubicBezTo>
                  <a:cubicBezTo>
                    <a:pt x="1" y="98"/>
                    <a:pt x="1" y="119"/>
                    <a:pt x="1" y="152"/>
                  </a:cubicBezTo>
                  <a:cubicBezTo>
                    <a:pt x="17" y="185"/>
                    <a:pt x="34" y="238"/>
                    <a:pt x="87" y="255"/>
                  </a:cubicBezTo>
                  <a:cubicBezTo>
                    <a:pt x="96" y="259"/>
                    <a:pt x="105" y="261"/>
                    <a:pt x="114" y="261"/>
                  </a:cubicBezTo>
                  <a:cubicBezTo>
                    <a:pt x="138" y="261"/>
                    <a:pt x="163" y="246"/>
                    <a:pt x="190" y="222"/>
                  </a:cubicBezTo>
                  <a:cubicBezTo>
                    <a:pt x="207" y="222"/>
                    <a:pt x="207" y="201"/>
                    <a:pt x="223" y="185"/>
                  </a:cubicBezTo>
                  <a:cubicBezTo>
                    <a:pt x="240" y="119"/>
                    <a:pt x="207" y="32"/>
                    <a:pt x="153" y="15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0" name="Google Shape;16940;p42"/>
            <p:cNvSpPr/>
            <p:nvPr/>
          </p:nvSpPr>
          <p:spPr>
            <a:xfrm>
              <a:off x="5166350" y="2483825"/>
              <a:ext cx="2175" cy="1275"/>
            </a:xfrm>
            <a:custGeom>
              <a:avLst/>
              <a:gdLst/>
              <a:ahLst/>
              <a:cxnLst/>
              <a:rect l="l" t="t" r="r" b="b"/>
              <a:pathLst>
                <a:path w="87" h="51" extrusionOk="0">
                  <a:moveTo>
                    <a:pt x="0" y="1"/>
                  </a:moveTo>
                  <a:cubicBezTo>
                    <a:pt x="0" y="17"/>
                    <a:pt x="0" y="17"/>
                    <a:pt x="17" y="17"/>
                  </a:cubicBezTo>
                  <a:cubicBezTo>
                    <a:pt x="33" y="34"/>
                    <a:pt x="50" y="50"/>
                    <a:pt x="87" y="50"/>
                  </a:cubicBezTo>
                  <a:cubicBezTo>
                    <a:pt x="50" y="34"/>
                    <a:pt x="17" y="1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1" name="Google Shape;16941;p42"/>
            <p:cNvSpPr/>
            <p:nvPr/>
          </p:nvSpPr>
          <p:spPr>
            <a:xfrm>
              <a:off x="5118625" y="2627900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3" y="1"/>
                  </a:moveTo>
                  <a:cubicBezTo>
                    <a:pt x="117" y="1"/>
                    <a:pt x="110" y="3"/>
                    <a:pt x="103" y="10"/>
                  </a:cubicBezTo>
                  <a:cubicBezTo>
                    <a:pt x="37" y="10"/>
                    <a:pt x="0" y="76"/>
                    <a:pt x="0" y="146"/>
                  </a:cubicBezTo>
                  <a:cubicBezTo>
                    <a:pt x="21" y="179"/>
                    <a:pt x="37" y="216"/>
                    <a:pt x="54" y="232"/>
                  </a:cubicBezTo>
                  <a:cubicBezTo>
                    <a:pt x="70" y="249"/>
                    <a:pt x="103" y="265"/>
                    <a:pt x="140" y="265"/>
                  </a:cubicBezTo>
                  <a:cubicBezTo>
                    <a:pt x="190" y="249"/>
                    <a:pt x="243" y="179"/>
                    <a:pt x="227" y="113"/>
                  </a:cubicBezTo>
                  <a:cubicBezTo>
                    <a:pt x="227" y="76"/>
                    <a:pt x="206" y="43"/>
                    <a:pt x="190" y="26"/>
                  </a:cubicBezTo>
                  <a:cubicBezTo>
                    <a:pt x="173" y="26"/>
                    <a:pt x="173" y="10"/>
                    <a:pt x="157" y="10"/>
                  </a:cubicBezTo>
                  <a:cubicBezTo>
                    <a:pt x="146" y="10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2" name="Google Shape;16942;p42"/>
            <p:cNvSpPr/>
            <p:nvPr/>
          </p:nvSpPr>
          <p:spPr>
            <a:xfrm>
              <a:off x="5223025" y="25322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0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74" y="260"/>
                    <a:pt x="190" y="244"/>
                    <a:pt x="207" y="207"/>
                  </a:cubicBezTo>
                  <a:cubicBezTo>
                    <a:pt x="223" y="190"/>
                    <a:pt x="240" y="157"/>
                    <a:pt x="223" y="124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74" y="21"/>
                    <a:pt x="174" y="21"/>
                    <a:pt x="153" y="21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3" name="Google Shape;16943;p42"/>
            <p:cNvSpPr/>
            <p:nvPr/>
          </p:nvSpPr>
          <p:spPr>
            <a:xfrm>
              <a:off x="5122950" y="270367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3" y="1"/>
                  </a:moveTo>
                  <a:cubicBezTo>
                    <a:pt x="70" y="17"/>
                    <a:pt x="33" y="34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17" y="223"/>
                    <a:pt x="54" y="240"/>
                  </a:cubicBezTo>
                  <a:cubicBezTo>
                    <a:pt x="66" y="252"/>
                    <a:pt x="85" y="265"/>
                    <a:pt x="107" y="265"/>
                  </a:cubicBezTo>
                  <a:cubicBezTo>
                    <a:pt x="117" y="265"/>
                    <a:pt x="127" y="263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6" y="50"/>
                    <a:pt x="174" y="34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4" name="Google Shape;16944;p42"/>
            <p:cNvSpPr/>
            <p:nvPr/>
          </p:nvSpPr>
          <p:spPr>
            <a:xfrm>
              <a:off x="5231575" y="25447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17" y="190"/>
                    <a:pt x="38" y="206"/>
                    <a:pt x="54" y="244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74" y="260"/>
                    <a:pt x="191" y="244"/>
                    <a:pt x="207" y="206"/>
                  </a:cubicBezTo>
                  <a:cubicBezTo>
                    <a:pt x="224" y="174"/>
                    <a:pt x="224" y="141"/>
                    <a:pt x="224" y="103"/>
                  </a:cubicBezTo>
                  <a:cubicBezTo>
                    <a:pt x="224" y="70"/>
                    <a:pt x="207" y="54"/>
                    <a:pt x="191" y="17"/>
                  </a:cubicBezTo>
                  <a:cubicBezTo>
                    <a:pt x="174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5" name="Google Shape;16945;p42"/>
            <p:cNvSpPr/>
            <p:nvPr/>
          </p:nvSpPr>
          <p:spPr>
            <a:xfrm>
              <a:off x="5224275" y="25619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54" y="17"/>
                    <a:pt x="0" y="87"/>
                    <a:pt x="21" y="153"/>
                  </a:cubicBezTo>
                  <a:cubicBezTo>
                    <a:pt x="21" y="191"/>
                    <a:pt x="37" y="223"/>
                    <a:pt x="54" y="240"/>
                  </a:cubicBezTo>
                  <a:cubicBezTo>
                    <a:pt x="87" y="256"/>
                    <a:pt x="124" y="256"/>
                    <a:pt x="140" y="256"/>
                  </a:cubicBezTo>
                  <a:cubicBezTo>
                    <a:pt x="206" y="256"/>
                    <a:pt x="243" y="191"/>
                    <a:pt x="243" y="104"/>
                  </a:cubicBezTo>
                  <a:cubicBezTo>
                    <a:pt x="227" y="87"/>
                    <a:pt x="206" y="50"/>
                    <a:pt x="190" y="34"/>
                  </a:cubicBezTo>
                  <a:cubicBezTo>
                    <a:pt x="190" y="17"/>
                    <a:pt x="173" y="17"/>
                    <a:pt x="173" y="17"/>
                  </a:cubicBez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6" name="Google Shape;16946;p42"/>
            <p:cNvSpPr/>
            <p:nvPr/>
          </p:nvSpPr>
          <p:spPr>
            <a:xfrm>
              <a:off x="5110475" y="26135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41" y="0"/>
                  </a:moveTo>
                  <a:cubicBezTo>
                    <a:pt x="104" y="0"/>
                    <a:pt x="87" y="0"/>
                    <a:pt x="54" y="33"/>
                  </a:cubicBezTo>
                  <a:cubicBezTo>
                    <a:pt x="0" y="70"/>
                    <a:pt x="0" y="153"/>
                    <a:pt x="38" y="206"/>
                  </a:cubicBezTo>
                  <a:cubicBezTo>
                    <a:pt x="54" y="239"/>
                    <a:pt x="87" y="256"/>
                    <a:pt x="120" y="256"/>
                  </a:cubicBezTo>
                  <a:cubicBezTo>
                    <a:pt x="141" y="256"/>
                    <a:pt x="174" y="256"/>
                    <a:pt x="190" y="223"/>
                  </a:cubicBezTo>
                  <a:cubicBezTo>
                    <a:pt x="223" y="206"/>
                    <a:pt x="223" y="173"/>
                    <a:pt x="244" y="136"/>
                  </a:cubicBezTo>
                  <a:cubicBezTo>
                    <a:pt x="244" y="103"/>
                    <a:pt x="223" y="70"/>
                    <a:pt x="207" y="50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7" name="Google Shape;16947;p42"/>
            <p:cNvSpPr/>
            <p:nvPr/>
          </p:nvSpPr>
          <p:spPr>
            <a:xfrm>
              <a:off x="5112225" y="2568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50" y="21"/>
                    <a:pt x="1" y="71"/>
                    <a:pt x="17" y="157"/>
                  </a:cubicBezTo>
                  <a:cubicBezTo>
                    <a:pt x="17" y="190"/>
                    <a:pt x="34" y="207"/>
                    <a:pt x="50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207" y="244"/>
                    <a:pt x="240" y="174"/>
                    <a:pt x="223" y="104"/>
                  </a:cubicBezTo>
                  <a:cubicBezTo>
                    <a:pt x="223" y="71"/>
                    <a:pt x="207" y="54"/>
                    <a:pt x="190" y="21"/>
                  </a:cubicBezTo>
                  <a:cubicBezTo>
                    <a:pt x="174" y="21"/>
                    <a:pt x="174" y="2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8" name="Google Shape;16948;p42"/>
            <p:cNvSpPr/>
            <p:nvPr/>
          </p:nvSpPr>
          <p:spPr>
            <a:xfrm>
              <a:off x="5113475" y="26436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40" y="0"/>
                  </a:moveTo>
                  <a:cubicBezTo>
                    <a:pt x="103" y="0"/>
                    <a:pt x="70" y="17"/>
                    <a:pt x="54" y="33"/>
                  </a:cubicBezTo>
                  <a:cubicBezTo>
                    <a:pt x="0" y="83"/>
                    <a:pt x="0" y="153"/>
                    <a:pt x="37" y="223"/>
                  </a:cubicBezTo>
                  <a:cubicBezTo>
                    <a:pt x="54" y="239"/>
                    <a:pt x="87" y="256"/>
                    <a:pt x="103" y="256"/>
                  </a:cubicBezTo>
                  <a:cubicBezTo>
                    <a:pt x="114" y="261"/>
                    <a:pt x="124" y="263"/>
                    <a:pt x="134" y="263"/>
                  </a:cubicBezTo>
                  <a:cubicBezTo>
                    <a:pt x="158" y="263"/>
                    <a:pt x="178" y="251"/>
                    <a:pt x="190" y="239"/>
                  </a:cubicBezTo>
                  <a:cubicBezTo>
                    <a:pt x="243" y="186"/>
                    <a:pt x="243" y="103"/>
                    <a:pt x="206" y="50"/>
                  </a:cubicBezTo>
                  <a:cubicBezTo>
                    <a:pt x="190" y="33"/>
                    <a:pt x="173" y="17"/>
                    <a:pt x="157" y="17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9" name="Google Shape;16949;p42"/>
            <p:cNvSpPr/>
            <p:nvPr/>
          </p:nvSpPr>
          <p:spPr>
            <a:xfrm>
              <a:off x="5122525" y="26610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8" y="0"/>
                  </a:moveTo>
                  <a:cubicBezTo>
                    <a:pt x="83" y="0"/>
                    <a:pt x="31" y="35"/>
                    <a:pt x="17" y="91"/>
                  </a:cubicBezTo>
                  <a:cubicBezTo>
                    <a:pt x="1" y="161"/>
                    <a:pt x="17" y="231"/>
                    <a:pt x="71" y="264"/>
                  </a:cubicBezTo>
                  <a:cubicBezTo>
                    <a:pt x="82" y="267"/>
                    <a:pt x="94" y="268"/>
                    <a:pt x="105" y="268"/>
                  </a:cubicBezTo>
                  <a:cubicBezTo>
                    <a:pt x="159" y="268"/>
                    <a:pt x="210" y="235"/>
                    <a:pt x="223" y="177"/>
                  </a:cubicBezTo>
                  <a:cubicBezTo>
                    <a:pt x="240" y="107"/>
                    <a:pt x="207" y="41"/>
                    <a:pt x="153" y="4"/>
                  </a:cubicBezTo>
                  <a:cubicBezTo>
                    <a:pt x="146" y="1"/>
                    <a:pt x="137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0" name="Google Shape;16950;p42"/>
            <p:cNvSpPr/>
            <p:nvPr/>
          </p:nvSpPr>
          <p:spPr>
            <a:xfrm>
              <a:off x="5114400" y="25182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94" y="0"/>
                  </a:moveTo>
                  <a:cubicBezTo>
                    <a:pt x="53" y="0"/>
                    <a:pt x="12" y="32"/>
                    <a:pt x="0" y="83"/>
                  </a:cubicBezTo>
                  <a:lnTo>
                    <a:pt x="0" y="133"/>
                  </a:lnTo>
                  <a:cubicBezTo>
                    <a:pt x="0" y="186"/>
                    <a:pt x="17" y="236"/>
                    <a:pt x="66" y="252"/>
                  </a:cubicBezTo>
                  <a:cubicBezTo>
                    <a:pt x="76" y="258"/>
                    <a:pt x="88" y="261"/>
                    <a:pt x="99" y="261"/>
                  </a:cubicBezTo>
                  <a:cubicBezTo>
                    <a:pt x="128" y="261"/>
                    <a:pt x="157" y="243"/>
                    <a:pt x="169" y="219"/>
                  </a:cubicBezTo>
                  <a:cubicBezTo>
                    <a:pt x="190" y="219"/>
                    <a:pt x="206" y="203"/>
                    <a:pt x="206" y="170"/>
                  </a:cubicBezTo>
                  <a:cubicBezTo>
                    <a:pt x="223" y="116"/>
                    <a:pt x="206" y="30"/>
                    <a:pt x="136" y="13"/>
                  </a:cubicBezTo>
                  <a:cubicBezTo>
                    <a:pt x="123" y="4"/>
                    <a:pt x="108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1" name="Google Shape;16951;p42"/>
            <p:cNvSpPr/>
            <p:nvPr/>
          </p:nvSpPr>
          <p:spPr>
            <a:xfrm>
              <a:off x="5116975" y="2548100"/>
              <a:ext cx="6400" cy="6675"/>
            </a:xfrm>
            <a:custGeom>
              <a:avLst/>
              <a:gdLst/>
              <a:ahLst/>
              <a:cxnLst/>
              <a:rect l="l" t="t" r="r" b="b"/>
              <a:pathLst>
                <a:path w="256" h="267" extrusionOk="0">
                  <a:moveTo>
                    <a:pt x="134" y="1"/>
                  </a:moveTo>
                  <a:cubicBezTo>
                    <a:pt x="84" y="1"/>
                    <a:pt x="44" y="35"/>
                    <a:pt x="17" y="89"/>
                  </a:cubicBezTo>
                  <a:cubicBezTo>
                    <a:pt x="0" y="159"/>
                    <a:pt x="33" y="229"/>
                    <a:pt x="87" y="262"/>
                  </a:cubicBezTo>
                  <a:cubicBezTo>
                    <a:pt x="95" y="265"/>
                    <a:pt x="104" y="266"/>
                    <a:pt x="114" y="266"/>
                  </a:cubicBezTo>
                  <a:cubicBezTo>
                    <a:pt x="159" y="266"/>
                    <a:pt x="209" y="234"/>
                    <a:pt x="223" y="176"/>
                  </a:cubicBezTo>
                  <a:cubicBezTo>
                    <a:pt x="256" y="110"/>
                    <a:pt x="223" y="40"/>
                    <a:pt x="169" y="7"/>
                  </a:cubicBezTo>
                  <a:cubicBezTo>
                    <a:pt x="157" y="3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2" name="Google Shape;16952;p42"/>
            <p:cNvSpPr/>
            <p:nvPr/>
          </p:nvSpPr>
          <p:spPr>
            <a:xfrm>
              <a:off x="5118625" y="25829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1"/>
                    <a:pt x="0" y="71"/>
                    <a:pt x="21" y="137"/>
                  </a:cubicBezTo>
                  <a:cubicBezTo>
                    <a:pt x="21" y="224"/>
                    <a:pt x="87" y="261"/>
                    <a:pt x="140" y="261"/>
                  </a:cubicBezTo>
                  <a:cubicBezTo>
                    <a:pt x="173" y="240"/>
                    <a:pt x="190" y="224"/>
                    <a:pt x="206" y="207"/>
                  </a:cubicBezTo>
                  <a:cubicBezTo>
                    <a:pt x="227" y="174"/>
                    <a:pt x="243" y="137"/>
                    <a:pt x="243" y="104"/>
                  </a:cubicBezTo>
                  <a:cubicBezTo>
                    <a:pt x="227" y="71"/>
                    <a:pt x="206" y="34"/>
                    <a:pt x="190" y="17"/>
                  </a:cubicBezTo>
                  <a:cubicBezTo>
                    <a:pt x="190" y="17"/>
                    <a:pt x="17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3" name="Google Shape;16953;p42"/>
            <p:cNvSpPr/>
            <p:nvPr/>
          </p:nvSpPr>
          <p:spPr>
            <a:xfrm>
              <a:off x="5117375" y="25984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34" y="0"/>
                    <a:pt x="1" y="70"/>
                    <a:pt x="1" y="136"/>
                  </a:cubicBezTo>
                  <a:cubicBezTo>
                    <a:pt x="17" y="174"/>
                    <a:pt x="17" y="207"/>
                    <a:pt x="50" y="223"/>
                  </a:cubicBezTo>
                  <a:cubicBezTo>
                    <a:pt x="71" y="260"/>
                    <a:pt x="104" y="260"/>
                    <a:pt x="137" y="260"/>
                  </a:cubicBezTo>
                  <a:cubicBezTo>
                    <a:pt x="153" y="239"/>
                    <a:pt x="190" y="223"/>
                    <a:pt x="207" y="207"/>
                  </a:cubicBezTo>
                  <a:cubicBezTo>
                    <a:pt x="223" y="174"/>
                    <a:pt x="223" y="136"/>
                    <a:pt x="223" y="103"/>
                  </a:cubicBezTo>
                  <a:cubicBezTo>
                    <a:pt x="223" y="70"/>
                    <a:pt x="207" y="33"/>
                    <a:pt x="174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4" name="Google Shape;16954;p42"/>
            <p:cNvSpPr/>
            <p:nvPr/>
          </p:nvSpPr>
          <p:spPr>
            <a:xfrm>
              <a:off x="5093375" y="24932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66" y="17"/>
                    <a:pt x="50" y="38"/>
                    <a:pt x="33" y="54"/>
                  </a:cubicBezTo>
                  <a:cubicBezTo>
                    <a:pt x="17" y="87"/>
                    <a:pt x="0" y="120"/>
                    <a:pt x="0" y="158"/>
                  </a:cubicBezTo>
                  <a:cubicBezTo>
                    <a:pt x="17" y="191"/>
                    <a:pt x="33" y="224"/>
                    <a:pt x="50" y="244"/>
                  </a:cubicBezTo>
                  <a:cubicBezTo>
                    <a:pt x="61" y="256"/>
                    <a:pt x="83" y="267"/>
                    <a:pt x="107" y="267"/>
                  </a:cubicBezTo>
                  <a:cubicBezTo>
                    <a:pt x="116" y="267"/>
                    <a:pt x="126" y="265"/>
                    <a:pt x="136" y="261"/>
                  </a:cubicBezTo>
                  <a:cubicBezTo>
                    <a:pt x="186" y="261"/>
                    <a:pt x="239" y="191"/>
                    <a:pt x="223" y="120"/>
                  </a:cubicBezTo>
                  <a:cubicBezTo>
                    <a:pt x="223" y="87"/>
                    <a:pt x="206" y="54"/>
                    <a:pt x="186" y="38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5" name="Google Shape;16955;p42"/>
            <p:cNvSpPr/>
            <p:nvPr/>
          </p:nvSpPr>
          <p:spPr>
            <a:xfrm>
              <a:off x="5078325" y="24953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33" y="17"/>
                    <a:pt x="0" y="71"/>
                    <a:pt x="17" y="157"/>
                  </a:cubicBezTo>
                  <a:cubicBezTo>
                    <a:pt x="17" y="190"/>
                    <a:pt x="33" y="207"/>
                    <a:pt x="50" y="240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3"/>
                    <a:pt x="190" y="17"/>
                  </a:cubicBezTo>
                  <a:cubicBezTo>
                    <a:pt x="169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6" name="Google Shape;16956;p42"/>
            <p:cNvSpPr/>
            <p:nvPr/>
          </p:nvSpPr>
          <p:spPr>
            <a:xfrm>
              <a:off x="5085625" y="24781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1"/>
                  </a:moveTo>
                  <a:cubicBezTo>
                    <a:pt x="34" y="1"/>
                    <a:pt x="1" y="71"/>
                    <a:pt x="1" y="141"/>
                  </a:cubicBezTo>
                  <a:cubicBezTo>
                    <a:pt x="1" y="174"/>
                    <a:pt x="17" y="207"/>
                    <a:pt x="50" y="228"/>
                  </a:cubicBezTo>
                  <a:cubicBezTo>
                    <a:pt x="67" y="261"/>
                    <a:pt x="104" y="261"/>
                    <a:pt x="120" y="261"/>
                  </a:cubicBezTo>
                  <a:cubicBezTo>
                    <a:pt x="153" y="244"/>
                    <a:pt x="186" y="228"/>
                    <a:pt x="207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7" y="38"/>
                    <a:pt x="170" y="22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7" name="Google Shape;16957;p42"/>
            <p:cNvSpPr/>
            <p:nvPr/>
          </p:nvSpPr>
          <p:spPr>
            <a:xfrm>
              <a:off x="5088625" y="25106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lnTo>
                    <a:pt x="66" y="8"/>
                  </a:lnTo>
                  <a:cubicBezTo>
                    <a:pt x="33" y="41"/>
                    <a:pt x="0" y="94"/>
                    <a:pt x="17" y="144"/>
                  </a:cubicBezTo>
                  <a:cubicBezTo>
                    <a:pt x="17" y="181"/>
                    <a:pt x="33" y="214"/>
                    <a:pt x="50" y="231"/>
                  </a:cubicBezTo>
                  <a:cubicBezTo>
                    <a:pt x="66" y="268"/>
                    <a:pt x="103" y="268"/>
                    <a:pt x="136" y="268"/>
                  </a:cubicBezTo>
                  <a:cubicBezTo>
                    <a:pt x="190" y="247"/>
                    <a:pt x="240" y="181"/>
                    <a:pt x="223" y="111"/>
                  </a:cubicBezTo>
                  <a:lnTo>
                    <a:pt x="223" y="78"/>
                  </a:lnTo>
                  <a:cubicBezTo>
                    <a:pt x="207" y="41"/>
                    <a:pt x="190" y="24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8" name="Google Shape;16958;p42"/>
            <p:cNvSpPr/>
            <p:nvPr/>
          </p:nvSpPr>
          <p:spPr>
            <a:xfrm>
              <a:off x="5064100" y="24529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0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17" y="50"/>
                    <a:pt x="0" y="83"/>
                    <a:pt x="0" y="120"/>
                  </a:cubicBezTo>
                  <a:cubicBezTo>
                    <a:pt x="0" y="153"/>
                    <a:pt x="17" y="186"/>
                    <a:pt x="37" y="223"/>
                  </a:cubicBezTo>
                  <a:cubicBezTo>
                    <a:pt x="54" y="240"/>
                    <a:pt x="70" y="256"/>
                    <a:pt x="103" y="256"/>
                  </a:cubicBezTo>
                  <a:cubicBezTo>
                    <a:pt x="114" y="261"/>
                    <a:pt x="123" y="263"/>
                    <a:pt x="131" y="263"/>
                  </a:cubicBezTo>
                  <a:cubicBezTo>
                    <a:pt x="151" y="263"/>
                    <a:pt x="167" y="252"/>
                    <a:pt x="190" y="240"/>
                  </a:cubicBezTo>
                  <a:cubicBezTo>
                    <a:pt x="223" y="186"/>
                    <a:pt x="243" y="104"/>
                    <a:pt x="206" y="50"/>
                  </a:cubicBezTo>
                  <a:cubicBezTo>
                    <a:pt x="190" y="34"/>
                    <a:pt x="173" y="17"/>
                    <a:pt x="157" y="17"/>
                  </a:cubicBezTo>
                  <a:cubicBezTo>
                    <a:pt x="157" y="1"/>
                    <a:pt x="140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9" name="Google Shape;16959;p42"/>
            <p:cNvSpPr/>
            <p:nvPr/>
          </p:nvSpPr>
          <p:spPr>
            <a:xfrm>
              <a:off x="5082125" y="252855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13" y="1"/>
                  </a:moveTo>
                  <a:cubicBezTo>
                    <a:pt x="72" y="1"/>
                    <a:pt x="32" y="32"/>
                    <a:pt x="17" y="84"/>
                  </a:cubicBezTo>
                  <a:cubicBezTo>
                    <a:pt x="1" y="149"/>
                    <a:pt x="17" y="220"/>
                    <a:pt x="87" y="253"/>
                  </a:cubicBezTo>
                  <a:cubicBezTo>
                    <a:pt x="97" y="256"/>
                    <a:pt x="108" y="258"/>
                    <a:pt x="118" y="258"/>
                  </a:cubicBezTo>
                  <a:cubicBezTo>
                    <a:pt x="164" y="258"/>
                    <a:pt x="210" y="224"/>
                    <a:pt x="223" y="170"/>
                  </a:cubicBezTo>
                  <a:cubicBezTo>
                    <a:pt x="244" y="116"/>
                    <a:pt x="207" y="30"/>
                    <a:pt x="157" y="13"/>
                  </a:cubicBezTo>
                  <a:cubicBezTo>
                    <a:pt x="143" y="5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0" name="Google Shape;16960;p42"/>
            <p:cNvSpPr/>
            <p:nvPr/>
          </p:nvSpPr>
          <p:spPr>
            <a:xfrm>
              <a:off x="5097600" y="2569700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7" y="0"/>
                    <a:pt x="0" y="70"/>
                    <a:pt x="0" y="136"/>
                  </a:cubicBezTo>
                  <a:cubicBezTo>
                    <a:pt x="17" y="190"/>
                    <a:pt x="37" y="223"/>
                    <a:pt x="70" y="239"/>
                  </a:cubicBezTo>
                  <a:cubicBezTo>
                    <a:pt x="87" y="239"/>
                    <a:pt x="103" y="256"/>
                    <a:pt x="140" y="256"/>
                  </a:cubicBezTo>
                  <a:cubicBezTo>
                    <a:pt x="157" y="239"/>
                    <a:pt x="190" y="223"/>
                    <a:pt x="206" y="206"/>
                  </a:cubicBezTo>
                  <a:cubicBezTo>
                    <a:pt x="223" y="173"/>
                    <a:pt x="223" y="136"/>
                    <a:pt x="223" y="103"/>
                  </a:cubicBezTo>
                  <a:cubicBezTo>
                    <a:pt x="223" y="70"/>
                    <a:pt x="206" y="33"/>
                    <a:pt x="190" y="17"/>
                  </a:cubicBezTo>
                  <a:cubicBezTo>
                    <a:pt x="173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1" name="Google Shape;16961;p42"/>
            <p:cNvSpPr/>
            <p:nvPr/>
          </p:nvSpPr>
          <p:spPr>
            <a:xfrm>
              <a:off x="5219125" y="2577825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40" y="1"/>
                  </a:moveTo>
                  <a:cubicBezTo>
                    <a:pt x="103" y="1"/>
                    <a:pt x="87" y="1"/>
                    <a:pt x="54" y="17"/>
                  </a:cubicBezTo>
                  <a:cubicBezTo>
                    <a:pt x="21" y="71"/>
                    <a:pt x="0" y="157"/>
                    <a:pt x="37" y="207"/>
                  </a:cubicBezTo>
                  <a:cubicBezTo>
                    <a:pt x="54" y="240"/>
                    <a:pt x="87" y="261"/>
                    <a:pt x="124" y="261"/>
                  </a:cubicBezTo>
                  <a:cubicBezTo>
                    <a:pt x="140" y="261"/>
                    <a:pt x="173" y="261"/>
                    <a:pt x="190" y="223"/>
                  </a:cubicBezTo>
                  <a:cubicBezTo>
                    <a:pt x="243" y="190"/>
                    <a:pt x="260" y="104"/>
                    <a:pt x="206" y="54"/>
                  </a:cubicBezTo>
                  <a:cubicBezTo>
                    <a:pt x="206" y="34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2" name="Google Shape;16962;p42"/>
            <p:cNvSpPr/>
            <p:nvPr/>
          </p:nvSpPr>
          <p:spPr>
            <a:xfrm>
              <a:off x="5091600" y="2461475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37" y="0"/>
                  </a:moveTo>
                  <a:cubicBezTo>
                    <a:pt x="121" y="0"/>
                    <a:pt x="88" y="0"/>
                    <a:pt x="71" y="17"/>
                  </a:cubicBezTo>
                  <a:cubicBezTo>
                    <a:pt x="17" y="70"/>
                    <a:pt x="1" y="153"/>
                    <a:pt x="50" y="206"/>
                  </a:cubicBezTo>
                  <a:cubicBezTo>
                    <a:pt x="71" y="239"/>
                    <a:pt x="88" y="256"/>
                    <a:pt x="121" y="256"/>
                  </a:cubicBezTo>
                  <a:cubicBezTo>
                    <a:pt x="154" y="256"/>
                    <a:pt x="174" y="239"/>
                    <a:pt x="207" y="223"/>
                  </a:cubicBezTo>
                  <a:cubicBezTo>
                    <a:pt x="240" y="190"/>
                    <a:pt x="257" y="103"/>
                    <a:pt x="224" y="50"/>
                  </a:cubicBezTo>
                  <a:cubicBezTo>
                    <a:pt x="207" y="33"/>
                    <a:pt x="191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3" name="Google Shape;16963;p42"/>
            <p:cNvSpPr/>
            <p:nvPr/>
          </p:nvSpPr>
          <p:spPr>
            <a:xfrm>
              <a:off x="5094200" y="25400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64" y="256"/>
                    <a:pt x="85" y="267"/>
                    <a:pt x="107" y="267"/>
                  </a:cubicBezTo>
                  <a:cubicBezTo>
                    <a:pt x="117" y="267"/>
                    <a:pt x="126" y="265"/>
                    <a:pt x="136" y="260"/>
                  </a:cubicBezTo>
                  <a:cubicBezTo>
                    <a:pt x="190" y="260"/>
                    <a:pt x="239" y="190"/>
                    <a:pt x="223" y="124"/>
                  </a:cubicBezTo>
                  <a:cubicBezTo>
                    <a:pt x="223" y="87"/>
                    <a:pt x="206" y="54"/>
                    <a:pt x="190" y="38"/>
                  </a:cubicBezTo>
                  <a:cubicBezTo>
                    <a:pt x="173" y="21"/>
                    <a:pt x="173" y="21"/>
                    <a:pt x="153" y="21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4" name="Google Shape;16964;p42"/>
            <p:cNvSpPr/>
            <p:nvPr/>
          </p:nvSpPr>
          <p:spPr>
            <a:xfrm>
              <a:off x="5082550" y="25709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3" y="1"/>
                  </a:moveTo>
                  <a:cubicBezTo>
                    <a:pt x="70" y="21"/>
                    <a:pt x="37" y="38"/>
                    <a:pt x="21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21" y="190"/>
                    <a:pt x="21" y="227"/>
                    <a:pt x="54" y="244"/>
                  </a:cubicBezTo>
                  <a:cubicBezTo>
                    <a:pt x="65" y="255"/>
                    <a:pt x="85" y="267"/>
                    <a:pt x="109" y="267"/>
                  </a:cubicBezTo>
                  <a:cubicBezTo>
                    <a:pt x="119" y="267"/>
                    <a:pt x="129" y="265"/>
                    <a:pt x="140" y="260"/>
                  </a:cubicBezTo>
                  <a:cubicBezTo>
                    <a:pt x="190" y="260"/>
                    <a:pt x="243" y="190"/>
                    <a:pt x="227" y="124"/>
                  </a:cubicBezTo>
                  <a:cubicBezTo>
                    <a:pt x="227" y="87"/>
                    <a:pt x="206" y="54"/>
                    <a:pt x="173" y="38"/>
                  </a:cubicBezTo>
                  <a:cubicBezTo>
                    <a:pt x="173" y="21"/>
                    <a:pt x="173" y="21"/>
                    <a:pt x="157" y="21"/>
                  </a:cubicBezTo>
                  <a:cubicBezTo>
                    <a:pt x="140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5" name="Google Shape;16965;p42"/>
            <p:cNvSpPr/>
            <p:nvPr/>
          </p:nvSpPr>
          <p:spPr>
            <a:xfrm>
              <a:off x="5072225" y="255762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04" y="1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1" y="190"/>
                    <a:pt x="38" y="223"/>
                    <a:pt x="54" y="244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1" y="244"/>
                    <a:pt x="244" y="190"/>
                    <a:pt x="228" y="104"/>
                  </a:cubicBezTo>
                  <a:cubicBezTo>
                    <a:pt x="228" y="71"/>
                    <a:pt x="207" y="54"/>
                    <a:pt x="191" y="17"/>
                  </a:cubicBezTo>
                  <a:lnTo>
                    <a:pt x="158" y="17"/>
                  </a:ln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6" name="Google Shape;16966;p42"/>
            <p:cNvSpPr/>
            <p:nvPr/>
          </p:nvSpPr>
          <p:spPr>
            <a:xfrm>
              <a:off x="5073575" y="2541650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5" y="1"/>
                  </a:moveTo>
                  <a:cubicBezTo>
                    <a:pt x="98" y="1"/>
                    <a:pt x="47" y="33"/>
                    <a:pt x="33" y="91"/>
                  </a:cubicBezTo>
                  <a:cubicBezTo>
                    <a:pt x="0" y="161"/>
                    <a:pt x="33" y="227"/>
                    <a:pt x="87" y="244"/>
                  </a:cubicBezTo>
                  <a:cubicBezTo>
                    <a:pt x="105" y="254"/>
                    <a:pt x="122" y="259"/>
                    <a:pt x="138" y="259"/>
                  </a:cubicBezTo>
                  <a:cubicBezTo>
                    <a:pt x="181" y="259"/>
                    <a:pt x="216" y="226"/>
                    <a:pt x="240" y="178"/>
                  </a:cubicBezTo>
                  <a:cubicBezTo>
                    <a:pt x="256" y="108"/>
                    <a:pt x="223" y="38"/>
                    <a:pt x="174" y="5"/>
                  </a:cubicBezTo>
                  <a:cubicBezTo>
                    <a:pt x="165" y="2"/>
                    <a:pt x="155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7" name="Google Shape;16967;p42"/>
            <p:cNvSpPr/>
            <p:nvPr/>
          </p:nvSpPr>
          <p:spPr>
            <a:xfrm>
              <a:off x="5071400" y="2604950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120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1" y="83"/>
                    <a:pt x="1" y="153"/>
                    <a:pt x="34" y="223"/>
                  </a:cubicBezTo>
                  <a:cubicBezTo>
                    <a:pt x="54" y="239"/>
                    <a:pt x="71" y="256"/>
                    <a:pt x="104" y="256"/>
                  </a:cubicBezTo>
                  <a:cubicBezTo>
                    <a:pt x="114" y="261"/>
                    <a:pt x="122" y="263"/>
                    <a:pt x="130" y="263"/>
                  </a:cubicBezTo>
                  <a:cubicBezTo>
                    <a:pt x="150" y="263"/>
                    <a:pt x="167" y="251"/>
                    <a:pt x="191" y="239"/>
                  </a:cubicBezTo>
                  <a:cubicBezTo>
                    <a:pt x="207" y="206"/>
                    <a:pt x="224" y="186"/>
                    <a:pt x="224" y="153"/>
                  </a:cubicBezTo>
                  <a:cubicBezTo>
                    <a:pt x="224" y="120"/>
                    <a:pt x="224" y="83"/>
                    <a:pt x="207" y="50"/>
                  </a:cubicBezTo>
                  <a:cubicBezTo>
                    <a:pt x="191" y="33"/>
                    <a:pt x="174" y="17"/>
                    <a:pt x="158" y="17"/>
                  </a:cubicBezTo>
                  <a:cubicBezTo>
                    <a:pt x="158" y="17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8" name="Google Shape;16968;p42"/>
            <p:cNvSpPr/>
            <p:nvPr/>
          </p:nvSpPr>
          <p:spPr>
            <a:xfrm>
              <a:off x="5078325" y="2589900"/>
              <a:ext cx="5575" cy="6575"/>
            </a:xfrm>
            <a:custGeom>
              <a:avLst/>
              <a:gdLst/>
              <a:ahLst/>
              <a:cxnLst/>
              <a:rect l="l" t="t" r="r" b="b"/>
              <a:pathLst>
                <a:path w="223" h="263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17" y="223"/>
                    <a:pt x="50" y="239"/>
                  </a:cubicBezTo>
                  <a:cubicBezTo>
                    <a:pt x="61" y="251"/>
                    <a:pt x="83" y="263"/>
                    <a:pt x="107" y="263"/>
                  </a:cubicBezTo>
                  <a:cubicBezTo>
                    <a:pt x="117" y="263"/>
                    <a:pt x="127" y="261"/>
                    <a:pt x="136" y="256"/>
                  </a:cubicBezTo>
                  <a:cubicBezTo>
                    <a:pt x="153" y="256"/>
                    <a:pt x="190" y="239"/>
                    <a:pt x="206" y="206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9" name="Google Shape;16969;p42"/>
            <p:cNvSpPr/>
            <p:nvPr/>
          </p:nvSpPr>
          <p:spPr>
            <a:xfrm>
              <a:off x="5070175" y="2577425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20" y="0"/>
                  </a:moveTo>
                  <a:cubicBezTo>
                    <a:pt x="83" y="0"/>
                    <a:pt x="50" y="17"/>
                    <a:pt x="33" y="33"/>
                  </a:cubicBezTo>
                  <a:cubicBezTo>
                    <a:pt x="17" y="50"/>
                    <a:pt x="0" y="87"/>
                    <a:pt x="0" y="120"/>
                  </a:cubicBezTo>
                  <a:cubicBezTo>
                    <a:pt x="0" y="153"/>
                    <a:pt x="0" y="190"/>
                    <a:pt x="17" y="223"/>
                  </a:cubicBezTo>
                  <a:cubicBezTo>
                    <a:pt x="35" y="252"/>
                    <a:pt x="64" y="265"/>
                    <a:pt x="95" y="265"/>
                  </a:cubicBezTo>
                  <a:cubicBezTo>
                    <a:pt x="120" y="265"/>
                    <a:pt x="147" y="256"/>
                    <a:pt x="169" y="239"/>
                  </a:cubicBezTo>
                  <a:cubicBezTo>
                    <a:pt x="223" y="190"/>
                    <a:pt x="223" y="103"/>
                    <a:pt x="186" y="50"/>
                  </a:cubicBezTo>
                  <a:cubicBezTo>
                    <a:pt x="169" y="33"/>
                    <a:pt x="153" y="17"/>
                    <a:pt x="136" y="17"/>
                  </a:cubicBezTo>
                  <a:cubicBezTo>
                    <a:pt x="136" y="0"/>
                    <a:pt x="120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0" name="Google Shape;16970;p42"/>
            <p:cNvSpPr/>
            <p:nvPr/>
          </p:nvSpPr>
          <p:spPr>
            <a:xfrm>
              <a:off x="5073150" y="2511075"/>
              <a:ext cx="6025" cy="6700"/>
            </a:xfrm>
            <a:custGeom>
              <a:avLst/>
              <a:gdLst/>
              <a:ahLst/>
              <a:cxnLst/>
              <a:rect l="l" t="t" r="r" b="b"/>
              <a:pathLst>
                <a:path w="241" h="268" extrusionOk="0">
                  <a:moveTo>
                    <a:pt x="108" y="1"/>
                  </a:moveTo>
                  <a:cubicBezTo>
                    <a:pt x="84" y="1"/>
                    <a:pt x="62" y="12"/>
                    <a:pt x="50" y="24"/>
                  </a:cubicBezTo>
                  <a:cubicBezTo>
                    <a:pt x="1" y="77"/>
                    <a:pt x="1" y="164"/>
                    <a:pt x="34" y="214"/>
                  </a:cubicBezTo>
                  <a:cubicBezTo>
                    <a:pt x="50" y="230"/>
                    <a:pt x="88" y="251"/>
                    <a:pt x="104" y="267"/>
                  </a:cubicBezTo>
                  <a:cubicBezTo>
                    <a:pt x="137" y="267"/>
                    <a:pt x="170" y="251"/>
                    <a:pt x="191" y="230"/>
                  </a:cubicBezTo>
                  <a:cubicBezTo>
                    <a:pt x="240" y="181"/>
                    <a:pt x="240" y="110"/>
                    <a:pt x="207" y="45"/>
                  </a:cubicBezTo>
                  <a:cubicBezTo>
                    <a:pt x="191" y="24"/>
                    <a:pt x="170" y="7"/>
                    <a:pt x="154" y="7"/>
                  </a:cubicBezTo>
                  <a:lnTo>
                    <a:pt x="137" y="7"/>
                  </a:lnTo>
                  <a:cubicBezTo>
                    <a:pt x="127" y="3"/>
                    <a:pt x="117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1" name="Google Shape;16971;p42"/>
            <p:cNvSpPr/>
            <p:nvPr/>
          </p:nvSpPr>
          <p:spPr>
            <a:xfrm>
              <a:off x="5076975" y="24658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04" y="0"/>
                  </a:moveTo>
                  <a:cubicBezTo>
                    <a:pt x="38" y="17"/>
                    <a:pt x="1" y="66"/>
                    <a:pt x="1" y="153"/>
                  </a:cubicBezTo>
                  <a:cubicBezTo>
                    <a:pt x="17" y="186"/>
                    <a:pt x="17" y="206"/>
                    <a:pt x="54" y="239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57" y="256"/>
                    <a:pt x="190" y="239"/>
                    <a:pt x="207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7" y="50"/>
                    <a:pt x="174" y="17"/>
                  </a:cubicBezTo>
                  <a:lnTo>
                    <a:pt x="1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2" name="Google Shape;16972;p42"/>
            <p:cNvSpPr/>
            <p:nvPr/>
          </p:nvSpPr>
          <p:spPr>
            <a:xfrm>
              <a:off x="5070175" y="24807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83" y="0"/>
                    <a:pt x="50" y="3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43"/>
                    <a:pt x="83" y="260"/>
                    <a:pt x="120" y="260"/>
                  </a:cubicBezTo>
                  <a:cubicBezTo>
                    <a:pt x="136" y="260"/>
                    <a:pt x="169" y="260"/>
                    <a:pt x="186" y="243"/>
                  </a:cubicBezTo>
                  <a:cubicBezTo>
                    <a:pt x="223" y="206"/>
                    <a:pt x="223" y="173"/>
                    <a:pt x="240" y="140"/>
                  </a:cubicBezTo>
                  <a:cubicBezTo>
                    <a:pt x="240" y="103"/>
                    <a:pt x="223" y="70"/>
                    <a:pt x="207" y="54"/>
                  </a:cubicBezTo>
                  <a:cubicBezTo>
                    <a:pt x="207" y="37"/>
                    <a:pt x="186" y="21"/>
                    <a:pt x="169" y="21"/>
                  </a:cubicBezTo>
                  <a:cubicBezTo>
                    <a:pt x="153" y="0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3" name="Google Shape;16973;p42"/>
            <p:cNvSpPr/>
            <p:nvPr/>
          </p:nvSpPr>
          <p:spPr>
            <a:xfrm>
              <a:off x="5060700" y="259270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70" y="8"/>
                    <a:pt x="33" y="24"/>
                    <a:pt x="17" y="57"/>
                  </a:cubicBezTo>
                  <a:cubicBezTo>
                    <a:pt x="0" y="78"/>
                    <a:pt x="0" y="111"/>
                    <a:pt x="0" y="144"/>
                  </a:cubicBezTo>
                  <a:cubicBezTo>
                    <a:pt x="0" y="181"/>
                    <a:pt x="17" y="214"/>
                    <a:pt x="50" y="230"/>
                  </a:cubicBezTo>
                  <a:cubicBezTo>
                    <a:pt x="70" y="247"/>
                    <a:pt x="103" y="263"/>
                    <a:pt x="136" y="263"/>
                  </a:cubicBezTo>
                  <a:cubicBezTo>
                    <a:pt x="190" y="247"/>
                    <a:pt x="223" y="181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3" y="8"/>
                  </a:ln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4" name="Google Shape;16974;p42"/>
            <p:cNvSpPr/>
            <p:nvPr/>
          </p:nvSpPr>
          <p:spPr>
            <a:xfrm>
              <a:off x="5058950" y="2560625"/>
              <a:ext cx="6500" cy="6500"/>
            </a:xfrm>
            <a:custGeom>
              <a:avLst/>
              <a:gdLst/>
              <a:ahLst/>
              <a:cxnLst/>
              <a:rect l="l" t="t" r="r" b="b"/>
              <a:pathLst>
                <a:path w="260" h="260" extrusionOk="0">
                  <a:moveTo>
                    <a:pt x="140" y="0"/>
                  </a:moveTo>
                  <a:cubicBezTo>
                    <a:pt x="103" y="0"/>
                    <a:pt x="87" y="0"/>
                    <a:pt x="54" y="37"/>
                  </a:cubicBezTo>
                  <a:cubicBezTo>
                    <a:pt x="17" y="70"/>
                    <a:pt x="0" y="157"/>
                    <a:pt x="37" y="206"/>
                  </a:cubicBezTo>
                  <a:cubicBezTo>
                    <a:pt x="54" y="244"/>
                    <a:pt x="87" y="260"/>
                    <a:pt x="120" y="260"/>
                  </a:cubicBezTo>
                  <a:cubicBezTo>
                    <a:pt x="140" y="260"/>
                    <a:pt x="173" y="260"/>
                    <a:pt x="190" y="227"/>
                  </a:cubicBezTo>
                  <a:cubicBezTo>
                    <a:pt x="243" y="190"/>
                    <a:pt x="260" y="103"/>
                    <a:pt x="206" y="54"/>
                  </a:cubicBezTo>
                  <a:cubicBezTo>
                    <a:pt x="206" y="37"/>
                    <a:pt x="190" y="21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5" name="Google Shape;16975;p42"/>
            <p:cNvSpPr/>
            <p:nvPr/>
          </p:nvSpPr>
          <p:spPr>
            <a:xfrm>
              <a:off x="5060700" y="24678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50" y="21"/>
                    <a:pt x="0" y="87"/>
                    <a:pt x="17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76" y="256"/>
                    <a:pt x="92" y="267"/>
                    <a:pt x="111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206" y="260"/>
                    <a:pt x="239" y="190"/>
                    <a:pt x="223" y="124"/>
                  </a:cubicBezTo>
                  <a:cubicBezTo>
                    <a:pt x="223" y="71"/>
                    <a:pt x="190" y="38"/>
                    <a:pt x="153" y="21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6" name="Google Shape;16976;p42"/>
            <p:cNvSpPr/>
            <p:nvPr/>
          </p:nvSpPr>
          <p:spPr>
            <a:xfrm>
              <a:off x="5055525" y="2483325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71" y="21"/>
                    <a:pt x="34" y="37"/>
                    <a:pt x="17" y="54"/>
                  </a:cubicBezTo>
                  <a:cubicBezTo>
                    <a:pt x="1" y="87"/>
                    <a:pt x="1" y="124"/>
                    <a:pt x="1" y="157"/>
                  </a:cubicBezTo>
                  <a:cubicBezTo>
                    <a:pt x="1" y="190"/>
                    <a:pt x="17" y="227"/>
                    <a:pt x="50" y="243"/>
                  </a:cubicBezTo>
                  <a:cubicBezTo>
                    <a:pt x="65" y="255"/>
                    <a:pt x="86" y="267"/>
                    <a:pt x="108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91" y="260"/>
                    <a:pt x="224" y="190"/>
                    <a:pt x="224" y="124"/>
                  </a:cubicBezTo>
                  <a:cubicBezTo>
                    <a:pt x="224" y="87"/>
                    <a:pt x="207" y="54"/>
                    <a:pt x="174" y="37"/>
                  </a:cubicBezTo>
                  <a:cubicBezTo>
                    <a:pt x="174" y="21"/>
                    <a:pt x="154" y="21"/>
                    <a:pt x="154" y="21"/>
                  </a:cubicBezTo>
                  <a:cubicBezTo>
                    <a:pt x="137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7" name="Google Shape;16977;p42"/>
            <p:cNvSpPr/>
            <p:nvPr/>
          </p:nvSpPr>
          <p:spPr>
            <a:xfrm>
              <a:off x="5059350" y="25443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4" y="1"/>
                  </a:moveTo>
                  <a:cubicBezTo>
                    <a:pt x="54" y="17"/>
                    <a:pt x="1" y="87"/>
                    <a:pt x="21" y="158"/>
                  </a:cubicBezTo>
                  <a:cubicBezTo>
                    <a:pt x="21" y="191"/>
                    <a:pt x="38" y="223"/>
                    <a:pt x="54" y="240"/>
                  </a:cubicBezTo>
                  <a:cubicBezTo>
                    <a:pt x="78" y="255"/>
                    <a:pt x="93" y="267"/>
                    <a:pt x="113" y="267"/>
                  </a:cubicBezTo>
                  <a:cubicBezTo>
                    <a:pt x="121" y="267"/>
                    <a:pt x="130" y="265"/>
                    <a:pt x="141" y="261"/>
                  </a:cubicBezTo>
                  <a:cubicBezTo>
                    <a:pt x="207" y="261"/>
                    <a:pt x="244" y="191"/>
                    <a:pt x="227" y="120"/>
                  </a:cubicBezTo>
                  <a:cubicBezTo>
                    <a:pt x="227" y="87"/>
                    <a:pt x="207" y="54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8" name="Google Shape;16978;p42"/>
            <p:cNvSpPr/>
            <p:nvPr/>
          </p:nvSpPr>
          <p:spPr>
            <a:xfrm>
              <a:off x="5052950" y="2670600"/>
              <a:ext cx="2600" cy="6525"/>
            </a:xfrm>
            <a:custGeom>
              <a:avLst/>
              <a:gdLst/>
              <a:ahLst/>
              <a:cxnLst/>
              <a:rect l="l" t="t" r="r" b="b"/>
              <a:pathLst>
                <a:path w="104" h="261" extrusionOk="0">
                  <a:moveTo>
                    <a:pt x="1" y="0"/>
                  </a:moveTo>
                  <a:lnTo>
                    <a:pt x="1" y="260"/>
                  </a:lnTo>
                  <a:cubicBezTo>
                    <a:pt x="71" y="240"/>
                    <a:pt x="104" y="174"/>
                    <a:pt x="104" y="103"/>
                  </a:cubicBezTo>
                  <a:cubicBezTo>
                    <a:pt x="104" y="70"/>
                    <a:pt x="87" y="33"/>
                    <a:pt x="50" y="17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9" name="Google Shape;16979;p42"/>
            <p:cNvSpPr/>
            <p:nvPr/>
          </p:nvSpPr>
          <p:spPr>
            <a:xfrm>
              <a:off x="5095950" y="2616075"/>
              <a:ext cx="5575" cy="6625"/>
            </a:xfrm>
            <a:custGeom>
              <a:avLst/>
              <a:gdLst/>
              <a:ahLst/>
              <a:cxnLst/>
              <a:rect l="l" t="t" r="r" b="b"/>
              <a:pathLst>
                <a:path w="223" h="265" extrusionOk="0">
                  <a:moveTo>
                    <a:pt x="103" y="0"/>
                  </a:moveTo>
                  <a:cubicBezTo>
                    <a:pt x="66" y="17"/>
                    <a:pt x="33" y="33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0" y="190"/>
                    <a:pt x="17" y="223"/>
                    <a:pt x="50" y="240"/>
                  </a:cubicBezTo>
                  <a:cubicBezTo>
                    <a:pt x="61" y="251"/>
                    <a:pt x="83" y="265"/>
                    <a:pt x="100" y="265"/>
                  </a:cubicBezTo>
                  <a:cubicBezTo>
                    <a:pt x="108" y="265"/>
                    <a:pt x="115" y="262"/>
                    <a:pt x="120" y="256"/>
                  </a:cubicBezTo>
                  <a:cubicBezTo>
                    <a:pt x="186" y="256"/>
                    <a:pt x="223" y="190"/>
                    <a:pt x="223" y="120"/>
                  </a:cubicBezTo>
                  <a:cubicBezTo>
                    <a:pt x="223" y="87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0" name="Google Shape;16980;p42"/>
            <p:cNvSpPr/>
            <p:nvPr/>
          </p:nvSpPr>
          <p:spPr>
            <a:xfrm>
              <a:off x="5079550" y="26676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38" y="17"/>
                    <a:pt x="1" y="87"/>
                    <a:pt x="17" y="153"/>
                  </a:cubicBezTo>
                  <a:cubicBezTo>
                    <a:pt x="17" y="190"/>
                    <a:pt x="38" y="223"/>
                    <a:pt x="54" y="240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90" y="240"/>
                    <a:pt x="244" y="190"/>
                    <a:pt x="223" y="104"/>
                  </a:cubicBezTo>
                  <a:cubicBezTo>
                    <a:pt x="223" y="71"/>
                    <a:pt x="207" y="50"/>
                    <a:pt x="190" y="17"/>
                  </a:cubicBezTo>
                  <a:lnTo>
                    <a:pt x="157" y="17"/>
                  </a:ln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1" name="Google Shape;16981;p42"/>
            <p:cNvSpPr/>
            <p:nvPr/>
          </p:nvSpPr>
          <p:spPr>
            <a:xfrm>
              <a:off x="5066675" y="25276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03" y="1"/>
                  </a:moveTo>
                  <a:cubicBezTo>
                    <a:pt x="54" y="17"/>
                    <a:pt x="0" y="83"/>
                    <a:pt x="17" y="153"/>
                  </a:cubicBezTo>
                  <a:cubicBezTo>
                    <a:pt x="17" y="186"/>
                    <a:pt x="37" y="224"/>
                    <a:pt x="54" y="240"/>
                  </a:cubicBezTo>
                  <a:cubicBezTo>
                    <a:pt x="77" y="252"/>
                    <a:pt x="92" y="263"/>
                    <a:pt x="112" y="263"/>
                  </a:cubicBezTo>
                  <a:cubicBezTo>
                    <a:pt x="120" y="263"/>
                    <a:pt x="130" y="261"/>
                    <a:pt x="140" y="257"/>
                  </a:cubicBezTo>
                  <a:cubicBezTo>
                    <a:pt x="206" y="257"/>
                    <a:pt x="243" y="186"/>
                    <a:pt x="243" y="121"/>
                  </a:cubicBezTo>
                  <a:cubicBezTo>
                    <a:pt x="223" y="83"/>
                    <a:pt x="206" y="50"/>
                    <a:pt x="190" y="34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2" name="Google Shape;16982;p42"/>
            <p:cNvSpPr/>
            <p:nvPr/>
          </p:nvSpPr>
          <p:spPr>
            <a:xfrm>
              <a:off x="5059350" y="25139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13" y="0"/>
                  </a:moveTo>
                  <a:cubicBezTo>
                    <a:pt x="72" y="0"/>
                    <a:pt x="33" y="32"/>
                    <a:pt x="21" y="83"/>
                  </a:cubicBezTo>
                  <a:cubicBezTo>
                    <a:pt x="1" y="153"/>
                    <a:pt x="21" y="219"/>
                    <a:pt x="87" y="256"/>
                  </a:cubicBezTo>
                  <a:cubicBezTo>
                    <a:pt x="96" y="259"/>
                    <a:pt x="106" y="260"/>
                    <a:pt x="115" y="260"/>
                  </a:cubicBezTo>
                  <a:cubicBezTo>
                    <a:pt x="162" y="260"/>
                    <a:pt x="210" y="228"/>
                    <a:pt x="227" y="170"/>
                  </a:cubicBezTo>
                  <a:cubicBezTo>
                    <a:pt x="244" y="116"/>
                    <a:pt x="207" y="34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3" name="Google Shape;16983;p42"/>
            <p:cNvSpPr/>
            <p:nvPr/>
          </p:nvSpPr>
          <p:spPr>
            <a:xfrm>
              <a:off x="5052950" y="2628125"/>
              <a:ext cx="2600" cy="6000"/>
            </a:xfrm>
            <a:custGeom>
              <a:avLst/>
              <a:gdLst/>
              <a:ahLst/>
              <a:cxnLst/>
              <a:rect l="l" t="t" r="r" b="b"/>
              <a:pathLst>
                <a:path w="104" h="240" extrusionOk="0">
                  <a:moveTo>
                    <a:pt x="1" y="1"/>
                  </a:moveTo>
                  <a:lnTo>
                    <a:pt x="1" y="240"/>
                  </a:lnTo>
                  <a:cubicBezTo>
                    <a:pt x="34" y="240"/>
                    <a:pt x="71" y="207"/>
                    <a:pt x="87" y="170"/>
                  </a:cubicBezTo>
                  <a:cubicBezTo>
                    <a:pt x="104" y="104"/>
                    <a:pt x="71" y="17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4" name="Google Shape;16984;p42"/>
            <p:cNvSpPr/>
            <p:nvPr/>
          </p:nvSpPr>
          <p:spPr>
            <a:xfrm>
              <a:off x="5055950" y="26101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71" y="0"/>
                  </a:moveTo>
                  <a:cubicBezTo>
                    <a:pt x="33" y="33"/>
                    <a:pt x="0" y="83"/>
                    <a:pt x="0" y="136"/>
                  </a:cubicBezTo>
                  <a:cubicBezTo>
                    <a:pt x="17" y="169"/>
                    <a:pt x="17" y="206"/>
                    <a:pt x="54" y="223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39"/>
                    <a:pt x="240" y="169"/>
                    <a:pt x="223" y="103"/>
                  </a:cubicBezTo>
                  <a:lnTo>
                    <a:pt x="223" y="66"/>
                  </a:lnTo>
                  <a:cubicBezTo>
                    <a:pt x="207" y="33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5" name="Google Shape;16985;p42"/>
            <p:cNvSpPr/>
            <p:nvPr/>
          </p:nvSpPr>
          <p:spPr>
            <a:xfrm>
              <a:off x="5052950" y="257742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50" y="0"/>
                    <a:pt x="17" y="33"/>
                    <a:pt x="1" y="87"/>
                  </a:cubicBezTo>
                  <a:lnTo>
                    <a:pt x="1" y="173"/>
                  </a:lnTo>
                  <a:cubicBezTo>
                    <a:pt x="17" y="190"/>
                    <a:pt x="17" y="223"/>
                    <a:pt x="34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53" y="256"/>
                    <a:pt x="174" y="223"/>
                    <a:pt x="191" y="206"/>
                  </a:cubicBezTo>
                  <a:cubicBezTo>
                    <a:pt x="224" y="173"/>
                    <a:pt x="224" y="136"/>
                    <a:pt x="224" y="103"/>
                  </a:cubicBezTo>
                  <a:cubicBezTo>
                    <a:pt x="207" y="70"/>
                    <a:pt x="191" y="33"/>
                    <a:pt x="174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6" name="Google Shape;16986;p42"/>
            <p:cNvSpPr/>
            <p:nvPr/>
          </p:nvSpPr>
          <p:spPr>
            <a:xfrm>
              <a:off x="5099750" y="26464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9" y="1"/>
                  </a:moveTo>
                  <a:cubicBezTo>
                    <a:pt x="81" y="1"/>
                    <a:pt x="31" y="33"/>
                    <a:pt x="17" y="91"/>
                  </a:cubicBezTo>
                  <a:cubicBezTo>
                    <a:pt x="1" y="157"/>
                    <a:pt x="17" y="227"/>
                    <a:pt x="71" y="260"/>
                  </a:cubicBezTo>
                  <a:cubicBezTo>
                    <a:pt x="82" y="263"/>
                    <a:pt x="93" y="265"/>
                    <a:pt x="105" y="265"/>
                  </a:cubicBezTo>
                  <a:cubicBezTo>
                    <a:pt x="159" y="265"/>
                    <a:pt x="210" y="232"/>
                    <a:pt x="223" y="174"/>
                  </a:cubicBezTo>
                  <a:cubicBezTo>
                    <a:pt x="240" y="108"/>
                    <a:pt x="207" y="38"/>
                    <a:pt x="157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7" name="Google Shape;16987;p42"/>
            <p:cNvSpPr/>
            <p:nvPr/>
          </p:nvSpPr>
          <p:spPr>
            <a:xfrm>
              <a:off x="5052950" y="2500525"/>
              <a:ext cx="1275" cy="5600"/>
            </a:xfrm>
            <a:custGeom>
              <a:avLst/>
              <a:gdLst/>
              <a:ahLst/>
              <a:cxnLst/>
              <a:rect l="l" t="t" r="r" b="b"/>
              <a:pathLst>
                <a:path w="51" h="224" extrusionOk="0">
                  <a:moveTo>
                    <a:pt x="1" y="1"/>
                  </a:moveTo>
                  <a:lnTo>
                    <a:pt x="1" y="223"/>
                  </a:lnTo>
                  <a:lnTo>
                    <a:pt x="17" y="207"/>
                  </a:lnTo>
                  <a:cubicBezTo>
                    <a:pt x="34" y="190"/>
                    <a:pt x="50" y="157"/>
                    <a:pt x="50" y="120"/>
                  </a:cubicBezTo>
                  <a:cubicBezTo>
                    <a:pt x="50" y="87"/>
                    <a:pt x="50" y="54"/>
                    <a:pt x="34" y="34"/>
                  </a:cubicBezTo>
                  <a:cubicBezTo>
                    <a:pt x="17" y="17"/>
                    <a:pt x="17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8" name="Google Shape;16988;p42"/>
            <p:cNvSpPr/>
            <p:nvPr/>
          </p:nvSpPr>
          <p:spPr>
            <a:xfrm>
              <a:off x="5052950" y="2717400"/>
              <a:ext cx="1775" cy="5175"/>
            </a:xfrm>
            <a:custGeom>
              <a:avLst/>
              <a:gdLst/>
              <a:ahLst/>
              <a:cxnLst/>
              <a:rect l="l" t="t" r="r" b="b"/>
              <a:pathLst>
                <a:path w="71" h="207" extrusionOk="0">
                  <a:moveTo>
                    <a:pt x="1" y="0"/>
                  </a:moveTo>
                  <a:lnTo>
                    <a:pt x="1" y="206"/>
                  </a:lnTo>
                  <a:lnTo>
                    <a:pt x="17" y="206"/>
                  </a:lnTo>
                  <a:cubicBezTo>
                    <a:pt x="34" y="190"/>
                    <a:pt x="34" y="173"/>
                    <a:pt x="50" y="157"/>
                  </a:cubicBezTo>
                  <a:cubicBezTo>
                    <a:pt x="71" y="87"/>
                    <a:pt x="50" y="37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9" name="Google Shape;16989;p42"/>
            <p:cNvSpPr/>
            <p:nvPr/>
          </p:nvSpPr>
          <p:spPr>
            <a:xfrm>
              <a:off x="5052950" y="2529550"/>
              <a:ext cx="5200" cy="6575"/>
            </a:xfrm>
            <a:custGeom>
              <a:avLst/>
              <a:gdLst/>
              <a:ahLst/>
              <a:cxnLst/>
              <a:rect l="l" t="t" r="r" b="b"/>
              <a:pathLst>
                <a:path w="208" h="263" extrusionOk="0">
                  <a:moveTo>
                    <a:pt x="91" y="0"/>
                  </a:moveTo>
                  <a:cubicBezTo>
                    <a:pt x="61" y="0"/>
                    <a:pt x="25" y="16"/>
                    <a:pt x="1" y="44"/>
                  </a:cubicBezTo>
                  <a:lnTo>
                    <a:pt x="1" y="233"/>
                  </a:lnTo>
                  <a:cubicBezTo>
                    <a:pt x="17" y="233"/>
                    <a:pt x="17" y="250"/>
                    <a:pt x="34" y="250"/>
                  </a:cubicBezTo>
                  <a:cubicBezTo>
                    <a:pt x="52" y="258"/>
                    <a:pt x="70" y="263"/>
                    <a:pt x="85" y="263"/>
                  </a:cubicBezTo>
                  <a:cubicBezTo>
                    <a:pt x="129" y="263"/>
                    <a:pt x="163" y="231"/>
                    <a:pt x="191" y="180"/>
                  </a:cubicBezTo>
                  <a:cubicBezTo>
                    <a:pt x="207" y="109"/>
                    <a:pt x="174" y="44"/>
                    <a:pt x="120" y="6"/>
                  </a:cubicBezTo>
                  <a:cubicBezTo>
                    <a:pt x="112" y="2"/>
                    <a:pt x="102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0" name="Google Shape;16990;p42"/>
            <p:cNvSpPr/>
            <p:nvPr/>
          </p:nvSpPr>
          <p:spPr>
            <a:xfrm>
              <a:off x="5061100" y="24971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87" y="1"/>
                    <a:pt x="54" y="17"/>
                    <a:pt x="54" y="34"/>
                  </a:cubicBezTo>
                  <a:cubicBezTo>
                    <a:pt x="17" y="67"/>
                    <a:pt x="1" y="104"/>
                    <a:pt x="17" y="153"/>
                  </a:cubicBezTo>
                  <a:cubicBezTo>
                    <a:pt x="17" y="190"/>
                    <a:pt x="34" y="223"/>
                    <a:pt x="54" y="240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90" y="240"/>
                    <a:pt x="240" y="190"/>
                    <a:pt x="223" y="120"/>
                  </a:cubicBezTo>
                  <a:lnTo>
                    <a:pt x="223" y="104"/>
                  </a:lnTo>
                  <a:cubicBezTo>
                    <a:pt x="223" y="67"/>
                    <a:pt x="190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1" name="Google Shape;16991;p42"/>
            <p:cNvSpPr/>
            <p:nvPr/>
          </p:nvSpPr>
          <p:spPr>
            <a:xfrm>
              <a:off x="5137175" y="24864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66" y="1"/>
                    <a:pt x="50" y="34"/>
                  </a:cubicBezTo>
                  <a:cubicBezTo>
                    <a:pt x="17" y="50"/>
                    <a:pt x="17" y="83"/>
                    <a:pt x="0" y="120"/>
                  </a:cubicBezTo>
                  <a:cubicBezTo>
                    <a:pt x="0" y="153"/>
                    <a:pt x="17" y="186"/>
                    <a:pt x="33" y="207"/>
                  </a:cubicBezTo>
                  <a:cubicBezTo>
                    <a:pt x="50" y="240"/>
                    <a:pt x="66" y="256"/>
                    <a:pt x="103" y="256"/>
                  </a:cubicBezTo>
                  <a:cubicBezTo>
                    <a:pt x="136" y="256"/>
                    <a:pt x="169" y="256"/>
                    <a:pt x="186" y="223"/>
                  </a:cubicBezTo>
                  <a:cubicBezTo>
                    <a:pt x="239" y="186"/>
                    <a:pt x="239" y="104"/>
                    <a:pt x="206" y="50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2" name="Google Shape;16992;p42"/>
            <p:cNvSpPr/>
            <p:nvPr/>
          </p:nvSpPr>
          <p:spPr>
            <a:xfrm>
              <a:off x="5185200" y="260167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5" y="0"/>
                  </a:moveTo>
                  <a:cubicBezTo>
                    <a:pt x="117" y="0"/>
                    <a:pt x="109" y="2"/>
                    <a:pt x="104" y="7"/>
                  </a:cubicBezTo>
                  <a:cubicBezTo>
                    <a:pt x="54" y="7"/>
                    <a:pt x="1" y="78"/>
                    <a:pt x="17" y="148"/>
                  </a:cubicBezTo>
                  <a:cubicBezTo>
                    <a:pt x="17" y="181"/>
                    <a:pt x="38" y="214"/>
                    <a:pt x="54" y="234"/>
                  </a:cubicBezTo>
                  <a:cubicBezTo>
                    <a:pt x="87" y="251"/>
                    <a:pt x="120" y="267"/>
                    <a:pt x="141" y="267"/>
                  </a:cubicBezTo>
                  <a:cubicBezTo>
                    <a:pt x="207" y="251"/>
                    <a:pt x="244" y="181"/>
                    <a:pt x="244" y="110"/>
                  </a:cubicBezTo>
                  <a:cubicBezTo>
                    <a:pt x="223" y="78"/>
                    <a:pt x="207" y="45"/>
                    <a:pt x="190" y="28"/>
                  </a:cubicBezTo>
                  <a:lnTo>
                    <a:pt x="174" y="7"/>
                  </a:lnTo>
                  <a:cubicBezTo>
                    <a:pt x="163" y="7"/>
                    <a:pt x="143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3" name="Google Shape;16993;p42"/>
            <p:cNvSpPr/>
            <p:nvPr/>
          </p:nvSpPr>
          <p:spPr>
            <a:xfrm>
              <a:off x="5228175" y="25951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1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1" y="150"/>
                    <a:pt x="34" y="236"/>
                    <a:pt x="87" y="253"/>
                  </a:cubicBezTo>
                  <a:cubicBezTo>
                    <a:pt x="101" y="263"/>
                    <a:pt x="116" y="268"/>
                    <a:pt x="131" y="268"/>
                  </a:cubicBezTo>
                  <a:cubicBezTo>
                    <a:pt x="171" y="268"/>
                    <a:pt x="211" y="235"/>
                    <a:pt x="223" y="187"/>
                  </a:cubicBezTo>
                  <a:cubicBezTo>
                    <a:pt x="240" y="117"/>
                    <a:pt x="223" y="30"/>
                    <a:pt x="153" y="14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4" name="Google Shape;16994;p42"/>
            <p:cNvSpPr/>
            <p:nvPr/>
          </p:nvSpPr>
          <p:spPr>
            <a:xfrm>
              <a:off x="5177875" y="249197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04" y="0"/>
                  </a:moveTo>
                  <a:cubicBezTo>
                    <a:pt x="38" y="17"/>
                    <a:pt x="1" y="66"/>
                    <a:pt x="21" y="136"/>
                  </a:cubicBezTo>
                  <a:cubicBezTo>
                    <a:pt x="21" y="169"/>
                    <a:pt x="38" y="207"/>
                    <a:pt x="54" y="223"/>
                  </a:cubicBezTo>
                  <a:cubicBezTo>
                    <a:pt x="87" y="240"/>
                    <a:pt x="104" y="256"/>
                    <a:pt x="141" y="256"/>
                  </a:cubicBezTo>
                  <a:cubicBezTo>
                    <a:pt x="207" y="240"/>
                    <a:pt x="244" y="169"/>
                    <a:pt x="228" y="103"/>
                  </a:cubicBezTo>
                  <a:lnTo>
                    <a:pt x="228" y="66"/>
                  </a:lnTo>
                  <a:cubicBezTo>
                    <a:pt x="191" y="50"/>
                    <a:pt x="141" y="17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5" name="Google Shape;16995;p42"/>
            <p:cNvSpPr/>
            <p:nvPr/>
          </p:nvSpPr>
          <p:spPr>
            <a:xfrm>
              <a:off x="5228600" y="26379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70" y="0"/>
                    <a:pt x="54" y="21"/>
                    <a:pt x="33" y="54"/>
                  </a:cubicBezTo>
                  <a:cubicBezTo>
                    <a:pt x="17" y="71"/>
                    <a:pt x="0" y="104"/>
                    <a:pt x="17" y="141"/>
                  </a:cubicBezTo>
                  <a:cubicBezTo>
                    <a:pt x="17" y="174"/>
                    <a:pt x="33" y="207"/>
                    <a:pt x="54" y="227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4"/>
                  </a:cubicBezTo>
                  <a:cubicBezTo>
                    <a:pt x="223" y="71"/>
                    <a:pt x="206" y="38"/>
                    <a:pt x="190" y="21"/>
                  </a:cubicBezTo>
                  <a:cubicBezTo>
                    <a:pt x="173" y="21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6" name="Google Shape;16996;p42"/>
            <p:cNvSpPr/>
            <p:nvPr/>
          </p:nvSpPr>
          <p:spPr>
            <a:xfrm>
              <a:off x="5152625" y="2701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3" y="256"/>
                    <a:pt x="104" y="256"/>
                    <a:pt x="137" y="256"/>
                  </a:cubicBezTo>
                  <a:cubicBezTo>
                    <a:pt x="207" y="240"/>
                    <a:pt x="240" y="174"/>
                    <a:pt x="223" y="104"/>
                  </a:cubicBezTo>
                  <a:cubicBezTo>
                    <a:pt x="223" y="71"/>
                    <a:pt x="207" y="34"/>
                    <a:pt x="186" y="17"/>
                  </a:cubicBezTo>
                  <a:cubicBezTo>
                    <a:pt x="17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7" name="Google Shape;16997;p42"/>
            <p:cNvSpPr/>
            <p:nvPr/>
          </p:nvSpPr>
          <p:spPr>
            <a:xfrm>
              <a:off x="5138000" y="27019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6" y="256"/>
                    <a:pt x="92" y="267"/>
                    <a:pt x="111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153" y="260"/>
                    <a:pt x="190" y="244"/>
                    <a:pt x="206" y="207"/>
                  </a:cubicBezTo>
                  <a:cubicBezTo>
                    <a:pt x="223" y="190"/>
                    <a:pt x="223" y="157"/>
                    <a:pt x="223" y="120"/>
                  </a:cubicBezTo>
                  <a:cubicBezTo>
                    <a:pt x="223" y="87"/>
                    <a:pt x="206" y="54"/>
                    <a:pt x="190" y="38"/>
                  </a:cubicBezTo>
                  <a:cubicBezTo>
                    <a:pt x="173" y="17"/>
                    <a:pt x="173" y="17"/>
                    <a:pt x="153" y="17"/>
                  </a:cubicBezTo>
                  <a:lnTo>
                    <a:pt x="136" y="17"/>
                  </a:lnTo>
                  <a:cubicBezTo>
                    <a:pt x="12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8" name="Google Shape;16998;p42"/>
            <p:cNvSpPr/>
            <p:nvPr/>
          </p:nvSpPr>
          <p:spPr>
            <a:xfrm>
              <a:off x="5107075" y="26603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0"/>
                  </a:moveTo>
                  <a:cubicBezTo>
                    <a:pt x="50" y="17"/>
                    <a:pt x="0" y="87"/>
                    <a:pt x="17" y="157"/>
                  </a:cubicBezTo>
                  <a:cubicBezTo>
                    <a:pt x="17" y="190"/>
                    <a:pt x="33" y="223"/>
                    <a:pt x="50" y="239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207" y="239"/>
                    <a:pt x="240" y="190"/>
                    <a:pt x="223" y="103"/>
                  </a:cubicBezTo>
                  <a:cubicBezTo>
                    <a:pt x="223" y="70"/>
                    <a:pt x="207" y="54"/>
                    <a:pt x="190" y="17"/>
                  </a:cubicBezTo>
                  <a:lnTo>
                    <a:pt x="153" y="17"/>
                  </a:ln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9" name="Google Shape;16999;p42"/>
            <p:cNvSpPr/>
            <p:nvPr/>
          </p:nvSpPr>
          <p:spPr>
            <a:xfrm>
              <a:off x="5170675" y="26027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3" y="1"/>
                  </a:moveTo>
                  <a:cubicBezTo>
                    <a:pt x="33" y="17"/>
                    <a:pt x="0" y="87"/>
                    <a:pt x="17" y="153"/>
                  </a:cubicBezTo>
                  <a:cubicBezTo>
                    <a:pt x="17" y="190"/>
                    <a:pt x="33" y="223"/>
                    <a:pt x="66" y="240"/>
                  </a:cubicBezTo>
                  <a:cubicBezTo>
                    <a:pt x="78" y="251"/>
                    <a:pt x="92" y="263"/>
                    <a:pt x="110" y="263"/>
                  </a:cubicBezTo>
                  <a:cubicBezTo>
                    <a:pt x="118" y="263"/>
                    <a:pt x="127" y="261"/>
                    <a:pt x="136" y="256"/>
                  </a:cubicBezTo>
                  <a:cubicBezTo>
                    <a:pt x="169" y="256"/>
                    <a:pt x="186" y="240"/>
                    <a:pt x="206" y="207"/>
                  </a:cubicBezTo>
                  <a:cubicBezTo>
                    <a:pt x="223" y="190"/>
                    <a:pt x="239" y="153"/>
                    <a:pt x="223" y="120"/>
                  </a:cubicBezTo>
                  <a:cubicBezTo>
                    <a:pt x="223" y="87"/>
                    <a:pt x="206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lnTo>
                    <a:pt x="1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0" name="Google Shape;17000;p42"/>
            <p:cNvSpPr/>
            <p:nvPr/>
          </p:nvSpPr>
          <p:spPr>
            <a:xfrm>
              <a:off x="5115225" y="24717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70" y="17"/>
                    <a:pt x="54" y="33"/>
                    <a:pt x="33" y="50"/>
                  </a:cubicBezTo>
                  <a:cubicBezTo>
                    <a:pt x="17" y="87"/>
                    <a:pt x="0" y="120"/>
                    <a:pt x="17" y="153"/>
                  </a:cubicBezTo>
                  <a:cubicBezTo>
                    <a:pt x="17" y="190"/>
                    <a:pt x="33" y="223"/>
                    <a:pt x="54" y="239"/>
                  </a:cubicBezTo>
                  <a:cubicBezTo>
                    <a:pt x="65" y="251"/>
                    <a:pt x="85" y="265"/>
                    <a:pt x="107" y="265"/>
                  </a:cubicBezTo>
                  <a:cubicBezTo>
                    <a:pt x="116" y="265"/>
                    <a:pt x="126" y="262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1" name="Google Shape;17001;p42"/>
            <p:cNvSpPr/>
            <p:nvPr/>
          </p:nvSpPr>
          <p:spPr>
            <a:xfrm>
              <a:off x="5065025" y="26688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3" y="0"/>
                    <a:pt x="0" y="70"/>
                    <a:pt x="0" y="140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83" y="260"/>
                    <a:pt x="103" y="260"/>
                    <a:pt x="136" y="260"/>
                  </a:cubicBezTo>
                  <a:cubicBezTo>
                    <a:pt x="153" y="244"/>
                    <a:pt x="186" y="227"/>
                    <a:pt x="206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6" y="37"/>
                    <a:pt x="169" y="21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2" name="Google Shape;17002;p42"/>
            <p:cNvSpPr/>
            <p:nvPr/>
          </p:nvSpPr>
          <p:spPr>
            <a:xfrm>
              <a:off x="5165000" y="24945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4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0" y="87"/>
                    <a:pt x="0" y="153"/>
                    <a:pt x="38" y="223"/>
                  </a:cubicBezTo>
                  <a:cubicBezTo>
                    <a:pt x="54" y="240"/>
                    <a:pt x="71" y="256"/>
                    <a:pt x="104" y="256"/>
                  </a:cubicBezTo>
                  <a:cubicBezTo>
                    <a:pt x="114" y="261"/>
                    <a:pt x="124" y="263"/>
                    <a:pt x="132" y="263"/>
                  </a:cubicBezTo>
                  <a:cubicBezTo>
                    <a:pt x="152" y="263"/>
                    <a:pt x="167" y="251"/>
                    <a:pt x="190" y="240"/>
                  </a:cubicBezTo>
                  <a:cubicBezTo>
                    <a:pt x="244" y="190"/>
                    <a:pt x="244" y="104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57" y="17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3" name="Google Shape;17003;p42"/>
            <p:cNvSpPr/>
            <p:nvPr/>
          </p:nvSpPr>
          <p:spPr>
            <a:xfrm>
              <a:off x="5166350" y="25267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70" y="1"/>
                    <a:pt x="50" y="38"/>
                    <a:pt x="33" y="54"/>
                  </a:cubicBezTo>
                  <a:cubicBezTo>
                    <a:pt x="17" y="87"/>
                    <a:pt x="0" y="120"/>
                    <a:pt x="17" y="158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0" y="261"/>
                    <a:pt x="103" y="261"/>
                    <a:pt x="136" y="261"/>
                  </a:cubicBezTo>
                  <a:cubicBezTo>
                    <a:pt x="190" y="244"/>
                    <a:pt x="239" y="190"/>
                    <a:pt x="223" y="104"/>
                  </a:cubicBezTo>
                  <a:cubicBezTo>
                    <a:pt x="223" y="71"/>
                    <a:pt x="206" y="54"/>
                    <a:pt x="190" y="17"/>
                  </a:cubicBezTo>
                  <a:lnTo>
                    <a:pt x="153" y="17"/>
                  </a:ln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4" name="Google Shape;17004;p42"/>
            <p:cNvSpPr/>
            <p:nvPr/>
          </p:nvSpPr>
          <p:spPr>
            <a:xfrm>
              <a:off x="5161600" y="25439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4" y="0"/>
                  </a:moveTo>
                  <a:lnTo>
                    <a:pt x="87" y="17"/>
                  </a:lnTo>
                  <a:cubicBezTo>
                    <a:pt x="33" y="33"/>
                    <a:pt x="0" y="103"/>
                    <a:pt x="17" y="153"/>
                  </a:cubicBezTo>
                  <a:cubicBezTo>
                    <a:pt x="17" y="190"/>
                    <a:pt x="33" y="223"/>
                    <a:pt x="54" y="239"/>
                  </a:cubicBezTo>
                  <a:cubicBezTo>
                    <a:pt x="77" y="251"/>
                    <a:pt x="92" y="265"/>
                    <a:pt x="110" y="265"/>
                  </a:cubicBezTo>
                  <a:cubicBezTo>
                    <a:pt x="118" y="265"/>
                    <a:pt x="127" y="262"/>
                    <a:pt x="136" y="256"/>
                  </a:cubicBezTo>
                  <a:cubicBezTo>
                    <a:pt x="207" y="256"/>
                    <a:pt x="240" y="190"/>
                    <a:pt x="223" y="120"/>
                  </a:cubicBezTo>
                  <a:lnTo>
                    <a:pt x="223" y="87"/>
                  </a:lnTo>
                  <a:cubicBezTo>
                    <a:pt x="207" y="50"/>
                    <a:pt x="190" y="17"/>
                    <a:pt x="157" y="17"/>
                  </a:cubicBezTo>
                  <a:cubicBezTo>
                    <a:pt x="136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5" name="Google Shape;17005;p42"/>
            <p:cNvSpPr/>
            <p:nvPr/>
          </p:nvSpPr>
          <p:spPr>
            <a:xfrm>
              <a:off x="5158600" y="2511250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34" y="17"/>
                    <a:pt x="1" y="87"/>
                    <a:pt x="1" y="157"/>
                  </a:cubicBezTo>
                  <a:cubicBezTo>
                    <a:pt x="17" y="190"/>
                    <a:pt x="17" y="223"/>
                    <a:pt x="50" y="244"/>
                  </a:cubicBezTo>
                  <a:cubicBezTo>
                    <a:pt x="65" y="255"/>
                    <a:pt x="86" y="267"/>
                    <a:pt x="108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53" y="260"/>
                    <a:pt x="191" y="244"/>
                    <a:pt x="207" y="207"/>
                  </a:cubicBezTo>
                  <a:cubicBezTo>
                    <a:pt x="224" y="190"/>
                    <a:pt x="224" y="157"/>
                    <a:pt x="224" y="120"/>
                  </a:cubicBezTo>
                  <a:cubicBezTo>
                    <a:pt x="224" y="87"/>
                    <a:pt x="207" y="54"/>
                    <a:pt x="174" y="38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6" name="Google Shape;17006;p42"/>
            <p:cNvSpPr/>
            <p:nvPr/>
          </p:nvSpPr>
          <p:spPr>
            <a:xfrm>
              <a:off x="5145325" y="25911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17" y="141"/>
                  </a:cubicBezTo>
                  <a:cubicBezTo>
                    <a:pt x="17" y="174"/>
                    <a:pt x="33" y="207"/>
                    <a:pt x="49" y="22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69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7" name="Google Shape;17007;p42"/>
            <p:cNvSpPr/>
            <p:nvPr/>
          </p:nvSpPr>
          <p:spPr>
            <a:xfrm>
              <a:off x="5144375" y="2638450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41" y="0"/>
                  </a:moveTo>
                  <a:cubicBezTo>
                    <a:pt x="104" y="0"/>
                    <a:pt x="71" y="0"/>
                    <a:pt x="55" y="33"/>
                  </a:cubicBezTo>
                  <a:cubicBezTo>
                    <a:pt x="1" y="66"/>
                    <a:pt x="1" y="153"/>
                    <a:pt x="38" y="206"/>
                  </a:cubicBezTo>
                  <a:cubicBezTo>
                    <a:pt x="55" y="239"/>
                    <a:pt x="87" y="256"/>
                    <a:pt x="104" y="256"/>
                  </a:cubicBezTo>
                  <a:cubicBezTo>
                    <a:pt x="141" y="256"/>
                    <a:pt x="174" y="256"/>
                    <a:pt x="191" y="223"/>
                  </a:cubicBezTo>
                  <a:cubicBezTo>
                    <a:pt x="207" y="206"/>
                    <a:pt x="228" y="169"/>
                    <a:pt x="228" y="136"/>
                  </a:cubicBezTo>
                  <a:cubicBezTo>
                    <a:pt x="244" y="103"/>
                    <a:pt x="228" y="66"/>
                    <a:pt x="207" y="50"/>
                  </a:cubicBezTo>
                  <a:cubicBezTo>
                    <a:pt x="191" y="33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8" name="Google Shape;17008;p42"/>
            <p:cNvSpPr/>
            <p:nvPr/>
          </p:nvSpPr>
          <p:spPr>
            <a:xfrm>
              <a:off x="5143150" y="261092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0" y="0"/>
                  </a:moveTo>
                  <a:cubicBezTo>
                    <a:pt x="87" y="0"/>
                    <a:pt x="71" y="0"/>
                    <a:pt x="33" y="33"/>
                  </a:cubicBezTo>
                  <a:cubicBezTo>
                    <a:pt x="17" y="50"/>
                    <a:pt x="0" y="87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6" y="235"/>
                    <a:pt x="74" y="255"/>
                    <a:pt x="110" y="255"/>
                  </a:cubicBezTo>
                  <a:cubicBezTo>
                    <a:pt x="134" y="255"/>
                    <a:pt x="158" y="245"/>
                    <a:pt x="174" y="223"/>
                  </a:cubicBezTo>
                  <a:cubicBezTo>
                    <a:pt x="223" y="190"/>
                    <a:pt x="240" y="103"/>
                    <a:pt x="190" y="50"/>
                  </a:cubicBezTo>
                  <a:cubicBezTo>
                    <a:pt x="190" y="33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9" name="Google Shape;17009;p42"/>
            <p:cNvSpPr/>
            <p:nvPr/>
          </p:nvSpPr>
          <p:spPr>
            <a:xfrm>
              <a:off x="5167175" y="2573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37" y="21"/>
                    <a:pt x="0" y="87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03" y="260"/>
                    <a:pt x="140" y="260"/>
                  </a:cubicBezTo>
                  <a:cubicBezTo>
                    <a:pt x="190" y="244"/>
                    <a:pt x="243" y="174"/>
                    <a:pt x="223" y="104"/>
                  </a:cubicBezTo>
                  <a:cubicBezTo>
                    <a:pt x="223" y="71"/>
                    <a:pt x="206" y="54"/>
                    <a:pt x="190" y="21"/>
                  </a:cubicBezTo>
                  <a:cubicBezTo>
                    <a:pt x="173" y="21"/>
                    <a:pt x="173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0" name="Google Shape;17010;p42"/>
            <p:cNvSpPr/>
            <p:nvPr/>
          </p:nvSpPr>
          <p:spPr>
            <a:xfrm>
              <a:off x="5247975" y="26963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83" y="0"/>
                  </a:moveTo>
                  <a:cubicBezTo>
                    <a:pt x="66" y="0"/>
                    <a:pt x="50" y="17"/>
                    <a:pt x="33" y="33"/>
                  </a:cubicBezTo>
                  <a:cubicBezTo>
                    <a:pt x="0" y="70"/>
                    <a:pt x="0" y="103"/>
                    <a:pt x="0" y="157"/>
                  </a:cubicBezTo>
                  <a:cubicBezTo>
                    <a:pt x="0" y="190"/>
                    <a:pt x="17" y="223"/>
                    <a:pt x="33" y="239"/>
                  </a:cubicBezTo>
                  <a:cubicBezTo>
                    <a:pt x="66" y="260"/>
                    <a:pt x="104" y="260"/>
                    <a:pt x="120" y="260"/>
                  </a:cubicBezTo>
                  <a:cubicBezTo>
                    <a:pt x="186" y="260"/>
                    <a:pt x="223" y="190"/>
                    <a:pt x="223" y="120"/>
                  </a:cubicBezTo>
                  <a:lnTo>
                    <a:pt x="223" y="103"/>
                  </a:lnTo>
                  <a:cubicBezTo>
                    <a:pt x="207" y="70"/>
                    <a:pt x="186" y="33"/>
                    <a:pt x="153" y="17"/>
                  </a:cubicBezTo>
                  <a:cubicBezTo>
                    <a:pt x="136" y="0"/>
                    <a:pt x="104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1" name="Google Shape;17011;p42"/>
            <p:cNvSpPr/>
            <p:nvPr/>
          </p:nvSpPr>
          <p:spPr>
            <a:xfrm>
              <a:off x="5180050" y="269380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54" y="0"/>
                    <a:pt x="0" y="70"/>
                    <a:pt x="17" y="136"/>
                  </a:cubicBezTo>
                  <a:cubicBezTo>
                    <a:pt x="17" y="173"/>
                    <a:pt x="38" y="206"/>
                    <a:pt x="54" y="223"/>
                  </a:cubicBezTo>
                  <a:cubicBezTo>
                    <a:pt x="87" y="260"/>
                    <a:pt x="120" y="260"/>
                    <a:pt x="141" y="260"/>
                  </a:cubicBezTo>
                  <a:cubicBezTo>
                    <a:pt x="207" y="239"/>
                    <a:pt x="244" y="173"/>
                    <a:pt x="244" y="103"/>
                  </a:cubicBezTo>
                  <a:cubicBezTo>
                    <a:pt x="223" y="70"/>
                    <a:pt x="207" y="33"/>
                    <a:pt x="190" y="1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2" name="Google Shape;17012;p42"/>
            <p:cNvSpPr/>
            <p:nvPr/>
          </p:nvSpPr>
          <p:spPr>
            <a:xfrm>
              <a:off x="5225600" y="27342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4" y="0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39"/>
                  </a:cubicBezTo>
                  <a:cubicBezTo>
                    <a:pt x="76" y="251"/>
                    <a:pt x="101" y="263"/>
                    <a:pt x="118" y="263"/>
                  </a:cubicBezTo>
                  <a:cubicBezTo>
                    <a:pt x="126" y="263"/>
                    <a:pt x="132" y="261"/>
                    <a:pt x="137" y="256"/>
                  </a:cubicBezTo>
                  <a:cubicBezTo>
                    <a:pt x="207" y="256"/>
                    <a:pt x="240" y="190"/>
                    <a:pt x="240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3" name="Google Shape;17013;p42"/>
            <p:cNvSpPr/>
            <p:nvPr/>
          </p:nvSpPr>
          <p:spPr>
            <a:xfrm>
              <a:off x="5147475" y="27930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50" y="17"/>
                    <a:pt x="1" y="66"/>
                    <a:pt x="17" y="153"/>
                  </a:cubicBezTo>
                  <a:cubicBezTo>
                    <a:pt x="17" y="186"/>
                    <a:pt x="34" y="207"/>
                    <a:pt x="50" y="223"/>
                  </a:cubicBezTo>
                  <a:cubicBezTo>
                    <a:pt x="83" y="256"/>
                    <a:pt x="104" y="256"/>
                    <a:pt x="137" y="256"/>
                  </a:cubicBezTo>
                  <a:cubicBezTo>
                    <a:pt x="207" y="240"/>
                    <a:pt x="240" y="169"/>
                    <a:pt x="223" y="103"/>
                  </a:cubicBezTo>
                  <a:cubicBezTo>
                    <a:pt x="223" y="66"/>
                    <a:pt x="207" y="33"/>
                    <a:pt x="186" y="17"/>
                  </a:cubicBezTo>
                  <a:cubicBezTo>
                    <a:pt x="17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4" name="Google Shape;17014;p42"/>
            <p:cNvSpPr/>
            <p:nvPr/>
          </p:nvSpPr>
          <p:spPr>
            <a:xfrm>
              <a:off x="5119950" y="28002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34" y="22"/>
                    <a:pt x="1" y="71"/>
                    <a:pt x="1" y="158"/>
                  </a:cubicBezTo>
                  <a:cubicBezTo>
                    <a:pt x="17" y="191"/>
                    <a:pt x="34" y="207"/>
                    <a:pt x="50" y="228"/>
                  </a:cubicBezTo>
                  <a:cubicBezTo>
                    <a:pt x="71" y="261"/>
                    <a:pt x="104" y="261"/>
                    <a:pt x="137" y="261"/>
                  </a:cubicBezTo>
                  <a:cubicBezTo>
                    <a:pt x="190" y="244"/>
                    <a:pt x="240" y="174"/>
                    <a:pt x="223" y="104"/>
                  </a:cubicBezTo>
                  <a:cubicBezTo>
                    <a:pt x="223" y="71"/>
                    <a:pt x="207" y="38"/>
                    <a:pt x="190" y="22"/>
                  </a:cubicBezTo>
                  <a:cubicBezTo>
                    <a:pt x="174" y="22"/>
                    <a:pt x="174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5" name="Google Shape;17015;p42"/>
            <p:cNvSpPr/>
            <p:nvPr/>
          </p:nvSpPr>
          <p:spPr>
            <a:xfrm>
              <a:off x="5105325" y="2801425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08" y="0"/>
                  </a:moveTo>
                  <a:cubicBezTo>
                    <a:pt x="105" y="0"/>
                    <a:pt x="103" y="2"/>
                    <a:pt x="103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97"/>
                    <a:pt x="37" y="214"/>
                    <a:pt x="54" y="247"/>
                  </a:cubicBezTo>
                  <a:cubicBezTo>
                    <a:pt x="87" y="247"/>
                    <a:pt x="103" y="263"/>
                    <a:pt x="141" y="263"/>
                  </a:cubicBezTo>
                  <a:cubicBezTo>
                    <a:pt x="157" y="247"/>
                    <a:pt x="190" y="230"/>
                    <a:pt x="206" y="214"/>
                  </a:cubicBezTo>
                  <a:cubicBezTo>
                    <a:pt x="223" y="181"/>
                    <a:pt x="223" y="144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7" y="8"/>
                  </a:lnTo>
                  <a:lnTo>
                    <a:pt x="141" y="8"/>
                  </a:lnTo>
                  <a:cubicBezTo>
                    <a:pt x="127" y="8"/>
                    <a:pt x="115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6" name="Google Shape;17016;p42"/>
            <p:cNvSpPr/>
            <p:nvPr/>
          </p:nvSpPr>
          <p:spPr>
            <a:xfrm>
              <a:off x="5258700" y="26349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33" y="17"/>
                    <a:pt x="0" y="87"/>
                    <a:pt x="0" y="158"/>
                  </a:cubicBezTo>
                  <a:cubicBezTo>
                    <a:pt x="0" y="191"/>
                    <a:pt x="17" y="224"/>
                    <a:pt x="50" y="244"/>
                  </a:cubicBezTo>
                  <a:cubicBezTo>
                    <a:pt x="61" y="256"/>
                    <a:pt x="83" y="267"/>
                    <a:pt x="101" y="267"/>
                  </a:cubicBezTo>
                  <a:cubicBezTo>
                    <a:pt x="108" y="267"/>
                    <a:pt x="115" y="265"/>
                    <a:pt x="120" y="261"/>
                  </a:cubicBezTo>
                  <a:cubicBezTo>
                    <a:pt x="190" y="261"/>
                    <a:pt x="223" y="191"/>
                    <a:pt x="223" y="120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7" name="Google Shape;17017;p42"/>
            <p:cNvSpPr/>
            <p:nvPr/>
          </p:nvSpPr>
          <p:spPr>
            <a:xfrm>
              <a:off x="5155200" y="256185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27" y="1"/>
                  </a:moveTo>
                  <a:cubicBezTo>
                    <a:pt x="82" y="1"/>
                    <a:pt x="31" y="33"/>
                    <a:pt x="17" y="91"/>
                  </a:cubicBezTo>
                  <a:cubicBezTo>
                    <a:pt x="1" y="157"/>
                    <a:pt x="17" y="227"/>
                    <a:pt x="83" y="244"/>
                  </a:cubicBezTo>
                  <a:cubicBezTo>
                    <a:pt x="98" y="254"/>
                    <a:pt x="114" y="259"/>
                    <a:pt x="129" y="259"/>
                  </a:cubicBezTo>
                  <a:cubicBezTo>
                    <a:pt x="171" y="259"/>
                    <a:pt x="211" y="226"/>
                    <a:pt x="223" y="178"/>
                  </a:cubicBezTo>
                  <a:cubicBezTo>
                    <a:pt x="240" y="108"/>
                    <a:pt x="223" y="38"/>
                    <a:pt x="153" y="5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8" name="Google Shape;17018;p42"/>
            <p:cNvSpPr/>
            <p:nvPr/>
          </p:nvSpPr>
          <p:spPr>
            <a:xfrm>
              <a:off x="5241900" y="268275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30" y="1"/>
                  </a:moveTo>
                  <a:cubicBezTo>
                    <a:pt x="121" y="1"/>
                    <a:pt x="111" y="5"/>
                    <a:pt x="103" y="13"/>
                  </a:cubicBezTo>
                  <a:cubicBezTo>
                    <a:pt x="70" y="13"/>
                    <a:pt x="54" y="30"/>
                    <a:pt x="37" y="63"/>
                  </a:cubicBezTo>
                  <a:cubicBezTo>
                    <a:pt x="17" y="83"/>
                    <a:pt x="0" y="116"/>
                    <a:pt x="0" y="149"/>
                  </a:cubicBezTo>
                  <a:cubicBezTo>
                    <a:pt x="17" y="186"/>
                    <a:pt x="37" y="219"/>
                    <a:pt x="54" y="236"/>
                  </a:cubicBezTo>
                  <a:cubicBezTo>
                    <a:pt x="65" y="248"/>
                    <a:pt x="85" y="259"/>
                    <a:pt x="109" y="259"/>
                  </a:cubicBezTo>
                  <a:cubicBezTo>
                    <a:pt x="119" y="259"/>
                    <a:pt x="129" y="257"/>
                    <a:pt x="140" y="252"/>
                  </a:cubicBezTo>
                  <a:cubicBezTo>
                    <a:pt x="190" y="252"/>
                    <a:pt x="243" y="186"/>
                    <a:pt x="223" y="116"/>
                  </a:cubicBezTo>
                  <a:cubicBezTo>
                    <a:pt x="223" y="83"/>
                    <a:pt x="206" y="46"/>
                    <a:pt x="190" y="30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9" y="5"/>
                    <a:pt x="139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9" name="Google Shape;17019;p42"/>
            <p:cNvSpPr/>
            <p:nvPr/>
          </p:nvSpPr>
          <p:spPr>
            <a:xfrm>
              <a:off x="5074400" y="27595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4" y="0"/>
                  </a:moveTo>
                  <a:cubicBezTo>
                    <a:pt x="38" y="17"/>
                    <a:pt x="0" y="83"/>
                    <a:pt x="17" y="153"/>
                  </a:cubicBezTo>
                  <a:cubicBezTo>
                    <a:pt x="17" y="186"/>
                    <a:pt x="38" y="223"/>
                    <a:pt x="54" y="240"/>
                  </a:cubicBezTo>
                  <a:cubicBezTo>
                    <a:pt x="66" y="251"/>
                    <a:pt x="86" y="263"/>
                    <a:pt x="109" y="263"/>
                  </a:cubicBezTo>
                  <a:cubicBezTo>
                    <a:pt x="119" y="263"/>
                    <a:pt x="130" y="261"/>
                    <a:pt x="141" y="256"/>
                  </a:cubicBezTo>
                  <a:cubicBezTo>
                    <a:pt x="190" y="256"/>
                    <a:pt x="244" y="186"/>
                    <a:pt x="223" y="120"/>
                  </a:cubicBezTo>
                  <a:cubicBezTo>
                    <a:pt x="223" y="83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0" name="Google Shape;17020;p42"/>
            <p:cNvSpPr/>
            <p:nvPr/>
          </p:nvSpPr>
          <p:spPr>
            <a:xfrm>
              <a:off x="5172325" y="2726475"/>
              <a:ext cx="6500" cy="6575"/>
            </a:xfrm>
            <a:custGeom>
              <a:avLst/>
              <a:gdLst/>
              <a:ahLst/>
              <a:cxnLst/>
              <a:rect l="l" t="t" r="r" b="b"/>
              <a:pathLst>
                <a:path w="260" h="263" extrusionOk="0">
                  <a:moveTo>
                    <a:pt x="140" y="0"/>
                  </a:moveTo>
                  <a:cubicBezTo>
                    <a:pt x="120" y="0"/>
                    <a:pt x="87" y="16"/>
                    <a:pt x="54" y="33"/>
                  </a:cubicBezTo>
                  <a:cubicBezTo>
                    <a:pt x="17" y="87"/>
                    <a:pt x="0" y="153"/>
                    <a:pt x="54" y="223"/>
                  </a:cubicBezTo>
                  <a:cubicBezTo>
                    <a:pt x="70" y="239"/>
                    <a:pt x="87" y="256"/>
                    <a:pt x="120" y="256"/>
                  </a:cubicBezTo>
                  <a:cubicBezTo>
                    <a:pt x="131" y="260"/>
                    <a:pt x="140" y="262"/>
                    <a:pt x="148" y="262"/>
                  </a:cubicBezTo>
                  <a:cubicBezTo>
                    <a:pt x="168" y="262"/>
                    <a:pt x="183" y="251"/>
                    <a:pt x="206" y="239"/>
                  </a:cubicBezTo>
                  <a:cubicBezTo>
                    <a:pt x="243" y="190"/>
                    <a:pt x="260" y="103"/>
                    <a:pt x="223" y="49"/>
                  </a:cubicBezTo>
                  <a:cubicBezTo>
                    <a:pt x="206" y="33"/>
                    <a:pt x="190" y="16"/>
                    <a:pt x="173" y="16"/>
                  </a:cubicBezTo>
                  <a:cubicBezTo>
                    <a:pt x="157" y="16"/>
                    <a:pt x="157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1" name="Google Shape;17021;p42"/>
            <p:cNvSpPr/>
            <p:nvPr/>
          </p:nvSpPr>
          <p:spPr>
            <a:xfrm>
              <a:off x="5090275" y="2802850"/>
              <a:ext cx="5700" cy="6675"/>
            </a:xfrm>
            <a:custGeom>
              <a:avLst/>
              <a:gdLst/>
              <a:ahLst/>
              <a:cxnLst/>
              <a:rect l="l" t="t" r="r" b="b"/>
              <a:pathLst>
                <a:path w="228" h="267" extrusionOk="0">
                  <a:moveTo>
                    <a:pt x="87" y="0"/>
                  </a:moveTo>
                  <a:cubicBezTo>
                    <a:pt x="70" y="21"/>
                    <a:pt x="37" y="37"/>
                    <a:pt x="21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21" y="227"/>
                    <a:pt x="54" y="243"/>
                  </a:cubicBezTo>
                  <a:cubicBezTo>
                    <a:pt x="66" y="255"/>
                    <a:pt x="86" y="267"/>
                    <a:pt x="104" y="267"/>
                  </a:cubicBezTo>
                  <a:cubicBezTo>
                    <a:pt x="111" y="267"/>
                    <a:pt x="118" y="265"/>
                    <a:pt x="124" y="260"/>
                  </a:cubicBezTo>
                  <a:cubicBezTo>
                    <a:pt x="190" y="260"/>
                    <a:pt x="227" y="190"/>
                    <a:pt x="227" y="124"/>
                  </a:cubicBezTo>
                  <a:cubicBezTo>
                    <a:pt x="227" y="87"/>
                    <a:pt x="207" y="54"/>
                    <a:pt x="174" y="37"/>
                  </a:cubicBezTo>
                  <a:cubicBezTo>
                    <a:pt x="174" y="21"/>
                    <a:pt x="157" y="21"/>
                    <a:pt x="157" y="21"/>
                  </a:cubicBezTo>
                  <a:cubicBezTo>
                    <a:pt x="141" y="0"/>
                    <a:pt x="12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2" name="Google Shape;17022;p42"/>
            <p:cNvSpPr/>
            <p:nvPr/>
          </p:nvSpPr>
          <p:spPr>
            <a:xfrm>
              <a:off x="5172725" y="267992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18" y="1"/>
                  </a:moveTo>
                  <a:cubicBezTo>
                    <a:pt x="75" y="1"/>
                    <a:pt x="34" y="22"/>
                    <a:pt x="21" y="73"/>
                  </a:cubicBezTo>
                  <a:cubicBezTo>
                    <a:pt x="1" y="143"/>
                    <a:pt x="21" y="229"/>
                    <a:pt x="87" y="246"/>
                  </a:cubicBezTo>
                  <a:cubicBezTo>
                    <a:pt x="102" y="255"/>
                    <a:pt x="117" y="259"/>
                    <a:pt x="132" y="259"/>
                  </a:cubicBezTo>
                  <a:cubicBezTo>
                    <a:pt x="173" y="259"/>
                    <a:pt x="212" y="227"/>
                    <a:pt x="227" y="176"/>
                  </a:cubicBezTo>
                  <a:cubicBezTo>
                    <a:pt x="244" y="110"/>
                    <a:pt x="227" y="40"/>
                    <a:pt x="157" y="7"/>
                  </a:cubicBezTo>
                  <a:cubicBezTo>
                    <a:pt x="145" y="3"/>
                    <a:pt x="131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3" name="Google Shape;17023;p42"/>
            <p:cNvSpPr/>
            <p:nvPr/>
          </p:nvSpPr>
          <p:spPr>
            <a:xfrm>
              <a:off x="5240250" y="26068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50" y="8"/>
                    <a:pt x="0" y="78"/>
                    <a:pt x="17" y="148"/>
                  </a:cubicBezTo>
                  <a:cubicBezTo>
                    <a:pt x="17" y="181"/>
                    <a:pt x="33" y="214"/>
                    <a:pt x="50" y="234"/>
                  </a:cubicBezTo>
                  <a:cubicBezTo>
                    <a:pt x="83" y="251"/>
                    <a:pt x="103" y="267"/>
                    <a:pt x="136" y="267"/>
                  </a:cubicBezTo>
                  <a:cubicBezTo>
                    <a:pt x="206" y="251"/>
                    <a:pt x="239" y="181"/>
                    <a:pt x="239" y="111"/>
                  </a:cubicBezTo>
                  <a:cubicBezTo>
                    <a:pt x="223" y="78"/>
                    <a:pt x="206" y="45"/>
                    <a:pt x="186" y="28"/>
                  </a:cubicBezTo>
                  <a:cubicBezTo>
                    <a:pt x="169" y="28"/>
                    <a:pt x="169" y="8"/>
                    <a:pt x="153" y="8"/>
                  </a:cubicBez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4" name="Google Shape;17024;p42"/>
            <p:cNvSpPr/>
            <p:nvPr/>
          </p:nvSpPr>
          <p:spPr>
            <a:xfrm>
              <a:off x="5172725" y="27106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54" y="0"/>
                    <a:pt x="1" y="66"/>
                    <a:pt x="21" y="136"/>
                  </a:cubicBezTo>
                  <a:cubicBezTo>
                    <a:pt x="21" y="169"/>
                    <a:pt x="38" y="206"/>
                    <a:pt x="54" y="223"/>
                  </a:cubicBezTo>
                  <a:cubicBezTo>
                    <a:pt x="87" y="256"/>
                    <a:pt x="124" y="256"/>
                    <a:pt x="141" y="256"/>
                  </a:cubicBezTo>
                  <a:cubicBezTo>
                    <a:pt x="207" y="239"/>
                    <a:pt x="244" y="169"/>
                    <a:pt x="244" y="103"/>
                  </a:cubicBezTo>
                  <a:cubicBezTo>
                    <a:pt x="227" y="66"/>
                    <a:pt x="207" y="33"/>
                    <a:pt x="190" y="1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5" name="Google Shape;17025;p42"/>
            <p:cNvSpPr/>
            <p:nvPr/>
          </p:nvSpPr>
          <p:spPr>
            <a:xfrm>
              <a:off x="5243650" y="26362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0"/>
                  </a:moveTo>
                  <a:cubicBezTo>
                    <a:pt x="50" y="17"/>
                    <a:pt x="0" y="66"/>
                    <a:pt x="17" y="153"/>
                  </a:cubicBezTo>
                  <a:cubicBezTo>
                    <a:pt x="17" y="190"/>
                    <a:pt x="33" y="223"/>
                    <a:pt x="70" y="240"/>
                  </a:cubicBezTo>
                  <a:cubicBezTo>
                    <a:pt x="87" y="256"/>
                    <a:pt x="120" y="256"/>
                    <a:pt x="136" y="256"/>
                  </a:cubicBezTo>
                  <a:cubicBezTo>
                    <a:pt x="173" y="256"/>
                    <a:pt x="190" y="240"/>
                    <a:pt x="206" y="207"/>
                  </a:cubicBezTo>
                  <a:cubicBezTo>
                    <a:pt x="223" y="170"/>
                    <a:pt x="239" y="137"/>
                    <a:pt x="223" y="104"/>
                  </a:cubicBezTo>
                  <a:cubicBezTo>
                    <a:pt x="223" y="66"/>
                    <a:pt x="206" y="50"/>
                    <a:pt x="190" y="17"/>
                  </a:cubicBezTo>
                  <a:cubicBezTo>
                    <a:pt x="173" y="17"/>
                    <a:pt x="17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6" name="Google Shape;17026;p42"/>
            <p:cNvSpPr/>
            <p:nvPr/>
          </p:nvSpPr>
          <p:spPr>
            <a:xfrm>
              <a:off x="5168925" y="26495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70" y="0"/>
                    <a:pt x="33" y="17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17" y="206"/>
                    <a:pt x="50" y="223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90" y="239"/>
                    <a:pt x="239" y="173"/>
                    <a:pt x="223" y="103"/>
                  </a:cubicBezTo>
                  <a:cubicBezTo>
                    <a:pt x="223" y="70"/>
                    <a:pt x="206" y="33"/>
                    <a:pt x="173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7" name="Google Shape;17027;p42"/>
            <p:cNvSpPr/>
            <p:nvPr/>
          </p:nvSpPr>
          <p:spPr>
            <a:xfrm>
              <a:off x="5265075" y="2649575"/>
              <a:ext cx="1775" cy="6000"/>
            </a:xfrm>
            <a:custGeom>
              <a:avLst/>
              <a:gdLst/>
              <a:ahLst/>
              <a:cxnLst/>
              <a:rect l="l" t="t" r="r" b="b"/>
              <a:pathLst>
                <a:path w="71" h="240" extrusionOk="0">
                  <a:moveTo>
                    <a:pt x="71" y="0"/>
                  </a:moveTo>
                  <a:cubicBezTo>
                    <a:pt x="17" y="33"/>
                    <a:pt x="1" y="87"/>
                    <a:pt x="1" y="153"/>
                  </a:cubicBezTo>
                  <a:cubicBezTo>
                    <a:pt x="1" y="190"/>
                    <a:pt x="38" y="223"/>
                    <a:pt x="54" y="239"/>
                  </a:cubicBezTo>
                  <a:cubicBezTo>
                    <a:pt x="71" y="173"/>
                    <a:pt x="71" y="87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8" name="Google Shape;17028;p42"/>
            <p:cNvSpPr/>
            <p:nvPr/>
          </p:nvSpPr>
          <p:spPr>
            <a:xfrm>
              <a:off x="5201600" y="2550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66" y="1"/>
                    <a:pt x="50" y="22"/>
                    <a:pt x="33" y="55"/>
                  </a:cubicBezTo>
                  <a:cubicBezTo>
                    <a:pt x="17" y="71"/>
                    <a:pt x="0" y="104"/>
                    <a:pt x="17" y="141"/>
                  </a:cubicBezTo>
                  <a:cubicBezTo>
                    <a:pt x="17" y="174"/>
                    <a:pt x="33" y="207"/>
                    <a:pt x="50" y="228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86" y="244"/>
                    <a:pt x="239" y="174"/>
                    <a:pt x="223" y="104"/>
                  </a:cubicBezTo>
                  <a:cubicBezTo>
                    <a:pt x="223" y="71"/>
                    <a:pt x="206" y="38"/>
                    <a:pt x="186" y="22"/>
                  </a:cubicBezTo>
                  <a:cubicBezTo>
                    <a:pt x="169" y="22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9" name="Google Shape;17029;p42"/>
            <p:cNvSpPr/>
            <p:nvPr/>
          </p:nvSpPr>
          <p:spPr>
            <a:xfrm>
              <a:off x="5187375" y="25515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1" y="0"/>
                  </a:moveTo>
                  <a:cubicBezTo>
                    <a:pt x="64" y="0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0" y="194"/>
                    <a:pt x="33" y="227"/>
                    <a:pt x="70" y="244"/>
                  </a:cubicBezTo>
                  <a:cubicBezTo>
                    <a:pt x="84" y="251"/>
                    <a:pt x="101" y="255"/>
                    <a:pt x="118" y="255"/>
                  </a:cubicBezTo>
                  <a:cubicBezTo>
                    <a:pt x="141" y="255"/>
                    <a:pt x="164" y="247"/>
                    <a:pt x="173" y="227"/>
                  </a:cubicBezTo>
                  <a:cubicBezTo>
                    <a:pt x="190" y="211"/>
                    <a:pt x="206" y="194"/>
                    <a:pt x="206" y="178"/>
                  </a:cubicBezTo>
                  <a:cubicBezTo>
                    <a:pt x="239" y="108"/>
                    <a:pt x="206" y="38"/>
                    <a:pt x="157" y="5"/>
                  </a:cubicBezTo>
                  <a:cubicBezTo>
                    <a:pt x="145" y="2"/>
                    <a:pt x="133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0" name="Google Shape;17030;p42"/>
            <p:cNvSpPr/>
            <p:nvPr/>
          </p:nvSpPr>
          <p:spPr>
            <a:xfrm>
              <a:off x="5190350" y="253775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16" y="1"/>
                  </a:moveTo>
                  <a:cubicBezTo>
                    <a:pt x="74" y="1"/>
                    <a:pt x="33" y="25"/>
                    <a:pt x="17" y="74"/>
                  </a:cubicBezTo>
                  <a:cubicBezTo>
                    <a:pt x="1" y="144"/>
                    <a:pt x="17" y="231"/>
                    <a:pt x="87" y="247"/>
                  </a:cubicBezTo>
                  <a:cubicBezTo>
                    <a:pt x="87" y="264"/>
                    <a:pt x="104" y="264"/>
                    <a:pt x="120" y="264"/>
                  </a:cubicBezTo>
                  <a:cubicBezTo>
                    <a:pt x="174" y="247"/>
                    <a:pt x="207" y="231"/>
                    <a:pt x="223" y="177"/>
                  </a:cubicBezTo>
                  <a:cubicBezTo>
                    <a:pt x="244" y="128"/>
                    <a:pt x="223" y="74"/>
                    <a:pt x="207" y="41"/>
                  </a:cubicBezTo>
                  <a:cubicBezTo>
                    <a:pt x="190" y="25"/>
                    <a:pt x="174" y="8"/>
                    <a:pt x="157" y="8"/>
                  </a:cubicBezTo>
                  <a:cubicBezTo>
                    <a:pt x="144" y="3"/>
                    <a:pt x="130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1" name="Google Shape;17031;p42"/>
            <p:cNvSpPr/>
            <p:nvPr/>
          </p:nvSpPr>
          <p:spPr>
            <a:xfrm>
              <a:off x="5155625" y="26044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66" y="0"/>
                    <a:pt x="50" y="21"/>
                    <a:pt x="33" y="54"/>
                  </a:cubicBezTo>
                  <a:cubicBezTo>
                    <a:pt x="17" y="87"/>
                    <a:pt x="0" y="124"/>
                    <a:pt x="0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4"/>
                    <a:pt x="239" y="190"/>
                    <a:pt x="223" y="104"/>
                  </a:cubicBezTo>
                  <a:cubicBezTo>
                    <a:pt x="223" y="71"/>
                    <a:pt x="206" y="54"/>
                    <a:pt x="190" y="21"/>
                  </a:cubicBezTo>
                  <a:lnTo>
                    <a:pt x="153" y="21"/>
                  </a:ln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2" name="Google Shape;17032;p42"/>
            <p:cNvSpPr/>
            <p:nvPr/>
          </p:nvSpPr>
          <p:spPr>
            <a:xfrm>
              <a:off x="5190350" y="2631525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04" y="1"/>
                  </a:moveTo>
                  <a:cubicBezTo>
                    <a:pt x="38" y="17"/>
                    <a:pt x="1" y="87"/>
                    <a:pt x="1" y="153"/>
                  </a:cubicBezTo>
                  <a:cubicBezTo>
                    <a:pt x="17" y="190"/>
                    <a:pt x="38" y="223"/>
                    <a:pt x="54" y="240"/>
                  </a:cubicBezTo>
                  <a:cubicBezTo>
                    <a:pt x="66" y="252"/>
                    <a:pt x="86" y="265"/>
                    <a:pt x="109" y="265"/>
                  </a:cubicBezTo>
                  <a:cubicBezTo>
                    <a:pt x="119" y="265"/>
                    <a:pt x="130" y="263"/>
                    <a:pt x="141" y="256"/>
                  </a:cubicBezTo>
                  <a:cubicBezTo>
                    <a:pt x="157" y="256"/>
                    <a:pt x="190" y="240"/>
                    <a:pt x="207" y="207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3" name="Google Shape;17033;p42"/>
            <p:cNvSpPr/>
            <p:nvPr/>
          </p:nvSpPr>
          <p:spPr>
            <a:xfrm>
              <a:off x="5188200" y="250527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3" y="0"/>
                  </a:moveTo>
                  <a:cubicBezTo>
                    <a:pt x="70" y="0"/>
                    <a:pt x="54" y="17"/>
                    <a:pt x="37" y="50"/>
                  </a:cubicBezTo>
                  <a:cubicBezTo>
                    <a:pt x="21" y="87"/>
                    <a:pt x="0" y="120"/>
                    <a:pt x="21" y="153"/>
                  </a:cubicBezTo>
                  <a:cubicBezTo>
                    <a:pt x="21" y="190"/>
                    <a:pt x="37" y="206"/>
                    <a:pt x="54" y="239"/>
                  </a:cubicBezTo>
                  <a:cubicBezTo>
                    <a:pt x="87" y="256"/>
                    <a:pt x="103" y="256"/>
                    <a:pt x="140" y="256"/>
                  </a:cubicBezTo>
                  <a:cubicBezTo>
                    <a:pt x="206" y="239"/>
                    <a:pt x="243" y="173"/>
                    <a:pt x="227" y="103"/>
                  </a:cubicBezTo>
                  <a:cubicBezTo>
                    <a:pt x="227" y="70"/>
                    <a:pt x="206" y="50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4" name="Google Shape;17034;p42"/>
            <p:cNvSpPr/>
            <p:nvPr/>
          </p:nvSpPr>
          <p:spPr>
            <a:xfrm>
              <a:off x="5195925" y="252022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29" y="0"/>
                  </a:moveTo>
                  <a:cubicBezTo>
                    <a:pt x="82" y="0"/>
                    <a:pt x="35" y="33"/>
                    <a:pt x="21" y="91"/>
                  </a:cubicBezTo>
                  <a:cubicBezTo>
                    <a:pt x="0" y="157"/>
                    <a:pt x="21" y="227"/>
                    <a:pt x="87" y="243"/>
                  </a:cubicBezTo>
                  <a:cubicBezTo>
                    <a:pt x="103" y="260"/>
                    <a:pt x="124" y="260"/>
                    <a:pt x="141" y="260"/>
                  </a:cubicBezTo>
                  <a:cubicBezTo>
                    <a:pt x="174" y="260"/>
                    <a:pt x="207" y="227"/>
                    <a:pt x="227" y="173"/>
                  </a:cubicBezTo>
                  <a:cubicBezTo>
                    <a:pt x="244" y="124"/>
                    <a:pt x="227" y="70"/>
                    <a:pt x="207" y="37"/>
                  </a:cubicBezTo>
                  <a:cubicBezTo>
                    <a:pt x="190" y="37"/>
                    <a:pt x="174" y="21"/>
                    <a:pt x="157" y="4"/>
                  </a:cubicBezTo>
                  <a:cubicBezTo>
                    <a:pt x="148" y="1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5" name="Google Shape;17035;p42"/>
            <p:cNvSpPr/>
            <p:nvPr/>
          </p:nvSpPr>
          <p:spPr>
            <a:xfrm>
              <a:off x="5205400" y="2580500"/>
              <a:ext cx="6000" cy="6750"/>
            </a:xfrm>
            <a:custGeom>
              <a:avLst/>
              <a:gdLst/>
              <a:ahLst/>
              <a:cxnLst/>
              <a:rect l="l" t="t" r="r" b="b"/>
              <a:pathLst>
                <a:path w="240" h="270" extrusionOk="0">
                  <a:moveTo>
                    <a:pt x="119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54"/>
                    <a:pt x="34" y="236"/>
                    <a:pt x="87" y="257"/>
                  </a:cubicBezTo>
                  <a:cubicBezTo>
                    <a:pt x="100" y="265"/>
                    <a:pt x="115" y="269"/>
                    <a:pt x="130" y="269"/>
                  </a:cubicBezTo>
                  <a:cubicBezTo>
                    <a:pt x="170" y="269"/>
                    <a:pt x="211" y="238"/>
                    <a:pt x="223" y="187"/>
                  </a:cubicBezTo>
                  <a:cubicBezTo>
                    <a:pt x="240" y="116"/>
                    <a:pt x="223" y="30"/>
                    <a:pt x="174" y="13"/>
                  </a:cubicBezTo>
                  <a:cubicBezTo>
                    <a:pt x="155" y="5"/>
                    <a:pt x="137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6" name="Google Shape;17036;p42"/>
            <p:cNvSpPr/>
            <p:nvPr/>
          </p:nvSpPr>
          <p:spPr>
            <a:xfrm>
              <a:off x="5191700" y="2616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50" y="17"/>
                    <a:pt x="0" y="87"/>
                    <a:pt x="17" y="153"/>
                  </a:cubicBezTo>
                  <a:cubicBezTo>
                    <a:pt x="31" y="213"/>
                    <a:pt x="72" y="260"/>
                    <a:pt x="114" y="260"/>
                  </a:cubicBezTo>
                  <a:cubicBezTo>
                    <a:pt x="122" y="260"/>
                    <a:pt x="129" y="259"/>
                    <a:pt x="136" y="256"/>
                  </a:cubicBezTo>
                  <a:cubicBezTo>
                    <a:pt x="169" y="256"/>
                    <a:pt x="206" y="240"/>
                    <a:pt x="223" y="207"/>
                  </a:cubicBezTo>
                  <a:cubicBezTo>
                    <a:pt x="239" y="190"/>
                    <a:pt x="239" y="153"/>
                    <a:pt x="239" y="120"/>
                  </a:cubicBezTo>
                  <a:cubicBezTo>
                    <a:pt x="223" y="87"/>
                    <a:pt x="223" y="50"/>
                    <a:pt x="190" y="33"/>
                  </a:cubicBezTo>
                  <a:cubicBezTo>
                    <a:pt x="190" y="17"/>
                    <a:pt x="169" y="1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7" name="Google Shape;17037;p42"/>
            <p:cNvSpPr/>
            <p:nvPr/>
          </p:nvSpPr>
          <p:spPr>
            <a:xfrm>
              <a:off x="5189950" y="2581600"/>
              <a:ext cx="6500" cy="6475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41" y="1"/>
                  </a:moveTo>
                  <a:cubicBezTo>
                    <a:pt x="96" y="1"/>
                    <a:pt x="50" y="33"/>
                    <a:pt x="33" y="72"/>
                  </a:cubicBezTo>
                  <a:cubicBezTo>
                    <a:pt x="0" y="143"/>
                    <a:pt x="33" y="229"/>
                    <a:pt x="87" y="246"/>
                  </a:cubicBezTo>
                  <a:cubicBezTo>
                    <a:pt x="105" y="254"/>
                    <a:pt x="123" y="258"/>
                    <a:pt x="138" y="258"/>
                  </a:cubicBezTo>
                  <a:cubicBezTo>
                    <a:pt x="182" y="258"/>
                    <a:pt x="215" y="227"/>
                    <a:pt x="239" y="175"/>
                  </a:cubicBezTo>
                  <a:cubicBezTo>
                    <a:pt x="260" y="110"/>
                    <a:pt x="223" y="39"/>
                    <a:pt x="173" y="6"/>
                  </a:cubicBezTo>
                  <a:cubicBezTo>
                    <a:pt x="163" y="2"/>
                    <a:pt x="152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8" name="Google Shape;17038;p42"/>
            <p:cNvSpPr/>
            <p:nvPr/>
          </p:nvSpPr>
          <p:spPr>
            <a:xfrm>
              <a:off x="5206750" y="26594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66" y="0"/>
                    <a:pt x="50" y="17"/>
                    <a:pt x="33" y="50"/>
                  </a:cubicBezTo>
                  <a:cubicBezTo>
                    <a:pt x="17" y="87"/>
                    <a:pt x="0" y="120"/>
                    <a:pt x="0" y="153"/>
                  </a:cubicBezTo>
                  <a:cubicBezTo>
                    <a:pt x="17" y="190"/>
                    <a:pt x="33" y="206"/>
                    <a:pt x="50" y="239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86" y="239"/>
                    <a:pt x="239" y="169"/>
                    <a:pt x="223" y="103"/>
                  </a:cubicBezTo>
                  <a:cubicBezTo>
                    <a:pt x="223" y="66"/>
                    <a:pt x="206" y="33"/>
                    <a:pt x="186" y="17"/>
                  </a:cubicBezTo>
                  <a:cubicBezTo>
                    <a:pt x="169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9" name="Google Shape;17039;p42"/>
            <p:cNvSpPr/>
            <p:nvPr/>
          </p:nvSpPr>
          <p:spPr>
            <a:xfrm>
              <a:off x="5210150" y="25197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7" y="0"/>
                  </a:moveTo>
                  <a:cubicBezTo>
                    <a:pt x="85" y="0"/>
                    <a:pt x="64" y="14"/>
                    <a:pt x="50" y="25"/>
                  </a:cubicBezTo>
                  <a:cubicBezTo>
                    <a:pt x="33" y="42"/>
                    <a:pt x="17" y="75"/>
                    <a:pt x="17" y="112"/>
                  </a:cubicBezTo>
                  <a:cubicBezTo>
                    <a:pt x="0" y="145"/>
                    <a:pt x="17" y="178"/>
                    <a:pt x="33" y="215"/>
                  </a:cubicBezTo>
                  <a:cubicBezTo>
                    <a:pt x="50" y="231"/>
                    <a:pt x="87" y="248"/>
                    <a:pt x="103" y="264"/>
                  </a:cubicBezTo>
                  <a:cubicBezTo>
                    <a:pt x="136" y="264"/>
                    <a:pt x="173" y="248"/>
                    <a:pt x="190" y="231"/>
                  </a:cubicBezTo>
                  <a:cubicBezTo>
                    <a:pt x="239" y="178"/>
                    <a:pt x="239" y="112"/>
                    <a:pt x="206" y="42"/>
                  </a:cubicBezTo>
                  <a:cubicBezTo>
                    <a:pt x="190" y="25"/>
                    <a:pt x="173" y="9"/>
                    <a:pt x="153" y="9"/>
                  </a:cubicBezTo>
                  <a:lnTo>
                    <a:pt x="136" y="9"/>
                  </a:lnTo>
                  <a:cubicBezTo>
                    <a:pt x="127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0" name="Google Shape;17040;p42"/>
            <p:cNvSpPr/>
            <p:nvPr/>
          </p:nvSpPr>
          <p:spPr>
            <a:xfrm>
              <a:off x="5207575" y="256370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87" y="1"/>
                  </a:moveTo>
                  <a:cubicBezTo>
                    <a:pt x="70" y="17"/>
                    <a:pt x="50" y="17"/>
                    <a:pt x="33" y="34"/>
                  </a:cubicBezTo>
                  <a:cubicBezTo>
                    <a:pt x="0" y="67"/>
                    <a:pt x="0" y="121"/>
                    <a:pt x="0" y="153"/>
                  </a:cubicBezTo>
                  <a:cubicBezTo>
                    <a:pt x="0" y="186"/>
                    <a:pt x="17" y="224"/>
                    <a:pt x="50" y="240"/>
                  </a:cubicBezTo>
                  <a:cubicBezTo>
                    <a:pt x="64" y="252"/>
                    <a:pt x="85" y="263"/>
                    <a:pt x="102" y="263"/>
                  </a:cubicBezTo>
                  <a:cubicBezTo>
                    <a:pt x="109" y="263"/>
                    <a:pt x="115" y="261"/>
                    <a:pt x="120" y="257"/>
                  </a:cubicBezTo>
                  <a:cubicBezTo>
                    <a:pt x="190" y="257"/>
                    <a:pt x="223" y="186"/>
                    <a:pt x="223" y="121"/>
                  </a:cubicBezTo>
                  <a:cubicBezTo>
                    <a:pt x="206" y="67"/>
                    <a:pt x="190" y="34"/>
                    <a:pt x="153" y="17"/>
                  </a:cubicBezTo>
                  <a:cubicBezTo>
                    <a:pt x="136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1" name="Google Shape;17041;p42"/>
            <p:cNvSpPr/>
            <p:nvPr/>
          </p:nvSpPr>
          <p:spPr>
            <a:xfrm>
              <a:off x="5203650" y="2507850"/>
              <a:ext cx="2600" cy="2175"/>
            </a:xfrm>
            <a:custGeom>
              <a:avLst/>
              <a:gdLst/>
              <a:ahLst/>
              <a:cxnLst/>
              <a:rect l="l" t="t" r="r" b="b"/>
              <a:pathLst>
                <a:path w="104" h="87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33"/>
                    <a:pt x="38" y="50"/>
                    <a:pt x="54" y="70"/>
                  </a:cubicBezTo>
                  <a:cubicBezTo>
                    <a:pt x="71" y="87"/>
                    <a:pt x="87" y="87"/>
                    <a:pt x="104" y="87"/>
                  </a:cubicBezTo>
                  <a:cubicBezTo>
                    <a:pt x="71" y="70"/>
                    <a:pt x="38" y="3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2" name="Google Shape;17042;p42"/>
            <p:cNvSpPr/>
            <p:nvPr/>
          </p:nvSpPr>
          <p:spPr>
            <a:xfrm>
              <a:off x="5198075" y="25961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9" y="1"/>
                  </a:moveTo>
                  <a:cubicBezTo>
                    <a:pt x="83" y="1"/>
                    <a:pt x="35" y="33"/>
                    <a:pt x="17" y="91"/>
                  </a:cubicBezTo>
                  <a:cubicBezTo>
                    <a:pt x="1" y="161"/>
                    <a:pt x="17" y="227"/>
                    <a:pt x="88" y="248"/>
                  </a:cubicBezTo>
                  <a:cubicBezTo>
                    <a:pt x="102" y="257"/>
                    <a:pt x="117" y="261"/>
                    <a:pt x="132" y="261"/>
                  </a:cubicBezTo>
                  <a:cubicBezTo>
                    <a:pt x="173" y="261"/>
                    <a:pt x="211" y="229"/>
                    <a:pt x="224" y="178"/>
                  </a:cubicBezTo>
                  <a:cubicBezTo>
                    <a:pt x="244" y="108"/>
                    <a:pt x="224" y="42"/>
                    <a:pt x="158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3" name="Google Shape;17043;p42"/>
            <p:cNvSpPr/>
            <p:nvPr/>
          </p:nvSpPr>
          <p:spPr>
            <a:xfrm>
              <a:off x="5194675" y="2566700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37" y="1"/>
                  </a:moveTo>
                  <a:cubicBezTo>
                    <a:pt x="104" y="1"/>
                    <a:pt x="71" y="1"/>
                    <a:pt x="50" y="33"/>
                  </a:cubicBezTo>
                  <a:cubicBezTo>
                    <a:pt x="1" y="66"/>
                    <a:pt x="1" y="153"/>
                    <a:pt x="34" y="207"/>
                  </a:cubicBezTo>
                  <a:cubicBezTo>
                    <a:pt x="50" y="240"/>
                    <a:pt x="87" y="256"/>
                    <a:pt x="104" y="256"/>
                  </a:cubicBezTo>
                  <a:cubicBezTo>
                    <a:pt x="137" y="256"/>
                    <a:pt x="174" y="256"/>
                    <a:pt x="191" y="223"/>
                  </a:cubicBezTo>
                  <a:cubicBezTo>
                    <a:pt x="207" y="207"/>
                    <a:pt x="224" y="170"/>
                    <a:pt x="224" y="137"/>
                  </a:cubicBezTo>
                  <a:cubicBezTo>
                    <a:pt x="240" y="104"/>
                    <a:pt x="224" y="66"/>
                    <a:pt x="207" y="50"/>
                  </a:cubicBezTo>
                  <a:cubicBezTo>
                    <a:pt x="191" y="33"/>
                    <a:pt x="174" y="17"/>
                    <a:pt x="153" y="17"/>
                  </a:cubicBezTo>
                  <a:cubicBezTo>
                    <a:pt x="153" y="1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4" name="Google Shape;17044;p42"/>
            <p:cNvSpPr/>
            <p:nvPr/>
          </p:nvSpPr>
          <p:spPr>
            <a:xfrm>
              <a:off x="5199025" y="2644000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03" y="1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17" y="223"/>
                    <a:pt x="50" y="240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53" y="256"/>
                    <a:pt x="186" y="240"/>
                    <a:pt x="206" y="207"/>
                  </a:cubicBezTo>
                  <a:cubicBezTo>
                    <a:pt x="223" y="170"/>
                    <a:pt x="223" y="137"/>
                    <a:pt x="223" y="104"/>
                  </a:cubicBezTo>
                  <a:cubicBezTo>
                    <a:pt x="223" y="67"/>
                    <a:pt x="206" y="50"/>
                    <a:pt x="169" y="17"/>
                  </a:cubicBezTo>
                  <a:lnTo>
                    <a:pt x="153" y="17"/>
                  </a:ln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5" name="Google Shape;17045;p42"/>
            <p:cNvSpPr/>
            <p:nvPr/>
          </p:nvSpPr>
          <p:spPr>
            <a:xfrm>
              <a:off x="5202000" y="26765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87" y="1"/>
                    <a:pt x="87" y="1"/>
                    <a:pt x="67" y="21"/>
                  </a:cubicBezTo>
                  <a:cubicBezTo>
                    <a:pt x="34" y="38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0" y="244"/>
                    <a:pt x="240" y="190"/>
                    <a:pt x="223" y="104"/>
                  </a:cubicBezTo>
                  <a:lnTo>
                    <a:pt x="223" y="71"/>
                  </a:lnTo>
                  <a:cubicBezTo>
                    <a:pt x="207" y="54"/>
                    <a:pt x="190" y="21"/>
                    <a:pt x="153" y="21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6" name="Google Shape;17046;p42"/>
            <p:cNvSpPr/>
            <p:nvPr/>
          </p:nvSpPr>
          <p:spPr>
            <a:xfrm>
              <a:off x="5183975" y="25241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50" y="17"/>
                    <a:pt x="0" y="71"/>
                    <a:pt x="17" y="157"/>
                  </a:cubicBezTo>
                  <a:cubicBezTo>
                    <a:pt x="17" y="190"/>
                    <a:pt x="33" y="207"/>
                    <a:pt x="50" y="223"/>
                  </a:cubicBezTo>
                  <a:cubicBezTo>
                    <a:pt x="87" y="261"/>
                    <a:pt x="103" y="261"/>
                    <a:pt x="136" y="261"/>
                  </a:cubicBezTo>
                  <a:cubicBezTo>
                    <a:pt x="169" y="261"/>
                    <a:pt x="190" y="223"/>
                    <a:pt x="206" y="207"/>
                  </a:cubicBezTo>
                  <a:cubicBezTo>
                    <a:pt x="223" y="174"/>
                    <a:pt x="239" y="141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7" name="Google Shape;17047;p42"/>
            <p:cNvSpPr/>
            <p:nvPr/>
          </p:nvSpPr>
          <p:spPr>
            <a:xfrm>
              <a:off x="5157275" y="2680800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39" y="1"/>
                  </a:moveTo>
                  <a:cubicBezTo>
                    <a:pt x="87" y="1"/>
                    <a:pt x="48" y="33"/>
                    <a:pt x="21" y="91"/>
                  </a:cubicBezTo>
                  <a:cubicBezTo>
                    <a:pt x="0" y="141"/>
                    <a:pt x="37" y="227"/>
                    <a:pt x="87" y="244"/>
                  </a:cubicBezTo>
                  <a:cubicBezTo>
                    <a:pt x="101" y="254"/>
                    <a:pt x="117" y="259"/>
                    <a:pt x="132" y="259"/>
                  </a:cubicBezTo>
                  <a:cubicBezTo>
                    <a:pt x="173" y="259"/>
                    <a:pt x="212" y="226"/>
                    <a:pt x="227" y="178"/>
                  </a:cubicBezTo>
                  <a:cubicBezTo>
                    <a:pt x="260" y="108"/>
                    <a:pt x="227" y="38"/>
                    <a:pt x="173" y="5"/>
                  </a:cubicBezTo>
                  <a:cubicBezTo>
                    <a:pt x="162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8" name="Google Shape;17048;p42"/>
            <p:cNvSpPr/>
            <p:nvPr/>
          </p:nvSpPr>
          <p:spPr>
            <a:xfrm>
              <a:off x="5146950" y="2574925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14" y="1"/>
                  </a:moveTo>
                  <a:cubicBezTo>
                    <a:pt x="73" y="1"/>
                    <a:pt x="34" y="32"/>
                    <a:pt x="22" y="84"/>
                  </a:cubicBezTo>
                  <a:cubicBezTo>
                    <a:pt x="1" y="150"/>
                    <a:pt x="22" y="236"/>
                    <a:pt x="88" y="253"/>
                  </a:cubicBezTo>
                  <a:cubicBezTo>
                    <a:pt x="102" y="263"/>
                    <a:pt x="118" y="268"/>
                    <a:pt x="133" y="268"/>
                  </a:cubicBezTo>
                  <a:cubicBezTo>
                    <a:pt x="174" y="268"/>
                    <a:pt x="213" y="235"/>
                    <a:pt x="228" y="187"/>
                  </a:cubicBezTo>
                  <a:cubicBezTo>
                    <a:pt x="244" y="117"/>
                    <a:pt x="207" y="30"/>
                    <a:pt x="158" y="14"/>
                  </a:cubicBezTo>
                  <a:cubicBezTo>
                    <a:pt x="143" y="5"/>
                    <a:pt x="128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9" name="Google Shape;17049;p42"/>
            <p:cNvSpPr/>
            <p:nvPr/>
          </p:nvSpPr>
          <p:spPr>
            <a:xfrm>
              <a:off x="5151300" y="2623400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33" y="206"/>
                    <a:pt x="54" y="239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57" y="256"/>
                    <a:pt x="190" y="239"/>
                    <a:pt x="206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6" y="50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0" name="Google Shape;17050;p42"/>
            <p:cNvSpPr/>
            <p:nvPr/>
          </p:nvSpPr>
          <p:spPr>
            <a:xfrm>
              <a:off x="5154700" y="2650700"/>
              <a:ext cx="5675" cy="6775"/>
            </a:xfrm>
            <a:custGeom>
              <a:avLst/>
              <a:gdLst/>
              <a:ahLst/>
              <a:cxnLst/>
              <a:rect l="l" t="t" r="r" b="b"/>
              <a:pathLst>
                <a:path w="227" h="271" extrusionOk="0">
                  <a:moveTo>
                    <a:pt x="114" y="1"/>
                  </a:moveTo>
                  <a:cubicBezTo>
                    <a:pt x="67" y="1"/>
                    <a:pt x="18" y="36"/>
                    <a:pt x="0" y="91"/>
                  </a:cubicBezTo>
                  <a:lnTo>
                    <a:pt x="0" y="145"/>
                  </a:lnTo>
                  <a:cubicBezTo>
                    <a:pt x="0" y="194"/>
                    <a:pt x="21" y="232"/>
                    <a:pt x="70" y="265"/>
                  </a:cubicBezTo>
                  <a:cubicBezTo>
                    <a:pt x="79" y="269"/>
                    <a:pt x="89" y="271"/>
                    <a:pt x="100" y="271"/>
                  </a:cubicBezTo>
                  <a:cubicBezTo>
                    <a:pt x="129" y="271"/>
                    <a:pt x="161" y="256"/>
                    <a:pt x="173" y="232"/>
                  </a:cubicBezTo>
                  <a:cubicBezTo>
                    <a:pt x="190" y="211"/>
                    <a:pt x="206" y="194"/>
                    <a:pt x="206" y="178"/>
                  </a:cubicBezTo>
                  <a:cubicBezTo>
                    <a:pt x="227" y="108"/>
                    <a:pt x="206" y="42"/>
                    <a:pt x="140" y="5"/>
                  </a:cubicBezTo>
                  <a:cubicBezTo>
                    <a:pt x="132" y="2"/>
                    <a:pt x="123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1" name="Google Shape;17051;p42"/>
            <p:cNvSpPr/>
            <p:nvPr/>
          </p:nvSpPr>
          <p:spPr>
            <a:xfrm>
              <a:off x="5146150" y="2544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0" y="71"/>
                    <a:pt x="0" y="158"/>
                    <a:pt x="33" y="207"/>
                  </a:cubicBezTo>
                  <a:cubicBezTo>
                    <a:pt x="54" y="240"/>
                    <a:pt x="87" y="261"/>
                    <a:pt x="103" y="261"/>
                  </a:cubicBezTo>
                  <a:cubicBezTo>
                    <a:pt x="136" y="261"/>
                    <a:pt x="173" y="261"/>
                    <a:pt x="190" y="240"/>
                  </a:cubicBezTo>
                  <a:cubicBezTo>
                    <a:pt x="239" y="191"/>
                    <a:pt x="239" y="104"/>
                    <a:pt x="206" y="54"/>
                  </a:cubicBezTo>
                  <a:cubicBezTo>
                    <a:pt x="190" y="34"/>
                    <a:pt x="190" y="17"/>
                    <a:pt x="173" y="17"/>
                  </a:cubicBezTo>
                  <a:cubicBezTo>
                    <a:pt x="157" y="1"/>
                    <a:pt x="13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2" name="Google Shape;17052;p42"/>
            <p:cNvSpPr/>
            <p:nvPr/>
          </p:nvSpPr>
          <p:spPr>
            <a:xfrm>
              <a:off x="5151300" y="252857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8" y="0"/>
                  </a:moveTo>
                  <a:cubicBezTo>
                    <a:pt x="120" y="0"/>
                    <a:pt x="111" y="4"/>
                    <a:pt x="103" y="12"/>
                  </a:cubicBezTo>
                  <a:cubicBezTo>
                    <a:pt x="54" y="12"/>
                    <a:pt x="0" y="83"/>
                    <a:pt x="17" y="148"/>
                  </a:cubicBezTo>
                  <a:cubicBezTo>
                    <a:pt x="17" y="186"/>
                    <a:pt x="33" y="219"/>
                    <a:pt x="54" y="235"/>
                  </a:cubicBezTo>
                  <a:cubicBezTo>
                    <a:pt x="87" y="252"/>
                    <a:pt x="103" y="272"/>
                    <a:pt x="136" y="272"/>
                  </a:cubicBezTo>
                  <a:cubicBezTo>
                    <a:pt x="206" y="252"/>
                    <a:pt x="239" y="186"/>
                    <a:pt x="223" y="115"/>
                  </a:cubicBezTo>
                  <a:cubicBezTo>
                    <a:pt x="223" y="83"/>
                    <a:pt x="206" y="45"/>
                    <a:pt x="190" y="29"/>
                  </a:cubicBezTo>
                  <a:cubicBezTo>
                    <a:pt x="173" y="29"/>
                    <a:pt x="173" y="12"/>
                    <a:pt x="157" y="12"/>
                  </a:cubicBezTo>
                  <a:cubicBezTo>
                    <a:pt x="147" y="4"/>
                    <a:pt x="137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3" name="Google Shape;17053;p42"/>
            <p:cNvSpPr/>
            <p:nvPr/>
          </p:nvSpPr>
          <p:spPr>
            <a:xfrm>
              <a:off x="5151300" y="24836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32" y="1"/>
                  </a:moveTo>
                  <a:cubicBezTo>
                    <a:pt x="124" y="1"/>
                    <a:pt x="114" y="3"/>
                    <a:pt x="103" y="10"/>
                  </a:cubicBezTo>
                  <a:cubicBezTo>
                    <a:pt x="54" y="10"/>
                    <a:pt x="0" y="76"/>
                    <a:pt x="17" y="146"/>
                  </a:cubicBezTo>
                  <a:cubicBezTo>
                    <a:pt x="33" y="216"/>
                    <a:pt x="87" y="265"/>
                    <a:pt x="136" y="265"/>
                  </a:cubicBezTo>
                  <a:cubicBezTo>
                    <a:pt x="173" y="249"/>
                    <a:pt x="206" y="232"/>
                    <a:pt x="223" y="216"/>
                  </a:cubicBezTo>
                  <a:cubicBezTo>
                    <a:pt x="239" y="179"/>
                    <a:pt x="239" y="146"/>
                    <a:pt x="239" y="113"/>
                  </a:cubicBezTo>
                  <a:cubicBezTo>
                    <a:pt x="223" y="76"/>
                    <a:pt x="223" y="43"/>
                    <a:pt x="190" y="26"/>
                  </a:cubicBezTo>
                  <a:lnTo>
                    <a:pt x="173" y="10"/>
                  </a:lnTo>
                  <a:cubicBezTo>
                    <a:pt x="162" y="10"/>
                    <a:pt x="149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4" name="Google Shape;17054;p42"/>
            <p:cNvSpPr/>
            <p:nvPr/>
          </p:nvSpPr>
          <p:spPr>
            <a:xfrm>
              <a:off x="5150050" y="2499050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20" y="1"/>
                  </a:moveTo>
                  <a:cubicBezTo>
                    <a:pt x="115" y="1"/>
                    <a:pt x="109" y="3"/>
                    <a:pt x="104" y="10"/>
                  </a:cubicBezTo>
                  <a:cubicBezTo>
                    <a:pt x="34" y="10"/>
                    <a:pt x="1" y="76"/>
                    <a:pt x="1" y="146"/>
                  </a:cubicBezTo>
                  <a:cubicBezTo>
                    <a:pt x="17" y="179"/>
                    <a:pt x="34" y="216"/>
                    <a:pt x="50" y="233"/>
                  </a:cubicBezTo>
                  <a:cubicBezTo>
                    <a:pt x="67" y="249"/>
                    <a:pt x="104" y="266"/>
                    <a:pt x="137" y="266"/>
                  </a:cubicBezTo>
                  <a:cubicBezTo>
                    <a:pt x="170" y="249"/>
                    <a:pt x="186" y="233"/>
                    <a:pt x="207" y="216"/>
                  </a:cubicBezTo>
                  <a:cubicBezTo>
                    <a:pt x="223" y="179"/>
                    <a:pt x="223" y="146"/>
                    <a:pt x="223" y="113"/>
                  </a:cubicBezTo>
                  <a:cubicBezTo>
                    <a:pt x="223" y="76"/>
                    <a:pt x="207" y="43"/>
                    <a:pt x="186" y="27"/>
                  </a:cubicBezTo>
                  <a:cubicBezTo>
                    <a:pt x="170" y="27"/>
                    <a:pt x="170" y="10"/>
                    <a:pt x="153" y="10"/>
                  </a:cubicBezTo>
                  <a:cubicBezTo>
                    <a:pt x="142" y="10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5" name="Google Shape;17055;p42"/>
            <p:cNvSpPr/>
            <p:nvPr/>
          </p:nvSpPr>
          <p:spPr>
            <a:xfrm>
              <a:off x="5206750" y="25346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1" y="0"/>
                  </a:moveTo>
                  <a:cubicBezTo>
                    <a:pt x="123" y="0"/>
                    <a:pt x="114" y="2"/>
                    <a:pt x="103" y="8"/>
                  </a:cubicBezTo>
                  <a:cubicBezTo>
                    <a:pt x="50" y="8"/>
                    <a:pt x="0" y="78"/>
                    <a:pt x="17" y="148"/>
                  </a:cubicBezTo>
                  <a:cubicBezTo>
                    <a:pt x="17" y="181"/>
                    <a:pt x="33" y="214"/>
                    <a:pt x="66" y="234"/>
                  </a:cubicBezTo>
                  <a:cubicBezTo>
                    <a:pt x="83" y="251"/>
                    <a:pt x="120" y="267"/>
                    <a:pt x="136" y="267"/>
                  </a:cubicBezTo>
                  <a:cubicBezTo>
                    <a:pt x="206" y="251"/>
                    <a:pt x="239" y="181"/>
                    <a:pt x="239" y="111"/>
                  </a:cubicBezTo>
                  <a:cubicBezTo>
                    <a:pt x="223" y="61"/>
                    <a:pt x="206" y="28"/>
                    <a:pt x="169" y="8"/>
                  </a:cubicBezTo>
                  <a:cubicBezTo>
                    <a:pt x="158" y="8"/>
                    <a:pt x="147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6" name="Google Shape;17056;p42"/>
            <p:cNvSpPr/>
            <p:nvPr/>
          </p:nvSpPr>
          <p:spPr>
            <a:xfrm>
              <a:off x="5177050" y="25391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4" y="240"/>
                    <a:pt x="87" y="260"/>
                    <a:pt x="104" y="260"/>
                  </a:cubicBezTo>
                  <a:cubicBezTo>
                    <a:pt x="137" y="260"/>
                    <a:pt x="174" y="260"/>
                    <a:pt x="191" y="223"/>
                  </a:cubicBezTo>
                  <a:cubicBezTo>
                    <a:pt x="224" y="207"/>
                    <a:pt x="224" y="174"/>
                    <a:pt x="240" y="137"/>
                  </a:cubicBezTo>
                  <a:cubicBezTo>
                    <a:pt x="240" y="104"/>
                    <a:pt x="224" y="71"/>
                    <a:pt x="207" y="54"/>
                  </a:cubicBezTo>
                  <a:cubicBezTo>
                    <a:pt x="191" y="34"/>
                    <a:pt x="191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7" name="Google Shape;17057;p42"/>
            <p:cNvSpPr/>
            <p:nvPr/>
          </p:nvSpPr>
          <p:spPr>
            <a:xfrm>
              <a:off x="5216125" y="254732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41" y="0"/>
                  </a:moveTo>
                  <a:cubicBezTo>
                    <a:pt x="120" y="0"/>
                    <a:pt x="87" y="17"/>
                    <a:pt x="71" y="38"/>
                  </a:cubicBezTo>
                  <a:cubicBezTo>
                    <a:pt x="17" y="87"/>
                    <a:pt x="0" y="157"/>
                    <a:pt x="54" y="223"/>
                  </a:cubicBezTo>
                  <a:cubicBezTo>
                    <a:pt x="71" y="244"/>
                    <a:pt x="87" y="260"/>
                    <a:pt x="120" y="260"/>
                  </a:cubicBezTo>
                  <a:cubicBezTo>
                    <a:pt x="131" y="265"/>
                    <a:pt x="140" y="267"/>
                    <a:pt x="148" y="267"/>
                  </a:cubicBezTo>
                  <a:cubicBezTo>
                    <a:pt x="168" y="267"/>
                    <a:pt x="183" y="255"/>
                    <a:pt x="207" y="244"/>
                  </a:cubicBezTo>
                  <a:cubicBezTo>
                    <a:pt x="223" y="223"/>
                    <a:pt x="244" y="190"/>
                    <a:pt x="244" y="157"/>
                  </a:cubicBezTo>
                  <a:cubicBezTo>
                    <a:pt x="244" y="120"/>
                    <a:pt x="244" y="87"/>
                    <a:pt x="223" y="54"/>
                  </a:cubicBezTo>
                  <a:cubicBezTo>
                    <a:pt x="207" y="38"/>
                    <a:pt x="190" y="17"/>
                    <a:pt x="174" y="17"/>
                  </a:cubicBezTo>
                  <a:cubicBezTo>
                    <a:pt x="157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8" name="Google Shape;17058;p42"/>
            <p:cNvSpPr/>
            <p:nvPr/>
          </p:nvSpPr>
          <p:spPr>
            <a:xfrm>
              <a:off x="5205000" y="262720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36" y="1"/>
                  </a:moveTo>
                  <a:cubicBezTo>
                    <a:pt x="120" y="1"/>
                    <a:pt x="87" y="17"/>
                    <a:pt x="70" y="38"/>
                  </a:cubicBezTo>
                  <a:cubicBezTo>
                    <a:pt x="17" y="71"/>
                    <a:pt x="0" y="157"/>
                    <a:pt x="50" y="207"/>
                  </a:cubicBezTo>
                  <a:cubicBezTo>
                    <a:pt x="70" y="244"/>
                    <a:pt x="87" y="260"/>
                    <a:pt x="120" y="260"/>
                  </a:cubicBezTo>
                  <a:cubicBezTo>
                    <a:pt x="153" y="260"/>
                    <a:pt x="173" y="260"/>
                    <a:pt x="206" y="244"/>
                  </a:cubicBezTo>
                  <a:cubicBezTo>
                    <a:pt x="256" y="190"/>
                    <a:pt x="256" y="104"/>
                    <a:pt x="223" y="54"/>
                  </a:cubicBezTo>
                  <a:cubicBezTo>
                    <a:pt x="206" y="38"/>
                    <a:pt x="190" y="17"/>
                    <a:pt x="173" y="17"/>
                  </a:cubicBezTo>
                  <a:cubicBezTo>
                    <a:pt x="173" y="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9" name="Google Shape;17059;p42"/>
            <p:cNvSpPr/>
            <p:nvPr/>
          </p:nvSpPr>
          <p:spPr>
            <a:xfrm>
              <a:off x="5205825" y="261115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16" y="0"/>
                  </a:moveTo>
                  <a:cubicBezTo>
                    <a:pt x="107" y="0"/>
                    <a:pt x="98" y="2"/>
                    <a:pt x="87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81"/>
                    <a:pt x="17" y="214"/>
                    <a:pt x="54" y="230"/>
                  </a:cubicBezTo>
                  <a:cubicBezTo>
                    <a:pt x="70" y="247"/>
                    <a:pt x="103" y="267"/>
                    <a:pt x="120" y="267"/>
                  </a:cubicBezTo>
                  <a:cubicBezTo>
                    <a:pt x="190" y="247"/>
                    <a:pt x="223" y="181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7" y="8"/>
                  </a:lnTo>
                  <a:cubicBezTo>
                    <a:pt x="146" y="8"/>
                    <a:pt x="13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0" name="Google Shape;17060;p42"/>
            <p:cNvSpPr/>
            <p:nvPr/>
          </p:nvSpPr>
          <p:spPr>
            <a:xfrm>
              <a:off x="5159850" y="2587325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41" y="0"/>
                  </a:moveTo>
                  <a:cubicBezTo>
                    <a:pt x="103" y="0"/>
                    <a:pt x="87" y="17"/>
                    <a:pt x="54" y="33"/>
                  </a:cubicBezTo>
                  <a:cubicBezTo>
                    <a:pt x="21" y="66"/>
                    <a:pt x="0" y="153"/>
                    <a:pt x="37" y="206"/>
                  </a:cubicBezTo>
                  <a:cubicBezTo>
                    <a:pt x="66" y="245"/>
                    <a:pt x="102" y="261"/>
                    <a:pt x="134" y="261"/>
                  </a:cubicBezTo>
                  <a:cubicBezTo>
                    <a:pt x="156" y="261"/>
                    <a:pt x="176" y="253"/>
                    <a:pt x="190" y="239"/>
                  </a:cubicBezTo>
                  <a:cubicBezTo>
                    <a:pt x="244" y="190"/>
                    <a:pt x="260" y="103"/>
                    <a:pt x="206" y="50"/>
                  </a:cubicBezTo>
                  <a:cubicBezTo>
                    <a:pt x="206" y="33"/>
                    <a:pt x="190" y="17"/>
                    <a:pt x="174" y="17"/>
                  </a:cubicBezTo>
                  <a:cubicBezTo>
                    <a:pt x="157" y="0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1" name="Google Shape;17061;p42"/>
            <p:cNvSpPr/>
            <p:nvPr/>
          </p:nvSpPr>
          <p:spPr>
            <a:xfrm>
              <a:off x="5157275" y="2637000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7" y="0"/>
                  </a:moveTo>
                  <a:cubicBezTo>
                    <a:pt x="102" y="0"/>
                    <a:pt x="51" y="33"/>
                    <a:pt x="37" y="91"/>
                  </a:cubicBezTo>
                  <a:cubicBezTo>
                    <a:pt x="0" y="141"/>
                    <a:pt x="37" y="227"/>
                    <a:pt x="87" y="244"/>
                  </a:cubicBezTo>
                  <a:cubicBezTo>
                    <a:pt x="103" y="264"/>
                    <a:pt x="124" y="264"/>
                    <a:pt x="140" y="264"/>
                  </a:cubicBezTo>
                  <a:cubicBezTo>
                    <a:pt x="190" y="264"/>
                    <a:pt x="227" y="227"/>
                    <a:pt x="244" y="178"/>
                  </a:cubicBezTo>
                  <a:cubicBezTo>
                    <a:pt x="260" y="124"/>
                    <a:pt x="244" y="75"/>
                    <a:pt x="206" y="37"/>
                  </a:cubicBezTo>
                  <a:cubicBezTo>
                    <a:pt x="206" y="21"/>
                    <a:pt x="190" y="21"/>
                    <a:pt x="173" y="4"/>
                  </a:cubicBezTo>
                  <a:cubicBezTo>
                    <a:pt x="165" y="2"/>
                    <a:pt x="1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2" name="Google Shape;17062;p42"/>
            <p:cNvSpPr/>
            <p:nvPr/>
          </p:nvSpPr>
          <p:spPr>
            <a:xfrm>
              <a:off x="5163350" y="26193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1" y="161"/>
                    <a:pt x="17" y="227"/>
                    <a:pt x="87" y="264"/>
                  </a:cubicBezTo>
                  <a:lnTo>
                    <a:pt x="137" y="264"/>
                  </a:lnTo>
                  <a:cubicBezTo>
                    <a:pt x="170" y="264"/>
                    <a:pt x="207" y="227"/>
                    <a:pt x="223" y="178"/>
                  </a:cubicBezTo>
                  <a:cubicBezTo>
                    <a:pt x="240" y="145"/>
                    <a:pt x="223" y="91"/>
                    <a:pt x="207" y="58"/>
                  </a:cubicBezTo>
                  <a:lnTo>
                    <a:pt x="153" y="4"/>
                  </a:ln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3" name="Google Shape;17063;p42"/>
            <p:cNvSpPr/>
            <p:nvPr/>
          </p:nvSpPr>
          <p:spPr>
            <a:xfrm>
              <a:off x="5175825" y="2511650"/>
              <a:ext cx="6000" cy="6450"/>
            </a:xfrm>
            <a:custGeom>
              <a:avLst/>
              <a:gdLst/>
              <a:ahLst/>
              <a:cxnLst/>
              <a:rect l="l" t="t" r="r" b="b"/>
              <a:pathLst>
                <a:path w="240" h="258" extrusionOk="0">
                  <a:moveTo>
                    <a:pt x="120" y="1"/>
                  </a:moveTo>
                  <a:cubicBezTo>
                    <a:pt x="83" y="1"/>
                    <a:pt x="66" y="1"/>
                    <a:pt x="33" y="22"/>
                  </a:cubicBezTo>
                  <a:cubicBezTo>
                    <a:pt x="17" y="54"/>
                    <a:pt x="0" y="71"/>
                    <a:pt x="0" y="104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46" y="239"/>
                    <a:pt x="82" y="257"/>
                    <a:pt x="117" y="257"/>
                  </a:cubicBezTo>
                  <a:cubicBezTo>
                    <a:pt x="142" y="257"/>
                    <a:pt x="166" y="248"/>
                    <a:pt x="186" y="228"/>
                  </a:cubicBezTo>
                  <a:cubicBezTo>
                    <a:pt x="223" y="191"/>
                    <a:pt x="240" y="104"/>
                    <a:pt x="207" y="54"/>
                  </a:cubicBezTo>
                  <a:cubicBezTo>
                    <a:pt x="186" y="22"/>
                    <a:pt x="169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4" name="Google Shape;17064;p42"/>
            <p:cNvSpPr/>
            <p:nvPr/>
          </p:nvSpPr>
          <p:spPr>
            <a:xfrm>
              <a:off x="5128925" y="276512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41" y="0"/>
                  </a:moveTo>
                  <a:cubicBezTo>
                    <a:pt x="124" y="0"/>
                    <a:pt x="87" y="17"/>
                    <a:pt x="71" y="33"/>
                  </a:cubicBezTo>
                  <a:cubicBezTo>
                    <a:pt x="21" y="87"/>
                    <a:pt x="0" y="153"/>
                    <a:pt x="54" y="223"/>
                  </a:cubicBezTo>
                  <a:cubicBezTo>
                    <a:pt x="71" y="239"/>
                    <a:pt x="87" y="256"/>
                    <a:pt x="124" y="256"/>
                  </a:cubicBezTo>
                  <a:cubicBezTo>
                    <a:pt x="134" y="261"/>
                    <a:pt x="142" y="263"/>
                    <a:pt x="150" y="263"/>
                  </a:cubicBezTo>
                  <a:cubicBezTo>
                    <a:pt x="168" y="263"/>
                    <a:pt x="183" y="251"/>
                    <a:pt x="207" y="239"/>
                  </a:cubicBezTo>
                  <a:cubicBezTo>
                    <a:pt x="227" y="206"/>
                    <a:pt x="244" y="190"/>
                    <a:pt x="244" y="153"/>
                  </a:cubicBezTo>
                  <a:cubicBezTo>
                    <a:pt x="244" y="120"/>
                    <a:pt x="244" y="87"/>
                    <a:pt x="227" y="50"/>
                  </a:cubicBezTo>
                  <a:cubicBezTo>
                    <a:pt x="207" y="33"/>
                    <a:pt x="190" y="17"/>
                    <a:pt x="174" y="17"/>
                  </a:cubicBezTo>
                  <a:cubicBezTo>
                    <a:pt x="157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5" name="Google Shape;17065;p42"/>
            <p:cNvSpPr/>
            <p:nvPr/>
          </p:nvSpPr>
          <p:spPr>
            <a:xfrm>
              <a:off x="5262925" y="2614725"/>
              <a:ext cx="3525" cy="6525"/>
            </a:xfrm>
            <a:custGeom>
              <a:avLst/>
              <a:gdLst/>
              <a:ahLst/>
              <a:cxnLst/>
              <a:rect l="l" t="t" r="r" b="b"/>
              <a:pathLst>
                <a:path w="141" h="261" extrusionOk="0">
                  <a:moveTo>
                    <a:pt x="103" y="1"/>
                  </a:moveTo>
                  <a:cubicBezTo>
                    <a:pt x="70" y="21"/>
                    <a:pt x="54" y="54"/>
                    <a:pt x="37" y="87"/>
                  </a:cubicBezTo>
                  <a:cubicBezTo>
                    <a:pt x="0" y="157"/>
                    <a:pt x="37" y="228"/>
                    <a:pt x="87" y="261"/>
                  </a:cubicBezTo>
                  <a:lnTo>
                    <a:pt x="140" y="261"/>
                  </a:lnTo>
                  <a:cubicBezTo>
                    <a:pt x="140" y="174"/>
                    <a:pt x="124" y="87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6" name="Google Shape;17066;p42"/>
            <p:cNvSpPr/>
            <p:nvPr/>
          </p:nvSpPr>
          <p:spPr>
            <a:xfrm>
              <a:off x="5114400" y="27675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5" y="0"/>
                  </a:moveTo>
                  <a:cubicBezTo>
                    <a:pt x="79" y="0"/>
                    <a:pt x="42" y="22"/>
                    <a:pt x="17" y="72"/>
                  </a:cubicBezTo>
                  <a:cubicBezTo>
                    <a:pt x="0" y="142"/>
                    <a:pt x="33" y="229"/>
                    <a:pt x="87" y="245"/>
                  </a:cubicBezTo>
                  <a:cubicBezTo>
                    <a:pt x="103" y="262"/>
                    <a:pt x="120" y="262"/>
                    <a:pt x="136" y="262"/>
                  </a:cubicBezTo>
                  <a:cubicBezTo>
                    <a:pt x="169" y="245"/>
                    <a:pt x="206" y="229"/>
                    <a:pt x="223" y="175"/>
                  </a:cubicBezTo>
                  <a:cubicBezTo>
                    <a:pt x="239" y="126"/>
                    <a:pt x="239" y="72"/>
                    <a:pt x="206" y="39"/>
                  </a:cubicBezTo>
                  <a:cubicBezTo>
                    <a:pt x="190" y="23"/>
                    <a:pt x="190" y="23"/>
                    <a:pt x="169" y="6"/>
                  </a:cubicBezTo>
                  <a:cubicBezTo>
                    <a:pt x="154" y="2"/>
                    <a:pt x="139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7" name="Google Shape;17067;p42"/>
            <p:cNvSpPr/>
            <p:nvPr/>
          </p:nvSpPr>
          <p:spPr>
            <a:xfrm>
              <a:off x="5169325" y="27758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87" y="1"/>
                    <a:pt x="87" y="17"/>
                    <a:pt x="71" y="17"/>
                  </a:cubicBezTo>
                  <a:cubicBezTo>
                    <a:pt x="34" y="34"/>
                    <a:pt x="1" y="87"/>
                    <a:pt x="1" y="153"/>
                  </a:cubicBezTo>
                  <a:cubicBezTo>
                    <a:pt x="17" y="191"/>
                    <a:pt x="34" y="224"/>
                    <a:pt x="54" y="240"/>
                  </a:cubicBezTo>
                  <a:cubicBezTo>
                    <a:pt x="66" y="252"/>
                    <a:pt x="85" y="265"/>
                    <a:pt x="108" y="265"/>
                  </a:cubicBezTo>
                  <a:cubicBezTo>
                    <a:pt x="117" y="265"/>
                    <a:pt x="127" y="263"/>
                    <a:pt x="137" y="256"/>
                  </a:cubicBezTo>
                  <a:cubicBezTo>
                    <a:pt x="190" y="256"/>
                    <a:pt x="240" y="191"/>
                    <a:pt x="223" y="120"/>
                  </a:cubicBezTo>
                  <a:lnTo>
                    <a:pt x="223" y="87"/>
                  </a:lnTo>
                  <a:cubicBezTo>
                    <a:pt x="207" y="50"/>
                    <a:pt x="190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8" name="Google Shape;17068;p42"/>
            <p:cNvSpPr/>
            <p:nvPr/>
          </p:nvSpPr>
          <p:spPr>
            <a:xfrm>
              <a:off x="5132425" y="2794775"/>
              <a:ext cx="6425" cy="6550"/>
            </a:xfrm>
            <a:custGeom>
              <a:avLst/>
              <a:gdLst/>
              <a:ahLst/>
              <a:cxnLst/>
              <a:rect l="l" t="t" r="r" b="b"/>
              <a:pathLst>
                <a:path w="257" h="262" extrusionOk="0">
                  <a:moveTo>
                    <a:pt x="127" y="1"/>
                  </a:moveTo>
                  <a:cubicBezTo>
                    <a:pt x="87" y="1"/>
                    <a:pt x="46" y="32"/>
                    <a:pt x="34" y="84"/>
                  </a:cubicBezTo>
                  <a:cubicBezTo>
                    <a:pt x="1" y="154"/>
                    <a:pt x="34" y="220"/>
                    <a:pt x="87" y="257"/>
                  </a:cubicBezTo>
                  <a:cubicBezTo>
                    <a:pt x="96" y="260"/>
                    <a:pt x="105" y="261"/>
                    <a:pt x="114" y="261"/>
                  </a:cubicBezTo>
                  <a:cubicBezTo>
                    <a:pt x="160" y="261"/>
                    <a:pt x="212" y="229"/>
                    <a:pt x="240" y="171"/>
                  </a:cubicBezTo>
                  <a:cubicBezTo>
                    <a:pt x="256" y="117"/>
                    <a:pt x="223" y="34"/>
                    <a:pt x="170" y="14"/>
                  </a:cubicBezTo>
                  <a:cubicBezTo>
                    <a:pt x="157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9" name="Google Shape;17069;p42"/>
            <p:cNvSpPr/>
            <p:nvPr/>
          </p:nvSpPr>
          <p:spPr>
            <a:xfrm>
              <a:off x="5094600" y="27857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1"/>
                  </a:moveTo>
                  <a:cubicBezTo>
                    <a:pt x="104" y="1"/>
                    <a:pt x="71" y="17"/>
                    <a:pt x="54" y="34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4" y="251"/>
                    <a:pt x="83" y="263"/>
                    <a:pt x="114" y="263"/>
                  </a:cubicBezTo>
                  <a:cubicBezTo>
                    <a:pt x="140" y="263"/>
                    <a:pt x="166" y="255"/>
                    <a:pt x="190" y="240"/>
                  </a:cubicBezTo>
                  <a:cubicBezTo>
                    <a:pt x="240" y="190"/>
                    <a:pt x="240" y="104"/>
                    <a:pt x="207" y="50"/>
                  </a:cubicBezTo>
                  <a:cubicBezTo>
                    <a:pt x="190" y="34"/>
                    <a:pt x="174" y="17"/>
                    <a:pt x="157" y="17"/>
                  </a:cubicBezTo>
                  <a:cubicBezTo>
                    <a:pt x="157" y="17"/>
                    <a:pt x="13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0" name="Google Shape;17070;p42"/>
            <p:cNvSpPr/>
            <p:nvPr/>
          </p:nvSpPr>
          <p:spPr>
            <a:xfrm>
              <a:off x="5089450" y="2760475"/>
              <a:ext cx="6525" cy="6450"/>
            </a:xfrm>
            <a:custGeom>
              <a:avLst/>
              <a:gdLst/>
              <a:ahLst/>
              <a:cxnLst/>
              <a:rect l="l" t="t" r="r" b="b"/>
              <a:pathLst>
                <a:path w="261" h="258" extrusionOk="0">
                  <a:moveTo>
                    <a:pt x="129" y="0"/>
                  </a:moveTo>
                  <a:cubicBezTo>
                    <a:pt x="88" y="0"/>
                    <a:pt x="49" y="32"/>
                    <a:pt x="33" y="83"/>
                  </a:cubicBezTo>
                  <a:cubicBezTo>
                    <a:pt x="0" y="149"/>
                    <a:pt x="33" y="219"/>
                    <a:pt x="87" y="252"/>
                  </a:cubicBezTo>
                  <a:cubicBezTo>
                    <a:pt x="100" y="256"/>
                    <a:pt x="113" y="258"/>
                    <a:pt x="124" y="258"/>
                  </a:cubicBezTo>
                  <a:cubicBezTo>
                    <a:pt x="175" y="258"/>
                    <a:pt x="213" y="223"/>
                    <a:pt x="240" y="170"/>
                  </a:cubicBezTo>
                  <a:cubicBezTo>
                    <a:pt x="260" y="100"/>
                    <a:pt x="223" y="29"/>
                    <a:pt x="174" y="13"/>
                  </a:cubicBezTo>
                  <a:cubicBezTo>
                    <a:pt x="159" y="4"/>
                    <a:pt x="144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1" name="Google Shape;17071;p42"/>
            <p:cNvSpPr/>
            <p:nvPr/>
          </p:nvSpPr>
          <p:spPr>
            <a:xfrm>
              <a:off x="5107475" y="2754400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04" y="0"/>
                  </a:moveTo>
                  <a:cubicBezTo>
                    <a:pt x="71" y="17"/>
                    <a:pt x="55" y="33"/>
                    <a:pt x="34" y="50"/>
                  </a:cubicBezTo>
                  <a:cubicBezTo>
                    <a:pt x="17" y="83"/>
                    <a:pt x="1" y="120"/>
                    <a:pt x="1" y="153"/>
                  </a:cubicBezTo>
                  <a:cubicBezTo>
                    <a:pt x="17" y="186"/>
                    <a:pt x="34" y="223"/>
                    <a:pt x="55" y="239"/>
                  </a:cubicBezTo>
                  <a:cubicBezTo>
                    <a:pt x="66" y="251"/>
                    <a:pt x="86" y="263"/>
                    <a:pt x="108" y="263"/>
                  </a:cubicBezTo>
                  <a:cubicBezTo>
                    <a:pt x="118" y="263"/>
                    <a:pt x="127" y="261"/>
                    <a:pt x="137" y="256"/>
                  </a:cubicBezTo>
                  <a:cubicBezTo>
                    <a:pt x="191" y="256"/>
                    <a:pt x="240" y="186"/>
                    <a:pt x="224" y="120"/>
                  </a:cubicBezTo>
                  <a:cubicBezTo>
                    <a:pt x="224" y="83"/>
                    <a:pt x="207" y="50"/>
                    <a:pt x="191" y="33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2" name="Google Shape;17072;p42"/>
            <p:cNvSpPr/>
            <p:nvPr/>
          </p:nvSpPr>
          <p:spPr>
            <a:xfrm>
              <a:off x="5136250" y="27487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1"/>
                  </a:moveTo>
                  <a:cubicBezTo>
                    <a:pt x="70" y="1"/>
                    <a:pt x="37" y="21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07"/>
                    <a:pt x="54" y="244"/>
                  </a:cubicBezTo>
                  <a:cubicBezTo>
                    <a:pt x="70" y="260"/>
                    <a:pt x="103" y="260"/>
                    <a:pt x="120" y="260"/>
                  </a:cubicBezTo>
                  <a:cubicBezTo>
                    <a:pt x="190" y="244"/>
                    <a:pt x="223" y="174"/>
                    <a:pt x="223" y="104"/>
                  </a:cubicBezTo>
                  <a:cubicBezTo>
                    <a:pt x="223" y="71"/>
                    <a:pt x="206" y="54"/>
                    <a:pt x="173" y="21"/>
                  </a:cubicBezTo>
                  <a:cubicBezTo>
                    <a:pt x="173" y="21"/>
                    <a:pt x="157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42"/>
            <p:cNvSpPr/>
            <p:nvPr/>
          </p:nvSpPr>
          <p:spPr>
            <a:xfrm>
              <a:off x="5101925" y="27719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0" y="190"/>
                    <a:pt x="17" y="227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23" y="190"/>
                    <a:pt x="223" y="124"/>
                  </a:cubicBezTo>
                  <a:cubicBezTo>
                    <a:pt x="223" y="87"/>
                    <a:pt x="206" y="54"/>
                    <a:pt x="173" y="37"/>
                  </a:cubicBezTo>
                  <a:cubicBezTo>
                    <a:pt x="173" y="21"/>
                    <a:pt x="153" y="21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42"/>
            <p:cNvSpPr/>
            <p:nvPr/>
          </p:nvSpPr>
          <p:spPr>
            <a:xfrm>
              <a:off x="5097600" y="28179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29" y="1"/>
                  </a:moveTo>
                  <a:cubicBezTo>
                    <a:pt x="87" y="1"/>
                    <a:pt x="44" y="32"/>
                    <a:pt x="17" y="84"/>
                  </a:cubicBezTo>
                  <a:cubicBezTo>
                    <a:pt x="0" y="154"/>
                    <a:pt x="37" y="220"/>
                    <a:pt x="87" y="257"/>
                  </a:cubicBezTo>
                  <a:lnTo>
                    <a:pt x="140" y="257"/>
                  </a:lnTo>
                  <a:cubicBezTo>
                    <a:pt x="173" y="257"/>
                    <a:pt x="223" y="220"/>
                    <a:pt x="243" y="187"/>
                  </a:cubicBezTo>
                  <a:cubicBezTo>
                    <a:pt x="243" y="137"/>
                    <a:pt x="243" y="84"/>
                    <a:pt x="206" y="51"/>
                  </a:cubicBezTo>
                  <a:cubicBezTo>
                    <a:pt x="206" y="34"/>
                    <a:pt x="190" y="14"/>
                    <a:pt x="173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42"/>
            <p:cNvSpPr/>
            <p:nvPr/>
          </p:nvSpPr>
          <p:spPr>
            <a:xfrm>
              <a:off x="5139750" y="2779125"/>
              <a:ext cx="6400" cy="6550"/>
            </a:xfrm>
            <a:custGeom>
              <a:avLst/>
              <a:gdLst/>
              <a:ahLst/>
              <a:cxnLst/>
              <a:rect l="l" t="t" r="r" b="b"/>
              <a:pathLst>
                <a:path w="256" h="262" extrusionOk="0">
                  <a:moveTo>
                    <a:pt x="142" y="1"/>
                  </a:moveTo>
                  <a:cubicBezTo>
                    <a:pt x="97" y="1"/>
                    <a:pt x="47" y="31"/>
                    <a:pt x="33" y="75"/>
                  </a:cubicBezTo>
                  <a:cubicBezTo>
                    <a:pt x="0" y="145"/>
                    <a:pt x="33" y="228"/>
                    <a:pt x="83" y="248"/>
                  </a:cubicBezTo>
                  <a:cubicBezTo>
                    <a:pt x="101" y="257"/>
                    <a:pt x="119" y="261"/>
                    <a:pt x="135" y="261"/>
                  </a:cubicBezTo>
                  <a:cubicBezTo>
                    <a:pt x="180" y="261"/>
                    <a:pt x="215" y="230"/>
                    <a:pt x="240" y="178"/>
                  </a:cubicBezTo>
                  <a:cubicBezTo>
                    <a:pt x="256" y="108"/>
                    <a:pt x="223" y="42"/>
                    <a:pt x="169" y="5"/>
                  </a:cubicBezTo>
                  <a:cubicBezTo>
                    <a:pt x="161" y="2"/>
                    <a:pt x="151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6" name="Google Shape;17076;p42"/>
            <p:cNvSpPr/>
            <p:nvPr/>
          </p:nvSpPr>
          <p:spPr>
            <a:xfrm>
              <a:off x="5162425" y="279377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47" y="0"/>
                  </a:moveTo>
                  <a:cubicBezTo>
                    <a:pt x="102" y="0"/>
                    <a:pt x="51" y="33"/>
                    <a:pt x="38" y="91"/>
                  </a:cubicBezTo>
                  <a:cubicBezTo>
                    <a:pt x="0" y="140"/>
                    <a:pt x="38" y="227"/>
                    <a:pt x="87" y="244"/>
                  </a:cubicBezTo>
                  <a:cubicBezTo>
                    <a:pt x="106" y="254"/>
                    <a:pt x="124" y="258"/>
                    <a:pt x="140" y="258"/>
                  </a:cubicBezTo>
                  <a:cubicBezTo>
                    <a:pt x="183" y="258"/>
                    <a:pt x="217" y="226"/>
                    <a:pt x="244" y="178"/>
                  </a:cubicBezTo>
                  <a:cubicBezTo>
                    <a:pt x="260" y="107"/>
                    <a:pt x="227" y="37"/>
                    <a:pt x="174" y="4"/>
                  </a:cubicBezTo>
                  <a:cubicBezTo>
                    <a:pt x="165" y="2"/>
                    <a:pt x="1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7" name="Google Shape;17077;p42"/>
            <p:cNvSpPr/>
            <p:nvPr/>
          </p:nvSpPr>
          <p:spPr>
            <a:xfrm>
              <a:off x="5166350" y="274315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33" y="17"/>
                    <a:pt x="0" y="87"/>
                    <a:pt x="0" y="158"/>
                  </a:cubicBezTo>
                  <a:cubicBezTo>
                    <a:pt x="0" y="191"/>
                    <a:pt x="17" y="224"/>
                    <a:pt x="50" y="244"/>
                  </a:cubicBezTo>
                  <a:cubicBezTo>
                    <a:pt x="64" y="256"/>
                    <a:pt x="85" y="267"/>
                    <a:pt x="102" y="267"/>
                  </a:cubicBezTo>
                  <a:cubicBezTo>
                    <a:pt x="109" y="267"/>
                    <a:pt x="115" y="265"/>
                    <a:pt x="120" y="261"/>
                  </a:cubicBezTo>
                  <a:cubicBezTo>
                    <a:pt x="153" y="261"/>
                    <a:pt x="190" y="244"/>
                    <a:pt x="206" y="207"/>
                  </a:cubicBezTo>
                  <a:cubicBezTo>
                    <a:pt x="223" y="191"/>
                    <a:pt x="223" y="158"/>
                    <a:pt x="223" y="120"/>
                  </a:cubicBezTo>
                  <a:cubicBezTo>
                    <a:pt x="223" y="87"/>
                    <a:pt x="206" y="55"/>
                    <a:pt x="173" y="38"/>
                  </a:cubicBezTo>
                  <a:cubicBezTo>
                    <a:pt x="173" y="17"/>
                    <a:pt x="153" y="17"/>
                    <a:pt x="153" y="17"/>
                  </a:cubicBez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8" name="Google Shape;17078;p42"/>
            <p:cNvSpPr/>
            <p:nvPr/>
          </p:nvSpPr>
          <p:spPr>
            <a:xfrm>
              <a:off x="5153875" y="27762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03" y="0"/>
                    <a:pt x="70" y="0"/>
                    <a:pt x="54" y="33"/>
                  </a:cubicBezTo>
                  <a:cubicBezTo>
                    <a:pt x="0" y="70"/>
                    <a:pt x="0" y="157"/>
                    <a:pt x="33" y="207"/>
                  </a:cubicBezTo>
                  <a:cubicBezTo>
                    <a:pt x="54" y="239"/>
                    <a:pt x="87" y="260"/>
                    <a:pt x="103" y="260"/>
                  </a:cubicBezTo>
                  <a:cubicBezTo>
                    <a:pt x="136" y="260"/>
                    <a:pt x="173" y="260"/>
                    <a:pt x="190" y="239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73" y="17"/>
                    <a:pt x="157" y="17"/>
                  </a:cubicBezTo>
                  <a:cubicBezTo>
                    <a:pt x="157" y="0"/>
                    <a:pt x="136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9" name="Google Shape;17079;p42"/>
            <p:cNvSpPr/>
            <p:nvPr/>
          </p:nvSpPr>
          <p:spPr>
            <a:xfrm>
              <a:off x="5159025" y="27603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33" y="223"/>
                    <a:pt x="54" y="240"/>
                  </a:cubicBezTo>
                  <a:cubicBezTo>
                    <a:pt x="66" y="251"/>
                    <a:pt x="85" y="265"/>
                    <a:pt x="107" y="265"/>
                  </a:cubicBezTo>
                  <a:cubicBezTo>
                    <a:pt x="117" y="265"/>
                    <a:pt x="127" y="262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42"/>
            <p:cNvSpPr/>
            <p:nvPr/>
          </p:nvSpPr>
          <p:spPr>
            <a:xfrm>
              <a:off x="5150875" y="27459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9" y="1"/>
                  </a:moveTo>
                  <a:cubicBezTo>
                    <a:pt x="86" y="1"/>
                    <a:pt x="65" y="13"/>
                    <a:pt x="50" y="28"/>
                  </a:cubicBezTo>
                  <a:cubicBezTo>
                    <a:pt x="1" y="78"/>
                    <a:pt x="1" y="164"/>
                    <a:pt x="34" y="214"/>
                  </a:cubicBezTo>
                  <a:cubicBezTo>
                    <a:pt x="50" y="251"/>
                    <a:pt x="87" y="267"/>
                    <a:pt x="104" y="267"/>
                  </a:cubicBezTo>
                  <a:cubicBezTo>
                    <a:pt x="137" y="267"/>
                    <a:pt x="174" y="251"/>
                    <a:pt x="190" y="234"/>
                  </a:cubicBezTo>
                  <a:cubicBezTo>
                    <a:pt x="223" y="214"/>
                    <a:pt x="223" y="181"/>
                    <a:pt x="240" y="148"/>
                  </a:cubicBezTo>
                  <a:cubicBezTo>
                    <a:pt x="240" y="111"/>
                    <a:pt x="223" y="78"/>
                    <a:pt x="207" y="45"/>
                  </a:cubicBezTo>
                  <a:cubicBezTo>
                    <a:pt x="190" y="28"/>
                    <a:pt x="190" y="28"/>
                    <a:pt x="153" y="7"/>
                  </a:cubicBezTo>
                  <a:lnTo>
                    <a:pt x="137" y="7"/>
                  </a:lnTo>
                  <a:cubicBezTo>
                    <a:pt x="127" y="3"/>
                    <a:pt x="118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1" name="Google Shape;17081;p42"/>
            <p:cNvSpPr/>
            <p:nvPr/>
          </p:nvSpPr>
          <p:spPr>
            <a:xfrm>
              <a:off x="5141800" y="2762350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123" y="1"/>
                  </a:moveTo>
                  <a:cubicBezTo>
                    <a:pt x="117" y="1"/>
                    <a:pt x="111" y="3"/>
                    <a:pt x="104" y="8"/>
                  </a:cubicBezTo>
                  <a:cubicBezTo>
                    <a:pt x="87" y="8"/>
                    <a:pt x="54" y="25"/>
                    <a:pt x="38" y="41"/>
                  </a:cubicBezTo>
                  <a:cubicBezTo>
                    <a:pt x="21" y="57"/>
                    <a:pt x="1" y="111"/>
                    <a:pt x="21" y="144"/>
                  </a:cubicBezTo>
                  <a:cubicBezTo>
                    <a:pt x="21" y="177"/>
                    <a:pt x="38" y="214"/>
                    <a:pt x="54" y="231"/>
                  </a:cubicBezTo>
                  <a:cubicBezTo>
                    <a:pt x="87" y="247"/>
                    <a:pt x="104" y="264"/>
                    <a:pt x="141" y="264"/>
                  </a:cubicBezTo>
                  <a:cubicBezTo>
                    <a:pt x="190" y="247"/>
                    <a:pt x="228" y="198"/>
                    <a:pt x="228" y="128"/>
                  </a:cubicBezTo>
                  <a:lnTo>
                    <a:pt x="228" y="111"/>
                  </a:lnTo>
                  <a:cubicBezTo>
                    <a:pt x="228" y="57"/>
                    <a:pt x="190" y="25"/>
                    <a:pt x="158" y="8"/>
                  </a:cubicBezTo>
                  <a:cubicBezTo>
                    <a:pt x="147" y="8"/>
                    <a:pt x="136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2" name="Google Shape;17082;p42"/>
            <p:cNvSpPr/>
            <p:nvPr/>
          </p:nvSpPr>
          <p:spPr>
            <a:xfrm>
              <a:off x="5144900" y="27183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0" y="0"/>
                  </a:moveTo>
                  <a:cubicBezTo>
                    <a:pt x="104" y="0"/>
                    <a:pt x="66" y="0"/>
                    <a:pt x="50" y="17"/>
                  </a:cubicBezTo>
                  <a:cubicBezTo>
                    <a:pt x="17" y="50"/>
                    <a:pt x="1" y="66"/>
                    <a:pt x="1" y="103"/>
                  </a:cubicBezTo>
                  <a:cubicBezTo>
                    <a:pt x="1" y="153"/>
                    <a:pt x="17" y="169"/>
                    <a:pt x="34" y="206"/>
                  </a:cubicBezTo>
                  <a:cubicBezTo>
                    <a:pt x="50" y="239"/>
                    <a:pt x="66" y="256"/>
                    <a:pt x="104" y="256"/>
                  </a:cubicBezTo>
                  <a:cubicBezTo>
                    <a:pt x="137" y="256"/>
                    <a:pt x="153" y="239"/>
                    <a:pt x="186" y="223"/>
                  </a:cubicBezTo>
                  <a:cubicBezTo>
                    <a:pt x="223" y="186"/>
                    <a:pt x="240" y="103"/>
                    <a:pt x="207" y="50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3" name="Google Shape;17083;p42"/>
            <p:cNvSpPr/>
            <p:nvPr/>
          </p:nvSpPr>
          <p:spPr>
            <a:xfrm>
              <a:off x="5112650" y="278492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04" y="1"/>
                  </a:moveTo>
                  <a:cubicBezTo>
                    <a:pt x="87" y="1"/>
                    <a:pt x="70" y="6"/>
                    <a:pt x="54" y="16"/>
                  </a:cubicBezTo>
                  <a:cubicBezTo>
                    <a:pt x="33" y="33"/>
                    <a:pt x="17" y="66"/>
                    <a:pt x="0" y="82"/>
                  </a:cubicBezTo>
                  <a:lnTo>
                    <a:pt x="0" y="169"/>
                  </a:lnTo>
                  <a:cubicBezTo>
                    <a:pt x="17" y="202"/>
                    <a:pt x="33" y="239"/>
                    <a:pt x="70" y="255"/>
                  </a:cubicBezTo>
                  <a:cubicBezTo>
                    <a:pt x="83" y="264"/>
                    <a:pt x="98" y="268"/>
                    <a:pt x="113" y="268"/>
                  </a:cubicBezTo>
                  <a:cubicBezTo>
                    <a:pt x="153" y="268"/>
                    <a:pt x="194" y="237"/>
                    <a:pt x="206" y="185"/>
                  </a:cubicBezTo>
                  <a:cubicBezTo>
                    <a:pt x="239" y="119"/>
                    <a:pt x="206" y="33"/>
                    <a:pt x="157" y="16"/>
                  </a:cubicBezTo>
                  <a:cubicBezTo>
                    <a:pt x="138" y="6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4" name="Google Shape;17084;p42"/>
            <p:cNvSpPr/>
            <p:nvPr/>
          </p:nvSpPr>
          <p:spPr>
            <a:xfrm>
              <a:off x="5059350" y="2761300"/>
              <a:ext cx="6525" cy="6750"/>
            </a:xfrm>
            <a:custGeom>
              <a:avLst/>
              <a:gdLst/>
              <a:ahLst/>
              <a:cxnLst/>
              <a:rect l="l" t="t" r="r" b="b"/>
              <a:pathLst>
                <a:path w="261" h="270" extrusionOk="0">
                  <a:moveTo>
                    <a:pt x="122" y="0"/>
                  </a:moveTo>
                  <a:cubicBezTo>
                    <a:pt x="78" y="0"/>
                    <a:pt x="45" y="32"/>
                    <a:pt x="21" y="83"/>
                  </a:cubicBezTo>
                  <a:cubicBezTo>
                    <a:pt x="1" y="153"/>
                    <a:pt x="38" y="240"/>
                    <a:pt x="87" y="256"/>
                  </a:cubicBezTo>
                  <a:cubicBezTo>
                    <a:pt x="101" y="265"/>
                    <a:pt x="116" y="269"/>
                    <a:pt x="131" y="269"/>
                  </a:cubicBezTo>
                  <a:cubicBezTo>
                    <a:pt x="173" y="269"/>
                    <a:pt x="212" y="238"/>
                    <a:pt x="227" y="186"/>
                  </a:cubicBezTo>
                  <a:cubicBezTo>
                    <a:pt x="260" y="116"/>
                    <a:pt x="227" y="34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5" name="Google Shape;17085;p42"/>
            <p:cNvSpPr/>
            <p:nvPr/>
          </p:nvSpPr>
          <p:spPr>
            <a:xfrm>
              <a:off x="5055950" y="27318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1" y="1"/>
                  </a:moveTo>
                  <a:cubicBezTo>
                    <a:pt x="92" y="1"/>
                    <a:pt x="77" y="12"/>
                    <a:pt x="54" y="24"/>
                  </a:cubicBezTo>
                  <a:cubicBezTo>
                    <a:pt x="17" y="78"/>
                    <a:pt x="0" y="160"/>
                    <a:pt x="33" y="214"/>
                  </a:cubicBezTo>
                  <a:cubicBezTo>
                    <a:pt x="71" y="247"/>
                    <a:pt x="87" y="263"/>
                    <a:pt x="120" y="263"/>
                  </a:cubicBezTo>
                  <a:cubicBezTo>
                    <a:pt x="157" y="263"/>
                    <a:pt x="174" y="247"/>
                    <a:pt x="207" y="230"/>
                  </a:cubicBezTo>
                  <a:cubicBezTo>
                    <a:pt x="223" y="214"/>
                    <a:pt x="240" y="181"/>
                    <a:pt x="240" y="144"/>
                  </a:cubicBezTo>
                  <a:cubicBezTo>
                    <a:pt x="240" y="111"/>
                    <a:pt x="240" y="78"/>
                    <a:pt x="223" y="41"/>
                  </a:cubicBezTo>
                  <a:cubicBezTo>
                    <a:pt x="207" y="24"/>
                    <a:pt x="190" y="24"/>
                    <a:pt x="174" y="8"/>
                  </a:cubicBezTo>
                  <a:lnTo>
                    <a:pt x="137" y="8"/>
                  </a:lnTo>
                  <a:cubicBezTo>
                    <a:pt x="127" y="3"/>
                    <a:pt x="119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6" name="Google Shape;17086;p42"/>
            <p:cNvSpPr/>
            <p:nvPr/>
          </p:nvSpPr>
          <p:spPr>
            <a:xfrm>
              <a:off x="5060275" y="28093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70" y="240"/>
                    <a:pt x="190" y="223"/>
                    <a:pt x="207" y="207"/>
                  </a:cubicBezTo>
                  <a:cubicBezTo>
                    <a:pt x="223" y="174"/>
                    <a:pt x="240" y="137"/>
                    <a:pt x="223" y="104"/>
                  </a:cubicBezTo>
                  <a:cubicBezTo>
                    <a:pt x="223" y="71"/>
                    <a:pt x="207" y="34"/>
                    <a:pt x="190" y="17"/>
                  </a:cubicBezTo>
                  <a:cubicBezTo>
                    <a:pt x="17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7" name="Google Shape;17087;p42"/>
            <p:cNvSpPr/>
            <p:nvPr/>
          </p:nvSpPr>
          <p:spPr>
            <a:xfrm>
              <a:off x="5063275" y="27152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70" y="21"/>
                    <a:pt x="33" y="38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27"/>
                    <a:pt x="33" y="244"/>
                  </a:cubicBezTo>
                  <a:cubicBezTo>
                    <a:pt x="59" y="256"/>
                    <a:pt x="84" y="267"/>
                    <a:pt x="101" y="267"/>
                  </a:cubicBezTo>
                  <a:cubicBezTo>
                    <a:pt x="109" y="267"/>
                    <a:pt x="115" y="265"/>
                    <a:pt x="120" y="260"/>
                  </a:cubicBezTo>
                  <a:cubicBezTo>
                    <a:pt x="190" y="260"/>
                    <a:pt x="223" y="190"/>
                    <a:pt x="223" y="124"/>
                  </a:cubicBezTo>
                  <a:cubicBezTo>
                    <a:pt x="206" y="87"/>
                    <a:pt x="190" y="54"/>
                    <a:pt x="173" y="38"/>
                  </a:cubicBezTo>
                  <a:cubicBezTo>
                    <a:pt x="173" y="21"/>
                    <a:pt x="153" y="21"/>
                    <a:pt x="153" y="21"/>
                  </a:cubicBezTo>
                  <a:cubicBezTo>
                    <a:pt x="136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8" name="Google Shape;17088;p42"/>
            <p:cNvSpPr/>
            <p:nvPr/>
          </p:nvSpPr>
          <p:spPr>
            <a:xfrm>
              <a:off x="5053375" y="27814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5" y="215"/>
                    <a:pt x="58" y="263"/>
                    <a:pt x="113" y="263"/>
                  </a:cubicBezTo>
                  <a:cubicBezTo>
                    <a:pt x="120" y="263"/>
                    <a:pt x="128" y="262"/>
                    <a:pt x="136" y="260"/>
                  </a:cubicBezTo>
                  <a:cubicBezTo>
                    <a:pt x="157" y="260"/>
                    <a:pt x="190" y="240"/>
                    <a:pt x="207" y="207"/>
                  </a:cubicBezTo>
                  <a:cubicBezTo>
                    <a:pt x="223" y="174"/>
                    <a:pt x="223" y="137"/>
                    <a:pt x="223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9" name="Google Shape;17089;p42"/>
            <p:cNvSpPr/>
            <p:nvPr/>
          </p:nvSpPr>
          <p:spPr>
            <a:xfrm>
              <a:off x="5086050" y="27272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0" y="137"/>
                  </a:cubicBezTo>
                  <a:cubicBezTo>
                    <a:pt x="17" y="174"/>
                    <a:pt x="17" y="207"/>
                    <a:pt x="50" y="224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69" y="17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0" name="Google Shape;17090;p42"/>
            <p:cNvSpPr/>
            <p:nvPr/>
          </p:nvSpPr>
          <p:spPr>
            <a:xfrm>
              <a:off x="5146150" y="2474750"/>
              <a:ext cx="2175" cy="850"/>
            </a:xfrm>
            <a:custGeom>
              <a:avLst/>
              <a:gdLst/>
              <a:ahLst/>
              <a:cxnLst/>
              <a:rect l="l" t="t" r="r" b="b"/>
              <a:pathLst>
                <a:path w="87" h="34" extrusionOk="0">
                  <a:moveTo>
                    <a:pt x="0" y="1"/>
                  </a:moveTo>
                  <a:cubicBezTo>
                    <a:pt x="5" y="1"/>
                    <a:pt x="11" y="2"/>
                    <a:pt x="18" y="4"/>
                  </a:cubicBezTo>
                  <a:lnTo>
                    <a:pt x="18" y="4"/>
                  </a:lnTo>
                  <a:cubicBezTo>
                    <a:pt x="18" y="3"/>
                    <a:pt x="17" y="2"/>
                    <a:pt x="16" y="1"/>
                  </a:cubicBezTo>
                  <a:close/>
                  <a:moveTo>
                    <a:pt x="18" y="4"/>
                  </a:moveTo>
                  <a:cubicBezTo>
                    <a:pt x="35" y="34"/>
                    <a:pt x="55" y="34"/>
                    <a:pt x="87" y="34"/>
                  </a:cubicBezTo>
                  <a:cubicBezTo>
                    <a:pt x="63" y="22"/>
                    <a:pt x="37" y="10"/>
                    <a:pt x="18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1" name="Google Shape;17091;p42"/>
            <p:cNvSpPr/>
            <p:nvPr/>
          </p:nvSpPr>
          <p:spPr>
            <a:xfrm>
              <a:off x="5104900" y="2460650"/>
              <a:ext cx="5600" cy="4250"/>
            </a:xfrm>
            <a:custGeom>
              <a:avLst/>
              <a:gdLst/>
              <a:ahLst/>
              <a:cxnLst/>
              <a:rect l="l" t="t" r="r" b="b"/>
              <a:pathLst>
                <a:path w="224" h="170" extrusionOk="0">
                  <a:moveTo>
                    <a:pt x="17" y="0"/>
                  </a:moveTo>
                  <a:cubicBezTo>
                    <a:pt x="17" y="17"/>
                    <a:pt x="1" y="33"/>
                    <a:pt x="17" y="66"/>
                  </a:cubicBezTo>
                  <a:cubicBezTo>
                    <a:pt x="17" y="103"/>
                    <a:pt x="34" y="120"/>
                    <a:pt x="54" y="153"/>
                  </a:cubicBezTo>
                  <a:cubicBezTo>
                    <a:pt x="87" y="169"/>
                    <a:pt x="104" y="169"/>
                    <a:pt x="137" y="169"/>
                  </a:cubicBezTo>
                  <a:cubicBezTo>
                    <a:pt x="190" y="153"/>
                    <a:pt x="223" y="120"/>
                    <a:pt x="223" y="50"/>
                  </a:cubicBezTo>
                  <a:cubicBezTo>
                    <a:pt x="158" y="33"/>
                    <a:pt x="87" y="17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2" name="Google Shape;17092;p42"/>
            <p:cNvSpPr/>
            <p:nvPr/>
          </p:nvSpPr>
          <p:spPr>
            <a:xfrm>
              <a:off x="5052950" y="2796850"/>
              <a:ext cx="4775" cy="6525"/>
            </a:xfrm>
            <a:custGeom>
              <a:avLst/>
              <a:gdLst/>
              <a:ahLst/>
              <a:cxnLst/>
              <a:rect l="l" t="t" r="r" b="b"/>
              <a:pathLst>
                <a:path w="191" h="261" extrusionOk="0">
                  <a:moveTo>
                    <a:pt x="50" y="1"/>
                  </a:moveTo>
                  <a:cubicBezTo>
                    <a:pt x="34" y="1"/>
                    <a:pt x="17" y="17"/>
                    <a:pt x="1" y="34"/>
                  </a:cubicBezTo>
                  <a:lnTo>
                    <a:pt x="1" y="224"/>
                  </a:lnTo>
                  <a:lnTo>
                    <a:pt x="1" y="240"/>
                  </a:lnTo>
                  <a:cubicBezTo>
                    <a:pt x="34" y="261"/>
                    <a:pt x="50" y="261"/>
                    <a:pt x="87" y="261"/>
                  </a:cubicBezTo>
                  <a:cubicBezTo>
                    <a:pt x="120" y="261"/>
                    <a:pt x="137" y="240"/>
                    <a:pt x="153" y="207"/>
                  </a:cubicBezTo>
                  <a:cubicBezTo>
                    <a:pt x="174" y="174"/>
                    <a:pt x="191" y="137"/>
                    <a:pt x="191" y="104"/>
                  </a:cubicBezTo>
                  <a:cubicBezTo>
                    <a:pt x="174" y="71"/>
                    <a:pt x="153" y="55"/>
                    <a:pt x="137" y="17"/>
                  </a:cubicBezTo>
                  <a:cubicBezTo>
                    <a:pt x="137" y="17"/>
                    <a:pt x="120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3" name="Google Shape;17093;p42"/>
            <p:cNvSpPr/>
            <p:nvPr/>
          </p:nvSpPr>
          <p:spPr>
            <a:xfrm>
              <a:off x="5079975" y="2789550"/>
              <a:ext cx="5675" cy="6500"/>
            </a:xfrm>
            <a:custGeom>
              <a:avLst/>
              <a:gdLst/>
              <a:ahLst/>
              <a:cxnLst/>
              <a:rect l="l" t="t" r="r" b="b"/>
              <a:pathLst>
                <a:path w="227" h="260" extrusionOk="0">
                  <a:moveTo>
                    <a:pt x="87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0" y="190"/>
                    <a:pt x="21" y="206"/>
                    <a:pt x="54" y="243"/>
                  </a:cubicBezTo>
                  <a:cubicBezTo>
                    <a:pt x="70" y="260"/>
                    <a:pt x="103" y="260"/>
                    <a:pt x="124" y="260"/>
                  </a:cubicBezTo>
                  <a:cubicBezTo>
                    <a:pt x="190" y="243"/>
                    <a:pt x="227" y="173"/>
                    <a:pt x="227" y="103"/>
                  </a:cubicBezTo>
                  <a:cubicBezTo>
                    <a:pt x="227" y="70"/>
                    <a:pt x="206" y="54"/>
                    <a:pt x="173" y="17"/>
                  </a:cubicBezTo>
                  <a:cubicBezTo>
                    <a:pt x="173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4" name="Google Shape;17094;p42"/>
            <p:cNvSpPr/>
            <p:nvPr/>
          </p:nvSpPr>
          <p:spPr>
            <a:xfrm>
              <a:off x="5071825" y="268482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20" y="0"/>
                  </a:moveTo>
                  <a:cubicBezTo>
                    <a:pt x="87" y="0"/>
                    <a:pt x="70" y="17"/>
                    <a:pt x="37" y="33"/>
                  </a:cubicBezTo>
                  <a:cubicBezTo>
                    <a:pt x="17" y="50"/>
                    <a:pt x="0" y="83"/>
                    <a:pt x="0" y="120"/>
                  </a:cubicBezTo>
                  <a:cubicBezTo>
                    <a:pt x="0" y="153"/>
                    <a:pt x="0" y="186"/>
                    <a:pt x="17" y="206"/>
                  </a:cubicBezTo>
                  <a:cubicBezTo>
                    <a:pt x="37" y="239"/>
                    <a:pt x="70" y="256"/>
                    <a:pt x="103" y="256"/>
                  </a:cubicBezTo>
                  <a:cubicBezTo>
                    <a:pt x="120" y="256"/>
                    <a:pt x="157" y="256"/>
                    <a:pt x="174" y="239"/>
                  </a:cubicBezTo>
                  <a:cubicBezTo>
                    <a:pt x="223" y="186"/>
                    <a:pt x="244" y="103"/>
                    <a:pt x="190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41" y="0"/>
                    <a:pt x="14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5" name="Google Shape;17095;p42"/>
            <p:cNvSpPr/>
            <p:nvPr/>
          </p:nvSpPr>
          <p:spPr>
            <a:xfrm>
              <a:off x="5077400" y="28093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0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21" y="50"/>
                    <a:pt x="21" y="87"/>
                    <a:pt x="0" y="120"/>
                  </a:cubicBezTo>
                  <a:cubicBezTo>
                    <a:pt x="0" y="153"/>
                    <a:pt x="21" y="190"/>
                    <a:pt x="37" y="207"/>
                  </a:cubicBezTo>
                  <a:cubicBezTo>
                    <a:pt x="56" y="248"/>
                    <a:pt x="88" y="265"/>
                    <a:pt x="121" y="265"/>
                  </a:cubicBezTo>
                  <a:cubicBezTo>
                    <a:pt x="144" y="265"/>
                    <a:pt x="169" y="256"/>
                    <a:pt x="190" y="240"/>
                  </a:cubicBezTo>
                  <a:cubicBezTo>
                    <a:pt x="243" y="190"/>
                    <a:pt x="243" y="104"/>
                    <a:pt x="206" y="50"/>
                  </a:cubicBezTo>
                  <a:cubicBezTo>
                    <a:pt x="190" y="34"/>
                    <a:pt x="173" y="17"/>
                    <a:pt x="157" y="17"/>
                  </a:cubicBezTo>
                  <a:cubicBezTo>
                    <a:pt x="157" y="1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6" name="Google Shape;17096;p42"/>
            <p:cNvSpPr/>
            <p:nvPr/>
          </p:nvSpPr>
          <p:spPr>
            <a:xfrm>
              <a:off x="5081300" y="27735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0" y="0"/>
                  </a:moveTo>
                  <a:cubicBezTo>
                    <a:pt x="86" y="0"/>
                    <a:pt x="45" y="33"/>
                    <a:pt x="17" y="91"/>
                  </a:cubicBezTo>
                  <a:cubicBezTo>
                    <a:pt x="1" y="140"/>
                    <a:pt x="34" y="227"/>
                    <a:pt x="87" y="243"/>
                  </a:cubicBezTo>
                  <a:cubicBezTo>
                    <a:pt x="101" y="254"/>
                    <a:pt x="116" y="258"/>
                    <a:pt x="131" y="258"/>
                  </a:cubicBezTo>
                  <a:cubicBezTo>
                    <a:pt x="171" y="258"/>
                    <a:pt x="211" y="225"/>
                    <a:pt x="223" y="177"/>
                  </a:cubicBezTo>
                  <a:cubicBezTo>
                    <a:pt x="256" y="107"/>
                    <a:pt x="223" y="37"/>
                    <a:pt x="174" y="4"/>
                  </a:cubicBezTo>
                  <a:cubicBezTo>
                    <a:pt x="162" y="1"/>
                    <a:pt x="15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7" name="Google Shape;17097;p42"/>
            <p:cNvSpPr/>
            <p:nvPr/>
          </p:nvSpPr>
          <p:spPr>
            <a:xfrm>
              <a:off x="5067075" y="277625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1" y="190"/>
                    <a:pt x="38" y="223"/>
                    <a:pt x="54" y="239"/>
                  </a:cubicBezTo>
                  <a:cubicBezTo>
                    <a:pt x="66" y="254"/>
                    <a:pt x="86" y="267"/>
                    <a:pt x="110" y="267"/>
                  </a:cubicBezTo>
                  <a:cubicBezTo>
                    <a:pt x="120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0"/>
                  </a:cubicBezTo>
                  <a:cubicBezTo>
                    <a:pt x="227" y="87"/>
                    <a:pt x="207" y="54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8" name="Google Shape;17098;p42"/>
            <p:cNvSpPr/>
            <p:nvPr/>
          </p:nvSpPr>
          <p:spPr>
            <a:xfrm>
              <a:off x="5068825" y="272905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04" y="0"/>
                  </a:moveTo>
                  <a:cubicBezTo>
                    <a:pt x="71" y="0"/>
                    <a:pt x="54" y="17"/>
                    <a:pt x="34" y="33"/>
                  </a:cubicBezTo>
                  <a:cubicBezTo>
                    <a:pt x="17" y="66"/>
                    <a:pt x="1" y="103"/>
                    <a:pt x="1" y="153"/>
                  </a:cubicBezTo>
                  <a:cubicBezTo>
                    <a:pt x="17" y="190"/>
                    <a:pt x="34" y="206"/>
                    <a:pt x="54" y="239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39"/>
                    <a:pt x="223" y="190"/>
                    <a:pt x="223" y="120"/>
                  </a:cubicBezTo>
                  <a:lnTo>
                    <a:pt x="223" y="103"/>
                  </a:lnTo>
                  <a:cubicBezTo>
                    <a:pt x="223" y="66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9" name="Google Shape;17099;p42"/>
            <p:cNvSpPr/>
            <p:nvPr/>
          </p:nvSpPr>
          <p:spPr>
            <a:xfrm>
              <a:off x="5066675" y="27925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103" y="1"/>
                    <a:pt x="70" y="1"/>
                    <a:pt x="54" y="21"/>
                  </a:cubicBezTo>
                  <a:cubicBezTo>
                    <a:pt x="0" y="71"/>
                    <a:pt x="0" y="157"/>
                    <a:pt x="37" y="207"/>
                  </a:cubicBezTo>
                  <a:cubicBezTo>
                    <a:pt x="54" y="244"/>
                    <a:pt x="87" y="261"/>
                    <a:pt x="103" y="261"/>
                  </a:cubicBezTo>
                  <a:cubicBezTo>
                    <a:pt x="140" y="261"/>
                    <a:pt x="173" y="261"/>
                    <a:pt x="190" y="228"/>
                  </a:cubicBezTo>
                  <a:cubicBezTo>
                    <a:pt x="243" y="190"/>
                    <a:pt x="243" y="104"/>
                    <a:pt x="206" y="54"/>
                  </a:cubicBezTo>
                  <a:cubicBezTo>
                    <a:pt x="190" y="38"/>
                    <a:pt x="190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0" name="Google Shape;17100;p42"/>
            <p:cNvSpPr/>
            <p:nvPr/>
          </p:nvSpPr>
          <p:spPr>
            <a:xfrm>
              <a:off x="5066675" y="2745825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29" y="1"/>
                  </a:moveTo>
                  <a:cubicBezTo>
                    <a:pt x="88" y="1"/>
                    <a:pt x="49" y="32"/>
                    <a:pt x="37" y="84"/>
                  </a:cubicBezTo>
                  <a:cubicBezTo>
                    <a:pt x="0" y="154"/>
                    <a:pt x="37" y="220"/>
                    <a:pt x="87" y="257"/>
                  </a:cubicBezTo>
                  <a:cubicBezTo>
                    <a:pt x="99" y="260"/>
                    <a:pt x="110" y="261"/>
                    <a:pt x="121" y="261"/>
                  </a:cubicBezTo>
                  <a:cubicBezTo>
                    <a:pt x="173" y="261"/>
                    <a:pt x="213" y="228"/>
                    <a:pt x="243" y="170"/>
                  </a:cubicBezTo>
                  <a:cubicBezTo>
                    <a:pt x="260" y="100"/>
                    <a:pt x="223" y="34"/>
                    <a:pt x="173" y="13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1" name="Google Shape;17101;p42"/>
            <p:cNvSpPr/>
            <p:nvPr/>
          </p:nvSpPr>
          <p:spPr>
            <a:xfrm>
              <a:off x="5124700" y="27800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32" y="0"/>
                  </a:moveTo>
                  <a:cubicBezTo>
                    <a:pt x="79" y="0"/>
                    <a:pt x="30" y="35"/>
                    <a:pt x="17" y="88"/>
                  </a:cubicBezTo>
                  <a:cubicBezTo>
                    <a:pt x="0" y="159"/>
                    <a:pt x="33" y="229"/>
                    <a:pt x="87" y="262"/>
                  </a:cubicBezTo>
                  <a:cubicBezTo>
                    <a:pt x="95" y="264"/>
                    <a:pt x="104" y="266"/>
                    <a:pt x="114" y="266"/>
                  </a:cubicBezTo>
                  <a:cubicBezTo>
                    <a:pt x="159" y="266"/>
                    <a:pt x="209" y="233"/>
                    <a:pt x="223" y="175"/>
                  </a:cubicBezTo>
                  <a:cubicBezTo>
                    <a:pt x="240" y="109"/>
                    <a:pt x="223" y="39"/>
                    <a:pt x="169" y="6"/>
                  </a:cubicBezTo>
                  <a:cubicBezTo>
                    <a:pt x="157" y="2"/>
                    <a:pt x="14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2" name="Google Shape;17102;p42"/>
            <p:cNvSpPr/>
            <p:nvPr/>
          </p:nvSpPr>
          <p:spPr>
            <a:xfrm>
              <a:off x="5068425" y="2824475"/>
              <a:ext cx="5175" cy="2100"/>
            </a:xfrm>
            <a:custGeom>
              <a:avLst/>
              <a:gdLst/>
              <a:ahLst/>
              <a:cxnLst/>
              <a:rect l="l" t="t" r="r" b="b"/>
              <a:pathLst>
                <a:path w="207" h="84" extrusionOk="0">
                  <a:moveTo>
                    <a:pt x="120" y="1"/>
                  </a:moveTo>
                  <a:cubicBezTo>
                    <a:pt x="108" y="1"/>
                    <a:pt x="95" y="5"/>
                    <a:pt x="87" y="13"/>
                  </a:cubicBezTo>
                  <a:cubicBezTo>
                    <a:pt x="70" y="13"/>
                    <a:pt x="33" y="30"/>
                    <a:pt x="17" y="63"/>
                  </a:cubicBezTo>
                  <a:lnTo>
                    <a:pt x="0" y="83"/>
                  </a:lnTo>
                  <a:lnTo>
                    <a:pt x="206" y="83"/>
                  </a:lnTo>
                  <a:cubicBezTo>
                    <a:pt x="206" y="63"/>
                    <a:pt x="190" y="46"/>
                    <a:pt x="173" y="30"/>
                  </a:cubicBezTo>
                  <a:lnTo>
                    <a:pt x="153" y="13"/>
                  </a:lnTo>
                  <a:cubicBezTo>
                    <a:pt x="145" y="5"/>
                    <a:pt x="132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3" name="Google Shape;17103;p42"/>
            <p:cNvSpPr/>
            <p:nvPr/>
          </p:nvSpPr>
          <p:spPr>
            <a:xfrm>
              <a:off x="5263425" y="2665025"/>
              <a:ext cx="2100" cy="5600"/>
            </a:xfrm>
            <a:custGeom>
              <a:avLst/>
              <a:gdLst/>
              <a:ahLst/>
              <a:cxnLst/>
              <a:rect l="l" t="t" r="r" b="b"/>
              <a:pathLst>
                <a:path w="84" h="224" extrusionOk="0">
                  <a:moveTo>
                    <a:pt x="83" y="1"/>
                  </a:moveTo>
                  <a:lnTo>
                    <a:pt x="83" y="1"/>
                  </a:lnTo>
                  <a:cubicBezTo>
                    <a:pt x="34" y="34"/>
                    <a:pt x="1" y="87"/>
                    <a:pt x="17" y="153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50" y="153"/>
                    <a:pt x="67" y="87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4" name="Google Shape;17104;p42"/>
            <p:cNvSpPr/>
            <p:nvPr/>
          </p:nvSpPr>
          <p:spPr>
            <a:xfrm>
              <a:off x="5085625" y="2821800"/>
              <a:ext cx="6000" cy="4250"/>
            </a:xfrm>
            <a:custGeom>
              <a:avLst/>
              <a:gdLst/>
              <a:ahLst/>
              <a:cxnLst/>
              <a:rect l="l" t="t" r="r" b="b"/>
              <a:pathLst>
                <a:path w="240" h="170" extrusionOk="0">
                  <a:moveTo>
                    <a:pt x="104" y="1"/>
                  </a:moveTo>
                  <a:cubicBezTo>
                    <a:pt x="50" y="17"/>
                    <a:pt x="1" y="87"/>
                    <a:pt x="17" y="153"/>
                  </a:cubicBezTo>
                  <a:lnTo>
                    <a:pt x="17" y="170"/>
                  </a:lnTo>
                  <a:cubicBezTo>
                    <a:pt x="83" y="170"/>
                    <a:pt x="170" y="153"/>
                    <a:pt x="240" y="153"/>
                  </a:cubicBezTo>
                  <a:lnTo>
                    <a:pt x="240" y="120"/>
                  </a:lnTo>
                  <a:cubicBezTo>
                    <a:pt x="223" y="87"/>
                    <a:pt x="223" y="50"/>
                    <a:pt x="186" y="34"/>
                  </a:cubicBezTo>
                  <a:cubicBezTo>
                    <a:pt x="186" y="17"/>
                    <a:pt x="170" y="17"/>
                    <a:pt x="170" y="17"/>
                  </a:cubicBezTo>
                  <a:cubicBezTo>
                    <a:pt x="153" y="1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5" name="Google Shape;17105;p42"/>
            <p:cNvSpPr/>
            <p:nvPr/>
          </p:nvSpPr>
          <p:spPr>
            <a:xfrm>
              <a:off x="5253125" y="2602225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4" y="0"/>
                  </a:moveTo>
                  <a:cubicBezTo>
                    <a:pt x="79" y="0"/>
                    <a:pt x="30" y="35"/>
                    <a:pt x="17" y="88"/>
                  </a:cubicBezTo>
                  <a:cubicBezTo>
                    <a:pt x="1" y="159"/>
                    <a:pt x="17" y="229"/>
                    <a:pt x="83" y="262"/>
                  </a:cubicBezTo>
                  <a:lnTo>
                    <a:pt x="137" y="262"/>
                  </a:lnTo>
                  <a:cubicBezTo>
                    <a:pt x="170" y="262"/>
                    <a:pt x="207" y="229"/>
                    <a:pt x="223" y="175"/>
                  </a:cubicBezTo>
                  <a:cubicBezTo>
                    <a:pt x="240" y="126"/>
                    <a:pt x="223" y="72"/>
                    <a:pt x="207" y="39"/>
                  </a:cubicBezTo>
                  <a:cubicBezTo>
                    <a:pt x="186" y="39"/>
                    <a:pt x="170" y="23"/>
                    <a:pt x="153" y="6"/>
                  </a:cubicBezTo>
                  <a:cubicBezTo>
                    <a:pt x="144" y="2"/>
                    <a:pt x="134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6" name="Google Shape;17106;p42"/>
            <p:cNvSpPr/>
            <p:nvPr/>
          </p:nvSpPr>
          <p:spPr>
            <a:xfrm>
              <a:off x="5250950" y="261972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26" y="0"/>
                  </a:moveTo>
                  <a:cubicBezTo>
                    <a:pt x="103" y="0"/>
                    <a:pt x="82" y="13"/>
                    <a:pt x="67" y="28"/>
                  </a:cubicBezTo>
                  <a:cubicBezTo>
                    <a:pt x="34" y="44"/>
                    <a:pt x="17" y="61"/>
                    <a:pt x="17" y="94"/>
                  </a:cubicBezTo>
                  <a:cubicBezTo>
                    <a:pt x="1" y="110"/>
                    <a:pt x="1" y="147"/>
                    <a:pt x="17" y="180"/>
                  </a:cubicBezTo>
                  <a:cubicBezTo>
                    <a:pt x="17" y="213"/>
                    <a:pt x="50" y="234"/>
                    <a:pt x="88" y="250"/>
                  </a:cubicBezTo>
                  <a:cubicBezTo>
                    <a:pt x="101" y="259"/>
                    <a:pt x="115" y="263"/>
                    <a:pt x="130" y="263"/>
                  </a:cubicBezTo>
                  <a:cubicBezTo>
                    <a:pt x="170" y="263"/>
                    <a:pt x="212" y="232"/>
                    <a:pt x="224" y="180"/>
                  </a:cubicBezTo>
                  <a:cubicBezTo>
                    <a:pt x="240" y="110"/>
                    <a:pt x="224" y="44"/>
                    <a:pt x="154" y="7"/>
                  </a:cubicBezTo>
                  <a:cubicBezTo>
                    <a:pt x="144" y="2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7" name="Google Shape;17107;p42"/>
            <p:cNvSpPr/>
            <p:nvPr/>
          </p:nvSpPr>
          <p:spPr>
            <a:xfrm>
              <a:off x="5112225" y="28174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87" y="1"/>
                    <a:pt x="71" y="1"/>
                    <a:pt x="34" y="34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87" y="190"/>
                    <a:pt x="153" y="190"/>
                    <a:pt x="207" y="174"/>
                  </a:cubicBezTo>
                  <a:cubicBezTo>
                    <a:pt x="223" y="137"/>
                    <a:pt x="223" y="87"/>
                    <a:pt x="190" y="54"/>
                  </a:cubicBezTo>
                  <a:cubicBezTo>
                    <a:pt x="190" y="34"/>
                    <a:pt x="174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8" name="Google Shape;17108;p42"/>
            <p:cNvSpPr/>
            <p:nvPr/>
          </p:nvSpPr>
          <p:spPr>
            <a:xfrm>
              <a:off x="5247050" y="26672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3" y="0"/>
                  </a:moveTo>
                  <a:cubicBezTo>
                    <a:pt x="54" y="17"/>
                    <a:pt x="0" y="87"/>
                    <a:pt x="17" y="153"/>
                  </a:cubicBezTo>
                  <a:cubicBezTo>
                    <a:pt x="17" y="190"/>
                    <a:pt x="37" y="223"/>
                    <a:pt x="70" y="239"/>
                  </a:cubicBezTo>
                  <a:cubicBezTo>
                    <a:pt x="82" y="251"/>
                    <a:pt x="102" y="263"/>
                    <a:pt x="120" y="263"/>
                  </a:cubicBezTo>
                  <a:cubicBezTo>
                    <a:pt x="127" y="263"/>
                    <a:pt x="134" y="261"/>
                    <a:pt x="141" y="256"/>
                  </a:cubicBezTo>
                  <a:cubicBezTo>
                    <a:pt x="206" y="256"/>
                    <a:pt x="244" y="190"/>
                    <a:pt x="244" y="120"/>
                  </a:cubicBezTo>
                  <a:cubicBezTo>
                    <a:pt x="223" y="66"/>
                    <a:pt x="206" y="33"/>
                    <a:pt x="173" y="17"/>
                  </a:cubicBezTo>
                  <a:cubicBezTo>
                    <a:pt x="157" y="0"/>
                    <a:pt x="141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9" name="Google Shape;17109;p42"/>
            <p:cNvSpPr/>
            <p:nvPr/>
          </p:nvSpPr>
          <p:spPr>
            <a:xfrm>
              <a:off x="5250550" y="26521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7" y="0"/>
                  </a:moveTo>
                  <a:cubicBezTo>
                    <a:pt x="104" y="0"/>
                    <a:pt x="66" y="17"/>
                    <a:pt x="50" y="33"/>
                  </a:cubicBezTo>
                  <a:cubicBezTo>
                    <a:pt x="33" y="50"/>
                    <a:pt x="17" y="87"/>
                    <a:pt x="17" y="120"/>
                  </a:cubicBezTo>
                  <a:cubicBezTo>
                    <a:pt x="1" y="153"/>
                    <a:pt x="17" y="190"/>
                    <a:pt x="33" y="223"/>
                  </a:cubicBezTo>
                  <a:cubicBezTo>
                    <a:pt x="50" y="240"/>
                    <a:pt x="83" y="256"/>
                    <a:pt x="104" y="256"/>
                  </a:cubicBezTo>
                  <a:cubicBezTo>
                    <a:pt x="113" y="262"/>
                    <a:pt x="123" y="265"/>
                    <a:pt x="133" y="265"/>
                  </a:cubicBezTo>
                  <a:cubicBezTo>
                    <a:pt x="155" y="265"/>
                    <a:pt x="174" y="251"/>
                    <a:pt x="186" y="240"/>
                  </a:cubicBezTo>
                  <a:cubicBezTo>
                    <a:pt x="240" y="190"/>
                    <a:pt x="240" y="103"/>
                    <a:pt x="207" y="50"/>
                  </a:cubicBezTo>
                  <a:cubicBezTo>
                    <a:pt x="186" y="33"/>
                    <a:pt x="170" y="17"/>
                    <a:pt x="153" y="17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0" name="Google Shape;17110;p42"/>
            <p:cNvSpPr/>
            <p:nvPr/>
          </p:nvSpPr>
          <p:spPr>
            <a:xfrm>
              <a:off x="5236325" y="26528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8" y="0"/>
                  </a:moveTo>
                  <a:cubicBezTo>
                    <a:pt x="81" y="0"/>
                    <a:pt x="31" y="30"/>
                    <a:pt x="17" y="74"/>
                  </a:cubicBezTo>
                  <a:cubicBezTo>
                    <a:pt x="1" y="145"/>
                    <a:pt x="17" y="227"/>
                    <a:pt x="87" y="248"/>
                  </a:cubicBezTo>
                  <a:cubicBezTo>
                    <a:pt x="104" y="264"/>
                    <a:pt x="120" y="264"/>
                    <a:pt x="137" y="264"/>
                  </a:cubicBezTo>
                  <a:cubicBezTo>
                    <a:pt x="174" y="248"/>
                    <a:pt x="207" y="227"/>
                    <a:pt x="223" y="178"/>
                  </a:cubicBezTo>
                  <a:cubicBezTo>
                    <a:pt x="240" y="124"/>
                    <a:pt x="223" y="74"/>
                    <a:pt x="207" y="41"/>
                  </a:cubicBezTo>
                  <a:cubicBezTo>
                    <a:pt x="190" y="21"/>
                    <a:pt x="174" y="21"/>
                    <a:pt x="157" y="4"/>
                  </a:cubicBezTo>
                  <a:cubicBezTo>
                    <a:pt x="148" y="1"/>
                    <a:pt x="138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1" name="Google Shape;17111;p42"/>
            <p:cNvSpPr/>
            <p:nvPr/>
          </p:nvSpPr>
          <p:spPr>
            <a:xfrm>
              <a:off x="5214875" y="2766350"/>
              <a:ext cx="3025" cy="3525"/>
            </a:xfrm>
            <a:custGeom>
              <a:avLst/>
              <a:gdLst/>
              <a:ahLst/>
              <a:cxnLst/>
              <a:rect l="l" t="t" r="r" b="b"/>
              <a:pathLst>
                <a:path w="121" h="141" extrusionOk="0">
                  <a:moveTo>
                    <a:pt x="121" y="1"/>
                  </a:moveTo>
                  <a:cubicBezTo>
                    <a:pt x="104" y="1"/>
                    <a:pt x="104" y="1"/>
                    <a:pt x="88" y="17"/>
                  </a:cubicBezTo>
                  <a:cubicBezTo>
                    <a:pt x="34" y="17"/>
                    <a:pt x="1" y="71"/>
                    <a:pt x="1" y="141"/>
                  </a:cubicBezTo>
                  <a:cubicBezTo>
                    <a:pt x="34" y="87"/>
                    <a:pt x="67" y="54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2" name="Google Shape;17112;p42"/>
            <p:cNvSpPr/>
            <p:nvPr/>
          </p:nvSpPr>
          <p:spPr>
            <a:xfrm>
              <a:off x="5238500" y="2728925"/>
              <a:ext cx="5175" cy="6525"/>
            </a:xfrm>
            <a:custGeom>
              <a:avLst/>
              <a:gdLst/>
              <a:ahLst/>
              <a:cxnLst/>
              <a:rect l="l" t="t" r="r" b="b"/>
              <a:pathLst>
                <a:path w="207" h="261" extrusionOk="0">
                  <a:moveTo>
                    <a:pt x="125" y="1"/>
                  </a:moveTo>
                  <a:cubicBezTo>
                    <a:pt x="80" y="1"/>
                    <a:pt x="30" y="30"/>
                    <a:pt x="17" y="71"/>
                  </a:cubicBezTo>
                  <a:cubicBezTo>
                    <a:pt x="0" y="141"/>
                    <a:pt x="17" y="228"/>
                    <a:pt x="87" y="244"/>
                  </a:cubicBezTo>
                  <a:lnTo>
                    <a:pt x="103" y="261"/>
                  </a:lnTo>
                  <a:lnTo>
                    <a:pt x="103" y="228"/>
                  </a:lnTo>
                  <a:cubicBezTo>
                    <a:pt x="136" y="174"/>
                    <a:pt x="173" y="108"/>
                    <a:pt x="206" y="55"/>
                  </a:cubicBezTo>
                  <a:cubicBezTo>
                    <a:pt x="190" y="38"/>
                    <a:pt x="173" y="22"/>
                    <a:pt x="153" y="5"/>
                  </a:cubicBezTo>
                  <a:cubicBezTo>
                    <a:pt x="144" y="2"/>
                    <a:pt x="134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3" name="Google Shape;17113;p42"/>
            <p:cNvSpPr/>
            <p:nvPr/>
          </p:nvSpPr>
          <p:spPr>
            <a:xfrm>
              <a:off x="5245800" y="2713200"/>
              <a:ext cx="5600" cy="6375"/>
            </a:xfrm>
            <a:custGeom>
              <a:avLst/>
              <a:gdLst/>
              <a:ahLst/>
              <a:cxnLst/>
              <a:rect l="l" t="t" r="r" b="b"/>
              <a:pathLst>
                <a:path w="224" h="255" extrusionOk="0">
                  <a:moveTo>
                    <a:pt x="110" y="1"/>
                  </a:moveTo>
                  <a:cubicBezTo>
                    <a:pt x="70" y="1"/>
                    <a:pt x="29" y="34"/>
                    <a:pt x="17" y="82"/>
                  </a:cubicBezTo>
                  <a:cubicBezTo>
                    <a:pt x="1" y="152"/>
                    <a:pt x="17" y="222"/>
                    <a:pt x="87" y="255"/>
                  </a:cubicBezTo>
                  <a:lnTo>
                    <a:pt x="137" y="255"/>
                  </a:lnTo>
                  <a:cubicBezTo>
                    <a:pt x="153" y="205"/>
                    <a:pt x="191" y="135"/>
                    <a:pt x="223" y="65"/>
                  </a:cubicBezTo>
                  <a:cubicBezTo>
                    <a:pt x="207" y="49"/>
                    <a:pt x="191" y="16"/>
                    <a:pt x="153" y="16"/>
                  </a:cubicBezTo>
                  <a:cubicBezTo>
                    <a:pt x="140" y="6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4" name="Google Shape;17114;p42"/>
            <p:cNvSpPr/>
            <p:nvPr/>
          </p:nvSpPr>
          <p:spPr>
            <a:xfrm>
              <a:off x="5256525" y="26800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37" y="1"/>
                  </a:moveTo>
                  <a:cubicBezTo>
                    <a:pt x="120" y="1"/>
                    <a:pt x="87" y="17"/>
                    <a:pt x="50" y="34"/>
                  </a:cubicBezTo>
                  <a:cubicBezTo>
                    <a:pt x="17" y="67"/>
                    <a:pt x="1" y="153"/>
                    <a:pt x="50" y="207"/>
                  </a:cubicBezTo>
                  <a:cubicBezTo>
                    <a:pt x="71" y="240"/>
                    <a:pt x="87" y="256"/>
                    <a:pt x="120" y="256"/>
                  </a:cubicBezTo>
                  <a:cubicBezTo>
                    <a:pt x="137" y="256"/>
                    <a:pt x="174" y="256"/>
                    <a:pt x="190" y="240"/>
                  </a:cubicBezTo>
                  <a:cubicBezTo>
                    <a:pt x="207" y="190"/>
                    <a:pt x="207" y="137"/>
                    <a:pt x="223" y="67"/>
                  </a:cubicBezTo>
                  <a:lnTo>
                    <a:pt x="223" y="50"/>
                  </a:lnTo>
                  <a:cubicBezTo>
                    <a:pt x="207" y="34"/>
                    <a:pt x="190" y="17"/>
                    <a:pt x="174" y="17"/>
                  </a:cubicBezTo>
                  <a:cubicBezTo>
                    <a:pt x="153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5" name="Google Shape;17115;p42"/>
            <p:cNvSpPr/>
            <p:nvPr/>
          </p:nvSpPr>
          <p:spPr>
            <a:xfrm>
              <a:off x="5140150" y="2809750"/>
              <a:ext cx="5600" cy="5575"/>
            </a:xfrm>
            <a:custGeom>
              <a:avLst/>
              <a:gdLst/>
              <a:ahLst/>
              <a:cxnLst/>
              <a:rect l="l" t="t" r="r" b="b"/>
              <a:pathLst>
                <a:path w="224" h="223" extrusionOk="0">
                  <a:moveTo>
                    <a:pt x="104" y="0"/>
                  </a:moveTo>
                  <a:cubicBezTo>
                    <a:pt x="50" y="17"/>
                    <a:pt x="1" y="70"/>
                    <a:pt x="17" y="157"/>
                  </a:cubicBezTo>
                  <a:cubicBezTo>
                    <a:pt x="17" y="173"/>
                    <a:pt x="34" y="206"/>
                    <a:pt x="50" y="223"/>
                  </a:cubicBezTo>
                  <a:cubicBezTo>
                    <a:pt x="104" y="206"/>
                    <a:pt x="170" y="173"/>
                    <a:pt x="224" y="157"/>
                  </a:cubicBezTo>
                  <a:lnTo>
                    <a:pt x="224" y="103"/>
                  </a:lnTo>
                  <a:cubicBezTo>
                    <a:pt x="224" y="70"/>
                    <a:pt x="207" y="33"/>
                    <a:pt x="191" y="17"/>
                  </a:cubicBezTo>
                  <a:cubicBezTo>
                    <a:pt x="17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6" name="Google Shape;17116;p42"/>
            <p:cNvSpPr/>
            <p:nvPr/>
          </p:nvSpPr>
          <p:spPr>
            <a:xfrm>
              <a:off x="5194675" y="2783450"/>
              <a:ext cx="4375" cy="3550"/>
            </a:xfrm>
            <a:custGeom>
              <a:avLst/>
              <a:gdLst/>
              <a:ahLst/>
              <a:cxnLst/>
              <a:rect l="l" t="t" r="r" b="b"/>
              <a:pathLst>
                <a:path w="175" h="142" extrusionOk="0">
                  <a:moveTo>
                    <a:pt x="127" y="1"/>
                  </a:moveTo>
                  <a:cubicBezTo>
                    <a:pt x="82" y="1"/>
                    <a:pt x="31" y="34"/>
                    <a:pt x="17" y="92"/>
                  </a:cubicBezTo>
                  <a:cubicBezTo>
                    <a:pt x="17" y="108"/>
                    <a:pt x="1" y="125"/>
                    <a:pt x="17" y="141"/>
                  </a:cubicBezTo>
                  <a:cubicBezTo>
                    <a:pt x="71" y="108"/>
                    <a:pt x="120" y="55"/>
                    <a:pt x="174" y="22"/>
                  </a:cubicBezTo>
                  <a:cubicBezTo>
                    <a:pt x="174" y="22"/>
                    <a:pt x="174" y="5"/>
                    <a:pt x="153" y="5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7" name="Google Shape;17117;p42"/>
            <p:cNvSpPr/>
            <p:nvPr/>
          </p:nvSpPr>
          <p:spPr>
            <a:xfrm>
              <a:off x="5126350" y="2814900"/>
              <a:ext cx="5700" cy="4775"/>
            </a:xfrm>
            <a:custGeom>
              <a:avLst/>
              <a:gdLst/>
              <a:ahLst/>
              <a:cxnLst/>
              <a:rect l="l" t="t" r="r" b="b"/>
              <a:pathLst>
                <a:path w="228" h="191" extrusionOk="0">
                  <a:moveTo>
                    <a:pt x="103" y="0"/>
                  </a:moveTo>
                  <a:cubicBezTo>
                    <a:pt x="38" y="0"/>
                    <a:pt x="0" y="71"/>
                    <a:pt x="21" y="137"/>
                  </a:cubicBezTo>
                  <a:lnTo>
                    <a:pt x="21" y="190"/>
                  </a:lnTo>
                  <a:cubicBezTo>
                    <a:pt x="87" y="174"/>
                    <a:pt x="157" y="157"/>
                    <a:pt x="227" y="120"/>
                  </a:cubicBezTo>
                  <a:lnTo>
                    <a:pt x="227" y="104"/>
                  </a:lnTo>
                  <a:cubicBezTo>
                    <a:pt x="227" y="71"/>
                    <a:pt x="207" y="33"/>
                    <a:pt x="190" y="17"/>
                  </a:cubicBezTo>
                  <a:cubicBezTo>
                    <a:pt x="174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8" name="Google Shape;17118;p42"/>
            <p:cNvSpPr/>
            <p:nvPr/>
          </p:nvSpPr>
          <p:spPr>
            <a:xfrm>
              <a:off x="5154700" y="2806850"/>
              <a:ext cx="4750" cy="3325"/>
            </a:xfrm>
            <a:custGeom>
              <a:avLst/>
              <a:gdLst/>
              <a:ahLst/>
              <a:cxnLst/>
              <a:rect l="l" t="t" r="r" b="b"/>
              <a:pathLst>
                <a:path w="190" h="133" extrusionOk="0">
                  <a:moveTo>
                    <a:pt x="113" y="0"/>
                  </a:moveTo>
                  <a:cubicBezTo>
                    <a:pt x="72" y="0"/>
                    <a:pt x="33" y="32"/>
                    <a:pt x="21" y="83"/>
                  </a:cubicBezTo>
                  <a:cubicBezTo>
                    <a:pt x="0" y="100"/>
                    <a:pt x="0" y="116"/>
                    <a:pt x="0" y="133"/>
                  </a:cubicBezTo>
                  <a:cubicBezTo>
                    <a:pt x="70" y="100"/>
                    <a:pt x="140" y="83"/>
                    <a:pt x="190" y="46"/>
                  </a:cubicBezTo>
                  <a:cubicBezTo>
                    <a:pt x="190" y="30"/>
                    <a:pt x="173" y="13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9" name="Google Shape;17119;p42"/>
            <p:cNvSpPr/>
            <p:nvPr/>
          </p:nvSpPr>
          <p:spPr>
            <a:xfrm>
              <a:off x="5174075" y="27586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70" y="0"/>
                    <a:pt x="33" y="1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17" y="190"/>
                    <a:pt x="17" y="206"/>
                    <a:pt x="50" y="244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3"/>
                  </a:cubicBezTo>
                  <a:cubicBezTo>
                    <a:pt x="223" y="70"/>
                    <a:pt x="206" y="54"/>
                    <a:pt x="173" y="17"/>
                  </a:cubicBezTo>
                  <a:cubicBezTo>
                    <a:pt x="173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0" name="Google Shape;17120;p42"/>
            <p:cNvSpPr/>
            <p:nvPr/>
          </p:nvSpPr>
          <p:spPr>
            <a:xfrm>
              <a:off x="5180450" y="2787900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04" y="0"/>
                  </a:moveTo>
                  <a:cubicBezTo>
                    <a:pt x="71" y="0"/>
                    <a:pt x="55" y="17"/>
                    <a:pt x="38" y="50"/>
                  </a:cubicBezTo>
                  <a:cubicBezTo>
                    <a:pt x="22" y="83"/>
                    <a:pt x="1" y="120"/>
                    <a:pt x="22" y="153"/>
                  </a:cubicBezTo>
                  <a:cubicBezTo>
                    <a:pt x="22" y="186"/>
                    <a:pt x="38" y="206"/>
                    <a:pt x="55" y="239"/>
                  </a:cubicBezTo>
                  <a:cubicBezTo>
                    <a:pt x="88" y="256"/>
                    <a:pt x="104" y="256"/>
                    <a:pt x="141" y="256"/>
                  </a:cubicBezTo>
                  <a:cubicBezTo>
                    <a:pt x="207" y="239"/>
                    <a:pt x="244" y="169"/>
                    <a:pt x="228" y="103"/>
                  </a:cubicBezTo>
                  <a:cubicBezTo>
                    <a:pt x="228" y="66"/>
                    <a:pt x="207" y="50"/>
                    <a:pt x="191" y="17"/>
                  </a:cubicBezTo>
                  <a:cubicBezTo>
                    <a:pt x="174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1" name="Google Shape;17121;p42"/>
            <p:cNvSpPr/>
            <p:nvPr/>
          </p:nvSpPr>
          <p:spPr>
            <a:xfrm>
              <a:off x="5185625" y="272357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1" y="1"/>
                  </a:moveTo>
                  <a:cubicBezTo>
                    <a:pt x="123" y="1"/>
                    <a:pt x="113" y="5"/>
                    <a:pt x="103" y="13"/>
                  </a:cubicBezTo>
                  <a:cubicBezTo>
                    <a:pt x="37" y="13"/>
                    <a:pt x="0" y="79"/>
                    <a:pt x="0" y="149"/>
                  </a:cubicBezTo>
                  <a:cubicBezTo>
                    <a:pt x="21" y="182"/>
                    <a:pt x="37" y="219"/>
                    <a:pt x="54" y="236"/>
                  </a:cubicBezTo>
                  <a:cubicBezTo>
                    <a:pt x="65" y="247"/>
                    <a:pt x="85" y="259"/>
                    <a:pt x="109" y="259"/>
                  </a:cubicBezTo>
                  <a:cubicBezTo>
                    <a:pt x="119" y="259"/>
                    <a:pt x="129" y="257"/>
                    <a:pt x="140" y="252"/>
                  </a:cubicBezTo>
                  <a:cubicBezTo>
                    <a:pt x="190" y="252"/>
                    <a:pt x="243" y="182"/>
                    <a:pt x="227" y="116"/>
                  </a:cubicBezTo>
                  <a:cubicBezTo>
                    <a:pt x="227" y="79"/>
                    <a:pt x="206" y="46"/>
                    <a:pt x="190" y="29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8" y="5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2" name="Google Shape;17122;p42"/>
            <p:cNvSpPr/>
            <p:nvPr/>
          </p:nvSpPr>
          <p:spPr>
            <a:xfrm>
              <a:off x="5184800" y="277110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70" y="0"/>
                    <a:pt x="54" y="1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4" y="239"/>
                    <a:pt x="70" y="260"/>
                    <a:pt x="103" y="260"/>
                  </a:cubicBezTo>
                  <a:cubicBezTo>
                    <a:pt x="136" y="260"/>
                    <a:pt x="173" y="239"/>
                    <a:pt x="190" y="223"/>
                  </a:cubicBezTo>
                  <a:cubicBezTo>
                    <a:pt x="206" y="206"/>
                    <a:pt x="223" y="173"/>
                    <a:pt x="223" y="136"/>
                  </a:cubicBezTo>
                  <a:cubicBezTo>
                    <a:pt x="223" y="103"/>
                    <a:pt x="223" y="70"/>
                    <a:pt x="206" y="54"/>
                  </a:cubicBezTo>
                  <a:cubicBezTo>
                    <a:pt x="190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3" name="Google Shape;17123;p42"/>
            <p:cNvSpPr/>
            <p:nvPr/>
          </p:nvSpPr>
          <p:spPr>
            <a:xfrm>
              <a:off x="5187375" y="270765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11" y="0"/>
                  </a:moveTo>
                  <a:cubicBezTo>
                    <a:pt x="69" y="0"/>
                    <a:pt x="29" y="33"/>
                    <a:pt x="17" y="81"/>
                  </a:cubicBezTo>
                  <a:cubicBezTo>
                    <a:pt x="0" y="151"/>
                    <a:pt x="17" y="221"/>
                    <a:pt x="70" y="254"/>
                  </a:cubicBezTo>
                  <a:cubicBezTo>
                    <a:pt x="82" y="257"/>
                    <a:pt x="94" y="258"/>
                    <a:pt x="105" y="258"/>
                  </a:cubicBezTo>
                  <a:cubicBezTo>
                    <a:pt x="159" y="258"/>
                    <a:pt x="209" y="228"/>
                    <a:pt x="223" y="184"/>
                  </a:cubicBezTo>
                  <a:cubicBezTo>
                    <a:pt x="239" y="118"/>
                    <a:pt x="206" y="31"/>
                    <a:pt x="157" y="15"/>
                  </a:cubicBezTo>
                  <a:cubicBezTo>
                    <a:pt x="142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4" name="Google Shape;17124;p42"/>
            <p:cNvSpPr/>
            <p:nvPr/>
          </p:nvSpPr>
          <p:spPr>
            <a:xfrm>
              <a:off x="5084300" y="2647500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0" y="153"/>
                    <a:pt x="33" y="219"/>
                    <a:pt x="87" y="256"/>
                  </a:cubicBezTo>
                  <a:cubicBezTo>
                    <a:pt x="95" y="259"/>
                    <a:pt x="103" y="260"/>
                    <a:pt x="112" y="260"/>
                  </a:cubicBezTo>
                  <a:cubicBezTo>
                    <a:pt x="157" y="260"/>
                    <a:pt x="209" y="225"/>
                    <a:pt x="223" y="170"/>
                  </a:cubicBezTo>
                  <a:cubicBezTo>
                    <a:pt x="260" y="116"/>
                    <a:pt x="223" y="30"/>
                    <a:pt x="173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5" name="Google Shape;17125;p42"/>
            <p:cNvSpPr/>
            <p:nvPr/>
          </p:nvSpPr>
          <p:spPr>
            <a:xfrm>
              <a:off x="5183550" y="27434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93" y="1"/>
                  </a:moveTo>
                  <a:cubicBezTo>
                    <a:pt x="72" y="1"/>
                    <a:pt x="57" y="13"/>
                    <a:pt x="34" y="28"/>
                  </a:cubicBezTo>
                  <a:cubicBezTo>
                    <a:pt x="17" y="61"/>
                    <a:pt x="1" y="77"/>
                    <a:pt x="1" y="110"/>
                  </a:cubicBezTo>
                  <a:cubicBezTo>
                    <a:pt x="1" y="148"/>
                    <a:pt x="1" y="181"/>
                    <a:pt x="17" y="214"/>
                  </a:cubicBezTo>
                  <a:cubicBezTo>
                    <a:pt x="36" y="245"/>
                    <a:pt x="69" y="264"/>
                    <a:pt x="102" y="264"/>
                  </a:cubicBezTo>
                  <a:cubicBezTo>
                    <a:pt x="125" y="264"/>
                    <a:pt x="149" y="255"/>
                    <a:pt x="170" y="234"/>
                  </a:cubicBezTo>
                  <a:cubicBezTo>
                    <a:pt x="223" y="181"/>
                    <a:pt x="223" y="110"/>
                    <a:pt x="186" y="45"/>
                  </a:cubicBezTo>
                  <a:cubicBezTo>
                    <a:pt x="186" y="28"/>
                    <a:pt x="170" y="28"/>
                    <a:pt x="153" y="7"/>
                  </a:cubicBezTo>
                  <a:lnTo>
                    <a:pt x="120" y="7"/>
                  </a:lnTo>
                  <a:cubicBezTo>
                    <a:pt x="110" y="3"/>
                    <a:pt x="101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6" name="Google Shape;17126;p42"/>
            <p:cNvSpPr/>
            <p:nvPr/>
          </p:nvSpPr>
          <p:spPr>
            <a:xfrm>
              <a:off x="5174475" y="26629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29" y="0"/>
                  </a:moveTo>
                  <a:cubicBezTo>
                    <a:pt x="120" y="0"/>
                    <a:pt x="112" y="4"/>
                    <a:pt x="104" y="13"/>
                  </a:cubicBezTo>
                  <a:cubicBezTo>
                    <a:pt x="87" y="13"/>
                    <a:pt x="71" y="29"/>
                    <a:pt x="54" y="50"/>
                  </a:cubicBezTo>
                  <a:cubicBezTo>
                    <a:pt x="17" y="66"/>
                    <a:pt x="1" y="116"/>
                    <a:pt x="17" y="153"/>
                  </a:cubicBezTo>
                  <a:cubicBezTo>
                    <a:pt x="17" y="186"/>
                    <a:pt x="34" y="219"/>
                    <a:pt x="54" y="235"/>
                  </a:cubicBezTo>
                  <a:cubicBezTo>
                    <a:pt x="78" y="250"/>
                    <a:pt x="93" y="263"/>
                    <a:pt x="112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190" y="256"/>
                    <a:pt x="240" y="186"/>
                    <a:pt x="240" y="132"/>
                  </a:cubicBezTo>
                  <a:cubicBezTo>
                    <a:pt x="240" y="116"/>
                    <a:pt x="240" y="116"/>
                    <a:pt x="223" y="116"/>
                  </a:cubicBezTo>
                  <a:cubicBezTo>
                    <a:pt x="223" y="66"/>
                    <a:pt x="207" y="29"/>
                    <a:pt x="157" y="13"/>
                  </a:cubicBezTo>
                  <a:cubicBezTo>
                    <a:pt x="147" y="4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7" name="Google Shape;17127;p42"/>
            <p:cNvSpPr/>
            <p:nvPr/>
          </p:nvSpPr>
          <p:spPr>
            <a:xfrm>
              <a:off x="5177475" y="261890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9" y="0"/>
                  </a:moveTo>
                  <a:cubicBezTo>
                    <a:pt x="86" y="0"/>
                    <a:pt x="66" y="12"/>
                    <a:pt x="54" y="23"/>
                  </a:cubicBezTo>
                  <a:cubicBezTo>
                    <a:pt x="17" y="61"/>
                    <a:pt x="17" y="77"/>
                    <a:pt x="0" y="110"/>
                  </a:cubicBezTo>
                  <a:cubicBezTo>
                    <a:pt x="0" y="143"/>
                    <a:pt x="17" y="180"/>
                    <a:pt x="37" y="213"/>
                  </a:cubicBezTo>
                  <a:cubicBezTo>
                    <a:pt x="54" y="230"/>
                    <a:pt x="70" y="246"/>
                    <a:pt x="103" y="267"/>
                  </a:cubicBezTo>
                  <a:cubicBezTo>
                    <a:pt x="141" y="267"/>
                    <a:pt x="174" y="246"/>
                    <a:pt x="190" y="230"/>
                  </a:cubicBezTo>
                  <a:cubicBezTo>
                    <a:pt x="244" y="180"/>
                    <a:pt x="244" y="110"/>
                    <a:pt x="207" y="40"/>
                  </a:cubicBezTo>
                  <a:cubicBezTo>
                    <a:pt x="190" y="23"/>
                    <a:pt x="174" y="23"/>
                    <a:pt x="157" y="7"/>
                  </a:cubicBezTo>
                  <a:lnTo>
                    <a:pt x="141" y="7"/>
                  </a:lnTo>
                  <a:cubicBezTo>
                    <a:pt x="130" y="2"/>
                    <a:pt x="119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8" name="Google Shape;17128;p42"/>
            <p:cNvSpPr/>
            <p:nvPr/>
          </p:nvSpPr>
          <p:spPr>
            <a:xfrm>
              <a:off x="5213550" y="268862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7" y="1"/>
                  </a:moveTo>
                  <a:cubicBezTo>
                    <a:pt x="70" y="1"/>
                    <a:pt x="37" y="17"/>
                    <a:pt x="17" y="54"/>
                  </a:cubicBezTo>
                  <a:cubicBezTo>
                    <a:pt x="0" y="71"/>
                    <a:pt x="0" y="104"/>
                    <a:pt x="0" y="137"/>
                  </a:cubicBezTo>
                  <a:cubicBezTo>
                    <a:pt x="0" y="174"/>
                    <a:pt x="17" y="207"/>
                    <a:pt x="37" y="224"/>
                  </a:cubicBezTo>
                  <a:cubicBezTo>
                    <a:pt x="70" y="261"/>
                    <a:pt x="103" y="261"/>
                    <a:pt x="120" y="261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07" y="71"/>
                    <a:pt x="190" y="34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9" name="Google Shape;17129;p42"/>
            <p:cNvSpPr/>
            <p:nvPr/>
          </p:nvSpPr>
          <p:spPr>
            <a:xfrm>
              <a:off x="5217875" y="27513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04" y="1"/>
                    <a:pt x="71" y="21"/>
                    <a:pt x="50" y="38"/>
                  </a:cubicBezTo>
                  <a:cubicBezTo>
                    <a:pt x="17" y="54"/>
                    <a:pt x="17" y="87"/>
                    <a:pt x="1" y="124"/>
                  </a:cubicBezTo>
                  <a:cubicBezTo>
                    <a:pt x="1" y="157"/>
                    <a:pt x="17" y="190"/>
                    <a:pt x="34" y="227"/>
                  </a:cubicBezTo>
                  <a:cubicBezTo>
                    <a:pt x="50" y="244"/>
                    <a:pt x="71" y="260"/>
                    <a:pt x="104" y="260"/>
                  </a:cubicBezTo>
                  <a:cubicBezTo>
                    <a:pt x="113" y="265"/>
                    <a:pt x="122" y="267"/>
                    <a:pt x="129" y="267"/>
                  </a:cubicBezTo>
                  <a:cubicBezTo>
                    <a:pt x="148" y="267"/>
                    <a:pt x="164" y="256"/>
                    <a:pt x="190" y="244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0" y="38"/>
                    <a:pt x="174" y="21"/>
                    <a:pt x="153" y="21"/>
                  </a:cubicBezTo>
                  <a:cubicBezTo>
                    <a:pt x="153" y="21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0" name="Google Shape;17130;p42"/>
            <p:cNvSpPr/>
            <p:nvPr/>
          </p:nvSpPr>
          <p:spPr>
            <a:xfrm>
              <a:off x="5195925" y="27371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70" y="1"/>
                    <a:pt x="54" y="17"/>
                    <a:pt x="37" y="50"/>
                  </a:cubicBezTo>
                  <a:cubicBezTo>
                    <a:pt x="21" y="87"/>
                    <a:pt x="0" y="120"/>
                    <a:pt x="0" y="153"/>
                  </a:cubicBezTo>
                  <a:cubicBezTo>
                    <a:pt x="21" y="190"/>
                    <a:pt x="37" y="207"/>
                    <a:pt x="54" y="223"/>
                  </a:cubicBezTo>
                  <a:cubicBezTo>
                    <a:pt x="70" y="256"/>
                    <a:pt x="103" y="256"/>
                    <a:pt x="141" y="256"/>
                  </a:cubicBezTo>
                  <a:cubicBezTo>
                    <a:pt x="190" y="240"/>
                    <a:pt x="244" y="174"/>
                    <a:pt x="227" y="104"/>
                  </a:cubicBezTo>
                  <a:cubicBezTo>
                    <a:pt x="227" y="71"/>
                    <a:pt x="207" y="3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1" name="Google Shape;17131;p42"/>
            <p:cNvSpPr/>
            <p:nvPr/>
          </p:nvSpPr>
          <p:spPr>
            <a:xfrm>
              <a:off x="5220050" y="2701600"/>
              <a:ext cx="6400" cy="6425"/>
            </a:xfrm>
            <a:custGeom>
              <a:avLst/>
              <a:gdLst/>
              <a:ahLst/>
              <a:cxnLst/>
              <a:rect l="l" t="t" r="r" b="b"/>
              <a:pathLst>
                <a:path w="256" h="257" extrusionOk="0">
                  <a:moveTo>
                    <a:pt x="127" y="1"/>
                  </a:moveTo>
                  <a:cubicBezTo>
                    <a:pt x="86" y="1"/>
                    <a:pt x="45" y="32"/>
                    <a:pt x="33" y="84"/>
                  </a:cubicBezTo>
                  <a:cubicBezTo>
                    <a:pt x="0" y="154"/>
                    <a:pt x="33" y="220"/>
                    <a:pt x="87" y="257"/>
                  </a:cubicBezTo>
                  <a:lnTo>
                    <a:pt x="136" y="257"/>
                  </a:lnTo>
                  <a:cubicBezTo>
                    <a:pt x="190" y="257"/>
                    <a:pt x="223" y="220"/>
                    <a:pt x="239" y="170"/>
                  </a:cubicBezTo>
                  <a:cubicBezTo>
                    <a:pt x="256" y="133"/>
                    <a:pt x="239" y="84"/>
                    <a:pt x="206" y="51"/>
                  </a:cubicBezTo>
                  <a:cubicBezTo>
                    <a:pt x="206" y="30"/>
                    <a:pt x="190" y="14"/>
                    <a:pt x="169" y="14"/>
                  </a:cubicBezTo>
                  <a:cubicBezTo>
                    <a:pt x="156" y="5"/>
                    <a:pt x="141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2" name="Google Shape;17132;p42"/>
            <p:cNvSpPr/>
            <p:nvPr/>
          </p:nvSpPr>
          <p:spPr>
            <a:xfrm>
              <a:off x="5230350" y="2714075"/>
              <a:ext cx="6425" cy="6700"/>
            </a:xfrm>
            <a:custGeom>
              <a:avLst/>
              <a:gdLst/>
              <a:ahLst/>
              <a:cxnLst/>
              <a:rect l="l" t="t" r="r" b="b"/>
              <a:pathLst>
                <a:path w="257" h="268" extrusionOk="0">
                  <a:moveTo>
                    <a:pt x="127" y="1"/>
                  </a:moveTo>
                  <a:cubicBezTo>
                    <a:pt x="87" y="1"/>
                    <a:pt x="46" y="32"/>
                    <a:pt x="33" y="84"/>
                  </a:cubicBezTo>
                  <a:cubicBezTo>
                    <a:pt x="0" y="150"/>
                    <a:pt x="33" y="236"/>
                    <a:pt x="87" y="253"/>
                  </a:cubicBezTo>
                  <a:cubicBezTo>
                    <a:pt x="105" y="263"/>
                    <a:pt x="122" y="267"/>
                    <a:pt x="138" y="267"/>
                  </a:cubicBezTo>
                  <a:cubicBezTo>
                    <a:pt x="181" y="267"/>
                    <a:pt x="216" y="235"/>
                    <a:pt x="240" y="187"/>
                  </a:cubicBezTo>
                  <a:cubicBezTo>
                    <a:pt x="256" y="117"/>
                    <a:pt x="223" y="30"/>
                    <a:pt x="169" y="14"/>
                  </a:cubicBezTo>
                  <a:cubicBezTo>
                    <a:pt x="156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3" name="Google Shape;17133;p42"/>
            <p:cNvSpPr/>
            <p:nvPr/>
          </p:nvSpPr>
          <p:spPr>
            <a:xfrm>
              <a:off x="5218300" y="27191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57" y="0"/>
                  </a:moveTo>
                  <a:cubicBezTo>
                    <a:pt x="120" y="0"/>
                    <a:pt x="87" y="0"/>
                    <a:pt x="70" y="17"/>
                  </a:cubicBezTo>
                  <a:cubicBezTo>
                    <a:pt x="33" y="33"/>
                    <a:pt x="17" y="50"/>
                    <a:pt x="17" y="87"/>
                  </a:cubicBezTo>
                  <a:cubicBezTo>
                    <a:pt x="0" y="103"/>
                    <a:pt x="0" y="136"/>
                    <a:pt x="17" y="173"/>
                  </a:cubicBezTo>
                  <a:cubicBezTo>
                    <a:pt x="17" y="206"/>
                    <a:pt x="54" y="239"/>
                    <a:pt x="70" y="239"/>
                  </a:cubicBezTo>
                  <a:cubicBezTo>
                    <a:pt x="88" y="250"/>
                    <a:pt x="105" y="254"/>
                    <a:pt x="121" y="254"/>
                  </a:cubicBezTo>
                  <a:cubicBezTo>
                    <a:pt x="164" y="254"/>
                    <a:pt x="199" y="221"/>
                    <a:pt x="223" y="173"/>
                  </a:cubicBezTo>
                  <a:cubicBezTo>
                    <a:pt x="239" y="103"/>
                    <a:pt x="206" y="33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4" name="Google Shape;17134;p42"/>
            <p:cNvSpPr/>
            <p:nvPr/>
          </p:nvSpPr>
          <p:spPr>
            <a:xfrm>
              <a:off x="5235100" y="2699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66" y="1"/>
                    <a:pt x="50" y="17"/>
                  </a:cubicBezTo>
                  <a:cubicBezTo>
                    <a:pt x="0" y="71"/>
                    <a:pt x="0" y="157"/>
                    <a:pt x="33" y="207"/>
                  </a:cubicBezTo>
                  <a:cubicBezTo>
                    <a:pt x="50" y="244"/>
                    <a:pt x="83" y="260"/>
                    <a:pt x="103" y="260"/>
                  </a:cubicBezTo>
                  <a:cubicBezTo>
                    <a:pt x="136" y="260"/>
                    <a:pt x="169" y="260"/>
                    <a:pt x="186" y="223"/>
                  </a:cubicBezTo>
                  <a:cubicBezTo>
                    <a:pt x="206" y="207"/>
                    <a:pt x="223" y="174"/>
                    <a:pt x="223" y="141"/>
                  </a:cubicBezTo>
                  <a:cubicBezTo>
                    <a:pt x="239" y="104"/>
                    <a:pt x="223" y="71"/>
                    <a:pt x="206" y="54"/>
                  </a:cubicBezTo>
                  <a:cubicBezTo>
                    <a:pt x="186" y="38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5" name="Google Shape;17135;p42"/>
            <p:cNvSpPr/>
            <p:nvPr/>
          </p:nvSpPr>
          <p:spPr>
            <a:xfrm>
              <a:off x="5197675" y="2769500"/>
              <a:ext cx="6000" cy="6775"/>
            </a:xfrm>
            <a:custGeom>
              <a:avLst/>
              <a:gdLst/>
              <a:ahLst/>
              <a:cxnLst/>
              <a:rect l="l" t="t" r="r" b="b"/>
              <a:pathLst>
                <a:path w="240" h="271" extrusionOk="0">
                  <a:moveTo>
                    <a:pt x="128" y="0"/>
                  </a:moveTo>
                  <a:cubicBezTo>
                    <a:pt x="87" y="0"/>
                    <a:pt x="48" y="33"/>
                    <a:pt x="33" y="81"/>
                  </a:cubicBezTo>
                  <a:cubicBezTo>
                    <a:pt x="0" y="151"/>
                    <a:pt x="33" y="237"/>
                    <a:pt x="87" y="254"/>
                  </a:cubicBezTo>
                  <a:cubicBezTo>
                    <a:pt x="104" y="270"/>
                    <a:pt x="120" y="270"/>
                    <a:pt x="137" y="270"/>
                  </a:cubicBezTo>
                  <a:cubicBezTo>
                    <a:pt x="174" y="254"/>
                    <a:pt x="223" y="237"/>
                    <a:pt x="240" y="184"/>
                  </a:cubicBezTo>
                  <a:cubicBezTo>
                    <a:pt x="240" y="134"/>
                    <a:pt x="240" y="81"/>
                    <a:pt x="207" y="48"/>
                  </a:cubicBezTo>
                  <a:cubicBezTo>
                    <a:pt x="207" y="31"/>
                    <a:pt x="190" y="15"/>
                    <a:pt x="174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6" name="Google Shape;17136;p42"/>
            <p:cNvSpPr/>
            <p:nvPr/>
          </p:nvSpPr>
          <p:spPr>
            <a:xfrm>
              <a:off x="5210975" y="27354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37" y="17"/>
                    <a:pt x="0" y="87"/>
                    <a:pt x="17" y="157"/>
                  </a:cubicBezTo>
                  <a:cubicBezTo>
                    <a:pt x="17" y="190"/>
                    <a:pt x="37" y="223"/>
                    <a:pt x="70" y="244"/>
                  </a:cubicBezTo>
                  <a:cubicBezTo>
                    <a:pt x="87" y="260"/>
                    <a:pt x="103" y="260"/>
                    <a:pt x="140" y="260"/>
                  </a:cubicBezTo>
                  <a:cubicBezTo>
                    <a:pt x="173" y="260"/>
                    <a:pt x="190" y="244"/>
                    <a:pt x="206" y="207"/>
                  </a:cubicBezTo>
                  <a:cubicBezTo>
                    <a:pt x="223" y="174"/>
                    <a:pt x="244" y="141"/>
                    <a:pt x="223" y="104"/>
                  </a:cubicBezTo>
                  <a:cubicBezTo>
                    <a:pt x="223" y="71"/>
                    <a:pt x="206" y="54"/>
                    <a:pt x="190" y="17"/>
                  </a:cubicBezTo>
                  <a:cubicBezTo>
                    <a:pt x="173" y="17"/>
                    <a:pt x="173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7" name="Google Shape;17137;p42"/>
            <p:cNvSpPr/>
            <p:nvPr/>
          </p:nvSpPr>
          <p:spPr>
            <a:xfrm>
              <a:off x="5191700" y="27560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3" y="0"/>
                    <a:pt x="0" y="70"/>
                    <a:pt x="0" y="140"/>
                  </a:cubicBezTo>
                  <a:cubicBezTo>
                    <a:pt x="17" y="173"/>
                    <a:pt x="33" y="206"/>
                    <a:pt x="50" y="22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53" y="244"/>
                    <a:pt x="190" y="223"/>
                    <a:pt x="206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6" y="37"/>
                    <a:pt x="190" y="17"/>
                  </a:cubicBezTo>
                  <a:cubicBezTo>
                    <a:pt x="169" y="17"/>
                    <a:pt x="169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8" name="Google Shape;17138;p42"/>
            <p:cNvSpPr/>
            <p:nvPr/>
          </p:nvSpPr>
          <p:spPr>
            <a:xfrm>
              <a:off x="5088625" y="26326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9" y="1"/>
                  </a:moveTo>
                  <a:cubicBezTo>
                    <a:pt x="102" y="1"/>
                    <a:pt x="81" y="13"/>
                    <a:pt x="66" y="28"/>
                  </a:cubicBezTo>
                  <a:cubicBezTo>
                    <a:pt x="17" y="77"/>
                    <a:pt x="0" y="164"/>
                    <a:pt x="50" y="213"/>
                  </a:cubicBezTo>
                  <a:cubicBezTo>
                    <a:pt x="66" y="234"/>
                    <a:pt x="87" y="251"/>
                    <a:pt x="120" y="267"/>
                  </a:cubicBezTo>
                  <a:cubicBezTo>
                    <a:pt x="153" y="267"/>
                    <a:pt x="169" y="251"/>
                    <a:pt x="207" y="234"/>
                  </a:cubicBezTo>
                  <a:cubicBezTo>
                    <a:pt x="223" y="213"/>
                    <a:pt x="240" y="180"/>
                    <a:pt x="240" y="147"/>
                  </a:cubicBezTo>
                  <a:cubicBezTo>
                    <a:pt x="240" y="110"/>
                    <a:pt x="240" y="77"/>
                    <a:pt x="223" y="44"/>
                  </a:cubicBezTo>
                  <a:cubicBezTo>
                    <a:pt x="207" y="28"/>
                    <a:pt x="190" y="28"/>
                    <a:pt x="169" y="7"/>
                  </a:cubicBezTo>
                  <a:lnTo>
                    <a:pt x="136" y="7"/>
                  </a:lnTo>
                  <a:cubicBezTo>
                    <a:pt x="132" y="3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9" name="Google Shape;17139;p42"/>
            <p:cNvSpPr/>
            <p:nvPr/>
          </p:nvSpPr>
          <p:spPr>
            <a:xfrm>
              <a:off x="5092025" y="26621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9" y="1"/>
                  </a:moveTo>
                  <a:cubicBezTo>
                    <a:pt x="88" y="1"/>
                    <a:pt x="49" y="32"/>
                    <a:pt x="33" y="84"/>
                  </a:cubicBezTo>
                  <a:cubicBezTo>
                    <a:pt x="0" y="150"/>
                    <a:pt x="33" y="220"/>
                    <a:pt x="87" y="253"/>
                  </a:cubicBezTo>
                  <a:cubicBezTo>
                    <a:pt x="104" y="257"/>
                    <a:pt x="119" y="259"/>
                    <a:pt x="133" y="259"/>
                  </a:cubicBezTo>
                  <a:cubicBezTo>
                    <a:pt x="180" y="259"/>
                    <a:pt x="214" y="237"/>
                    <a:pt x="240" y="187"/>
                  </a:cubicBezTo>
                  <a:cubicBezTo>
                    <a:pt x="260" y="117"/>
                    <a:pt x="223" y="30"/>
                    <a:pt x="174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0" name="Google Shape;17140;p42"/>
            <p:cNvSpPr/>
            <p:nvPr/>
          </p:nvSpPr>
          <p:spPr>
            <a:xfrm>
              <a:off x="5096350" y="27425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5" y="0"/>
                    <a:pt x="109" y="2"/>
                    <a:pt x="104" y="7"/>
                  </a:cubicBezTo>
                  <a:lnTo>
                    <a:pt x="67" y="7"/>
                  </a:lnTo>
                  <a:cubicBezTo>
                    <a:pt x="17" y="24"/>
                    <a:pt x="1" y="94"/>
                    <a:pt x="1" y="143"/>
                  </a:cubicBezTo>
                  <a:cubicBezTo>
                    <a:pt x="17" y="181"/>
                    <a:pt x="17" y="214"/>
                    <a:pt x="50" y="230"/>
                  </a:cubicBezTo>
                  <a:cubicBezTo>
                    <a:pt x="67" y="247"/>
                    <a:pt x="104" y="267"/>
                    <a:pt x="137" y="267"/>
                  </a:cubicBezTo>
                  <a:cubicBezTo>
                    <a:pt x="190" y="247"/>
                    <a:pt x="240" y="181"/>
                    <a:pt x="223" y="110"/>
                  </a:cubicBezTo>
                  <a:cubicBezTo>
                    <a:pt x="223" y="94"/>
                    <a:pt x="223" y="94"/>
                    <a:pt x="207" y="78"/>
                  </a:cubicBezTo>
                  <a:cubicBezTo>
                    <a:pt x="207" y="40"/>
                    <a:pt x="190" y="24"/>
                    <a:pt x="153" y="7"/>
                  </a:cubicBezTo>
                  <a:cubicBezTo>
                    <a:pt x="142" y="7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1" name="Google Shape;17141;p42"/>
            <p:cNvSpPr/>
            <p:nvPr/>
          </p:nvSpPr>
          <p:spPr>
            <a:xfrm>
              <a:off x="5092850" y="2709900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7" y="0"/>
                  </a:moveTo>
                  <a:cubicBezTo>
                    <a:pt x="119" y="0"/>
                    <a:pt x="110" y="2"/>
                    <a:pt x="104" y="7"/>
                  </a:cubicBezTo>
                  <a:cubicBezTo>
                    <a:pt x="54" y="7"/>
                    <a:pt x="0" y="78"/>
                    <a:pt x="21" y="148"/>
                  </a:cubicBezTo>
                  <a:cubicBezTo>
                    <a:pt x="21" y="181"/>
                    <a:pt x="38" y="214"/>
                    <a:pt x="54" y="234"/>
                  </a:cubicBezTo>
                  <a:cubicBezTo>
                    <a:pt x="87" y="251"/>
                    <a:pt x="124" y="267"/>
                    <a:pt x="141" y="267"/>
                  </a:cubicBezTo>
                  <a:cubicBezTo>
                    <a:pt x="174" y="251"/>
                    <a:pt x="190" y="234"/>
                    <a:pt x="207" y="214"/>
                  </a:cubicBezTo>
                  <a:cubicBezTo>
                    <a:pt x="227" y="181"/>
                    <a:pt x="244" y="148"/>
                    <a:pt x="244" y="111"/>
                  </a:cubicBezTo>
                  <a:cubicBezTo>
                    <a:pt x="227" y="78"/>
                    <a:pt x="207" y="45"/>
                    <a:pt x="190" y="28"/>
                  </a:cubicBezTo>
                  <a:lnTo>
                    <a:pt x="174" y="7"/>
                  </a:lnTo>
                  <a:cubicBezTo>
                    <a:pt x="163" y="7"/>
                    <a:pt x="144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2" name="Google Shape;17142;p42"/>
            <p:cNvSpPr/>
            <p:nvPr/>
          </p:nvSpPr>
          <p:spPr>
            <a:xfrm>
              <a:off x="5086050" y="26822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0"/>
                  </a:moveTo>
                  <a:cubicBezTo>
                    <a:pt x="33" y="17"/>
                    <a:pt x="0" y="66"/>
                    <a:pt x="17" y="153"/>
                  </a:cubicBezTo>
                  <a:cubicBezTo>
                    <a:pt x="17" y="214"/>
                    <a:pt x="54" y="259"/>
                    <a:pt x="110" y="259"/>
                  </a:cubicBezTo>
                  <a:cubicBezTo>
                    <a:pt x="118" y="259"/>
                    <a:pt x="127" y="258"/>
                    <a:pt x="136" y="256"/>
                  </a:cubicBezTo>
                  <a:cubicBezTo>
                    <a:pt x="169" y="256"/>
                    <a:pt x="190" y="239"/>
                    <a:pt x="206" y="206"/>
                  </a:cubicBezTo>
                  <a:cubicBezTo>
                    <a:pt x="223" y="169"/>
                    <a:pt x="239" y="136"/>
                    <a:pt x="223" y="103"/>
                  </a:cubicBezTo>
                  <a:cubicBezTo>
                    <a:pt x="223" y="66"/>
                    <a:pt x="206" y="50"/>
                    <a:pt x="190" y="17"/>
                  </a:cubicBezTo>
                  <a:cubicBezTo>
                    <a:pt x="169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3" name="Google Shape;17143;p42"/>
            <p:cNvSpPr/>
            <p:nvPr/>
          </p:nvSpPr>
          <p:spPr>
            <a:xfrm>
              <a:off x="5084700" y="2697700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87" y="1"/>
                  </a:moveTo>
                  <a:cubicBezTo>
                    <a:pt x="38" y="17"/>
                    <a:pt x="1" y="67"/>
                    <a:pt x="1" y="153"/>
                  </a:cubicBezTo>
                  <a:cubicBezTo>
                    <a:pt x="1" y="186"/>
                    <a:pt x="17" y="207"/>
                    <a:pt x="54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57" y="256"/>
                    <a:pt x="190" y="223"/>
                    <a:pt x="207" y="207"/>
                  </a:cubicBezTo>
                  <a:cubicBezTo>
                    <a:pt x="223" y="170"/>
                    <a:pt x="223" y="137"/>
                    <a:pt x="223" y="104"/>
                  </a:cubicBezTo>
                  <a:cubicBezTo>
                    <a:pt x="223" y="67"/>
                    <a:pt x="207" y="34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4" name="Google Shape;17144;p42"/>
            <p:cNvSpPr/>
            <p:nvPr/>
          </p:nvSpPr>
          <p:spPr>
            <a:xfrm>
              <a:off x="5072225" y="2652400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8" y="0"/>
                  </a:moveTo>
                  <a:cubicBezTo>
                    <a:pt x="103" y="0"/>
                    <a:pt x="78" y="12"/>
                    <a:pt x="54" y="23"/>
                  </a:cubicBezTo>
                  <a:cubicBezTo>
                    <a:pt x="38" y="23"/>
                    <a:pt x="21" y="60"/>
                    <a:pt x="1" y="77"/>
                  </a:cubicBezTo>
                  <a:lnTo>
                    <a:pt x="1" y="164"/>
                  </a:lnTo>
                  <a:cubicBezTo>
                    <a:pt x="21" y="213"/>
                    <a:pt x="38" y="230"/>
                    <a:pt x="71" y="246"/>
                  </a:cubicBezTo>
                  <a:cubicBezTo>
                    <a:pt x="86" y="256"/>
                    <a:pt x="101" y="261"/>
                    <a:pt x="116" y="261"/>
                  </a:cubicBezTo>
                  <a:cubicBezTo>
                    <a:pt x="157" y="261"/>
                    <a:pt x="195" y="228"/>
                    <a:pt x="207" y="180"/>
                  </a:cubicBezTo>
                  <a:cubicBezTo>
                    <a:pt x="244" y="110"/>
                    <a:pt x="207" y="40"/>
                    <a:pt x="158" y="7"/>
                  </a:cubicBezTo>
                  <a:cubicBezTo>
                    <a:pt x="148" y="2"/>
                    <a:pt x="138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5" name="Google Shape;17145;p42"/>
            <p:cNvSpPr/>
            <p:nvPr/>
          </p:nvSpPr>
          <p:spPr>
            <a:xfrm>
              <a:off x="5077900" y="27126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67" y="1"/>
                    <a:pt x="50" y="38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0" y="244"/>
                    <a:pt x="83" y="260"/>
                    <a:pt x="104" y="260"/>
                  </a:cubicBezTo>
                  <a:cubicBezTo>
                    <a:pt x="137" y="260"/>
                    <a:pt x="170" y="260"/>
                    <a:pt x="186" y="227"/>
                  </a:cubicBezTo>
                  <a:cubicBezTo>
                    <a:pt x="207" y="207"/>
                    <a:pt x="223" y="174"/>
                    <a:pt x="223" y="141"/>
                  </a:cubicBezTo>
                  <a:cubicBezTo>
                    <a:pt x="240" y="104"/>
                    <a:pt x="223" y="71"/>
                    <a:pt x="207" y="54"/>
                  </a:cubicBezTo>
                  <a:cubicBezTo>
                    <a:pt x="186" y="38"/>
                    <a:pt x="170" y="2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6" name="Google Shape;17146;p42"/>
            <p:cNvSpPr/>
            <p:nvPr/>
          </p:nvSpPr>
          <p:spPr>
            <a:xfrm>
              <a:off x="5080900" y="2742750"/>
              <a:ext cx="6000" cy="6925"/>
            </a:xfrm>
            <a:custGeom>
              <a:avLst/>
              <a:gdLst/>
              <a:ahLst/>
              <a:cxnLst/>
              <a:rect l="l" t="t" r="r" b="b"/>
              <a:pathLst>
                <a:path w="240" h="277" extrusionOk="0">
                  <a:moveTo>
                    <a:pt x="120" y="0"/>
                  </a:moveTo>
                  <a:cubicBezTo>
                    <a:pt x="103" y="0"/>
                    <a:pt x="66" y="17"/>
                    <a:pt x="50" y="33"/>
                  </a:cubicBezTo>
                  <a:cubicBezTo>
                    <a:pt x="0" y="87"/>
                    <a:pt x="0" y="157"/>
                    <a:pt x="33" y="223"/>
                  </a:cubicBezTo>
                  <a:cubicBezTo>
                    <a:pt x="50" y="240"/>
                    <a:pt x="66" y="260"/>
                    <a:pt x="103" y="277"/>
                  </a:cubicBezTo>
                  <a:cubicBezTo>
                    <a:pt x="136" y="277"/>
                    <a:pt x="153" y="260"/>
                    <a:pt x="190" y="240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69" y="17"/>
                    <a:pt x="153" y="17"/>
                  </a:cubicBezTo>
                  <a:cubicBezTo>
                    <a:pt x="153" y="17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7" name="Google Shape;17147;p42"/>
            <p:cNvSpPr/>
            <p:nvPr/>
          </p:nvSpPr>
          <p:spPr>
            <a:xfrm>
              <a:off x="5073975" y="2634825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40" y="1"/>
                  </a:moveTo>
                  <a:cubicBezTo>
                    <a:pt x="88" y="1"/>
                    <a:pt x="48" y="33"/>
                    <a:pt x="17" y="91"/>
                  </a:cubicBezTo>
                  <a:cubicBezTo>
                    <a:pt x="1" y="162"/>
                    <a:pt x="34" y="228"/>
                    <a:pt x="88" y="248"/>
                  </a:cubicBezTo>
                  <a:cubicBezTo>
                    <a:pt x="104" y="265"/>
                    <a:pt x="121" y="265"/>
                    <a:pt x="137" y="265"/>
                  </a:cubicBezTo>
                  <a:cubicBezTo>
                    <a:pt x="174" y="265"/>
                    <a:pt x="224" y="228"/>
                    <a:pt x="224" y="178"/>
                  </a:cubicBezTo>
                  <a:cubicBezTo>
                    <a:pt x="240" y="124"/>
                    <a:pt x="240" y="75"/>
                    <a:pt x="207" y="42"/>
                  </a:cubicBezTo>
                  <a:cubicBezTo>
                    <a:pt x="207" y="21"/>
                    <a:pt x="191" y="21"/>
                    <a:pt x="174" y="5"/>
                  </a:cubicBezTo>
                  <a:cubicBezTo>
                    <a:pt x="162" y="2"/>
                    <a:pt x="151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8" name="Google Shape;17148;p42"/>
            <p:cNvSpPr/>
            <p:nvPr/>
          </p:nvSpPr>
          <p:spPr>
            <a:xfrm>
              <a:off x="5112650" y="2690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67"/>
                    <a:pt x="0" y="154"/>
                  </a:cubicBezTo>
                  <a:cubicBezTo>
                    <a:pt x="17" y="191"/>
                    <a:pt x="17" y="207"/>
                    <a:pt x="54" y="224"/>
                  </a:cubicBezTo>
                  <a:cubicBezTo>
                    <a:pt x="70" y="257"/>
                    <a:pt x="103" y="257"/>
                    <a:pt x="136" y="257"/>
                  </a:cubicBezTo>
                  <a:cubicBezTo>
                    <a:pt x="190" y="240"/>
                    <a:pt x="239" y="170"/>
                    <a:pt x="223" y="104"/>
                  </a:cubicBezTo>
                  <a:cubicBezTo>
                    <a:pt x="223" y="67"/>
                    <a:pt x="206" y="34"/>
                    <a:pt x="173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9" name="Google Shape;17149;p42"/>
            <p:cNvSpPr/>
            <p:nvPr/>
          </p:nvSpPr>
          <p:spPr>
            <a:xfrm>
              <a:off x="5111400" y="27376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0"/>
                  </a:moveTo>
                  <a:cubicBezTo>
                    <a:pt x="120" y="0"/>
                    <a:pt x="83" y="0"/>
                    <a:pt x="67" y="33"/>
                  </a:cubicBezTo>
                  <a:cubicBezTo>
                    <a:pt x="17" y="70"/>
                    <a:pt x="1" y="157"/>
                    <a:pt x="50" y="206"/>
                  </a:cubicBezTo>
                  <a:cubicBezTo>
                    <a:pt x="67" y="239"/>
                    <a:pt x="83" y="260"/>
                    <a:pt x="120" y="260"/>
                  </a:cubicBezTo>
                  <a:cubicBezTo>
                    <a:pt x="153" y="260"/>
                    <a:pt x="170" y="260"/>
                    <a:pt x="207" y="239"/>
                  </a:cubicBezTo>
                  <a:cubicBezTo>
                    <a:pt x="223" y="206"/>
                    <a:pt x="240" y="173"/>
                    <a:pt x="240" y="136"/>
                  </a:cubicBezTo>
                  <a:cubicBezTo>
                    <a:pt x="240" y="103"/>
                    <a:pt x="240" y="70"/>
                    <a:pt x="223" y="54"/>
                  </a:cubicBezTo>
                  <a:cubicBezTo>
                    <a:pt x="207" y="33"/>
                    <a:pt x="186" y="17"/>
                    <a:pt x="170" y="17"/>
                  </a:cubicBezTo>
                  <a:cubicBezTo>
                    <a:pt x="170" y="0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0" name="Google Shape;17150;p42"/>
            <p:cNvSpPr/>
            <p:nvPr/>
          </p:nvSpPr>
          <p:spPr>
            <a:xfrm>
              <a:off x="5113975" y="26743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39" y="0"/>
                  </a:moveTo>
                  <a:cubicBezTo>
                    <a:pt x="95" y="0"/>
                    <a:pt x="47" y="32"/>
                    <a:pt x="34" y="72"/>
                  </a:cubicBezTo>
                  <a:cubicBezTo>
                    <a:pt x="1" y="142"/>
                    <a:pt x="34" y="229"/>
                    <a:pt x="83" y="245"/>
                  </a:cubicBezTo>
                  <a:cubicBezTo>
                    <a:pt x="102" y="254"/>
                    <a:pt x="119" y="258"/>
                    <a:pt x="135" y="258"/>
                  </a:cubicBezTo>
                  <a:cubicBezTo>
                    <a:pt x="180" y="258"/>
                    <a:pt x="216" y="227"/>
                    <a:pt x="240" y="175"/>
                  </a:cubicBezTo>
                  <a:cubicBezTo>
                    <a:pt x="256" y="109"/>
                    <a:pt x="223" y="39"/>
                    <a:pt x="170" y="6"/>
                  </a:cubicBezTo>
                  <a:cubicBezTo>
                    <a:pt x="160" y="2"/>
                    <a:pt x="150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1" name="Google Shape;17151;p42"/>
            <p:cNvSpPr/>
            <p:nvPr/>
          </p:nvSpPr>
          <p:spPr>
            <a:xfrm>
              <a:off x="5121700" y="27501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1" y="1"/>
                  </a:moveTo>
                  <a:cubicBezTo>
                    <a:pt x="71" y="1"/>
                    <a:pt x="29" y="32"/>
                    <a:pt x="17" y="84"/>
                  </a:cubicBezTo>
                  <a:cubicBezTo>
                    <a:pt x="1" y="100"/>
                    <a:pt x="1" y="117"/>
                    <a:pt x="1" y="133"/>
                  </a:cubicBezTo>
                  <a:cubicBezTo>
                    <a:pt x="17" y="187"/>
                    <a:pt x="34" y="236"/>
                    <a:pt x="67" y="253"/>
                  </a:cubicBezTo>
                  <a:cubicBezTo>
                    <a:pt x="82" y="258"/>
                    <a:pt x="95" y="261"/>
                    <a:pt x="107" y="261"/>
                  </a:cubicBezTo>
                  <a:cubicBezTo>
                    <a:pt x="139" y="261"/>
                    <a:pt x="163" y="244"/>
                    <a:pt x="186" y="220"/>
                  </a:cubicBezTo>
                  <a:cubicBezTo>
                    <a:pt x="207" y="203"/>
                    <a:pt x="207" y="203"/>
                    <a:pt x="224" y="170"/>
                  </a:cubicBezTo>
                  <a:cubicBezTo>
                    <a:pt x="240" y="100"/>
                    <a:pt x="207" y="30"/>
                    <a:pt x="153" y="14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2" name="Google Shape;17152;p42"/>
            <p:cNvSpPr/>
            <p:nvPr/>
          </p:nvSpPr>
          <p:spPr>
            <a:xfrm>
              <a:off x="5101100" y="27251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103" y="0"/>
                  </a:moveTo>
                  <a:cubicBezTo>
                    <a:pt x="66" y="17"/>
                    <a:pt x="33" y="38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23"/>
                    <a:pt x="50" y="244"/>
                  </a:cubicBezTo>
                  <a:cubicBezTo>
                    <a:pt x="61" y="255"/>
                    <a:pt x="83" y="267"/>
                    <a:pt x="101" y="267"/>
                  </a:cubicBezTo>
                  <a:cubicBezTo>
                    <a:pt x="108" y="267"/>
                    <a:pt x="115" y="265"/>
                    <a:pt x="120" y="260"/>
                  </a:cubicBezTo>
                  <a:cubicBezTo>
                    <a:pt x="186" y="260"/>
                    <a:pt x="223" y="190"/>
                    <a:pt x="223" y="120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3" name="Google Shape;17153;p42"/>
            <p:cNvSpPr/>
            <p:nvPr/>
          </p:nvSpPr>
          <p:spPr>
            <a:xfrm>
              <a:off x="5110050" y="2710075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37" y="0"/>
                  </a:moveTo>
                  <a:cubicBezTo>
                    <a:pt x="104" y="0"/>
                    <a:pt x="71" y="0"/>
                    <a:pt x="55" y="38"/>
                  </a:cubicBezTo>
                  <a:cubicBezTo>
                    <a:pt x="34" y="54"/>
                    <a:pt x="17" y="87"/>
                    <a:pt x="17" y="124"/>
                  </a:cubicBezTo>
                  <a:cubicBezTo>
                    <a:pt x="1" y="157"/>
                    <a:pt x="17" y="190"/>
                    <a:pt x="34" y="207"/>
                  </a:cubicBezTo>
                  <a:cubicBezTo>
                    <a:pt x="54" y="245"/>
                    <a:pt x="83" y="262"/>
                    <a:pt x="113" y="262"/>
                  </a:cubicBezTo>
                  <a:cubicBezTo>
                    <a:pt x="139" y="262"/>
                    <a:pt x="166" y="250"/>
                    <a:pt x="191" y="227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1" y="38"/>
                    <a:pt x="174" y="21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4" name="Google Shape;17154;p42"/>
            <p:cNvSpPr/>
            <p:nvPr/>
          </p:nvSpPr>
          <p:spPr>
            <a:xfrm>
              <a:off x="5101500" y="26297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87" y="1"/>
                    <a:pt x="50" y="17"/>
                    <a:pt x="34" y="38"/>
                  </a:cubicBezTo>
                  <a:cubicBezTo>
                    <a:pt x="17" y="71"/>
                    <a:pt x="1" y="104"/>
                    <a:pt x="17" y="157"/>
                  </a:cubicBezTo>
                  <a:cubicBezTo>
                    <a:pt x="17" y="190"/>
                    <a:pt x="34" y="207"/>
                    <a:pt x="50" y="223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0" y="244"/>
                    <a:pt x="240" y="190"/>
                    <a:pt x="223" y="120"/>
                  </a:cubicBezTo>
                  <a:lnTo>
                    <a:pt x="223" y="104"/>
                  </a:lnTo>
                  <a:cubicBezTo>
                    <a:pt x="223" y="54"/>
                    <a:pt x="19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5" name="Google Shape;17155;p42"/>
            <p:cNvSpPr/>
            <p:nvPr/>
          </p:nvSpPr>
          <p:spPr>
            <a:xfrm>
              <a:off x="5104500" y="25855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0" y="0"/>
                  </a:moveTo>
                  <a:cubicBezTo>
                    <a:pt x="103" y="0"/>
                    <a:pt x="70" y="0"/>
                    <a:pt x="50" y="33"/>
                  </a:cubicBezTo>
                  <a:cubicBezTo>
                    <a:pt x="17" y="54"/>
                    <a:pt x="0" y="87"/>
                    <a:pt x="0" y="120"/>
                  </a:cubicBezTo>
                  <a:cubicBezTo>
                    <a:pt x="0" y="157"/>
                    <a:pt x="17" y="190"/>
                    <a:pt x="33" y="206"/>
                  </a:cubicBezTo>
                  <a:cubicBezTo>
                    <a:pt x="50" y="239"/>
                    <a:pt x="70" y="260"/>
                    <a:pt x="103" y="260"/>
                  </a:cubicBezTo>
                  <a:cubicBezTo>
                    <a:pt x="136" y="260"/>
                    <a:pt x="153" y="260"/>
                    <a:pt x="190" y="223"/>
                  </a:cubicBezTo>
                  <a:cubicBezTo>
                    <a:pt x="223" y="190"/>
                    <a:pt x="239" y="103"/>
                    <a:pt x="206" y="54"/>
                  </a:cubicBezTo>
                  <a:cubicBezTo>
                    <a:pt x="190" y="33"/>
                    <a:pt x="174" y="16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6" name="Google Shape;17156;p42"/>
            <p:cNvSpPr/>
            <p:nvPr/>
          </p:nvSpPr>
          <p:spPr>
            <a:xfrm>
              <a:off x="5118625" y="2722550"/>
              <a:ext cx="5675" cy="6525"/>
            </a:xfrm>
            <a:custGeom>
              <a:avLst/>
              <a:gdLst/>
              <a:ahLst/>
              <a:cxnLst/>
              <a:rect l="l" t="t" r="r" b="b"/>
              <a:pathLst>
                <a:path w="227" h="261" extrusionOk="0">
                  <a:moveTo>
                    <a:pt x="103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0" y="190"/>
                    <a:pt x="21" y="223"/>
                    <a:pt x="54" y="244"/>
                  </a:cubicBezTo>
                  <a:cubicBezTo>
                    <a:pt x="70" y="260"/>
                    <a:pt x="103" y="260"/>
                    <a:pt x="140" y="260"/>
                  </a:cubicBezTo>
                  <a:cubicBezTo>
                    <a:pt x="157" y="260"/>
                    <a:pt x="190" y="244"/>
                    <a:pt x="206" y="206"/>
                  </a:cubicBezTo>
                  <a:cubicBezTo>
                    <a:pt x="227" y="173"/>
                    <a:pt x="227" y="141"/>
                    <a:pt x="227" y="103"/>
                  </a:cubicBezTo>
                  <a:cubicBezTo>
                    <a:pt x="227" y="70"/>
                    <a:pt x="206" y="54"/>
                    <a:pt x="173" y="37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40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7" name="Google Shape;17157;p42"/>
            <p:cNvSpPr/>
            <p:nvPr/>
          </p:nvSpPr>
          <p:spPr>
            <a:xfrm>
              <a:off x="5099750" y="25224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1"/>
                  </a:moveTo>
                  <a:cubicBezTo>
                    <a:pt x="71" y="17"/>
                    <a:pt x="54" y="34"/>
                    <a:pt x="34" y="50"/>
                  </a:cubicBezTo>
                  <a:cubicBezTo>
                    <a:pt x="17" y="83"/>
                    <a:pt x="1" y="120"/>
                    <a:pt x="17" y="153"/>
                  </a:cubicBezTo>
                  <a:cubicBezTo>
                    <a:pt x="17" y="186"/>
                    <a:pt x="34" y="223"/>
                    <a:pt x="54" y="240"/>
                  </a:cubicBezTo>
                  <a:cubicBezTo>
                    <a:pt x="78" y="252"/>
                    <a:pt x="93" y="263"/>
                    <a:pt x="111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207" y="256"/>
                    <a:pt x="240" y="186"/>
                    <a:pt x="223" y="120"/>
                  </a:cubicBezTo>
                  <a:cubicBezTo>
                    <a:pt x="223" y="83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8" name="Google Shape;17158;p42"/>
            <p:cNvSpPr/>
            <p:nvPr/>
          </p:nvSpPr>
          <p:spPr>
            <a:xfrm>
              <a:off x="5101100" y="26006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88"/>
                    <a:pt x="17" y="153"/>
                  </a:cubicBezTo>
                  <a:cubicBezTo>
                    <a:pt x="17" y="191"/>
                    <a:pt x="33" y="224"/>
                    <a:pt x="50" y="240"/>
                  </a:cubicBezTo>
                  <a:cubicBezTo>
                    <a:pt x="83" y="257"/>
                    <a:pt x="103" y="257"/>
                    <a:pt x="136" y="257"/>
                  </a:cubicBezTo>
                  <a:cubicBezTo>
                    <a:pt x="206" y="240"/>
                    <a:pt x="239" y="191"/>
                    <a:pt x="223" y="104"/>
                  </a:cubicBezTo>
                  <a:cubicBezTo>
                    <a:pt x="223" y="71"/>
                    <a:pt x="186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9" name="Google Shape;17159;p42"/>
            <p:cNvSpPr/>
            <p:nvPr/>
          </p:nvSpPr>
          <p:spPr>
            <a:xfrm>
              <a:off x="5104900" y="25530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2" y="1"/>
                  </a:moveTo>
                  <a:cubicBezTo>
                    <a:pt x="92" y="1"/>
                    <a:pt x="73" y="10"/>
                    <a:pt x="54" y="31"/>
                  </a:cubicBezTo>
                  <a:cubicBezTo>
                    <a:pt x="34" y="31"/>
                    <a:pt x="17" y="64"/>
                    <a:pt x="17" y="81"/>
                  </a:cubicBezTo>
                  <a:cubicBezTo>
                    <a:pt x="1" y="118"/>
                    <a:pt x="1" y="151"/>
                    <a:pt x="1" y="167"/>
                  </a:cubicBezTo>
                  <a:cubicBezTo>
                    <a:pt x="17" y="200"/>
                    <a:pt x="34" y="237"/>
                    <a:pt x="71" y="254"/>
                  </a:cubicBezTo>
                  <a:cubicBezTo>
                    <a:pt x="88" y="263"/>
                    <a:pt x="105" y="267"/>
                    <a:pt x="121" y="267"/>
                  </a:cubicBezTo>
                  <a:cubicBezTo>
                    <a:pt x="164" y="267"/>
                    <a:pt x="199" y="235"/>
                    <a:pt x="223" y="184"/>
                  </a:cubicBezTo>
                  <a:cubicBezTo>
                    <a:pt x="240" y="118"/>
                    <a:pt x="207" y="31"/>
                    <a:pt x="158" y="15"/>
                  </a:cubicBezTo>
                  <a:cubicBezTo>
                    <a:pt x="142" y="6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0" name="Google Shape;17160;p42"/>
            <p:cNvSpPr/>
            <p:nvPr/>
          </p:nvSpPr>
          <p:spPr>
            <a:xfrm>
              <a:off x="5104075" y="25056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67" y="17"/>
                    <a:pt x="50" y="34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0" y="240"/>
                    <a:pt x="87" y="261"/>
                    <a:pt x="104" y="261"/>
                  </a:cubicBezTo>
                  <a:cubicBezTo>
                    <a:pt x="137" y="261"/>
                    <a:pt x="170" y="261"/>
                    <a:pt x="191" y="240"/>
                  </a:cubicBezTo>
                  <a:cubicBezTo>
                    <a:pt x="207" y="207"/>
                    <a:pt x="223" y="190"/>
                    <a:pt x="223" y="157"/>
                  </a:cubicBezTo>
                  <a:cubicBezTo>
                    <a:pt x="240" y="120"/>
                    <a:pt x="223" y="87"/>
                    <a:pt x="207" y="54"/>
                  </a:cubicBezTo>
                  <a:cubicBezTo>
                    <a:pt x="191" y="34"/>
                    <a:pt x="170" y="17"/>
                    <a:pt x="153" y="17"/>
                  </a:cubicBezTo>
                  <a:cubicBezTo>
                    <a:pt x="153" y="1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1" name="Google Shape;17161;p42"/>
            <p:cNvSpPr/>
            <p:nvPr/>
          </p:nvSpPr>
          <p:spPr>
            <a:xfrm>
              <a:off x="5102750" y="2478150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0" y="1"/>
                  </a:moveTo>
                  <a:cubicBezTo>
                    <a:pt x="87" y="1"/>
                    <a:pt x="70" y="1"/>
                    <a:pt x="37" y="38"/>
                  </a:cubicBezTo>
                  <a:cubicBezTo>
                    <a:pt x="17" y="55"/>
                    <a:pt x="0" y="88"/>
                    <a:pt x="0" y="125"/>
                  </a:cubicBezTo>
                  <a:cubicBezTo>
                    <a:pt x="0" y="158"/>
                    <a:pt x="0" y="191"/>
                    <a:pt x="17" y="207"/>
                  </a:cubicBezTo>
                  <a:cubicBezTo>
                    <a:pt x="49" y="249"/>
                    <a:pt x="86" y="266"/>
                    <a:pt x="118" y="266"/>
                  </a:cubicBezTo>
                  <a:cubicBezTo>
                    <a:pt x="140" y="266"/>
                    <a:pt x="160" y="258"/>
                    <a:pt x="173" y="244"/>
                  </a:cubicBezTo>
                  <a:cubicBezTo>
                    <a:pt x="223" y="191"/>
                    <a:pt x="244" y="104"/>
                    <a:pt x="190" y="55"/>
                  </a:cubicBezTo>
                  <a:cubicBezTo>
                    <a:pt x="190" y="38"/>
                    <a:pt x="173" y="22"/>
                    <a:pt x="157" y="22"/>
                  </a:cubicBezTo>
                  <a:cubicBezTo>
                    <a:pt x="140" y="1"/>
                    <a:pt x="140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2" name="Google Shape;17162;p42"/>
            <p:cNvSpPr/>
            <p:nvPr/>
          </p:nvSpPr>
          <p:spPr>
            <a:xfrm>
              <a:off x="5084300" y="26037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0" y="153"/>
                    <a:pt x="33" y="219"/>
                    <a:pt x="87" y="256"/>
                  </a:cubicBezTo>
                  <a:lnTo>
                    <a:pt x="136" y="256"/>
                  </a:lnTo>
                  <a:cubicBezTo>
                    <a:pt x="173" y="256"/>
                    <a:pt x="223" y="219"/>
                    <a:pt x="223" y="170"/>
                  </a:cubicBezTo>
                  <a:cubicBezTo>
                    <a:pt x="239" y="133"/>
                    <a:pt x="239" y="83"/>
                    <a:pt x="206" y="29"/>
                  </a:cubicBezTo>
                  <a:cubicBezTo>
                    <a:pt x="206" y="29"/>
                    <a:pt x="190" y="13"/>
                    <a:pt x="173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3" name="Google Shape;17163;p42"/>
            <p:cNvSpPr/>
            <p:nvPr/>
          </p:nvSpPr>
          <p:spPr>
            <a:xfrm>
              <a:off x="5086875" y="25540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1" y="1"/>
                  </a:moveTo>
                  <a:cubicBezTo>
                    <a:pt x="92" y="1"/>
                    <a:pt x="77" y="12"/>
                    <a:pt x="54" y="24"/>
                  </a:cubicBezTo>
                  <a:cubicBezTo>
                    <a:pt x="0" y="78"/>
                    <a:pt x="0" y="160"/>
                    <a:pt x="33" y="214"/>
                  </a:cubicBezTo>
                  <a:cubicBezTo>
                    <a:pt x="55" y="243"/>
                    <a:pt x="87" y="262"/>
                    <a:pt x="120" y="262"/>
                  </a:cubicBezTo>
                  <a:cubicBezTo>
                    <a:pt x="144" y="262"/>
                    <a:pt x="168" y="252"/>
                    <a:pt x="190" y="230"/>
                  </a:cubicBezTo>
                  <a:cubicBezTo>
                    <a:pt x="239" y="181"/>
                    <a:pt x="239" y="111"/>
                    <a:pt x="206" y="41"/>
                  </a:cubicBezTo>
                  <a:cubicBezTo>
                    <a:pt x="190" y="24"/>
                    <a:pt x="190" y="8"/>
                    <a:pt x="173" y="8"/>
                  </a:cubicBezTo>
                  <a:lnTo>
                    <a:pt x="136" y="8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4" name="Google Shape;17164;p42"/>
            <p:cNvSpPr/>
            <p:nvPr/>
          </p:nvSpPr>
          <p:spPr>
            <a:xfrm>
              <a:off x="5089850" y="2586075"/>
              <a:ext cx="6525" cy="6600"/>
            </a:xfrm>
            <a:custGeom>
              <a:avLst/>
              <a:gdLst/>
              <a:ahLst/>
              <a:cxnLst/>
              <a:rect l="l" t="t" r="r" b="b"/>
              <a:pathLst>
                <a:path w="261" h="264" extrusionOk="0">
                  <a:moveTo>
                    <a:pt x="130" y="0"/>
                  </a:moveTo>
                  <a:cubicBezTo>
                    <a:pt x="89" y="0"/>
                    <a:pt x="50" y="32"/>
                    <a:pt x="38" y="83"/>
                  </a:cubicBezTo>
                  <a:cubicBezTo>
                    <a:pt x="1" y="153"/>
                    <a:pt x="38" y="219"/>
                    <a:pt x="87" y="256"/>
                  </a:cubicBezTo>
                  <a:cubicBezTo>
                    <a:pt x="98" y="256"/>
                    <a:pt x="109" y="264"/>
                    <a:pt x="122" y="264"/>
                  </a:cubicBezTo>
                  <a:cubicBezTo>
                    <a:pt x="128" y="264"/>
                    <a:pt x="134" y="262"/>
                    <a:pt x="141" y="256"/>
                  </a:cubicBezTo>
                  <a:cubicBezTo>
                    <a:pt x="191" y="256"/>
                    <a:pt x="224" y="219"/>
                    <a:pt x="244" y="186"/>
                  </a:cubicBezTo>
                  <a:cubicBezTo>
                    <a:pt x="261" y="137"/>
                    <a:pt x="244" y="83"/>
                    <a:pt x="224" y="50"/>
                  </a:cubicBezTo>
                  <a:cubicBezTo>
                    <a:pt x="207" y="34"/>
                    <a:pt x="191" y="13"/>
                    <a:pt x="174" y="13"/>
                  </a:cubicBezTo>
                  <a:cubicBezTo>
                    <a:pt x="160" y="4"/>
                    <a:pt x="145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5" name="Google Shape;17165;p42"/>
            <p:cNvSpPr/>
            <p:nvPr/>
          </p:nvSpPr>
          <p:spPr>
            <a:xfrm>
              <a:off x="5052950" y="2453725"/>
              <a:ext cx="3025" cy="6425"/>
            </a:xfrm>
            <a:custGeom>
              <a:avLst/>
              <a:gdLst/>
              <a:ahLst/>
              <a:cxnLst/>
              <a:rect l="l" t="t" r="r" b="b"/>
              <a:pathLst>
                <a:path w="121" h="257" extrusionOk="0">
                  <a:moveTo>
                    <a:pt x="1" y="1"/>
                  </a:moveTo>
                  <a:lnTo>
                    <a:pt x="1" y="256"/>
                  </a:lnTo>
                  <a:cubicBezTo>
                    <a:pt x="50" y="240"/>
                    <a:pt x="87" y="223"/>
                    <a:pt x="104" y="174"/>
                  </a:cubicBezTo>
                  <a:cubicBezTo>
                    <a:pt x="120" y="120"/>
                    <a:pt x="104" y="71"/>
                    <a:pt x="87" y="34"/>
                  </a:cubicBezTo>
                  <a:cubicBezTo>
                    <a:pt x="71" y="17"/>
                    <a:pt x="50" y="17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6" name="Google Shape;17166;p42"/>
            <p:cNvSpPr/>
            <p:nvPr/>
          </p:nvSpPr>
          <p:spPr>
            <a:xfrm>
              <a:off x="5057300" y="268532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27" y="0"/>
                  </a:moveTo>
                  <a:cubicBezTo>
                    <a:pt x="86" y="0"/>
                    <a:pt x="45" y="32"/>
                    <a:pt x="33" y="83"/>
                  </a:cubicBezTo>
                  <a:cubicBezTo>
                    <a:pt x="0" y="149"/>
                    <a:pt x="33" y="236"/>
                    <a:pt x="83" y="252"/>
                  </a:cubicBezTo>
                  <a:cubicBezTo>
                    <a:pt x="103" y="269"/>
                    <a:pt x="120" y="269"/>
                    <a:pt x="136" y="269"/>
                  </a:cubicBezTo>
                  <a:cubicBezTo>
                    <a:pt x="186" y="252"/>
                    <a:pt x="223" y="236"/>
                    <a:pt x="239" y="186"/>
                  </a:cubicBezTo>
                  <a:cubicBezTo>
                    <a:pt x="239" y="133"/>
                    <a:pt x="239" y="83"/>
                    <a:pt x="206" y="46"/>
                  </a:cubicBezTo>
                  <a:cubicBezTo>
                    <a:pt x="206" y="30"/>
                    <a:pt x="186" y="13"/>
                    <a:pt x="169" y="13"/>
                  </a:cubicBezTo>
                  <a:cubicBezTo>
                    <a:pt x="156" y="5"/>
                    <a:pt x="141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7" name="Google Shape;17167;p42"/>
            <p:cNvSpPr/>
            <p:nvPr/>
          </p:nvSpPr>
          <p:spPr>
            <a:xfrm>
              <a:off x="5061525" y="2639375"/>
              <a:ext cx="6100" cy="6825"/>
            </a:xfrm>
            <a:custGeom>
              <a:avLst/>
              <a:gdLst/>
              <a:ahLst/>
              <a:cxnLst/>
              <a:rect l="l" t="t" r="r" b="b"/>
              <a:pathLst>
                <a:path w="244" h="273" extrusionOk="0">
                  <a:moveTo>
                    <a:pt x="130" y="0"/>
                  </a:moveTo>
                  <a:cubicBezTo>
                    <a:pt x="121" y="0"/>
                    <a:pt x="111" y="4"/>
                    <a:pt x="103" y="13"/>
                  </a:cubicBezTo>
                  <a:cubicBezTo>
                    <a:pt x="37" y="13"/>
                    <a:pt x="0" y="83"/>
                    <a:pt x="0" y="149"/>
                  </a:cubicBezTo>
                  <a:cubicBezTo>
                    <a:pt x="17" y="186"/>
                    <a:pt x="17" y="219"/>
                    <a:pt x="54" y="235"/>
                  </a:cubicBezTo>
                  <a:cubicBezTo>
                    <a:pt x="70" y="252"/>
                    <a:pt x="103" y="272"/>
                    <a:pt x="140" y="272"/>
                  </a:cubicBezTo>
                  <a:cubicBezTo>
                    <a:pt x="190" y="252"/>
                    <a:pt x="243" y="186"/>
                    <a:pt x="223" y="116"/>
                  </a:cubicBezTo>
                  <a:cubicBezTo>
                    <a:pt x="223" y="83"/>
                    <a:pt x="206" y="46"/>
                    <a:pt x="173" y="29"/>
                  </a:cubicBezTo>
                  <a:lnTo>
                    <a:pt x="157" y="13"/>
                  </a:lnTo>
                  <a:cubicBezTo>
                    <a:pt x="149" y="4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8" name="Google Shape;17168;p42"/>
            <p:cNvSpPr/>
            <p:nvPr/>
          </p:nvSpPr>
          <p:spPr>
            <a:xfrm>
              <a:off x="5068425" y="26997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39" y="190"/>
                    <a:pt x="223" y="124"/>
                  </a:cubicBezTo>
                  <a:cubicBezTo>
                    <a:pt x="223" y="70"/>
                    <a:pt x="190" y="37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9" name="Google Shape;17169;p42"/>
            <p:cNvSpPr/>
            <p:nvPr/>
          </p:nvSpPr>
          <p:spPr>
            <a:xfrm>
              <a:off x="5054200" y="26532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10" y="0"/>
                  </a:moveTo>
                  <a:cubicBezTo>
                    <a:pt x="86" y="0"/>
                    <a:pt x="66" y="13"/>
                    <a:pt x="54" y="27"/>
                  </a:cubicBezTo>
                  <a:cubicBezTo>
                    <a:pt x="0" y="77"/>
                    <a:pt x="0" y="164"/>
                    <a:pt x="37" y="213"/>
                  </a:cubicBezTo>
                  <a:cubicBezTo>
                    <a:pt x="57" y="245"/>
                    <a:pt x="89" y="263"/>
                    <a:pt x="122" y="263"/>
                  </a:cubicBezTo>
                  <a:cubicBezTo>
                    <a:pt x="146" y="263"/>
                    <a:pt x="170" y="254"/>
                    <a:pt x="190" y="234"/>
                  </a:cubicBezTo>
                  <a:cubicBezTo>
                    <a:pt x="244" y="180"/>
                    <a:pt x="244" y="110"/>
                    <a:pt x="207" y="44"/>
                  </a:cubicBezTo>
                  <a:cubicBezTo>
                    <a:pt x="190" y="27"/>
                    <a:pt x="174" y="27"/>
                    <a:pt x="157" y="7"/>
                  </a:cubicBezTo>
                  <a:lnTo>
                    <a:pt x="141" y="7"/>
                  </a:lnTo>
                  <a:cubicBezTo>
                    <a:pt x="130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0" name="Google Shape;17170;p42"/>
            <p:cNvSpPr/>
            <p:nvPr/>
          </p:nvSpPr>
          <p:spPr>
            <a:xfrm>
              <a:off x="5052950" y="2746800"/>
              <a:ext cx="4775" cy="6375"/>
            </a:xfrm>
            <a:custGeom>
              <a:avLst/>
              <a:gdLst/>
              <a:ahLst/>
              <a:cxnLst/>
              <a:rect l="l" t="t" r="r" b="b"/>
              <a:pathLst>
                <a:path w="191" h="255" extrusionOk="0">
                  <a:moveTo>
                    <a:pt x="61" y="1"/>
                  </a:moveTo>
                  <a:cubicBezTo>
                    <a:pt x="41" y="1"/>
                    <a:pt x="20" y="9"/>
                    <a:pt x="1" y="28"/>
                  </a:cubicBezTo>
                  <a:lnTo>
                    <a:pt x="1" y="234"/>
                  </a:lnTo>
                  <a:cubicBezTo>
                    <a:pt x="17" y="234"/>
                    <a:pt x="17" y="251"/>
                    <a:pt x="34" y="251"/>
                  </a:cubicBezTo>
                  <a:cubicBezTo>
                    <a:pt x="43" y="254"/>
                    <a:pt x="53" y="255"/>
                    <a:pt x="63" y="255"/>
                  </a:cubicBezTo>
                  <a:cubicBezTo>
                    <a:pt x="109" y="255"/>
                    <a:pt x="157" y="225"/>
                    <a:pt x="174" y="181"/>
                  </a:cubicBezTo>
                  <a:cubicBezTo>
                    <a:pt x="191" y="115"/>
                    <a:pt x="174" y="28"/>
                    <a:pt x="104" y="12"/>
                  </a:cubicBezTo>
                  <a:cubicBezTo>
                    <a:pt x="90" y="5"/>
                    <a:pt x="76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1" name="Google Shape;17171;p42"/>
            <p:cNvSpPr/>
            <p:nvPr/>
          </p:nvSpPr>
          <p:spPr>
            <a:xfrm>
              <a:off x="5067075" y="262187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3" y="0"/>
                  </a:moveTo>
                  <a:cubicBezTo>
                    <a:pt x="117" y="0"/>
                    <a:pt x="111" y="2"/>
                    <a:pt x="104" y="8"/>
                  </a:cubicBezTo>
                  <a:cubicBezTo>
                    <a:pt x="71" y="8"/>
                    <a:pt x="54" y="24"/>
                    <a:pt x="38" y="61"/>
                  </a:cubicBezTo>
                  <a:cubicBezTo>
                    <a:pt x="21" y="78"/>
                    <a:pt x="1" y="111"/>
                    <a:pt x="21" y="148"/>
                  </a:cubicBezTo>
                  <a:cubicBezTo>
                    <a:pt x="21" y="181"/>
                    <a:pt x="38" y="214"/>
                    <a:pt x="54" y="230"/>
                  </a:cubicBezTo>
                  <a:cubicBezTo>
                    <a:pt x="71" y="251"/>
                    <a:pt x="104" y="267"/>
                    <a:pt x="141" y="267"/>
                  </a:cubicBezTo>
                  <a:cubicBezTo>
                    <a:pt x="190" y="251"/>
                    <a:pt x="244" y="181"/>
                    <a:pt x="227" y="111"/>
                  </a:cubicBezTo>
                  <a:cubicBezTo>
                    <a:pt x="227" y="78"/>
                    <a:pt x="207" y="45"/>
                    <a:pt x="190" y="24"/>
                  </a:cubicBezTo>
                  <a:cubicBezTo>
                    <a:pt x="174" y="24"/>
                    <a:pt x="174" y="8"/>
                    <a:pt x="157" y="8"/>
                  </a:cubicBezTo>
                  <a:cubicBezTo>
                    <a:pt x="146" y="8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2" name="Google Shape;17172;p42"/>
            <p:cNvSpPr/>
            <p:nvPr/>
          </p:nvSpPr>
          <p:spPr>
            <a:xfrm>
              <a:off x="5052950" y="2703000"/>
              <a:ext cx="4775" cy="6275"/>
            </a:xfrm>
            <a:custGeom>
              <a:avLst/>
              <a:gdLst/>
              <a:ahLst/>
              <a:cxnLst/>
              <a:rect l="l" t="t" r="r" b="b"/>
              <a:pathLst>
                <a:path w="191" h="251" extrusionOk="0">
                  <a:moveTo>
                    <a:pt x="65" y="1"/>
                  </a:moveTo>
                  <a:cubicBezTo>
                    <a:pt x="41" y="1"/>
                    <a:pt x="20" y="9"/>
                    <a:pt x="1" y="28"/>
                  </a:cubicBezTo>
                  <a:lnTo>
                    <a:pt x="1" y="234"/>
                  </a:lnTo>
                  <a:cubicBezTo>
                    <a:pt x="17" y="234"/>
                    <a:pt x="17" y="250"/>
                    <a:pt x="34" y="250"/>
                  </a:cubicBezTo>
                  <a:lnTo>
                    <a:pt x="87" y="250"/>
                  </a:lnTo>
                  <a:cubicBezTo>
                    <a:pt x="120" y="250"/>
                    <a:pt x="153" y="217"/>
                    <a:pt x="174" y="164"/>
                  </a:cubicBezTo>
                  <a:cubicBezTo>
                    <a:pt x="191" y="131"/>
                    <a:pt x="191" y="77"/>
                    <a:pt x="153" y="44"/>
                  </a:cubicBezTo>
                  <a:cubicBezTo>
                    <a:pt x="137" y="28"/>
                    <a:pt x="137" y="11"/>
                    <a:pt x="120" y="11"/>
                  </a:cubicBezTo>
                  <a:cubicBezTo>
                    <a:pt x="100" y="5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3" name="Google Shape;17173;p42"/>
            <p:cNvSpPr/>
            <p:nvPr/>
          </p:nvSpPr>
          <p:spPr>
            <a:xfrm>
              <a:off x="5078725" y="2453725"/>
              <a:ext cx="5175" cy="3100"/>
            </a:xfrm>
            <a:custGeom>
              <a:avLst/>
              <a:gdLst/>
              <a:ahLst/>
              <a:cxnLst/>
              <a:rect l="l" t="t" r="r" b="b"/>
              <a:pathLst>
                <a:path w="207" h="124" extrusionOk="0">
                  <a:moveTo>
                    <a:pt x="1" y="1"/>
                  </a:moveTo>
                  <a:lnTo>
                    <a:pt x="1" y="17"/>
                  </a:lnTo>
                  <a:cubicBezTo>
                    <a:pt x="1" y="78"/>
                    <a:pt x="54" y="124"/>
                    <a:pt x="100" y="124"/>
                  </a:cubicBezTo>
                  <a:cubicBezTo>
                    <a:pt x="107" y="124"/>
                    <a:pt x="114" y="123"/>
                    <a:pt x="120" y="120"/>
                  </a:cubicBezTo>
                  <a:cubicBezTo>
                    <a:pt x="153" y="120"/>
                    <a:pt x="174" y="104"/>
                    <a:pt x="190" y="71"/>
                  </a:cubicBezTo>
                  <a:cubicBezTo>
                    <a:pt x="207" y="71"/>
                    <a:pt x="207" y="50"/>
                    <a:pt x="207" y="50"/>
                  </a:cubicBezTo>
                  <a:cubicBezTo>
                    <a:pt x="137" y="34"/>
                    <a:pt x="71" y="1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4" name="Google Shape;17174;p42"/>
            <p:cNvSpPr/>
            <p:nvPr/>
          </p:nvSpPr>
          <p:spPr>
            <a:xfrm>
              <a:off x="5124700" y="2736225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34" y="0"/>
                  </a:moveTo>
                  <a:cubicBezTo>
                    <a:pt x="84" y="0"/>
                    <a:pt x="44" y="35"/>
                    <a:pt x="17" y="88"/>
                  </a:cubicBezTo>
                  <a:cubicBezTo>
                    <a:pt x="0" y="158"/>
                    <a:pt x="33" y="228"/>
                    <a:pt x="87" y="245"/>
                  </a:cubicBezTo>
                  <a:cubicBezTo>
                    <a:pt x="104" y="261"/>
                    <a:pt x="120" y="261"/>
                    <a:pt x="136" y="261"/>
                  </a:cubicBezTo>
                  <a:cubicBezTo>
                    <a:pt x="169" y="261"/>
                    <a:pt x="207" y="228"/>
                    <a:pt x="223" y="175"/>
                  </a:cubicBezTo>
                  <a:cubicBezTo>
                    <a:pt x="240" y="125"/>
                    <a:pt x="240" y="72"/>
                    <a:pt x="207" y="39"/>
                  </a:cubicBezTo>
                  <a:cubicBezTo>
                    <a:pt x="190" y="22"/>
                    <a:pt x="190" y="22"/>
                    <a:pt x="169" y="6"/>
                  </a:cubicBezTo>
                  <a:cubicBezTo>
                    <a:pt x="157" y="2"/>
                    <a:pt x="145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5" name="Google Shape;17175;p42"/>
            <p:cNvSpPr/>
            <p:nvPr/>
          </p:nvSpPr>
          <p:spPr>
            <a:xfrm>
              <a:off x="5191700" y="26611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50" y="21"/>
                    <a:pt x="0" y="87"/>
                    <a:pt x="17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206" y="260"/>
                    <a:pt x="239" y="190"/>
                    <a:pt x="223" y="124"/>
                  </a:cubicBezTo>
                  <a:cubicBezTo>
                    <a:pt x="223" y="87"/>
                    <a:pt x="206" y="54"/>
                    <a:pt x="190" y="37"/>
                  </a:cubicBezTo>
                  <a:cubicBezTo>
                    <a:pt x="169" y="21"/>
                    <a:pt x="169" y="21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6" name="Google Shape;17176;p42"/>
            <p:cNvSpPr/>
            <p:nvPr/>
          </p:nvSpPr>
          <p:spPr>
            <a:xfrm>
              <a:off x="5216125" y="2644250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94" y="0"/>
                  </a:moveTo>
                  <a:cubicBezTo>
                    <a:pt x="76" y="0"/>
                    <a:pt x="61" y="12"/>
                    <a:pt x="38" y="24"/>
                  </a:cubicBezTo>
                  <a:cubicBezTo>
                    <a:pt x="17" y="40"/>
                    <a:pt x="0" y="77"/>
                    <a:pt x="0" y="110"/>
                  </a:cubicBezTo>
                  <a:cubicBezTo>
                    <a:pt x="0" y="143"/>
                    <a:pt x="0" y="180"/>
                    <a:pt x="17" y="213"/>
                  </a:cubicBezTo>
                  <a:cubicBezTo>
                    <a:pt x="48" y="242"/>
                    <a:pt x="86" y="261"/>
                    <a:pt x="117" y="261"/>
                  </a:cubicBezTo>
                  <a:cubicBezTo>
                    <a:pt x="140" y="261"/>
                    <a:pt x="160" y="252"/>
                    <a:pt x="174" y="230"/>
                  </a:cubicBezTo>
                  <a:cubicBezTo>
                    <a:pt x="223" y="180"/>
                    <a:pt x="244" y="110"/>
                    <a:pt x="190" y="40"/>
                  </a:cubicBezTo>
                  <a:cubicBezTo>
                    <a:pt x="190" y="24"/>
                    <a:pt x="174" y="7"/>
                    <a:pt x="157" y="7"/>
                  </a:cubicBezTo>
                  <a:lnTo>
                    <a:pt x="120" y="7"/>
                  </a:lnTo>
                  <a:cubicBezTo>
                    <a:pt x="110" y="2"/>
                    <a:pt x="102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7" name="Google Shape;17177;p42"/>
            <p:cNvSpPr/>
            <p:nvPr/>
          </p:nvSpPr>
          <p:spPr>
            <a:xfrm>
              <a:off x="5207575" y="27062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4"/>
                  </a:cubicBezTo>
                  <a:cubicBezTo>
                    <a:pt x="87" y="257"/>
                    <a:pt x="103" y="257"/>
                    <a:pt x="136" y="257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90" y="17"/>
                  </a:cubicBezTo>
                  <a:cubicBezTo>
                    <a:pt x="173" y="17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8" name="Google Shape;17178;p42"/>
            <p:cNvSpPr/>
            <p:nvPr/>
          </p:nvSpPr>
          <p:spPr>
            <a:xfrm>
              <a:off x="5218300" y="26242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3" y="223"/>
                    <a:pt x="54" y="239"/>
                  </a:cubicBezTo>
                  <a:cubicBezTo>
                    <a:pt x="77" y="254"/>
                    <a:pt x="92" y="267"/>
                    <a:pt x="111" y="267"/>
                  </a:cubicBezTo>
                  <a:cubicBezTo>
                    <a:pt x="119" y="267"/>
                    <a:pt x="127" y="265"/>
                    <a:pt x="136" y="260"/>
                  </a:cubicBezTo>
                  <a:cubicBezTo>
                    <a:pt x="206" y="260"/>
                    <a:pt x="239" y="190"/>
                    <a:pt x="223" y="120"/>
                  </a:cubicBezTo>
                  <a:cubicBezTo>
                    <a:pt x="223" y="87"/>
                    <a:pt x="206" y="54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9" name="Google Shape;17179;p42"/>
            <p:cNvSpPr/>
            <p:nvPr/>
          </p:nvSpPr>
          <p:spPr>
            <a:xfrm>
              <a:off x="5217475" y="26717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6" y="0"/>
                  </a:moveTo>
                  <a:cubicBezTo>
                    <a:pt x="83" y="0"/>
                    <a:pt x="61" y="14"/>
                    <a:pt x="50" y="25"/>
                  </a:cubicBezTo>
                  <a:cubicBezTo>
                    <a:pt x="0" y="75"/>
                    <a:pt x="0" y="162"/>
                    <a:pt x="33" y="215"/>
                  </a:cubicBezTo>
                  <a:cubicBezTo>
                    <a:pt x="50" y="232"/>
                    <a:pt x="87" y="248"/>
                    <a:pt x="103" y="265"/>
                  </a:cubicBezTo>
                  <a:cubicBezTo>
                    <a:pt x="136" y="265"/>
                    <a:pt x="169" y="248"/>
                    <a:pt x="190" y="232"/>
                  </a:cubicBezTo>
                  <a:cubicBezTo>
                    <a:pt x="206" y="215"/>
                    <a:pt x="223" y="178"/>
                    <a:pt x="239" y="145"/>
                  </a:cubicBezTo>
                  <a:cubicBezTo>
                    <a:pt x="239" y="112"/>
                    <a:pt x="223" y="75"/>
                    <a:pt x="206" y="42"/>
                  </a:cubicBezTo>
                  <a:cubicBezTo>
                    <a:pt x="190" y="25"/>
                    <a:pt x="169" y="25"/>
                    <a:pt x="153" y="9"/>
                  </a:cubicBezTo>
                  <a:lnTo>
                    <a:pt x="136" y="9"/>
                  </a:lnTo>
                  <a:cubicBezTo>
                    <a:pt x="126" y="3"/>
                    <a:pt x="116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0" name="Google Shape;17180;p42"/>
            <p:cNvSpPr/>
            <p:nvPr/>
          </p:nvSpPr>
          <p:spPr>
            <a:xfrm>
              <a:off x="5195500" y="2694475"/>
              <a:ext cx="6125" cy="6575"/>
            </a:xfrm>
            <a:custGeom>
              <a:avLst/>
              <a:gdLst/>
              <a:ahLst/>
              <a:cxnLst/>
              <a:rect l="l" t="t" r="r" b="b"/>
              <a:pathLst>
                <a:path w="245" h="263" extrusionOk="0">
                  <a:moveTo>
                    <a:pt x="119" y="0"/>
                  </a:moveTo>
                  <a:cubicBezTo>
                    <a:pt x="76" y="0"/>
                    <a:pt x="33" y="22"/>
                    <a:pt x="17" y="76"/>
                  </a:cubicBezTo>
                  <a:cubicBezTo>
                    <a:pt x="1" y="146"/>
                    <a:pt x="17" y="233"/>
                    <a:pt x="87" y="249"/>
                  </a:cubicBezTo>
                  <a:cubicBezTo>
                    <a:pt x="102" y="258"/>
                    <a:pt x="117" y="262"/>
                    <a:pt x="132" y="262"/>
                  </a:cubicBezTo>
                  <a:cubicBezTo>
                    <a:pt x="173" y="262"/>
                    <a:pt x="211" y="231"/>
                    <a:pt x="224" y="179"/>
                  </a:cubicBezTo>
                  <a:cubicBezTo>
                    <a:pt x="244" y="109"/>
                    <a:pt x="224" y="43"/>
                    <a:pt x="158" y="6"/>
                  </a:cubicBezTo>
                  <a:cubicBezTo>
                    <a:pt x="145" y="2"/>
                    <a:pt x="132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1" name="Google Shape;17181;p42"/>
            <p:cNvSpPr/>
            <p:nvPr/>
          </p:nvSpPr>
          <p:spPr>
            <a:xfrm>
              <a:off x="5200250" y="2719975"/>
              <a:ext cx="6525" cy="6400"/>
            </a:xfrm>
            <a:custGeom>
              <a:avLst/>
              <a:gdLst/>
              <a:ahLst/>
              <a:cxnLst/>
              <a:rect l="l" t="t" r="r" b="b"/>
              <a:pathLst>
                <a:path w="261" h="256" extrusionOk="0">
                  <a:moveTo>
                    <a:pt x="137" y="0"/>
                  </a:moveTo>
                  <a:cubicBezTo>
                    <a:pt x="104" y="0"/>
                    <a:pt x="87" y="0"/>
                    <a:pt x="54" y="37"/>
                  </a:cubicBezTo>
                  <a:cubicBezTo>
                    <a:pt x="17" y="70"/>
                    <a:pt x="1" y="157"/>
                    <a:pt x="34" y="206"/>
                  </a:cubicBezTo>
                  <a:cubicBezTo>
                    <a:pt x="64" y="237"/>
                    <a:pt x="101" y="256"/>
                    <a:pt x="132" y="256"/>
                  </a:cubicBezTo>
                  <a:cubicBezTo>
                    <a:pt x="155" y="256"/>
                    <a:pt x="176" y="246"/>
                    <a:pt x="190" y="223"/>
                  </a:cubicBezTo>
                  <a:cubicBezTo>
                    <a:pt x="240" y="190"/>
                    <a:pt x="260" y="103"/>
                    <a:pt x="207" y="54"/>
                  </a:cubicBezTo>
                  <a:cubicBezTo>
                    <a:pt x="207" y="37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2" name="Google Shape;17182;p42"/>
            <p:cNvSpPr/>
            <p:nvPr/>
          </p:nvSpPr>
          <p:spPr>
            <a:xfrm>
              <a:off x="5203650" y="27521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29" y="1"/>
                  </a:moveTo>
                  <a:cubicBezTo>
                    <a:pt x="83" y="1"/>
                    <a:pt x="35" y="33"/>
                    <a:pt x="21" y="91"/>
                  </a:cubicBezTo>
                  <a:cubicBezTo>
                    <a:pt x="1" y="141"/>
                    <a:pt x="21" y="227"/>
                    <a:pt x="87" y="244"/>
                  </a:cubicBezTo>
                  <a:cubicBezTo>
                    <a:pt x="104" y="260"/>
                    <a:pt x="124" y="260"/>
                    <a:pt x="141" y="260"/>
                  </a:cubicBezTo>
                  <a:cubicBezTo>
                    <a:pt x="174" y="260"/>
                    <a:pt x="207" y="227"/>
                    <a:pt x="227" y="174"/>
                  </a:cubicBezTo>
                  <a:cubicBezTo>
                    <a:pt x="244" y="124"/>
                    <a:pt x="227" y="71"/>
                    <a:pt x="207" y="38"/>
                  </a:cubicBezTo>
                  <a:cubicBezTo>
                    <a:pt x="190" y="21"/>
                    <a:pt x="174" y="21"/>
                    <a:pt x="157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42"/>
            <p:cNvSpPr/>
            <p:nvPr/>
          </p:nvSpPr>
          <p:spPr>
            <a:xfrm>
              <a:off x="5213125" y="2594400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16" y="1"/>
                  </a:moveTo>
                  <a:cubicBezTo>
                    <a:pt x="108" y="1"/>
                    <a:pt x="98" y="3"/>
                    <a:pt x="87" y="10"/>
                  </a:cubicBezTo>
                  <a:cubicBezTo>
                    <a:pt x="34" y="10"/>
                    <a:pt x="1" y="76"/>
                    <a:pt x="1" y="146"/>
                  </a:cubicBezTo>
                  <a:cubicBezTo>
                    <a:pt x="1" y="179"/>
                    <a:pt x="17" y="216"/>
                    <a:pt x="54" y="232"/>
                  </a:cubicBezTo>
                  <a:cubicBezTo>
                    <a:pt x="71" y="249"/>
                    <a:pt x="104" y="265"/>
                    <a:pt x="120" y="265"/>
                  </a:cubicBezTo>
                  <a:cubicBezTo>
                    <a:pt x="191" y="249"/>
                    <a:pt x="224" y="179"/>
                    <a:pt x="224" y="113"/>
                  </a:cubicBezTo>
                  <a:cubicBezTo>
                    <a:pt x="224" y="76"/>
                    <a:pt x="207" y="43"/>
                    <a:pt x="174" y="26"/>
                  </a:cubicBezTo>
                  <a:lnTo>
                    <a:pt x="158" y="10"/>
                  </a:lnTo>
                  <a:cubicBezTo>
                    <a:pt x="144" y="10"/>
                    <a:pt x="132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42"/>
            <p:cNvSpPr/>
            <p:nvPr/>
          </p:nvSpPr>
          <p:spPr>
            <a:xfrm>
              <a:off x="5239325" y="25602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70" y="1"/>
                    <a:pt x="54" y="17"/>
                    <a:pt x="37" y="54"/>
                  </a:cubicBezTo>
                  <a:cubicBezTo>
                    <a:pt x="17" y="71"/>
                    <a:pt x="0" y="104"/>
                    <a:pt x="17" y="141"/>
                  </a:cubicBezTo>
                  <a:cubicBezTo>
                    <a:pt x="17" y="174"/>
                    <a:pt x="37" y="207"/>
                    <a:pt x="54" y="223"/>
                  </a:cubicBezTo>
                  <a:cubicBezTo>
                    <a:pt x="87" y="261"/>
                    <a:pt x="103" y="261"/>
                    <a:pt x="140" y="261"/>
                  </a:cubicBezTo>
                  <a:cubicBezTo>
                    <a:pt x="206" y="244"/>
                    <a:pt x="243" y="174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73" y="17"/>
                    <a:pt x="17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42"/>
            <p:cNvSpPr/>
            <p:nvPr/>
          </p:nvSpPr>
          <p:spPr>
            <a:xfrm>
              <a:off x="5220050" y="2608425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10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20"/>
                    <a:pt x="87" y="253"/>
                  </a:cubicBezTo>
                  <a:cubicBezTo>
                    <a:pt x="96" y="257"/>
                    <a:pt x="106" y="258"/>
                    <a:pt x="116" y="258"/>
                  </a:cubicBezTo>
                  <a:cubicBezTo>
                    <a:pt x="161" y="258"/>
                    <a:pt x="209" y="224"/>
                    <a:pt x="223" y="170"/>
                  </a:cubicBezTo>
                  <a:cubicBezTo>
                    <a:pt x="239" y="100"/>
                    <a:pt x="223" y="30"/>
                    <a:pt x="153" y="14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42"/>
            <p:cNvSpPr/>
            <p:nvPr/>
          </p:nvSpPr>
          <p:spPr>
            <a:xfrm>
              <a:off x="5246225" y="25894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70" y="1"/>
                    <a:pt x="33" y="17"/>
                    <a:pt x="17" y="50"/>
                  </a:cubicBezTo>
                  <a:cubicBezTo>
                    <a:pt x="0" y="67"/>
                    <a:pt x="0" y="104"/>
                    <a:pt x="0" y="137"/>
                  </a:cubicBezTo>
                  <a:cubicBezTo>
                    <a:pt x="0" y="170"/>
                    <a:pt x="17" y="207"/>
                    <a:pt x="50" y="223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23" y="67"/>
                    <a:pt x="206" y="34"/>
                    <a:pt x="174" y="17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42"/>
            <p:cNvSpPr/>
            <p:nvPr/>
          </p:nvSpPr>
          <p:spPr>
            <a:xfrm>
              <a:off x="5232925" y="2620825"/>
              <a:ext cx="6425" cy="6325"/>
            </a:xfrm>
            <a:custGeom>
              <a:avLst/>
              <a:gdLst/>
              <a:ahLst/>
              <a:cxnLst/>
              <a:rect l="l" t="t" r="r" b="b"/>
              <a:pathLst>
                <a:path w="257" h="253" extrusionOk="0">
                  <a:moveTo>
                    <a:pt x="137" y="0"/>
                  </a:moveTo>
                  <a:cubicBezTo>
                    <a:pt x="120" y="0"/>
                    <a:pt x="87" y="0"/>
                    <a:pt x="50" y="17"/>
                  </a:cubicBezTo>
                  <a:cubicBezTo>
                    <a:pt x="17" y="66"/>
                    <a:pt x="0" y="153"/>
                    <a:pt x="33" y="206"/>
                  </a:cubicBezTo>
                  <a:cubicBezTo>
                    <a:pt x="65" y="235"/>
                    <a:pt x="100" y="253"/>
                    <a:pt x="135" y="253"/>
                  </a:cubicBezTo>
                  <a:cubicBezTo>
                    <a:pt x="160" y="253"/>
                    <a:pt x="184" y="243"/>
                    <a:pt x="207" y="223"/>
                  </a:cubicBezTo>
                  <a:cubicBezTo>
                    <a:pt x="240" y="190"/>
                    <a:pt x="256" y="103"/>
                    <a:pt x="223" y="50"/>
                  </a:cubicBezTo>
                  <a:cubicBezTo>
                    <a:pt x="207" y="33"/>
                    <a:pt x="190" y="17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8" name="Google Shape;17188;p42"/>
            <p:cNvSpPr/>
            <p:nvPr/>
          </p:nvSpPr>
          <p:spPr>
            <a:xfrm>
              <a:off x="5234575" y="257742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104" y="0"/>
                    <a:pt x="87" y="0"/>
                    <a:pt x="87" y="17"/>
                  </a:cubicBezTo>
                  <a:cubicBezTo>
                    <a:pt x="38" y="33"/>
                    <a:pt x="0" y="87"/>
                    <a:pt x="21" y="153"/>
                  </a:cubicBezTo>
                  <a:cubicBezTo>
                    <a:pt x="21" y="190"/>
                    <a:pt x="38" y="206"/>
                    <a:pt x="54" y="239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207" y="239"/>
                    <a:pt x="244" y="173"/>
                    <a:pt x="244" y="103"/>
                  </a:cubicBezTo>
                  <a:cubicBezTo>
                    <a:pt x="227" y="103"/>
                    <a:pt x="227" y="87"/>
                    <a:pt x="227" y="70"/>
                  </a:cubicBezTo>
                  <a:cubicBezTo>
                    <a:pt x="207" y="50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9" name="Google Shape;17189;p42"/>
            <p:cNvSpPr/>
            <p:nvPr/>
          </p:nvSpPr>
          <p:spPr>
            <a:xfrm>
              <a:off x="5224275" y="26567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3" y="1"/>
                  </a:moveTo>
                  <a:cubicBezTo>
                    <a:pt x="117" y="1"/>
                    <a:pt x="110" y="3"/>
                    <a:pt x="103" y="8"/>
                  </a:cubicBezTo>
                  <a:cubicBezTo>
                    <a:pt x="37" y="8"/>
                    <a:pt x="0" y="74"/>
                    <a:pt x="21" y="144"/>
                  </a:cubicBezTo>
                  <a:cubicBezTo>
                    <a:pt x="21" y="177"/>
                    <a:pt x="37" y="214"/>
                    <a:pt x="54" y="231"/>
                  </a:cubicBezTo>
                  <a:cubicBezTo>
                    <a:pt x="87" y="247"/>
                    <a:pt x="103" y="264"/>
                    <a:pt x="140" y="264"/>
                  </a:cubicBezTo>
                  <a:cubicBezTo>
                    <a:pt x="173" y="247"/>
                    <a:pt x="190" y="231"/>
                    <a:pt x="206" y="214"/>
                  </a:cubicBezTo>
                  <a:cubicBezTo>
                    <a:pt x="227" y="177"/>
                    <a:pt x="243" y="144"/>
                    <a:pt x="227" y="111"/>
                  </a:cubicBezTo>
                  <a:cubicBezTo>
                    <a:pt x="227" y="74"/>
                    <a:pt x="206" y="41"/>
                    <a:pt x="190" y="25"/>
                  </a:cubicBezTo>
                  <a:cubicBezTo>
                    <a:pt x="173" y="25"/>
                    <a:pt x="173" y="8"/>
                    <a:pt x="157" y="8"/>
                  </a:cubicBezTo>
                  <a:cubicBezTo>
                    <a:pt x="146" y="8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42"/>
            <p:cNvSpPr/>
            <p:nvPr/>
          </p:nvSpPr>
          <p:spPr>
            <a:xfrm>
              <a:off x="5230350" y="2670275"/>
              <a:ext cx="6425" cy="6550"/>
            </a:xfrm>
            <a:custGeom>
              <a:avLst/>
              <a:gdLst/>
              <a:ahLst/>
              <a:cxnLst/>
              <a:rect l="l" t="t" r="r" b="b"/>
              <a:pathLst>
                <a:path w="257" h="262" extrusionOk="0">
                  <a:moveTo>
                    <a:pt x="127" y="1"/>
                  </a:moveTo>
                  <a:cubicBezTo>
                    <a:pt x="87" y="1"/>
                    <a:pt x="46" y="32"/>
                    <a:pt x="33" y="83"/>
                  </a:cubicBezTo>
                  <a:cubicBezTo>
                    <a:pt x="0" y="149"/>
                    <a:pt x="33" y="220"/>
                    <a:pt x="87" y="253"/>
                  </a:cubicBezTo>
                  <a:cubicBezTo>
                    <a:pt x="98" y="253"/>
                    <a:pt x="109" y="262"/>
                    <a:pt x="120" y="262"/>
                  </a:cubicBezTo>
                  <a:cubicBezTo>
                    <a:pt x="125" y="262"/>
                    <a:pt x="131" y="259"/>
                    <a:pt x="136" y="253"/>
                  </a:cubicBezTo>
                  <a:cubicBezTo>
                    <a:pt x="190" y="253"/>
                    <a:pt x="223" y="220"/>
                    <a:pt x="240" y="187"/>
                  </a:cubicBezTo>
                  <a:cubicBezTo>
                    <a:pt x="256" y="133"/>
                    <a:pt x="240" y="83"/>
                    <a:pt x="207" y="46"/>
                  </a:cubicBezTo>
                  <a:cubicBezTo>
                    <a:pt x="207" y="30"/>
                    <a:pt x="190" y="13"/>
                    <a:pt x="169" y="13"/>
                  </a:cubicBezTo>
                  <a:cubicBezTo>
                    <a:pt x="156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42"/>
            <p:cNvSpPr/>
            <p:nvPr/>
          </p:nvSpPr>
          <p:spPr>
            <a:xfrm>
              <a:off x="5227775" y="26841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99" y="1"/>
                  </a:moveTo>
                  <a:cubicBezTo>
                    <a:pt x="57" y="1"/>
                    <a:pt x="13" y="23"/>
                    <a:pt x="0" y="77"/>
                  </a:cubicBezTo>
                  <a:lnTo>
                    <a:pt x="0" y="147"/>
                  </a:lnTo>
                  <a:cubicBezTo>
                    <a:pt x="0" y="196"/>
                    <a:pt x="33" y="233"/>
                    <a:pt x="66" y="250"/>
                  </a:cubicBezTo>
                  <a:cubicBezTo>
                    <a:pt x="82" y="257"/>
                    <a:pt x="99" y="261"/>
                    <a:pt x="116" y="261"/>
                  </a:cubicBezTo>
                  <a:cubicBezTo>
                    <a:pt x="139" y="261"/>
                    <a:pt x="160" y="253"/>
                    <a:pt x="169" y="233"/>
                  </a:cubicBezTo>
                  <a:cubicBezTo>
                    <a:pt x="190" y="213"/>
                    <a:pt x="206" y="196"/>
                    <a:pt x="206" y="180"/>
                  </a:cubicBezTo>
                  <a:cubicBezTo>
                    <a:pt x="223" y="110"/>
                    <a:pt x="206" y="44"/>
                    <a:pt x="136" y="7"/>
                  </a:cubicBezTo>
                  <a:cubicBezTo>
                    <a:pt x="125" y="3"/>
                    <a:pt x="112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2" name="Google Shape;17192;p42"/>
            <p:cNvSpPr/>
            <p:nvPr/>
          </p:nvSpPr>
          <p:spPr>
            <a:xfrm>
              <a:off x="5183550" y="26468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10" y="0"/>
                  </a:moveTo>
                  <a:cubicBezTo>
                    <a:pt x="91" y="0"/>
                    <a:pt x="73" y="12"/>
                    <a:pt x="50" y="24"/>
                  </a:cubicBezTo>
                  <a:cubicBezTo>
                    <a:pt x="17" y="77"/>
                    <a:pt x="1" y="160"/>
                    <a:pt x="34" y="213"/>
                  </a:cubicBezTo>
                  <a:cubicBezTo>
                    <a:pt x="50" y="230"/>
                    <a:pt x="83" y="246"/>
                    <a:pt x="120" y="263"/>
                  </a:cubicBezTo>
                  <a:cubicBezTo>
                    <a:pt x="137" y="263"/>
                    <a:pt x="170" y="246"/>
                    <a:pt x="186" y="230"/>
                  </a:cubicBezTo>
                  <a:cubicBezTo>
                    <a:pt x="223" y="213"/>
                    <a:pt x="240" y="180"/>
                    <a:pt x="240" y="143"/>
                  </a:cubicBezTo>
                  <a:cubicBezTo>
                    <a:pt x="240" y="110"/>
                    <a:pt x="223" y="77"/>
                    <a:pt x="207" y="40"/>
                  </a:cubicBezTo>
                  <a:cubicBezTo>
                    <a:pt x="207" y="24"/>
                    <a:pt x="186" y="7"/>
                    <a:pt x="170" y="7"/>
                  </a:cubicBezTo>
                  <a:lnTo>
                    <a:pt x="137" y="7"/>
                  </a:lnTo>
                  <a:cubicBezTo>
                    <a:pt x="127" y="2"/>
                    <a:pt x="118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3" name="Google Shape;17193;p42"/>
            <p:cNvSpPr/>
            <p:nvPr/>
          </p:nvSpPr>
          <p:spPr>
            <a:xfrm>
              <a:off x="5145325" y="2685750"/>
              <a:ext cx="6000" cy="6450"/>
            </a:xfrm>
            <a:custGeom>
              <a:avLst/>
              <a:gdLst/>
              <a:ahLst/>
              <a:cxnLst/>
              <a:rect l="l" t="t" r="r" b="b"/>
              <a:pathLst>
                <a:path w="240" h="258" extrusionOk="0">
                  <a:moveTo>
                    <a:pt x="103" y="0"/>
                  </a:moveTo>
                  <a:cubicBezTo>
                    <a:pt x="86" y="0"/>
                    <a:pt x="68" y="5"/>
                    <a:pt x="49" y="13"/>
                  </a:cubicBezTo>
                  <a:cubicBezTo>
                    <a:pt x="33" y="29"/>
                    <a:pt x="17" y="46"/>
                    <a:pt x="17" y="83"/>
                  </a:cubicBezTo>
                  <a:cubicBezTo>
                    <a:pt x="0" y="116"/>
                    <a:pt x="0" y="132"/>
                    <a:pt x="0" y="169"/>
                  </a:cubicBezTo>
                  <a:cubicBezTo>
                    <a:pt x="17" y="202"/>
                    <a:pt x="33" y="235"/>
                    <a:pt x="66" y="252"/>
                  </a:cubicBezTo>
                  <a:cubicBezTo>
                    <a:pt x="80" y="256"/>
                    <a:pt x="92" y="258"/>
                    <a:pt x="105" y="258"/>
                  </a:cubicBezTo>
                  <a:cubicBezTo>
                    <a:pt x="156" y="258"/>
                    <a:pt x="196" y="226"/>
                    <a:pt x="223" y="186"/>
                  </a:cubicBezTo>
                  <a:cubicBezTo>
                    <a:pt x="239" y="116"/>
                    <a:pt x="206" y="29"/>
                    <a:pt x="153" y="13"/>
                  </a:cubicBezTo>
                  <a:cubicBezTo>
                    <a:pt x="136" y="5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42"/>
            <p:cNvSpPr/>
            <p:nvPr/>
          </p:nvSpPr>
          <p:spPr>
            <a:xfrm>
              <a:off x="5141400" y="27332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37" y="21"/>
                    <a:pt x="0" y="70"/>
                    <a:pt x="17" y="157"/>
                  </a:cubicBezTo>
                  <a:cubicBezTo>
                    <a:pt x="17" y="190"/>
                    <a:pt x="37" y="206"/>
                    <a:pt x="54" y="227"/>
                  </a:cubicBezTo>
                  <a:cubicBezTo>
                    <a:pt x="87" y="260"/>
                    <a:pt x="103" y="260"/>
                    <a:pt x="141" y="260"/>
                  </a:cubicBezTo>
                  <a:cubicBezTo>
                    <a:pt x="190" y="243"/>
                    <a:pt x="244" y="173"/>
                    <a:pt x="223" y="103"/>
                  </a:cubicBezTo>
                  <a:cubicBezTo>
                    <a:pt x="223" y="54"/>
                    <a:pt x="190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5" name="Google Shape;17195;p42"/>
            <p:cNvSpPr/>
            <p:nvPr/>
          </p:nvSpPr>
          <p:spPr>
            <a:xfrm>
              <a:off x="5140150" y="26551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67" y="17"/>
                    <a:pt x="50" y="34"/>
                    <a:pt x="34" y="55"/>
                  </a:cubicBezTo>
                  <a:cubicBezTo>
                    <a:pt x="17" y="88"/>
                    <a:pt x="1" y="121"/>
                    <a:pt x="17" y="158"/>
                  </a:cubicBezTo>
                  <a:cubicBezTo>
                    <a:pt x="17" y="191"/>
                    <a:pt x="34" y="224"/>
                    <a:pt x="50" y="240"/>
                  </a:cubicBezTo>
                  <a:cubicBezTo>
                    <a:pt x="87" y="261"/>
                    <a:pt x="104" y="261"/>
                    <a:pt x="137" y="261"/>
                  </a:cubicBezTo>
                  <a:cubicBezTo>
                    <a:pt x="207" y="261"/>
                    <a:pt x="240" y="191"/>
                    <a:pt x="224" y="121"/>
                  </a:cubicBezTo>
                  <a:cubicBezTo>
                    <a:pt x="224" y="88"/>
                    <a:pt x="207" y="55"/>
                    <a:pt x="191" y="34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6" name="Google Shape;17196;p42"/>
            <p:cNvSpPr/>
            <p:nvPr/>
          </p:nvSpPr>
          <p:spPr>
            <a:xfrm>
              <a:off x="5157775" y="2730825"/>
              <a:ext cx="5600" cy="6550"/>
            </a:xfrm>
            <a:custGeom>
              <a:avLst/>
              <a:gdLst/>
              <a:ahLst/>
              <a:cxnLst/>
              <a:rect l="l" t="t" r="r" b="b"/>
              <a:pathLst>
                <a:path w="224" h="262" extrusionOk="0">
                  <a:moveTo>
                    <a:pt x="129" y="0"/>
                  </a:moveTo>
                  <a:cubicBezTo>
                    <a:pt x="120" y="0"/>
                    <a:pt x="112" y="5"/>
                    <a:pt x="104" y="16"/>
                  </a:cubicBezTo>
                  <a:cubicBezTo>
                    <a:pt x="34" y="16"/>
                    <a:pt x="1" y="82"/>
                    <a:pt x="1" y="152"/>
                  </a:cubicBezTo>
                  <a:cubicBezTo>
                    <a:pt x="1" y="185"/>
                    <a:pt x="17" y="222"/>
                    <a:pt x="50" y="238"/>
                  </a:cubicBezTo>
                  <a:cubicBezTo>
                    <a:pt x="62" y="250"/>
                    <a:pt x="84" y="262"/>
                    <a:pt x="108" y="262"/>
                  </a:cubicBezTo>
                  <a:cubicBezTo>
                    <a:pt x="117" y="262"/>
                    <a:pt x="127" y="260"/>
                    <a:pt x="137" y="255"/>
                  </a:cubicBezTo>
                  <a:cubicBezTo>
                    <a:pt x="153" y="255"/>
                    <a:pt x="186" y="238"/>
                    <a:pt x="207" y="201"/>
                  </a:cubicBezTo>
                  <a:cubicBezTo>
                    <a:pt x="224" y="185"/>
                    <a:pt x="224" y="152"/>
                    <a:pt x="224" y="119"/>
                  </a:cubicBezTo>
                  <a:cubicBezTo>
                    <a:pt x="224" y="82"/>
                    <a:pt x="207" y="49"/>
                    <a:pt x="170" y="32"/>
                  </a:cubicBezTo>
                  <a:cubicBezTo>
                    <a:pt x="170" y="16"/>
                    <a:pt x="153" y="16"/>
                    <a:pt x="153" y="16"/>
                  </a:cubicBezTo>
                  <a:cubicBezTo>
                    <a:pt x="145" y="5"/>
                    <a:pt x="137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42"/>
            <p:cNvSpPr/>
            <p:nvPr/>
          </p:nvSpPr>
          <p:spPr>
            <a:xfrm>
              <a:off x="5146950" y="2668100"/>
              <a:ext cx="6125" cy="6850"/>
            </a:xfrm>
            <a:custGeom>
              <a:avLst/>
              <a:gdLst/>
              <a:ahLst/>
              <a:cxnLst/>
              <a:rect l="l" t="t" r="r" b="b"/>
              <a:pathLst>
                <a:path w="245" h="274" extrusionOk="0">
                  <a:moveTo>
                    <a:pt x="132" y="1"/>
                  </a:moveTo>
                  <a:cubicBezTo>
                    <a:pt x="91" y="1"/>
                    <a:pt x="50" y="32"/>
                    <a:pt x="38" y="84"/>
                  </a:cubicBezTo>
                  <a:cubicBezTo>
                    <a:pt x="1" y="154"/>
                    <a:pt x="38" y="236"/>
                    <a:pt x="88" y="257"/>
                  </a:cubicBezTo>
                  <a:cubicBezTo>
                    <a:pt x="104" y="257"/>
                    <a:pt x="125" y="274"/>
                    <a:pt x="141" y="274"/>
                  </a:cubicBezTo>
                  <a:cubicBezTo>
                    <a:pt x="191" y="257"/>
                    <a:pt x="228" y="220"/>
                    <a:pt x="244" y="187"/>
                  </a:cubicBezTo>
                  <a:cubicBezTo>
                    <a:pt x="244" y="133"/>
                    <a:pt x="244" y="84"/>
                    <a:pt x="207" y="51"/>
                  </a:cubicBezTo>
                  <a:cubicBezTo>
                    <a:pt x="207" y="30"/>
                    <a:pt x="191" y="14"/>
                    <a:pt x="174" y="14"/>
                  </a:cubicBezTo>
                  <a:cubicBezTo>
                    <a:pt x="161" y="5"/>
                    <a:pt x="146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42"/>
            <p:cNvSpPr/>
            <p:nvPr/>
          </p:nvSpPr>
          <p:spPr>
            <a:xfrm>
              <a:off x="5127275" y="26864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37" y="0"/>
                  </a:moveTo>
                  <a:cubicBezTo>
                    <a:pt x="104" y="0"/>
                    <a:pt x="66" y="17"/>
                    <a:pt x="50" y="37"/>
                  </a:cubicBezTo>
                  <a:cubicBezTo>
                    <a:pt x="1" y="87"/>
                    <a:pt x="1" y="157"/>
                    <a:pt x="33" y="223"/>
                  </a:cubicBezTo>
                  <a:cubicBezTo>
                    <a:pt x="52" y="253"/>
                    <a:pt x="82" y="266"/>
                    <a:pt x="114" y="266"/>
                  </a:cubicBezTo>
                  <a:cubicBezTo>
                    <a:pt x="140" y="266"/>
                    <a:pt x="167" y="258"/>
                    <a:pt x="190" y="244"/>
                  </a:cubicBezTo>
                  <a:cubicBezTo>
                    <a:pt x="240" y="190"/>
                    <a:pt x="240" y="103"/>
                    <a:pt x="207" y="54"/>
                  </a:cubicBezTo>
                  <a:cubicBezTo>
                    <a:pt x="190" y="37"/>
                    <a:pt x="190" y="17"/>
                    <a:pt x="153" y="17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42"/>
            <p:cNvSpPr/>
            <p:nvPr/>
          </p:nvSpPr>
          <p:spPr>
            <a:xfrm>
              <a:off x="5134600" y="26727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88"/>
                    <a:pt x="0" y="154"/>
                  </a:cubicBezTo>
                  <a:cubicBezTo>
                    <a:pt x="17" y="191"/>
                    <a:pt x="33" y="224"/>
                    <a:pt x="50" y="240"/>
                  </a:cubicBezTo>
                  <a:cubicBezTo>
                    <a:pt x="66" y="257"/>
                    <a:pt x="103" y="257"/>
                    <a:pt x="136" y="257"/>
                  </a:cubicBezTo>
                  <a:cubicBezTo>
                    <a:pt x="186" y="240"/>
                    <a:pt x="239" y="191"/>
                    <a:pt x="223" y="104"/>
                  </a:cubicBezTo>
                  <a:cubicBezTo>
                    <a:pt x="223" y="71"/>
                    <a:pt x="206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42"/>
            <p:cNvSpPr/>
            <p:nvPr/>
          </p:nvSpPr>
          <p:spPr>
            <a:xfrm>
              <a:off x="5130275" y="2718825"/>
              <a:ext cx="6400" cy="6325"/>
            </a:xfrm>
            <a:custGeom>
              <a:avLst/>
              <a:gdLst/>
              <a:ahLst/>
              <a:cxnLst/>
              <a:rect l="l" t="t" r="r" b="b"/>
              <a:pathLst>
                <a:path w="256" h="253" extrusionOk="0">
                  <a:moveTo>
                    <a:pt x="128" y="0"/>
                  </a:moveTo>
                  <a:cubicBezTo>
                    <a:pt x="86" y="0"/>
                    <a:pt x="45" y="32"/>
                    <a:pt x="33" y="83"/>
                  </a:cubicBezTo>
                  <a:cubicBezTo>
                    <a:pt x="0" y="149"/>
                    <a:pt x="33" y="219"/>
                    <a:pt x="87" y="252"/>
                  </a:cubicBezTo>
                  <a:lnTo>
                    <a:pt x="136" y="252"/>
                  </a:lnTo>
                  <a:cubicBezTo>
                    <a:pt x="190" y="252"/>
                    <a:pt x="223" y="219"/>
                    <a:pt x="239" y="166"/>
                  </a:cubicBezTo>
                  <a:cubicBezTo>
                    <a:pt x="256" y="133"/>
                    <a:pt x="239" y="83"/>
                    <a:pt x="206" y="46"/>
                  </a:cubicBezTo>
                  <a:cubicBezTo>
                    <a:pt x="206" y="30"/>
                    <a:pt x="190" y="13"/>
                    <a:pt x="173" y="13"/>
                  </a:cubicBezTo>
                  <a:cubicBezTo>
                    <a:pt x="159" y="5"/>
                    <a:pt x="144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42"/>
            <p:cNvSpPr/>
            <p:nvPr/>
          </p:nvSpPr>
          <p:spPr>
            <a:xfrm>
              <a:off x="5173250" y="25559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3" y="1"/>
                  </a:moveTo>
                  <a:cubicBezTo>
                    <a:pt x="66" y="1"/>
                    <a:pt x="33" y="17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07"/>
                    <a:pt x="33" y="240"/>
                  </a:cubicBezTo>
                  <a:cubicBezTo>
                    <a:pt x="66" y="256"/>
                    <a:pt x="103" y="256"/>
                    <a:pt x="120" y="256"/>
                  </a:cubicBezTo>
                  <a:cubicBezTo>
                    <a:pt x="186" y="240"/>
                    <a:pt x="223" y="186"/>
                    <a:pt x="223" y="104"/>
                  </a:cubicBezTo>
                  <a:cubicBezTo>
                    <a:pt x="206" y="67"/>
                    <a:pt x="186" y="50"/>
                    <a:pt x="169" y="17"/>
                  </a:cubicBezTo>
                  <a:cubicBezTo>
                    <a:pt x="169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2" name="Google Shape;17202;p42"/>
            <p:cNvSpPr/>
            <p:nvPr/>
          </p:nvSpPr>
          <p:spPr>
            <a:xfrm>
              <a:off x="5177875" y="2586525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08" y="0"/>
                  </a:moveTo>
                  <a:cubicBezTo>
                    <a:pt x="93" y="0"/>
                    <a:pt x="79" y="5"/>
                    <a:pt x="71" y="16"/>
                  </a:cubicBezTo>
                  <a:cubicBezTo>
                    <a:pt x="38" y="32"/>
                    <a:pt x="21" y="49"/>
                    <a:pt x="21" y="82"/>
                  </a:cubicBezTo>
                  <a:cubicBezTo>
                    <a:pt x="1" y="119"/>
                    <a:pt x="1" y="135"/>
                    <a:pt x="21" y="168"/>
                  </a:cubicBezTo>
                  <a:cubicBezTo>
                    <a:pt x="21" y="201"/>
                    <a:pt x="54" y="238"/>
                    <a:pt x="71" y="255"/>
                  </a:cubicBezTo>
                  <a:cubicBezTo>
                    <a:pt x="83" y="258"/>
                    <a:pt x="94" y="259"/>
                    <a:pt x="105" y="259"/>
                  </a:cubicBezTo>
                  <a:cubicBezTo>
                    <a:pt x="158" y="259"/>
                    <a:pt x="197" y="226"/>
                    <a:pt x="228" y="168"/>
                  </a:cubicBezTo>
                  <a:cubicBezTo>
                    <a:pt x="244" y="119"/>
                    <a:pt x="207" y="32"/>
                    <a:pt x="158" y="16"/>
                  </a:cubicBezTo>
                  <a:cubicBezTo>
                    <a:pt x="141" y="5"/>
                    <a:pt x="124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3" name="Google Shape;17203;p42"/>
            <p:cNvSpPr/>
            <p:nvPr/>
          </p:nvSpPr>
          <p:spPr>
            <a:xfrm>
              <a:off x="5179625" y="2568900"/>
              <a:ext cx="6525" cy="6375"/>
            </a:xfrm>
            <a:custGeom>
              <a:avLst/>
              <a:gdLst/>
              <a:ahLst/>
              <a:cxnLst/>
              <a:rect l="l" t="t" r="r" b="b"/>
              <a:pathLst>
                <a:path w="261" h="255" extrusionOk="0">
                  <a:moveTo>
                    <a:pt x="129" y="1"/>
                  </a:moveTo>
                  <a:cubicBezTo>
                    <a:pt x="88" y="1"/>
                    <a:pt x="49" y="34"/>
                    <a:pt x="34" y="82"/>
                  </a:cubicBezTo>
                  <a:cubicBezTo>
                    <a:pt x="1" y="152"/>
                    <a:pt x="34" y="222"/>
                    <a:pt x="88" y="255"/>
                  </a:cubicBezTo>
                  <a:lnTo>
                    <a:pt x="137" y="255"/>
                  </a:lnTo>
                  <a:cubicBezTo>
                    <a:pt x="191" y="255"/>
                    <a:pt x="224" y="222"/>
                    <a:pt x="240" y="185"/>
                  </a:cubicBezTo>
                  <a:cubicBezTo>
                    <a:pt x="261" y="135"/>
                    <a:pt x="240" y="82"/>
                    <a:pt x="224" y="49"/>
                  </a:cubicBezTo>
                  <a:cubicBezTo>
                    <a:pt x="207" y="32"/>
                    <a:pt x="191" y="16"/>
                    <a:pt x="174" y="16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42"/>
            <p:cNvSpPr/>
            <p:nvPr/>
          </p:nvSpPr>
          <p:spPr>
            <a:xfrm>
              <a:off x="5186550" y="26771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6" y="0"/>
                  </a:moveTo>
                  <a:cubicBezTo>
                    <a:pt x="103" y="0"/>
                    <a:pt x="66" y="0"/>
                    <a:pt x="50" y="33"/>
                  </a:cubicBezTo>
                  <a:cubicBezTo>
                    <a:pt x="0" y="66"/>
                    <a:pt x="0" y="153"/>
                    <a:pt x="33" y="206"/>
                  </a:cubicBezTo>
                  <a:cubicBezTo>
                    <a:pt x="50" y="239"/>
                    <a:pt x="87" y="256"/>
                    <a:pt x="103" y="256"/>
                  </a:cubicBezTo>
                  <a:cubicBezTo>
                    <a:pt x="136" y="256"/>
                    <a:pt x="169" y="256"/>
                    <a:pt x="190" y="223"/>
                  </a:cubicBezTo>
                  <a:cubicBezTo>
                    <a:pt x="239" y="186"/>
                    <a:pt x="239" y="103"/>
                    <a:pt x="206" y="50"/>
                  </a:cubicBezTo>
                  <a:cubicBezTo>
                    <a:pt x="190" y="33"/>
                    <a:pt x="19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42"/>
            <p:cNvSpPr/>
            <p:nvPr/>
          </p:nvSpPr>
          <p:spPr>
            <a:xfrm>
              <a:off x="5250025" y="2572275"/>
              <a:ext cx="5700" cy="6925"/>
            </a:xfrm>
            <a:custGeom>
              <a:avLst/>
              <a:gdLst/>
              <a:ahLst/>
              <a:cxnLst/>
              <a:rect l="l" t="t" r="r" b="b"/>
              <a:pathLst>
                <a:path w="228" h="277" extrusionOk="0">
                  <a:moveTo>
                    <a:pt x="141" y="0"/>
                  </a:moveTo>
                  <a:cubicBezTo>
                    <a:pt x="104" y="0"/>
                    <a:pt x="87" y="17"/>
                    <a:pt x="54" y="33"/>
                  </a:cubicBezTo>
                  <a:cubicBezTo>
                    <a:pt x="22" y="87"/>
                    <a:pt x="1" y="153"/>
                    <a:pt x="38" y="223"/>
                  </a:cubicBezTo>
                  <a:cubicBezTo>
                    <a:pt x="54" y="239"/>
                    <a:pt x="87" y="256"/>
                    <a:pt x="125" y="276"/>
                  </a:cubicBezTo>
                  <a:cubicBezTo>
                    <a:pt x="141" y="276"/>
                    <a:pt x="174" y="256"/>
                    <a:pt x="191" y="239"/>
                  </a:cubicBezTo>
                  <a:cubicBezTo>
                    <a:pt x="207" y="223"/>
                    <a:pt x="228" y="206"/>
                    <a:pt x="228" y="190"/>
                  </a:cubicBezTo>
                  <a:cubicBezTo>
                    <a:pt x="207" y="136"/>
                    <a:pt x="174" y="70"/>
                    <a:pt x="158" y="17"/>
                  </a:cubicBezTo>
                  <a:cubicBezTo>
                    <a:pt x="158" y="17"/>
                    <a:pt x="141" y="17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42"/>
            <p:cNvSpPr/>
            <p:nvPr/>
          </p:nvSpPr>
          <p:spPr>
            <a:xfrm>
              <a:off x="5174075" y="2634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4"/>
                  </a:cubicBezTo>
                  <a:cubicBezTo>
                    <a:pt x="87" y="257"/>
                    <a:pt x="103" y="257"/>
                    <a:pt x="136" y="257"/>
                  </a:cubicBezTo>
                  <a:cubicBezTo>
                    <a:pt x="206" y="240"/>
                    <a:pt x="239" y="174"/>
                    <a:pt x="239" y="104"/>
                  </a:cubicBezTo>
                  <a:cubicBezTo>
                    <a:pt x="223" y="50"/>
                    <a:pt x="206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42"/>
            <p:cNvSpPr/>
            <p:nvPr/>
          </p:nvSpPr>
          <p:spPr>
            <a:xfrm>
              <a:off x="5162000" y="26658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41" y="1"/>
                  </a:moveTo>
                  <a:cubicBezTo>
                    <a:pt x="104" y="1"/>
                    <a:pt x="71" y="17"/>
                    <a:pt x="55" y="38"/>
                  </a:cubicBezTo>
                  <a:cubicBezTo>
                    <a:pt x="1" y="71"/>
                    <a:pt x="1" y="157"/>
                    <a:pt x="38" y="207"/>
                  </a:cubicBezTo>
                  <a:cubicBezTo>
                    <a:pt x="55" y="244"/>
                    <a:pt x="71" y="260"/>
                    <a:pt x="104" y="260"/>
                  </a:cubicBezTo>
                  <a:cubicBezTo>
                    <a:pt x="141" y="260"/>
                    <a:pt x="174" y="260"/>
                    <a:pt x="191" y="244"/>
                  </a:cubicBezTo>
                  <a:cubicBezTo>
                    <a:pt x="207" y="207"/>
                    <a:pt x="224" y="190"/>
                    <a:pt x="224" y="157"/>
                  </a:cubicBezTo>
                  <a:cubicBezTo>
                    <a:pt x="224" y="120"/>
                    <a:pt x="224" y="87"/>
                    <a:pt x="207" y="54"/>
                  </a:cubicBezTo>
                  <a:cubicBezTo>
                    <a:pt x="191" y="38"/>
                    <a:pt x="174" y="17"/>
                    <a:pt x="158" y="17"/>
                  </a:cubicBezTo>
                  <a:cubicBezTo>
                    <a:pt x="158" y="1"/>
                    <a:pt x="141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42"/>
            <p:cNvSpPr/>
            <p:nvPr/>
          </p:nvSpPr>
          <p:spPr>
            <a:xfrm>
              <a:off x="5159025" y="27155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0" y="0"/>
                  </a:moveTo>
                  <a:cubicBezTo>
                    <a:pt x="114" y="0"/>
                    <a:pt x="109" y="2"/>
                    <a:pt x="103" y="9"/>
                  </a:cubicBezTo>
                  <a:cubicBezTo>
                    <a:pt x="54" y="9"/>
                    <a:pt x="0" y="75"/>
                    <a:pt x="17" y="145"/>
                  </a:cubicBezTo>
                  <a:cubicBezTo>
                    <a:pt x="17" y="215"/>
                    <a:pt x="87" y="265"/>
                    <a:pt x="136" y="265"/>
                  </a:cubicBezTo>
                  <a:cubicBezTo>
                    <a:pt x="174" y="248"/>
                    <a:pt x="190" y="232"/>
                    <a:pt x="207" y="215"/>
                  </a:cubicBezTo>
                  <a:cubicBezTo>
                    <a:pt x="223" y="178"/>
                    <a:pt x="239" y="145"/>
                    <a:pt x="223" y="112"/>
                  </a:cubicBezTo>
                  <a:cubicBezTo>
                    <a:pt x="223" y="75"/>
                    <a:pt x="207" y="42"/>
                    <a:pt x="190" y="26"/>
                  </a:cubicBezTo>
                  <a:cubicBezTo>
                    <a:pt x="174" y="26"/>
                    <a:pt x="174" y="9"/>
                    <a:pt x="157" y="9"/>
                  </a:cubicBezTo>
                  <a:cubicBezTo>
                    <a:pt x="143" y="9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42"/>
            <p:cNvSpPr/>
            <p:nvPr/>
          </p:nvSpPr>
          <p:spPr>
            <a:xfrm>
              <a:off x="5165000" y="2695425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7" y="1"/>
                  </a:moveTo>
                  <a:cubicBezTo>
                    <a:pt x="102" y="1"/>
                    <a:pt x="51" y="34"/>
                    <a:pt x="38" y="92"/>
                  </a:cubicBezTo>
                  <a:cubicBezTo>
                    <a:pt x="0" y="158"/>
                    <a:pt x="38" y="228"/>
                    <a:pt x="87" y="261"/>
                  </a:cubicBezTo>
                  <a:cubicBezTo>
                    <a:pt x="99" y="264"/>
                    <a:pt x="110" y="265"/>
                    <a:pt x="121" y="265"/>
                  </a:cubicBezTo>
                  <a:cubicBezTo>
                    <a:pt x="174" y="265"/>
                    <a:pt x="213" y="232"/>
                    <a:pt x="244" y="174"/>
                  </a:cubicBezTo>
                  <a:cubicBezTo>
                    <a:pt x="260" y="108"/>
                    <a:pt x="227" y="38"/>
                    <a:pt x="174" y="5"/>
                  </a:cubicBezTo>
                  <a:cubicBezTo>
                    <a:pt x="165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 3">
  <p:cSld name="CUSTOM_14_1">
    <p:spTree>
      <p:nvGrpSpPr>
        <p:cNvPr id="1" name="Shape 17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82" name="Google Shape;17482;p44"/>
          <p:cNvGrpSpPr/>
          <p:nvPr/>
        </p:nvGrpSpPr>
        <p:grpSpPr>
          <a:xfrm rot="10800000" flipH="1">
            <a:off x="3338769" y="714408"/>
            <a:ext cx="2466461" cy="3889580"/>
            <a:chOff x="808177" y="505747"/>
            <a:chExt cx="2844494" cy="4587851"/>
          </a:xfrm>
        </p:grpSpPr>
        <p:sp>
          <p:nvSpPr>
            <p:cNvPr id="17483" name="Google Shape;17483;p44"/>
            <p:cNvSpPr/>
            <p:nvPr/>
          </p:nvSpPr>
          <p:spPr>
            <a:xfrm rot="-5400000">
              <a:off x="450047" y="1879924"/>
              <a:ext cx="3638556" cy="2649098"/>
            </a:xfrm>
            <a:custGeom>
              <a:avLst/>
              <a:gdLst/>
              <a:ahLst/>
              <a:cxnLst/>
              <a:rect l="l" t="t" r="r" b="b"/>
              <a:pathLst>
                <a:path w="2442" h="1998" extrusionOk="0">
                  <a:moveTo>
                    <a:pt x="1079" y="1"/>
                  </a:moveTo>
                  <a:cubicBezTo>
                    <a:pt x="952" y="1"/>
                    <a:pt x="821" y="27"/>
                    <a:pt x="689" y="85"/>
                  </a:cubicBezTo>
                  <a:cubicBezTo>
                    <a:pt x="207" y="274"/>
                    <a:pt x="1" y="703"/>
                    <a:pt x="1" y="1202"/>
                  </a:cubicBezTo>
                  <a:cubicBezTo>
                    <a:pt x="1" y="1425"/>
                    <a:pt x="17" y="1684"/>
                    <a:pt x="207" y="1837"/>
                  </a:cubicBezTo>
                  <a:cubicBezTo>
                    <a:pt x="354" y="1956"/>
                    <a:pt x="560" y="1997"/>
                    <a:pt x="754" y="1997"/>
                  </a:cubicBezTo>
                  <a:cubicBezTo>
                    <a:pt x="790" y="1997"/>
                    <a:pt x="824" y="1996"/>
                    <a:pt x="859" y="1994"/>
                  </a:cubicBezTo>
                  <a:cubicBezTo>
                    <a:pt x="1514" y="1961"/>
                    <a:pt x="2442" y="1528"/>
                    <a:pt x="2095" y="740"/>
                  </a:cubicBezTo>
                  <a:cubicBezTo>
                    <a:pt x="1910" y="312"/>
                    <a:pt x="1517" y="1"/>
                    <a:pt x="10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4" name="Google Shape;17484;p44"/>
            <p:cNvSpPr/>
            <p:nvPr/>
          </p:nvSpPr>
          <p:spPr>
            <a:xfrm rot="-5400000" flipH="1">
              <a:off x="450047" y="1034230"/>
              <a:ext cx="3638556" cy="2649098"/>
            </a:xfrm>
            <a:custGeom>
              <a:avLst/>
              <a:gdLst/>
              <a:ahLst/>
              <a:cxnLst/>
              <a:rect l="l" t="t" r="r" b="b"/>
              <a:pathLst>
                <a:path w="2442" h="1998" extrusionOk="0">
                  <a:moveTo>
                    <a:pt x="1079" y="1"/>
                  </a:moveTo>
                  <a:cubicBezTo>
                    <a:pt x="952" y="1"/>
                    <a:pt x="821" y="27"/>
                    <a:pt x="689" y="85"/>
                  </a:cubicBezTo>
                  <a:cubicBezTo>
                    <a:pt x="207" y="274"/>
                    <a:pt x="1" y="703"/>
                    <a:pt x="1" y="1202"/>
                  </a:cubicBezTo>
                  <a:cubicBezTo>
                    <a:pt x="1" y="1425"/>
                    <a:pt x="17" y="1684"/>
                    <a:pt x="207" y="1837"/>
                  </a:cubicBezTo>
                  <a:cubicBezTo>
                    <a:pt x="354" y="1956"/>
                    <a:pt x="560" y="1997"/>
                    <a:pt x="754" y="1997"/>
                  </a:cubicBezTo>
                  <a:cubicBezTo>
                    <a:pt x="790" y="1997"/>
                    <a:pt x="824" y="1996"/>
                    <a:pt x="859" y="1994"/>
                  </a:cubicBezTo>
                  <a:cubicBezTo>
                    <a:pt x="1514" y="1961"/>
                    <a:pt x="2442" y="1528"/>
                    <a:pt x="2095" y="740"/>
                  </a:cubicBezTo>
                  <a:cubicBezTo>
                    <a:pt x="1910" y="312"/>
                    <a:pt x="1517" y="1"/>
                    <a:pt x="10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5" name="Google Shape;17485;p44"/>
            <p:cNvSpPr/>
            <p:nvPr/>
          </p:nvSpPr>
          <p:spPr>
            <a:xfrm rot="5400000">
              <a:off x="1930248" y="2356905"/>
              <a:ext cx="2494500" cy="818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6" name="Google Shape;17486;p44"/>
            <p:cNvSpPr/>
            <p:nvPr/>
          </p:nvSpPr>
          <p:spPr>
            <a:xfrm rot="5400000">
              <a:off x="589927" y="2376344"/>
              <a:ext cx="1537200" cy="818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7" name="Google Shape;17487;p44"/>
            <p:cNvSpPr/>
            <p:nvPr/>
          </p:nvSpPr>
          <p:spPr>
            <a:xfrm rot="5211532" flipH="1">
              <a:off x="411145" y="1879924"/>
              <a:ext cx="3638558" cy="2649097"/>
            </a:xfrm>
            <a:custGeom>
              <a:avLst/>
              <a:gdLst/>
              <a:ahLst/>
              <a:cxnLst/>
              <a:rect l="l" t="t" r="r" b="b"/>
              <a:pathLst>
                <a:path w="2442" h="1998" extrusionOk="0">
                  <a:moveTo>
                    <a:pt x="1079" y="1"/>
                  </a:moveTo>
                  <a:cubicBezTo>
                    <a:pt x="952" y="1"/>
                    <a:pt x="821" y="27"/>
                    <a:pt x="689" y="85"/>
                  </a:cubicBezTo>
                  <a:cubicBezTo>
                    <a:pt x="207" y="274"/>
                    <a:pt x="1" y="703"/>
                    <a:pt x="1" y="1202"/>
                  </a:cubicBezTo>
                  <a:cubicBezTo>
                    <a:pt x="1" y="1425"/>
                    <a:pt x="17" y="1684"/>
                    <a:pt x="207" y="1837"/>
                  </a:cubicBezTo>
                  <a:cubicBezTo>
                    <a:pt x="354" y="1956"/>
                    <a:pt x="560" y="1997"/>
                    <a:pt x="754" y="1997"/>
                  </a:cubicBezTo>
                  <a:cubicBezTo>
                    <a:pt x="790" y="1997"/>
                    <a:pt x="824" y="1996"/>
                    <a:pt x="859" y="1994"/>
                  </a:cubicBezTo>
                  <a:cubicBezTo>
                    <a:pt x="1514" y="1961"/>
                    <a:pt x="2442" y="1528"/>
                    <a:pt x="2095" y="740"/>
                  </a:cubicBezTo>
                  <a:cubicBezTo>
                    <a:pt x="1910" y="312"/>
                    <a:pt x="1517" y="1"/>
                    <a:pt x="10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8" name="Google Shape;17488;p44"/>
            <p:cNvSpPr/>
            <p:nvPr/>
          </p:nvSpPr>
          <p:spPr>
            <a:xfrm rot="5588468">
              <a:off x="411145" y="1070324"/>
              <a:ext cx="3638558" cy="2649097"/>
            </a:xfrm>
            <a:custGeom>
              <a:avLst/>
              <a:gdLst/>
              <a:ahLst/>
              <a:cxnLst/>
              <a:rect l="l" t="t" r="r" b="b"/>
              <a:pathLst>
                <a:path w="2442" h="1998" extrusionOk="0">
                  <a:moveTo>
                    <a:pt x="1079" y="1"/>
                  </a:moveTo>
                  <a:cubicBezTo>
                    <a:pt x="952" y="1"/>
                    <a:pt x="821" y="27"/>
                    <a:pt x="689" y="85"/>
                  </a:cubicBezTo>
                  <a:cubicBezTo>
                    <a:pt x="207" y="274"/>
                    <a:pt x="1" y="703"/>
                    <a:pt x="1" y="1202"/>
                  </a:cubicBezTo>
                  <a:cubicBezTo>
                    <a:pt x="1" y="1425"/>
                    <a:pt x="17" y="1684"/>
                    <a:pt x="207" y="1837"/>
                  </a:cubicBezTo>
                  <a:cubicBezTo>
                    <a:pt x="354" y="1956"/>
                    <a:pt x="560" y="1997"/>
                    <a:pt x="754" y="1997"/>
                  </a:cubicBezTo>
                  <a:cubicBezTo>
                    <a:pt x="790" y="1997"/>
                    <a:pt x="824" y="1996"/>
                    <a:pt x="859" y="1994"/>
                  </a:cubicBezTo>
                  <a:cubicBezTo>
                    <a:pt x="1514" y="1961"/>
                    <a:pt x="2442" y="1528"/>
                    <a:pt x="2095" y="740"/>
                  </a:cubicBezTo>
                  <a:cubicBezTo>
                    <a:pt x="1910" y="312"/>
                    <a:pt x="1517" y="1"/>
                    <a:pt x="10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89" name="Google Shape;17489;p44"/>
          <p:cNvGrpSpPr/>
          <p:nvPr/>
        </p:nvGrpSpPr>
        <p:grpSpPr>
          <a:xfrm>
            <a:off x="5833388" y="714408"/>
            <a:ext cx="2466461" cy="3889580"/>
            <a:chOff x="808177" y="505747"/>
            <a:chExt cx="2844494" cy="4587851"/>
          </a:xfrm>
        </p:grpSpPr>
        <p:sp>
          <p:nvSpPr>
            <p:cNvPr id="17490" name="Google Shape;17490;p44"/>
            <p:cNvSpPr/>
            <p:nvPr/>
          </p:nvSpPr>
          <p:spPr>
            <a:xfrm rot="-5400000">
              <a:off x="450047" y="1879924"/>
              <a:ext cx="3638556" cy="2649098"/>
            </a:xfrm>
            <a:custGeom>
              <a:avLst/>
              <a:gdLst/>
              <a:ahLst/>
              <a:cxnLst/>
              <a:rect l="l" t="t" r="r" b="b"/>
              <a:pathLst>
                <a:path w="2442" h="1998" extrusionOk="0">
                  <a:moveTo>
                    <a:pt x="1079" y="1"/>
                  </a:moveTo>
                  <a:cubicBezTo>
                    <a:pt x="952" y="1"/>
                    <a:pt x="821" y="27"/>
                    <a:pt x="689" y="85"/>
                  </a:cubicBezTo>
                  <a:cubicBezTo>
                    <a:pt x="207" y="274"/>
                    <a:pt x="1" y="703"/>
                    <a:pt x="1" y="1202"/>
                  </a:cubicBezTo>
                  <a:cubicBezTo>
                    <a:pt x="1" y="1425"/>
                    <a:pt x="17" y="1684"/>
                    <a:pt x="207" y="1837"/>
                  </a:cubicBezTo>
                  <a:cubicBezTo>
                    <a:pt x="354" y="1956"/>
                    <a:pt x="560" y="1997"/>
                    <a:pt x="754" y="1997"/>
                  </a:cubicBezTo>
                  <a:cubicBezTo>
                    <a:pt x="790" y="1997"/>
                    <a:pt x="824" y="1996"/>
                    <a:pt x="859" y="1994"/>
                  </a:cubicBezTo>
                  <a:cubicBezTo>
                    <a:pt x="1514" y="1961"/>
                    <a:pt x="2442" y="1528"/>
                    <a:pt x="2095" y="740"/>
                  </a:cubicBezTo>
                  <a:cubicBezTo>
                    <a:pt x="1910" y="312"/>
                    <a:pt x="1517" y="1"/>
                    <a:pt x="1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7491;p44"/>
            <p:cNvSpPr/>
            <p:nvPr/>
          </p:nvSpPr>
          <p:spPr>
            <a:xfrm rot="-5400000" flipH="1">
              <a:off x="450047" y="1034230"/>
              <a:ext cx="3638556" cy="2649098"/>
            </a:xfrm>
            <a:custGeom>
              <a:avLst/>
              <a:gdLst/>
              <a:ahLst/>
              <a:cxnLst/>
              <a:rect l="l" t="t" r="r" b="b"/>
              <a:pathLst>
                <a:path w="2442" h="1998" extrusionOk="0">
                  <a:moveTo>
                    <a:pt x="1079" y="1"/>
                  </a:moveTo>
                  <a:cubicBezTo>
                    <a:pt x="952" y="1"/>
                    <a:pt x="821" y="27"/>
                    <a:pt x="689" y="85"/>
                  </a:cubicBezTo>
                  <a:cubicBezTo>
                    <a:pt x="207" y="274"/>
                    <a:pt x="1" y="703"/>
                    <a:pt x="1" y="1202"/>
                  </a:cubicBezTo>
                  <a:cubicBezTo>
                    <a:pt x="1" y="1425"/>
                    <a:pt x="17" y="1684"/>
                    <a:pt x="207" y="1837"/>
                  </a:cubicBezTo>
                  <a:cubicBezTo>
                    <a:pt x="354" y="1956"/>
                    <a:pt x="560" y="1997"/>
                    <a:pt x="754" y="1997"/>
                  </a:cubicBezTo>
                  <a:cubicBezTo>
                    <a:pt x="790" y="1997"/>
                    <a:pt x="824" y="1996"/>
                    <a:pt x="859" y="1994"/>
                  </a:cubicBezTo>
                  <a:cubicBezTo>
                    <a:pt x="1514" y="1961"/>
                    <a:pt x="2442" y="1528"/>
                    <a:pt x="2095" y="740"/>
                  </a:cubicBezTo>
                  <a:cubicBezTo>
                    <a:pt x="1910" y="312"/>
                    <a:pt x="1517" y="1"/>
                    <a:pt x="1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2" name="Google Shape;17492;p44"/>
            <p:cNvSpPr/>
            <p:nvPr/>
          </p:nvSpPr>
          <p:spPr>
            <a:xfrm rot="5400000">
              <a:off x="1930248" y="2356905"/>
              <a:ext cx="2494500" cy="8187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3" name="Google Shape;17493;p44"/>
            <p:cNvSpPr/>
            <p:nvPr/>
          </p:nvSpPr>
          <p:spPr>
            <a:xfrm rot="5400000">
              <a:off x="589927" y="2376344"/>
              <a:ext cx="1537200" cy="8187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7494;p44"/>
            <p:cNvSpPr/>
            <p:nvPr/>
          </p:nvSpPr>
          <p:spPr>
            <a:xfrm rot="5211532" flipH="1">
              <a:off x="411145" y="1879924"/>
              <a:ext cx="3638558" cy="2649097"/>
            </a:xfrm>
            <a:custGeom>
              <a:avLst/>
              <a:gdLst/>
              <a:ahLst/>
              <a:cxnLst/>
              <a:rect l="l" t="t" r="r" b="b"/>
              <a:pathLst>
                <a:path w="2442" h="1998" extrusionOk="0">
                  <a:moveTo>
                    <a:pt x="1079" y="1"/>
                  </a:moveTo>
                  <a:cubicBezTo>
                    <a:pt x="952" y="1"/>
                    <a:pt x="821" y="27"/>
                    <a:pt x="689" y="85"/>
                  </a:cubicBezTo>
                  <a:cubicBezTo>
                    <a:pt x="207" y="274"/>
                    <a:pt x="1" y="703"/>
                    <a:pt x="1" y="1202"/>
                  </a:cubicBezTo>
                  <a:cubicBezTo>
                    <a:pt x="1" y="1425"/>
                    <a:pt x="17" y="1684"/>
                    <a:pt x="207" y="1837"/>
                  </a:cubicBezTo>
                  <a:cubicBezTo>
                    <a:pt x="354" y="1956"/>
                    <a:pt x="560" y="1997"/>
                    <a:pt x="754" y="1997"/>
                  </a:cubicBezTo>
                  <a:cubicBezTo>
                    <a:pt x="790" y="1997"/>
                    <a:pt x="824" y="1996"/>
                    <a:pt x="859" y="1994"/>
                  </a:cubicBezTo>
                  <a:cubicBezTo>
                    <a:pt x="1514" y="1961"/>
                    <a:pt x="2442" y="1528"/>
                    <a:pt x="2095" y="740"/>
                  </a:cubicBezTo>
                  <a:cubicBezTo>
                    <a:pt x="1910" y="312"/>
                    <a:pt x="1517" y="1"/>
                    <a:pt x="1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7495;p44"/>
            <p:cNvSpPr/>
            <p:nvPr/>
          </p:nvSpPr>
          <p:spPr>
            <a:xfrm rot="5588468">
              <a:off x="411145" y="1070324"/>
              <a:ext cx="3638558" cy="2649097"/>
            </a:xfrm>
            <a:custGeom>
              <a:avLst/>
              <a:gdLst/>
              <a:ahLst/>
              <a:cxnLst/>
              <a:rect l="l" t="t" r="r" b="b"/>
              <a:pathLst>
                <a:path w="2442" h="1998" extrusionOk="0">
                  <a:moveTo>
                    <a:pt x="1079" y="1"/>
                  </a:moveTo>
                  <a:cubicBezTo>
                    <a:pt x="952" y="1"/>
                    <a:pt x="821" y="27"/>
                    <a:pt x="689" y="85"/>
                  </a:cubicBezTo>
                  <a:cubicBezTo>
                    <a:pt x="207" y="274"/>
                    <a:pt x="1" y="703"/>
                    <a:pt x="1" y="1202"/>
                  </a:cubicBezTo>
                  <a:cubicBezTo>
                    <a:pt x="1" y="1425"/>
                    <a:pt x="17" y="1684"/>
                    <a:pt x="207" y="1837"/>
                  </a:cubicBezTo>
                  <a:cubicBezTo>
                    <a:pt x="354" y="1956"/>
                    <a:pt x="560" y="1997"/>
                    <a:pt x="754" y="1997"/>
                  </a:cubicBezTo>
                  <a:cubicBezTo>
                    <a:pt x="790" y="1997"/>
                    <a:pt x="824" y="1996"/>
                    <a:pt x="859" y="1994"/>
                  </a:cubicBezTo>
                  <a:cubicBezTo>
                    <a:pt x="1514" y="1961"/>
                    <a:pt x="2442" y="1528"/>
                    <a:pt x="2095" y="740"/>
                  </a:cubicBezTo>
                  <a:cubicBezTo>
                    <a:pt x="1910" y="312"/>
                    <a:pt x="1517" y="1"/>
                    <a:pt x="1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96" name="Google Shape;17496;p44"/>
          <p:cNvGrpSpPr/>
          <p:nvPr/>
        </p:nvGrpSpPr>
        <p:grpSpPr>
          <a:xfrm>
            <a:off x="844151" y="714408"/>
            <a:ext cx="2466461" cy="3889580"/>
            <a:chOff x="808177" y="505747"/>
            <a:chExt cx="2844494" cy="4587851"/>
          </a:xfrm>
        </p:grpSpPr>
        <p:sp>
          <p:nvSpPr>
            <p:cNvPr id="17497" name="Google Shape;17497;p44"/>
            <p:cNvSpPr/>
            <p:nvPr/>
          </p:nvSpPr>
          <p:spPr>
            <a:xfrm rot="-5400000">
              <a:off x="450047" y="1879924"/>
              <a:ext cx="3638556" cy="2649098"/>
            </a:xfrm>
            <a:custGeom>
              <a:avLst/>
              <a:gdLst/>
              <a:ahLst/>
              <a:cxnLst/>
              <a:rect l="l" t="t" r="r" b="b"/>
              <a:pathLst>
                <a:path w="2442" h="1998" extrusionOk="0">
                  <a:moveTo>
                    <a:pt x="1079" y="1"/>
                  </a:moveTo>
                  <a:cubicBezTo>
                    <a:pt x="952" y="1"/>
                    <a:pt x="821" y="27"/>
                    <a:pt x="689" y="85"/>
                  </a:cubicBezTo>
                  <a:cubicBezTo>
                    <a:pt x="207" y="274"/>
                    <a:pt x="1" y="703"/>
                    <a:pt x="1" y="1202"/>
                  </a:cubicBezTo>
                  <a:cubicBezTo>
                    <a:pt x="1" y="1425"/>
                    <a:pt x="17" y="1684"/>
                    <a:pt x="207" y="1837"/>
                  </a:cubicBezTo>
                  <a:cubicBezTo>
                    <a:pt x="354" y="1956"/>
                    <a:pt x="560" y="1997"/>
                    <a:pt x="754" y="1997"/>
                  </a:cubicBezTo>
                  <a:cubicBezTo>
                    <a:pt x="790" y="1997"/>
                    <a:pt x="824" y="1996"/>
                    <a:pt x="859" y="1994"/>
                  </a:cubicBezTo>
                  <a:cubicBezTo>
                    <a:pt x="1514" y="1961"/>
                    <a:pt x="2442" y="1528"/>
                    <a:pt x="2095" y="740"/>
                  </a:cubicBezTo>
                  <a:cubicBezTo>
                    <a:pt x="1910" y="312"/>
                    <a:pt x="1517" y="1"/>
                    <a:pt x="1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7498;p44"/>
            <p:cNvSpPr/>
            <p:nvPr/>
          </p:nvSpPr>
          <p:spPr>
            <a:xfrm rot="-5400000" flipH="1">
              <a:off x="450047" y="1034230"/>
              <a:ext cx="3638556" cy="2649098"/>
            </a:xfrm>
            <a:custGeom>
              <a:avLst/>
              <a:gdLst/>
              <a:ahLst/>
              <a:cxnLst/>
              <a:rect l="l" t="t" r="r" b="b"/>
              <a:pathLst>
                <a:path w="2442" h="1998" extrusionOk="0">
                  <a:moveTo>
                    <a:pt x="1079" y="1"/>
                  </a:moveTo>
                  <a:cubicBezTo>
                    <a:pt x="952" y="1"/>
                    <a:pt x="821" y="27"/>
                    <a:pt x="689" y="85"/>
                  </a:cubicBezTo>
                  <a:cubicBezTo>
                    <a:pt x="207" y="274"/>
                    <a:pt x="1" y="703"/>
                    <a:pt x="1" y="1202"/>
                  </a:cubicBezTo>
                  <a:cubicBezTo>
                    <a:pt x="1" y="1425"/>
                    <a:pt x="17" y="1684"/>
                    <a:pt x="207" y="1837"/>
                  </a:cubicBezTo>
                  <a:cubicBezTo>
                    <a:pt x="354" y="1956"/>
                    <a:pt x="560" y="1997"/>
                    <a:pt x="754" y="1997"/>
                  </a:cubicBezTo>
                  <a:cubicBezTo>
                    <a:pt x="790" y="1997"/>
                    <a:pt x="824" y="1996"/>
                    <a:pt x="859" y="1994"/>
                  </a:cubicBezTo>
                  <a:cubicBezTo>
                    <a:pt x="1514" y="1961"/>
                    <a:pt x="2442" y="1528"/>
                    <a:pt x="2095" y="740"/>
                  </a:cubicBezTo>
                  <a:cubicBezTo>
                    <a:pt x="1910" y="312"/>
                    <a:pt x="1517" y="1"/>
                    <a:pt x="1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9" name="Google Shape;17499;p44"/>
            <p:cNvSpPr/>
            <p:nvPr/>
          </p:nvSpPr>
          <p:spPr>
            <a:xfrm rot="5400000">
              <a:off x="1930248" y="2356905"/>
              <a:ext cx="2494500" cy="8187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0" name="Google Shape;17500;p44"/>
            <p:cNvSpPr/>
            <p:nvPr/>
          </p:nvSpPr>
          <p:spPr>
            <a:xfrm rot="5400000">
              <a:off x="589927" y="2376344"/>
              <a:ext cx="1537200" cy="8187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1" name="Google Shape;17501;p44"/>
            <p:cNvSpPr/>
            <p:nvPr/>
          </p:nvSpPr>
          <p:spPr>
            <a:xfrm rot="5211532" flipH="1">
              <a:off x="411145" y="1879924"/>
              <a:ext cx="3638558" cy="2649097"/>
            </a:xfrm>
            <a:custGeom>
              <a:avLst/>
              <a:gdLst/>
              <a:ahLst/>
              <a:cxnLst/>
              <a:rect l="l" t="t" r="r" b="b"/>
              <a:pathLst>
                <a:path w="2442" h="1998" extrusionOk="0">
                  <a:moveTo>
                    <a:pt x="1079" y="1"/>
                  </a:moveTo>
                  <a:cubicBezTo>
                    <a:pt x="952" y="1"/>
                    <a:pt x="821" y="27"/>
                    <a:pt x="689" y="85"/>
                  </a:cubicBezTo>
                  <a:cubicBezTo>
                    <a:pt x="207" y="274"/>
                    <a:pt x="1" y="703"/>
                    <a:pt x="1" y="1202"/>
                  </a:cubicBezTo>
                  <a:cubicBezTo>
                    <a:pt x="1" y="1425"/>
                    <a:pt x="17" y="1684"/>
                    <a:pt x="207" y="1837"/>
                  </a:cubicBezTo>
                  <a:cubicBezTo>
                    <a:pt x="354" y="1956"/>
                    <a:pt x="560" y="1997"/>
                    <a:pt x="754" y="1997"/>
                  </a:cubicBezTo>
                  <a:cubicBezTo>
                    <a:pt x="790" y="1997"/>
                    <a:pt x="824" y="1996"/>
                    <a:pt x="859" y="1994"/>
                  </a:cubicBezTo>
                  <a:cubicBezTo>
                    <a:pt x="1514" y="1961"/>
                    <a:pt x="2442" y="1528"/>
                    <a:pt x="2095" y="740"/>
                  </a:cubicBezTo>
                  <a:cubicBezTo>
                    <a:pt x="1910" y="312"/>
                    <a:pt x="1517" y="1"/>
                    <a:pt x="1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2" name="Google Shape;17502;p44"/>
            <p:cNvSpPr/>
            <p:nvPr/>
          </p:nvSpPr>
          <p:spPr>
            <a:xfrm rot="5588468">
              <a:off x="411145" y="1070324"/>
              <a:ext cx="3638558" cy="2649097"/>
            </a:xfrm>
            <a:custGeom>
              <a:avLst/>
              <a:gdLst/>
              <a:ahLst/>
              <a:cxnLst/>
              <a:rect l="l" t="t" r="r" b="b"/>
              <a:pathLst>
                <a:path w="2442" h="1998" extrusionOk="0">
                  <a:moveTo>
                    <a:pt x="1079" y="1"/>
                  </a:moveTo>
                  <a:cubicBezTo>
                    <a:pt x="952" y="1"/>
                    <a:pt x="821" y="27"/>
                    <a:pt x="689" y="85"/>
                  </a:cubicBezTo>
                  <a:cubicBezTo>
                    <a:pt x="207" y="274"/>
                    <a:pt x="1" y="703"/>
                    <a:pt x="1" y="1202"/>
                  </a:cubicBezTo>
                  <a:cubicBezTo>
                    <a:pt x="1" y="1425"/>
                    <a:pt x="17" y="1684"/>
                    <a:pt x="207" y="1837"/>
                  </a:cubicBezTo>
                  <a:cubicBezTo>
                    <a:pt x="354" y="1956"/>
                    <a:pt x="560" y="1997"/>
                    <a:pt x="754" y="1997"/>
                  </a:cubicBezTo>
                  <a:cubicBezTo>
                    <a:pt x="790" y="1997"/>
                    <a:pt x="824" y="1996"/>
                    <a:pt x="859" y="1994"/>
                  </a:cubicBezTo>
                  <a:cubicBezTo>
                    <a:pt x="1514" y="1961"/>
                    <a:pt x="2442" y="1528"/>
                    <a:pt x="2095" y="740"/>
                  </a:cubicBezTo>
                  <a:cubicBezTo>
                    <a:pt x="1910" y="312"/>
                    <a:pt x="1517" y="1"/>
                    <a:pt x="1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503" name="Google Shape;17503;p44"/>
          <p:cNvSpPr txBox="1">
            <a:spLocks noGrp="1"/>
          </p:cNvSpPr>
          <p:nvPr>
            <p:ph type="title" hasCustomPrompt="1"/>
          </p:nvPr>
        </p:nvSpPr>
        <p:spPr>
          <a:xfrm>
            <a:off x="979061" y="1754884"/>
            <a:ext cx="2216400" cy="104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5800"/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7504" name="Google Shape;17504;p44"/>
          <p:cNvSpPr txBox="1">
            <a:spLocks noGrp="1"/>
          </p:cNvSpPr>
          <p:nvPr>
            <p:ph type="subTitle" idx="1"/>
          </p:nvPr>
        </p:nvSpPr>
        <p:spPr>
          <a:xfrm>
            <a:off x="1177700" y="2955734"/>
            <a:ext cx="1819200" cy="87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7505" name="Google Shape;17505;p44"/>
          <p:cNvSpPr txBox="1">
            <a:spLocks noGrp="1"/>
          </p:cNvSpPr>
          <p:nvPr>
            <p:ph type="title" idx="2" hasCustomPrompt="1"/>
          </p:nvPr>
        </p:nvSpPr>
        <p:spPr>
          <a:xfrm>
            <a:off x="3463800" y="1754884"/>
            <a:ext cx="2216400" cy="104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5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7506" name="Google Shape;17506;p44"/>
          <p:cNvSpPr txBox="1">
            <a:spLocks noGrp="1"/>
          </p:cNvSpPr>
          <p:nvPr>
            <p:ph type="subTitle" idx="3"/>
          </p:nvPr>
        </p:nvSpPr>
        <p:spPr>
          <a:xfrm>
            <a:off x="3647550" y="2955734"/>
            <a:ext cx="1848900" cy="87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7507" name="Google Shape;17507;p44"/>
          <p:cNvSpPr txBox="1">
            <a:spLocks noGrp="1"/>
          </p:cNvSpPr>
          <p:nvPr>
            <p:ph type="title" idx="4" hasCustomPrompt="1"/>
          </p:nvPr>
        </p:nvSpPr>
        <p:spPr>
          <a:xfrm>
            <a:off x="5948539" y="1754884"/>
            <a:ext cx="2216400" cy="104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5800"/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7508" name="Google Shape;17508;p44"/>
          <p:cNvSpPr txBox="1">
            <a:spLocks noGrp="1"/>
          </p:cNvSpPr>
          <p:nvPr>
            <p:ph type="subTitle" idx="5"/>
          </p:nvPr>
        </p:nvSpPr>
        <p:spPr>
          <a:xfrm>
            <a:off x="6147125" y="2955734"/>
            <a:ext cx="1819200" cy="87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grpSp>
        <p:nvGrpSpPr>
          <p:cNvPr id="17509" name="Google Shape;17509;p44"/>
          <p:cNvGrpSpPr/>
          <p:nvPr/>
        </p:nvGrpSpPr>
        <p:grpSpPr>
          <a:xfrm rot="10800000" flipH="1">
            <a:off x="-77040" y="-76199"/>
            <a:ext cx="1830221" cy="691747"/>
            <a:chOff x="3838450" y="2686475"/>
            <a:chExt cx="434175" cy="164100"/>
          </a:xfrm>
        </p:grpSpPr>
        <p:sp>
          <p:nvSpPr>
            <p:cNvPr id="17510" name="Google Shape;17510;p44"/>
            <p:cNvSpPr/>
            <p:nvPr/>
          </p:nvSpPr>
          <p:spPr>
            <a:xfrm>
              <a:off x="4133050" y="2834375"/>
              <a:ext cx="6400" cy="6225"/>
            </a:xfrm>
            <a:custGeom>
              <a:avLst/>
              <a:gdLst/>
              <a:ahLst/>
              <a:cxnLst/>
              <a:rect l="l" t="t" r="r" b="b"/>
              <a:pathLst>
                <a:path w="256" h="249" extrusionOk="0">
                  <a:moveTo>
                    <a:pt x="139" y="1"/>
                  </a:moveTo>
                  <a:cubicBezTo>
                    <a:pt x="124" y="1"/>
                    <a:pt x="111" y="5"/>
                    <a:pt x="103" y="13"/>
                  </a:cubicBezTo>
                  <a:cubicBezTo>
                    <a:pt x="33" y="30"/>
                    <a:pt x="0" y="100"/>
                    <a:pt x="17" y="166"/>
                  </a:cubicBezTo>
                  <a:cubicBezTo>
                    <a:pt x="33" y="203"/>
                    <a:pt x="49" y="236"/>
                    <a:pt x="70" y="236"/>
                  </a:cubicBezTo>
                  <a:cubicBezTo>
                    <a:pt x="87" y="244"/>
                    <a:pt x="103" y="248"/>
                    <a:pt x="118" y="248"/>
                  </a:cubicBezTo>
                  <a:cubicBezTo>
                    <a:pt x="132" y="248"/>
                    <a:pt x="144" y="244"/>
                    <a:pt x="153" y="236"/>
                  </a:cubicBezTo>
                  <a:cubicBezTo>
                    <a:pt x="223" y="219"/>
                    <a:pt x="256" y="149"/>
                    <a:pt x="239" y="79"/>
                  </a:cubicBezTo>
                  <a:cubicBezTo>
                    <a:pt x="239" y="63"/>
                    <a:pt x="223" y="30"/>
                    <a:pt x="206" y="30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1" y="5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7511;p44"/>
            <p:cNvSpPr/>
            <p:nvPr/>
          </p:nvSpPr>
          <p:spPr>
            <a:xfrm>
              <a:off x="4017075" y="2766450"/>
              <a:ext cx="6425" cy="6325"/>
            </a:xfrm>
            <a:custGeom>
              <a:avLst/>
              <a:gdLst/>
              <a:ahLst/>
              <a:cxnLst/>
              <a:rect l="l" t="t" r="r" b="b"/>
              <a:pathLst>
                <a:path w="257" h="253" extrusionOk="0">
                  <a:moveTo>
                    <a:pt x="135" y="1"/>
                  </a:moveTo>
                  <a:cubicBezTo>
                    <a:pt x="120" y="1"/>
                    <a:pt x="104" y="5"/>
                    <a:pt x="87" y="13"/>
                  </a:cubicBezTo>
                  <a:cubicBezTo>
                    <a:pt x="34" y="34"/>
                    <a:pt x="1" y="100"/>
                    <a:pt x="17" y="170"/>
                  </a:cubicBezTo>
                  <a:cubicBezTo>
                    <a:pt x="29" y="221"/>
                    <a:pt x="61" y="253"/>
                    <a:pt x="104" y="253"/>
                  </a:cubicBezTo>
                  <a:cubicBezTo>
                    <a:pt x="119" y="253"/>
                    <a:pt x="136" y="249"/>
                    <a:pt x="153" y="240"/>
                  </a:cubicBezTo>
                  <a:cubicBezTo>
                    <a:pt x="207" y="219"/>
                    <a:pt x="256" y="153"/>
                    <a:pt x="240" y="83"/>
                  </a:cubicBezTo>
                  <a:cubicBezTo>
                    <a:pt x="223" y="67"/>
                    <a:pt x="223" y="50"/>
                    <a:pt x="207" y="34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4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7512;p44"/>
            <p:cNvSpPr/>
            <p:nvPr/>
          </p:nvSpPr>
          <p:spPr>
            <a:xfrm>
              <a:off x="4014500" y="28149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0"/>
                  </a:moveTo>
                  <a:cubicBezTo>
                    <a:pt x="87" y="0"/>
                    <a:pt x="17" y="54"/>
                    <a:pt x="1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34" y="240"/>
                    <a:pt x="50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6" y="263"/>
                    <a:pt x="209" y="215"/>
                    <a:pt x="223" y="157"/>
                  </a:cubicBezTo>
                  <a:cubicBezTo>
                    <a:pt x="240" y="104"/>
                    <a:pt x="223" y="54"/>
                    <a:pt x="190" y="33"/>
                  </a:cubicBezTo>
                  <a:cubicBezTo>
                    <a:pt x="190" y="17"/>
                    <a:pt x="174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7513;p44"/>
            <p:cNvSpPr/>
            <p:nvPr/>
          </p:nvSpPr>
          <p:spPr>
            <a:xfrm>
              <a:off x="4004600" y="2842425"/>
              <a:ext cx="6025" cy="6500"/>
            </a:xfrm>
            <a:custGeom>
              <a:avLst/>
              <a:gdLst/>
              <a:ahLst/>
              <a:cxnLst/>
              <a:rect l="l" t="t" r="r" b="b"/>
              <a:pathLst>
                <a:path w="241" h="260" extrusionOk="0">
                  <a:moveTo>
                    <a:pt x="158" y="0"/>
                  </a:moveTo>
                  <a:cubicBezTo>
                    <a:pt x="137" y="0"/>
                    <a:pt x="104" y="0"/>
                    <a:pt x="87" y="17"/>
                  </a:cubicBezTo>
                  <a:cubicBezTo>
                    <a:pt x="54" y="33"/>
                    <a:pt x="17" y="66"/>
                    <a:pt x="17" y="120"/>
                  </a:cubicBezTo>
                  <a:cubicBezTo>
                    <a:pt x="1" y="153"/>
                    <a:pt x="17" y="190"/>
                    <a:pt x="34" y="206"/>
                  </a:cubicBezTo>
                  <a:cubicBezTo>
                    <a:pt x="34" y="239"/>
                    <a:pt x="71" y="256"/>
                    <a:pt x="104" y="256"/>
                  </a:cubicBezTo>
                  <a:cubicBezTo>
                    <a:pt x="111" y="258"/>
                    <a:pt x="118" y="259"/>
                    <a:pt x="125" y="259"/>
                  </a:cubicBezTo>
                  <a:cubicBezTo>
                    <a:pt x="170" y="259"/>
                    <a:pt x="209" y="214"/>
                    <a:pt x="224" y="153"/>
                  </a:cubicBezTo>
                  <a:lnTo>
                    <a:pt x="240" y="153"/>
                  </a:lnTo>
                  <a:cubicBezTo>
                    <a:pt x="240" y="103"/>
                    <a:pt x="224" y="50"/>
                    <a:pt x="207" y="33"/>
                  </a:cubicBezTo>
                  <a:cubicBezTo>
                    <a:pt x="191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7514;p44"/>
            <p:cNvSpPr/>
            <p:nvPr/>
          </p:nvSpPr>
          <p:spPr>
            <a:xfrm>
              <a:off x="4004200" y="28277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36" y="1"/>
                  </a:moveTo>
                  <a:cubicBezTo>
                    <a:pt x="103" y="1"/>
                    <a:pt x="87" y="1"/>
                    <a:pt x="50" y="17"/>
                  </a:cubicBezTo>
                  <a:cubicBezTo>
                    <a:pt x="33" y="54"/>
                    <a:pt x="17" y="71"/>
                    <a:pt x="0" y="104"/>
                  </a:cubicBezTo>
                  <a:cubicBezTo>
                    <a:pt x="0" y="137"/>
                    <a:pt x="0" y="174"/>
                    <a:pt x="17" y="207"/>
                  </a:cubicBezTo>
                  <a:cubicBezTo>
                    <a:pt x="33" y="223"/>
                    <a:pt x="50" y="240"/>
                    <a:pt x="87" y="261"/>
                  </a:cubicBezTo>
                  <a:cubicBezTo>
                    <a:pt x="136" y="261"/>
                    <a:pt x="207" y="223"/>
                    <a:pt x="223" y="137"/>
                  </a:cubicBezTo>
                  <a:cubicBezTo>
                    <a:pt x="223" y="104"/>
                    <a:pt x="223" y="87"/>
                    <a:pt x="207" y="54"/>
                  </a:cubicBezTo>
                  <a:cubicBezTo>
                    <a:pt x="207" y="34"/>
                    <a:pt x="207" y="34"/>
                    <a:pt x="190" y="34"/>
                  </a:cubicBezTo>
                  <a:cubicBezTo>
                    <a:pt x="174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7515;p44"/>
            <p:cNvSpPr/>
            <p:nvPr/>
          </p:nvSpPr>
          <p:spPr>
            <a:xfrm>
              <a:off x="4007175" y="27810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37" y="0"/>
                  </a:moveTo>
                  <a:cubicBezTo>
                    <a:pt x="121" y="0"/>
                    <a:pt x="88" y="0"/>
                    <a:pt x="55" y="17"/>
                  </a:cubicBezTo>
                  <a:cubicBezTo>
                    <a:pt x="34" y="49"/>
                    <a:pt x="17" y="70"/>
                    <a:pt x="1" y="103"/>
                  </a:cubicBezTo>
                  <a:cubicBezTo>
                    <a:pt x="1" y="136"/>
                    <a:pt x="1" y="173"/>
                    <a:pt x="17" y="206"/>
                  </a:cubicBezTo>
                  <a:cubicBezTo>
                    <a:pt x="34" y="223"/>
                    <a:pt x="55" y="239"/>
                    <a:pt x="88" y="256"/>
                  </a:cubicBezTo>
                  <a:cubicBezTo>
                    <a:pt x="137" y="256"/>
                    <a:pt x="207" y="223"/>
                    <a:pt x="224" y="136"/>
                  </a:cubicBezTo>
                  <a:cubicBezTo>
                    <a:pt x="224" y="103"/>
                    <a:pt x="224" y="87"/>
                    <a:pt x="207" y="49"/>
                  </a:cubicBezTo>
                  <a:cubicBezTo>
                    <a:pt x="207" y="33"/>
                    <a:pt x="207" y="33"/>
                    <a:pt x="191" y="33"/>
                  </a:cubicBezTo>
                  <a:cubicBezTo>
                    <a:pt x="174" y="17"/>
                    <a:pt x="158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6" name="Google Shape;17516;p44"/>
            <p:cNvSpPr/>
            <p:nvPr/>
          </p:nvSpPr>
          <p:spPr>
            <a:xfrm>
              <a:off x="4008950" y="2750325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30" y="0"/>
                  </a:moveTo>
                  <a:cubicBezTo>
                    <a:pt x="99" y="0"/>
                    <a:pt x="70" y="12"/>
                    <a:pt x="50" y="40"/>
                  </a:cubicBezTo>
                  <a:cubicBezTo>
                    <a:pt x="0" y="110"/>
                    <a:pt x="0" y="180"/>
                    <a:pt x="50" y="229"/>
                  </a:cubicBezTo>
                  <a:cubicBezTo>
                    <a:pt x="66" y="246"/>
                    <a:pt x="93" y="255"/>
                    <a:pt x="120" y="255"/>
                  </a:cubicBezTo>
                  <a:cubicBezTo>
                    <a:pt x="152" y="255"/>
                    <a:pt x="186" y="242"/>
                    <a:pt x="206" y="213"/>
                  </a:cubicBezTo>
                  <a:cubicBezTo>
                    <a:pt x="256" y="163"/>
                    <a:pt x="256" y="77"/>
                    <a:pt x="206" y="23"/>
                  </a:cubicBezTo>
                  <a:cubicBezTo>
                    <a:pt x="182" y="8"/>
                    <a:pt x="155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7" name="Google Shape;17517;p44"/>
            <p:cNvSpPr/>
            <p:nvPr/>
          </p:nvSpPr>
          <p:spPr>
            <a:xfrm>
              <a:off x="4002025" y="27647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7" y="1"/>
                  </a:moveTo>
                  <a:cubicBezTo>
                    <a:pt x="87" y="1"/>
                    <a:pt x="17" y="50"/>
                    <a:pt x="17" y="120"/>
                  </a:cubicBezTo>
                  <a:cubicBezTo>
                    <a:pt x="1" y="153"/>
                    <a:pt x="1" y="186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97" y="258"/>
                    <a:pt x="105" y="259"/>
                    <a:pt x="114" y="259"/>
                  </a:cubicBezTo>
                  <a:cubicBezTo>
                    <a:pt x="170" y="259"/>
                    <a:pt x="209" y="214"/>
                    <a:pt x="223" y="153"/>
                  </a:cubicBezTo>
                  <a:cubicBezTo>
                    <a:pt x="240" y="120"/>
                    <a:pt x="240" y="83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7518;p44"/>
            <p:cNvSpPr/>
            <p:nvPr/>
          </p:nvSpPr>
          <p:spPr>
            <a:xfrm>
              <a:off x="4050175" y="283905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34" y="0"/>
                  </a:moveTo>
                  <a:cubicBezTo>
                    <a:pt x="120" y="0"/>
                    <a:pt x="103" y="5"/>
                    <a:pt x="87" y="16"/>
                  </a:cubicBezTo>
                  <a:cubicBezTo>
                    <a:pt x="50" y="16"/>
                    <a:pt x="33" y="49"/>
                    <a:pt x="17" y="82"/>
                  </a:cubicBezTo>
                  <a:cubicBezTo>
                    <a:pt x="0" y="98"/>
                    <a:pt x="0" y="135"/>
                    <a:pt x="0" y="168"/>
                  </a:cubicBezTo>
                  <a:cubicBezTo>
                    <a:pt x="14" y="226"/>
                    <a:pt x="64" y="259"/>
                    <a:pt x="119" y="259"/>
                  </a:cubicBezTo>
                  <a:cubicBezTo>
                    <a:pt x="130" y="259"/>
                    <a:pt x="142" y="258"/>
                    <a:pt x="153" y="255"/>
                  </a:cubicBezTo>
                  <a:cubicBezTo>
                    <a:pt x="206" y="222"/>
                    <a:pt x="239" y="152"/>
                    <a:pt x="223" y="82"/>
                  </a:cubicBezTo>
                  <a:cubicBezTo>
                    <a:pt x="223" y="65"/>
                    <a:pt x="206" y="49"/>
                    <a:pt x="190" y="32"/>
                  </a:cubicBezTo>
                  <a:cubicBezTo>
                    <a:pt x="190" y="16"/>
                    <a:pt x="190" y="16"/>
                    <a:pt x="169" y="16"/>
                  </a:cubicBezTo>
                  <a:cubicBezTo>
                    <a:pt x="161" y="5"/>
                    <a:pt x="14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9" name="Google Shape;17519;p44"/>
            <p:cNvSpPr/>
            <p:nvPr/>
          </p:nvSpPr>
          <p:spPr>
            <a:xfrm>
              <a:off x="4021825" y="2784725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28" y="1"/>
                  </a:moveTo>
                  <a:cubicBezTo>
                    <a:pt x="71" y="1"/>
                    <a:pt x="17" y="49"/>
                    <a:pt x="17" y="107"/>
                  </a:cubicBezTo>
                  <a:cubicBezTo>
                    <a:pt x="0" y="144"/>
                    <a:pt x="0" y="177"/>
                    <a:pt x="33" y="210"/>
                  </a:cubicBezTo>
                  <a:cubicBezTo>
                    <a:pt x="33" y="230"/>
                    <a:pt x="66" y="247"/>
                    <a:pt x="87" y="247"/>
                  </a:cubicBezTo>
                  <a:cubicBezTo>
                    <a:pt x="97" y="252"/>
                    <a:pt x="106" y="254"/>
                    <a:pt x="116" y="254"/>
                  </a:cubicBezTo>
                  <a:cubicBezTo>
                    <a:pt x="138" y="254"/>
                    <a:pt x="158" y="242"/>
                    <a:pt x="169" y="230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23" y="74"/>
                    <a:pt x="223" y="41"/>
                  </a:cubicBezTo>
                  <a:cubicBezTo>
                    <a:pt x="207" y="41"/>
                    <a:pt x="207" y="24"/>
                    <a:pt x="207" y="24"/>
                  </a:cubicBezTo>
                  <a:cubicBezTo>
                    <a:pt x="190" y="24"/>
                    <a:pt x="190" y="24"/>
                    <a:pt x="190" y="4"/>
                  </a:cubicBezTo>
                  <a:lnTo>
                    <a:pt x="153" y="4"/>
                  </a:lnTo>
                  <a:cubicBezTo>
                    <a:pt x="145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0" name="Google Shape;17520;p44"/>
            <p:cNvSpPr/>
            <p:nvPr/>
          </p:nvSpPr>
          <p:spPr>
            <a:xfrm>
              <a:off x="4049750" y="2787925"/>
              <a:ext cx="6425" cy="6300"/>
            </a:xfrm>
            <a:custGeom>
              <a:avLst/>
              <a:gdLst/>
              <a:ahLst/>
              <a:cxnLst/>
              <a:rect l="l" t="t" r="r" b="b"/>
              <a:pathLst>
                <a:path w="257" h="252" extrusionOk="0">
                  <a:moveTo>
                    <a:pt x="136" y="1"/>
                  </a:moveTo>
                  <a:cubicBezTo>
                    <a:pt x="102" y="1"/>
                    <a:pt x="70" y="20"/>
                    <a:pt x="50" y="49"/>
                  </a:cubicBezTo>
                  <a:cubicBezTo>
                    <a:pt x="1" y="102"/>
                    <a:pt x="1" y="185"/>
                    <a:pt x="50" y="222"/>
                  </a:cubicBezTo>
                  <a:cubicBezTo>
                    <a:pt x="64" y="243"/>
                    <a:pt x="84" y="252"/>
                    <a:pt x="107" y="252"/>
                  </a:cubicBezTo>
                  <a:cubicBezTo>
                    <a:pt x="139" y="252"/>
                    <a:pt x="176" y="234"/>
                    <a:pt x="207" y="205"/>
                  </a:cubicBezTo>
                  <a:cubicBezTo>
                    <a:pt x="256" y="152"/>
                    <a:pt x="240" y="65"/>
                    <a:pt x="207" y="32"/>
                  </a:cubicBezTo>
                  <a:cubicBezTo>
                    <a:pt x="185" y="10"/>
                    <a:pt x="160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1" name="Google Shape;17521;p44"/>
            <p:cNvSpPr/>
            <p:nvPr/>
          </p:nvSpPr>
          <p:spPr>
            <a:xfrm>
              <a:off x="4047600" y="2771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8" y="1"/>
                  </a:moveTo>
                  <a:cubicBezTo>
                    <a:pt x="97" y="1"/>
                    <a:pt x="63" y="14"/>
                    <a:pt x="33" y="44"/>
                  </a:cubicBezTo>
                  <a:cubicBezTo>
                    <a:pt x="0" y="110"/>
                    <a:pt x="0" y="180"/>
                    <a:pt x="33" y="229"/>
                  </a:cubicBezTo>
                  <a:cubicBezTo>
                    <a:pt x="57" y="246"/>
                    <a:pt x="84" y="255"/>
                    <a:pt x="111" y="255"/>
                  </a:cubicBezTo>
                  <a:cubicBezTo>
                    <a:pt x="144" y="255"/>
                    <a:pt x="177" y="242"/>
                    <a:pt x="206" y="213"/>
                  </a:cubicBezTo>
                  <a:cubicBezTo>
                    <a:pt x="239" y="147"/>
                    <a:pt x="239" y="77"/>
                    <a:pt x="190" y="23"/>
                  </a:cubicBezTo>
                  <a:cubicBezTo>
                    <a:pt x="173" y="9"/>
                    <a:pt x="152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2" name="Google Shape;17522;p44"/>
            <p:cNvSpPr/>
            <p:nvPr/>
          </p:nvSpPr>
          <p:spPr>
            <a:xfrm>
              <a:off x="4018825" y="2830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1"/>
                  </a:moveTo>
                  <a:cubicBezTo>
                    <a:pt x="34" y="34"/>
                    <a:pt x="1" y="104"/>
                    <a:pt x="17" y="174"/>
                  </a:cubicBezTo>
                  <a:cubicBezTo>
                    <a:pt x="17" y="207"/>
                    <a:pt x="34" y="224"/>
                    <a:pt x="67" y="240"/>
                  </a:cubicBezTo>
                  <a:cubicBezTo>
                    <a:pt x="85" y="250"/>
                    <a:pt x="99" y="255"/>
                    <a:pt x="112" y="255"/>
                  </a:cubicBezTo>
                  <a:cubicBezTo>
                    <a:pt x="125" y="255"/>
                    <a:pt x="137" y="250"/>
                    <a:pt x="153" y="240"/>
                  </a:cubicBezTo>
                  <a:cubicBezTo>
                    <a:pt x="186" y="240"/>
                    <a:pt x="207" y="207"/>
                    <a:pt x="223" y="174"/>
                  </a:cubicBezTo>
                  <a:cubicBezTo>
                    <a:pt x="240" y="158"/>
                    <a:pt x="240" y="104"/>
                    <a:pt x="240" y="87"/>
                  </a:cubicBezTo>
                  <a:cubicBezTo>
                    <a:pt x="223" y="54"/>
                    <a:pt x="223" y="34"/>
                    <a:pt x="207" y="34"/>
                  </a:cubicBezTo>
                  <a:lnTo>
                    <a:pt x="186" y="17"/>
                  </a:ln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3" name="Google Shape;17523;p44"/>
            <p:cNvSpPr/>
            <p:nvPr/>
          </p:nvSpPr>
          <p:spPr>
            <a:xfrm>
              <a:off x="4022650" y="2802125"/>
              <a:ext cx="6000" cy="6275"/>
            </a:xfrm>
            <a:custGeom>
              <a:avLst/>
              <a:gdLst/>
              <a:ahLst/>
              <a:cxnLst/>
              <a:rect l="l" t="t" r="r" b="b"/>
              <a:pathLst>
                <a:path w="240" h="251" extrusionOk="0">
                  <a:moveTo>
                    <a:pt x="136" y="0"/>
                  </a:moveTo>
                  <a:cubicBezTo>
                    <a:pt x="121" y="0"/>
                    <a:pt x="103" y="4"/>
                    <a:pt x="87" y="13"/>
                  </a:cubicBezTo>
                  <a:cubicBezTo>
                    <a:pt x="54" y="13"/>
                    <a:pt x="33" y="50"/>
                    <a:pt x="17" y="66"/>
                  </a:cubicBezTo>
                  <a:cubicBezTo>
                    <a:pt x="0" y="99"/>
                    <a:pt x="0" y="132"/>
                    <a:pt x="17" y="169"/>
                  </a:cubicBezTo>
                  <a:cubicBezTo>
                    <a:pt x="17" y="202"/>
                    <a:pt x="33" y="219"/>
                    <a:pt x="70" y="235"/>
                  </a:cubicBezTo>
                  <a:cubicBezTo>
                    <a:pt x="79" y="246"/>
                    <a:pt x="91" y="251"/>
                    <a:pt x="106" y="251"/>
                  </a:cubicBezTo>
                  <a:cubicBezTo>
                    <a:pt x="121" y="251"/>
                    <a:pt x="138" y="246"/>
                    <a:pt x="157" y="235"/>
                  </a:cubicBezTo>
                  <a:cubicBezTo>
                    <a:pt x="207" y="219"/>
                    <a:pt x="240" y="153"/>
                    <a:pt x="223" y="83"/>
                  </a:cubicBezTo>
                  <a:cubicBezTo>
                    <a:pt x="223" y="50"/>
                    <a:pt x="207" y="29"/>
                    <a:pt x="207" y="29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5" y="4"/>
                    <a:pt x="152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4" name="Google Shape;17524;p44"/>
            <p:cNvSpPr/>
            <p:nvPr/>
          </p:nvSpPr>
          <p:spPr>
            <a:xfrm>
              <a:off x="4045850" y="28193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3" y="46"/>
                    <a:pt x="0" y="116"/>
                    <a:pt x="17" y="186"/>
                  </a:cubicBezTo>
                  <a:cubicBezTo>
                    <a:pt x="17" y="219"/>
                    <a:pt x="33" y="236"/>
                    <a:pt x="70" y="252"/>
                  </a:cubicBezTo>
                  <a:cubicBezTo>
                    <a:pt x="78" y="260"/>
                    <a:pt x="91" y="265"/>
                    <a:pt x="106" y="265"/>
                  </a:cubicBezTo>
                  <a:cubicBezTo>
                    <a:pt x="121" y="265"/>
                    <a:pt x="138" y="260"/>
                    <a:pt x="157" y="252"/>
                  </a:cubicBezTo>
                  <a:cubicBezTo>
                    <a:pt x="206" y="236"/>
                    <a:pt x="239" y="149"/>
                    <a:pt x="239" y="83"/>
                  </a:cubicBezTo>
                  <a:cubicBezTo>
                    <a:pt x="223" y="63"/>
                    <a:pt x="223" y="46"/>
                    <a:pt x="206" y="30"/>
                  </a:cubicBezTo>
                  <a:cubicBezTo>
                    <a:pt x="190" y="30"/>
                    <a:pt x="190" y="30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5" name="Google Shape;17525;p44"/>
            <p:cNvSpPr/>
            <p:nvPr/>
          </p:nvSpPr>
          <p:spPr>
            <a:xfrm>
              <a:off x="4054900" y="27421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8" y="0"/>
                  </a:moveTo>
                  <a:cubicBezTo>
                    <a:pt x="95" y="0"/>
                    <a:pt x="61" y="13"/>
                    <a:pt x="34" y="40"/>
                  </a:cubicBezTo>
                  <a:cubicBezTo>
                    <a:pt x="17" y="56"/>
                    <a:pt x="17" y="77"/>
                    <a:pt x="17" y="94"/>
                  </a:cubicBezTo>
                  <a:cubicBezTo>
                    <a:pt x="1" y="143"/>
                    <a:pt x="17" y="197"/>
                    <a:pt x="34" y="230"/>
                  </a:cubicBezTo>
                  <a:cubicBezTo>
                    <a:pt x="53" y="249"/>
                    <a:pt x="80" y="257"/>
                    <a:pt x="105" y="257"/>
                  </a:cubicBezTo>
                  <a:cubicBezTo>
                    <a:pt x="123" y="257"/>
                    <a:pt x="140" y="253"/>
                    <a:pt x="153" y="246"/>
                  </a:cubicBezTo>
                  <a:cubicBezTo>
                    <a:pt x="170" y="230"/>
                    <a:pt x="186" y="230"/>
                    <a:pt x="207" y="213"/>
                  </a:cubicBezTo>
                  <a:cubicBezTo>
                    <a:pt x="240" y="143"/>
                    <a:pt x="240" y="77"/>
                    <a:pt x="207" y="23"/>
                  </a:cubicBezTo>
                  <a:cubicBezTo>
                    <a:pt x="183" y="9"/>
                    <a:pt x="155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6" name="Google Shape;17526;p44"/>
            <p:cNvSpPr/>
            <p:nvPr/>
          </p:nvSpPr>
          <p:spPr>
            <a:xfrm>
              <a:off x="4118400" y="2771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57" y="1"/>
                  </a:moveTo>
                  <a:cubicBezTo>
                    <a:pt x="87" y="1"/>
                    <a:pt x="38" y="54"/>
                    <a:pt x="17" y="120"/>
                  </a:cubicBezTo>
                  <a:cubicBezTo>
                    <a:pt x="1" y="157"/>
                    <a:pt x="17" y="190"/>
                    <a:pt x="38" y="207"/>
                  </a:cubicBezTo>
                  <a:cubicBezTo>
                    <a:pt x="38" y="244"/>
                    <a:pt x="71" y="260"/>
                    <a:pt x="104" y="260"/>
                  </a:cubicBezTo>
                  <a:cubicBezTo>
                    <a:pt x="120" y="260"/>
                    <a:pt x="157" y="260"/>
                    <a:pt x="190" y="244"/>
                  </a:cubicBezTo>
                  <a:cubicBezTo>
                    <a:pt x="207" y="223"/>
                    <a:pt x="223" y="190"/>
                    <a:pt x="244" y="157"/>
                  </a:cubicBezTo>
                  <a:cubicBezTo>
                    <a:pt x="244" y="120"/>
                    <a:pt x="244" y="87"/>
                    <a:pt x="223" y="54"/>
                  </a:cubicBezTo>
                  <a:lnTo>
                    <a:pt x="207" y="38"/>
                  </a:lnTo>
                  <a:cubicBezTo>
                    <a:pt x="190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7" name="Google Shape;17527;p44"/>
            <p:cNvSpPr/>
            <p:nvPr/>
          </p:nvSpPr>
          <p:spPr>
            <a:xfrm>
              <a:off x="4127050" y="281707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37" y="0"/>
                  </a:moveTo>
                  <a:cubicBezTo>
                    <a:pt x="120" y="0"/>
                    <a:pt x="83" y="0"/>
                    <a:pt x="67" y="17"/>
                  </a:cubicBezTo>
                  <a:cubicBezTo>
                    <a:pt x="34" y="33"/>
                    <a:pt x="17" y="70"/>
                    <a:pt x="1" y="103"/>
                  </a:cubicBezTo>
                  <a:cubicBezTo>
                    <a:pt x="1" y="136"/>
                    <a:pt x="1" y="173"/>
                    <a:pt x="17" y="206"/>
                  </a:cubicBezTo>
                  <a:cubicBezTo>
                    <a:pt x="34" y="223"/>
                    <a:pt x="50" y="239"/>
                    <a:pt x="83" y="256"/>
                  </a:cubicBezTo>
                  <a:cubicBezTo>
                    <a:pt x="137" y="256"/>
                    <a:pt x="186" y="223"/>
                    <a:pt x="224" y="153"/>
                  </a:cubicBezTo>
                  <a:lnTo>
                    <a:pt x="224" y="136"/>
                  </a:lnTo>
                  <a:cubicBezTo>
                    <a:pt x="224" y="103"/>
                    <a:pt x="224" y="50"/>
                    <a:pt x="186" y="33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8" name="Google Shape;17528;p44"/>
            <p:cNvSpPr/>
            <p:nvPr/>
          </p:nvSpPr>
          <p:spPr>
            <a:xfrm>
              <a:off x="4129125" y="27092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57" y="0"/>
                  </a:moveTo>
                  <a:cubicBezTo>
                    <a:pt x="87" y="0"/>
                    <a:pt x="37" y="33"/>
                    <a:pt x="21" y="104"/>
                  </a:cubicBezTo>
                  <a:cubicBezTo>
                    <a:pt x="0" y="137"/>
                    <a:pt x="21" y="174"/>
                    <a:pt x="37" y="207"/>
                  </a:cubicBezTo>
                  <a:cubicBezTo>
                    <a:pt x="37" y="240"/>
                    <a:pt x="70" y="260"/>
                    <a:pt x="103" y="260"/>
                  </a:cubicBezTo>
                  <a:cubicBezTo>
                    <a:pt x="157" y="260"/>
                    <a:pt x="227" y="223"/>
                    <a:pt x="244" y="157"/>
                  </a:cubicBezTo>
                  <a:cubicBezTo>
                    <a:pt x="244" y="120"/>
                    <a:pt x="244" y="87"/>
                    <a:pt x="227" y="54"/>
                  </a:cubicBezTo>
                  <a:lnTo>
                    <a:pt x="206" y="33"/>
                  </a:lnTo>
                  <a:cubicBezTo>
                    <a:pt x="190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9" name="Google Shape;17529;p44"/>
            <p:cNvSpPr/>
            <p:nvPr/>
          </p:nvSpPr>
          <p:spPr>
            <a:xfrm>
              <a:off x="4130875" y="2724800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46" y="0"/>
                  </a:moveTo>
                  <a:cubicBezTo>
                    <a:pt x="111" y="0"/>
                    <a:pt x="73" y="19"/>
                    <a:pt x="54" y="51"/>
                  </a:cubicBezTo>
                  <a:cubicBezTo>
                    <a:pt x="0" y="100"/>
                    <a:pt x="0" y="187"/>
                    <a:pt x="54" y="236"/>
                  </a:cubicBezTo>
                  <a:cubicBezTo>
                    <a:pt x="75" y="252"/>
                    <a:pt x="99" y="261"/>
                    <a:pt x="123" y="261"/>
                  </a:cubicBezTo>
                  <a:cubicBezTo>
                    <a:pt x="156" y="261"/>
                    <a:pt x="187" y="244"/>
                    <a:pt x="207" y="203"/>
                  </a:cubicBezTo>
                  <a:cubicBezTo>
                    <a:pt x="260" y="154"/>
                    <a:pt x="260" y="67"/>
                    <a:pt x="207" y="30"/>
                  </a:cubicBezTo>
                  <a:cubicBezTo>
                    <a:pt x="193" y="10"/>
                    <a:pt x="170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0" name="Google Shape;17530;p44"/>
            <p:cNvSpPr/>
            <p:nvPr/>
          </p:nvSpPr>
          <p:spPr>
            <a:xfrm>
              <a:off x="4130875" y="2772200"/>
              <a:ext cx="6525" cy="6400"/>
            </a:xfrm>
            <a:custGeom>
              <a:avLst/>
              <a:gdLst/>
              <a:ahLst/>
              <a:cxnLst/>
              <a:rect l="l" t="t" r="r" b="b"/>
              <a:pathLst>
                <a:path w="261" h="256" extrusionOk="0">
                  <a:moveTo>
                    <a:pt x="144" y="0"/>
                  </a:moveTo>
                  <a:cubicBezTo>
                    <a:pt x="114" y="0"/>
                    <a:pt x="81" y="14"/>
                    <a:pt x="54" y="43"/>
                  </a:cubicBezTo>
                  <a:cubicBezTo>
                    <a:pt x="0" y="113"/>
                    <a:pt x="17" y="179"/>
                    <a:pt x="54" y="232"/>
                  </a:cubicBezTo>
                  <a:cubicBezTo>
                    <a:pt x="71" y="249"/>
                    <a:pt x="87" y="249"/>
                    <a:pt x="104" y="249"/>
                  </a:cubicBezTo>
                  <a:cubicBezTo>
                    <a:pt x="112" y="253"/>
                    <a:pt x="123" y="255"/>
                    <a:pt x="133" y="255"/>
                  </a:cubicBezTo>
                  <a:cubicBezTo>
                    <a:pt x="163" y="255"/>
                    <a:pt x="195" y="240"/>
                    <a:pt x="207" y="216"/>
                  </a:cubicBezTo>
                  <a:cubicBezTo>
                    <a:pt x="240" y="162"/>
                    <a:pt x="260" y="113"/>
                    <a:pt x="240" y="76"/>
                  </a:cubicBezTo>
                  <a:cubicBezTo>
                    <a:pt x="240" y="59"/>
                    <a:pt x="223" y="43"/>
                    <a:pt x="207" y="26"/>
                  </a:cubicBezTo>
                  <a:cubicBezTo>
                    <a:pt x="192" y="9"/>
                    <a:pt x="169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1" name="Google Shape;17531;p44"/>
            <p:cNvSpPr/>
            <p:nvPr/>
          </p:nvSpPr>
          <p:spPr>
            <a:xfrm>
              <a:off x="4126125" y="2802250"/>
              <a:ext cx="5600" cy="6350"/>
            </a:xfrm>
            <a:custGeom>
              <a:avLst/>
              <a:gdLst/>
              <a:ahLst/>
              <a:cxnLst/>
              <a:rect l="l" t="t" r="r" b="b"/>
              <a:pathLst>
                <a:path w="224" h="254" extrusionOk="0">
                  <a:moveTo>
                    <a:pt x="120" y="1"/>
                  </a:moveTo>
                  <a:cubicBezTo>
                    <a:pt x="101" y="1"/>
                    <a:pt x="78" y="12"/>
                    <a:pt x="54" y="24"/>
                  </a:cubicBezTo>
                  <a:cubicBezTo>
                    <a:pt x="38" y="45"/>
                    <a:pt x="17" y="78"/>
                    <a:pt x="1" y="111"/>
                  </a:cubicBezTo>
                  <a:cubicBezTo>
                    <a:pt x="1" y="148"/>
                    <a:pt x="1" y="181"/>
                    <a:pt x="17" y="197"/>
                  </a:cubicBezTo>
                  <a:cubicBezTo>
                    <a:pt x="38" y="230"/>
                    <a:pt x="54" y="251"/>
                    <a:pt x="87" y="251"/>
                  </a:cubicBezTo>
                  <a:cubicBezTo>
                    <a:pt x="96" y="253"/>
                    <a:pt x="104" y="254"/>
                    <a:pt x="112" y="254"/>
                  </a:cubicBezTo>
                  <a:cubicBezTo>
                    <a:pt x="169" y="254"/>
                    <a:pt x="209" y="206"/>
                    <a:pt x="223" y="148"/>
                  </a:cubicBezTo>
                  <a:cubicBezTo>
                    <a:pt x="223" y="111"/>
                    <a:pt x="223" y="78"/>
                    <a:pt x="207" y="61"/>
                  </a:cubicBezTo>
                  <a:cubicBezTo>
                    <a:pt x="207" y="45"/>
                    <a:pt x="207" y="45"/>
                    <a:pt x="190" y="24"/>
                  </a:cubicBezTo>
                  <a:cubicBezTo>
                    <a:pt x="174" y="8"/>
                    <a:pt x="157" y="8"/>
                    <a:pt x="141" y="8"/>
                  </a:cubicBezTo>
                  <a:cubicBezTo>
                    <a:pt x="135" y="3"/>
                    <a:pt x="128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2" name="Google Shape;17532;p44"/>
            <p:cNvSpPr/>
            <p:nvPr/>
          </p:nvSpPr>
          <p:spPr>
            <a:xfrm>
              <a:off x="4129125" y="275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1" y="1"/>
                  </a:moveTo>
                  <a:cubicBezTo>
                    <a:pt x="103" y="1"/>
                    <a:pt x="77" y="13"/>
                    <a:pt x="54" y="24"/>
                  </a:cubicBezTo>
                  <a:cubicBezTo>
                    <a:pt x="37" y="41"/>
                    <a:pt x="21" y="78"/>
                    <a:pt x="0" y="111"/>
                  </a:cubicBezTo>
                  <a:cubicBezTo>
                    <a:pt x="0" y="144"/>
                    <a:pt x="0" y="181"/>
                    <a:pt x="21" y="197"/>
                  </a:cubicBezTo>
                  <a:cubicBezTo>
                    <a:pt x="37" y="230"/>
                    <a:pt x="54" y="247"/>
                    <a:pt x="87" y="247"/>
                  </a:cubicBezTo>
                  <a:cubicBezTo>
                    <a:pt x="97" y="250"/>
                    <a:pt x="107" y="251"/>
                    <a:pt x="117" y="251"/>
                  </a:cubicBezTo>
                  <a:cubicBezTo>
                    <a:pt x="171" y="251"/>
                    <a:pt x="210" y="204"/>
                    <a:pt x="227" y="144"/>
                  </a:cubicBezTo>
                  <a:cubicBezTo>
                    <a:pt x="244" y="111"/>
                    <a:pt x="227" y="78"/>
                    <a:pt x="206" y="61"/>
                  </a:cubicBezTo>
                  <a:cubicBezTo>
                    <a:pt x="206" y="41"/>
                    <a:pt x="206" y="41"/>
                    <a:pt x="190" y="24"/>
                  </a:cubicBezTo>
                  <a:cubicBezTo>
                    <a:pt x="190" y="8"/>
                    <a:pt x="174" y="8"/>
                    <a:pt x="141" y="8"/>
                  </a:cubicBezTo>
                  <a:cubicBezTo>
                    <a:pt x="136" y="3"/>
                    <a:pt x="129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3" name="Google Shape;17533;p44"/>
            <p:cNvSpPr/>
            <p:nvPr/>
          </p:nvSpPr>
          <p:spPr>
            <a:xfrm>
              <a:off x="3997700" y="2812150"/>
              <a:ext cx="6100" cy="6375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31" y="1"/>
                  </a:moveTo>
                  <a:cubicBezTo>
                    <a:pt x="98" y="1"/>
                    <a:pt x="65" y="13"/>
                    <a:pt x="38" y="40"/>
                  </a:cubicBezTo>
                  <a:cubicBezTo>
                    <a:pt x="1" y="110"/>
                    <a:pt x="1" y="181"/>
                    <a:pt x="38" y="230"/>
                  </a:cubicBezTo>
                  <a:cubicBezTo>
                    <a:pt x="54" y="247"/>
                    <a:pt x="71" y="247"/>
                    <a:pt x="87" y="247"/>
                  </a:cubicBezTo>
                  <a:cubicBezTo>
                    <a:pt x="97" y="252"/>
                    <a:pt x="109" y="255"/>
                    <a:pt x="120" y="255"/>
                  </a:cubicBezTo>
                  <a:cubicBezTo>
                    <a:pt x="150" y="255"/>
                    <a:pt x="183" y="237"/>
                    <a:pt x="207" y="214"/>
                  </a:cubicBezTo>
                  <a:cubicBezTo>
                    <a:pt x="244" y="164"/>
                    <a:pt x="244" y="110"/>
                    <a:pt x="227" y="77"/>
                  </a:cubicBezTo>
                  <a:cubicBezTo>
                    <a:pt x="227" y="61"/>
                    <a:pt x="207" y="40"/>
                    <a:pt x="207" y="24"/>
                  </a:cubicBezTo>
                  <a:cubicBezTo>
                    <a:pt x="185" y="9"/>
                    <a:pt x="158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4" name="Google Shape;17534;p44"/>
            <p:cNvSpPr/>
            <p:nvPr/>
          </p:nvSpPr>
          <p:spPr>
            <a:xfrm>
              <a:off x="3991725" y="284077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41" y="0"/>
                  </a:moveTo>
                  <a:cubicBezTo>
                    <a:pt x="125" y="0"/>
                    <a:pt x="112" y="4"/>
                    <a:pt x="104" y="13"/>
                  </a:cubicBezTo>
                  <a:cubicBezTo>
                    <a:pt x="33" y="50"/>
                    <a:pt x="1" y="116"/>
                    <a:pt x="17" y="186"/>
                  </a:cubicBezTo>
                  <a:cubicBezTo>
                    <a:pt x="33" y="219"/>
                    <a:pt x="54" y="235"/>
                    <a:pt x="71" y="256"/>
                  </a:cubicBezTo>
                  <a:cubicBezTo>
                    <a:pt x="87" y="264"/>
                    <a:pt x="104" y="268"/>
                    <a:pt x="119" y="268"/>
                  </a:cubicBezTo>
                  <a:cubicBezTo>
                    <a:pt x="133" y="268"/>
                    <a:pt x="147" y="264"/>
                    <a:pt x="157" y="256"/>
                  </a:cubicBezTo>
                  <a:cubicBezTo>
                    <a:pt x="190" y="235"/>
                    <a:pt x="207" y="219"/>
                    <a:pt x="223" y="186"/>
                  </a:cubicBezTo>
                  <a:cubicBezTo>
                    <a:pt x="240" y="153"/>
                    <a:pt x="240" y="116"/>
                    <a:pt x="240" y="83"/>
                  </a:cubicBezTo>
                  <a:cubicBezTo>
                    <a:pt x="240" y="66"/>
                    <a:pt x="223" y="50"/>
                    <a:pt x="207" y="29"/>
                  </a:cubicBezTo>
                  <a:lnTo>
                    <a:pt x="190" y="13"/>
                  </a:lnTo>
                  <a:cubicBezTo>
                    <a:pt x="174" y="4"/>
                    <a:pt x="156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5" name="Google Shape;17535;p44"/>
            <p:cNvSpPr/>
            <p:nvPr/>
          </p:nvSpPr>
          <p:spPr>
            <a:xfrm>
              <a:off x="3996475" y="279720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29" y="0"/>
                  </a:moveTo>
                  <a:cubicBezTo>
                    <a:pt x="74" y="0"/>
                    <a:pt x="31" y="49"/>
                    <a:pt x="17" y="107"/>
                  </a:cubicBezTo>
                  <a:cubicBezTo>
                    <a:pt x="0" y="144"/>
                    <a:pt x="17" y="177"/>
                    <a:pt x="17" y="210"/>
                  </a:cubicBezTo>
                  <a:cubicBezTo>
                    <a:pt x="33" y="226"/>
                    <a:pt x="70" y="247"/>
                    <a:pt x="87" y="247"/>
                  </a:cubicBezTo>
                  <a:cubicBezTo>
                    <a:pt x="96" y="251"/>
                    <a:pt x="106" y="253"/>
                    <a:pt x="115" y="253"/>
                  </a:cubicBezTo>
                  <a:cubicBezTo>
                    <a:pt x="138" y="253"/>
                    <a:pt x="159" y="241"/>
                    <a:pt x="173" y="226"/>
                  </a:cubicBezTo>
                  <a:cubicBezTo>
                    <a:pt x="206" y="210"/>
                    <a:pt x="223" y="177"/>
                    <a:pt x="223" y="144"/>
                  </a:cubicBezTo>
                  <a:cubicBezTo>
                    <a:pt x="239" y="107"/>
                    <a:pt x="239" y="74"/>
                    <a:pt x="223" y="57"/>
                  </a:cubicBezTo>
                  <a:cubicBezTo>
                    <a:pt x="206" y="41"/>
                    <a:pt x="206" y="41"/>
                    <a:pt x="206" y="20"/>
                  </a:cubicBezTo>
                  <a:cubicBezTo>
                    <a:pt x="190" y="3"/>
                    <a:pt x="173" y="3"/>
                    <a:pt x="153" y="3"/>
                  </a:cubicBezTo>
                  <a:cubicBezTo>
                    <a:pt x="145" y="1"/>
                    <a:pt x="137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6" name="Google Shape;17536;p44"/>
            <p:cNvSpPr/>
            <p:nvPr/>
          </p:nvSpPr>
          <p:spPr>
            <a:xfrm>
              <a:off x="3989975" y="2824000"/>
              <a:ext cx="6100" cy="6450"/>
            </a:xfrm>
            <a:custGeom>
              <a:avLst/>
              <a:gdLst/>
              <a:ahLst/>
              <a:cxnLst/>
              <a:rect l="l" t="t" r="r" b="b"/>
              <a:pathLst>
                <a:path w="244" h="258" extrusionOk="0">
                  <a:moveTo>
                    <a:pt x="134" y="1"/>
                  </a:moveTo>
                  <a:cubicBezTo>
                    <a:pt x="103" y="1"/>
                    <a:pt x="67" y="20"/>
                    <a:pt x="38" y="49"/>
                  </a:cubicBezTo>
                  <a:cubicBezTo>
                    <a:pt x="21" y="65"/>
                    <a:pt x="21" y="82"/>
                    <a:pt x="21" y="102"/>
                  </a:cubicBezTo>
                  <a:cubicBezTo>
                    <a:pt x="0" y="152"/>
                    <a:pt x="0" y="205"/>
                    <a:pt x="38" y="238"/>
                  </a:cubicBezTo>
                  <a:cubicBezTo>
                    <a:pt x="57" y="248"/>
                    <a:pt x="82" y="257"/>
                    <a:pt x="107" y="257"/>
                  </a:cubicBezTo>
                  <a:cubicBezTo>
                    <a:pt x="126" y="257"/>
                    <a:pt x="143" y="252"/>
                    <a:pt x="157" y="238"/>
                  </a:cubicBezTo>
                  <a:cubicBezTo>
                    <a:pt x="174" y="238"/>
                    <a:pt x="190" y="222"/>
                    <a:pt x="207" y="205"/>
                  </a:cubicBezTo>
                  <a:cubicBezTo>
                    <a:pt x="244" y="152"/>
                    <a:pt x="244" y="65"/>
                    <a:pt x="190" y="32"/>
                  </a:cubicBezTo>
                  <a:cubicBezTo>
                    <a:pt x="176" y="10"/>
                    <a:pt x="156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7" name="Google Shape;17537;p44"/>
            <p:cNvSpPr/>
            <p:nvPr/>
          </p:nvSpPr>
          <p:spPr>
            <a:xfrm>
              <a:off x="3994725" y="2749650"/>
              <a:ext cx="5575" cy="4850"/>
            </a:xfrm>
            <a:custGeom>
              <a:avLst/>
              <a:gdLst/>
              <a:ahLst/>
              <a:cxnLst/>
              <a:rect l="l" t="t" r="r" b="b"/>
              <a:pathLst>
                <a:path w="223" h="194" extrusionOk="0">
                  <a:moveTo>
                    <a:pt x="17" y="1"/>
                  </a:moveTo>
                  <a:cubicBezTo>
                    <a:pt x="17" y="17"/>
                    <a:pt x="17" y="34"/>
                    <a:pt x="0" y="34"/>
                  </a:cubicBezTo>
                  <a:cubicBezTo>
                    <a:pt x="0" y="67"/>
                    <a:pt x="0" y="104"/>
                    <a:pt x="17" y="137"/>
                  </a:cubicBezTo>
                  <a:cubicBezTo>
                    <a:pt x="37" y="170"/>
                    <a:pt x="54" y="190"/>
                    <a:pt x="87" y="190"/>
                  </a:cubicBezTo>
                  <a:cubicBezTo>
                    <a:pt x="95" y="192"/>
                    <a:pt x="104" y="193"/>
                    <a:pt x="112" y="193"/>
                  </a:cubicBezTo>
                  <a:cubicBezTo>
                    <a:pt x="169" y="193"/>
                    <a:pt x="208" y="145"/>
                    <a:pt x="223" y="87"/>
                  </a:cubicBezTo>
                  <a:lnTo>
                    <a:pt x="2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8" name="Google Shape;17538;p44"/>
            <p:cNvSpPr/>
            <p:nvPr/>
          </p:nvSpPr>
          <p:spPr>
            <a:xfrm>
              <a:off x="3993075" y="278235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27" y="1"/>
                  </a:moveTo>
                  <a:cubicBezTo>
                    <a:pt x="115" y="1"/>
                    <a:pt x="101" y="6"/>
                    <a:pt x="83" y="16"/>
                  </a:cubicBezTo>
                  <a:cubicBezTo>
                    <a:pt x="50" y="33"/>
                    <a:pt x="33" y="49"/>
                    <a:pt x="17" y="82"/>
                  </a:cubicBezTo>
                  <a:cubicBezTo>
                    <a:pt x="0" y="119"/>
                    <a:pt x="0" y="152"/>
                    <a:pt x="0" y="185"/>
                  </a:cubicBezTo>
                  <a:cubicBezTo>
                    <a:pt x="12" y="237"/>
                    <a:pt x="51" y="268"/>
                    <a:pt x="99" y="268"/>
                  </a:cubicBezTo>
                  <a:cubicBezTo>
                    <a:pt x="116" y="268"/>
                    <a:pt x="134" y="264"/>
                    <a:pt x="153" y="255"/>
                  </a:cubicBezTo>
                  <a:cubicBezTo>
                    <a:pt x="206" y="239"/>
                    <a:pt x="239" y="152"/>
                    <a:pt x="223" y="82"/>
                  </a:cubicBezTo>
                  <a:cubicBezTo>
                    <a:pt x="223" y="66"/>
                    <a:pt x="206" y="49"/>
                    <a:pt x="186" y="33"/>
                  </a:cubicBezTo>
                  <a:lnTo>
                    <a:pt x="169" y="16"/>
                  </a:lnTo>
                  <a:cubicBezTo>
                    <a:pt x="153" y="6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9" name="Google Shape;17539;p44"/>
            <p:cNvSpPr/>
            <p:nvPr/>
          </p:nvSpPr>
          <p:spPr>
            <a:xfrm>
              <a:off x="3988725" y="2763050"/>
              <a:ext cx="6025" cy="6325"/>
            </a:xfrm>
            <a:custGeom>
              <a:avLst/>
              <a:gdLst/>
              <a:ahLst/>
              <a:cxnLst/>
              <a:rect l="l" t="t" r="r" b="b"/>
              <a:pathLst>
                <a:path w="241" h="253" extrusionOk="0">
                  <a:moveTo>
                    <a:pt x="135" y="1"/>
                  </a:moveTo>
                  <a:cubicBezTo>
                    <a:pt x="121" y="1"/>
                    <a:pt x="104" y="5"/>
                    <a:pt x="88" y="13"/>
                  </a:cubicBezTo>
                  <a:cubicBezTo>
                    <a:pt x="34" y="29"/>
                    <a:pt x="1" y="116"/>
                    <a:pt x="17" y="170"/>
                  </a:cubicBezTo>
                  <a:cubicBezTo>
                    <a:pt x="17" y="203"/>
                    <a:pt x="34" y="236"/>
                    <a:pt x="71" y="252"/>
                  </a:cubicBezTo>
                  <a:lnTo>
                    <a:pt x="153" y="252"/>
                  </a:lnTo>
                  <a:cubicBezTo>
                    <a:pt x="207" y="219"/>
                    <a:pt x="240" y="149"/>
                    <a:pt x="224" y="83"/>
                  </a:cubicBezTo>
                  <a:cubicBezTo>
                    <a:pt x="224" y="67"/>
                    <a:pt x="224" y="46"/>
                    <a:pt x="207" y="29"/>
                  </a:cubicBezTo>
                  <a:cubicBezTo>
                    <a:pt x="191" y="13"/>
                    <a:pt x="191" y="13"/>
                    <a:pt x="174" y="13"/>
                  </a:cubicBezTo>
                  <a:cubicBezTo>
                    <a:pt x="164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0" name="Google Shape;17540;p44"/>
            <p:cNvSpPr/>
            <p:nvPr/>
          </p:nvSpPr>
          <p:spPr>
            <a:xfrm>
              <a:off x="3984825" y="2809025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38" y="0"/>
                  </a:moveTo>
                  <a:cubicBezTo>
                    <a:pt x="123" y="0"/>
                    <a:pt x="105" y="5"/>
                    <a:pt x="87" y="13"/>
                  </a:cubicBezTo>
                  <a:cubicBezTo>
                    <a:pt x="37" y="29"/>
                    <a:pt x="0" y="99"/>
                    <a:pt x="21" y="165"/>
                  </a:cubicBezTo>
                  <a:cubicBezTo>
                    <a:pt x="21" y="202"/>
                    <a:pt x="37" y="235"/>
                    <a:pt x="70" y="235"/>
                  </a:cubicBezTo>
                  <a:cubicBezTo>
                    <a:pt x="79" y="244"/>
                    <a:pt x="92" y="248"/>
                    <a:pt x="107" y="248"/>
                  </a:cubicBezTo>
                  <a:cubicBezTo>
                    <a:pt x="123" y="248"/>
                    <a:pt x="140" y="244"/>
                    <a:pt x="157" y="235"/>
                  </a:cubicBezTo>
                  <a:cubicBezTo>
                    <a:pt x="190" y="235"/>
                    <a:pt x="206" y="202"/>
                    <a:pt x="227" y="186"/>
                  </a:cubicBezTo>
                  <a:cubicBezTo>
                    <a:pt x="244" y="149"/>
                    <a:pt x="244" y="116"/>
                    <a:pt x="227" y="83"/>
                  </a:cubicBezTo>
                  <a:cubicBezTo>
                    <a:pt x="227" y="62"/>
                    <a:pt x="227" y="46"/>
                    <a:pt x="206" y="29"/>
                  </a:cubicBezTo>
                  <a:cubicBezTo>
                    <a:pt x="190" y="13"/>
                    <a:pt x="190" y="13"/>
                    <a:pt x="173" y="13"/>
                  </a:cubicBezTo>
                  <a:cubicBezTo>
                    <a:pt x="165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1" name="Google Shape;17541;p44"/>
            <p:cNvSpPr/>
            <p:nvPr/>
          </p:nvSpPr>
          <p:spPr>
            <a:xfrm>
              <a:off x="4008950" y="2797800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41" y="0"/>
                  </a:moveTo>
                  <a:cubicBezTo>
                    <a:pt x="107" y="0"/>
                    <a:pt x="71" y="19"/>
                    <a:pt x="50" y="50"/>
                  </a:cubicBezTo>
                  <a:cubicBezTo>
                    <a:pt x="0" y="99"/>
                    <a:pt x="0" y="186"/>
                    <a:pt x="50" y="223"/>
                  </a:cubicBezTo>
                  <a:cubicBezTo>
                    <a:pt x="66" y="239"/>
                    <a:pt x="87" y="239"/>
                    <a:pt x="103" y="256"/>
                  </a:cubicBezTo>
                  <a:cubicBezTo>
                    <a:pt x="136" y="256"/>
                    <a:pt x="169" y="239"/>
                    <a:pt x="206" y="202"/>
                  </a:cubicBezTo>
                  <a:cubicBezTo>
                    <a:pt x="239" y="169"/>
                    <a:pt x="256" y="120"/>
                    <a:pt x="239" y="66"/>
                  </a:cubicBezTo>
                  <a:cubicBezTo>
                    <a:pt x="223" y="50"/>
                    <a:pt x="223" y="33"/>
                    <a:pt x="206" y="33"/>
                  </a:cubicBezTo>
                  <a:cubicBezTo>
                    <a:pt x="190" y="10"/>
                    <a:pt x="166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2" name="Google Shape;17542;p44"/>
            <p:cNvSpPr/>
            <p:nvPr/>
          </p:nvSpPr>
          <p:spPr>
            <a:xfrm>
              <a:off x="4078925" y="28410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8" y="1"/>
                  </a:moveTo>
                  <a:cubicBezTo>
                    <a:pt x="71" y="1"/>
                    <a:pt x="17" y="49"/>
                    <a:pt x="17" y="107"/>
                  </a:cubicBezTo>
                  <a:cubicBezTo>
                    <a:pt x="0" y="160"/>
                    <a:pt x="17" y="193"/>
                    <a:pt x="33" y="210"/>
                  </a:cubicBezTo>
                  <a:cubicBezTo>
                    <a:pt x="50" y="247"/>
                    <a:pt x="71" y="247"/>
                    <a:pt x="87" y="263"/>
                  </a:cubicBezTo>
                  <a:cubicBezTo>
                    <a:pt x="120" y="263"/>
                    <a:pt x="153" y="263"/>
                    <a:pt x="174" y="226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40" y="90"/>
                    <a:pt x="223" y="57"/>
                  </a:cubicBezTo>
                  <a:cubicBezTo>
                    <a:pt x="207" y="41"/>
                    <a:pt x="207" y="41"/>
                    <a:pt x="207" y="20"/>
                  </a:cubicBezTo>
                  <a:lnTo>
                    <a:pt x="190" y="20"/>
                  </a:lnTo>
                  <a:cubicBezTo>
                    <a:pt x="174" y="4"/>
                    <a:pt x="153" y="4"/>
                    <a:pt x="153" y="4"/>
                  </a:cubicBezTo>
                  <a:cubicBezTo>
                    <a:pt x="145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3" name="Google Shape;17543;p44"/>
            <p:cNvSpPr/>
            <p:nvPr/>
          </p:nvSpPr>
          <p:spPr>
            <a:xfrm>
              <a:off x="4083675" y="27484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9" y="0"/>
                  </a:moveTo>
                  <a:cubicBezTo>
                    <a:pt x="124" y="0"/>
                    <a:pt x="111" y="4"/>
                    <a:pt x="103" y="13"/>
                  </a:cubicBezTo>
                  <a:cubicBezTo>
                    <a:pt x="33" y="33"/>
                    <a:pt x="0" y="99"/>
                    <a:pt x="17" y="169"/>
                  </a:cubicBezTo>
                  <a:cubicBezTo>
                    <a:pt x="17" y="202"/>
                    <a:pt x="50" y="239"/>
                    <a:pt x="66" y="239"/>
                  </a:cubicBezTo>
                  <a:cubicBezTo>
                    <a:pt x="103" y="256"/>
                    <a:pt x="120" y="256"/>
                    <a:pt x="153" y="256"/>
                  </a:cubicBezTo>
                  <a:cubicBezTo>
                    <a:pt x="190" y="239"/>
                    <a:pt x="206" y="202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6"/>
                    <a:pt x="223" y="50"/>
                    <a:pt x="206" y="33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1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4" name="Google Shape;17544;p44"/>
            <p:cNvSpPr/>
            <p:nvPr/>
          </p:nvSpPr>
          <p:spPr>
            <a:xfrm>
              <a:off x="4090975" y="2782750"/>
              <a:ext cx="5600" cy="6475"/>
            </a:xfrm>
            <a:custGeom>
              <a:avLst/>
              <a:gdLst/>
              <a:ahLst/>
              <a:cxnLst/>
              <a:rect l="l" t="t" r="r" b="b"/>
              <a:pathLst>
                <a:path w="224" h="259" extrusionOk="0">
                  <a:moveTo>
                    <a:pt x="104" y="0"/>
                  </a:moveTo>
                  <a:cubicBezTo>
                    <a:pt x="67" y="17"/>
                    <a:pt x="17" y="50"/>
                    <a:pt x="1" y="103"/>
                  </a:cubicBezTo>
                  <a:cubicBezTo>
                    <a:pt x="1" y="136"/>
                    <a:pt x="1" y="169"/>
                    <a:pt x="17" y="206"/>
                  </a:cubicBezTo>
                  <a:cubicBezTo>
                    <a:pt x="34" y="239"/>
                    <a:pt x="50" y="256"/>
                    <a:pt x="83" y="256"/>
                  </a:cubicBezTo>
                  <a:cubicBezTo>
                    <a:pt x="90" y="258"/>
                    <a:pt x="98" y="259"/>
                    <a:pt x="105" y="259"/>
                  </a:cubicBezTo>
                  <a:cubicBezTo>
                    <a:pt x="154" y="259"/>
                    <a:pt x="209" y="214"/>
                    <a:pt x="224" y="153"/>
                  </a:cubicBezTo>
                  <a:lnTo>
                    <a:pt x="224" y="120"/>
                  </a:lnTo>
                  <a:cubicBezTo>
                    <a:pt x="224" y="83"/>
                    <a:pt x="207" y="50"/>
                    <a:pt x="186" y="33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5" name="Google Shape;17545;p44"/>
            <p:cNvSpPr/>
            <p:nvPr/>
          </p:nvSpPr>
          <p:spPr>
            <a:xfrm>
              <a:off x="4075925" y="2777700"/>
              <a:ext cx="6425" cy="6600"/>
            </a:xfrm>
            <a:custGeom>
              <a:avLst/>
              <a:gdLst/>
              <a:ahLst/>
              <a:cxnLst/>
              <a:rect l="l" t="t" r="r" b="b"/>
              <a:pathLst>
                <a:path w="257" h="264" extrusionOk="0">
                  <a:moveTo>
                    <a:pt x="140" y="0"/>
                  </a:moveTo>
                  <a:cubicBezTo>
                    <a:pt x="125" y="0"/>
                    <a:pt x="112" y="4"/>
                    <a:pt x="104" y="12"/>
                  </a:cubicBezTo>
                  <a:cubicBezTo>
                    <a:pt x="34" y="45"/>
                    <a:pt x="1" y="116"/>
                    <a:pt x="17" y="181"/>
                  </a:cubicBezTo>
                  <a:cubicBezTo>
                    <a:pt x="34" y="219"/>
                    <a:pt x="50" y="235"/>
                    <a:pt x="67" y="252"/>
                  </a:cubicBezTo>
                  <a:cubicBezTo>
                    <a:pt x="85" y="260"/>
                    <a:pt x="103" y="264"/>
                    <a:pt x="118" y="264"/>
                  </a:cubicBezTo>
                  <a:cubicBezTo>
                    <a:pt x="133" y="264"/>
                    <a:pt x="145" y="260"/>
                    <a:pt x="153" y="252"/>
                  </a:cubicBezTo>
                  <a:cubicBezTo>
                    <a:pt x="224" y="219"/>
                    <a:pt x="257" y="149"/>
                    <a:pt x="240" y="78"/>
                  </a:cubicBezTo>
                  <a:cubicBezTo>
                    <a:pt x="240" y="62"/>
                    <a:pt x="224" y="45"/>
                    <a:pt x="207" y="29"/>
                  </a:cubicBezTo>
                  <a:lnTo>
                    <a:pt x="191" y="12"/>
                  </a:lnTo>
                  <a:cubicBezTo>
                    <a:pt x="172" y="4"/>
                    <a:pt x="155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6" name="Google Shape;17546;p44"/>
            <p:cNvSpPr/>
            <p:nvPr/>
          </p:nvSpPr>
          <p:spPr>
            <a:xfrm>
              <a:off x="4042025" y="2755925"/>
              <a:ext cx="6425" cy="6650"/>
            </a:xfrm>
            <a:custGeom>
              <a:avLst/>
              <a:gdLst/>
              <a:ahLst/>
              <a:cxnLst/>
              <a:rect l="l" t="t" r="r" b="b"/>
              <a:pathLst>
                <a:path w="257" h="266" extrusionOk="0">
                  <a:moveTo>
                    <a:pt x="144" y="0"/>
                  </a:moveTo>
                  <a:cubicBezTo>
                    <a:pt x="108" y="0"/>
                    <a:pt x="70" y="17"/>
                    <a:pt x="50" y="59"/>
                  </a:cubicBezTo>
                  <a:cubicBezTo>
                    <a:pt x="0" y="108"/>
                    <a:pt x="0" y="195"/>
                    <a:pt x="50" y="228"/>
                  </a:cubicBezTo>
                  <a:cubicBezTo>
                    <a:pt x="66" y="249"/>
                    <a:pt x="83" y="249"/>
                    <a:pt x="104" y="265"/>
                  </a:cubicBezTo>
                  <a:cubicBezTo>
                    <a:pt x="137" y="265"/>
                    <a:pt x="170" y="249"/>
                    <a:pt x="207" y="211"/>
                  </a:cubicBezTo>
                  <a:cubicBezTo>
                    <a:pt x="240" y="178"/>
                    <a:pt x="256" y="125"/>
                    <a:pt x="240" y="75"/>
                  </a:cubicBezTo>
                  <a:cubicBezTo>
                    <a:pt x="223" y="59"/>
                    <a:pt x="223" y="42"/>
                    <a:pt x="207" y="22"/>
                  </a:cubicBezTo>
                  <a:cubicBezTo>
                    <a:pt x="192" y="8"/>
                    <a:pt x="168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7" name="Google Shape;17547;p44"/>
            <p:cNvSpPr/>
            <p:nvPr/>
          </p:nvSpPr>
          <p:spPr>
            <a:xfrm>
              <a:off x="4078500" y="2797375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34" y="1"/>
                  </a:moveTo>
                  <a:cubicBezTo>
                    <a:pt x="100" y="1"/>
                    <a:pt x="65" y="19"/>
                    <a:pt x="34" y="50"/>
                  </a:cubicBezTo>
                  <a:cubicBezTo>
                    <a:pt x="1" y="100"/>
                    <a:pt x="1" y="186"/>
                    <a:pt x="34" y="219"/>
                  </a:cubicBezTo>
                  <a:cubicBezTo>
                    <a:pt x="57" y="242"/>
                    <a:pt x="82" y="252"/>
                    <a:pt x="107" y="252"/>
                  </a:cubicBezTo>
                  <a:cubicBezTo>
                    <a:pt x="141" y="252"/>
                    <a:pt x="176" y="233"/>
                    <a:pt x="207" y="203"/>
                  </a:cubicBezTo>
                  <a:cubicBezTo>
                    <a:pt x="240" y="153"/>
                    <a:pt x="240" y="67"/>
                    <a:pt x="207" y="34"/>
                  </a:cubicBezTo>
                  <a:cubicBezTo>
                    <a:pt x="184" y="11"/>
                    <a:pt x="159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8" name="Google Shape;17548;p44"/>
            <p:cNvSpPr/>
            <p:nvPr/>
          </p:nvSpPr>
          <p:spPr>
            <a:xfrm>
              <a:off x="4079325" y="2733200"/>
              <a:ext cx="6025" cy="6250"/>
            </a:xfrm>
            <a:custGeom>
              <a:avLst/>
              <a:gdLst/>
              <a:ahLst/>
              <a:cxnLst/>
              <a:rect l="l" t="t" r="r" b="b"/>
              <a:pathLst>
                <a:path w="241" h="250" extrusionOk="0">
                  <a:moveTo>
                    <a:pt x="118" y="0"/>
                  </a:moveTo>
                  <a:cubicBezTo>
                    <a:pt x="71" y="0"/>
                    <a:pt x="15" y="48"/>
                    <a:pt x="1" y="106"/>
                  </a:cubicBezTo>
                  <a:cubicBezTo>
                    <a:pt x="1" y="143"/>
                    <a:pt x="1" y="176"/>
                    <a:pt x="17" y="193"/>
                  </a:cubicBezTo>
                  <a:cubicBezTo>
                    <a:pt x="34" y="230"/>
                    <a:pt x="55" y="246"/>
                    <a:pt x="88" y="246"/>
                  </a:cubicBezTo>
                  <a:cubicBezTo>
                    <a:pt x="96" y="248"/>
                    <a:pt x="105" y="249"/>
                    <a:pt x="113" y="249"/>
                  </a:cubicBezTo>
                  <a:cubicBezTo>
                    <a:pt x="169" y="249"/>
                    <a:pt x="209" y="201"/>
                    <a:pt x="224" y="143"/>
                  </a:cubicBezTo>
                  <a:cubicBezTo>
                    <a:pt x="240" y="90"/>
                    <a:pt x="224" y="57"/>
                    <a:pt x="191" y="24"/>
                  </a:cubicBezTo>
                  <a:cubicBezTo>
                    <a:pt x="191" y="3"/>
                    <a:pt x="174" y="3"/>
                    <a:pt x="137" y="3"/>
                  </a:cubicBezTo>
                  <a:cubicBezTo>
                    <a:pt x="131" y="1"/>
                    <a:pt x="124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9" name="Google Shape;17549;p44"/>
            <p:cNvSpPr/>
            <p:nvPr/>
          </p:nvSpPr>
          <p:spPr>
            <a:xfrm>
              <a:off x="4115000" y="27570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5" y="1"/>
                  </a:moveTo>
                  <a:cubicBezTo>
                    <a:pt x="120" y="1"/>
                    <a:pt x="104" y="5"/>
                    <a:pt x="87" y="13"/>
                  </a:cubicBezTo>
                  <a:cubicBezTo>
                    <a:pt x="50" y="29"/>
                    <a:pt x="33" y="46"/>
                    <a:pt x="17" y="79"/>
                  </a:cubicBezTo>
                  <a:cubicBezTo>
                    <a:pt x="1" y="116"/>
                    <a:pt x="1" y="149"/>
                    <a:pt x="17" y="182"/>
                  </a:cubicBezTo>
                  <a:cubicBezTo>
                    <a:pt x="31" y="226"/>
                    <a:pt x="69" y="256"/>
                    <a:pt x="120" y="256"/>
                  </a:cubicBezTo>
                  <a:cubicBezTo>
                    <a:pt x="130" y="256"/>
                    <a:pt x="141" y="255"/>
                    <a:pt x="153" y="252"/>
                  </a:cubicBezTo>
                  <a:cubicBezTo>
                    <a:pt x="207" y="219"/>
                    <a:pt x="240" y="149"/>
                    <a:pt x="223" y="79"/>
                  </a:cubicBezTo>
                  <a:cubicBezTo>
                    <a:pt x="223" y="62"/>
                    <a:pt x="207" y="46"/>
                    <a:pt x="207" y="29"/>
                  </a:cubicBezTo>
                  <a:cubicBezTo>
                    <a:pt x="190" y="29"/>
                    <a:pt x="190" y="13"/>
                    <a:pt x="174" y="13"/>
                  </a:cubicBezTo>
                  <a:cubicBezTo>
                    <a:pt x="163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0" name="Google Shape;17550;p44"/>
            <p:cNvSpPr/>
            <p:nvPr/>
          </p:nvSpPr>
          <p:spPr>
            <a:xfrm>
              <a:off x="4112000" y="2798700"/>
              <a:ext cx="6025" cy="6175"/>
            </a:xfrm>
            <a:custGeom>
              <a:avLst/>
              <a:gdLst/>
              <a:ahLst/>
              <a:cxnLst/>
              <a:rect l="l" t="t" r="r" b="b"/>
              <a:pathLst>
                <a:path w="241" h="247" extrusionOk="0">
                  <a:moveTo>
                    <a:pt x="135" y="0"/>
                  </a:moveTo>
                  <a:cubicBezTo>
                    <a:pt x="100" y="0"/>
                    <a:pt x="65" y="18"/>
                    <a:pt x="34" y="47"/>
                  </a:cubicBezTo>
                  <a:cubicBezTo>
                    <a:pt x="34" y="63"/>
                    <a:pt x="17" y="84"/>
                    <a:pt x="17" y="100"/>
                  </a:cubicBezTo>
                  <a:cubicBezTo>
                    <a:pt x="1" y="150"/>
                    <a:pt x="17" y="187"/>
                    <a:pt x="34" y="220"/>
                  </a:cubicBezTo>
                  <a:cubicBezTo>
                    <a:pt x="53" y="239"/>
                    <a:pt x="80" y="247"/>
                    <a:pt x="105" y="247"/>
                  </a:cubicBezTo>
                  <a:cubicBezTo>
                    <a:pt x="123" y="247"/>
                    <a:pt x="140" y="243"/>
                    <a:pt x="153" y="236"/>
                  </a:cubicBezTo>
                  <a:cubicBezTo>
                    <a:pt x="170" y="236"/>
                    <a:pt x="191" y="220"/>
                    <a:pt x="207" y="203"/>
                  </a:cubicBezTo>
                  <a:cubicBezTo>
                    <a:pt x="240" y="150"/>
                    <a:pt x="240" y="63"/>
                    <a:pt x="207" y="30"/>
                  </a:cubicBezTo>
                  <a:cubicBezTo>
                    <a:pt x="185" y="9"/>
                    <a:pt x="160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1" name="Google Shape;17551;p44"/>
            <p:cNvSpPr/>
            <p:nvPr/>
          </p:nvSpPr>
          <p:spPr>
            <a:xfrm>
              <a:off x="4069850" y="2760600"/>
              <a:ext cx="5700" cy="6300"/>
            </a:xfrm>
            <a:custGeom>
              <a:avLst/>
              <a:gdLst/>
              <a:ahLst/>
              <a:cxnLst/>
              <a:rect l="l" t="t" r="r" b="b"/>
              <a:pathLst>
                <a:path w="228" h="252" extrusionOk="0">
                  <a:moveTo>
                    <a:pt x="119" y="1"/>
                  </a:moveTo>
                  <a:cubicBezTo>
                    <a:pt x="102" y="1"/>
                    <a:pt x="82" y="8"/>
                    <a:pt x="71" y="8"/>
                  </a:cubicBezTo>
                  <a:cubicBezTo>
                    <a:pt x="38" y="24"/>
                    <a:pt x="21" y="62"/>
                    <a:pt x="1" y="111"/>
                  </a:cubicBezTo>
                  <a:cubicBezTo>
                    <a:pt x="1" y="144"/>
                    <a:pt x="1" y="181"/>
                    <a:pt x="21" y="198"/>
                  </a:cubicBezTo>
                  <a:cubicBezTo>
                    <a:pt x="38" y="231"/>
                    <a:pt x="54" y="247"/>
                    <a:pt x="87" y="247"/>
                  </a:cubicBezTo>
                  <a:cubicBezTo>
                    <a:pt x="95" y="250"/>
                    <a:pt x="103" y="252"/>
                    <a:pt x="111" y="252"/>
                  </a:cubicBezTo>
                  <a:cubicBezTo>
                    <a:pt x="156" y="252"/>
                    <a:pt x="196" y="207"/>
                    <a:pt x="227" y="165"/>
                  </a:cubicBezTo>
                  <a:lnTo>
                    <a:pt x="227" y="144"/>
                  </a:lnTo>
                  <a:cubicBezTo>
                    <a:pt x="227" y="95"/>
                    <a:pt x="227" y="62"/>
                    <a:pt x="190" y="24"/>
                  </a:cubicBezTo>
                  <a:cubicBezTo>
                    <a:pt x="174" y="8"/>
                    <a:pt x="157" y="8"/>
                    <a:pt x="141" y="8"/>
                  </a:cubicBezTo>
                  <a:cubicBezTo>
                    <a:pt x="135" y="2"/>
                    <a:pt x="128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2" name="Google Shape;17552;p44"/>
            <p:cNvSpPr/>
            <p:nvPr/>
          </p:nvSpPr>
          <p:spPr>
            <a:xfrm>
              <a:off x="4113650" y="2815425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49" y="0"/>
                  </a:moveTo>
                  <a:cubicBezTo>
                    <a:pt x="136" y="0"/>
                    <a:pt x="123" y="4"/>
                    <a:pt x="104" y="12"/>
                  </a:cubicBezTo>
                  <a:cubicBezTo>
                    <a:pt x="38" y="33"/>
                    <a:pt x="1" y="116"/>
                    <a:pt x="22" y="169"/>
                  </a:cubicBezTo>
                  <a:cubicBezTo>
                    <a:pt x="38" y="202"/>
                    <a:pt x="55" y="239"/>
                    <a:pt x="71" y="239"/>
                  </a:cubicBezTo>
                  <a:cubicBezTo>
                    <a:pt x="104" y="256"/>
                    <a:pt x="141" y="256"/>
                    <a:pt x="158" y="256"/>
                  </a:cubicBezTo>
                  <a:cubicBezTo>
                    <a:pt x="191" y="239"/>
                    <a:pt x="207" y="202"/>
                    <a:pt x="228" y="186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44" y="66"/>
                    <a:pt x="228" y="50"/>
                    <a:pt x="207" y="33"/>
                  </a:cubicBezTo>
                  <a:cubicBezTo>
                    <a:pt x="207" y="12"/>
                    <a:pt x="191" y="12"/>
                    <a:pt x="191" y="12"/>
                  </a:cubicBezTo>
                  <a:cubicBezTo>
                    <a:pt x="174" y="4"/>
                    <a:pt x="162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3" name="Google Shape;17553;p44"/>
            <p:cNvSpPr/>
            <p:nvPr/>
          </p:nvSpPr>
          <p:spPr>
            <a:xfrm>
              <a:off x="4091400" y="28282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87" y="0"/>
                    <a:pt x="50" y="17"/>
                    <a:pt x="33" y="54"/>
                  </a:cubicBezTo>
                  <a:cubicBezTo>
                    <a:pt x="17" y="70"/>
                    <a:pt x="0" y="103"/>
                    <a:pt x="0" y="120"/>
                  </a:cubicBezTo>
                  <a:cubicBezTo>
                    <a:pt x="0" y="173"/>
                    <a:pt x="17" y="206"/>
                    <a:pt x="33" y="223"/>
                  </a:cubicBezTo>
                  <a:cubicBezTo>
                    <a:pt x="56" y="246"/>
                    <a:pt x="81" y="256"/>
                    <a:pt x="106" y="256"/>
                  </a:cubicBezTo>
                  <a:cubicBezTo>
                    <a:pt x="141" y="256"/>
                    <a:pt x="176" y="237"/>
                    <a:pt x="207" y="206"/>
                  </a:cubicBezTo>
                  <a:cubicBezTo>
                    <a:pt x="239" y="157"/>
                    <a:pt x="239" y="70"/>
                    <a:pt x="190" y="17"/>
                  </a:cubicBezTo>
                  <a:cubicBezTo>
                    <a:pt x="169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4" name="Google Shape;17554;p44"/>
            <p:cNvSpPr/>
            <p:nvPr/>
          </p:nvSpPr>
          <p:spPr>
            <a:xfrm>
              <a:off x="4087475" y="272007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7" y="0"/>
                  </a:moveTo>
                  <a:cubicBezTo>
                    <a:pt x="121" y="0"/>
                    <a:pt x="104" y="5"/>
                    <a:pt x="87" y="13"/>
                  </a:cubicBezTo>
                  <a:cubicBezTo>
                    <a:pt x="71" y="13"/>
                    <a:pt x="38" y="50"/>
                    <a:pt x="17" y="83"/>
                  </a:cubicBezTo>
                  <a:cubicBezTo>
                    <a:pt x="1" y="116"/>
                    <a:pt x="1" y="153"/>
                    <a:pt x="17" y="169"/>
                  </a:cubicBezTo>
                  <a:cubicBezTo>
                    <a:pt x="17" y="202"/>
                    <a:pt x="38" y="240"/>
                    <a:pt x="71" y="240"/>
                  </a:cubicBezTo>
                  <a:cubicBezTo>
                    <a:pt x="87" y="256"/>
                    <a:pt x="120" y="256"/>
                    <a:pt x="157" y="256"/>
                  </a:cubicBezTo>
                  <a:cubicBezTo>
                    <a:pt x="207" y="219"/>
                    <a:pt x="244" y="153"/>
                    <a:pt x="223" y="83"/>
                  </a:cubicBezTo>
                  <a:cubicBezTo>
                    <a:pt x="223" y="66"/>
                    <a:pt x="207" y="50"/>
                    <a:pt x="207" y="33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6" y="5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5" name="Google Shape;17555;p44"/>
            <p:cNvSpPr/>
            <p:nvPr/>
          </p:nvSpPr>
          <p:spPr>
            <a:xfrm>
              <a:off x="4086250" y="27647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1"/>
                  </a:moveTo>
                  <a:cubicBezTo>
                    <a:pt x="87" y="1"/>
                    <a:pt x="33" y="50"/>
                    <a:pt x="17" y="120"/>
                  </a:cubicBezTo>
                  <a:cubicBezTo>
                    <a:pt x="0" y="153"/>
                    <a:pt x="17" y="186"/>
                    <a:pt x="33" y="207"/>
                  </a:cubicBezTo>
                  <a:cubicBezTo>
                    <a:pt x="33" y="240"/>
                    <a:pt x="66" y="256"/>
                    <a:pt x="103" y="256"/>
                  </a:cubicBezTo>
                  <a:cubicBezTo>
                    <a:pt x="110" y="258"/>
                    <a:pt x="117" y="259"/>
                    <a:pt x="124" y="259"/>
                  </a:cubicBezTo>
                  <a:cubicBezTo>
                    <a:pt x="170" y="259"/>
                    <a:pt x="225" y="214"/>
                    <a:pt x="239" y="153"/>
                  </a:cubicBezTo>
                  <a:cubicBezTo>
                    <a:pt x="239" y="120"/>
                    <a:pt x="239" y="83"/>
                    <a:pt x="223" y="50"/>
                  </a:cubicBezTo>
                  <a:lnTo>
                    <a:pt x="206" y="34"/>
                  </a:lnTo>
                  <a:cubicBezTo>
                    <a:pt x="190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6" name="Google Shape;17556;p44"/>
            <p:cNvSpPr/>
            <p:nvPr/>
          </p:nvSpPr>
          <p:spPr>
            <a:xfrm>
              <a:off x="4095200" y="273635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58" y="1"/>
                  </a:moveTo>
                  <a:cubicBezTo>
                    <a:pt x="87" y="1"/>
                    <a:pt x="17" y="50"/>
                    <a:pt x="17" y="120"/>
                  </a:cubicBezTo>
                  <a:cubicBezTo>
                    <a:pt x="1" y="153"/>
                    <a:pt x="1" y="186"/>
                    <a:pt x="17" y="207"/>
                  </a:cubicBezTo>
                  <a:cubicBezTo>
                    <a:pt x="38" y="240"/>
                    <a:pt x="71" y="256"/>
                    <a:pt x="87" y="256"/>
                  </a:cubicBezTo>
                  <a:cubicBezTo>
                    <a:pt x="97" y="261"/>
                    <a:pt x="107" y="263"/>
                    <a:pt x="117" y="263"/>
                  </a:cubicBezTo>
                  <a:cubicBezTo>
                    <a:pt x="140" y="263"/>
                    <a:pt x="162" y="252"/>
                    <a:pt x="174" y="240"/>
                  </a:cubicBezTo>
                  <a:cubicBezTo>
                    <a:pt x="207" y="223"/>
                    <a:pt x="224" y="186"/>
                    <a:pt x="224" y="153"/>
                  </a:cubicBezTo>
                  <a:cubicBezTo>
                    <a:pt x="244" y="120"/>
                    <a:pt x="244" y="83"/>
                    <a:pt x="224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1" y="17"/>
                    <a:pt x="174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7" name="Google Shape;17557;p44"/>
            <p:cNvSpPr/>
            <p:nvPr/>
          </p:nvSpPr>
          <p:spPr>
            <a:xfrm>
              <a:off x="4074175" y="2822725"/>
              <a:ext cx="6525" cy="6575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41" y="1"/>
                  </a:moveTo>
                  <a:cubicBezTo>
                    <a:pt x="126" y="1"/>
                    <a:pt x="112" y="5"/>
                    <a:pt x="104" y="13"/>
                  </a:cubicBezTo>
                  <a:cubicBezTo>
                    <a:pt x="34" y="50"/>
                    <a:pt x="1" y="116"/>
                    <a:pt x="17" y="186"/>
                  </a:cubicBezTo>
                  <a:cubicBezTo>
                    <a:pt x="30" y="240"/>
                    <a:pt x="74" y="262"/>
                    <a:pt x="118" y="262"/>
                  </a:cubicBezTo>
                  <a:cubicBezTo>
                    <a:pt x="132" y="262"/>
                    <a:pt x="145" y="260"/>
                    <a:pt x="158" y="256"/>
                  </a:cubicBezTo>
                  <a:cubicBezTo>
                    <a:pt x="223" y="219"/>
                    <a:pt x="261" y="153"/>
                    <a:pt x="240" y="83"/>
                  </a:cubicBezTo>
                  <a:cubicBezTo>
                    <a:pt x="223" y="67"/>
                    <a:pt x="223" y="50"/>
                    <a:pt x="207" y="30"/>
                  </a:cubicBezTo>
                  <a:cubicBezTo>
                    <a:pt x="190" y="30"/>
                    <a:pt x="190" y="13"/>
                    <a:pt x="190" y="13"/>
                  </a:cubicBezTo>
                  <a:cubicBezTo>
                    <a:pt x="174" y="5"/>
                    <a:pt x="156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8" name="Google Shape;17558;p44"/>
            <p:cNvSpPr/>
            <p:nvPr/>
          </p:nvSpPr>
          <p:spPr>
            <a:xfrm>
              <a:off x="4034300" y="27717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1" y="0"/>
                  </a:moveTo>
                  <a:cubicBezTo>
                    <a:pt x="122" y="0"/>
                    <a:pt x="113" y="2"/>
                    <a:pt x="103" y="7"/>
                  </a:cubicBezTo>
                  <a:cubicBezTo>
                    <a:pt x="83" y="7"/>
                    <a:pt x="50" y="28"/>
                    <a:pt x="33" y="44"/>
                  </a:cubicBezTo>
                  <a:cubicBezTo>
                    <a:pt x="17" y="77"/>
                    <a:pt x="0" y="94"/>
                    <a:pt x="0" y="131"/>
                  </a:cubicBezTo>
                  <a:cubicBezTo>
                    <a:pt x="0" y="164"/>
                    <a:pt x="17" y="197"/>
                    <a:pt x="33" y="234"/>
                  </a:cubicBezTo>
                  <a:cubicBezTo>
                    <a:pt x="55" y="248"/>
                    <a:pt x="81" y="257"/>
                    <a:pt x="107" y="257"/>
                  </a:cubicBezTo>
                  <a:cubicBezTo>
                    <a:pt x="141" y="257"/>
                    <a:pt x="176" y="243"/>
                    <a:pt x="206" y="213"/>
                  </a:cubicBezTo>
                  <a:cubicBezTo>
                    <a:pt x="239" y="147"/>
                    <a:pt x="239" y="77"/>
                    <a:pt x="186" y="28"/>
                  </a:cubicBezTo>
                  <a:cubicBezTo>
                    <a:pt x="174" y="13"/>
                    <a:pt x="154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9" name="Google Shape;17559;p44"/>
            <p:cNvSpPr/>
            <p:nvPr/>
          </p:nvSpPr>
          <p:spPr>
            <a:xfrm>
              <a:off x="4028625" y="2755975"/>
              <a:ext cx="6100" cy="6250"/>
            </a:xfrm>
            <a:custGeom>
              <a:avLst/>
              <a:gdLst/>
              <a:ahLst/>
              <a:cxnLst/>
              <a:rect l="l" t="t" r="r" b="b"/>
              <a:pathLst>
                <a:path w="244" h="250" extrusionOk="0">
                  <a:moveTo>
                    <a:pt x="131" y="0"/>
                  </a:moveTo>
                  <a:cubicBezTo>
                    <a:pt x="72" y="0"/>
                    <a:pt x="21" y="49"/>
                    <a:pt x="21" y="106"/>
                  </a:cubicBezTo>
                  <a:cubicBezTo>
                    <a:pt x="1" y="143"/>
                    <a:pt x="1" y="176"/>
                    <a:pt x="21" y="193"/>
                  </a:cubicBezTo>
                  <a:cubicBezTo>
                    <a:pt x="38" y="226"/>
                    <a:pt x="71" y="247"/>
                    <a:pt x="87" y="247"/>
                  </a:cubicBezTo>
                  <a:cubicBezTo>
                    <a:pt x="96" y="249"/>
                    <a:pt x="104" y="250"/>
                    <a:pt x="112" y="250"/>
                  </a:cubicBezTo>
                  <a:cubicBezTo>
                    <a:pt x="169" y="250"/>
                    <a:pt x="209" y="201"/>
                    <a:pt x="227" y="143"/>
                  </a:cubicBezTo>
                  <a:cubicBezTo>
                    <a:pt x="244" y="106"/>
                    <a:pt x="227" y="73"/>
                    <a:pt x="227" y="57"/>
                  </a:cubicBezTo>
                  <a:cubicBezTo>
                    <a:pt x="207" y="40"/>
                    <a:pt x="207" y="40"/>
                    <a:pt x="207" y="20"/>
                  </a:cubicBezTo>
                  <a:cubicBezTo>
                    <a:pt x="190" y="3"/>
                    <a:pt x="174" y="3"/>
                    <a:pt x="157" y="3"/>
                  </a:cubicBezTo>
                  <a:cubicBezTo>
                    <a:pt x="148" y="1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0" name="Google Shape;17560;p44"/>
            <p:cNvSpPr/>
            <p:nvPr/>
          </p:nvSpPr>
          <p:spPr>
            <a:xfrm>
              <a:off x="4037700" y="2850150"/>
              <a:ext cx="3425" cy="425"/>
            </a:xfrm>
            <a:custGeom>
              <a:avLst/>
              <a:gdLst/>
              <a:ahLst/>
              <a:cxnLst/>
              <a:rect l="l" t="t" r="r" b="b"/>
              <a:pathLst>
                <a:path w="137" h="17" extrusionOk="0">
                  <a:moveTo>
                    <a:pt x="87" y="0"/>
                  </a:moveTo>
                  <a:cubicBezTo>
                    <a:pt x="50" y="0"/>
                    <a:pt x="33" y="0"/>
                    <a:pt x="0" y="17"/>
                  </a:cubicBezTo>
                  <a:lnTo>
                    <a:pt x="136" y="17"/>
                  </a:lnTo>
                  <a:cubicBezTo>
                    <a:pt x="120" y="17"/>
                    <a:pt x="103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1" name="Google Shape;17561;p44"/>
            <p:cNvSpPr/>
            <p:nvPr/>
          </p:nvSpPr>
          <p:spPr>
            <a:xfrm>
              <a:off x="4035950" y="278865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5" y="45"/>
                    <a:pt x="17" y="106"/>
                  </a:cubicBezTo>
                  <a:cubicBezTo>
                    <a:pt x="0" y="139"/>
                    <a:pt x="0" y="176"/>
                    <a:pt x="17" y="209"/>
                  </a:cubicBezTo>
                  <a:cubicBezTo>
                    <a:pt x="37" y="226"/>
                    <a:pt x="70" y="242"/>
                    <a:pt x="87" y="259"/>
                  </a:cubicBezTo>
                  <a:cubicBezTo>
                    <a:pt x="157" y="259"/>
                    <a:pt x="206" y="209"/>
                    <a:pt x="223" y="139"/>
                  </a:cubicBezTo>
                  <a:cubicBezTo>
                    <a:pt x="243" y="106"/>
                    <a:pt x="243" y="73"/>
                    <a:pt x="223" y="53"/>
                  </a:cubicBezTo>
                  <a:cubicBezTo>
                    <a:pt x="206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2" name="Google Shape;17562;p44"/>
            <p:cNvSpPr/>
            <p:nvPr/>
          </p:nvSpPr>
          <p:spPr>
            <a:xfrm>
              <a:off x="4036875" y="2804500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3" y="1"/>
                  </a:moveTo>
                  <a:cubicBezTo>
                    <a:pt x="86" y="1"/>
                    <a:pt x="31" y="46"/>
                    <a:pt x="17" y="107"/>
                  </a:cubicBezTo>
                  <a:cubicBezTo>
                    <a:pt x="0" y="177"/>
                    <a:pt x="33" y="243"/>
                    <a:pt x="103" y="243"/>
                  </a:cubicBezTo>
                  <a:cubicBezTo>
                    <a:pt x="113" y="249"/>
                    <a:pt x="122" y="252"/>
                    <a:pt x="129" y="252"/>
                  </a:cubicBezTo>
                  <a:cubicBezTo>
                    <a:pt x="148" y="252"/>
                    <a:pt x="163" y="238"/>
                    <a:pt x="186" y="227"/>
                  </a:cubicBezTo>
                  <a:cubicBezTo>
                    <a:pt x="206" y="210"/>
                    <a:pt x="223" y="177"/>
                    <a:pt x="239" y="140"/>
                  </a:cubicBezTo>
                  <a:cubicBezTo>
                    <a:pt x="239" y="107"/>
                    <a:pt x="239" y="74"/>
                    <a:pt x="223" y="58"/>
                  </a:cubicBezTo>
                  <a:cubicBezTo>
                    <a:pt x="223" y="37"/>
                    <a:pt x="223" y="37"/>
                    <a:pt x="206" y="21"/>
                  </a:cubicBezTo>
                  <a:cubicBezTo>
                    <a:pt x="186" y="4"/>
                    <a:pt x="169" y="4"/>
                    <a:pt x="153" y="4"/>
                  </a:cubicBezTo>
                  <a:cubicBezTo>
                    <a:pt x="146" y="2"/>
                    <a:pt x="140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3" name="Google Shape;17563;p44"/>
            <p:cNvSpPr/>
            <p:nvPr/>
          </p:nvSpPr>
          <p:spPr>
            <a:xfrm>
              <a:off x="4030375" y="2818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7" y="1"/>
                  </a:moveTo>
                  <a:cubicBezTo>
                    <a:pt x="87" y="1"/>
                    <a:pt x="17" y="38"/>
                    <a:pt x="1" y="124"/>
                  </a:cubicBezTo>
                  <a:cubicBezTo>
                    <a:pt x="1" y="141"/>
                    <a:pt x="1" y="174"/>
                    <a:pt x="17" y="207"/>
                  </a:cubicBezTo>
                  <a:cubicBezTo>
                    <a:pt x="34" y="244"/>
                    <a:pt x="71" y="260"/>
                    <a:pt x="87" y="260"/>
                  </a:cubicBezTo>
                  <a:cubicBezTo>
                    <a:pt x="120" y="260"/>
                    <a:pt x="157" y="260"/>
                    <a:pt x="174" y="244"/>
                  </a:cubicBezTo>
                  <a:cubicBezTo>
                    <a:pt x="207" y="207"/>
                    <a:pt x="223" y="190"/>
                    <a:pt x="223" y="157"/>
                  </a:cubicBezTo>
                  <a:cubicBezTo>
                    <a:pt x="240" y="124"/>
                    <a:pt x="223" y="87"/>
                    <a:pt x="223" y="54"/>
                  </a:cubicBezTo>
                  <a:cubicBezTo>
                    <a:pt x="207" y="54"/>
                    <a:pt x="207" y="38"/>
                    <a:pt x="190" y="38"/>
                  </a:cubicBezTo>
                  <a:cubicBezTo>
                    <a:pt x="190" y="21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4" name="Google Shape;17564;p44"/>
            <p:cNvSpPr/>
            <p:nvPr/>
          </p:nvSpPr>
          <p:spPr>
            <a:xfrm>
              <a:off x="4034300" y="283285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15" y="1"/>
                  </a:moveTo>
                  <a:cubicBezTo>
                    <a:pt x="66" y="1"/>
                    <a:pt x="15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7"/>
                    <a:pt x="50" y="264"/>
                    <a:pt x="83" y="264"/>
                  </a:cubicBezTo>
                  <a:cubicBezTo>
                    <a:pt x="120" y="264"/>
                    <a:pt x="136" y="264"/>
                    <a:pt x="169" y="227"/>
                  </a:cubicBezTo>
                  <a:cubicBezTo>
                    <a:pt x="186" y="210"/>
                    <a:pt x="223" y="194"/>
                    <a:pt x="223" y="161"/>
                  </a:cubicBezTo>
                  <a:cubicBezTo>
                    <a:pt x="223" y="124"/>
                    <a:pt x="223" y="91"/>
                    <a:pt x="206" y="58"/>
                  </a:cubicBezTo>
                  <a:cubicBezTo>
                    <a:pt x="206" y="37"/>
                    <a:pt x="206" y="37"/>
                    <a:pt x="186" y="37"/>
                  </a:cubicBezTo>
                  <a:cubicBezTo>
                    <a:pt x="169" y="20"/>
                    <a:pt x="153" y="4"/>
                    <a:pt x="136" y="4"/>
                  </a:cubicBezTo>
                  <a:cubicBezTo>
                    <a:pt x="129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5" name="Google Shape;17565;p44"/>
            <p:cNvSpPr/>
            <p:nvPr/>
          </p:nvSpPr>
          <p:spPr>
            <a:xfrm>
              <a:off x="4064300" y="279122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4" y="45"/>
                    <a:pt x="17" y="106"/>
                  </a:cubicBezTo>
                  <a:cubicBezTo>
                    <a:pt x="0" y="139"/>
                    <a:pt x="17" y="176"/>
                    <a:pt x="37" y="209"/>
                  </a:cubicBezTo>
                  <a:cubicBezTo>
                    <a:pt x="37" y="226"/>
                    <a:pt x="70" y="242"/>
                    <a:pt x="103" y="259"/>
                  </a:cubicBezTo>
                  <a:cubicBezTo>
                    <a:pt x="157" y="259"/>
                    <a:pt x="223" y="209"/>
                    <a:pt x="243" y="139"/>
                  </a:cubicBezTo>
                  <a:cubicBezTo>
                    <a:pt x="243" y="106"/>
                    <a:pt x="243" y="73"/>
                    <a:pt x="223" y="53"/>
                  </a:cubicBezTo>
                  <a:cubicBezTo>
                    <a:pt x="223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6" name="Google Shape;17566;p44"/>
            <p:cNvSpPr/>
            <p:nvPr/>
          </p:nvSpPr>
          <p:spPr>
            <a:xfrm>
              <a:off x="4059125" y="2821275"/>
              <a:ext cx="6125" cy="6200"/>
            </a:xfrm>
            <a:custGeom>
              <a:avLst/>
              <a:gdLst/>
              <a:ahLst/>
              <a:cxnLst/>
              <a:rect l="l" t="t" r="r" b="b"/>
              <a:pathLst>
                <a:path w="245" h="248" extrusionOk="0">
                  <a:moveTo>
                    <a:pt x="128" y="1"/>
                  </a:moveTo>
                  <a:cubicBezTo>
                    <a:pt x="74" y="1"/>
                    <a:pt x="35" y="48"/>
                    <a:pt x="17" y="108"/>
                  </a:cubicBezTo>
                  <a:cubicBezTo>
                    <a:pt x="1" y="141"/>
                    <a:pt x="1" y="174"/>
                    <a:pt x="17" y="211"/>
                  </a:cubicBezTo>
                  <a:cubicBezTo>
                    <a:pt x="38" y="228"/>
                    <a:pt x="71" y="244"/>
                    <a:pt x="87" y="244"/>
                  </a:cubicBezTo>
                  <a:cubicBezTo>
                    <a:pt x="97" y="246"/>
                    <a:pt x="105" y="248"/>
                    <a:pt x="114" y="248"/>
                  </a:cubicBezTo>
                  <a:cubicBezTo>
                    <a:pt x="170" y="248"/>
                    <a:pt x="209" y="202"/>
                    <a:pt x="224" y="141"/>
                  </a:cubicBezTo>
                  <a:cubicBezTo>
                    <a:pt x="244" y="108"/>
                    <a:pt x="244" y="71"/>
                    <a:pt x="224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1" y="5"/>
                    <a:pt x="174" y="5"/>
                    <a:pt x="158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7" name="Google Shape;17567;p44"/>
            <p:cNvSpPr/>
            <p:nvPr/>
          </p:nvSpPr>
          <p:spPr>
            <a:xfrm>
              <a:off x="4064300" y="2837275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40" y="0"/>
                  </a:moveTo>
                  <a:cubicBezTo>
                    <a:pt x="120" y="0"/>
                    <a:pt x="87" y="17"/>
                    <a:pt x="54" y="33"/>
                  </a:cubicBezTo>
                  <a:cubicBezTo>
                    <a:pt x="37" y="50"/>
                    <a:pt x="17" y="87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7" y="239"/>
                    <a:pt x="54" y="256"/>
                    <a:pt x="87" y="256"/>
                  </a:cubicBezTo>
                  <a:cubicBezTo>
                    <a:pt x="96" y="258"/>
                    <a:pt x="105" y="259"/>
                    <a:pt x="113" y="259"/>
                  </a:cubicBezTo>
                  <a:cubicBezTo>
                    <a:pt x="169" y="259"/>
                    <a:pt x="208" y="214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206" y="50"/>
                    <a:pt x="206" y="33"/>
                    <a:pt x="190" y="33"/>
                  </a:cubicBezTo>
                  <a:cubicBezTo>
                    <a:pt x="173" y="17"/>
                    <a:pt x="157" y="17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8" name="Google Shape;17568;p44"/>
            <p:cNvSpPr/>
            <p:nvPr/>
          </p:nvSpPr>
          <p:spPr>
            <a:xfrm>
              <a:off x="4051825" y="2804500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19" y="1"/>
                  </a:moveTo>
                  <a:cubicBezTo>
                    <a:pt x="70" y="1"/>
                    <a:pt x="18" y="46"/>
                    <a:pt x="0" y="107"/>
                  </a:cubicBezTo>
                  <a:cubicBezTo>
                    <a:pt x="0" y="140"/>
                    <a:pt x="0" y="177"/>
                    <a:pt x="21" y="194"/>
                  </a:cubicBezTo>
                  <a:cubicBezTo>
                    <a:pt x="37" y="227"/>
                    <a:pt x="54" y="243"/>
                    <a:pt x="87" y="243"/>
                  </a:cubicBezTo>
                  <a:cubicBezTo>
                    <a:pt x="97" y="246"/>
                    <a:pt x="107" y="248"/>
                    <a:pt x="116" y="248"/>
                  </a:cubicBezTo>
                  <a:cubicBezTo>
                    <a:pt x="171" y="248"/>
                    <a:pt x="209" y="200"/>
                    <a:pt x="227" y="140"/>
                  </a:cubicBezTo>
                  <a:cubicBezTo>
                    <a:pt x="243" y="107"/>
                    <a:pt x="227" y="74"/>
                    <a:pt x="206" y="58"/>
                  </a:cubicBezTo>
                  <a:cubicBezTo>
                    <a:pt x="206" y="37"/>
                    <a:pt x="206" y="37"/>
                    <a:pt x="190" y="21"/>
                  </a:cubicBezTo>
                  <a:cubicBezTo>
                    <a:pt x="190" y="4"/>
                    <a:pt x="173" y="4"/>
                    <a:pt x="140" y="4"/>
                  </a:cubicBezTo>
                  <a:cubicBezTo>
                    <a:pt x="133" y="2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9" name="Google Shape;17569;p44"/>
            <p:cNvSpPr/>
            <p:nvPr/>
          </p:nvSpPr>
          <p:spPr>
            <a:xfrm>
              <a:off x="4062125" y="27757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7" y="1"/>
                  </a:moveTo>
                  <a:cubicBezTo>
                    <a:pt x="103" y="1"/>
                    <a:pt x="67" y="17"/>
                    <a:pt x="38" y="55"/>
                  </a:cubicBezTo>
                  <a:cubicBezTo>
                    <a:pt x="0" y="109"/>
                    <a:pt x="0" y="179"/>
                    <a:pt x="38" y="229"/>
                  </a:cubicBezTo>
                  <a:cubicBezTo>
                    <a:pt x="58" y="251"/>
                    <a:pt x="82" y="260"/>
                    <a:pt x="107" y="260"/>
                  </a:cubicBezTo>
                  <a:cubicBezTo>
                    <a:pt x="141" y="260"/>
                    <a:pt x="178" y="241"/>
                    <a:pt x="207" y="212"/>
                  </a:cubicBezTo>
                  <a:cubicBezTo>
                    <a:pt x="244" y="158"/>
                    <a:pt x="244" y="76"/>
                    <a:pt x="207" y="22"/>
                  </a:cubicBezTo>
                  <a:cubicBezTo>
                    <a:pt x="186" y="9"/>
                    <a:pt x="162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0" name="Google Shape;17570;p44"/>
            <p:cNvSpPr/>
            <p:nvPr/>
          </p:nvSpPr>
          <p:spPr>
            <a:xfrm>
              <a:off x="4056550" y="275885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35" y="1"/>
                  </a:moveTo>
                  <a:cubicBezTo>
                    <a:pt x="126" y="1"/>
                    <a:pt x="116" y="2"/>
                    <a:pt x="104" y="8"/>
                  </a:cubicBezTo>
                  <a:cubicBezTo>
                    <a:pt x="38" y="45"/>
                    <a:pt x="1" y="111"/>
                    <a:pt x="17" y="181"/>
                  </a:cubicBezTo>
                  <a:cubicBezTo>
                    <a:pt x="38" y="214"/>
                    <a:pt x="54" y="235"/>
                    <a:pt x="71" y="251"/>
                  </a:cubicBezTo>
                  <a:cubicBezTo>
                    <a:pt x="87" y="259"/>
                    <a:pt x="105" y="263"/>
                    <a:pt x="120" y="263"/>
                  </a:cubicBezTo>
                  <a:cubicBezTo>
                    <a:pt x="136" y="263"/>
                    <a:pt x="149" y="259"/>
                    <a:pt x="157" y="251"/>
                  </a:cubicBezTo>
                  <a:cubicBezTo>
                    <a:pt x="190" y="235"/>
                    <a:pt x="207" y="214"/>
                    <a:pt x="223" y="181"/>
                  </a:cubicBezTo>
                  <a:cubicBezTo>
                    <a:pt x="244" y="148"/>
                    <a:pt x="244" y="111"/>
                    <a:pt x="244" y="78"/>
                  </a:cubicBezTo>
                  <a:cubicBezTo>
                    <a:pt x="244" y="61"/>
                    <a:pt x="223" y="45"/>
                    <a:pt x="207" y="28"/>
                  </a:cubicBezTo>
                  <a:cubicBezTo>
                    <a:pt x="207" y="28"/>
                    <a:pt x="190" y="28"/>
                    <a:pt x="190" y="8"/>
                  </a:cubicBezTo>
                  <a:cubicBezTo>
                    <a:pt x="168" y="8"/>
                    <a:pt x="154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1" name="Google Shape;17571;p44"/>
            <p:cNvSpPr/>
            <p:nvPr/>
          </p:nvSpPr>
          <p:spPr>
            <a:xfrm>
              <a:off x="4069025" y="274572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37" y="1"/>
                  </a:moveTo>
                  <a:cubicBezTo>
                    <a:pt x="120" y="1"/>
                    <a:pt x="87" y="1"/>
                    <a:pt x="54" y="38"/>
                  </a:cubicBezTo>
                  <a:cubicBezTo>
                    <a:pt x="34" y="55"/>
                    <a:pt x="17" y="71"/>
                    <a:pt x="1" y="104"/>
                  </a:cubicBezTo>
                  <a:cubicBezTo>
                    <a:pt x="1" y="141"/>
                    <a:pt x="1" y="174"/>
                    <a:pt x="17" y="207"/>
                  </a:cubicBezTo>
                  <a:cubicBezTo>
                    <a:pt x="34" y="244"/>
                    <a:pt x="54" y="261"/>
                    <a:pt x="87" y="261"/>
                  </a:cubicBezTo>
                  <a:cubicBezTo>
                    <a:pt x="93" y="263"/>
                    <a:pt x="100" y="264"/>
                    <a:pt x="106" y="264"/>
                  </a:cubicBezTo>
                  <a:cubicBezTo>
                    <a:pt x="153" y="264"/>
                    <a:pt x="209" y="215"/>
                    <a:pt x="223" y="158"/>
                  </a:cubicBezTo>
                  <a:cubicBezTo>
                    <a:pt x="223" y="121"/>
                    <a:pt x="223" y="88"/>
                    <a:pt x="207" y="55"/>
                  </a:cubicBezTo>
                  <a:cubicBezTo>
                    <a:pt x="207" y="55"/>
                    <a:pt x="207" y="38"/>
                    <a:pt x="190" y="38"/>
                  </a:cubicBezTo>
                  <a:cubicBezTo>
                    <a:pt x="174" y="17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2" name="Google Shape;17572;p44"/>
            <p:cNvSpPr/>
            <p:nvPr/>
          </p:nvSpPr>
          <p:spPr>
            <a:xfrm>
              <a:off x="4066050" y="2806825"/>
              <a:ext cx="6400" cy="6300"/>
            </a:xfrm>
            <a:custGeom>
              <a:avLst/>
              <a:gdLst/>
              <a:ahLst/>
              <a:cxnLst/>
              <a:rect l="l" t="t" r="r" b="b"/>
              <a:pathLst>
                <a:path w="256" h="252" extrusionOk="0">
                  <a:moveTo>
                    <a:pt x="144" y="1"/>
                  </a:moveTo>
                  <a:cubicBezTo>
                    <a:pt x="109" y="1"/>
                    <a:pt x="71" y="18"/>
                    <a:pt x="50" y="47"/>
                  </a:cubicBezTo>
                  <a:cubicBezTo>
                    <a:pt x="0" y="101"/>
                    <a:pt x="0" y="187"/>
                    <a:pt x="50" y="220"/>
                  </a:cubicBezTo>
                  <a:cubicBezTo>
                    <a:pt x="65" y="243"/>
                    <a:pt x="89" y="252"/>
                    <a:pt x="114" y="252"/>
                  </a:cubicBezTo>
                  <a:cubicBezTo>
                    <a:pt x="149" y="252"/>
                    <a:pt x="187" y="233"/>
                    <a:pt x="206" y="204"/>
                  </a:cubicBezTo>
                  <a:cubicBezTo>
                    <a:pt x="256" y="150"/>
                    <a:pt x="256" y="68"/>
                    <a:pt x="206" y="31"/>
                  </a:cubicBezTo>
                  <a:cubicBezTo>
                    <a:pt x="192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3" name="Google Shape;17573;p44"/>
            <p:cNvSpPr/>
            <p:nvPr/>
          </p:nvSpPr>
          <p:spPr>
            <a:xfrm>
              <a:off x="4123975" y="273927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5" y="46"/>
                    <a:pt x="21" y="106"/>
                  </a:cubicBezTo>
                  <a:cubicBezTo>
                    <a:pt x="0" y="139"/>
                    <a:pt x="21" y="172"/>
                    <a:pt x="21" y="210"/>
                  </a:cubicBezTo>
                  <a:cubicBezTo>
                    <a:pt x="37" y="226"/>
                    <a:pt x="70" y="242"/>
                    <a:pt x="87" y="259"/>
                  </a:cubicBezTo>
                  <a:cubicBezTo>
                    <a:pt x="157" y="259"/>
                    <a:pt x="227" y="210"/>
                    <a:pt x="227" y="139"/>
                  </a:cubicBezTo>
                  <a:cubicBezTo>
                    <a:pt x="243" y="106"/>
                    <a:pt x="243" y="90"/>
                    <a:pt x="227" y="53"/>
                  </a:cubicBezTo>
                  <a:cubicBezTo>
                    <a:pt x="206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4" name="Google Shape;17574;p44"/>
            <p:cNvSpPr/>
            <p:nvPr/>
          </p:nvSpPr>
          <p:spPr>
            <a:xfrm>
              <a:off x="3885250" y="27603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8" y="0"/>
                  </a:moveTo>
                  <a:cubicBezTo>
                    <a:pt x="74" y="0"/>
                    <a:pt x="31" y="46"/>
                    <a:pt x="17" y="107"/>
                  </a:cubicBezTo>
                  <a:cubicBezTo>
                    <a:pt x="1" y="139"/>
                    <a:pt x="1" y="177"/>
                    <a:pt x="17" y="210"/>
                  </a:cubicBezTo>
                  <a:cubicBezTo>
                    <a:pt x="34" y="226"/>
                    <a:pt x="67" y="243"/>
                    <a:pt x="87" y="259"/>
                  </a:cubicBezTo>
                  <a:cubicBezTo>
                    <a:pt x="153" y="259"/>
                    <a:pt x="207" y="210"/>
                    <a:pt x="223" y="139"/>
                  </a:cubicBezTo>
                  <a:cubicBezTo>
                    <a:pt x="240" y="107"/>
                    <a:pt x="240" y="74"/>
                    <a:pt x="223" y="53"/>
                  </a:cubicBezTo>
                  <a:cubicBezTo>
                    <a:pt x="207" y="36"/>
                    <a:pt x="207" y="36"/>
                    <a:pt x="207" y="20"/>
                  </a:cubicBezTo>
                  <a:cubicBezTo>
                    <a:pt x="190" y="20"/>
                    <a:pt x="170" y="3"/>
                    <a:pt x="153" y="3"/>
                  </a:cubicBezTo>
                  <a:cubicBezTo>
                    <a:pt x="144" y="1"/>
                    <a:pt x="136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5" name="Google Shape;17575;p44"/>
            <p:cNvSpPr/>
            <p:nvPr/>
          </p:nvSpPr>
          <p:spPr>
            <a:xfrm>
              <a:off x="3880100" y="2790350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13" y="1"/>
                  </a:moveTo>
                  <a:cubicBezTo>
                    <a:pt x="68" y="1"/>
                    <a:pt x="14" y="49"/>
                    <a:pt x="0" y="108"/>
                  </a:cubicBezTo>
                  <a:cubicBezTo>
                    <a:pt x="0" y="141"/>
                    <a:pt x="0" y="174"/>
                    <a:pt x="17" y="191"/>
                  </a:cubicBezTo>
                  <a:cubicBezTo>
                    <a:pt x="33" y="228"/>
                    <a:pt x="50" y="244"/>
                    <a:pt x="87" y="244"/>
                  </a:cubicBezTo>
                  <a:cubicBezTo>
                    <a:pt x="96" y="247"/>
                    <a:pt x="104" y="248"/>
                    <a:pt x="112" y="248"/>
                  </a:cubicBezTo>
                  <a:cubicBezTo>
                    <a:pt x="166" y="248"/>
                    <a:pt x="209" y="202"/>
                    <a:pt x="223" y="141"/>
                  </a:cubicBezTo>
                  <a:cubicBezTo>
                    <a:pt x="240" y="108"/>
                    <a:pt x="223" y="71"/>
                    <a:pt x="207" y="55"/>
                  </a:cubicBezTo>
                  <a:cubicBezTo>
                    <a:pt x="207" y="38"/>
                    <a:pt x="207" y="38"/>
                    <a:pt x="190" y="22"/>
                  </a:cubicBezTo>
                  <a:cubicBezTo>
                    <a:pt x="190" y="5"/>
                    <a:pt x="169" y="5"/>
                    <a:pt x="136" y="5"/>
                  </a:cubicBezTo>
                  <a:cubicBezTo>
                    <a:pt x="129" y="2"/>
                    <a:pt x="121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6" name="Google Shape;17576;p44"/>
            <p:cNvSpPr/>
            <p:nvPr/>
          </p:nvSpPr>
          <p:spPr>
            <a:xfrm>
              <a:off x="3875775" y="283775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36" y="1"/>
                  </a:moveTo>
                  <a:cubicBezTo>
                    <a:pt x="101" y="1"/>
                    <a:pt x="64" y="18"/>
                    <a:pt x="33" y="47"/>
                  </a:cubicBezTo>
                  <a:cubicBezTo>
                    <a:pt x="0" y="101"/>
                    <a:pt x="0" y="187"/>
                    <a:pt x="33" y="220"/>
                  </a:cubicBezTo>
                  <a:cubicBezTo>
                    <a:pt x="54" y="237"/>
                    <a:pt x="70" y="237"/>
                    <a:pt x="87" y="253"/>
                  </a:cubicBezTo>
                  <a:cubicBezTo>
                    <a:pt x="120" y="253"/>
                    <a:pt x="173" y="237"/>
                    <a:pt x="206" y="204"/>
                  </a:cubicBezTo>
                  <a:cubicBezTo>
                    <a:pt x="223" y="171"/>
                    <a:pt x="239" y="117"/>
                    <a:pt x="223" y="68"/>
                  </a:cubicBezTo>
                  <a:cubicBezTo>
                    <a:pt x="223" y="47"/>
                    <a:pt x="206" y="31"/>
                    <a:pt x="206" y="31"/>
                  </a:cubicBezTo>
                  <a:cubicBezTo>
                    <a:pt x="186" y="10"/>
                    <a:pt x="161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7" name="Google Shape;17577;p44"/>
            <p:cNvSpPr/>
            <p:nvPr/>
          </p:nvSpPr>
          <p:spPr>
            <a:xfrm>
              <a:off x="3890000" y="271482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83" y="0"/>
                    <a:pt x="50" y="17"/>
                  </a:cubicBezTo>
                  <a:cubicBezTo>
                    <a:pt x="33" y="54"/>
                    <a:pt x="0" y="70"/>
                    <a:pt x="0" y="103"/>
                  </a:cubicBezTo>
                  <a:cubicBezTo>
                    <a:pt x="0" y="140"/>
                    <a:pt x="0" y="173"/>
                    <a:pt x="17" y="206"/>
                  </a:cubicBezTo>
                  <a:cubicBezTo>
                    <a:pt x="33" y="223"/>
                    <a:pt x="50" y="260"/>
                    <a:pt x="83" y="260"/>
                  </a:cubicBezTo>
                  <a:cubicBezTo>
                    <a:pt x="136" y="260"/>
                    <a:pt x="206" y="223"/>
                    <a:pt x="223" y="157"/>
                  </a:cubicBezTo>
                  <a:cubicBezTo>
                    <a:pt x="223" y="120"/>
                    <a:pt x="223" y="87"/>
                    <a:pt x="206" y="54"/>
                  </a:cubicBezTo>
                  <a:cubicBezTo>
                    <a:pt x="206" y="37"/>
                    <a:pt x="186" y="37"/>
                    <a:pt x="186" y="37"/>
                  </a:cubicBezTo>
                  <a:cubicBezTo>
                    <a:pt x="169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8" name="Google Shape;17578;p44"/>
            <p:cNvSpPr/>
            <p:nvPr/>
          </p:nvSpPr>
          <p:spPr>
            <a:xfrm>
              <a:off x="3890400" y="27294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120" y="1"/>
                    <a:pt x="104" y="1"/>
                    <a:pt x="87" y="17"/>
                  </a:cubicBezTo>
                  <a:cubicBezTo>
                    <a:pt x="50" y="34"/>
                    <a:pt x="17" y="71"/>
                    <a:pt x="17" y="120"/>
                  </a:cubicBezTo>
                  <a:cubicBezTo>
                    <a:pt x="1" y="153"/>
                    <a:pt x="17" y="190"/>
                    <a:pt x="17" y="207"/>
                  </a:cubicBezTo>
                  <a:cubicBezTo>
                    <a:pt x="34" y="240"/>
                    <a:pt x="67" y="256"/>
                    <a:pt x="104" y="256"/>
                  </a:cubicBezTo>
                  <a:cubicBezTo>
                    <a:pt x="111" y="259"/>
                    <a:pt x="119" y="261"/>
                    <a:pt x="126" y="261"/>
                  </a:cubicBezTo>
                  <a:cubicBezTo>
                    <a:pt x="169" y="261"/>
                    <a:pt x="209" y="216"/>
                    <a:pt x="223" y="174"/>
                  </a:cubicBezTo>
                  <a:cubicBezTo>
                    <a:pt x="223" y="153"/>
                    <a:pt x="223" y="153"/>
                    <a:pt x="240" y="153"/>
                  </a:cubicBezTo>
                  <a:cubicBezTo>
                    <a:pt x="240" y="104"/>
                    <a:pt x="223" y="71"/>
                    <a:pt x="207" y="34"/>
                  </a:cubicBezTo>
                  <a:cubicBezTo>
                    <a:pt x="19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9" name="Google Shape;17579;p44"/>
            <p:cNvSpPr/>
            <p:nvPr/>
          </p:nvSpPr>
          <p:spPr>
            <a:xfrm>
              <a:off x="3874525" y="28225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6" y="0"/>
                  </a:moveTo>
                  <a:cubicBezTo>
                    <a:pt x="67" y="0"/>
                    <a:pt x="17" y="46"/>
                    <a:pt x="17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6"/>
                    <a:pt x="67" y="263"/>
                    <a:pt x="83" y="263"/>
                  </a:cubicBezTo>
                  <a:cubicBezTo>
                    <a:pt x="120" y="263"/>
                    <a:pt x="153" y="263"/>
                    <a:pt x="170" y="226"/>
                  </a:cubicBezTo>
                  <a:cubicBezTo>
                    <a:pt x="207" y="210"/>
                    <a:pt x="223" y="193"/>
                    <a:pt x="223" y="160"/>
                  </a:cubicBezTo>
                  <a:cubicBezTo>
                    <a:pt x="240" y="123"/>
                    <a:pt x="223" y="90"/>
                    <a:pt x="223" y="57"/>
                  </a:cubicBezTo>
                  <a:lnTo>
                    <a:pt x="207" y="37"/>
                  </a:lnTo>
                  <a:cubicBezTo>
                    <a:pt x="186" y="20"/>
                    <a:pt x="170" y="4"/>
                    <a:pt x="153" y="4"/>
                  </a:cubicBezTo>
                  <a:cubicBezTo>
                    <a:pt x="144" y="2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0" name="Google Shape;17580;p44"/>
            <p:cNvSpPr/>
            <p:nvPr/>
          </p:nvSpPr>
          <p:spPr>
            <a:xfrm>
              <a:off x="3886900" y="28231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37" y="0"/>
                  </a:moveTo>
                  <a:cubicBezTo>
                    <a:pt x="104" y="0"/>
                    <a:pt x="73" y="19"/>
                    <a:pt x="54" y="50"/>
                  </a:cubicBezTo>
                  <a:cubicBezTo>
                    <a:pt x="1" y="99"/>
                    <a:pt x="1" y="186"/>
                    <a:pt x="54" y="239"/>
                  </a:cubicBezTo>
                  <a:cubicBezTo>
                    <a:pt x="71" y="239"/>
                    <a:pt x="71" y="256"/>
                    <a:pt x="87" y="256"/>
                  </a:cubicBezTo>
                  <a:cubicBezTo>
                    <a:pt x="100" y="260"/>
                    <a:pt x="112" y="262"/>
                    <a:pt x="123" y="262"/>
                  </a:cubicBezTo>
                  <a:cubicBezTo>
                    <a:pt x="157" y="262"/>
                    <a:pt x="182" y="243"/>
                    <a:pt x="207" y="202"/>
                  </a:cubicBezTo>
                  <a:cubicBezTo>
                    <a:pt x="244" y="169"/>
                    <a:pt x="244" y="116"/>
                    <a:pt x="244" y="83"/>
                  </a:cubicBezTo>
                  <a:cubicBezTo>
                    <a:pt x="227" y="66"/>
                    <a:pt x="227" y="50"/>
                    <a:pt x="207" y="33"/>
                  </a:cubicBezTo>
                  <a:cubicBezTo>
                    <a:pt x="186" y="10"/>
                    <a:pt x="161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1" name="Google Shape;17581;p44"/>
            <p:cNvSpPr/>
            <p:nvPr/>
          </p:nvSpPr>
          <p:spPr>
            <a:xfrm>
              <a:off x="3892575" y="2840575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15" y="1"/>
                  </a:moveTo>
                  <a:cubicBezTo>
                    <a:pt x="66" y="1"/>
                    <a:pt x="15" y="46"/>
                    <a:pt x="0" y="107"/>
                  </a:cubicBezTo>
                  <a:cubicBezTo>
                    <a:pt x="0" y="140"/>
                    <a:pt x="0" y="177"/>
                    <a:pt x="17" y="194"/>
                  </a:cubicBezTo>
                  <a:cubicBezTo>
                    <a:pt x="33" y="227"/>
                    <a:pt x="50" y="243"/>
                    <a:pt x="83" y="243"/>
                  </a:cubicBezTo>
                  <a:cubicBezTo>
                    <a:pt x="91" y="246"/>
                    <a:pt x="99" y="248"/>
                    <a:pt x="107" y="248"/>
                  </a:cubicBezTo>
                  <a:cubicBezTo>
                    <a:pt x="156" y="248"/>
                    <a:pt x="209" y="200"/>
                    <a:pt x="223" y="140"/>
                  </a:cubicBezTo>
                  <a:cubicBezTo>
                    <a:pt x="239" y="91"/>
                    <a:pt x="223" y="58"/>
                    <a:pt x="186" y="21"/>
                  </a:cubicBezTo>
                  <a:cubicBezTo>
                    <a:pt x="169" y="4"/>
                    <a:pt x="153" y="4"/>
                    <a:pt x="136" y="4"/>
                  </a:cubicBezTo>
                  <a:cubicBezTo>
                    <a:pt x="129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2" name="Google Shape;17582;p44"/>
            <p:cNvSpPr/>
            <p:nvPr/>
          </p:nvSpPr>
          <p:spPr>
            <a:xfrm>
              <a:off x="3871025" y="280812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0" y="0"/>
                  </a:moveTo>
                  <a:cubicBezTo>
                    <a:pt x="117" y="0"/>
                    <a:pt x="104" y="6"/>
                    <a:pt x="87" y="16"/>
                  </a:cubicBezTo>
                  <a:cubicBezTo>
                    <a:pt x="54" y="16"/>
                    <a:pt x="38" y="49"/>
                    <a:pt x="17" y="65"/>
                  </a:cubicBezTo>
                  <a:cubicBezTo>
                    <a:pt x="1" y="98"/>
                    <a:pt x="1" y="135"/>
                    <a:pt x="1" y="168"/>
                  </a:cubicBezTo>
                  <a:cubicBezTo>
                    <a:pt x="13" y="220"/>
                    <a:pt x="54" y="251"/>
                    <a:pt x="96" y="251"/>
                  </a:cubicBezTo>
                  <a:cubicBezTo>
                    <a:pt x="111" y="251"/>
                    <a:pt x="127" y="247"/>
                    <a:pt x="141" y="238"/>
                  </a:cubicBezTo>
                  <a:cubicBezTo>
                    <a:pt x="207" y="222"/>
                    <a:pt x="244" y="152"/>
                    <a:pt x="223" y="82"/>
                  </a:cubicBezTo>
                  <a:cubicBezTo>
                    <a:pt x="223" y="49"/>
                    <a:pt x="207" y="32"/>
                    <a:pt x="190" y="32"/>
                  </a:cubicBezTo>
                  <a:cubicBezTo>
                    <a:pt x="190" y="16"/>
                    <a:pt x="174" y="16"/>
                    <a:pt x="174" y="16"/>
                  </a:cubicBezTo>
                  <a:cubicBezTo>
                    <a:pt x="157" y="6"/>
                    <a:pt x="144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3" name="Google Shape;17583;p44"/>
            <p:cNvSpPr/>
            <p:nvPr/>
          </p:nvSpPr>
          <p:spPr>
            <a:xfrm>
              <a:off x="4152300" y="279292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8" y="1"/>
                  </a:moveTo>
                  <a:cubicBezTo>
                    <a:pt x="74" y="1"/>
                    <a:pt x="36" y="49"/>
                    <a:pt x="22" y="108"/>
                  </a:cubicBezTo>
                  <a:cubicBezTo>
                    <a:pt x="1" y="141"/>
                    <a:pt x="1" y="174"/>
                    <a:pt x="22" y="212"/>
                  </a:cubicBezTo>
                  <a:cubicBezTo>
                    <a:pt x="38" y="228"/>
                    <a:pt x="71" y="245"/>
                    <a:pt x="88" y="261"/>
                  </a:cubicBezTo>
                  <a:cubicBezTo>
                    <a:pt x="125" y="261"/>
                    <a:pt x="158" y="245"/>
                    <a:pt x="174" y="228"/>
                  </a:cubicBezTo>
                  <a:cubicBezTo>
                    <a:pt x="207" y="212"/>
                    <a:pt x="228" y="174"/>
                    <a:pt x="228" y="141"/>
                  </a:cubicBezTo>
                  <a:cubicBezTo>
                    <a:pt x="244" y="108"/>
                    <a:pt x="244" y="71"/>
                    <a:pt x="228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1" y="22"/>
                    <a:pt x="174" y="5"/>
                    <a:pt x="158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4" name="Google Shape;17584;p44"/>
            <p:cNvSpPr/>
            <p:nvPr/>
          </p:nvSpPr>
          <p:spPr>
            <a:xfrm>
              <a:off x="4136450" y="278947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31" y="0"/>
                  </a:moveTo>
                  <a:cubicBezTo>
                    <a:pt x="70" y="0"/>
                    <a:pt x="15" y="48"/>
                    <a:pt x="0" y="106"/>
                  </a:cubicBezTo>
                  <a:cubicBezTo>
                    <a:pt x="0" y="143"/>
                    <a:pt x="0" y="176"/>
                    <a:pt x="17" y="209"/>
                  </a:cubicBezTo>
                  <a:cubicBezTo>
                    <a:pt x="37" y="226"/>
                    <a:pt x="54" y="246"/>
                    <a:pt x="87" y="263"/>
                  </a:cubicBezTo>
                  <a:cubicBezTo>
                    <a:pt x="157" y="263"/>
                    <a:pt x="206" y="226"/>
                    <a:pt x="223" y="160"/>
                  </a:cubicBezTo>
                  <a:cubicBezTo>
                    <a:pt x="243" y="106"/>
                    <a:pt x="223" y="57"/>
                    <a:pt x="190" y="4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5" name="Google Shape;17585;p44"/>
            <p:cNvSpPr/>
            <p:nvPr/>
          </p:nvSpPr>
          <p:spPr>
            <a:xfrm>
              <a:off x="4156225" y="280750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18" y="1"/>
                  </a:moveTo>
                  <a:cubicBezTo>
                    <a:pt x="71" y="1"/>
                    <a:pt x="15" y="49"/>
                    <a:pt x="1" y="107"/>
                  </a:cubicBezTo>
                  <a:cubicBezTo>
                    <a:pt x="1" y="144"/>
                    <a:pt x="1" y="177"/>
                    <a:pt x="17" y="210"/>
                  </a:cubicBezTo>
                  <a:cubicBezTo>
                    <a:pt x="34" y="226"/>
                    <a:pt x="50" y="247"/>
                    <a:pt x="87" y="247"/>
                  </a:cubicBezTo>
                  <a:cubicBezTo>
                    <a:pt x="97" y="252"/>
                    <a:pt x="106" y="254"/>
                    <a:pt x="115" y="254"/>
                  </a:cubicBezTo>
                  <a:cubicBezTo>
                    <a:pt x="138" y="254"/>
                    <a:pt x="159" y="241"/>
                    <a:pt x="174" y="226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23" y="74"/>
                    <a:pt x="207" y="57"/>
                  </a:cubicBezTo>
                  <a:cubicBezTo>
                    <a:pt x="207" y="41"/>
                    <a:pt x="207" y="41"/>
                    <a:pt x="190" y="20"/>
                  </a:cubicBezTo>
                  <a:cubicBezTo>
                    <a:pt x="190" y="4"/>
                    <a:pt x="174" y="4"/>
                    <a:pt x="137" y="4"/>
                  </a:cubicBezTo>
                  <a:cubicBezTo>
                    <a:pt x="131" y="2"/>
                    <a:pt x="124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6" name="Google Shape;17586;p44"/>
            <p:cNvSpPr/>
            <p:nvPr/>
          </p:nvSpPr>
          <p:spPr>
            <a:xfrm>
              <a:off x="4197875" y="2752325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47" y="1"/>
                  </a:moveTo>
                  <a:cubicBezTo>
                    <a:pt x="133" y="1"/>
                    <a:pt x="120" y="5"/>
                    <a:pt x="103" y="13"/>
                  </a:cubicBezTo>
                  <a:cubicBezTo>
                    <a:pt x="33" y="30"/>
                    <a:pt x="0" y="116"/>
                    <a:pt x="17" y="166"/>
                  </a:cubicBezTo>
                  <a:cubicBezTo>
                    <a:pt x="33" y="203"/>
                    <a:pt x="54" y="236"/>
                    <a:pt x="70" y="252"/>
                  </a:cubicBezTo>
                  <a:lnTo>
                    <a:pt x="157" y="252"/>
                  </a:lnTo>
                  <a:cubicBezTo>
                    <a:pt x="223" y="219"/>
                    <a:pt x="260" y="149"/>
                    <a:pt x="239" y="83"/>
                  </a:cubicBezTo>
                  <a:cubicBezTo>
                    <a:pt x="239" y="63"/>
                    <a:pt x="223" y="46"/>
                    <a:pt x="206" y="30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3" y="5"/>
                    <a:pt x="160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7" name="Google Shape;17587;p44"/>
            <p:cNvSpPr/>
            <p:nvPr/>
          </p:nvSpPr>
          <p:spPr>
            <a:xfrm>
              <a:off x="3886900" y="2775900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38" y="1"/>
                  </a:moveTo>
                  <a:cubicBezTo>
                    <a:pt x="105" y="1"/>
                    <a:pt x="73" y="19"/>
                    <a:pt x="54" y="47"/>
                  </a:cubicBezTo>
                  <a:cubicBezTo>
                    <a:pt x="1" y="101"/>
                    <a:pt x="1" y="188"/>
                    <a:pt x="54" y="221"/>
                  </a:cubicBezTo>
                  <a:cubicBezTo>
                    <a:pt x="68" y="243"/>
                    <a:pt x="88" y="252"/>
                    <a:pt x="110" y="252"/>
                  </a:cubicBezTo>
                  <a:cubicBezTo>
                    <a:pt x="142" y="252"/>
                    <a:pt x="178" y="233"/>
                    <a:pt x="207" y="204"/>
                  </a:cubicBezTo>
                  <a:cubicBezTo>
                    <a:pt x="260" y="150"/>
                    <a:pt x="260" y="68"/>
                    <a:pt x="207" y="31"/>
                  </a:cubicBezTo>
                  <a:cubicBezTo>
                    <a:pt x="186" y="10"/>
                    <a:pt x="162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8" name="Google Shape;17588;p44"/>
            <p:cNvSpPr/>
            <p:nvPr/>
          </p:nvSpPr>
          <p:spPr>
            <a:xfrm>
              <a:off x="4200450" y="27717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2" y="1"/>
                  </a:moveTo>
                  <a:cubicBezTo>
                    <a:pt x="101" y="1"/>
                    <a:pt x="72" y="14"/>
                    <a:pt x="54" y="43"/>
                  </a:cubicBezTo>
                  <a:cubicBezTo>
                    <a:pt x="0" y="109"/>
                    <a:pt x="0" y="179"/>
                    <a:pt x="54" y="233"/>
                  </a:cubicBezTo>
                  <a:cubicBezTo>
                    <a:pt x="68" y="247"/>
                    <a:pt x="90" y="256"/>
                    <a:pt x="114" y="256"/>
                  </a:cubicBezTo>
                  <a:cubicBezTo>
                    <a:pt x="145" y="256"/>
                    <a:pt x="179" y="242"/>
                    <a:pt x="207" y="212"/>
                  </a:cubicBezTo>
                  <a:cubicBezTo>
                    <a:pt x="240" y="146"/>
                    <a:pt x="240" y="76"/>
                    <a:pt x="207" y="27"/>
                  </a:cubicBezTo>
                  <a:cubicBezTo>
                    <a:pt x="184" y="10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9" name="Google Shape;17589;p44"/>
            <p:cNvSpPr/>
            <p:nvPr/>
          </p:nvSpPr>
          <p:spPr>
            <a:xfrm>
              <a:off x="3872775" y="2773600"/>
              <a:ext cx="5600" cy="6175"/>
            </a:xfrm>
            <a:custGeom>
              <a:avLst/>
              <a:gdLst/>
              <a:ahLst/>
              <a:cxnLst/>
              <a:rect l="l" t="t" r="r" b="b"/>
              <a:pathLst>
                <a:path w="224" h="247" extrusionOk="0">
                  <a:moveTo>
                    <a:pt x="116" y="0"/>
                  </a:moveTo>
                  <a:cubicBezTo>
                    <a:pt x="70" y="0"/>
                    <a:pt x="15" y="45"/>
                    <a:pt x="1" y="106"/>
                  </a:cubicBezTo>
                  <a:cubicBezTo>
                    <a:pt x="1" y="139"/>
                    <a:pt x="1" y="176"/>
                    <a:pt x="17" y="193"/>
                  </a:cubicBezTo>
                  <a:cubicBezTo>
                    <a:pt x="34" y="226"/>
                    <a:pt x="50" y="242"/>
                    <a:pt x="87" y="242"/>
                  </a:cubicBezTo>
                  <a:cubicBezTo>
                    <a:pt x="95" y="245"/>
                    <a:pt x="102" y="247"/>
                    <a:pt x="110" y="247"/>
                  </a:cubicBezTo>
                  <a:cubicBezTo>
                    <a:pt x="156" y="247"/>
                    <a:pt x="209" y="199"/>
                    <a:pt x="223" y="139"/>
                  </a:cubicBezTo>
                  <a:cubicBezTo>
                    <a:pt x="223" y="106"/>
                    <a:pt x="223" y="73"/>
                    <a:pt x="207" y="36"/>
                  </a:cubicBezTo>
                  <a:cubicBezTo>
                    <a:pt x="207" y="36"/>
                    <a:pt x="207" y="20"/>
                    <a:pt x="190" y="20"/>
                  </a:cubicBezTo>
                  <a:cubicBezTo>
                    <a:pt x="174" y="3"/>
                    <a:pt x="153" y="3"/>
                    <a:pt x="137" y="3"/>
                  </a:cubicBezTo>
                  <a:cubicBezTo>
                    <a:pt x="130" y="1"/>
                    <a:pt x="12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0" name="Google Shape;17590;p44"/>
            <p:cNvSpPr/>
            <p:nvPr/>
          </p:nvSpPr>
          <p:spPr>
            <a:xfrm>
              <a:off x="4158800" y="277882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53" y="0"/>
                  </a:moveTo>
                  <a:cubicBezTo>
                    <a:pt x="104" y="0"/>
                    <a:pt x="34" y="54"/>
                    <a:pt x="17" y="120"/>
                  </a:cubicBezTo>
                  <a:cubicBezTo>
                    <a:pt x="1" y="190"/>
                    <a:pt x="50" y="260"/>
                    <a:pt x="104" y="260"/>
                  </a:cubicBezTo>
                  <a:cubicBezTo>
                    <a:pt x="137" y="260"/>
                    <a:pt x="174" y="260"/>
                    <a:pt x="190" y="240"/>
                  </a:cubicBezTo>
                  <a:cubicBezTo>
                    <a:pt x="223" y="223"/>
                    <a:pt x="240" y="190"/>
                    <a:pt x="240" y="157"/>
                  </a:cubicBezTo>
                  <a:cubicBezTo>
                    <a:pt x="256" y="120"/>
                    <a:pt x="240" y="87"/>
                    <a:pt x="223" y="54"/>
                  </a:cubicBezTo>
                  <a:cubicBezTo>
                    <a:pt x="223" y="54"/>
                    <a:pt x="223" y="33"/>
                    <a:pt x="207" y="33"/>
                  </a:cubicBezTo>
                  <a:cubicBezTo>
                    <a:pt x="190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1" name="Google Shape;17591;p44"/>
            <p:cNvSpPr/>
            <p:nvPr/>
          </p:nvSpPr>
          <p:spPr>
            <a:xfrm>
              <a:off x="4228800" y="27579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40" y="0"/>
                  </a:moveTo>
                  <a:cubicBezTo>
                    <a:pt x="125" y="0"/>
                    <a:pt x="112" y="5"/>
                    <a:pt x="103" y="13"/>
                  </a:cubicBezTo>
                  <a:cubicBezTo>
                    <a:pt x="33" y="29"/>
                    <a:pt x="0" y="116"/>
                    <a:pt x="17" y="186"/>
                  </a:cubicBezTo>
                  <a:cubicBezTo>
                    <a:pt x="33" y="203"/>
                    <a:pt x="54" y="235"/>
                    <a:pt x="70" y="252"/>
                  </a:cubicBezTo>
                  <a:cubicBezTo>
                    <a:pt x="87" y="262"/>
                    <a:pt x="103" y="267"/>
                    <a:pt x="118" y="267"/>
                  </a:cubicBezTo>
                  <a:cubicBezTo>
                    <a:pt x="133" y="267"/>
                    <a:pt x="147" y="262"/>
                    <a:pt x="157" y="252"/>
                  </a:cubicBezTo>
                  <a:cubicBezTo>
                    <a:pt x="190" y="235"/>
                    <a:pt x="206" y="219"/>
                    <a:pt x="223" y="186"/>
                  </a:cubicBezTo>
                  <a:cubicBezTo>
                    <a:pt x="239" y="149"/>
                    <a:pt x="239" y="116"/>
                    <a:pt x="239" y="83"/>
                  </a:cubicBezTo>
                  <a:cubicBezTo>
                    <a:pt x="223" y="66"/>
                    <a:pt x="223" y="46"/>
                    <a:pt x="206" y="29"/>
                  </a:cubicBezTo>
                  <a:lnTo>
                    <a:pt x="190" y="13"/>
                  </a:lnTo>
                  <a:cubicBezTo>
                    <a:pt x="173" y="5"/>
                    <a:pt x="156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2" name="Google Shape;17592;p44"/>
            <p:cNvSpPr/>
            <p:nvPr/>
          </p:nvSpPr>
          <p:spPr>
            <a:xfrm>
              <a:off x="3855150" y="280192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16" y="1"/>
                  </a:moveTo>
                  <a:cubicBezTo>
                    <a:pt x="70" y="1"/>
                    <a:pt x="15" y="46"/>
                    <a:pt x="1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7"/>
                    <a:pt x="54" y="243"/>
                    <a:pt x="87" y="264"/>
                  </a:cubicBezTo>
                  <a:cubicBezTo>
                    <a:pt x="104" y="264"/>
                    <a:pt x="137" y="243"/>
                    <a:pt x="174" y="227"/>
                  </a:cubicBezTo>
                  <a:cubicBezTo>
                    <a:pt x="190" y="210"/>
                    <a:pt x="207" y="177"/>
                    <a:pt x="223" y="140"/>
                  </a:cubicBezTo>
                  <a:cubicBezTo>
                    <a:pt x="223" y="107"/>
                    <a:pt x="223" y="74"/>
                    <a:pt x="207" y="58"/>
                  </a:cubicBezTo>
                  <a:cubicBezTo>
                    <a:pt x="207" y="37"/>
                    <a:pt x="190" y="37"/>
                    <a:pt x="190" y="21"/>
                  </a:cubicBezTo>
                  <a:cubicBezTo>
                    <a:pt x="174" y="21"/>
                    <a:pt x="157" y="4"/>
                    <a:pt x="137" y="4"/>
                  </a:cubicBezTo>
                  <a:cubicBezTo>
                    <a:pt x="130" y="2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3" name="Google Shape;17593;p44"/>
            <p:cNvSpPr/>
            <p:nvPr/>
          </p:nvSpPr>
          <p:spPr>
            <a:xfrm>
              <a:off x="3851350" y="278737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36" y="1"/>
                  </a:moveTo>
                  <a:cubicBezTo>
                    <a:pt x="83" y="1"/>
                    <a:pt x="17" y="38"/>
                    <a:pt x="0" y="104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33" y="244"/>
                    <a:pt x="50" y="260"/>
                    <a:pt x="83" y="260"/>
                  </a:cubicBezTo>
                  <a:cubicBezTo>
                    <a:pt x="120" y="260"/>
                    <a:pt x="136" y="260"/>
                    <a:pt x="169" y="227"/>
                  </a:cubicBezTo>
                  <a:cubicBezTo>
                    <a:pt x="206" y="207"/>
                    <a:pt x="223" y="190"/>
                    <a:pt x="223" y="157"/>
                  </a:cubicBezTo>
                  <a:cubicBezTo>
                    <a:pt x="223" y="124"/>
                    <a:pt x="223" y="87"/>
                    <a:pt x="206" y="54"/>
                  </a:cubicBezTo>
                  <a:cubicBezTo>
                    <a:pt x="206" y="54"/>
                    <a:pt x="206" y="38"/>
                    <a:pt x="186" y="38"/>
                  </a:cubicBezTo>
                  <a:cubicBezTo>
                    <a:pt x="169" y="2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4" name="Google Shape;17594;p44"/>
            <p:cNvSpPr/>
            <p:nvPr/>
          </p:nvSpPr>
          <p:spPr>
            <a:xfrm>
              <a:off x="3860725" y="27103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5" y="0"/>
                  </a:moveTo>
                  <a:cubicBezTo>
                    <a:pt x="102" y="0"/>
                    <a:pt x="82" y="14"/>
                    <a:pt x="70" y="26"/>
                  </a:cubicBezTo>
                  <a:cubicBezTo>
                    <a:pt x="37" y="42"/>
                    <a:pt x="17" y="75"/>
                    <a:pt x="17" y="112"/>
                  </a:cubicBezTo>
                  <a:cubicBezTo>
                    <a:pt x="0" y="145"/>
                    <a:pt x="17" y="178"/>
                    <a:pt x="37" y="195"/>
                  </a:cubicBezTo>
                  <a:cubicBezTo>
                    <a:pt x="54" y="232"/>
                    <a:pt x="70" y="248"/>
                    <a:pt x="103" y="248"/>
                  </a:cubicBezTo>
                  <a:cubicBezTo>
                    <a:pt x="110" y="250"/>
                    <a:pt x="118" y="251"/>
                    <a:pt x="125" y="251"/>
                  </a:cubicBezTo>
                  <a:cubicBezTo>
                    <a:pt x="173" y="251"/>
                    <a:pt x="226" y="206"/>
                    <a:pt x="244" y="145"/>
                  </a:cubicBezTo>
                  <a:cubicBezTo>
                    <a:pt x="244" y="112"/>
                    <a:pt x="244" y="75"/>
                    <a:pt x="223" y="59"/>
                  </a:cubicBezTo>
                  <a:cubicBezTo>
                    <a:pt x="223" y="42"/>
                    <a:pt x="206" y="42"/>
                    <a:pt x="206" y="26"/>
                  </a:cubicBezTo>
                  <a:cubicBezTo>
                    <a:pt x="190" y="9"/>
                    <a:pt x="173" y="9"/>
                    <a:pt x="157" y="9"/>
                  </a:cubicBezTo>
                  <a:cubicBezTo>
                    <a:pt x="146" y="3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5" name="Google Shape;17595;p44"/>
            <p:cNvSpPr/>
            <p:nvPr/>
          </p:nvSpPr>
          <p:spPr>
            <a:xfrm>
              <a:off x="3838450" y="2735425"/>
              <a:ext cx="5600" cy="6450"/>
            </a:xfrm>
            <a:custGeom>
              <a:avLst/>
              <a:gdLst/>
              <a:ahLst/>
              <a:cxnLst/>
              <a:rect l="l" t="t" r="r" b="b"/>
              <a:pathLst>
                <a:path w="224" h="258" extrusionOk="0">
                  <a:moveTo>
                    <a:pt x="67" y="1"/>
                  </a:moveTo>
                  <a:cubicBezTo>
                    <a:pt x="34" y="17"/>
                    <a:pt x="17" y="54"/>
                    <a:pt x="1" y="87"/>
                  </a:cubicBezTo>
                  <a:lnTo>
                    <a:pt x="1" y="190"/>
                  </a:lnTo>
                  <a:cubicBezTo>
                    <a:pt x="13" y="229"/>
                    <a:pt x="51" y="257"/>
                    <a:pt x="91" y="257"/>
                  </a:cubicBezTo>
                  <a:cubicBezTo>
                    <a:pt x="106" y="257"/>
                    <a:pt x="122" y="253"/>
                    <a:pt x="137" y="244"/>
                  </a:cubicBezTo>
                  <a:cubicBezTo>
                    <a:pt x="186" y="223"/>
                    <a:pt x="223" y="141"/>
                    <a:pt x="207" y="87"/>
                  </a:cubicBezTo>
                  <a:cubicBezTo>
                    <a:pt x="207" y="54"/>
                    <a:pt x="186" y="38"/>
                    <a:pt x="186" y="38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04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6" name="Google Shape;17596;p44"/>
            <p:cNvSpPr/>
            <p:nvPr/>
          </p:nvSpPr>
          <p:spPr>
            <a:xfrm>
              <a:off x="4233950" y="2773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1" y="0"/>
                  </a:moveTo>
                  <a:cubicBezTo>
                    <a:pt x="97" y="0"/>
                    <a:pt x="63" y="13"/>
                    <a:pt x="33" y="40"/>
                  </a:cubicBezTo>
                  <a:cubicBezTo>
                    <a:pt x="33" y="56"/>
                    <a:pt x="17" y="77"/>
                    <a:pt x="17" y="110"/>
                  </a:cubicBezTo>
                  <a:cubicBezTo>
                    <a:pt x="0" y="143"/>
                    <a:pt x="17" y="196"/>
                    <a:pt x="54" y="229"/>
                  </a:cubicBezTo>
                  <a:cubicBezTo>
                    <a:pt x="64" y="249"/>
                    <a:pt x="85" y="257"/>
                    <a:pt x="108" y="257"/>
                  </a:cubicBezTo>
                  <a:cubicBezTo>
                    <a:pt x="124" y="257"/>
                    <a:pt x="142" y="253"/>
                    <a:pt x="157" y="246"/>
                  </a:cubicBezTo>
                  <a:cubicBezTo>
                    <a:pt x="173" y="229"/>
                    <a:pt x="190" y="229"/>
                    <a:pt x="206" y="213"/>
                  </a:cubicBezTo>
                  <a:cubicBezTo>
                    <a:pt x="239" y="143"/>
                    <a:pt x="239" y="77"/>
                    <a:pt x="206" y="23"/>
                  </a:cubicBezTo>
                  <a:cubicBezTo>
                    <a:pt x="184" y="8"/>
                    <a:pt x="158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7" name="Google Shape;17597;p44"/>
            <p:cNvSpPr/>
            <p:nvPr/>
          </p:nvSpPr>
          <p:spPr>
            <a:xfrm>
              <a:off x="3895550" y="2689975"/>
              <a:ext cx="2600" cy="1250"/>
            </a:xfrm>
            <a:custGeom>
              <a:avLst/>
              <a:gdLst/>
              <a:ahLst/>
              <a:cxnLst/>
              <a:rect l="l" t="t" r="r" b="b"/>
              <a:pathLst>
                <a:path w="104" h="50" extrusionOk="0">
                  <a:moveTo>
                    <a:pt x="1" y="0"/>
                  </a:moveTo>
                  <a:cubicBezTo>
                    <a:pt x="1" y="1"/>
                    <a:pt x="1" y="17"/>
                    <a:pt x="17" y="17"/>
                  </a:cubicBezTo>
                  <a:cubicBezTo>
                    <a:pt x="34" y="33"/>
                    <a:pt x="50" y="50"/>
                    <a:pt x="67" y="50"/>
                  </a:cubicBezTo>
                  <a:lnTo>
                    <a:pt x="104" y="50"/>
                  </a:lnTo>
                  <a:cubicBezTo>
                    <a:pt x="67" y="33"/>
                    <a:pt x="34" y="17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8" name="Google Shape;17598;p44"/>
            <p:cNvSpPr/>
            <p:nvPr/>
          </p:nvSpPr>
          <p:spPr>
            <a:xfrm>
              <a:off x="4205600" y="27229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38"/>
                    <a:pt x="1" y="104"/>
                    <a:pt x="17" y="174"/>
                  </a:cubicBezTo>
                  <a:cubicBezTo>
                    <a:pt x="34" y="207"/>
                    <a:pt x="54" y="228"/>
                    <a:pt x="71" y="244"/>
                  </a:cubicBezTo>
                  <a:cubicBezTo>
                    <a:pt x="87" y="252"/>
                    <a:pt x="104" y="256"/>
                    <a:pt x="119" y="256"/>
                  </a:cubicBezTo>
                  <a:cubicBezTo>
                    <a:pt x="133" y="256"/>
                    <a:pt x="147" y="252"/>
                    <a:pt x="157" y="244"/>
                  </a:cubicBezTo>
                  <a:cubicBezTo>
                    <a:pt x="190" y="228"/>
                    <a:pt x="207" y="207"/>
                    <a:pt x="223" y="174"/>
                  </a:cubicBezTo>
                  <a:cubicBezTo>
                    <a:pt x="240" y="141"/>
                    <a:pt x="240" y="104"/>
                    <a:pt x="240" y="87"/>
                  </a:cubicBezTo>
                  <a:cubicBezTo>
                    <a:pt x="240" y="54"/>
                    <a:pt x="223" y="38"/>
                    <a:pt x="207" y="21"/>
                  </a:cubicBezTo>
                  <a:cubicBezTo>
                    <a:pt x="207" y="21"/>
                    <a:pt x="190" y="2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9" name="Google Shape;17599;p44"/>
            <p:cNvSpPr/>
            <p:nvPr/>
          </p:nvSpPr>
          <p:spPr>
            <a:xfrm>
              <a:off x="4208600" y="2739275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19" y="0"/>
                  </a:moveTo>
                  <a:cubicBezTo>
                    <a:pt x="69" y="0"/>
                    <a:pt x="14" y="46"/>
                    <a:pt x="0" y="106"/>
                  </a:cubicBezTo>
                  <a:cubicBezTo>
                    <a:pt x="0" y="139"/>
                    <a:pt x="0" y="172"/>
                    <a:pt x="17" y="210"/>
                  </a:cubicBezTo>
                  <a:cubicBezTo>
                    <a:pt x="37" y="226"/>
                    <a:pt x="54" y="242"/>
                    <a:pt x="87" y="259"/>
                  </a:cubicBezTo>
                  <a:cubicBezTo>
                    <a:pt x="140" y="259"/>
                    <a:pt x="206" y="226"/>
                    <a:pt x="223" y="139"/>
                  </a:cubicBezTo>
                  <a:cubicBezTo>
                    <a:pt x="223" y="106"/>
                    <a:pt x="223" y="90"/>
                    <a:pt x="206" y="53"/>
                  </a:cubicBezTo>
                  <a:cubicBezTo>
                    <a:pt x="206" y="36"/>
                    <a:pt x="190" y="36"/>
                    <a:pt x="190" y="36"/>
                  </a:cubicBezTo>
                  <a:cubicBezTo>
                    <a:pt x="173" y="20"/>
                    <a:pt x="157" y="3"/>
                    <a:pt x="140" y="3"/>
                  </a:cubicBezTo>
                  <a:cubicBezTo>
                    <a:pt x="133" y="1"/>
                    <a:pt x="126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0" name="Google Shape;17600;p44"/>
            <p:cNvSpPr/>
            <p:nvPr/>
          </p:nvSpPr>
          <p:spPr>
            <a:xfrm>
              <a:off x="3899375" y="2766225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35" y="1"/>
                  </a:moveTo>
                  <a:cubicBezTo>
                    <a:pt x="103" y="1"/>
                    <a:pt x="67" y="18"/>
                    <a:pt x="37" y="59"/>
                  </a:cubicBezTo>
                  <a:cubicBezTo>
                    <a:pt x="0" y="109"/>
                    <a:pt x="0" y="179"/>
                    <a:pt x="37" y="228"/>
                  </a:cubicBezTo>
                  <a:cubicBezTo>
                    <a:pt x="59" y="251"/>
                    <a:pt x="83" y="261"/>
                    <a:pt x="109" y="261"/>
                  </a:cubicBezTo>
                  <a:cubicBezTo>
                    <a:pt x="143" y="261"/>
                    <a:pt x="178" y="243"/>
                    <a:pt x="207" y="212"/>
                  </a:cubicBezTo>
                  <a:cubicBezTo>
                    <a:pt x="244" y="162"/>
                    <a:pt x="244" y="76"/>
                    <a:pt x="190" y="22"/>
                  </a:cubicBezTo>
                  <a:cubicBezTo>
                    <a:pt x="177" y="9"/>
                    <a:pt x="157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1" name="Google Shape;17601;p44"/>
            <p:cNvSpPr/>
            <p:nvPr/>
          </p:nvSpPr>
          <p:spPr>
            <a:xfrm>
              <a:off x="3895150" y="27918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4" y="1"/>
                  </a:moveTo>
                  <a:cubicBezTo>
                    <a:pt x="119" y="1"/>
                    <a:pt x="101" y="5"/>
                    <a:pt x="83" y="13"/>
                  </a:cubicBezTo>
                  <a:cubicBezTo>
                    <a:pt x="33" y="30"/>
                    <a:pt x="0" y="116"/>
                    <a:pt x="17" y="186"/>
                  </a:cubicBezTo>
                  <a:cubicBezTo>
                    <a:pt x="31" y="228"/>
                    <a:pt x="67" y="261"/>
                    <a:pt x="120" y="261"/>
                  </a:cubicBezTo>
                  <a:cubicBezTo>
                    <a:pt x="130" y="261"/>
                    <a:pt x="141" y="259"/>
                    <a:pt x="153" y="257"/>
                  </a:cubicBezTo>
                  <a:cubicBezTo>
                    <a:pt x="206" y="219"/>
                    <a:pt x="239" y="153"/>
                    <a:pt x="223" y="83"/>
                  </a:cubicBezTo>
                  <a:cubicBezTo>
                    <a:pt x="223" y="67"/>
                    <a:pt x="223" y="50"/>
                    <a:pt x="206" y="30"/>
                  </a:cubicBezTo>
                  <a:cubicBezTo>
                    <a:pt x="186" y="30"/>
                    <a:pt x="186" y="13"/>
                    <a:pt x="169" y="13"/>
                  </a:cubicBezTo>
                  <a:cubicBezTo>
                    <a:pt x="161" y="5"/>
                    <a:pt x="149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2" name="Google Shape;17602;p44"/>
            <p:cNvSpPr/>
            <p:nvPr/>
          </p:nvSpPr>
          <p:spPr>
            <a:xfrm>
              <a:off x="3900700" y="2827475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29" y="0"/>
                  </a:moveTo>
                  <a:cubicBezTo>
                    <a:pt x="116" y="0"/>
                    <a:pt x="104" y="5"/>
                    <a:pt x="88" y="13"/>
                  </a:cubicBezTo>
                  <a:cubicBezTo>
                    <a:pt x="50" y="29"/>
                    <a:pt x="34" y="46"/>
                    <a:pt x="17" y="83"/>
                  </a:cubicBezTo>
                  <a:cubicBezTo>
                    <a:pt x="1" y="116"/>
                    <a:pt x="1" y="149"/>
                    <a:pt x="1" y="169"/>
                  </a:cubicBezTo>
                  <a:cubicBezTo>
                    <a:pt x="17" y="202"/>
                    <a:pt x="34" y="235"/>
                    <a:pt x="67" y="252"/>
                  </a:cubicBezTo>
                  <a:lnTo>
                    <a:pt x="154" y="252"/>
                  </a:lnTo>
                  <a:cubicBezTo>
                    <a:pt x="207" y="219"/>
                    <a:pt x="240" y="149"/>
                    <a:pt x="224" y="83"/>
                  </a:cubicBezTo>
                  <a:cubicBezTo>
                    <a:pt x="224" y="66"/>
                    <a:pt x="207" y="46"/>
                    <a:pt x="191" y="29"/>
                  </a:cubicBezTo>
                  <a:cubicBezTo>
                    <a:pt x="191" y="29"/>
                    <a:pt x="191" y="13"/>
                    <a:pt x="170" y="13"/>
                  </a:cubicBezTo>
                  <a:cubicBezTo>
                    <a:pt x="154" y="5"/>
                    <a:pt x="141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3" name="Google Shape;17603;p44"/>
            <p:cNvSpPr/>
            <p:nvPr/>
          </p:nvSpPr>
          <p:spPr>
            <a:xfrm>
              <a:off x="4212925" y="27573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20" y="1"/>
                  </a:moveTo>
                  <a:cubicBezTo>
                    <a:pt x="70" y="1"/>
                    <a:pt x="17" y="50"/>
                    <a:pt x="0" y="104"/>
                  </a:cubicBezTo>
                  <a:cubicBezTo>
                    <a:pt x="0" y="137"/>
                    <a:pt x="0" y="170"/>
                    <a:pt x="17" y="207"/>
                  </a:cubicBezTo>
                  <a:cubicBezTo>
                    <a:pt x="33" y="224"/>
                    <a:pt x="50" y="240"/>
                    <a:pt x="87" y="256"/>
                  </a:cubicBezTo>
                  <a:cubicBezTo>
                    <a:pt x="136" y="256"/>
                    <a:pt x="206" y="207"/>
                    <a:pt x="223" y="137"/>
                  </a:cubicBezTo>
                  <a:lnTo>
                    <a:pt x="223" y="104"/>
                  </a:lnTo>
                  <a:cubicBezTo>
                    <a:pt x="223" y="67"/>
                    <a:pt x="206" y="50"/>
                    <a:pt x="190" y="17"/>
                  </a:cubicBezTo>
                  <a:cubicBezTo>
                    <a:pt x="173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4" name="Google Shape;17604;p44"/>
            <p:cNvSpPr/>
            <p:nvPr/>
          </p:nvSpPr>
          <p:spPr>
            <a:xfrm>
              <a:off x="3885250" y="28063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37" y="0"/>
                  </a:moveTo>
                  <a:cubicBezTo>
                    <a:pt x="104" y="0"/>
                    <a:pt x="87" y="17"/>
                    <a:pt x="50" y="33"/>
                  </a:cubicBezTo>
                  <a:cubicBezTo>
                    <a:pt x="34" y="50"/>
                    <a:pt x="17" y="87"/>
                    <a:pt x="1" y="120"/>
                  </a:cubicBezTo>
                  <a:cubicBezTo>
                    <a:pt x="1" y="153"/>
                    <a:pt x="1" y="190"/>
                    <a:pt x="17" y="206"/>
                  </a:cubicBezTo>
                  <a:cubicBezTo>
                    <a:pt x="34" y="239"/>
                    <a:pt x="50" y="256"/>
                    <a:pt x="87" y="256"/>
                  </a:cubicBezTo>
                  <a:cubicBezTo>
                    <a:pt x="94" y="258"/>
                    <a:pt x="100" y="259"/>
                    <a:pt x="107" y="259"/>
                  </a:cubicBezTo>
                  <a:cubicBezTo>
                    <a:pt x="154" y="259"/>
                    <a:pt x="209" y="214"/>
                    <a:pt x="223" y="153"/>
                  </a:cubicBezTo>
                  <a:cubicBezTo>
                    <a:pt x="223" y="120"/>
                    <a:pt x="223" y="87"/>
                    <a:pt x="207" y="50"/>
                  </a:cubicBezTo>
                  <a:lnTo>
                    <a:pt x="190" y="33"/>
                  </a:lnTo>
                  <a:cubicBezTo>
                    <a:pt x="170" y="17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5" name="Google Shape;17605;p44"/>
            <p:cNvSpPr/>
            <p:nvPr/>
          </p:nvSpPr>
          <p:spPr>
            <a:xfrm>
              <a:off x="3899775" y="281007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1" y="1"/>
                  </a:moveTo>
                  <a:cubicBezTo>
                    <a:pt x="72" y="1"/>
                    <a:pt x="19" y="49"/>
                    <a:pt x="1" y="107"/>
                  </a:cubicBezTo>
                  <a:cubicBezTo>
                    <a:pt x="1" y="144"/>
                    <a:pt x="1" y="193"/>
                    <a:pt x="21" y="210"/>
                  </a:cubicBezTo>
                  <a:cubicBezTo>
                    <a:pt x="38" y="226"/>
                    <a:pt x="71" y="247"/>
                    <a:pt x="87" y="264"/>
                  </a:cubicBezTo>
                  <a:cubicBezTo>
                    <a:pt x="125" y="264"/>
                    <a:pt x="158" y="247"/>
                    <a:pt x="174" y="226"/>
                  </a:cubicBezTo>
                  <a:cubicBezTo>
                    <a:pt x="207" y="210"/>
                    <a:pt x="228" y="177"/>
                    <a:pt x="228" y="144"/>
                  </a:cubicBezTo>
                  <a:cubicBezTo>
                    <a:pt x="244" y="107"/>
                    <a:pt x="228" y="74"/>
                    <a:pt x="207" y="57"/>
                  </a:cubicBezTo>
                  <a:cubicBezTo>
                    <a:pt x="207" y="41"/>
                    <a:pt x="207" y="41"/>
                    <a:pt x="191" y="20"/>
                  </a:cubicBezTo>
                  <a:cubicBezTo>
                    <a:pt x="174" y="4"/>
                    <a:pt x="158" y="4"/>
                    <a:pt x="141" y="4"/>
                  </a:cubicBezTo>
                  <a:cubicBezTo>
                    <a:pt x="134" y="2"/>
                    <a:pt x="128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6" name="Google Shape;17606;p44"/>
            <p:cNvSpPr/>
            <p:nvPr/>
          </p:nvSpPr>
          <p:spPr>
            <a:xfrm>
              <a:off x="4158400" y="2824625"/>
              <a:ext cx="5575" cy="6250"/>
            </a:xfrm>
            <a:custGeom>
              <a:avLst/>
              <a:gdLst/>
              <a:ahLst/>
              <a:cxnLst/>
              <a:rect l="l" t="t" r="r" b="b"/>
              <a:pathLst>
                <a:path w="223" h="250" extrusionOk="0">
                  <a:moveTo>
                    <a:pt x="111" y="0"/>
                  </a:moveTo>
                  <a:cubicBezTo>
                    <a:pt x="92" y="0"/>
                    <a:pt x="76" y="12"/>
                    <a:pt x="50" y="24"/>
                  </a:cubicBezTo>
                  <a:cubicBezTo>
                    <a:pt x="33" y="40"/>
                    <a:pt x="17" y="77"/>
                    <a:pt x="0" y="110"/>
                  </a:cubicBezTo>
                  <a:cubicBezTo>
                    <a:pt x="0" y="143"/>
                    <a:pt x="0" y="180"/>
                    <a:pt x="17" y="197"/>
                  </a:cubicBezTo>
                  <a:cubicBezTo>
                    <a:pt x="33" y="230"/>
                    <a:pt x="50" y="246"/>
                    <a:pt x="87" y="246"/>
                  </a:cubicBezTo>
                  <a:cubicBezTo>
                    <a:pt x="93" y="249"/>
                    <a:pt x="100" y="250"/>
                    <a:pt x="107" y="250"/>
                  </a:cubicBezTo>
                  <a:cubicBezTo>
                    <a:pt x="154" y="250"/>
                    <a:pt x="209" y="204"/>
                    <a:pt x="223" y="143"/>
                  </a:cubicBezTo>
                  <a:cubicBezTo>
                    <a:pt x="223" y="110"/>
                    <a:pt x="223" y="77"/>
                    <a:pt x="206" y="57"/>
                  </a:cubicBezTo>
                  <a:cubicBezTo>
                    <a:pt x="206" y="40"/>
                    <a:pt x="206" y="40"/>
                    <a:pt x="190" y="24"/>
                  </a:cubicBezTo>
                  <a:cubicBezTo>
                    <a:pt x="169" y="7"/>
                    <a:pt x="153" y="7"/>
                    <a:pt x="136" y="7"/>
                  </a:cubicBezTo>
                  <a:cubicBezTo>
                    <a:pt x="127" y="2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7" name="Google Shape;17607;p44"/>
            <p:cNvSpPr/>
            <p:nvPr/>
          </p:nvSpPr>
          <p:spPr>
            <a:xfrm>
              <a:off x="4156225" y="27461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0"/>
                  </a:moveTo>
                  <a:cubicBezTo>
                    <a:pt x="87" y="21"/>
                    <a:pt x="50" y="38"/>
                    <a:pt x="34" y="54"/>
                  </a:cubicBezTo>
                  <a:cubicBezTo>
                    <a:pt x="17" y="71"/>
                    <a:pt x="17" y="104"/>
                    <a:pt x="1" y="141"/>
                  </a:cubicBezTo>
                  <a:cubicBezTo>
                    <a:pt x="1" y="174"/>
                    <a:pt x="17" y="207"/>
                    <a:pt x="34" y="227"/>
                  </a:cubicBezTo>
                  <a:cubicBezTo>
                    <a:pt x="56" y="248"/>
                    <a:pt x="80" y="257"/>
                    <a:pt x="104" y="257"/>
                  </a:cubicBezTo>
                  <a:cubicBezTo>
                    <a:pt x="140" y="257"/>
                    <a:pt x="175" y="238"/>
                    <a:pt x="207" y="207"/>
                  </a:cubicBezTo>
                  <a:cubicBezTo>
                    <a:pt x="240" y="157"/>
                    <a:pt x="240" y="71"/>
                    <a:pt x="207" y="38"/>
                  </a:cubicBezTo>
                  <a:cubicBezTo>
                    <a:pt x="174" y="0"/>
                    <a:pt x="137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8" name="Google Shape;17608;p44"/>
            <p:cNvSpPr/>
            <p:nvPr/>
          </p:nvSpPr>
          <p:spPr>
            <a:xfrm>
              <a:off x="4150675" y="27302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53" y="1"/>
                  </a:moveTo>
                  <a:cubicBezTo>
                    <a:pt x="87" y="1"/>
                    <a:pt x="33" y="54"/>
                    <a:pt x="17" y="120"/>
                  </a:cubicBezTo>
                  <a:cubicBezTo>
                    <a:pt x="0" y="157"/>
                    <a:pt x="0" y="190"/>
                    <a:pt x="17" y="207"/>
                  </a:cubicBezTo>
                  <a:cubicBezTo>
                    <a:pt x="33" y="244"/>
                    <a:pt x="66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9" y="263"/>
                    <a:pt x="223" y="215"/>
                    <a:pt x="223" y="157"/>
                  </a:cubicBezTo>
                  <a:cubicBezTo>
                    <a:pt x="239" y="120"/>
                    <a:pt x="239" y="87"/>
                    <a:pt x="223" y="54"/>
                  </a:cubicBezTo>
                  <a:cubicBezTo>
                    <a:pt x="206" y="54"/>
                    <a:pt x="206" y="38"/>
                    <a:pt x="206" y="38"/>
                  </a:cubicBezTo>
                  <a:cubicBezTo>
                    <a:pt x="190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9" name="Google Shape;17609;p44"/>
            <p:cNvSpPr/>
            <p:nvPr/>
          </p:nvSpPr>
          <p:spPr>
            <a:xfrm>
              <a:off x="4157975" y="27629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83" y="1"/>
                    <a:pt x="34" y="50"/>
                    <a:pt x="17" y="120"/>
                  </a:cubicBezTo>
                  <a:cubicBezTo>
                    <a:pt x="1" y="153"/>
                    <a:pt x="17" y="190"/>
                    <a:pt x="34" y="207"/>
                  </a:cubicBezTo>
                  <a:cubicBezTo>
                    <a:pt x="34" y="240"/>
                    <a:pt x="67" y="256"/>
                    <a:pt x="104" y="256"/>
                  </a:cubicBezTo>
                  <a:cubicBezTo>
                    <a:pt x="111" y="259"/>
                    <a:pt x="119" y="261"/>
                    <a:pt x="127" y="261"/>
                  </a:cubicBezTo>
                  <a:cubicBezTo>
                    <a:pt x="173" y="261"/>
                    <a:pt x="226" y="213"/>
                    <a:pt x="240" y="153"/>
                  </a:cubicBezTo>
                  <a:cubicBezTo>
                    <a:pt x="240" y="120"/>
                    <a:pt x="240" y="87"/>
                    <a:pt x="223" y="50"/>
                  </a:cubicBezTo>
                  <a:lnTo>
                    <a:pt x="207" y="33"/>
                  </a:lnTo>
                  <a:cubicBezTo>
                    <a:pt x="186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0" name="Google Shape;17610;p44"/>
            <p:cNvSpPr/>
            <p:nvPr/>
          </p:nvSpPr>
          <p:spPr>
            <a:xfrm>
              <a:off x="4163950" y="2730550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44" y="1"/>
                  </a:moveTo>
                  <a:cubicBezTo>
                    <a:pt x="114" y="1"/>
                    <a:pt x="80" y="14"/>
                    <a:pt x="50" y="43"/>
                  </a:cubicBezTo>
                  <a:cubicBezTo>
                    <a:pt x="1" y="109"/>
                    <a:pt x="17" y="179"/>
                    <a:pt x="50" y="233"/>
                  </a:cubicBezTo>
                  <a:cubicBezTo>
                    <a:pt x="71" y="249"/>
                    <a:pt x="87" y="249"/>
                    <a:pt x="104" y="249"/>
                  </a:cubicBezTo>
                  <a:cubicBezTo>
                    <a:pt x="113" y="254"/>
                    <a:pt x="123" y="256"/>
                    <a:pt x="133" y="256"/>
                  </a:cubicBezTo>
                  <a:cubicBezTo>
                    <a:pt x="163" y="256"/>
                    <a:pt x="195" y="240"/>
                    <a:pt x="207" y="212"/>
                  </a:cubicBezTo>
                  <a:cubicBezTo>
                    <a:pt x="240" y="163"/>
                    <a:pt x="256" y="109"/>
                    <a:pt x="240" y="76"/>
                  </a:cubicBezTo>
                  <a:cubicBezTo>
                    <a:pt x="240" y="60"/>
                    <a:pt x="224" y="43"/>
                    <a:pt x="207" y="27"/>
                  </a:cubicBezTo>
                  <a:cubicBezTo>
                    <a:pt x="192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1" name="Google Shape;17611;p44"/>
            <p:cNvSpPr/>
            <p:nvPr/>
          </p:nvSpPr>
          <p:spPr>
            <a:xfrm>
              <a:off x="4190975" y="27203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124" y="1"/>
                    <a:pt x="87" y="1"/>
                    <a:pt x="54" y="21"/>
                  </a:cubicBezTo>
                  <a:cubicBezTo>
                    <a:pt x="37" y="38"/>
                    <a:pt x="21" y="71"/>
                    <a:pt x="0" y="104"/>
                  </a:cubicBezTo>
                  <a:cubicBezTo>
                    <a:pt x="0" y="141"/>
                    <a:pt x="0" y="174"/>
                    <a:pt x="21" y="207"/>
                  </a:cubicBezTo>
                  <a:cubicBezTo>
                    <a:pt x="37" y="228"/>
                    <a:pt x="54" y="244"/>
                    <a:pt x="87" y="260"/>
                  </a:cubicBezTo>
                  <a:cubicBezTo>
                    <a:pt x="157" y="260"/>
                    <a:pt x="206" y="207"/>
                    <a:pt x="227" y="141"/>
                  </a:cubicBezTo>
                  <a:cubicBezTo>
                    <a:pt x="243" y="104"/>
                    <a:pt x="227" y="71"/>
                    <a:pt x="206" y="54"/>
                  </a:cubicBezTo>
                  <a:cubicBezTo>
                    <a:pt x="206" y="38"/>
                    <a:pt x="206" y="38"/>
                    <a:pt x="190" y="21"/>
                  </a:cubicBezTo>
                  <a:cubicBezTo>
                    <a:pt x="190" y="21"/>
                    <a:pt x="173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2" name="Google Shape;17612;p44"/>
            <p:cNvSpPr/>
            <p:nvPr/>
          </p:nvSpPr>
          <p:spPr>
            <a:xfrm>
              <a:off x="4162200" y="27157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0"/>
                  </a:moveTo>
                  <a:cubicBezTo>
                    <a:pt x="120" y="0"/>
                    <a:pt x="87" y="17"/>
                    <a:pt x="54" y="33"/>
                  </a:cubicBezTo>
                  <a:cubicBezTo>
                    <a:pt x="38" y="50"/>
                    <a:pt x="17" y="83"/>
                    <a:pt x="1" y="120"/>
                  </a:cubicBezTo>
                  <a:cubicBezTo>
                    <a:pt x="1" y="153"/>
                    <a:pt x="1" y="186"/>
                    <a:pt x="17" y="206"/>
                  </a:cubicBezTo>
                  <a:cubicBezTo>
                    <a:pt x="38" y="239"/>
                    <a:pt x="54" y="256"/>
                    <a:pt x="87" y="256"/>
                  </a:cubicBezTo>
                  <a:cubicBezTo>
                    <a:pt x="97" y="258"/>
                    <a:pt x="105" y="259"/>
                    <a:pt x="114" y="259"/>
                  </a:cubicBezTo>
                  <a:cubicBezTo>
                    <a:pt x="170" y="259"/>
                    <a:pt x="209" y="214"/>
                    <a:pt x="223" y="153"/>
                  </a:cubicBezTo>
                  <a:cubicBezTo>
                    <a:pt x="223" y="120"/>
                    <a:pt x="223" y="83"/>
                    <a:pt x="207" y="50"/>
                  </a:cubicBezTo>
                  <a:cubicBezTo>
                    <a:pt x="207" y="50"/>
                    <a:pt x="207" y="33"/>
                    <a:pt x="190" y="33"/>
                  </a:cubicBezTo>
                  <a:cubicBezTo>
                    <a:pt x="174" y="17"/>
                    <a:pt x="157" y="17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3" name="Google Shape;17613;p44"/>
            <p:cNvSpPr/>
            <p:nvPr/>
          </p:nvSpPr>
          <p:spPr>
            <a:xfrm>
              <a:off x="4148075" y="2839425"/>
              <a:ext cx="5600" cy="6075"/>
            </a:xfrm>
            <a:custGeom>
              <a:avLst/>
              <a:gdLst/>
              <a:ahLst/>
              <a:cxnLst/>
              <a:rect l="l" t="t" r="r" b="b"/>
              <a:pathLst>
                <a:path w="224" h="243" extrusionOk="0">
                  <a:moveTo>
                    <a:pt x="121" y="1"/>
                  </a:moveTo>
                  <a:cubicBezTo>
                    <a:pt x="67" y="1"/>
                    <a:pt x="17" y="34"/>
                    <a:pt x="1" y="104"/>
                  </a:cubicBezTo>
                  <a:cubicBezTo>
                    <a:pt x="1" y="137"/>
                    <a:pt x="1" y="170"/>
                    <a:pt x="17" y="186"/>
                  </a:cubicBezTo>
                  <a:cubicBezTo>
                    <a:pt x="34" y="223"/>
                    <a:pt x="50" y="240"/>
                    <a:pt x="88" y="240"/>
                  </a:cubicBezTo>
                  <a:cubicBezTo>
                    <a:pt x="94" y="242"/>
                    <a:pt x="101" y="243"/>
                    <a:pt x="108" y="243"/>
                  </a:cubicBezTo>
                  <a:cubicBezTo>
                    <a:pt x="154" y="243"/>
                    <a:pt x="209" y="198"/>
                    <a:pt x="224" y="137"/>
                  </a:cubicBezTo>
                  <a:lnTo>
                    <a:pt x="224" y="104"/>
                  </a:lnTo>
                  <a:cubicBezTo>
                    <a:pt x="224" y="67"/>
                    <a:pt x="207" y="34"/>
                    <a:pt x="191" y="17"/>
                  </a:cubicBezTo>
                  <a:cubicBezTo>
                    <a:pt x="170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4" name="Google Shape;17614;p44"/>
            <p:cNvSpPr/>
            <p:nvPr/>
          </p:nvSpPr>
          <p:spPr>
            <a:xfrm>
              <a:off x="4140775" y="28047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9" y="0"/>
                  </a:moveTo>
                  <a:cubicBezTo>
                    <a:pt x="124" y="0"/>
                    <a:pt x="112" y="4"/>
                    <a:pt x="103" y="13"/>
                  </a:cubicBezTo>
                  <a:cubicBezTo>
                    <a:pt x="33" y="50"/>
                    <a:pt x="0" y="116"/>
                    <a:pt x="17" y="186"/>
                  </a:cubicBezTo>
                  <a:cubicBezTo>
                    <a:pt x="33" y="219"/>
                    <a:pt x="50" y="235"/>
                    <a:pt x="70" y="256"/>
                  </a:cubicBezTo>
                  <a:cubicBezTo>
                    <a:pt x="87" y="264"/>
                    <a:pt x="99" y="268"/>
                    <a:pt x="112" y="268"/>
                  </a:cubicBezTo>
                  <a:cubicBezTo>
                    <a:pt x="124" y="268"/>
                    <a:pt x="136" y="264"/>
                    <a:pt x="153" y="256"/>
                  </a:cubicBezTo>
                  <a:cubicBezTo>
                    <a:pt x="190" y="235"/>
                    <a:pt x="206" y="219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6"/>
                    <a:pt x="223" y="50"/>
                    <a:pt x="206" y="29"/>
                  </a:cubicBezTo>
                  <a:lnTo>
                    <a:pt x="190" y="13"/>
                  </a:lnTo>
                  <a:cubicBezTo>
                    <a:pt x="171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5" name="Google Shape;17615;p44"/>
            <p:cNvSpPr/>
            <p:nvPr/>
          </p:nvSpPr>
          <p:spPr>
            <a:xfrm>
              <a:off x="4143350" y="271532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3" y="1"/>
                  </a:moveTo>
                  <a:cubicBezTo>
                    <a:pt x="99" y="1"/>
                    <a:pt x="64" y="19"/>
                    <a:pt x="33" y="50"/>
                  </a:cubicBezTo>
                  <a:cubicBezTo>
                    <a:pt x="0" y="100"/>
                    <a:pt x="0" y="186"/>
                    <a:pt x="50" y="223"/>
                  </a:cubicBezTo>
                  <a:cubicBezTo>
                    <a:pt x="65" y="244"/>
                    <a:pt x="85" y="253"/>
                    <a:pt x="107" y="253"/>
                  </a:cubicBezTo>
                  <a:cubicBezTo>
                    <a:pt x="139" y="253"/>
                    <a:pt x="175" y="234"/>
                    <a:pt x="206" y="203"/>
                  </a:cubicBezTo>
                  <a:cubicBezTo>
                    <a:pt x="239" y="153"/>
                    <a:pt x="239" y="67"/>
                    <a:pt x="206" y="34"/>
                  </a:cubicBezTo>
                  <a:cubicBezTo>
                    <a:pt x="184" y="11"/>
                    <a:pt x="159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6" name="Google Shape;17616;p44"/>
            <p:cNvSpPr/>
            <p:nvPr/>
          </p:nvSpPr>
          <p:spPr>
            <a:xfrm>
              <a:off x="4140775" y="2695950"/>
              <a:ext cx="6400" cy="6325"/>
            </a:xfrm>
            <a:custGeom>
              <a:avLst/>
              <a:gdLst/>
              <a:ahLst/>
              <a:cxnLst/>
              <a:rect l="l" t="t" r="r" b="b"/>
              <a:pathLst>
                <a:path w="256" h="253" extrusionOk="0">
                  <a:moveTo>
                    <a:pt x="103" y="1"/>
                  </a:moveTo>
                  <a:cubicBezTo>
                    <a:pt x="33" y="34"/>
                    <a:pt x="0" y="104"/>
                    <a:pt x="17" y="174"/>
                  </a:cubicBezTo>
                  <a:cubicBezTo>
                    <a:pt x="33" y="207"/>
                    <a:pt x="50" y="223"/>
                    <a:pt x="70" y="240"/>
                  </a:cubicBezTo>
                  <a:cubicBezTo>
                    <a:pt x="87" y="248"/>
                    <a:pt x="103" y="252"/>
                    <a:pt x="118" y="252"/>
                  </a:cubicBezTo>
                  <a:cubicBezTo>
                    <a:pt x="132" y="252"/>
                    <a:pt x="145" y="248"/>
                    <a:pt x="153" y="240"/>
                  </a:cubicBezTo>
                  <a:cubicBezTo>
                    <a:pt x="223" y="223"/>
                    <a:pt x="256" y="137"/>
                    <a:pt x="239" y="87"/>
                  </a:cubicBezTo>
                  <a:cubicBezTo>
                    <a:pt x="239" y="50"/>
                    <a:pt x="223" y="34"/>
                    <a:pt x="206" y="17"/>
                  </a:cubicBezTo>
                  <a:cubicBezTo>
                    <a:pt x="206" y="17"/>
                    <a:pt x="190" y="17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7" name="Google Shape;17617;p44"/>
            <p:cNvSpPr/>
            <p:nvPr/>
          </p:nvSpPr>
          <p:spPr>
            <a:xfrm>
              <a:off x="4139025" y="2741000"/>
              <a:ext cx="6500" cy="6425"/>
            </a:xfrm>
            <a:custGeom>
              <a:avLst/>
              <a:gdLst/>
              <a:ahLst/>
              <a:cxnLst/>
              <a:rect l="l" t="t" r="r" b="b"/>
              <a:pathLst>
                <a:path w="260" h="257" extrusionOk="0">
                  <a:moveTo>
                    <a:pt x="103" y="0"/>
                  </a:moveTo>
                  <a:cubicBezTo>
                    <a:pt x="37" y="37"/>
                    <a:pt x="0" y="103"/>
                    <a:pt x="17" y="173"/>
                  </a:cubicBezTo>
                  <a:cubicBezTo>
                    <a:pt x="32" y="225"/>
                    <a:pt x="71" y="256"/>
                    <a:pt x="113" y="256"/>
                  </a:cubicBezTo>
                  <a:cubicBezTo>
                    <a:pt x="127" y="256"/>
                    <a:pt x="143" y="252"/>
                    <a:pt x="157" y="244"/>
                  </a:cubicBezTo>
                  <a:cubicBezTo>
                    <a:pt x="223" y="227"/>
                    <a:pt x="260" y="141"/>
                    <a:pt x="243" y="70"/>
                  </a:cubicBezTo>
                  <a:cubicBezTo>
                    <a:pt x="223" y="54"/>
                    <a:pt x="223" y="37"/>
                    <a:pt x="206" y="21"/>
                  </a:cubicBezTo>
                  <a:cubicBezTo>
                    <a:pt x="206" y="21"/>
                    <a:pt x="190" y="21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8" name="Google Shape;17618;p44"/>
            <p:cNvSpPr/>
            <p:nvPr/>
          </p:nvSpPr>
          <p:spPr>
            <a:xfrm>
              <a:off x="4144575" y="2776350"/>
              <a:ext cx="6125" cy="6725"/>
            </a:xfrm>
            <a:custGeom>
              <a:avLst/>
              <a:gdLst/>
              <a:ahLst/>
              <a:cxnLst/>
              <a:rect l="l" t="t" r="r" b="b"/>
              <a:pathLst>
                <a:path w="245" h="269" extrusionOk="0">
                  <a:moveTo>
                    <a:pt x="138" y="0"/>
                  </a:moveTo>
                  <a:cubicBezTo>
                    <a:pt x="123" y="0"/>
                    <a:pt x="106" y="5"/>
                    <a:pt x="87" y="13"/>
                  </a:cubicBezTo>
                  <a:cubicBezTo>
                    <a:pt x="71" y="29"/>
                    <a:pt x="38" y="50"/>
                    <a:pt x="21" y="83"/>
                  </a:cubicBezTo>
                  <a:cubicBezTo>
                    <a:pt x="1" y="116"/>
                    <a:pt x="1" y="153"/>
                    <a:pt x="21" y="186"/>
                  </a:cubicBezTo>
                  <a:cubicBezTo>
                    <a:pt x="21" y="219"/>
                    <a:pt x="38" y="235"/>
                    <a:pt x="71" y="256"/>
                  </a:cubicBezTo>
                  <a:cubicBezTo>
                    <a:pt x="79" y="264"/>
                    <a:pt x="93" y="268"/>
                    <a:pt x="108" y="268"/>
                  </a:cubicBezTo>
                  <a:cubicBezTo>
                    <a:pt x="123" y="268"/>
                    <a:pt x="141" y="264"/>
                    <a:pt x="157" y="256"/>
                  </a:cubicBezTo>
                  <a:cubicBezTo>
                    <a:pt x="207" y="235"/>
                    <a:pt x="244" y="153"/>
                    <a:pt x="228" y="83"/>
                  </a:cubicBezTo>
                  <a:cubicBezTo>
                    <a:pt x="228" y="66"/>
                    <a:pt x="228" y="50"/>
                    <a:pt x="207" y="29"/>
                  </a:cubicBezTo>
                  <a:cubicBezTo>
                    <a:pt x="190" y="29"/>
                    <a:pt x="190" y="29"/>
                    <a:pt x="174" y="13"/>
                  </a:cubicBezTo>
                  <a:cubicBezTo>
                    <a:pt x="166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9" name="Google Shape;17619;p44"/>
            <p:cNvSpPr/>
            <p:nvPr/>
          </p:nvSpPr>
          <p:spPr>
            <a:xfrm>
              <a:off x="4143750" y="2759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7" y="1"/>
                  </a:moveTo>
                  <a:cubicBezTo>
                    <a:pt x="87" y="1"/>
                    <a:pt x="34" y="38"/>
                    <a:pt x="17" y="104"/>
                  </a:cubicBezTo>
                  <a:cubicBezTo>
                    <a:pt x="1" y="158"/>
                    <a:pt x="17" y="190"/>
                    <a:pt x="34" y="228"/>
                  </a:cubicBezTo>
                  <a:cubicBezTo>
                    <a:pt x="54" y="244"/>
                    <a:pt x="71" y="261"/>
                    <a:pt x="87" y="261"/>
                  </a:cubicBezTo>
                  <a:cubicBezTo>
                    <a:pt x="120" y="261"/>
                    <a:pt x="157" y="261"/>
                    <a:pt x="174" y="244"/>
                  </a:cubicBezTo>
                  <a:cubicBezTo>
                    <a:pt x="207" y="207"/>
                    <a:pt x="223" y="190"/>
                    <a:pt x="223" y="158"/>
                  </a:cubicBezTo>
                  <a:cubicBezTo>
                    <a:pt x="240" y="125"/>
                    <a:pt x="240" y="87"/>
                    <a:pt x="223" y="54"/>
                  </a:cubicBezTo>
                  <a:cubicBezTo>
                    <a:pt x="207" y="54"/>
                    <a:pt x="207" y="38"/>
                    <a:pt x="207" y="38"/>
                  </a:cubicBezTo>
                  <a:lnTo>
                    <a:pt x="190" y="21"/>
                  </a:lnTo>
                  <a:cubicBezTo>
                    <a:pt x="174" y="21"/>
                    <a:pt x="15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0" name="Google Shape;17620;p44"/>
            <p:cNvSpPr/>
            <p:nvPr/>
          </p:nvSpPr>
          <p:spPr>
            <a:xfrm>
              <a:off x="4163950" y="2839950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40" y="0"/>
                  </a:moveTo>
                  <a:cubicBezTo>
                    <a:pt x="125" y="0"/>
                    <a:pt x="112" y="4"/>
                    <a:pt x="104" y="13"/>
                  </a:cubicBezTo>
                  <a:cubicBezTo>
                    <a:pt x="34" y="29"/>
                    <a:pt x="1" y="116"/>
                    <a:pt x="17" y="165"/>
                  </a:cubicBezTo>
                  <a:cubicBezTo>
                    <a:pt x="17" y="202"/>
                    <a:pt x="50" y="235"/>
                    <a:pt x="71" y="235"/>
                  </a:cubicBezTo>
                  <a:cubicBezTo>
                    <a:pt x="104" y="252"/>
                    <a:pt x="120" y="252"/>
                    <a:pt x="153" y="252"/>
                  </a:cubicBezTo>
                  <a:cubicBezTo>
                    <a:pt x="191" y="235"/>
                    <a:pt x="207" y="202"/>
                    <a:pt x="224" y="186"/>
                  </a:cubicBezTo>
                  <a:cubicBezTo>
                    <a:pt x="240" y="149"/>
                    <a:pt x="240" y="116"/>
                    <a:pt x="240" y="83"/>
                  </a:cubicBezTo>
                  <a:cubicBezTo>
                    <a:pt x="224" y="62"/>
                    <a:pt x="224" y="46"/>
                    <a:pt x="207" y="29"/>
                  </a:cubicBezTo>
                  <a:cubicBezTo>
                    <a:pt x="207" y="13"/>
                    <a:pt x="191" y="13"/>
                    <a:pt x="191" y="13"/>
                  </a:cubicBezTo>
                  <a:cubicBezTo>
                    <a:pt x="172" y="4"/>
                    <a:pt x="154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1" name="Google Shape;17621;p44"/>
            <p:cNvSpPr/>
            <p:nvPr/>
          </p:nvSpPr>
          <p:spPr>
            <a:xfrm>
              <a:off x="4143350" y="28212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5" y="1"/>
                  </a:moveTo>
                  <a:cubicBezTo>
                    <a:pt x="72" y="1"/>
                    <a:pt x="31" y="48"/>
                    <a:pt x="17" y="108"/>
                  </a:cubicBezTo>
                  <a:cubicBezTo>
                    <a:pt x="0" y="141"/>
                    <a:pt x="17" y="174"/>
                    <a:pt x="33" y="211"/>
                  </a:cubicBezTo>
                  <a:cubicBezTo>
                    <a:pt x="50" y="228"/>
                    <a:pt x="70" y="244"/>
                    <a:pt x="103" y="261"/>
                  </a:cubicBezTo>
                  <a:cubicBezTo>
                    <a:pt x="153" y="261"/>
                    <a:pt x="223" y="211"/>
                    <a:pt x="239" y="141"/>
                  </a:cubicBezTo>
                  <a:cubicBezTo>
                    <a:pt x="239" y="108"/>
                    <a:pt x="239" y="71"/>
                    <a:pt x="223" y="55"/>
                  </a:cubicBezTo>
                  <a:cubicBezTo>
                    <a:pt x="223" y="38"/>
                    <a:pt x="206" y="38"/>
                    <a:pt x="206" y="22"/>
                  </a:cubicBezTo>
                  <a:cubicBezTo>
                    <a:pt x="190" y="5"/>
                    <a:pt x="173" y="5"/>
                    <a:pt x="153" y="5"/>
                  </a:cubicBezTo>
                  <a:cubicBezTo>
                    <a:pt x="143" y="2"/>
                    <a:pt x="134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2" name="Google Shape;17622;p44"/>
            <p:cNvSpPr/>
            <p:nvPr/>
          </p:nvSpPr>
          <p:spPr>
            <a:xfrm>
              <a:off x="4186750" y="2765850"/>
              <a:ext cx="5575" cy="6200"/>
            </a:xfrm>
            <a:custGeom>
              <a:avLst/>
              <a:gdLst/>
              <a:ahLst/>
              <a:cxnLst/>
              <a:rect l="l" t="t" r="r" b="b"/>
              <a:pathLst>
                <a:path w="223" h="248" extrusionOk="0">
                  <a:moveTo>
                    <a:pt x="110" y="1"/>
                  </a:moveTo>
                  <a:cubicBezTo>
                    <a:pt x="54" y="1"/>
                    <a:pt x="14" y="46"/>
                    <a:pt x="0" y="107"/>
                  </a:cubicBezTo>
                  <a:cubicBezTo>
                    <a:pt x="0" y="140"/>
                    <a:pt x="0" y="177"/>
                    <a:pt x="17" y="194"/>
                  </a:cubicBezTo>
                  <a:cubicBezTo>
                    <a:pt x="33" y="227"/>
                    <a:pt x="50" y="243"/>
                    <a:pt x="87" y="243"/>
                  </a:cubicBezTo>
                  <a:cubicBezTo>
                    <a:pt x="94" y="246"/>
                    <a:pt x="102" y="248"/>
                    <a:pt x="110" y="248"/>
                  </a:cubicBezTo>
                  <a:cubicBezTo>
                    <a:pt x="156" y="248"/>
                    <a:pt x="209" y="200"/>
                    <a:pt x="223" y="140"/>
                  </a:cubicBezTo>
                  <a:cubicBezTo>
                    <a:pt x="223" y="107"/>
                    <a:pt x="223" y="74"/>
                    <a:pt x="206" y="58"/>
                  </a:cubicBezTo>
                  <a:cubicBezTo>
                    <a:pt x="206" y="37"/>
                    <a:pt x="190" y="37"/>
                    <a:pt x="190" y="21"/>
                  </a:cubicBezTo>
                  <a:cubicBezTo>
                    <a:pt x="169" y="4"/>
                    <a:pt x="153" y="4"/>
                    <a:pt x="136" y="4"/>
                  </a:cubicBezTo>
                  <a:cubicBezTo>
                    <a:pt x="127" y="2"/>
                    <a:pt x="118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3" name="Google Shape;17623;p44"/>
            <p:cNvSpPr/>
            <p:nvPr/>
          </p:nvSpPr>
          <p:spPr>
            <a:xfrm>
              <a:off x="4178600" y="2733400"/>
              <a:ext cx="6400" cy="6375"/>
            </a:xfrm>
            <a:custGeom>
              <a:avLst/>
              <a:gdLst/>
              <a:ahLst/>
              <a:cxnLst/>
              <a:rect l="l" t="t" r="r" b="b"/>
              <a:pathLst>
                <a:path w="256" h="255" extrusionOk="0">
                  <a:moveTo>
                    <a:pt x="145" y="0"/>
                  </a:moveTo>
                  <a:cubicBezTo>
                    <a:pt x="132" y="0"/>
                    <a:pt x="120" y="5"/>
                    <a:pt x="103" y="16"/>
                  </a:cubicBezTo>
                  <a:cubicBezTo>
                    <a:pt x="33" y="32"/>
                    <a:pt x="0" y="119"/>
                    <a:pt x="17" y="185"/>
                  </a:cubicBezTo>
                  <a:cubicBezTo>
                    <a:pt x="33" y="201"/>
                    <a:pt x="50" y="238"/>
                    <a:pt x="66" y="255"/>
                  </a:cubicBezTo>
                  <a:lnTo>
                    <a:pt x="153" y="255"/>
                  </a:lnTo>
                  <a:cubicBezTo>
                    <a:pt x="186" y="238"/>
                    <a:pt x="223" y="222"/>
                    <a:pt x="223" y="185"/>
                  </a:cubicBezTo>
                  <a:cubicBezTo>
                    <a:pt x="239" y="152"/>
                    <a:pt x="256" y="119"/>
                    <a:pt x="239" y="82"/>
                  </a:cubicBezTo>
                  <a:cubicBezTo>
                    <a:pt x="239" y="65"/>
                    <a:pt x="223" y="49"/>
                    <a:pt x="206" y="32"/>
                  </a:cubicBezTo>
                  <a:lnTo>
                    <a:pt x="186" y="16"/>
                  </a:lnTo>
                  <a:cubicBezTo>
                    <a:pt x="169" y="5"/>
                    <a:pt x="157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4" name="Google Shape;17624;p44"/>
            <p:cNvSpPr/>
            <p:nvPr/>
          </p:nvSpPr>
          <p:spPr>
            <a:xfrm>
              <a:off x="4184575" y="27047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0" y="1"/>
                  </a:moveTo>
                  <a:cubicBezTo>
                    <a:pt x="99" y="1"/>
                    <a:pt x="70" y="14"/>
                    <a:pt x="50" y="43"/>
                  </a:cubicBezTo>
                  <a:cubicBezTo>
                    <a:pt x="0" y="109"/>
                    <a:pt x="0" y="179"/>
                    <a:pt x="50" y="233"/>
                  </a:cubicBezTo>
                  <a:cubicBezTo>
                    <a:pt x="50" y="233"/>
                    <a:pt x="71" y="250"/>
                    <a:pt x="87" y="250"/>
                  </a:cubicBezTo>
                  <a:cubicBezTo>
                    <a:pt x="100" y="254"/>
                    <a:pt x="112" y="256"/>
                    <a:pt x="124" y="256"/>
                  </a:cubicBezTo>
                  <a:cubicBezTo>
                    <a:pt x="156" y="256"/>
                    <a:pt x="182" y="240"/>
                    <a:pt x="207" y="212"/>
                  </a:cubicBezTo>
                  <a:cubicBezTo>
                    <a:pt x="240" y="163"/>
                    <a:pt x="240" y="109"/>
                    <a:pt x="240" y="76"/>
                  </a:cubicBezTo>
                  <a:cubicBezTo>
                    <a:pt x="223" y="60"/>
                    <a:pt x="223" y="43"/>
                    <a:pt x="207" y="27"/>
                  </a:cubicBezTo>
                  <a:cubicBezTo>
                    <a:pt x="182" y="10"/>
                    <a:pt x="155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5" name="Google Shape;17625;p44"/>
            <p:cNvSpPr/>
            <p:nvPr/>
          </p:nvSpPr>
          <p:spPr>
            <a:xfrm>
              <a:off x="4173850" y="27788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53" y="0"/>
                  </a:moveTo>
                  <a:cubicBezTo>
                    <a:pt x="87" y="0"/>
                    <a:pt x="17" y="54"/>
                    <a:pt x="17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34" y="240"/>
                    <a:pt x="67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6" y="263"/>
                    <a:pt x="209" y="215"/>
                    <a:pt x="223" y="157"/>
                  </a:cubicBezTo>
                  <a:cubicBezTo>
                    <a:pt x="240" y="120"/>
                    <a:pt x="223" y="87"/>
                    <a:pt x="223" y="54"/>
                  </a:cubicBezTo>
                  <a:cubicBezTo>
                    <a:pt x="207" y="54"/>
                    <a:pt x="207" y="33"/>
                    <a:pt x="207" y="33"/>
                  </a:cubicBezTo>
                  <a:cubicBezTo>
                    <a:pt x="19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6" name="Google Shape;17626;p44"/>
            <p:cNvSpPr/>
            <p:nvPr/>
          </p:nvSpPr>
          <p:spPr>
            <a:xfrm>
              <a:off x="4171700" y="2762375"/>
              <a:ext cx="6400" cy="6500"/>
            </a:xfrm>
            <a:custGeom>
              <a:avLst/>
              <a:gdLst/>
              <a:ahLst/>
              <a:cxnLst/>
              <a:rect l="l" t="t" r="r" b="b"/>
              <a:pathLst>
                <a:path w="256" h="260" extrusionOk="0">
                  <a:moveTo>
                    <a:pt x="130" y="1"/>
                  </a:moveTo>
                  <a:cubicBezTo>
                    <a:pt x="99" y="1"/>
                    <a:pt x="70" y="13"/>
                    <a:pt x="50" y="40"/>
                  </a:cubicBezTo>
                  <a:cubicBezTo>
                    <a:pt x="0" y="110"/>
                    <a:pt x="0" y="176"/>
                    <a:pt x="50" y="230"/>
                  </a:cubicBezTo>
                  <a:cubicBezTo>
                    <a:pt x="65" y="250"/>
                    <a:pt x="89" y="260"/>
                    <a:pt x="115" y="260"/>
                  </a:cubicBezTo>
                  <a:cubicBezTo>
                    <a:pt x="150" y="260"/>
                    <a:pt x="187" y="242"/>
                    <a:pt x="206" y="213"/>
                  </a:cubicBezTo>
                  <a:cubicBezTo>
                    <a:pt x="256" y="160"/>
                    <a:pt x="256" y="73"/>
                    <a:pt x="206" y="24"/>
                  </a:cubicBezTo>
                  <a:cubicBezTo>
                    <a:pt x="182" y="9"/>
                    <a:pt x="156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7" name="Google Shape;17627;p44"/>
            <p:cNvSpPr/>
            <p:nvPr/>
          </p:nvSpPr>
          <p:spPr>
            <a:xfrm>
              <a:off x="4167775" y="2793975"/>
              <a:ext cx="6525" cy="6300"/>
            </a:xfrm>
            <a:custGeom>
              <a:avLst/>
              <a:gdLst/>
              <a:ahLst/>
              <a:cxnLst/>
              <a:rect l="l" t="t" r="r" b="b"/>
              <a:pathLst>
                <a:path w="261" h="252" extrusionOk="0">
                  <a:moveTo>
                    <a:pt x="142" y="0"/>
                  </a:moveTo>
                  <a:cubicBezTo>
                    <a:pt x="127" y="0"/>
                    <a:pt x="114" y="5"/>
                    <a:pt x="103" y="13"/>
                  </a:cubicBezTo>
                  <a:cubicBezTo>
                    <a:pt x="38" y="29"/>
                    <a:pt x="0" y="116"/>
                    <a:pt x="21" y="186"/>
                  </a:cubicBezTo>
                  <a:cubicBezTo>
                    <a:pt x="21" y="203"/>
                    <a:pt x="54" y="236"/>
                    <a:pt x="71" y="252"/>
                  </a:cubicBezTo>
                  <a:lnTo>
                    <a:pt x="157" y="252"/>
                  </a:lnTo>
                  <a:cubicBezTo>
                    <a:pt x="227" y="219"/>
                    <a:pt x="260" y="149"/>
                    <a:pt x="244" y="83"/>
                  </a:cubicBezTo>
                  <a:cubicBezTo>
                    <a:pt x="227" y="66"/>
                    <a:pt x="227" y="46"/>
                    <a:pt x="207" y="29"/>
                  </a:cubicBezTo>
                  <a:lnTo>
                    <a:pt x="190" y="13"/>
                  </a:lnTo>
                  <a:cubicBezTo>
                    <a:pt x="174" y="5"/>
                    <a:pt x="157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8" name="Google Shape;17628;p44"/>
            <p:cNvSpPr/>
            <p:nvPr/>
          </p:nvSpPr>
          <p:spPr>
            <a:xfrm>
              <a:off x="4184150" y="2750150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35" y="0"/>
                  </a:moveTo>
                  <a:cubicBezTo>
                    <a:pt x="100" y="0"/>
                    <a:pt x="65" y="18"/>
                    <a:pt x="34" y="47"/>
                  </a:cubicBezTo>
                  <a:cubicBezTo>
                    <a:pt x="1" y="100"/>
                    <a:pt x="1" y="187"/>
                    <a:pt x="50" y="236"/>
                  </a:cubicBezTo>
                  <a:cubicBezTo>
                    <a:pt x="66" y="252"/>
                    <a:pt x="87" y="261"/>
                    <a:pt x="110" y="261"/>
                  </a:cubicBezTo>
                  <a:cubicBezTo>
                    <a:pt x="141" y="261"/>
                    <a:pt x="176" y="244"/>
                    <a:pt x="207" y="203"/>
                  </a:cubicBezTo>
                  <a:cubicBezTo>
                    <a:pt x="240" y="150"/>
                    <a:pt x="240" y="84"/>
                    <a:pt x="207" y="30"/>
                  </a:cubicBezTo>
                  <a:cubicBezTo>
                    <a:pt x="185" y="9"/>
                    <a:pt x="160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9" name="Google Shape;17629;p44"/>
            <p:cNvSpPr/>
            <p:nvPr/>
          </p:nvSpPr>
          <p:spPr>
            <a:xfrm>
              <a:off x="4176850" y="2716650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34" y="0"/>
                  </a:moveTo>
                  <a:cubicBezTo>
                    <a:pt x="100" y="0"/>
                    <a:pt x="64" y="18"/>
                    <a:pt x="33" y="47"/>
                  </a:cubicBezTo>
                  <a:cubicBezTo>
                    <a:pt x="33" y="67"/>
                    <a:pt x="17" y="84"/>
                    <a:pt x="17" y="100"/>
                  </a:cubicBezTo>
                  <a:cubicBezTo>
                    <a:pt x="0" y="150"/>
                    <a:pt x="17" y="203"/>
                    <a:pt x="33" y="220"/>
                  </a:cubicBezTo>
                  <a:cubicBezTo>
                    <a:pt x="55" y="239"/>
                    <a:pt x="81" y="247"/>
                    <a:pt x="105" y="247"/>
                  </a:cubicBezTo>
                  <a:cubicBezTo>
                    <a:pt x="123" y="247"/>
                    <a:pt x="139" y="243"/>
                    <a:pt x="153" y="236"/>
                  </a:cubicBezTo>
                  <a:cubicBezTo>
                    <a:pt x="173" y="236"/>
                    <a:pt x="190" y="220"/>
                    <a:pt x="206" y="203"/>
                  </a:cubicBezTo>
                  <a:cubicBezTo>
                    <a:pt x="239" y="150"/>
                    <a:pt x="239" y="67"/>
                    <a:pt x="206" y="30"/>
                  </a:cubicBezTo>
                  <a:cubicBezTo>
                    <a:pt x="184" y="9"/>
                    <a:pt x="15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0" name="Google Shape;17630;p44"/>
            <p:cNvSpPr/>
            <p:nvPr/>
          </p:nvSpPr>
          <p:spPr>
            <a:xfrm>
              <a:off x="4187975" y="2781275"/>
              <a:ext cx="6525" cy="6550"/>
            </a:xfrm>
            <a:custGeom>
              <a:avLst/>
              <a:gdLst/>
              <a:ahLst/>
              <a:cxnLst/>
              <a:rect l="l" t="t" r="r" b="b"/>
              <a:pathLst>
                <a:path w="261" h="262" extrusionOk="0">
                  <a:moveTo>
                    <a:pt x="152" y="1"/>
                  </a:moveTo>
                  <a:cubicBezTo>
                    <a:pt x="120" y="1"/>
                    <a:pt x="83" y="18"/>
                    <a:pt x="54" y="59"/>
                  </a:cubicBezTo>
                  <a:cubicBezTo>
                    <a:pt x="1" y="109"/>
                    <a:pt x="1" y="179"/>
                    <a:pt x="54" y="228"/>
                  </a:cubicBezTo>
                  <a:cubicBezTo>
                    <a:pt x="75" y="251"/>
                    <a:pt x="100" y="261"/>
                    <a:pt x="124" y="261"/>
                  </a:cubicBezTo>
                  <a:cubicBezTo>
                    <a:pt x="156" y="261"/>
                    <a:pt x="188" y="242"/>
                    <a:pt x="207" y="212"/>
                  </a:cubicBezTo>
                  <a:cubicBezTo>
                    <a:pt x="260" y="162"/>
                    <a:pt x="260" y="76"/>
                    <a:pt x="207" y="22"/>
                  </a:cubicBezTo>
                  <a:cubicBezTo>
                    <a:pt x="193" y="9"/>
                    <a:pt x="17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1" name="Google Shape;17631;p44"/>
            <p:cNvSpPr/>
            <p:nvPr/>
          </p:nvSpPr>
          <p:spPr>
            <a:xfrm>
              <a:off x="4181175" y="27956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0"/>
                  </a:moveTo>
                  <a:cubicBezTo>
                    <a:pt x="83" y="0"/>
                    <a:pt x="33" y="50"/>
                    <a:pt x="17" y="120"/>
                  </a:cubicBezTo>
                  <a:cubicBezTo>
                    <a:pt x="0" y="153"/>
                    <a:pt x="17" y="186"/>
                    <a:pt x="17" y="207"/>
                  </a:cubicBezTo>
                  <a:cubicBezTo>
                    <a:pt x="33" y="240"/>
                    <a:pt x="66" y="256"/>
                    <a:pt x="83" y="256"/>
                  </a:cubicBezTo>
                  <a:cubicBezTo>
                    <a:pt x="92" y="258"/>
                    <a:pt x="101" y="259"/>
                    <a:pt x="110" y="259"/>
                  </a:cubicBezTo>
                  <a:cubicBezTo>
                    <a:pt x="170" y="259"/>
                    <a:pt x="225" y="214"/>
                    <a:pt x="240" y="153"/>
                  </a:cubicBezTo>
                  <a:cubicBezTo>
                    <a:pt x="240" y="120"/>
                    <a:pt x="240" y="83"/>
                    <a:pt x="223" y="50"/>
                  </a:cubicBezTo>
                  <a:lnTo>
                    <a:pt x="207" y="33"/>
                  </a:lnTo>
                  <a:cubicBezTo>
                    <a:pt x="186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2" name="Google Shape;17632;p44"/>
            <p:cNvSpPr/>
            <p:nvPr/>
          </p:nvSpPr>
          <p:spPr>
            <a:xfrm>
              <a:off x="4186325" y="28119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7" y="1"/>
                  </a:moveTo>
                  <a:cubicBezTo>
                    <a:pt x="120" y="1"/>
                    <a:pt x="83" y="1"/>
                    <a:pt x="50" y="34"/>
                  </a:cubicBezTo>
                  <a:cubicBezTo>
                    <a:pt x="34" y="50"/>
                    <a:pt x="17" y="71"/>
                    <a:pt x="1" y="104"/>
                  </a:cubicBezTo>
                  <a:cubicBezTo>
                    <a:pt x="1" y="137"/>
                    <a:pt x="1" y="174"/>
                    <a:pt x="17" y="207"/>
                  </a:cubicBezTo>
                  <a:cubicBezTo>
                    <a:pt x="34" y="240"/>
                    <a:pt x="50" y="257"/>
                    <a:pt x="83" y="257"/>
                  </a:cubicBezTo>
                  <a:cubicBezTo>
                    <a:pt x="153" y="257"/>
                    <a:pt x="207" y="224"/>
                    <a:pt x="223" y="153"/>
                  </a:cubicBezTo>
                  <a:cubicBezTo>
                    <a:pt x="240" y="120"/>
                    <a:pt x="223" y="87"/>
                    <a:pt x="207" y="50"/>
                  </a:cubicBezTo>
                  <a:cubicBezTo>
                    <a:pt x="207" y="50"/>
                    <a:pt x="207" y="34"/>
                    <a:pt x="186" y="34"/>
                  </a:cubicBezTo>
                  <a:cubicBezTo>
                    <a:pt x="186" y="17"/>
                    <a:pt x="170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3" name="Google Shape;17633;p44"/>
            <p:cNvSpPr/>
            <p:nvPr/>
          </p:nvSpPr>
          <p:spPr>
            <a:xfrm>
              <a:off x="4176850" y="284312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8" y="0"/>
                  </a:moveTo>
                  <a:cubicBezTo>
                    <a:pt x="104" y="0"/>
                    <a:pt x="72" y="17"/>
                    <a:pt x="50" y="59"/>
                  </a:cubicBezTo>
                  <a:cubicBezTo>
                    <a:pt x="0" y="108"/>
                    <a:pt x="0" y="178"/>
                    <a:pt x="50" y="228"/>
                  </a:cubicBezTo>
                  <a:cubicBezTo>
                    <a:pt x="50" y="244"/>
                    <a:pt x="70" y="244"/>
                    <a:pt x="87" y="244"/>
                  </a:cubicBezTo>
                  <a:cubicBezTo>
                    <a:pt x="96" y="250"/>
                    <a:pt x="107" y="253"/>
                    <a:pt x="118" y="253"/>
                  </a:cubicBezTo>
                  <a:cubicBezTo>
                    <a:pt x="148" y="253"/>
                    <a:pt x="183" y="235"/>
                    <a:pt x="206" y="211"/>
                  </a:cubicBezTo>
                  <a:cubicBezTo>
                    <a:pt x="239" y="178"/>
                    <a:pt x="239" y="108"/>
                    <a:pt x="223" y="75"/>
                  </a:cubicBezTo>
                  <a:cubicBezTo>
                    <a:pt x="223" y="59"/>
                    <a:pt x="223" y="38"/>
                    <a:pt x="206" y="22"/>
                  </a:cubicBezTo>
                  <a:cubicBezTo>
                    <a:pt x="185" y="8"/>
                    <a:pt x="161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4" name="Google Shape;17634;p44"/>
            <p:cNvSpPr/>
            <p:nvPr/>
          </p:nvSpPr>
          <p:spPr>
            <a:xfrm>
              <a:off x="4169525" y="27458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5" y="0"/>
                  </a:moveTo>
                  <a:cubicBezTo>
                    <a:pt x="101" y="0"/>
                    <a:pt x="64" y="19"/>
                    <a:pt x="33" y="50"/>
                  </a:cubicBezTo>
                  <a:cubicBezTo>
                    <a:pt x="1" y="99"/>
                    <a:pt x="1" y="186"/>
                    <a:pt x="33" y="239"/>
                  </a:cubicBezTo>
                  <a:cubicBezTo>
                    <a:pt x="55" y="253"/>
                    <a:pt x="80" y="261"/>
                    <a:pt x="105" y="261"/>
                  </a:cubicBezTo>
                  <a:cubicBezTo>
                    <a:pt x="141" y="261"/>
                    <a:pt x="177" y="244"/>
                    <a:pt x="207" y="202"/>
                  </a:cubicBezTo>
                  <a:cubicBezTo>
                    <a:pt x="240" y="153"/>
                    <a:pt x="240" y="66"/>
                    <a:pt x="207" y="33"/>
                  </a:cubicBezTo>
                  <a:cubicBezTo>
                    <a:pt x="186" y="10"/>
                    <a:pt x="161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5" name="Google Shape;17635;p44"/>
            <p:cNvSpPr/>
            <p:nvPr/>
          </p:nvSpPr>
          <p:spPr>
            <a:xfrm>
              <a:off x="4175500" y="28281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32" y="0"/>
                  </a:moveTo>
                  <a:cubicBezTo>
                    <a:pt x="75" y="0"/>
                    <a:pt x="36" y="49"/>
                    <a:pt x="21" y="106"/>
                  </a:cubicBezTo>
                  <a:cubicBezTo>
                    <a:pt x="1" y="143"/>
                    <a:pt x="21" y="176"/>
                    <a:pt x="38" y="209"/>
                  </a:cubicBezTo>
                  <a:cubicBezTo>
                    <a:pt x="38" y="226"/>
                    <a:pt x="71" y="247"/>
                    <a:pt x="104" y="263"/>
                  </a:cubicBezTo>
                  <a:cubicBezTo>
                    <a:pt x="124" y="263"/>
                    <a:pt x="157" y="247"/>
                    <a:pt x="190" y="226"/>
                  </a:cubicBezTo>
                  <a:cubicBezTo>
                    <a:pt x="207" y="209"/>
                    <a:pt x="227" y="176"/>
                    <a:pt x="244" y="143"/>
                  </a:cubicBezTo>
                  <a:cubicBezTo>
                    <a:pt x="244" y="106"/>
                    <a:pt x="244" y="73"/>
                    <a:pt x="227" y="57"/>
                  </a:cubicBezTo>
                  <a:cubicBezTo>
                    <a:pt x="227" y="40"/>
                    <a:pt x="207" y="40"/>
                    <a:pt x="207" y="20"/>
                  </a:cubicBezTo>
                  <a:cubicBezTo>
                    <a:pt x="190" y="20"/>
                    <a:pt x="174" y="3"/>
                    <a:pt x="157" y="3"/>
                  </a:cubicBezTo>
                  <a:cubicBezTo>
                    <a:pt x="149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6" name="Google Shape;17636;p44"/>
            <p:cNvSpPr/>
            <p:nvPr/>
          </p:nvSpPr>
          <p:spPr>
            <a:xfrm>
              <a:off x="4171700" y="270152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03" y="0"/>
                  </a:moveTo>
                  <a:cubicBezTo>
                    <a:pt x="33" y="33"/>
                    <a:pt x="0" y="103"/>
                    <a:pt x="17" y="173"/>
                  </a:cubicBezTo>
                  <a:cubicBezTo>
                    <a:pt x="33" y="206"/>
                    <a:pt x="50" y="223"/>
                    <a:pt x="70" y="239"/>
                  </a:cubicBezTo>
                  <a:cubicBezTo>
                    <a:pt x="87" y="250"/>
                    <a:pt x="99" y="255"/>
                    <a:pt x="111" y="255"/>
                  </a:cubicBezTo>
                  <a:cubicBezTo>
                    <a:pt x="124" y="255"/>
                    <a:pt x="136" y="250"/>
                    <a:pt x="153" y="239"/>
                  </a:cubicBezTo>
                  <a:cubicBezTo>
                    <a:pt x="190" y="239"/>
                    <a:pt x="206" y="206"/>
                    <a:pt x="223" y="173"/>
                  </a:cubicBezTo>
                  <a:cubicBezTo>
                    <a:pt x="239" y="157"/>
                    <a:pt x="239" y="120"/>
                    <a:pt x="239" y="87"/>
                  </a:cubicBezTo>
                  <a:cubicBezTo>
                    <a:pt x="223" y="54"/>
                    <a:pt x="223" y="33"/>
                    <a:pt x="206" y="33"/>
                  </a:cubicBezTo>
                  <a:cubicBezTo>
                    <a:pt x="206" y="17"/>
                    <a:pt x="190" y="17"/>
                    <a:pt x="190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7" name="Google Shape;17637;p44"/>
            <p:cNvSpPr/>
            <p:nvPr/>
          </p:nvSpPr>
          <p:spPr>
            <a:xfrm>
              <a:off x="4172100" y="28136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87" y="1"/>
                  </a:moveTo>
                  <a:cubicBezTo>
                    <a:pt x="71" y="17"/>
                    <a:pt x="34" y="34"/>
                    <a:pt x="17" y="67"/>
                  </a:cubicBezTo>
                  <a:cubicBezTo>
                    <a:pt x="1" y="104"/>
                    <a:pt x="1" y="137"/>
                    <a:pt x="17" y="170"/>
                  </a:cubicBezTo>
                  <a:cubicBezTo>
                    <a:pt x="29" y="221"/>
                    <a:pt x="61" y="253"/>
                    <a:pt x="105" y="253"/>
                  </a:cubicBezTo>
                  <a:cubicBezTo>
                    <a:pt x="121" y="253"/>
                    <a:pt x="139" y="249"/>
                    <a:pt x="157" y="240"/>
                  </a:cubicBezTo>
                  <a:cubicBezTo>
                    <a:pt x="207" y="224"/>
                    <a:pt x="240" y="137"/>
                    <a:pt x="223" y="83"/>
                  </a:cubicBezTo>
                  <a:cubicBezTo>
                    <a:pt x="223" y="50"/>
                    <a:pt x="207" y="34"/>
                    <a:pt x="207" y="17"/>
                  </a:cubicBezTo>
                  <a:cubicBezTo>
                    <a:pt x="190" y="17"/>
                    <a:pt x="190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8" name="Google Shape;17638;p44"/>
            <p:cNvSpPr/>
            <p:nvPr/>
          </p:nvSpPr>
          <p:spPr>
            <a:xfrm>
              <a:off x="4085825" y="2812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0"/>
                  </a:moveTo>
                  <a:cubicBezTo>
                    <a:pt x="83" y="0"/>
                    <a:pt x="17" y="33"/>
                    <a:pt x="17" y="103"/>
                  </a:cubicBezTo>
                  <a:cubicBezTo>
                    <a:pt x="1" y="136"/>
                    <a:pt x="1" y="174"/>
                    <a:pt x="17" y="207"/>
                  </a:cubicBezTo>
                  <a:cubicBezTo>
                    <a:pt x="34" y="240"/>
                    <a:pt x="67" y="260"/>
                    <a:pt x="83" y="260"/>
                  </a:cubicBezTo>
                  <a:cubicBezTo>
                    <a:pt x="153" y="260"/>
                    <a:pt x="207" y="223"/>
                    <a:pt x="223" y="157"/>
                  </a:cubicBezTo>
                  <a:cubicBezTo>
                    <a:pt x="240" y="120"/>
                    <a:pt x="240" y="87"/>
                    <a:pt x="223" y="54"/>
                  </a:cubicBezTo>
                  <a:cubicBezTo>
                    <a:pt x="207" y="54"/>
                    <a:pt x="207" y="33"/>
                    <a:pt x="207" y="33"/>
                  </a:cubicBezTo>
                  <a:cubicBezTo>
                    <a:pt x="186" y="17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9" name="Google Shape;17639;p44"/>
            <p:cNvSpPr/>
            <p:nvPr/>
          </p:nvSpPr>
          <p:spPr>
            <a:xfrm>
              <a:off x="4193550" y="2845825"/>
              <a:ext cx="6100" cy="4750"/>
            </a:xfrm>
            <a:custGeom>
              <a:avLst/>
              <a:gdLst/>
              <a:ahLst/>
              <a:cxnLst/>
              <a:rect l="l" t="t" r="r" b="b"/>
              <a:pathLst>
                <a:path w="244" h="190" extrusionOk="0">
                  <a:moveTo>
                    <a:pt x="157" y="0"/>
                  </a:moveTo>
                  <a:cubicBezTo>
                    <a:pt x="87" y="0"/>
                    <a:pt x="21" y="54"/>
                    <a:pt x="21" y="120"/>
                  </a:cubicBezTo>
                  <a:cubicBezTo>
                    <a:pt x="0" y="136"/>
                    <a:pt x="0" y="173"/>
                    <a:pt x="21" y="190"/>
                  </a:cubicBezTo>
                  <a:lnTo>
                    <a:pt x="206" y="190"/>
                  </a:lnTo>
                  <a:cubicBezTo>
                    <a:pt x="227" y="190"/>
                    <a:pt x="227" y="173"/>
                    <a:pt x="227" y="157"/>
                  </a:cubicBezTo>
                  <a:cubicBezTo>
                    <a:pt x="243" y="103"/>
                    <a:pt x="227" y="70"/>
                    <a:pt x="190" y="33"/>
                  </a:cubicBezTo>
                  <a:cubicBezTo>
                    <a:pt x="190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0" name="Google Shape;17640;p44"/>
            <p:cNvSpPr/>
            <p:nvPr/>
          </p:nvSpPr>
          <p:spPr>
            <a:xfrm>
              <a:off x="4219300" y="277242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41" y="1"/>
                  </a:moveTo>
                  <a:cubicBezTo>
                    <a:pt x="125" y="1"/>
                    <a:pt x="87" y="1"/>
                    <a:pt x="54" y="17"/>
                  </a:cubicBezTo>
                  <a:cubicBezTo>
                    <a:pt x="38" y="34"/>
                    <a:pt x="21" y="67"/>
                    <a:pt x="1" y="104"/>
                  </a:cubicBezTo>
                  <a:cubicBezTo>
                    <a:pt x="1" y="137"/>
                    <a:pt x="1" y="170"/>
                    <a:pt x="21" y="207"/>
                  </a:cubicBezTo>
                  <a:cubicBezTo>
                    <a:pt x="38" y="223"/>
                    <a:pt x="54" y="240"/>
                    <a:pt x="87" y="256"/>
                  </a:cubicBezTo>
                  <a:cubicBezTo>
                    <a:pt x="158" y="256"/>
                    <a:pt x="207" y="207"/>
                    <a:pt x="228" y="137"/>
                  </a:cubicBezTo>
                  <a:cubicBezTo>
                    <a:pt x="244" y="104"/>
                    <a:pt x="228" y="67"/>
                    <a:pt x="207" y="50"/>
                  </a:cubicBezTo>
                  <a:cubicBezTo>
                    <a:pt x="207" y="34"/>
                    <a:pt x="207" y="34"/>
                    <a:pt x="191" y="17"/>
                  </a:cubicBezTo>
                  <a:cubicBezTo>
                    <a:pt x="174" y="17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1" name="Google Shape;17641;p44"/>
            <p:cNvSpPr/>
            <p:nvPr/>
          </p:nvSpPr>
          <p:spPr>
            <a:xfrm>
              <a:off x="4213325" y="28026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3" y="0"/>
                  </a:moveTo>
                  <a:cubicBezTo>
                    <a:pt x="123" y="0"/>
                    <a:pt x="113" y="2"/>
                    <a:pt x="104" y="7"/>
                  </a:cubicBezTo>
                  <a:cubicBezTo>
                    <a:pt x="87" y="7"/>
                    <a:pt x="54" y="28"/>
                    <a:pt x="34" y="44"/>
                  </a:cubicBezTo>
                  <a:cubicBezTo>
                    <a:pt x="17" y="77"/>
                    <a:pt x="17" y="94"/>
                    <a:pt x="1" y="131"/>
                  </a:cubicBezTo>
                  <a:cubicBezTo>
                    <a:pt x="1" y="164"/>
                    <a:pt x="17" y="197"/>
                    <a:pt x="34" y="234"/>
                  </a:cubicBezTo>
                  <a:cubicBezTo>
                    <a:pt x="57" y="248"/>
                    <a:pt x="84" y="256"/>
                    <a:pt x="111" y="256"/>
                  </a:cubicBezTo>
                  <a:cubicBezTo>
                    <a:pt x="145" y="256"/>
                    <a:pt x="179" y="243"/>
                    <a:pt x="207" y="213"/>
                  </a:cubicBezTo>
                  <a:cubicBezTo>
                    <a:pt x="240" y="147"/>
                    <a:pt x="240" y="77"/>
                    <a:pt x="207" y="28"/>
                  </a:cubicBezTo>
                  <a:cubicBezTo>
                    <a:pt x="183" y="13"/>
                    <a:pt x="158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2" name="Google Shape;17642;p44"/>
            <p:cNvSpPr/>
            <p:nvPr/>
          </p:nvSpPr>
          <p:spPr>
            <a:xfrm>
              <a:off x="4215075" y="28195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8" y="1"/>
                  </a:moveTo>
                  <a:cubicBezTo>
                    <a:pt x="74" y="1"/>
                    <a:pt x="32" y="46"/>
                    <a:pt x="17" y="107"/>
                  </a:cubicBezTo>
                  <a:cubicBezTo>
                    <a:pt x="1" y="140"/>
                    <a:pt x="17" y="177"/>
                    <a:pt x="34" y="210"/>
                  </a:cubicBezTo>
                  <a:cubicBezTo>
                    <a:pt x="34" y="227"/>
                    <a:pt x="67" y="243"/>
                    <a:pt x="104" y="260"/>
                  </a:cubicBezTo>
                  <a:cubicBezTo>
                    <a:pt x="153" y="260"/>
                    <a:pt x="223" y="210"/>
                    <a:pt x="240" y="140"/>
                  </a:cubicBezTo>
                  <a:cubicBezTo>
                    <a:pt x="240" y="107"/>
                    <a:pt x="240" y="74"/>
                    <a:pt x="223" y="54"/>
                  </a:cubicBezTo>
                  <a:cubicBezTo>
                    <a:pt x="223" y="37"/>
                    <a:pt x="207" y="37"/>
                    <a:pt x="207" y="21"/>
                  </a:cubicBezTo>
                  <a:cubicBezTo>
                    <a:pt x="190" y="21"/>
                    <a:pt x="170" y="4"/>
                    <a:pt x="153" y="4"/>
                  </a:cubicBezTo>
                  <a:cubicBezTo>
                    <a:pt x="145" y="2"/>
                    <a:pt x="136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3" name="Google Shape;17643;p44"/>
            <p:cNvSpPr/>
            <p:nvPr/>
          </p:nvSpPr>
          <p:spPr>
            <a:xfrm>
              <a:off x="4207775" y="27869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29" y="0"/>
                  </a:moveTo>
                  <a:cubicBezTo>
                    <a:pt x="74" y="0"/>
                    <a:pt x="31" y="48"/>
                    <a:pt x="17" y="106"/>
                  </a:cubicBezTo>
                  <a:cubicBezTo>
                    <a:pt x="0" y="143"/>
                    <a:pt x="17" y="176"/>
                    <a:pt x="17" y="209"/>
                  </a:cubicBezTo>
                  <a:cubicBezTo>
                    <a:pt x="33" y="226"/>
                    <a:pt x="70" y="246"/>
                    <a:pt x="87" y="263"/>
                  </a:cubicBezTo>
                  <a:cubicBezTo>
                    <a:pt x="153" y="263"/>
                    <a:pt x="223" y="209"/>
                    <a:pt x="223" y="143"/>
                  </a:cubicBezTo>
                  <a:cubicBezTo>
                    <a:pt x="239" y="106"/>
                    <a:pt x="239" y="73"/>
                    <a:pt x="223" y="57"/>
                  </a:cubicBezTo>
                  <a:cubicBezTo>
                    <a:pt x="206" y="40"/>
                    <a:pt x="206" y="40"/>
                    <a:pt x="206" y="20"/>
                  </a:cubicBezTo>
                  <a:cubicBezTo>
                    <a:pt x="190" y="20"/>
                    <a:pt x="173" y="3"/>
                    <a:pt x="153" y="3"/>
                  </a:cubicBezTo>
                  <a:cubicBezTo>
                    <a:pt x="144" y="1"/>
                    <a:pt x="136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4" name="Google Shape;17644;p44"/>
            <p:cNvSpPr/>
            <p:nvPr/>
          </p:nvSpPr>
          <p:spPr>
            <a:xfrm>
              <a:off x="3857725" y="2773600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1" y="0"/>
                  </a:moveTo>
                  <a:cubicBezTo>
                    <a:pt x="74" y="0"/>
                    <a:pt x="32" y="45"/>
                    <a:pt x="17" y="106"/>
                  </a:cubicBezTo>
                  <a:cubicBezTo>
                    <a:pt x="1" y="176"/>
                    <a:pt x="34" y="242"/>
                    <a:pt x="104" y="242"/>
                  </a:cubicBezTo>
                  <a:cubicBezTo>
                    <a:pt x="109" y="249"/>
                    <a:pt x="116" y="251"/>
                    <a:pt x="123" y="251"/>
                  </a:cubicBezTo>
                  <a:cubicBezTo>
                    <a:pt x="142" y="251"/>
                    <a:pt x="167" y="237"/>
                    <a:pt x="190" y="226"/>
                  </a:cubicBezTo>
                  <a:cubicBezTo>
                    <a:pt x="207" y="209"/>
                    <a:pt x="223" y="176"/>
                    <a:pt x="240" y="139"/>
                  </a:cubicBezTo>
                  <a:cubicBezTo>
                    <a:pt x="240" y="106"/>
                    <a:pt x="240" y="73"/>
                    <a:pt x="223" y="57"/>
                  </a:cubicBezTo>
                  <a:cubicBezTo>
                    <a:pt x="223" y="36"/>
                    <a:pt x="207" y="36"/>
                    <a:pt x="207" y="20"/>
                  </a:cubicBezTo>
                  <a:cubicBezTo>
                    <a:pt x="190" y="3"/>
                    <a:pt x="174" y="3"/>
                    <a:pt x="157" y="3"/>
                  </a:cubicBezTo>
                  <a:cubicBezTo>
                    <a:pt x="148" y="1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5" name="Google Shape;17645;p44"/>
            <p:cNvSpPr/>
            <p:nvPr/>
          </p:nvSpPr>
          <p:spPr>
            <a:xfrm>
              <a:off x="3868875" y="2849500"/>
              <a:ext cx="4350" cy="1075"/>
            </a:xfrm>
            <a:custGeom>
              <a:avLst/>
              <a:gdLst/>
              <a:ahLst/>
              <a:cxnLst/>
              <a:rect l="l" t="t" r="r" b="b"/>
              <a:pathLst>
                <a:path w="174" h="43" extrusionOk="0">
                  <a:moveTo>
                    <a:pt x="94" y="0"/>
                  </a:moveTo>
                  <a:cubicBezTo>
                    <a:pt x="63" y="0"/>
                    <a:pt x="29" y="14"/>
                    <a:pt x="0" y="43"/>
                  </a:cubicBezTo>
                  <a:lnTo>
                    <a:pt x="173" y="43"/>
                  </a:lnTo>
                  <a:cubicBezTo>
                    <a:pt x="173" y="43"/>
                    <a:pt x="173" y="26"/>
                    <a:pt x="157" y="26"/>
                  </a:cubicBezTo>
                  <a:cubicBezTo>
                    <a:pt x="142" y="10"/>
                    <a:pt x="119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6" name="Google Shape;17646;p44"/>
            <p:cNvSpPr/>
            <p:nvPr/>
          </p:nvSpPr>
          <p:spPr>
            <a:xfrm>
              <a:off x="3856900" y="28192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1"/>
                  </a:moveTo>
                  <a:cubicBezTo>
                    <a:pt x="120" y="1"/>
                    <a:pt x="87" y="1"/>
                    <a:pt x="67" y="17"/>
                  </a:cubicBezTo>
                  <a:cubicBezTo>
                    <a:pt x="34" y="34"/>
                    <a:pt x="17" y="67"/>
                    <a:pt x="17" y="104"/>
                  </a:cubicBezTo>
                  <a:cubicBezTo>
                    <a:pt x="1" y="137"/>
                    <a:pt x="17" y="170"/>
                    <a:pt x="34" y="207"/>
                  </a:cubicBezTo>
                  <a:cubicBezTo>
                    <a:pt x="34" y="223"/>
                    <a:pt x="67" y="240"/>
                    <a:pt x="104" y="256"/>
                  </a:cubicBezTo>
                  <a:cubicBezTo>
                    <a:pt x="153" y="256"/>
                    <a:pt x="223" y="207"/>
                    <a:pt x="240" y="137"/>
                  </a:cubicBezTo>
                  <a:cubicBezTo>
                    <a:pt x="240" y="104"/>
                    <a:pt x="240" y="67"/>
                    <a:pt x="223" y="50"/>
                  </a:cubicBezTo>
                  <a:cubicBezTo>
                    <a:pt x="223" y="34"/>
                    <a:pt x="207" y="34"/>
                    <a:pt x="207" y="17"/>
                  </a:cubicBezTo>
                  <a:cubicBezTo>
                    <a:pt x="19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7" name="Google Shape;17647;p44"/>
            <p:cNvSpPr/>
            <p:nvPr/>
          </p:nvSpPr>
          <p:spPr>
            <a:xfrm>
              <a:off x="3868050" y="2740425"/>
              <a:ext cx="6500" cy="6400"/>
            </a:xfrm>
            <a:custGeom>
              <a:avLst/>
              <a:gdLst/>
              <a:ahLst/>
              <a:cxnLst/>
              <a:rect l="l" t="t" r="r" b="b"/>
              <a:pathLst>
                <a:path w="260" h="256" extrusionOk="0">
                  <a:moveTo>
                    <a:pt x="141" y="1"/>
                  </a:moveTo>
                  <a:cubicBezTo>
                    <a:pt x="107" y="1"/>
                    <a:pt x="72" y="14"/>
                    <a:pt x="54" y="44"/>
                  </a:cubicBezTo>
                  <a:cubicBezTo>
                    <a:pt x="0" y="93"/>
                    <a:pt x="0" y="180"/>
                    <a:pt x="54" y="229"/>
                  </a:cubicBezTo>
                  <a:cubicBezTo>
                    <a:pt x="76" y="246"/>
                    <a:pt x="103" y="256"/>
                    <a:pt x="128" y="256"/>
                  </a:cubicBezTo>
                  <a:cubicBezTo>
                    <a:pt x="159" y="256"/>
                    <a:pt x="188" y="242"/>
                    <a:pt x="206" y="213"/>
                  </a:cubicBezTo>
                  <a:cubicBezTo>
                    <a:pt x="260" y="147"/>
                    <a:pt x="260" y="77"/>
                    <a:pt x="206" y="23"/>
                  </a:cubicBezTo>
                  <a:cubicBezTo>
                    <a:pt x="192" y="9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8" name="Google Shape;17648;p44"/>
            <p:cNvSpPr/>
            <p:nvPr/>
          </p:nvSpPr>
          <p:spPr>
            <a:xfrm>
              <a:off x="3870625" y="26960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3" y="30"/>
                    <a:pt x="0" y="116"/>
                    <a:pt x="17" y="170"/>
                  </a:cubicBezTo>
                  <a:cubicBezTo>
                    <a:pt x="17" y="203"/>
                    <a:pt x="33" y="236"/>
                    <a:pt x="70" y="236"/>
                  </a:cubicBezTo>
                  <a:cubicBezTo>
                    <a:pt x="87" y="252"/>
                    <a:pt x="120" y="252"/>
                    <a:pt x="157" y="252"/>
                  </a:cubicBezTo>
                  <a:cubicBezTo>
                    <a:pt x="190" y="236"/>
                    <a:pt x="206" y="203"/>
                    <a:pt x="223" y="186"/>
                  </a:cubicBezTo>
                  <a:cubicBezTo>
                    <a:pt x="239" y="149"/>
                    <a:pt x="239" y="116"/>
                    <a:pt x="223" y="83"/>
                  </a:cubicBezTo>
                  <a:cubicBezTo>
                    <a:pt x="223" y="67"/>
                    <a:pt x="206" y="46"/>
                    <a:pt x="206" y="30"/>
                  </a:cubicBezTo>
                  <a:cubicBezTo>
                    <a:pt x="190" y="13"/>
                    <a:pt x="190" y="13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9" name="Google Shape;17649;p44"/>
            <p:cNvSpPr/>
            <p:nvPr/>
          </p:nvSpPr>
          <p:spPr>
            <a:xfrm>
              <a:off x="3862875" y="2834375"/>
              <a:ext cx="6025" cy="6500"/>
            </a:xfrm>
            <a:custGeom>
              <a:avLst/>
              <a:gdLst/>
              <a:ahLst/>
              <a:cxnLst/>
              <a:rect l="l" t="t" r="r" b="b"/>
              <a:pathLst>
                <a:path w="241" h="260" extrusionOk="0">
                  <a:moveTo>
                    <a:pt x="137" y="1"/>
                  </a:moveTo>
                  <a:cubicBezTo>
                    <a:pt x="121" y="1"/>
                    <a:pt x="104" y="5"/>
                    <a:pt x="87" y="13"/>
                  </a:cubicBezTo>
                  <a:cubicBezTo>
                    <a:pt x="34" y="30"/>
                    <a:pt x="1" y="116"/>
                    <a:pt x="17" y="182"/>
                  </a:cubicBezTo>
                  <a:cubicBezTo>
                    <a:pt x="17" y="203"/>
                    <a:pt x="34" y="236"/>
                    <a:pt x="71" y="252"/>
                  </a:cubicBezTo>
                  <a:cubicBezTo>
                    <a:pt x="82" y="252"/>
                    <a:pt x="100" y="260"/>
                    <a:pt x="122" y="260"/>
                  </a:cubicBezTo>
                  <a:cubicBezTo>
                    <a:pt x="133" y="260"/>
                    <a:pt x="145" y="258"/>
                    <a:pt x="158" y="252"/>
                  </a:cubicBezTo>
                  <a:cubicBezTo>
                    <a:pt x="174" y="236"/>
                    <a:pt x="207" y="219"/>
                    <a:pt x="224" y="182"/>
                  </a:cubicBezTo>
                  <a:cubicBezTo>
                    <a:pt x="240" y="149"/>
                    <a:pt x="240" y="116"/>
                    <a:pt x="224" y="79"/>
                  </a:cubicBezTo>
                  <a:cubicBezTo>
                    <a:pt x="224" y="63"/>
                    <a:pt x="207" y="46"/>
                    <a:pt x="207" y="30"/>
                  </a:cubicBezTo>
                  <a:cubicBezTo>
                    <a:pt x="191" y="30"/>
                    <a:pt x="191" y="13"/>
                    <a:pt x="174" y="13"/>
                  </a:cubicBezTo>
                  <a:cubicBezTo>
                    <a:pt x="166" y="5"/>
                    <a:pt x="152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0" name="Google Shape;17650;p44"/>
            <p:cNvSpPr/>
            <p:nvPr/>
          </p:nvSpPr>
          <p:spPr>
            <a:xfrm>
              <a:off x="3882250" y="2686475"/>
              <a:ext cx="6025" cy="4350"/>
            </a:xfrm>
            <a:custGeom>
              <a:avLst/>
              <a:gdLst/>
              <a:ahLst/>
              <a:cxnLst/>
              <a:rect l="l" t="t" r="r" b="b"/>
              <a:pathLst>
                <a:path w="241" h="174" extrusionOk="0">
                  <a:moveTo>
                    <a:pt x="17" y="0"/>
                  </a:moveTo>
                  <a:lnTo>
                    <a:pt x="17" y="17"/>
                  </a:lnTo>
                  <a:cubicBezTo>
                    <a:pt x="1" y="54"/>
                    <a:pt x="1" y="87"/>
                    <a:pt x="17" y="120"/>
                  </a:cubicBezTo>
                  <a:cubicBezTo>
                    <a:pt x="34" y="140"/>
                    <a:pt x="67" y="157"/>
                    <a:pt x="83" y="173"/>
                  </a:cubicBezTo>
                  <a:cubicBezTo>
                    <a:pt x="121" y="173"/>
                    <a:pt x="154" y="157"/>
                    <a:pt x="170" y="140"/>
                  </a:cubicBezTo>
                  <a:cubicBezTo>
                    <a:pt x="207" y="120"/>
                    <a:pt x="224" y="87"/>
                    <a:pt x="224" y="54"/>
                  </a:cubicBezTo>
                  <a:lnTo>
                    <a:pt x="240" y="37"/>
                  </a:lnTo>
                  <a:cubicBezTo>
                    <a:pt x="154" y="17"/>
                    <a:pt x="83" y="0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1" name="Google Shape;17651;p44"/>
            <p:cNvSpPr/>
            <p:nvPr/>
          </p:nvSpPr>
          <p:spPr>
            <a:xfrm>
              <a:off x="4223225" y="27427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37" y="0"/>
                  </a:moveTo>
                  <a:cubicBezTo>
                    <a:pt x="120" y="0"/>
                    <a:pt x="87" y="0"/>
                    <a:pt x="50" y="17"/>
                  </a:cubicBezTo>
                  <a:cubicBezTo>
                    <a:pt x="34" y="33"/>
                    <a:pt x="17" y="71"/>
                    <a:pt x="1" y="103"/>
                  </a:cubicBezTo>
                  <a:cubicBezTo>
                    <a:pt x="1" y="136"/>
                    <a:pt x="1" y="174"/>
                    <a:pt x="17" y="207"/>
                  </a:cubicBezTo>
                  <a:cubicBezTo>
                    <a:pt x="34" y="223"/>
                    <a:pt x="50" y="240"/>
                    <a:pt x="87" y="260"/>
                  </a:cubicBezTo>
                  <a:cubicBezTo>
                    <a:pt x="153" y="260"/>
                    <a:pt x="207" y="207"/>
                    <a:pt x="223" y="136"/>
                  </a:cubicBezTo>
                  <a:cubicBezTo>
                    <a:pt x="223" y="103"/>
                    <a:pt x="223" y="71"/>
                    <a:pt x="207" y="54"/>
                  </a:cubicBezTo>
                  <a:cubicBezTo>
                    <a:pt x="207" y="33"/>
                    <a:pt x="207" y="33"/>
                    <a:pt x="190" y="17"/>
                  </a:cubicBezTo>
                  <a:cubicBezTo>
                    <a:pt x="174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2" name="Google Shape;17652;p44"/>
            <p:cNvSpPr/>
            <p:nvPr/>
          </p:nvSpPr>
          <p:spPr>
            <a:xfrm>
              <a:off x="4221475" y="278707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2" y="0"/>
                  </a:moveTo>
                  <a:cubicBezTo>
                    <a:pt x="101" y="0"/>
                    <a:pt x="66" y="19"/>
                    <a:pt x="38" y="50"/>
                  </a:cubicBezTo>
                  <a:cubicBezTo>
                    <a:pt x="0" y="99"/>
                    <a:pt x="0" y="186"/>
                    <a:pt x="38" y="219"/>
                  </a:cubicBezTo>
                  <a:cubicBezTo>
                    <a:pt x="54" y="239"/>
                    <a:pt x="71" y="239"/>
                    <a:pt x="87" y="256"/>
                  </a:cubicBezTo>
                  <a:cubicBezTo>
                    <a:pt x="120" y="256"/>
                    <a:pt x="174" y="239"/>
                    <a:pt x="190" y="202"/>
                  </a:cubicBezTo>
                  <a:cubicBezTo>
                    <a:pt x="223" y="169"/>
                    <a:pt x="244" y="116"/>
                    <a:pt x="223" y="66"/>
                  </a:cubicBezTo>
                  <a:cubicBezTo>
                    <a:pt x="223" y="50"/>
                    <a:pt x="207" y="3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3" name="Google Shape;17653;p44"/>
            <p:cNvSpPr/>
            <p:nvPr/>
          </p:nvSpPr>
          <p:spPr>
            <a:xfrm>
              <a:off x="4215900" y="2835425"/>
              <a:ext cx="6525" cy="6600"/>
            </a:xfrm>
            <a:custGeom>
              <a:avLst/>
              <a:gdLst/>
              <a:ahLst/>
              <a:cxnLst/>
              <a:rect l="l" t="t" r="r" b="b"/>
              <a:pathLst>
                <a:path w="261" h="264" extrusionOk="0">
                  <a:moveTo>
                    <a:pt x="136" y="1"/>
                  </a:moveTo>
                  <a:cubicBezTo>
                    <a:pt x="86" y="1"/>
                    <a:pt x="32" y="46"/>
                    <a:pt x="17" y="107"/>
                  </a:cubicBezTo>
                  <a:cubicBezTo>
                    <a:pt x="1" y="177"/>
                    <a:pt x="54" y="243"/>
                    <a:pt x="104" y="264"/>
                  </a:cubicBezTo>
                  <a:cubicBezTo>
                    <a:pt x="137" y="264"/>
                    <a:pt x="174" y="243"/>
                    <a:pt x="190" y="227"/>
                  </a:cubicBezTo>
                  <a:cubicBezTo>
                    <a:pt x="223" y="210"/>
                    <a:pt x="240" y="177"/>
                    <a:pt x="240" y="140"/>
                  </a:cubicBezTo>
                  <a:cubicBezTo>
                    <a:pt x="261" y="107"/>
                    <a:pt x="240" y="74"/>
                    <a:pt x="223" y="58"/>
                  </a:cubicBezTo>
                  <a:cubicBezTo>
                    <a:pt x="223" y="37"/>
                    <a:pt x="223" y="37"/>
                    <a:pt x="207" y="21"/>
                  </a:cubicBezTo>
                  <a:cubicBezTo>
                    <a:pt x="207" y="21"/>
                    <a:pt x="190" y="4"/>
                    <a:pt x="157" y="4"/>
                  </a:cubicBezTo>
                  <a:cubicBezTo>
                    <a:pt x="150" y="2"/>
                    <a:pt x="14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4" name="Google Shape;17654;p44"/>
            <p:cNvSpPr/>
            <p:nvPr/>
          </p:nvSpPr>
          <p:spPr>
            <a:xfrm>
              <a:off x="4221050" y="2729050"/>
              <a:ext cx="2200" cy="3000"/>
            </a:xfrm>
            <a:custGeom>
              <a:avLst/>
              <a:gdLst/>
              <a:ahLst/>
              <a:cxnLst/>
              <a:rect l="l" t="t" r="r" b="b"/>
              <a:pathLst>
                <a:path w="88" h="120" extrusionOk="0">
                  <a:moveTo>
                    <a:pt x="1" y="0"/>
                  </a:moveTo>
                  <a:cubicBezTo>
                    <a:pt x="1" y="17"/>
                    <a:pt x="17" y="50"/>
                    <a:pt x="17" y="66"/>
                  </a:cubicBezTo>
                  <a:cubicBezTo>
                    <a:pt x="34" y="87"/>
                    <a:pt x="55" y="103"/>
                    <a:pt x="88" y="120"/>
                  </a:cubicBezTo>
                  <a:cubicBezTo>
                    <a:pt x="88" y="103"/>
                    <a:pt x="88" y="103"/>
                    <a:pt x="71" y="87"/>
                  </a:cubicBezTo>
                  <a:cubicBezTo>
                    <a:pt x="55" y="66"/>
                    <a:pt x="34" y="3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5" name="Google Shape;17655;p44"/>
            <p:cNvSpPr/>
            <p:nvPr/>
          </p:nvSpPr>
          <p:spPr>
            <a:xfrm>
              <a:off x="4166525" y="2691625"/>
              <a:ext cx="3450" cy="950"/>
            </a:xfrm>
            <a:custGeom>
              <a:avLst/>
              <a:gdLst/>
              <a:ahLst/>
              <a:cxnLst/>
              <a:rect l="l" t="t" r="r" b="b"/>
              <a:pathLst>
                <a:path w="138" h="38" extrusionOk="0">
                  <a:moveTo>
                    <a:pt x="1" y="0"/>
                  </a:moveTo>
                  <a:cubicBezTo>
                    <a:pt x="17" y="17"/>
                    <a:pt x="50" y="38"/>
                    <a:pt x="71" y="38"/>
                  </a:cubicBezTo>
                  <a:cubicBezTo>
                    <a:pt x="88" y="38"/>
                    <a:pt x="121" y="38"/>
                    <a:pt x="137" y="17"/>
                  </a:cubicBezTo>
                  <a:cubicBezTo>
                    <a:pt x="104" y="17"/>
                    <a:pt x="5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6" name="Google Shape;17656;p44"/>
            <p:cNvSpPr/>
            <p:nvPr/>
          </p:nvSpPr>
          <p:spPr>
            <a:xfrm>
              <a:off x="3916175" y="2706250"/>
              <a:ext cx="5175" cy="5600"/>
            </a:xfrm>
            <a:custGeom>
              <a:avLst/>
              <a:gdLst/>
              <a:ahLst/>
              <a:cxnLst/>
              <a:rect l="l" t="t" r="r" b="b"/>
              <a:pathLst>
                <a:path w="207" h="224" extrusionOk="0">
                  <a:moveTo>
                    <a:pt x="50" y="1"/>
                  </a:moveTo>
                  <a:cubicBezTo>
                    <a:pt x="33" y="34"/>
                    <a:pt x="17" y="50"/>
                    <a:pt x="0" y="87"/>
                  </a:cubicBezTo>
                  <a:cubicBezTo>
                    <a:pt x="0" y="120"/>
                    <a:pt x="0" y="153"/>
                    <a:pt x="17" y="174"/>
                  </a:cubicBezTo>
                  <a:cubicBezTo>
                    <a:pt x="33" y="207"/>
                    <a:pt x="50" y="224"/>
                    <a:pt x="87" y="224"/>
                  </a:cubicBezTo>
                  <a:cubicBezTo>
                    <a:pt x="120" y="224"/>
                    <a:pt x="153" y="224"/>
                    <a:pt x="169" y="207"/>
                  </a:cubicBezTo>
                  <a:cubicBezTo>
                    <a:pt x="190" y="191"/>
                    <a:pt x="190" y="191"/>
                    <a:pt x="207" y="174"/>
                  </a:cubicBezTo>
                  <a:cubicBezTo>
                    <a:pt x="153" y="120"/>
                    <a:pt x="103" y="7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7" name="Google Shape;17657;p44"/>
            <p:cNvSpPr/>
            <p:nvPr/>
          </p:nvSpPr>
          <p:spPr>
            <a:xfrm>
              <a:off x="3904525" y="271750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7" y="0"/>
                  </a:moveTo>
                  <a:cubicBezTo>
                    <a:pt x="121" y="0"/>
                    <a:pt x="104" y="4"/>
                    <a:pt x="87" y="13"/>
                  </a:cubicBezTo>
                  <a:cubicBezTo>
                    <a:pt x="38" y="33"/>
                    <a:pt x="1" y="99"/>
                    <a:pt x="17" y="169"/>
                  </a:cubicBezTo>
                  <a:cubicBezTo>
                    <a:pt x="17" y="202"/>
                    <a:pt x="38" y="239"/>
                    <a:pt x="71" y="239"/>
                  </a:cubicBezTo>
                  <a:cubicBezTo>
                    <a:pt x="79" y="248"/>
                    <a:pt x="91" y="252"/>
                    <a:pt x="106" y="252"/>
                  </a:cubicBezTo>
                  <a:cubicBezTo>
                    <a:pt x="121" y="252"/>
                    <a:pt x="139" y="248"/>
                    <a:pt x="157" y="239"/>
                  </a:cubicBezTo>
                  <a:cubicBezTo>
                    <a:pt x="190" y="239"/>
                    <a:pt x="207" y="202"/>
                    <a:pt x="223" y="169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23" y="50"/>
                    <a:pt x="223" y="33"/>
                    <a:pt x="207" y="33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5" y="4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8" name="Google Shape;17658;p44"/>
            <p:cNvSpPr/>
            <p:nvPr/>
          </p:nvSpPr>
          <p:spPr>
            <a:xfrm>
              <a:off x="3866800" y="27884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4" y="1"/>
                  </a:moveTo>
                  <a:cubicBezTo>
                    <a:pt x="119" y="1"/>
                    <a:pt x="102" y="5"/>
                    <a:pt x="83" y="13"/>
                  </a:cubicBezTo>
                  <a:cubicBezTo>
                    <a:pt x="34" y="46"/>
                    <a:pt x="1" y="116"/>
                    <a:pt x="17" y="186"/>
                  </a:cubicBezTo>
                  <a:cubicBezTo>
                    <a:pt x="17" y="219"/>
                    <a:pt x="34" y="236"/>
                    <a:pt x="67" y="252"/>
                  </a:cubicBezTo>
                  <a:cubicBezTo>
                    <a:pt x="75" y="261"/>
                    <a:pt x="88" y="265"/>
                    <a:pt x="104" y="265"/>
                  </a:cubicBezTo>
                  <a:cubicBezTo>
                    <a:pt x="119" y="265"/>
                    <a:pt x="137" y="261"/>
                    <a:pt x="153" y="252"/>
                  </a:cubicBezTo>
                  <a:cubicBezTo>
                    <a:pt x="207" y="219"/>
                    <a:pt x="240" y="149"/>
                    <a:pt x="223" y="83"/>
                  </a:cubicBezTo>
                  <a:cubicBezTo>
                    <a:pt x="223" y="63"/>
                    <a:pt x="207" y="46"/>
                    <a:pt x="207" y="30"/>
                  </a:cubicBezTo>
                  <a:cubicBezTo>
                    <a:pt x="186" y="30"/>
                    <a:pt x="186" y="13"/>
                    <a:pt x="170" y="13"/>
                  </a:cubicBezTo>
                  <a:cubicBezTo>
                    <a:pt x="161" y="5"/>
                    <a:pt x="149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9" name="Google Shape;17659;p44"/>
            <p:cNvSpPr/>
            <p:nvPr/>
          </p:nvSpPr>
          <p:spPr>
            <a:xfrm>
              <a:off x="3911425" y="27518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0" y="0"/>
                  </a:moveTo>
                  <a:cubicBezTo>
                    <a:pt x="71" y="0"/>
                    <a:pt x="34" y="50"/>
                    <a:pt x="17" y="103"/>
                  </a:cubicBezTo>
                  <a:cubicBezTo>
                    <a:pt x="1" y="136"/>
                    <a:pt x="17" y="169"/>
                    <a:pt x="34" y="206"/>
                  </a:cubicBezTo>
                  <a:cubicBezTo>
                    <a:pt x="34" y="223"/>
                    <a:pt x="71" y="256"/>
                    <a:pt x="104" y="256"/>
                  </a:cubicBezTo>
                  <a:cubicBezTo>
                    <a:pt x="153" y="256"/>
                    <a:pt x="223" y="223"/>
                    <a:pt x="240" y="153"/>
                  </a:cubicBezTo>
                  <a:lnTo>
                    <a:pt x="240" y="120"/>
                  </a:lnTo>
                  <a:cubicBezTo>
                    <a:pt x="240" y="83"/>
                    <a:pt x="223" y="50"/>
                    <a:pt x="207" y="33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0" name="Google Shape;17660;p44"/>
            <p:cNvSpPr/>
            <p:nvPr/>
          </p:nvSpPr>
          <p:spPr>
            <a:xfrm>
              <a:off x="4201275" y="270882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37" y="1"/>
                  </a:moveTo>
                  <a:cubicBezTo>
                    <a:pt x="37" y="17"/>
                    <a:pt x="21" y="34"/>
                    <a:pt x="21" y="71"/>
                  </a:cubicBezTo>
                  <a:cubicBezTo>
                    <a:pt x="0" y="88"/>
                    <a:pt x="0" y="121"/>
                    <a:pt x="21" y="154"/>
                  </a:cubicBezTo>
                  <a:cubicBezTo>
                    <a:pt x="37" y="191"/>
                    <a:pt x="70" y="207"/>
                    <a:pt x="87" y="207"/>
                  </a:cubicBezTo>
                  <a:cubicBezTo>
                    <a:pt x="141" y="207"/>
                    <a:pt x="174" y="191"/>
                    <a:pt x="207" y="154"/>
                  </a:cubicBezTo>
                  <a:cubicBezTo>
                    <a:pt x="157" y="104"/>
                    <a:pt x="103" y="50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1" name="Google Shape;17661;p44"/>
            <p:cNvSpPr/>
            <p:nvPr/>
          </p:nvSpPr>
          <p:spPr>
            <a:xfrm>
              <a:off x="4155825" y="270070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20" y="0"/>
                  </a:moveTo>
                  <a:cubicBezTo>
                    <a:pt x="66" y="17"/>
                    <a:pt x="17" y="50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3" y="239"/>
                    <a:pt x="50" y="256"/>
                    <a:pt x="87" y="256"/>
                  </a:cubicBezTo>
                  <a:cubicBezTo>
                    <a:pt x="93" y="258"/>
                    <a:pt x="100" y="259"/>
                    <a:pt x="107" y="259"/>
                  </a:cubicBezTo>
                  <a:cubicBezTo>
                    <a:pt x="154" y="259"/>
                    <a:pt x="208" y="214"/>
                    <a:pt x="223" y="153"/>
                  </a:cubicBezTo>
                  <a:lnTo>
                    <a:pt x="223" y="120"/>
                  </a:lnTo>
                  <a:cubicBezTo>
                    <a:pt x="223" y="87"/>
                    <a:pt x="206" y="50"/>
                    <a:pt x="190" y="33"/>
                  </a:cubicBezTo>
                  <a:cubicBezTo>
                    <a:pt x="169" y="17"/>
                    <a:pt x="153" y="17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2" name="Google Shape;17662;p44"/>
            <p:cNvSpPr/>
            <p:nvPr/>
          </p:nvSpPr>
          <p:spPr>
            <a:xfrm>
              <a:off x="4127475" y="2695550"/>
              <a:ext cx="5600" cy="4650"/>
            </a:xfrm>
            <a:custGeom>
              <a:avLst/>
              <a:gdLst/>
              <a:ahLst/>
              <a:cxnLst/>
              <a:rect l="l" t="t" r="r" b="b"/>
              <a:pathLst>
                <a:path w="224" h="186" extrusionOk="0">
                  <a:moveTo>
                    <a:pt x="207" y="0"/>
                  </a:moveTo>
                  <a:lnTo>
                    <a:pt x="207" y="0"/>
                  </a:lnTo>
                  <a:cubicBezTo>
                    <a:pt x="136" y="33"/>
                    <a:pt x="66" y="50"/>
                    <a:pt x="0" y="87"/>
                  </a:cubicBezTo>
                  <a:cubicBezTo>
                    <a:pt x="0" y="103"/>
                    <a:pt x="0" y="136"/>
                    <a:pt x="17" y="153"/>
                  </a:cubicBezTo>
                  <a:cubicBezTo>
                    <a:pt x="38" y="175"/>
                    <a:pt x="63" y="186"/>
                    <a:pt x="88" y="186"/>
                  </a:cubicBezTo>
                  <a:cubicBezTo>
                    <a:pt x="123" y="186"/>
                    <a:pt x="159" y="167"/>
                    <a:pt x="190" y="136"/>
                  </a:cubicBezTo>
                  <a:cubicBezTo>
                    <a:pt x="223" y="103"/>
                    <a:pt x="223" y="5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3" name="Google Shape;17663;p44"/>
            <p:cNvSpPr/>
            <p:nvPr/>
          </p:nvSpPr>
          <p:spPr>
            <a:xfrm>
              <a:off x="3907100" y="27337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57" y="1"/>
                  </a:moveTo>
                  <a:cubicBezTo>
                    <a:pt x="87" y="1"/>
                    <a:pt x="38" y="34"/>
                    <a:pt x="17" y="104"/>
                  </a:cubicBezTo>
                  <a:cubicBezTo>
                    <a:pt x="1" y="137"/>
                    <a:pt x="17" y="170"/>
                    <a:pt x="17" y="207"/>
                  </a:cubicBezTo>
                  <a:cubicBezTo>
                    <a:pt x="38" y="240"/>
                    <a:pt x="71" y="256"/>
                    <a:pt x="87" y="256"/>
                  </a:cubicBezTo>
                  <a:cubicBezTo>
                    <a:pt x="96" y="259"/>
                    <a:pt x="105" y="260"/>
                    <a:pt x="114" y="260"/>
                  </a:cubicBezTo>
                  <a:cubicBezTo>
                    <a:pt x="173" y="260"/>
                    <a:pt x="223" y="214"/>
                    <a:pt x="223" y="153"/>
                  </a:cubicBezTo>
                  <a:cubicBezTo>
                    <a:pt x="244" y="120"/>
                    <a:pt x="244" y="83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4" name="Google Shape;17664;p44"/>
            <p:cNvSpPr/>
            <p:nvPr/>
          </p:nvSpPr>
          <p:spPr>
            <a:xfrm>
              <a:off x="3877525" y="27278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9" y="1"/>
                  </a:moveTo>
                  <a:cubicBezTo>
                    <a:pt x="124" y="1"/>
                    <a:pt x="112" y="5"/>
                    <a:pt x="103" y="13"/>
                  </a:cubicBezTo>
                  <a:cubicBezTo>
                    <a:pt x="33" y="50"/>
                    <a:pt x="0" y="116"/>
                    <a:pt x="17" y="186"/>
                  </a:cubicBezTo>
                  <a:cubicBezTo>
                    <a:pt x="33" y="219"/>
                    <a:pt x="50" y="240"/>
                    <a:pt x="66" y="256"/>
                  </a:cubicBezTo>
                  <a:cubicBezTo>
                    <a:pt x="85" y="264"/>
                    <a:pt x="98" y="269"/>
                    <a:pt x="111" y="269"/>
                  </a:cubicBezTo>
                  <a:cubicBezTo>
                    <a:pt x="124" y="269"/>
                    <a:pt x="136" y="264"/>
                    <a:pt x="153" y="256"/>
                  </a:cubicBezTo>
                  <a:cubicBezTo>
                    <a:pt x="190" y="240"/>
                    <a:pt x="206" y="219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7"/>
                    <a:pt x="223" y="50"/>
                    <a:pt x="206" y="34"/>
                  </a:cubicBezTo>
                  <a:lnTo>
                    <a:pt x="190" y="13"/>
                  </a:lnTo>
                  <a:cubicBezTo>
                    <a:pt x="171" y="5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5" name="Google Shape;17665;p44"/>
            <p:cNvSpPr/>
            <p:nvPr/>
          </p:nvSpPr>
          <p:spPr>
            <a:xfrm>
              <a:off x="3900300" y="27019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1"/>
                  </a:moveTo>
                  <a:cubicBezTo>
                    <a:pt x="83" y="1"/>
                    <a:pt x="17" y="54"/>
                    <a:pt x="0" y="120"/>
                  </a:cubicBezTo>
                  <a:cubicBezTo>
                    <a:pt x="0" y="157"/>
                    <a:pt x="0" y="190"/>
                    <a:pt x="17" y="207"/>
                  </a:cubicBezTo>
                  <a:cubicBezTo>
                    <a:pt x="33" y="244"/>
                    <a:pt x="50" y="260"/>
                    <a:pt x="83" y="260"/>
                  </a:cubicBezTo>
                  <a:cubicBezTo>
                    <a:pt x="90" y="263"/>
                    <a:pt x="97" y="264"/>
                    <a:pt x="104" y="264"/>
                  </a:cubicBezTo>
                  <a:cubicBezTo>
                    <a:pt x="153" y="264"/>
                    <a:pt x="209" y="215"/>
                    <a:pt x="223" y="157"/>
                  </a:cubicBezTo>
                  <a:cubicBezTo>
                    <a:pt x="240" y="104"/>
                    <a:pt x="223" y="71"/>
                    <a:pt x="186" y="38"/>
                  </a:cubicBezTo>
                  <a:cubicBezTo>
                    <a:pt x="170" y="17"/>
                    <a:pt x="153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6" name="Google Shape;17666;p44"/>
            <p:cNvSpPr/>
            <p:nvPr/>
          </p:nvSpPr>
          <p:spPr>
            <a:xfrm>
              <a:off x="3870625" y="27567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01" y="0"/>
                    <a:pt x="64" y="17"/>
                    <a:pt x="33" y="58"/>
                  </a:cubicBezTo>
                  <a:cubicBezTo>
                    <a:pt x="0" y="111"/>
                    <a:pt x="0" y="194"/>
                    <a:pt x="33" y="231"/>
                  </a:cubicBezTo>
                  <a:cubicBezTo>
                    <a:pt x="56" y="252"/>
                    <a:pt x="81" y="261"/>
                    <a:pt x="106" y="261"/>
                  </a:cubicBezTo>
                  <a:cubicBezTo>
                    <a:pt x="142" y="261"/>
                    <a:pt x="177" y="243"/>
                    <a:pt x="206" y="215"/>
                  </a:cubicBezTo>
                  <a:cubicBezTo>
                    <a:pt x="239" y="161"/>
                    <a:pt x="239" y="74"/>
                    <a:pt x="206" y="25"/>
                  </a:cubicBezTo>
                  <a:cubicBezTo>
                    <a:pt x="185" y="9"/>
                    <a:pt x="161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7" name="Google Shape;17667;p44"/>
            <p:cNvSpPr/>
            <p:nvPr/>
          </p:nvSpPr>
          <p:spPr>
            <a:xfrm>
              <a:off x="3875775" y="2711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3" y="1"/>
                  </a:moveTo>
                  <a:cubicBezTo>
                    <a:pt x="101" y="1"/>
                    <a:pt x="64" y="18"/>
                    <a:pt x="33" y="47"/>
                  </a:cubicBezTo>
                  <a:cubicBezTo>
                    <a:pt x="17" y="64"/>
                    <a:pt x="17" y="84"/>
                    <a:pt x="0" y="101"/>
                  </a:cubicBezTo>
                  <a:cubicBezTo>
                    <a:pt x="0" y="150"/>
                    <a:pt x="0" y="204"/>
                    <a:pt x="33" y="237"/>
                  </a:cubicBezTo>
                  <a:cubicBezTo>
                    <a:pt x="59" y="248"/>
                    <a:pt x="92" y="260"/>
                    <a:pt x="122" y="260"/>
                  </a:cubicBezTo>
                  <a:cubicBezTo>
                    <a:pt x="134" y="260"/>
                    <a:pt x="146" y="258"/>
                    <a:pt x="157" y="253"/>
                  </a:cubicBezTo>
                  <a:cubicBezTo>
                    <a:pt x="173" y="237"/>
                    <a:pt x="190" y="220"/>
                    <a:pt x="190" y="204"/>
                  </a:cubicBezTo>
                  <a:cubicBezTo>
                    <a:pt x="239" y="150"/>
                    <a:pt x="239" y="84"/>
                    <a:pt x="190" y="31"/>
                  </a:cubicBezTo>
                  <a:cubicBezTo>
                    <a:pt x="176" y="10"/>
                    <a:pt x="156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8" name="Google Shape;17668;p44"/>
            <p:cNvSpPr/>
            <p:nvPr/>
          </p:nvSpPr>
          <p:spPr>
            <a:xfrm>
              <a:off x="3896800" y="2746775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0" y="0"/>
                  </a:moveTo>
                  <a:cubicBezTo>
                    <a:pt x="125" y="0"/>
                    <a:pt x="112" y="4"/>
                    <a:pt x="103" y="13"/>
                  </a:cubicBezTo>
                  <a:cubicBezTo>
                    <a:pt x="37" y="29"/>
                    <a:pt x="0" y="116"/>
                    <a:pt x="17" y="182"/>
                  </a:cubicBezTo>
                  <a:cubicBezTo>
                    <a:pt x="17" y="202"/>
                    <a:pt x="54" y="235"/>
                    <a:pt x="70" y="252"/>
                  </a:cubicBezTo>
                  <a:cubicBezTo>
                    <a:pt x="87" y="260"/>
                    <a:pt x="99" y="264"/>
                    <a:pt x="112" y="264"/>
                  </a:cubicBezTo>
                  <a:cubicBezTo>
                    <a:pt x="125" y="264"/>
                    <a:pt x="138" y="260"/>
                    <a:pt x="157" y="252"/>
                  </a:cubicBezTo>
                  <a:cubicBezTo>
                    <a:pt x="223" y="219"/>
                    <a:pt x="260" y="149"/>
                    <a:pt x="244" y="79"/>
                  </a:cubicBezTo>
                  <a:cubicBezTo>
                    <a:pt x="223" y="62"/>
                    <a:pt x="223" y="46"/>
                    <a:pt x="206" y="29"/>
                  </a:cubicBezTo>
                  <a:lnTo>
                    <a:pt x="190" y="13"/>
                  </a:lnTo>
                  <a:cubicBezTo>
                    <a:pt x="173" y="4"/>
                    <a:pt x="156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9" name="Google Shape;17669;p44"/>
            <p:cNvSpPr/>
            <p:nvPr/>
          </p:nvSpPr>
          <p:spPr>
            <a:xfrm>
              <a:off x="3883075" y="2744750"/>
              <a:ext cx="6025" cy="6325"/>
            </a:xfrm>
            <a:custGeom>
              <a:avLst/>
              <a:gdLst/>
              <a:ahLst/>
              <a:cxnLst/>
              <a:rect l="l" t="t" r="r" b="b"/>
              <a:pathLst>
                <a:path w="241" h="253" extrusionOk="0">
                  <a:moveTo>
                    <a:pt x="127" y="1"/>
                  </a:moveTo>
                  <a:cubicBezTo>
                    <a:pt x="97" y="1"/>
                    <a:pt x="63" y="13"/>
                    <a:pt x="34" y="40"/>
                  </a:cubicBezTo>
                  <a:cubicBezTo>
                    <a:pt x="1" y="110"/>
                    <a:pt x="1" y="180"/>
                    <a:pt x="34" y="230"/>
                  </a:cubicBezTo>
                  <a:cubicBezTo>
                    <a:pt x="58" y="244"/>
                    <a:pt x="85" y="253"/>
                    <a:pt x="111" y="253"/>
                  </a:cubicBezTo>
                  <a:cubicBezTo>
                    <a:pt x="144" y="253"/>
                    <a:pt x="178" y="240"/>
                    <a:pt x="207" y="213"/>
                  </a:cubicBezTo>
                  <a:cubicBezTo>
                    <a:pt x="240" y="143"/>
                    <a:pt x="240" y="77"/>
                    <a:pt x="191" y="23"/>
                  </a:cubicBezTo>
                  <a:cubicBezTo>
                    <a:pt x="174" y="9"/>
                    <a:pt x="151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0" name="Google Shape;17670;p44"/>
            <p:cNvSpPr/>
            <p:nvPr/>
          </p:nvSpPr>
          <p:spPr>
            <a:xfrm>
              <a:off x="3883500" y="26992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8" y="1"/>
                  </a:moveTo>
                  <a:cubicBezTo>
                    <a:pt x="103" y="1"/>
                    <a:pt x="65" y="18"/>
                    <a:pt x="33" y="59"/>
                  </a:cubicBezTo>
                  <a:cubicBezTo>
                    <a:pt x="0" y="109"/>
                    <a:pt x="0" y="179"/>
                    <a:pt x="33" y="228"/>
                  </a:cubicBezTo>
                  <a:cubicBezTo>
                    <a:pt x="54" y="249"/>
                    <a:pt x="71" y="249"/>
                    <a:pt x="87" y="249"/>
                  </a:cubicBezTo>
                  <a:cubicBezTo>
                    <a:pt x="96" y="253"/>
                    <a:pt x="106" y="255"/>
                    <a:pt x="117" y="255"/>
                  </a:cubicBezTo>
                  <a:cubicBezTo>
                    <a:pt x="147" y="255"/>
                    <a:pt x="182" y="239"/>
                    <a:pt x="207" y="212"/>
                  </a:cubicBezTo>
                  <a:cubicBezTo>
                    <a:pt x="240" y="162"/>
                    <a:pt x="240" y="109"/>
                    <a:pt x="223" y="76"/>
                  </a:cubicBezTo>
                  <a:cubicBezTo>
                    <a:pt x="223" y="59"/>
                    <a:pt x="207" y="43"/>
                    <a:pt x="207" y="22"/>
                  </a:cubicBezTo>
                  <a:cubicBezTo>
                    <a:pt x="186" y="9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1" name="Google Shape;17671;p44"/>
            <p:cNvSpPr/>
            <p:nvPr/>
          </p:nvSpPr>
          <p:spPr>
            <a:xfrm>
              <a:off x="3862875" y="2725000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40" y="1"/>
                  </a:moveTo>
                  <a:cubicBezTo>
                    <a:pt x="107" y="1"/>
                    <a:pt x="74" y="17"/>
                    <a:pt x="54" y="59"/>
                  </a:cubicBezTo>
                  <a:cubicBezTo>
                    <a:pt x="1" y="108"/>
                    <a:pt x="1" y="179"/>
                    <a:pt x="54" y="228"/>
                  </a:cubicBezTo>
                  <a:cubicBezTo>
                    <a:pt x="71" y="249"/>
                    <a:pt x="71" y="249"/>
                    <a:pt x="87" y="249"/>
                  </a:cubicBezTo>
                  <a:cubicBezTo>
                    <a:pt x="100" y="253"/>
                    <a:pt x="113" y="255"/>
                    <a:pt x="124" y="255"/>
                  </a:cubicBezTo>
                  <a:cubicBezTo>
                    <a:pt x="156" y="255"/>
                    <a:pt x="183" y="239"/>
                    <a:pt x="207" y="212"/>
                  </a:cubicBezTo>
                  <a:cubicBezTo>
                    <a:pt x="240" y="179"/>
                    <a:pt x="240" y="125"/>
                    <a:pt x="240" y="75"/>
                  </a:cubicBezTo>
                  <a:cubicBezTo>
                    <a:pt x="224" y="59"/>
                    <a:pt x="224" y="43"/>
                    <a:pt x="207" y="22"/>
                  </a:cubicBezTo>
                  <a:cubicBezTo>
                    <a:pt x="187" y="8"/>
                    <a:pt x="163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2" name="Google Shape;17672;p44"/>
            <p:cNvSpPr/>
            <p:nvPr/>
          </p:nvSpPr>
          <p:spPr>
            <a:xfrm>
              <a:off x="4245075" y="2837750"/>
              <a:ext cx="6525" cy="6550"/>
            </a:xfrm>
            <a:custGeom>
              <a:avLst/>
              <a:gdLst/>
              <a:ahLst/>
              <a:cxnLst/>
              <a:rect l="l" t="t" r="r" b="b"/>
              <a:pathLst>
                <a:path w="261" h="262" extrusionOk="0">
                  <a:moveTo>
                    <a:pt x="150" y="1"/>
                  </a:moveTo>
                  <a:cubicBezTo>
                    <a:pt x="119" y="1"/>
                    <a:pt x="83" y="18"/>
                    <a:pt x="54" y="47"/>
                  </a:cubicBezTo>
                  <a:cubicBezTo>
                    <a:pt x="1" y="101"/>
                    <a:pt x="1" y="187"/>
                    <a:pt x="54" y="237"/>
                  </a:cubicBezTo>
                  <a:cubicBezTo>
                    <a:pt x="75" y="252"/>
                    <a:pt x="100" y="261"/>
                    <a:pt x="123" y="261"/>
                  </a:cubicBezTo>
                  <a:cubicBezTo>
                    <a:pt x="156" y="261"/>
                    <a:pt x="188" y="244"/>
                    <a:pt x="207" y="204"/>
                  </a:cubicBezTo>
                  <a:cubicBezTo>
                    <a:pt x="260" y="150"/>
                    <a:pt x="260" y="68"/>
                    <a:pt x="207" y="31"/>
                  </a:cubicBezTo>
                  <a:cubicBezTo>
                    <a:pt x="193" y="10"/>
                    <a:pt x="173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3" name="Google Shape;17673;p44"/>
            <p:cNvSpPr/>
            <p:nvPr/>
          </p:nvSpPr>
          <p:spPr>
            <a:xfrm>
              <a:off x="4249000" y="2791525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16" y="0"/>
                  </a:moveTo>
                  <a:cubicBezTo>
                    <a:pt x="100" y="0"/>
                    <a:pt x="81" y="8"/>
                    <a:pt x="70" y="8"/>
                  </a:cubicBezTo>
                  <a:cubicBezTo>
                    <a:pt x="33" y="24"/>
                    <a:pt x="17" y="61"/>
                    <a:pt x="0" y="111"/>
                  </a:cubicBezTo>
                  <a:cubicBezTo>
                    <a:pt x="0" y="144"/>
                    <a:pt x="0" y="181"/>
                    <a:pt x="17" y="197"/>
                  </a:cubicBezTo>
                  <a:cubicBezTo>
                    <a:pt x="33" y="230"/>
                    <a:pt x="50" y="247"/>
                    <a:pt x="87" y="247"/>
                  </a:cubicBezTo>
                  <a:cubicBezTo>
                    <a:pt x="94" y="250"/>
                    <a:pt x="102" y="251"/>
                    <a:pt x="110" y="251"/>
                  </a:cubicBezTo>
                  <a:cubicBezTo>
                    <a:pt x="156" y="251"/>
                    <a:pt x="209" y="206"/>
                    <a:pt x="223" y="164"/>
                  </a:cubicBezTo>
                  <a:lnTo>
                    <a:pt x="223" y="144"/>
                  </a:lnTo>
                  <a:cubicBezTo>
                    <a:pt x="239" y="94"/>
                    <a:pt x="223" y="61"/>
                    <a:pt x="190" y="24"/>
                  </a:cubicBezTo>
                  <a:cubicBezTo>
                    <a:pt x="173" y="8"/>
                    <a:pt x="153" y="8"/>
                    <a:pt x="136" y="8"/>
                  </a:cubicBezTo>
                  <a:cubicBezTo>
                    <a:pt x="131" y="2"/>
                    <a:pt x="124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4" name="Google Shape;17674;p44"/>
            <p:cNvSpPr/>
            <p:nvPr/>
          </p:nvSpPr>
          <p:spPr>
            <a:xfrm>
              <a:off x="4248175" y="27766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6" y="1"/>
                  </a:moveTo>
                  <a:cubicBezTo>
                    <a:pt x="120" y="1"/>
                    <a:pt x="83" y="17"/>
                    <a:pt x="50" y="38"/>
                  </a:cubicBezTo>
                  <a:cubicBezTo>
                    <a:pt x="33" y="54"/>
                    <a:pt x="17" y="87"/>
                    <a:pt x="0" y="120"/>
                  </a:cubicBezTo>
                  <a:cubicBezTo>
                    <a:pt x="0" y="158"/>
                    <a:pt x="0" y="191"/>
                    <a:pt x="17" y="207"/>
                  </a:cubicBezTo>
                  <a:cubicBezTo>
                    <a:pt x="33" y="244"/>
                    <a:pt x="50" y="261"/>
                    <a:pt x="83" y="261"/>
                  </a:cubicBezTo>
                  <a:cubicBezTo>
                    <a:pt x="91" y="263"/>
                    <a:pt x="100" y="264"/>
                    <a:pt x="108" y="264"/>
                  </a:cubicBezTo>
                  <a:cubicBezTo>
                    <a:pt x="166" y="264"/>
                    <a:pt x="208" y="215"/>
                    <a:pt x="223" y="158"/>
                  </a:cubicBezTo>
                  <a:cubicBezTo>
                    <a:pt x="239" y="120"/>
                    <a:pt x="223" y="87"/>
                    <a:pt x="206" y="54"/>
                  </a:cubicBezTo>
                  <a:cubicBezTo>
                    <a:pt x="206" y="54"/>
                    <a:pt x="206" y="38"/>
                    <a:pt x="186" y="38"/>
                  </a:cubicBezTo>
                  <a:cubicBezTo>
                    <a:pt x="186" y="17"/>
                    <a:pt x="169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5" name="Google Shape;17675;p44"/>
            <p:cNvSpPr/>
            <p:nvPr/>
          </p:nvSpPr>
          <p:spPr>
            <a:xfrm>
              <a:off x="4241675" y="276120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87" y="17"/>
                    <a:pt x="71" y="38"/>
                    <a:pt x="54" y="54"/>
                  </a:cubicBezTo>
                  <a:cubicBezTo>
                    <a:pt x="1" y="103"/>
                    <a:pt x="1" y="190"/>
                    <a:pt x="54" y="223"/>
                  </a:cubicBezTo>
                  <a:cubicBezTo>
                    <a:pt x="54" y="244"/>
                    <a:pt x="71" y="244"/>
                    <a:pt x="87" y="260"/>
                  </a:cubicBezTo>
                  <a:cubicBezTo>
                    <a:pt x="137" y="260"/>
                    <a:pt x="174" y="244"/>
                    <a:pt x="207" y="207"/>
                  </a:cubicBezTo>
                  <a:cubicBezTo>
                    <a:pt x="207" y="207"/>
                    <a:pt x="207" y="190"/>
                    <a:pt x="223" y="190"/>
                  </a:cubicBezTo>
                  <a:cubicBezTo>
                    <a:pt x="174" y="141"/>
                    <a:pt x="137" y="71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6" name="Google Shape;17676;p44"/>
            <p:cNvSpPr/>
            <p:nvPr/>
          </p:nvSpPr>
          <p:spPr>
            <a:xfrm>
              <a:off x="4235700" y="2789950"/>
              <a:ext cx="6425" cy="6425"/>
            </a:xfrm>
            <a:custGeom>
              <a:avLst/>
              <a:gdLst/>
              <a:ahLst/>
              <a:cxnLst/>
              <a:rect l="l" t="t" r="r" b="b"/>
              <a:pathLst>
                <a:path w="257" h="257" extrusionOk="0">
                  <a:moveTo>
                    <a:pt x="103" y="1"/>
                  </a:moveTo>
                  <a:cubicBezTo>
                    <a:pt x="50" y="38"/>
                    <a:pt x="0" y="104"/>
                    <a:pt x="17" y="174"/>
                  </a:cubicBezTo>
                  <a:cubicBezTo>
                    <a:pt x="33" y="207"/>
                    <a:pt x="50" y="227"/>
                    <a:pt x="87" y="244"/>
                  </a:cubicBezTo>
                  <a:cubicBezTo>
                    <a:pt x="95" y="252"/>
                    <a:pt x="108" y="256"/>
                    <a:pt x="122" y="256"/>
                  </a:cubicBezTo>
                  <a:cubicBezTo>
                    <a:pt x="136" y="256"/>
                    <a:pt x="153" y="252"/>
                    <a:pt x="169" y="244"/>
                  </a:cubicBezTo>
                  <a:cubicBezTo>
                    <a:pt x="190" y="227"/>
                    <a:pt x="223" y="207"/>
                    <a:pt x="240" y="174"/>
                  </a:cubicBezTo>
                  <a:cubicBezTo>
                    <a:pt x="240" y="141"/>
                    <a:pt x="256" y="104"/>
                    <a:pt x="240" y="87"/>
                  </a:cubicBezTo>
                  <a:cubicBezTo>
                    <a:pt x="240" y="54"/>
                    <a:pt x="223" y="38"/>
                    <a:pt x="207" y="21"/>
                  </a:cubicBezTo>
                  <a:lnTo>
                    <a:pt x="1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7" name="Google Shape;17677;p44"/>
            <p:cNvSpPr/>
            <p:nvPr/>
          </p:nvSpPr>
          <p:spPr>
            <a:xfrm>
              <a:off x="4243850" y="282212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16" y="1"/>
                  </a:moveTo>
                  <a:cubicBezTo>
                    <a:pt x="69" y="1"/>
                    <a:pt x="14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7"/>
                    <a:pt x="50" y="260"/>
                    <a:pt x="87" y="260"/>
                  </a:cubicBezTo>
                  <a:cubicBezTo>
                    <a:pt x="136" y="260"/>
                    <a:pt x="206" y="227"/>
                    <a:pt x="223" y="157"/>
                  </a:cubicBezTo>
                  <a:cubicBezTo>
                    <a:pt x="223" y="124"/>
                    <a:pt x="223" y="91"/>
                    <a:pt x="206" y="54"/>
                  </a:cubicBezTo>
                  <a:cubicBezTo>
                    <a:pt x="206" y="37"/>
                    <a:pt x="190" y="37"/>
                    <a:pt x="190" y="37"/>
                  </a:cubicBezTo>
                  <a:cubicBezTo>
                    <a:pt x="173" y="21"/>
                    <a:pt x="153" y="4"/>
                    <a:pt x="136" y="4"/>
                  </a:cubicBezTo>
                  <a:cubicBezTo>
                    <a:pt x="130" y="2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8" name="Google Shape;17678;p44"/>
            <p:cNvSpPr/>
            <p:nvPr/>
          </p:nvSpPr>
          <p:spPr>
            <a:xfrm>
              <a:off x="4241275" y="28066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1"/>
                  </a:moveTo>
                  <a:cubicBezTo>
                    <a:pt x="103" y="1"/>
                    <a:pt x="71" y="17"/>
                    <a:pt x="50" y="55"/>
                  </a:cubicBezTo>
                  <a:cubicBezTo>
                    <a:pt x="0" y="109"/>
                    <a:pt x="0" y="195"/>
                    <a:pt x="50" y="228"/>
                  </a:cubicBezTo>
                  <a:cubicBezTo>
                    <a:pt x="65" y="251"/>
                    <a:pt x="85" y="260"/>
                    <a:pt x="107" y="260"/>
                  </a:cubicBezTo>
                  <a:cubicBezTo>
                    <a:pt x="139" y="260"/>
                    <a:pt x="175" y="241"/>
                    <a:pt x="206" y="212"/>
                  </a:cubicBezTo>
                  <a:cubicBezTo>
                    <a:pt x="239" y="158"/>
                    <a:pt x="239" y="76"/>
                    <a:pt x="206" y="22"/>
                  </a:cubicBezTo>
                  <a:cubicBezTo>
                    <a:pt x="184" y="9"/>
                    <a:pt x="160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9" name="Google Shape;17679;p44"/>
            <p:cNvSpPr/>
            <p:nvPr/>
          </p:nvSpPr>
          <p:spPr>
            <a:xfrm>
              <a:off x="4227550" y="2850550"/>
              <a:ext cx="1675" cy="25"/>
            </a:xfrm>
            <a:custGeom>
              <a:avLst/>
              <a:gdLst/>
              <a:ahLst/>
              <a:cxnLst/>
              <a:rect l="l" t="t" r="r" b="b"/>
              <a:pathLst>
                <a:path w="67" h="1" extrusionOk="0">
                  <a:moveTo>
                    <a:pt x="1" y="1"/>
                  </a:moveTo>
                  <a:lnTo>
                    <a:pt x="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0" name="Google Shape;17680;p44"/>
            <p:cNvSpPr/>
            <p:nvPr/>
          </p:nvSpPr>
          <p:spPr>
            <a:xfrm>
              <a:off x="3866800" y="2686475"/>
              <a:ext cx="2100" cy="650"/>
            </a:xfrm>
            <a:custGeom>
              <a:avLst/>
              <a:gdLst/>
              <a:ahLst/>
              <a:cxnLst/>
              <a:rect l="l" t="t" r="r" b="b"/>
              <a:pathLst>
                <a:path w="84" h="26" extrusionOk="0">
                  <a:moveTo>
                    <a:pt x="83" y="0"/>
                  </a:moveTo>
                  <a:cubicBezTo>
                    <a:pt x="50" y="0"/>
                    <a:pt x="34" y="17"/>
                    <a:pt x="1" y="17"/>
                  </a:cubicBezTo>
                  <a:lnTo>
                    <a:pt x="17" y="17"/>
                  </a:lnTo>
                  <a:cubicBezTo>
                    <a:pt x="22" y="23"/>
                    <a:pt x="28" y="25"/>
                    <a:pt x="35" y="25"/>
                  </a:cubicBezTo>
                  <a:cubicBezTo>
                    <a:pt x="52" y="25"/>
                    <a:pt x="71" y="12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1" name="Google Shape;17681;p44"/>
            <p:cNvSpPr/>
            <p:nvPr/>
          </p:nvSpPr>
          <p:spPr>
            <a:xfrm>
              <a:off x="3840100" y="2692025"/>
              <a:ext cx="6100" cy="4675"/>
            </a:xfrm>
            <a:custGeom>
              <a:avLst/>
              <a:gdLst/>
              <a:ahLst/>
              <a:cxnLst/>
              <a:rect l="l" t="t" r="r" b="b"/>
              <a:pathLst>
                <a:path w="244" h="187" extrusionOk="0">
                  <a:moveTo>
                    <a:pt x="207" y="1"/>
                  </a:moveTo>
                  <a:cubicBezTo>
                    <a:pt x="120" y="38"/>
                    <a:pt x="54" y="71"/>
                    <a:pt x="1" y="88"/>
                  </a:cubicBezTo>
                  <a:lnTo>
                    <a:pt x="1" y="104"/>
                  </a:lnTo>
                  <a:cubicBezTo>
                    <a:pt x="1" y="141"/>
                    <a:pt x="17" y="158"/>
                    <a:pt x="54" y="174"/>
                  </a:cubicBezTo>
                  <a:cubicBezTo>
                    <a:pt x="71" y="182"/>
                    <a:pt x="83" y="186"/>
                    <a:pt x="96" y="186"/>
                  </a:cubicBezTo>
                  <a:cubicBezTo>
                    <a:pt x="109" y="186"/>
                    <a:pt x="122" y="182"/>
                    <a:pt x="141" y="174"/>
                  </a:cubicBezTo>
                  <a:cubicBezTo>
                    <a:pt x="190" y="158"/>
                    <a:pt x="244" y="88"/>
                    <a:pt x="223" y="22"/>
                  </a:cubicBezTo>
                  <a:lnTo>
                    <a:pt x="2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2" name="Google Shape;17682;p44"/>
            <p:cNvSpPr/>
            <p:nvPr/>
          </p:nvSpPr>
          <p:spPr>
            <a:xfrm>
              <a:off x="4230950" y="28354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7" y="1"/>
                  </a:moveTo>
                  <a:cubicBezTo>
                    <a:pt x="70" y="1"/>
                    <a:pt x="17" y="46"/>
                    <a:pt x="17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7"/>
                    <a:pt x="71" y="243"/>
                    <a:pt x="87" y="264"/>
                  </a:cubicBezTo>
                  <a:cubicBezTo>
                    <a:pt x="153" y="264"/>
                    <a:pt x="207" y="210"/>
                    <a:pt x="223" y="140"/>
                  </a:cubicBezTo>
                  <a:cubicBezTo>
                    <a:pt x="240" y="107"/>
                    <a:pt x="240" y="74"/>
                    <a:pt x="223" y="58"/>
                  </a:cubicBezTo>
                  <a:cubicBezTo>
                    <a:pt x="207" y="37"/>
                    <a:pt x="207" y="37"/>
                    <a:pt x="207" y="21"/>
                  </a:cubicBezTo>
                  <a:cubicBezTo>
                    <a:pt x="190" y="21"/>
                    <a:pt x="174" y="4"/>
                    <a:pt x="153" y="4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3" name="Google Shape;17683;p44"/>
            <p:cNvSpPr/>
            <p:nvPr/>
          </p:nvSpPr>
          <p:spPr>
            <a:xfrm>
              <a:off x="4270025" y="2814900"/>
              <a:ext cx="2600" cy="5175"/>
            </a:xfrm>
            <a:custGeom>
              <a:avLst/>
              <a:gdLst/>
              <a:ahLst/>
              <a:cxnLst/>
              <a:rect l="l" t="t" r="r" b="b"/>
              <a:pathLst>
                <a:path w="104" h="207" extrusionOk="0">
                  <a:moveTo>
                    <a:pt x="33" y="0"/>
                  </a:moveTo>
                  <a:cubicBezTo>
                    <a:pt x="17" y="17"/>
                    <a:pt x="17" y="33"/>
                    <a:pt x="0" y="71"/>
                  </a:cubicBezTo>
                  <a:cubicBezTo>
                    <a:pt x="0" y="104"/>
                    <a:pt x="0" y="137"/>
                    <a:pt x="17" y="157"/>
                  </a:cubicBezTo>
                  <a:cubicBezTo>
                    <a:pt x="33" y="190"/>
                    <a:pt x="54" y="207"/>
                    <a:pt x="87" y="207"/>
                  </a:cubicBezTo>
                  <a:lnTo>
                    <a:pt x="103" y="207"/>
                  </a:lnTo>
                  <a:cubicBezTo>
                    <a:pt x="70" y="137"/>
                    <a:pt x="54" y="71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4" name="Google Shape;17684;p44"/>
            <p:cNvSpPr/>
            <p:nvPr/>
          </p:nvSpPr>
          <p:spPr>
            <a:xfrm>
              <a:off x="4116750" y="27224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7" y="0"/>
                  </a:moveTo>
                  <a:cubicBezTo>
                    <a:pt x="67" y="0"/>
                    <a:pt x="15" y="49"/>
                    <a:pt x="1" y="106"/>
                  </a:cubicBezTo>
                  <a:cubicBezTo>
                    <a:pt x="1" y="144"/>
                    <a:pt x="1" y="176"/>
                    <a:pt x="17" y="209"/>
                  </a:cubicBezTo>
                  <a:cubicBezTo>
                    <a:pt x="34" y="226"/>
                    <a:pt x="67" y="247"/>
                    <a:pt x="83" y="263"/>
                  </a:cubicBezTo>
                  <a:cubicBezTo>
                    <a:pt x="153" y="263"/>
                    <a:pt x="207" y="209"/>
                    <a:pt x="223" y="144"/>
                  </a:cubicBezTo>
                  <a:cubicBezTo>
                    <a:pt x="240" y="106"/>
                    <a:pt x="223" y="73"/>
                    <a:pt x="223" y="57"/>
                  </a:cubicBezTo>
                  <a:lnTo>
                    <a:pt x="186" y="20"/>
                  </a:lnTo>
                  <a:cubicBezTo>
                    <a:pt x="186" y="20"/>
                    <a:pt x="170" y="3"/>
                    <a:pt x="153" y="3"/>
                  </a:cubicBezTo>
                  <a:cubicBezTo>
                    <a:pt x="144" y="1"/>
                    <a:pt x="136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5" name="Google Shape;17685;p44"/>
            <p:cNvSpPr/>
            <p:nvPr/>
          </p:nvSpPr>
          <p:spPr>
            <a:xfrm>
              <a:off x="4254975" y="2808725"/>
              <a:ext cx="6525" cy="6500"/>
            </a:xfrm>
            <a:custGeom>
              <a:avLst/>
              <a:gdLst/>
              <a:ahLst/>
              <a:cxnLst/>
              <a:rect l="l" t="t" r="r" b="b"/>
              <a:pathLst>
                <a:path w="261" h="260" extrusionOk="0">
                  <a:moveTo>
                    <a:pt x="135" y="1"/>
                  </a:moveTo>
                  <a:cubicBezTo>
                    <a:pt x="126" y="1"/>
                    <a:pt x="116" y="3"/>
                    <a:pt x="103" y="8"/>
                  </a:cubicBezTo>
                  <a:cubicBezTo>
                    <a:pt x="38" y="41"/>
                    <a:pt x="0" y="111"/>
                    <a:pt x="17" y="177"/>
                  </a:cubicBezTo>
                  <a:cubicBezTo>
                    <a:pt x="38" y="214"/>
                    <a:pt x="54" y="231"/>
                    <a:pt x="70" y="247"/>
                  </a:cubicBezTo>
                  <a:cubicBezTo>
                    <a:pt x="87" y="256"/>
                    <a:pt x="105" y="260"/>
                    <a:pt x="120" y="260"/>
                  </a:cubicBezTo>
                  <a:cubicBezTo>
                    <a:pt x="135" y="260"/>
                    <a:pt x="149" y="256"/>
                    <a:pt x="157" y="247"/>
                  </a:cubicBezTo>
                  <a:cubicBezTo>
                    <a:pt x="223" y="231"/>
                    <a:pt x="260" y="144"/>
                    <a:pt x="244" y="74"/>
                  </a:cubicBezTo>
                  <a:cubicBezTo>
                    <a:pt x="244" y="58"/>
                    <a:pt x="223" y="41"/>
                    <a:pt x="207" y="25"/>
                  </a:cubicBezTo>
                  <a:cubicBezTo>
                    <a:pt x="207" y="25"/>
                    <a:pt x="190" y="25"/>
                    <a:pt x="190" y="8"/>
                  </a:cubicBezTo>
                  <a:cubicBezTo>
                    <a:pt x="168" y="8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6" name="Google Shape;17686;p44"/>
            <p:cNvSpPr/>
            <p:nvPr/>
          </p:nvSpPr>
          <p:spPr>
            <a:xfrm>
              <a:off x="4264875" y="28432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57" y="0"/>
                  </a:moveTo>
                  <a:cubicBezTo>
                    <a:pt x="87" y="0"/>
                    <a:pt x="33" y="33"/>
                    <a:pt x="17" y="120"/>
                  </a:cubicBezTo>
                  <a:cubicBezTo>
                    <a:pt x="0" y="136"/>
                    <a:pt x="17" y="173"/>
                    <a:pt x="17" y="206"/>
                  </a:cubicBezTo>
                  <a:cubicBezTo>
                    <a:pt x="33" y="239"/>
                    <a:pt x="70" y="260"/>
                    <a:pt x="103" y="260"/>
                  </a:cubicBezTo>
                  <a:cubicBezTo>
                    <a:pt x="110" y="262"/>
                    <a:pt x="117" y="263"/>
                    <a:pt x="124" y="263"/>
                  </a:cubicBezTo>
                  <a:cubicBezTo>
                    <a:pt x="172" y="263"/>
                    <a:pt x="225" y="215"/>
                    <a:pt x="239" y="157"/>
                  </a:cubicBezTo>
                  <a:cubicBezTo>
                    <a:pt x="239" y="120"/>
                    <a:pt x="239" y="87"/>
                    <a:pt x="223" y="54"/>
                  </a:cubicBezTo>
                  <a:lnTo>
                    <a:pt x="206" y="33"/>
                  </a:lnTo>
                  <a:cubicBezTo>
                    <a:pt x="190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7" name="Google Shape;17687;p44"/>
            <p:cNvSpPr/>
            <p:nvPr/>
          </p:nvSpPr>
          <p:spPr>
            <a:xfrm>
              <a:off x="3842275" y="28156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2" y="0"/>
                  </a:moveTo>
                  <a:cubicBezTo>
                    <a:pt x="74" y="0"/>
                    <a:pt x="31" y="49"/>
                    <a:pt x="17" y="107"/>
                  </a:cubicBezTo>
                  <a:cubicBezTo>
                    <a:pt x="0" y="144"/>
                    <a:pt x="0" y="177"/>
                    <a:pt x="17" y="210"/>
                  </a:cubicBezTo>
                  <a:cubicBezTo>
                    <a:pt x="33" y="230"/>
                    <a:pt x="70" y="247"/>
                    <a:pt x="87" y="263"/>
                  </a:cubicBezTo>
                  <a:cubicBezTo>
                    <a:pt x="157" y="263"/>
                    <a:pt x="206" y="210"/>
                    <a:pt x="223" y="144"/>
                  </a:cubicBezTo>
                  <a:cubicBezTo>
                    <a:pt x="239" y="107"/>
                    <a:pt x="239" y="90"/>
                    <a:pt x="223" y="57"/>
                  </a:cubicBezTo>
                  <a:cubicBezTo>
                    <a:pt x="206" y="41"/>
                    <a:pt x="206" y="41"/>
                    <a:pt x="206" y="24"/>
                  </a:cubicBezTo>
                  <a:cubicBezTo>
                    <a:pt x="190" y="24"/>
                    <a:pt x="173" y="3"/>
                    <a:pt x="157" y="3"/>
                  </a:cubicBezTo>
                  <a:cubicBezTo>
                    <a:pt x="148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8" name="Google Shape;17688;p44"/>
            <p:cNvSpPr/>
            <p:nvPr/>
          </p:nvSpPr>
          <p:spPr>
            <a:xfrm>
              <a:off x="3856900" y="2757725"/>
              <a:ext cx="6000" cy="6150"/>
            </a:xfrm>
            <a:custGeom>
              <a:avLst/>
              <a:gdLst/>
              <a:ahLst/>
              <a:cxnLst/>
              <a:rect l="l" t="t" r="r" b="b"/>
              <a:pathLst>
                <a:path w="240" h="246" extrusionOk="0">
                  <a:moveTo>
                    <a:pt x="116" y="0"/>
                  </a:moveTo>
                  <a:cubicBezTo>
                    <a:pt x="70" y="0"/>
                    <a:pt x="15" y="46"/>
                    <a:pt x="1" y="106"/>
                  </a:cubicBezTo>
                  <a:cubicBezTo>
                    <a:pt x="1" y="139"/>
                    <a:pt x="1" y="177"/>
                    <a:pt x="17" y="193"/>
                  </a:cubicBezTo>
                  <a:cubicBezTo>
                    <a:pt x="34" y="226"/>
                    <a:pt x="50" y="242"/>
                    <a:pt x="87" y="242"/>
                  </a:cubicBezTo>
                  <a:cubicBezTo>
                    <a:pt x="96" y="245"/>
                    <a:pt x="104" y="246"/>
                    <a:pt x="113" y="246"/>
                  </a:cubicBezTo>
                  <a:cubicBezTo>
                    <a:pt x="167" y="246"/>
                    <a:pt x="209" y="200"/>
                    <a:pt x="223" y="139"/>
                  </a:cubicBezTo>
                  <a:cubicBezTo>
                    <a:pt x="240" y="106"/>
                    <a:pt x="223" y="73"/>
                    <a:pt x="223" y="53"/>
                  </a:cubicBezTo>
                  <a:cubicBezTo>
                    <a:pt x="207" y="36"/>
                    <a:pt x="207" y="36"/>
                    <a:pt x="190" y="20"/>
                  </a:cubicBezTo>
                  <a:cubicBezTo>
                    <a:pt x="190" y="3"/>
                    <a:pt x="170" y="3"/>
                    <a:pt x="137" y="3"/>
                  </a:cubicBezTo>
                  <a:cubicBezTo>
                    <a:pt x="130" y="1"/>
                    <a:pt x="124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9" name="Google Shape;17689;p44"/>
            <p:cNvSpPr/>
            <p:nvPr/>
          </p:nvSpPr>
          <p:spPr>
            <a:xfrm>
              <a:off x="3846600" y="28337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0" y="1"/>
                  </a:moveTo>
                  <a:cubicBezTo>
                    <a:pt x="66" y="1"/>
                    <a:pt x="33" y="55"/>
                    <a:pt x="17" y="104"/>
                  </a:cubicBezTo>
                  <a:cubicBezTo>
                    <a:pt x="0" y="141"/>
                    <a:pt x="17" y="174"/>
                    <a:pt x="17" y="207"/>
                  </a:cubicBezTo>
                  <a:cubicBezTo>
                    <a:pt x="33" y="228"/>
                    <a:pt x="66" y="244"/>
                    <a:pt x="104" y="261"/>
                  </a:cubicBezTo>
                  <a:cubicBezTo>
                    <a:pt x="153" y="261"/>
                    <a:pt x="223" y="207"/>
                    <a:pt x="240" y="141"/>
                  </a:cubicBezTo>
                  <a:lnTo>
                    <a:pt x="240" y="104"/>
                  </a:lnTo>
                  <a:cubicBezTo>
                    <a:pt x="240" y="71"/>
                    <a:pt x="223" y="55"/>
                    <a:pt x="207" y="22"/>
                  </a:cubicBezTo>
                  <a:cubicBezTo>
                    <a:pt x="190" y="22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0" name="Google Shape;17690;p44"/>
            <p:cNvSpPr/>
            <p:nvPr/>
          </p:nvSpPr>
          <p:spPr>
            <a:xfrm>
              <a:off x="3838450" y="2783975"/>
              <a:ext cx="2600" cy="6525"/>
            </a:xfrm>
            <a:custGeom>
              <a:avLst/>
              <a:gdLst/>
              <a:ahLst/>
              <a:cxnLst/>
              <a:rect l="l" t="t" r="r" b="b"/>
              <a:pathLst>
                <a:path w="104" h="261" extrusionOk="0">
                  <a:moveTo>
                    <a:pt x="1" y="1"/>
                  </a:moveTo>
                  <a:lnTo>
                    <a:pt x="1" y="260"/>
                  </a:lnTo>
                  <a:cubicBezTo>
                    <a:pt x="50" y="240"/>
                    <a:pt x="83" y="207"/>
                    <a:pt x="104" y="157"/>
                  </a:cubicBezTo>
                  <a:cubicBezTo>
                    <a:pt x="104" y="104"/>
                    <a:pt x="104" y="54"/>
                    <a:pt x="67" y="34"/>
                  </a:cubicBezTo>
                  <a:cubicBezTo>
                    <a:pt x="50" y="17"/>
                    <a:pt x="34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1" name="Google Shape;17691;p44"/>
            <p:cNvSpPr/>
            <p:nvPr/>
          </p:nvSpPr>
          <p:spPr>
            <a:xfrm>
              <a:off x="3839700" y="27994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87" y="0"/>
                  </a:moveTo>
                  <a:cubicBezTo>
                    <a:pt x="33" y="33"/>
                    <a:pt x="0" y="103"/>
                    <a:pt x="17" y="173"/>
                  </a:cubicBezTo>
                  <a:cubicBezTo>
                    <a:pt x="17" y="206"/>
                    <a:pt x="33" y="223"/>
                    <a:pt x="70" y="239"/>
                  </a:cubicBezTo>
                  <a:cubicBezTo>
                    <a:pt x="79" y="249"/>
                    <a:pt x="91" y="255"/>
                    <a:pt x="106" y="255"/>
                  </a:cubicBezTo>
                  <a:cubicBezTo>
                    <a:pt x="121" y="255"/>
                    <a:pt x="138" y="249"/>
                    <a:pt x="157" y="239"/>
                  </a:cubicBezTo>
                  <a:cubicBezTo>
                    <a:pt x="190" y="223"/>
                    <a:pt x="206" y="206"/>
                    <a:pt x="223" y="173"/>
                  </a:cubicBezTo>
                  <a:cubicBezTo>
                    <a:pt x="239" y="136"/>
                    <a:pt x="239" y="103"/>
                    <a:pt x="223" y="87"/>
                  </a:cubicBezTo>
                  <a:cubicBezTo>
                    <a:pt x="223" y="54"/>
                    <a:pt x="223" y="33"/>
                    <a:pt x="206" y="17"/>
                  </a:cubicBezTo>
                  <a:cubicBezTo>
                    <a:pt x="190" y="17"/>
                    <a:pt x="190" y="17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2" name="Google Shape;17692;p44"/>
            <p:cNvSpPr/>
            <p:nvPr/>
          </p:nvSpPr>
          <p:spPr>
            <a:xfrm>
              <a:off x="3849600" y="2725050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17" y="0"/>
                  </a:moveTo>
                  <a:cubicBezTo>
                    <a:pt x="70" y="0"/>
                    <a:pt x="14" y="49"/>
                    <a:pt x="0" y="106"/>
                  </a:cubicBezTo>
                  <a:cubicBezTo>
                    <a:pt x="0" y="144"/>
                    <a:pt x="0" y="177"/>
                    <a:pt x="17" y="193"/>
                  </a:cubicBezTo>
                  <a:cubicBezTo>
                    <a:pt x="33" y="226"/>
                    <a:pt x="50" y="247"/>
                    <a:pt x="87" y="247"/>
                  </a:cubicBezTo>
                  <a:cubicBezTo>
                    <a:pt x="95" y="249"/>
                    <a:pt x="103" y="250"/>
                    <a:pt x="111" y="250"/>
                  </a:cubicBezTo>
                  <a:cubicBezTo>
                    <a:pt x="165" y="250"/>
                    <a:pt x="208" y="201"/>
                    <a:pt x="223" y="144"/>
                  </a:cubicBezTo>
                  <a:cubicBezTo>
                    <a:pt x="239" y="106"/>
                    <a:pt x="223" y="73"/>
                    <a:pt x="206" y="41"/>
                  </a:cubicBezTo>
                  <a:cubicBezTo>
                    <a:pt x="206" y="41"/>
                    <a:pt x="206" y="20"/>
                    <a:pt x="190" y="20"/>
                  </a:cubicBezTo>
                  <a:cubicBezTo>
                    <a:pt x="190" y="3"/>
                    <a:pt x="173" y="3"/>
                    <a:pt x="136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3" name="Google Shape;17693;p44"/>
            <p:cNvSpPr/>
            <p:nvPr/>
          </p:nvSpPr>
          <p:spPr>
            <a:xfrm>
              <a:off x="3855150" y="27407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44" y="1"/>
                  </a:moveTo>
                  <a:cubicBezTo>
                    <a:pt x="131" y="1"/>
                    <a:pt x="117" y="5"/>
                    <a:pt x="104" y="11"/>
                  </a:cubicBezTo>
                  <a:cubicBezTo>
                    <a:pt x="71" y="11"/>
                    <a:pt x="54" y="32"/>
                    <a:pt x="34" y="48"/>
                  </a:cubicBezTo>
                  <a:cubicBezTo>
                    <a:pt x="17" y="65"/>
                    <a:pt x="1" y="98"/>
                    <a:pt x="1" y="135"/>
                  </a:cubicBezTo>
                  <a:cubicBezTo>
                    <a:pt x="1" y="168"/>
                    <a:pt x="17" y="201"/>
                    <a:pt x="34" y="238"/>
                  </a:cubicBezTo>
                  <a:cubicBezTo>
                    <a:pt x="55" y="252"/>
                    <a:pt x="80" y="259"/>
                    <a:pt x="104" y="259"/>
                  </a:cubicBezTo>
                  <a:cubicBezTo>
                    <a:pt x="138" y="259"/>
                    <a:pt x="171" y="243"/>
                    <a:pt x="190" y="201"/>
                  </a:cubicBezTo>
                  <a:cubicBezTo>
                    <a:pt x="240" y="152"/>
                    <a:pt x="240" y="65"/>
                    <a:pt x="190" y="32"/>
                  </a:cubicBezTo>
                  <a:cubicBezTo>
                    <a:pt x="180" y="10"/>
                    <a:pt x="163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4" name="Google Shape;17694;p44"/>
            <p:cNvSpPr/>
            <p:nvPr/>
          </p:nvSpPr>
          <p:spPr>
            <a:xfrm>
              <a:off x="3854325" y="2695550"/>
              <a:ext cx="6000" cy="6075"/>
            </a:xfrm>
            <a:custGeom>
              <a:avLst/>
              <a:gdLst/>
              <a:ahLst/>
              <a:cxnLst/>
              <a:rect l="l" t="t" r="r" b="b"/>
              <a:pathLst>
                <a:path w="240" h="243" extrusionOk="0">
                  <a:moveTo>
                    <a:pt x="120" y="0"/>
                  </a:moveTo>
                  <a:cubicBezTo>
                    <a:pt x="67" y="0"/>
                    <a:pt x="34" y="33"/>
                    <a:pt x="17" y="103"/>
                  </a:cubicBezTo>
                  <a:cubicBezTo>
                    <a:pt x="1" y="136"/>
                    <a:pt x="17" y="169"/>
                    <a:pt x="34" y="190"/>
                  </a:cubicBezTo>
                  <a:cubicBezTo>
                    <a:pt x="34" y="223"/>
                    <a:pt x="67" y="239"/>
                    <a:pt x="104" y="239"/>
                  </a:cubicBezTo>
                  <a:cubicBezTo>
                    <a:pt x="110" y="241"/>
                    <a:pt x="117" y="242"/>
                    <a:pt x="124" y="242"/>
                  </a:cubicBezTo>
                  <a:cubicBezTo>
                    <a:pt x="171" y="242"/>
                    <a:pt x="225" y="197"/>
                    <a:pt x="240" y="136"/>
                  </a:cubicBezTo>
                  <a:lnTo>
                    <a:pt x="240" y="103"/>
                  </a:lnTo>
                  <a:cubicBezTo>
                    <a:pt x="240" y="66"/>
                    <a:pt x="223" y="33"/>
                    <a:pt x="207" y="17"/>
                  </a:cubicBezTo>
                  <a:cubicBezTo>
                    <a:pt x="190" y="0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5" name="Google Shape;17695;p44"/>
            <p:cNvSpPr/>
            <p:nvPr/>
          </p:nvSpPr>
          <p:spPr>
            <a:xfrm>
              <a:off x="3853925" y="2848800"/>
              <a:ext cx="4650" cy="1775"/>
            </a:xfrm>
            <a:custGeom>
              <a:avLst/>
              <a:gdLst/>
              <a:ahLst/>
              <a:cxnLst/>
              <a:rect l="l" t="t" r="r" b="b"/>
              <a:pathLst>
                <a:path w="186" h="71" extrusionOk="0">
                  <a:moveTo>
                    <a:pt x="120" y="1"/>
                  </a:moveTo>
                  <a:cubicBezTo>
                    <a:pt x="83" y="1"/>
                    <a:pt x="50" y="1"/>
                    <a:pt x="33" y="17"/>
                  </a:cubicBezTo>
                  <a:cubicBezTo>
                    <a:pt x="17" y="38"/>
                    <a:pt x="0" y="54"/>
                    <a:pt x="0" y="71"/>
                  </a:cubicBezTo>
                  <a:lnTo>
                    <a:pt x="186" y="71"/>
                  </a:lnTo>
                  <a:lnTo>
                    <a:pt x="186" y="54"/>
                  </a:lnTo>
                  <a:cubicBezTo>
                    <a:pt x="186" y="38"/>
                    <a:pt x="169" y="38"/>
                    <a:pt x="169" y="17"/>
                  </a:cubicBezTo>
                  <a:cubicBezTo>
                    <a:pt x="15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6" name="Google Shape;17696;p44"/>
            <p:cNvSpPr/>
            <p:nvPr/>
          </p:nvSpPr>
          <p:spPr>
            <a:xfrm>
              <a:off x="4210350" y="2849225"/>
              <a:ext cx="4750" cy="1350"/>
            </a:xfrm>
            <a:custGeom>
              <a:avLst/>
              <a:gdLst/>
              <a:ahLst/>
              <a:cxnLst/>
              <a:rect l="l" t="t" r="r" b="b"/>
              <a:pathLst>
                <a:path w="190" h="54" extrusionOk="0">
                  <a:moveTo>
                    <a:pt x="120" y="0"/>
                  </a:moveTo>
                  <a:cubicBezTo>
                    <a:pt x="70" y="0"/>
                    <a:pt x="33" y="21"/>
                    <a:pt x="0" y="54"/>
                  </a:cubicBezTo>
                  <a:lnTo>
                    <a:pt x="190" y="54"/>
                  </a:lnTo>
                  <a:cubicBezTo>
                    <a:pt x="173" y="54"/>
                    <a:pt x="173" y="37"/>
                    <a:pt x="173" y="37"/>
                  </a:cubicBezTo>
                  <a:cubicBezTo>
                    <a:pt x="153" y="21"/>
                    <a:pt x="136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7" name="Google Shape;17697;p44"/>
            <p:cNvSpPr/>
            <p:nvPr/>
          </p:nvSpPr>
          <p:spPr>
            <a:xfrm>
              <a:off x="4226625" y="2802300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39" y="1"/>
                  </a:moveTo>
                  <a:cubicBezTo>
                    <a:pt x="104" y="1"/>
                    <a:pt x="67" y="18"/>
                    <a:pt x="38" y="59"/>
                  </a:cubicBezTo>
                  <a:cubicBezTo>
                    <a:pt x="1" y="109"/>
                    <a:pt x="1" y="179"/>
                    <a:pt x="38" y="228"/>
                  </a:cubicBezTo>
                  <a:cubicBezTo>
                    <a:pt x="59" y="251"/>
                    <a:pt x="83" y="261"/>
                    <a:pt x="109" y="261"/>
                  </a:cubicBezTo>
                  <a:cubicBezTo>
                    <a:pt x="143" y="261"/>
                    <a:pt x="178" y="243"/>
                    <a:pt x="207" y="212"/>
                  </a:cubicBezTo>
                  <a:cubicBezTo>
                    <a:pt x="244" y="162"/>
                    <a:pt x="244" y="76"/>
                    <a:pt x="207" y="22"/>
                  </a:cubicBezTo>
                  <a:cubicBezTo>
                    <a:pt x="187" y="9"/>
                    <a:pt x="163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8" name="Google Shape;17698;p44"/>
            <p:cNvSpPr/>
            <p:nvPr/>
          </p:nvSpPr>
          <p:spPr>
            <a:xfrm>
              <a:off x="4228800" y="2818850"/>
              <a:ext cx="6500" cy="6300"/>
            </a:xfrm>
            <a:custGeom>
              <a:avLst/>
              <a:gdLst/>
              <a:ahLst/>
              <a:cxnLst/>
              <a:rect l="l" t="t" r="r" b="b"/>
              <a:pathLst>
                <a:path w="260" h="252" extrusionOk="0">
                  <a:moveTo>
                    <a:pt x="138" y="0"/>
                  </a:moveTo>
                  <a:cubicBezTo>
                    <a:pt x="105" y="0"/>
                    <a:pt x="73" y="20"/>
                    <a:pt x="54" y="49"/>
                  </a:cubicBezTo>
                  <a:cubicBezTo>
                    <a:pt x="0" y="102"/>
                    <a:pt x="0" y="185"/>
                    <a:pt x="54" y="222"/>
                  </a:cubicBezTo>
                  <a:cubicBezTo>
                    <a:pt x="68" y="242"/>
                    <a:pt x="91" y="252"/>
                    <a:pt x="116" y="252"/>
                  </a:cubicBezTo>
                  <a:cubicBezTo>
                    <a:pt x="150" y="252"/>
                    <a:pt x="187" y="234"/>
                    <a:pt x="206" y="205"/>
                  </a:cubicBezTo>
                  <a:cubicBezTo>
                    <a:pt x="260" y="152"/>
                    <a:pt x="260" y="65"/>
                    <a:pt x="206" y="32"/>
                  </a:cubicBezTo>
                  <a:cubicBezTo>
                    <a:pt x="186" y="10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9" name="Google Shape;17699;p44"/>
            <p:cNvSpPr/>
            <p:nvPr/>
          </p:nvSpPr>
          <p:spPr>
            <a:xfrm>
              <a:off x="3838450" y="2848400"/>
              <a:ext cx="1675" cy="2175"/>
            </a:xfrm>
            <a:custGeom>
              <a:avLst/>
              <a:gdLst/>
              <a:ahLst/>
              <a:cxnLst/>
              <a:rect l="l" t="t" r="r" b="b"/>
              <a:pathLst>
                <a:path w="67" h="87" extrusionOk="0">
                  <a:moveTo>
                    <a:pt x="1" y="0"/>
                  </a:moveTo>
                  <a:lnTo>
                    <a:pt x="1" y="87"/>
                  </a:lnTo>
                  <a:lnTo>
                    <a:pt x="67" y="87"/>
                  </a:lnTo>
                  <a:cubicBezTo>
                    <a:pt x="67" y="70"/>
                    <a:pt x="50" y="33"/>
                    <a:pt x="34" y="17"/>
                  </a:cubicBezTo>
                  <a:cubicBezTo>
                    <a:pt x="34" y="17"/>
                    <a:pt x="17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0" name="Google Shape;17700;p44"/>
            <p:cNvSpPr/>
            <p:nvPr/>
          </p:nvSpPr>
          <p:spPr>
            <a:xfrm>
              <a:off x="3842675" y="2753475"/>
              <a:ext cx="6125" cy="6500"/>
            </a:xfrm>
            <a:custGeom>
              <a:avLst/>
              <a:gdLst/>
              <a:ahLst/>
              <a:cxnLst/>
              <a:rect l="l" t="t" r="r" b="b"/>
              <a:pathLst>
                <a:path w="245" h="260" extrusionOk="0">
                  <a:moveTo>
                    <a:pt x="141" y="0"/>
                  </a:moveTo>
                  <a:cubicBezTo>
                    <a:pt x="87" y="0"/>
                    <a:pt x="17" y="54"/>
                    <a:pt x="1" y="120"/>
                  </a:cubicBezTo>
                  <a:cubicBezTo>
                    <a:pt x="1" y="157"/>
                    <a:pt x="1" y="190"/>
                    <a:pt x="17" y="223"/>
                  </a:cubicBezTo>
                  <a:cubicBezTo>
                    <a:pt x="38" y="243"/>
                    <a:pt x="71" y="260"/>
                    <a:pt x="87" y="260"/>
                  </a:cubicBezTo>
                  <a:cubicBezTo>
                    <a:pt x="120" y="260"/>
                    <a:pt x="157" y="260"/>
                    <a:pt x="174" y="243"/>
                  </a:cubicBezTo>
                  <a:cubicBezTo>
                    <a:pt x="207" y="223"/>
                    <a:pt x="223" y="190"/>
                    <a:pt x="223" y="157"/>
                  </a:cubicBezTo>
                  <a:cubicBezTo>
                    <a:pt x="244" y="120"/>
                    <a:pt x="223" y="87"/>
                    <a:pt x="207" y="54"/>
                  </a:cubicBezTo>
                  <a:cubicBezTo>
                    <a:pt x="207" y="54"/>
                    <a:pt x="207" y="37"/>
                    <a:pt x="190" y="37"/>
                  </a:cubicBezTo>
                  <a:cubicBezTo>
                    <a:pt x="190" y="37"/>
                    <a:pt x="190" y="17"/>
                    <a:pt x="174" y="17"/>
                  </a:cubicBezTo>
                  <a:cubicBezTo>
                    <a:pt x="174" y="17"/>
                    <a:pt x="157" y="17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1" name="Google Shape;17701;p44"/>
            <p:cNvSpPr/>
            <p:nvPr/>
          </p:nvSpPr>
          <p:spPr>
            <a:xfrm>
              <a:off x="3843600" y="2771100"/>
              <a:ext cx="6025" cy="6375"/>
            </a:xfrm>
            <a:custGeom>
              <a:avLst/>
              <a:gdLst/>
              <a:ahLst/>
              <a:cxnLst/>
              <a:rect l="l" t="t" r="r" b="b"/>
              <a:pathLst>
                <a:path w="241" h="255" extrusionOk="0">
                  <a:moveTo>
                    <a:pt x="83" y="0"/>
                  </a:moveTo>
                  <a:cubicBezTo>
                    <a:pt x="50" y="17"/>
                    <a:pt x="34" y="54"/>
                    <a:pt x="17" y="70"/>
                  </a:cubicBezTo>
                  <a:cubicBezTo>
                    <a:pt x="1" y="103"/>
                    <a:pt x="1" y="136"/>
                    <a:pt x="1" y="173"/>
                  </a:cubicBezTo>
                  <a:cubicBezTo>
                    <a:pt x="17" y="206"/>
                    <a:pt x="34" y="223"/>
                    <a:pt x="50" y="239"/>
                  </a:cubicBezTo>
                  <a:cubicBezTo>
                    <a:pt x="67" y="250"/>
                    <a:pt x="84" y="255"/>
                    <a:pt x="100" y="255"/>
                  </a:cubicBezTo>
                  <a:cubicBezTo>
                    <a:pt x="115" y="255"/>
                    <a:pt x="129" y="250"/>
                    <a:pt x="137" y="239"/>
                  </a:cubicBezTo>
                  <a:cubicBezTo>
                    <a:pt x="207" y="223"/>
                    <a:pt x="240" y="136"/>
                    <a:pt x="224" y="87"/>
                  </a:cubicBezTo>
                  <a:cubicBezTo>
                    <a:pt x="224" y="54"/>
                    <a:pt x="207" y="33"/>
                    <a:pt x="186" y="17"/>
                  </a:cubicBezTo>
                  <a:cubicBezTo>
                    <a:pt x="186" y="17"/>
                    <a:pt x="170" y="17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2" name="Google Shape;17702;p44"/>
            <p:cNvSpPr/>
            <p:nvPr/>
          </p:nvSpPr>
          <p:spPr>
            <a:xfrm>
              <a:off x="3842275" y="27097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2" y="0"/>
                  </a:moveTo>
                  <a:cubicBezTo>
                    <a:pt x="100" y="0"/>
                    <a:pt x="64" y="19"/>
                    <a:pt x="33" y="50"/>
                  </a:cubicBezTo>
                  <a:cubicBezTo>
                    <a:pt x="0" y="99"/>
                    <a:pt x="0" y="186"/>
                    <a:pt x="33" y="239"/>
                  </a:cubicBezTo>
                  <a:cubicBezTo>
                    <a:pt x="55" y="253"/>
                    <a:pt x="80" y="261"/>
                    <a:pt x="104" y="261"/>
                  </a:cubicBezTo>
                  <a:cubicBezTo>
                    <a:pt x="141" y="261"/>
                    <a:pt x="177" y="244"/>
                    <a:pt x="206" y="202"/>
                  </a:cubicBezTo>
                  <a:cubicBezTo>
                    <a:pt x="239" y="153"/>
                    <a:pt x="239" y="8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3" name="Google Shape;17703;p44"/>
            <p:cNvSpPr/>
            <p:nvPr/>
          </p:nvSpPr>
          <p:spPr>
            <a:xfrm>
              <a:off x="4257550" y="282830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7" y="1"/>
                  </a:moveTo>
                  <a:cubicBezTo>
                    <a:pt x="104" y="1"/>
                    <a:pt x="73" y="19"/>
                    <a:pt x="54" y="50"/>
                  </a:cubicBezTo>
                  <a:cubicBezTo>
                    <a:pt x="0" y="99"/>
                    <a:pt x="0" y="186"/>
                    <a:pt x="54" y="219"/>
                  </a:cubicBezTo>
                  <a:cubicBezTo>
                    <a:pt x="68" y="242"/>
                    <a:pt x="89" y="252"/>
                    <a:pt x="112" y="252"/>
                  </a:cubicBezTo>
                  <a:cubicBezTo>
                    <a:pt x="143" y="252"/>
                    <a:pt x="178" y="233"/>
                    <a:pt x="207" y="202"/>
                  </a:cubicBezTo>
                  <a:cubicBezTo>
                    <a:pt x="244" y="153"/>
                    <a:pt x="244" y="66"/>
                    <a:pt x="207" y="33"/>
                  </a:cubicBezTo>
                  <a:cubicBezTo>
                    <a:pt x="186" y="11"/>
                    <a:pt x="161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4" name="Google Shape;17704;p44"/>
            <p:cNvSpPr/>
            <p:nvPr/>
          </p:nvSpPr>
          <p:spPr>
            <a:xfrm>
              <a:off x="3979675" y="27479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70" y="17"/>
                    <a:pt x="37" y="71"/>
                    <a:pt x="21" y="120"/>
                  </a:cubicBezTo>
                  <a:cubicBezTo>
                    <a:pt x="0" y="190"/>
                    <a:pt x="37" y="240"/>
                    <a:pt x="103" y="260"/>
                  </a:cubicBezTo>
                  <a:cubicBezTo>
                    <a:pt x="140" y="260"/>
                    <a:pt x="157" y="260"/>
                    <a:pt x="190" y="240"/>
                  </a:cubicBezTo>
                  <a:cubicBezTo>
                    <a:pt x="206" y="207"/>
                    <a:pt x="227" y="190"/>
                    <a:pt x="243" y="157"/>
                  </a:cubicBezTo>
                  <a:cubicBezTo>
                    <a:pt x="243" y="120"/>
                    <a:pt x="243" y="87"/>
                    <a:pt x="227" y="54"/>
                  </a:cubicBezTo>
                  <a:cubicBezTo>
                    <a:pt x="227" y="54"/>
                    <a:pt x="227" y="34"/>
                    <a:pt x="206" y="34"/>
                  </a:cubicBezTo>
                  <a:cubicBezTo>
                    <a:pt x="206" y="34"/>
                    <a:pt x="206" y="17"/>
                    <a:pt x="190" y="17"/>
                  </a:cubicBezTo>
                  <a:cubicBezTo>
                    <a:pt x="173" y="17"/>
                    <a:pt x="140" y="17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5" name="Google Shape;17705;p44"/>
            <p:cNvSpPr/>
            <p:nvPr/>
          </p:nvSpPr>
          <p:spPr>
            <a:xfrm>
              <a:off x="3944100" y="2832200"/>
              <a:ext cx="6425" cy="6500"/>
            </a:xfrm>
            <a:custGeom>
              <a:avLst/>
              <a:gdLst/>
              <a:ahLst/>
              <a:cxnLst/>
              <a:rect l="l" t="t" r="r" b="b"/>
              <a:pathLst>
                <a:path w="257" h="260" extrusionOk="0">
                  <a:moveTo>
                    <a:pt x="135" y="0"/>
                  </a:moveTo>
                  <a:cubicBezTo>
                    <a:pt x="101" y="0"/>
                    <a:pt x="69" y="18"/>
                    <a:pt x="50" y="46"/>
                  </a:cubicBezTo>
                  <a:cubicBezTo>
                    <a:pt x="1" y="100"/>
                    <a:pt x="1" y="187"/>
                    <a:pt x="50" y="236"/>
                  </a:cubicBezTo>
                  <a:cubicBezTo>
                    <a:pt x="65" y="251"/>
                    <a:pt x="91" y="259"/>
                    <a:pt x="118" y="259"/>
                  </a:cubicBezTo>
                  <a:cubicBezTo>
                    <a:pt x="151" y="259"/>
                    <a:pt x="186" y="247"/>
                    <a:pt x="207" y="220"/>
                  </a:cubicBezTo>
                  <a:cubicBezTo>
                    <a:pt x="256" y="150"/>
                    <a:pt x="256" y="84"/>
                    <a:pt x="207" y="30"/>
                  </a:cubicBezTo>
                  <a:cubicBezTo>
                    <a:pt x="184" y="9"/>
                    <a:pt x="159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6" name="Google Shape;17706;p44"/>
            <p:cNvSpPr/>
            <p:nvPr/>
          </p:nvSpPr>
          <p:spPr>
            <a:xfrm>
              <a:off x="3940200" y="2801275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33" y="0"/>
                  </a:moveTo>
                  <a:cubicBezTo>
                    <a:pt x="101" y="0"/>
                    <a:pt x="64" y="18"/>
                    <a:pt x="33" y="47"/>
                  </a:cubicBezTo>
                  <a:cubicBezTo>
                    <a:pt x="0" y="100"/>
                    <a:pt x="0" y="187"/>
                    <a:pt x="33" y="220"/>
                  </a:cubicBezTo>
                  <a:cubicBezTo>
                    <a:pt x="55" y="240"/>
                    <a:pt x="81" y="250"/>
                    <a:pt x="106" y="250"/>
                  </a:cubicBezTo>
                  <a:cubicBezTo>
                    <a:pt x="142" y="250"/>
                    <a:pt x="177" y="232"/>
                    <a:pt x="206" y="203"/>
                  </a:cubicBezTo>
                  <a:cubicBezTo>
                    <a:pt x="239" y="150"/>
                    <a:pt x="239" y="63"/>
                    <a:pt x="190" y="30"/>
                  </a:cubicBezTo>
                  <a:cubicBezTo>
                    <a:pt x="176" y="9"/>
                    <a:pt x="156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7" name="Google Shape;17707;p44"/>
            <p:cNvSpPr/>
            <p:nvPr/>
          </p:nvSpPr>
          <p:spPr>
            <a:xfrm>
              <a:off x="3940600" y="275572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38" y="0"/>
                  </a:moveTo>
                  <a:cubicBezTo>
                    <a:pt x="103" y="0"/>
                    <a:pt x="67" y="19"/>
                    <a:pt x="38" y="50"/>
                  </a:cubicBezTo>
                  <a:cubicBezTo>
                    <a:pt x="1" y="100"/>
                    <a:pt x="1" y="186"/>
                    <a:pt x="38" y="219"/>
                  </a:cubicBezTo>
                  <a:cubicBezTo>
                    <a:pt x="54" y="236"/>
                    <a:pt x="71" y="257"/>
                    <a:pt x="87" y="257"/>
                  </a:cubicBezTo>
                  <a:cubicBezTo>
                    <a:pt x="120" y="257"/>
                    <a:pt x="174" y="257"/>
                    <a:pt x="207" y="203"/>
                  </a:cubicBezTo>
                  <a:cubicBezTo>
                    <a:pt x="244" y="170"/>
                    <a:pt x="244" y="116"/>
                    <a:pt x="223" y="67"/>
                  </a:cubicBezTo>
                  <a:cubicBezTo>
                    <a:pt x="223" y="50"/>
                    <a:pt x="207" y="30"/>
                    <a:pt x="207" y="30"/>
                  </a:cubicBezTo>
                  <a:cubicBezTo>
                    <a:pt x="186" y="9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8" name="Google Shape;17708;p44"/>
            <p:cNvSpPr/>
            <p:nvPr/>
          </p:nvSpPr>
          <p:spPr>
            <a:xfrm>
              <a:off x="3925150" y="2796950"/>
              <a:ext cx="6500" cy="6325"/>
            </a:xfrm>
            <a:custGeom>
              <a:avLst/>
              <a:gdLst/>
              <a:ahLst/>
              <a:cxnLst/>
              <a:rect l="l" t="t" r="r" b="b"/>
              <a:pathLst>
                <a:path w="260" h="253" extrusionOk="0">
                  <a:moveTo>
                    <a:pt x="151" y="0"/>
                  </a:moveTo>
                  <a:cubicBezTo>
                    <a:pt x="119" y="0"/>
                    <a:pt x="83" y="19"/>
                    <a:pt x="54" y="51"/>
                  </a:cubicBezTo>
                  <a:cubicBezTo>
                    <a:pt x="0" y="100"/>
                    <a:pt x="0" y="187"/>
                    <a:pt x="54" y="220"/>
                  </a:cubicBezTo>
                  <a:cubicBezTo>
                    <a:pt x="75" y="242"/>
                    <a:pt x="99" y="252"/>
                    <a:pt x="124" y="252"/>
                  </a:cubicBezTo>
                  <a:cubicBezTo>
                    <a:pt x="156" y="252"/>
                    <a:pt x="187" y="234"/>
                    <a:pt x="206" y="203"/>
                  </a:cubicBezTo>
                  <a:cubicBezTo>
                    <a:pt x="260" y="154"/>
                    <a:pt x="260" y="67"/>
                    <a:pt x="206" y="30"/>
                  </a:cubicBezTo>
                  <a:cubicBezTo>
                    <a:pt x="193" y="10"/>
                    <a:pt x="173" y="0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9" name="Google Shape;17709;p44"/>
            <p:cNvSpPr/>
            <p:nvPr/>
          </p:nvSpPr>
          <p:spPr>
            <a:xfrm>
              <a:off x="3921750" y="27371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1"/>
                  </a:moveTo>
                  <a:cubicBezTo>
                    <a:pt x="120" y="1"/>
                    <a:pt x="87" y="1"/>
                    <a:pt x="70" y="17"/>
                  </a:cubicBezTo>
                  <a:cubicBezTo>
                    <a:pt x="33" y="50"/>
                    <a:pt x="17" y="71"/>
                    <a:pt x="17" y="104"/>
                  </a:cubicBezTo>
                  <a:cubicBezTo>
                    <a:pt x="0" y="137"/>
                    <a:pt x="17" y="174"/>
                    <a:pt x="33" y="207"/>
                  </a:cubicBezTo>
                  <a:cubicBezTo>
                    <a:pt x="50" y="223"/>
                    <a:pt x="70" y="240"/>
                    <a:pt x="103" y="256"/>
                  </a:cubicBezTo>
                  <a:cubicBezTo>
                    <a:pt x="153" y="256"/>
                    <a:pt x="223" y="223"/>
                    <a:pt x="239" y="137"/>
                  </a:cubicBezTo>
                  <a:cubicBezTo>
                    <a:pt x="239" y="120"/>
                    <a:pt x="239" y="87"/>
                    <a:pt x="223" y="50"/>
                  </a:cubicBezTo>
                  <a:cubicBezTo>
                    <a:pt x="223" y="34"/>
                    <a:pt x="206" y="34"/>
                    <a:pt x="206" y="34"/>
                  </a:cubicBezTo>
                  <a:cubicBezTo>
                    <a:pt x="190" y="17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0" name="Google Shape;17710;p44"/>
            <p:cNvSpPr/>
            <p:nvPr/>
          </p:nvSpPr>
          <p:spPr>
            <a:xfrm>
              <a:off x="3919975" y="2781475"/>
              <a:ext cx="6125" cy="6450"/>
            </a:xfrm>
            <a:custGeom>
              <a:avLst/>
              <a:gdLst/>
              <a:ahLst/>
              <a:cxnLst/>
              <a:rect l="l" t="t" r="r" b="b"/>
              <a:pathLst>
                <a:path w="245" h="258" extrusionOk="0">
                  <a:moveTo>
                    <a:pt x="139" y="1"/>
                  </a:moveTo>
                  <a:cubicBezTo>
                    <a:pt x="106" y="1"/>
                    <a:pt x="74" y="20"/>
                    <a:pt x="55" y="51"/>
                  </a:cubicBezTo>
                  <a:cubicBezTo>
                    <a:pt x="1" y="101"/>
                    <a:pt x="1" y="187"/>
                    <a:pt x="55" y="220"/>
                  </a:cubicBezTo>
                  <a:cubicBezTo>
                    <a:pt x="71" y="237"/>
                    <a:pt x="71" y="257"/>
                    <a:pt x="88" y="257"/>
                  </a:cubicBezTo>
                  <a:cubicBezTo>
                    <a:pt x="141" y="257"/>
                    <a:pt x="174" y="257"/>
                    <a:pt x="207" y="204"/>
                  </a:cubicBezTo>
                  <a:cubicBezTo>
                    <a:pt x="244" y="171"/>
                    <a:pt x="244" y="117"/>
                    <a:pt x="244" y="68"/>
                  </a:cubicBezTo>
                  <a:cubicBezTo>
                    <a:pt x="224" y="51"/>
                    <a:pt x="224" y="51"/>
                    <a:pt x="207" y="30"/>
                  </a:cubicBezTo>
                  <a:cubicBezTo>
                    <a:pt x="187" y="10"/>
                    <a:pt x="163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1" name="Google Shape;17711;p44"/>
            <p:cNvSpPr/>
            <p:nvPr/>
          </p:nvSpPr>
          <p:spPr>
            <a:xfrm>
              <a:off x="3914825" y="2829875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36" y="0"/>
                  </a:moveTo>
                  <a:cubicBezTo>
                    <a:pt x="87" y="0"/>
                    <a:pt x="35" y="46"/>
                    <a:pt x="17" y="106"/>
                  </a:cubicBezTo>
                  <a:cubicBezTo>
                    <a:pt x="1" y="177"/>
                    <a:pt x="38" y="243"/>
                    <a:pt x="104" y="259"/>
                  </a:cubicBezTo>
                  <a:cubicBezTo>
                    <a:pt x="120" y="259"/>
                    <a:pt x="157" y="259"/>
                    <a:pt x="190" y="226"/>
                  </a:cubicBezTo>
                  <a:cubicBezTo>
                    <a:pt x="207" y="210"/>
                    <a:pt x="223" y="193"/>
                    <a:pt x="244" y="156"/>
                  </a:cubicBezTo>
                  <a:cubicBezTo>
                    <a:pt x="244" y="123"/>
                    <a:pt x="244" y="90"/>
                    <a:pt x="223" y="53"/>
                  </a:cubicBezTo>
                  <a:cubicBezTo>
                    <a:pt x="223" y="36"/>
                    <a:pt x="207" y="36"/>
                    <a:pt x="207" y="36"/>
                  </a:cubicBezTo>
                  <a:cubicBezTo>
                    <a:pt x="190" y="20"/>
                    <a:pt x="174" y="3"/>
                    <a:pt x="157" y="3"/>
                  </a:cubicBezTo>
                  <a:cubicBezTo>
                    <a:pt x="150" y="1"/>
                    <a:pt x="14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2" name="Google Shape;17712;p44"/>
            <p:cNvSpPr/>
            <p:nvPr/>
          </p:nvSpPr>
          <p:spPr>
            <a:xfrm>
              <a:off x="3942350" y="28166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1"/>
                  </a:moveTo>
                  <a:cubicBezTo>
                    <a:pt x="87" y="1"/>
                    <a:pt x="34" y="34"/>
                    <a:pt x="17" y="120"/>
                  </a:cubicBezTo>
                  <a:cubicBezTo>
                    <a:pt x="1" y="137"/>
                    <a:pt x="1" y="170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96" y="258"/>
                    <a:pt x="104" y="259"/>
                    <a:pt x="112" y="259"/>
                  </a:cubicBezTo>
                  <a:cubicBezTo>
                    <a:pt x="167" y="259"/>
                    <a:pt x="209" y="214"/>
                    <a:pt x="223" y="153"/>
                  </a:cubicBezTo>
                  <a:cubicBezTo>
                    <a:pt x="240" y="120"/>
                    <a:pt x="240" y="87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3" name="Google Shape;17713;p44"/>
            <p:cNvSpPr/>
            <p:nvPr/>
          </p:nvSpPr>
          <p:spPr>
            <a:xfrm>
              <a:off x="3927725" y="28132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5" y="1"/>
                  </a:moveTo>
                  <a:cubicBezTo>
                    <a:pt x="101" y="1"/>
                    <a:pt x="66" y="19"/>
                    <a:pt x="37" y="50"/>
                  </a:cubicBezTo>
                  <a:cubicBezTo>
                    <a:pt x="0" y="99"/>
                    <a:pt x="0" y="186"/>
                    <a:pt x="37" y="240"/>
                  </a:cubicBezTo>
                  <a:cubicBezTo>
                    <a:pt x="57" y="253"/>
                    <a:pt x="81" y="261"/>
                    <a:pt x="105" y="261"/>
                  </a:cubicBezTo>
                  <a:cubicBezTo>
                    <a:pt x="140" y="261"/>
                    <a:pt x="177" y="244"/>
                    <a:pt x="206" y="203"/>
                  </a:cubicBezTo>
                  <a:cubicBezTo>
                    <a:pt x="243" y="153"/>
                    <a:pt x="243" y="83"/>
                    <a:pt x="206" y="33"/>
                  </a:cubicBezTo>
                  <a:cubicBezTo>
                    <a:pt x="185" y="11"/>
                    <a:pt x="161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4" name="Google Shape;17714;p44"/>
            <p:cNvSpPr/>
            <p:nvPr/>
          </p:nvSpPr>
          <p:spPr>
            <a:xfrm>
              <a:off x="3927725" y="27523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7" y="46"/>
                    <a:pt x="0" y="116"/>
                    <a:pt x="17" y="186"/>
                  </a:cubicBezTo>
                  <a:cubicBezTo>
                    <a:pt x="17" y="219"/>
                    <a:pt x="37" y="236"/>
                    <a:pt x="70" y="252"/>
                  </a:cubicBezTo>
                  <a:cubicBezTo>
                    <a:pt x="79" y="261"/>
                    <a:pt x="91" y="265"/>
                    <a:pt x="106" y="265"/>
                  </a:cubicBezTo>
                  <a:cubicBezTo>
                    <a:pt x="121" y="265"/>
                    <a:pt x="138" y="261"/>
                    <a:pt x="157" y="252"/>
                  </a:cubicBezTo>
                  <a:cubicBezTo>
                    <a:pt x="190" y="236"/>
                    <a:pt x="206" y="219"/>
                    <a:pt x="223" y="186"/>
                  </a:cubicBezTo>
                  <a:cubicBezTo>
                    <a:pt x="243" y="149"/>
                    <a:pt x="243" y="116"/>
                    <a:pt x="223" y="83"/>
                  </a:cubicBezTo>
                  <a:cubicBezTo>
                    <a:pt x="223" y="63"/>
                    <a:pt x="223" y="46"/>
                    <a:pt x="206" y="30"/>
                  </a:cubicBezTo>
                  <a:cubicBezTo>
                    <a:pt x="190" y="30"/>
                    <a:pt x="190" y="30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5" name="Google Shape;17715;p44"/>
            <p:cNvSpPr/>
            <p:nvPr/>
          </p:nvSpPr>
          <p:spPr>
            <a:xfrm>
              <a:off x="3929875" y="2829875"/>
              <a:ext cx="5600" cy="6475"/>
            </a:xfrm>
            <a:custGeom>
              <a:avLst/>
              <a:gdLst/>
              <a:ahLst/>
              <a:cxnLst/>
              <a:rect l="l" t="t" r="r" b="b"/>
              <a:pathLst>
                <a:path w="224" h="259" extrusionOk="0">
                  <a:moveTo>
                    <a:pt x="117" y="0"/>
                  </a:moveTo>
                  <a:cubicBezTo>
                    <a:pt x="70" y="0"/>
                    <a:pt x="15" y="46"/>
                    <a:pt x="1" y="106"/>
                  </a:cubicBezTo>
                  <a:cubicBezTo>
                    <a:pt x="1" y="139"/>
                    <a:pt x="1" y="177"/>
                    <a:pt x="17" y="210"/>
                  </a:cubicBezTo>
                  <a:cubicBezTo>
                    <a:pt x="34" y="226"/>
                    <a:pt x="54" y="243"/>
                    <a:pt x="87" y="259"/>
                  </a:cubicBezTo>
                  <a:cubicBezTo>
                    <a:pt x="137" y="259"/>
                    <a:pt x="207" y="226"/>
                    <a:pt x="223" y="139"/>
                  </a:cubicBezTo>
                  <a:cubicBezTo>
                    <a:pt x="223" y="123"/>
                    <a:pt x="223" y="90"/>
                    <a:pt x="207" y="53"/>
                  </a:cubicBezTo>
                  <a:cubicBezTo>
                    <a:pt x="207" y="36"/>
                    <a:pt x="207" y="36"/>
                    <a:pt x="190" y="36"/>
                  </a:cubicBezTo>
                  <a:cubicBezTo>
                    <a:pt x="174" y="20"/>
                    <a:pt x="157" y="3"/>
                    <a:pt x="137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6" name="Google Shape;17716;p44"/>
            <p:cNvSpPr/>
            <p:nvPr/>
          </p:nvSpPr>
          <p:spPr>
            <a:xfrm>
              <a:off x="3932875" y="27675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34" y="1"/>
                  </a:moveTo>
                  <a:cubicBezTo>
                    <a:pt x="102" y="1"/>
                    <a:pt x="66" y="17"/>
                    <a:pt x="37" y="56"/>
                  </a:cubicBezTo>
                  <a:cubicBezTo>
                    <a:pt x="17" y="72"/>
                    <a:pt x="17" y="93"/>
                    <a:pt x="17" y="109"/>
                  </a:cubicBezTo>
                  <a:cubicBezTo>
                    <a:pt x="0" y="142"/>
                    <a:pt x="0" y="196"/>
                    <a:pt x="37" y="229"/>
                  </a:cubicBezTo>
                  <a:cubicBezTo>
                    <a:pt x="57" y="248"/>
                    <a:pt x="82" y="256"/>
                    <a:pt x="107" y="256"/>
                  </a:cubicBezTo>
                  <a:cubicBezTo>
                    <a:pt x="124" y="256"/>
                    <a:pt x="142" y="252"/>
                    <a:pt x="157" y="245"/>
                  </a:cubicBezTo>
                  <a:cubicBezTo>
                    <a:pt x="173" y="245"/>
                    <a:pt x="190" y="229"/>
                    <a:pt x="190" y="212"/>
                  </a:cubicBezTo>
                  <a:cubicBezTo>
                    <a:pt x="244" y="159"/>
                    <a:pt x="244" y="72"/>
                    <a:pt x="190" y="23"/>
                  </a:cubicBezTo>
                  <a:cubicBezTo>
                    <a:pt x="176" y="9"/>
                    <a:pt x="156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7" name="Google Shape;17717;p44"/>
            <p:cNvSpPr/>
            <p:nvPr/>
          </p:nvSpPr>
          <p:spPr>
            <a:xfrm>
              <a:off x="3947100" y="2771325"/>
              <a:ext cx="5575" cy="6350"/>
            </a:xfrm>
            <a:custGeom>
              <a:avLst/>
              <a:gdLst/>
              <a:ahLst/>
              <a:cxnLst/>
              <a:rect l="l" t="t" r="r" b="b"/>
              <a:pathLst>
                <a:path w="223" h="254" extrusionOk="0">
                  <a:moveTo>
                    <a:pt x="111" y="1"/>
                  </a:moveTo>
                  <a:cubicBezTo>
                    <a:pt x="92" y="1"/>
                    <a:pt x="76" y="13"/>
                    <a:pt x="50" y="24"/>
                  </a:cubicBezTo>
                  <a:cubicBezTo>
                    <a:pt x="33" y="45"/>
                    <a:pt x="17" y="78"/>
                    <a:pt x="0" y="111"/>
                  </a:cubicBezTo>
                  <a:cubicBezTo>
                    <a:pt x="0" y="148"/>
                    <a:pt x="0" y="181"/>
                    <a:pt x="17" y="197"/>
                  </a:cubicBezTo>
                  <a:cubicBezTo>
                    <a:pt x="33" y="230"/>
                    <a:pt x="50" y="251"/>
                    <a:pt x="87" y="251"/>
                  </a:cubicBezTo>
                  <a:cubicBezTo>
                    <a:pt x="93" y="253"/>
                    <a:pt x="99" y="254"/>
                    <a:pt x="106" y="254"/>
                  </a:cubicBezTo>
                  <a:cubicBezTo>
                    <a:pt x="153" y="254"/>
                    <a:pt x="208" y="206"/>
                    <a:pt x="223" y="148"/>
                  </a:cubicBezTo>
                  <a:cubicBezTo>
                    <a:pt x="223" y="111"/>
                    <a:pt x="223" y="78"/>
                    <a:pt x="206" y="45"/>
                  </a:cubicBezTo>
                  <a:lnTo>
                    <a:pt x="190" y="24"/>
                  </a:lnTo>
                  <a:cubicBezTo>
                    <a:pt x="169" y="8"/>
                    <a:pt x="153" y="8"/>
                    <a:pt x="136" y="8"/>
                  </a:cubicBez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8" name="Google Shape;17718;p44"/>
            <p:cNvSpPr/>
            <p:nvPr/>
          </p:nvSpPr>
          <p:spPr>
            <a:xfrm>
              <a:off x="3939375" y="27405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87" y="1"/>
                    <a:pt x="33" y="54"/>
                    <a:pt x="17" y="120"/>
                  </a:cubicBezTo>
                  <a:cubicBezTo>
                    <a:pt x="0" y="158"/>
                    <a:pt x="0" y="190"/>
                    <a:pt x="17" y="207"/>
                  </a:cubicBezTo>
                  <a:cubicBezTo>
                    <a:pt x="33" y="244"/>
                    <a:pt x="66" y="261"/>
                    <a:pt x="87" y="261"/>
                  </a:cubicBezTo>
                  <a:cubicBezTo>
                    <a:pt x="120" y="261"/>
                    <a:pt x="153" y="261"/>
                    <a:pt x="169" y="244"/>
                  </a:cubicBezTo>
                  <a:cubicBezTo>
                    <a:pt x="206" y="207"/>
                    <a:pt x="223" y="190"/>
                    <a:pt x="223" y="158"/>
                  </a:cubicBezTo>
                  <a:cubicBezTo>
                    <a:pt x="239" y="120"/>
                    <a:pt x="239" y="87"/>
                    <a:pt x="223" y="54"/>
                  </a:cubicBezTo>
                  <a:cubicBezTo>
                    <a:pt x="206" y="54"/>
                    <a:pt x="206" y="38"/>
                    <a:pt x="206" y="38"/>
                  </a:cubicBezTo>
                  <a:cubicBezTo>
                    <a:pt x="190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9" name="Google Shape;17719;p44"/>
            <p:cNvSpPr/>
            <p:nvPr/>
          </p:nvSpPr>
          <p:spPr>
            <a:xfrm>
              <a:off x="3934625" y="2784500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9" y="0"/>
                  </a:moveTo>
                  <a:cubicBezTo>
                    <a:pt x="124" y="0"/>
                    <a:pt x="112" y="4"/>
                    <a:pt x="103" y="13"/>
                  </a:cubicBezTo>
                  <a:cubicBezTo>
                    <a:pt x="33" y="33"/>
                    <a:pt x="0" y="99"/>
                    <a:pt x="17" y="169"/>
                  </a:cubicBezTo>
                  <a:cubicBezTo>
                    <a:pt x="33" y="202"/>
                    <a:pt x="50" y="239"/>
                    <a:pt x="71" y="239"/>
                  </a:cubicBezTo>
                  <a:cubicBezTo>
                    <a:pt x="87" y="248"/>
                    <a:pt x="103" y="252"/>
                    <a:pt x="118" y="252"/>
                  </a:cubicBezTo>
                  <a:cubicBezTo>
                    <a:pt x="132" y="252"/>
                    <a:pt x="145" y="248"/>
                    <a:pt x="153" y="239"/>
                  </a:cubicBezTo>
                  <a:cubicBezTo>
                    <a:pt x="190" y="239"/>
                    <a:pt x="207" y="202"/>
                    <a:pt x="223" y="169"/>
                  </a:cubicBezTo>
                  <a:cubicBezTo>
                    <a:pt x="240" y="153"/>
                    <a:pt x="240" y="116"/>
                    <a:pt x="240" y="83"/>
                  </a:cubicBezTo>
                  <a:cubicBezTo>
                    <a:pt x="223" y="66"/>
                    <a:pt x="223" y="33"/>
                    <a:pt x="207" y="33"/>
                  </a:cubicBezTo>
                  <a:cubicBezTo>
                    <a:pt x="207" y="13"/>
                    <a:pt x="190" y="13"/>
                    <a:pt x="190" y="13"/>
                  </a:cubicBezTo>
                  <a:cubicBezTo>
                    <a:pt x="172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0" name="Google Shape;17720;p44"/>
            <p:cNvSpPr/>
            <p:nvPr/>
          </p:nvSpPr>
          <p:spPr>
            <a:xfrm>
              <a:off x="4040275" y="2741925"/>
              <a:ext cx="5600" cy="6000"/>
            </a:xfrm>
            <a:custGeom>
              <a:avLst/>
              <a:gdLst/>
              <a:ahLst/>
              <a:cxnLst/>
              <a:rect l="l" t="t" r="r" b="b"/>
              <a:pathLst>
                <a:path w="224" h="240" extrusionOk="0">
                  <a:moveTo>
                    <a:pt x="190" y="0"/>
                  </a:moveTo>
                  <a:cubicBezTo>
                    <a:pt x="174" y="0"/>
                    <a:pt x="153" y="17"/>
                    <a:pt x="136" y="17"/>
                  </a:cubicBezTo>
                  <a:cubicBezTo>
                    <a:pt x="87" y="33"/>
                    <a:pt x="50" y="50"/>
                    <a:pt x="17" y="50"/>
                  </a:cubicBezTo>
                  <a:cubicBezTo>
                    <a:pt x="0" y="66"/>
                    <a:pt x="0" y="66"/>
                    <a:pt x="0" y="87"/>
                  </a:cubicBezTo>
                  <a:cubicBezTo>
                    <a:pt x="0" y="120"/>
                    <a:pt x="0" y="153"/>
                    <a:pt x="17" y="190"/>
                  </a:cubicBezTo>
                  <a:cubicBezTo>
                    <a:pt x="33" y="207"/>
                    <a:pt x="50" y="223"/>
                    <a:pt x="87" y="240"/>
                  </a:cubicBezTo>
                  <a:cubicBezTo>
                    <a:pt x="136" y="240"/>
                    <a:pt x="207" y="190"/>
                    <a:pt x="223" y="120"/>
                  </a:cubicBezTo>
                  <a:cubicBezTo>
                    <a:pt x="223" y="87"/>
                    <a:pt x="223" y="50"/>
                    <a:pt x="207" y="33"/>
                  </a:cubicBezTo>
                  <a:cubicBezTo>
                    <a:pt x="207" y="17"/>
                    <a:pt x="207" y="17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1" name="Google Shape;17721;p44"/>
            <p:cNvSpPr/>
            <p:nvPr/>
          </p:nvSpPr>
          <p:spPr>
            <a:xfrm>
              <a:off x="4201775" y="2833050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34" y="0"/>
                  </a:moveTo>
                  <a:cubicBezTo>
                    <a:pt x="120" y="0"/>
                    <a:pt x="102" y="4"/>
                    <a:pt x="83" y="12"/>
                  </a:cubicBezTo>
                  <a:cubicBezTo>
                    <a:pt x="67" y="12"/>
                    <a:pt x="34" y="50"/>
                    <a:pt x="17" y="83"/>
                  </a:cubicBezTo>
                  <a:cubicBezTo>
                    <a:pt x="17" y="99"/>
                    <a:pt x="1" y="132"/>
                    <a:pt x="17" y="169"/>
                  </a:cubicBezTo>
                  <a:cubicBezTo>
                    <a:pt x="17" y="202"/>
                    <a:pt x="34" y="235"/>
                    <a:pt x="67" y="235"/>
                  </a:cubicBezTo>
                  <a:cubicBezTo>
                    <a:pt x="83" y="256"/>
                    <a:pt x="121" y="256"/>
                    <a:pt x="154" y="256"/>
                  </a:cubicBezTo>
                  <a:cubicBezTo>
                    <a:pt x="207" y="219"/>
                    <a:pt x="240" y="153"/>
                    <a:pt x="224" y="83"/>
                  </a:cubicBezTo>
                  <a:cubicBezTo>
                    <a:pt x="224" y="66"/>
                    <a:pt x="224" y="50"/>
                    <a:pt x="207" y="29"/>
                  </a:cubicBezTo>
                  <a:cubicBezTo>
                    <a:pt x="187" y="12"/>
                    <a:pt x="187" y="12"/>
                    <a:pt x="170" y="12"/>
                  </a:cubicBezTo>
                  <a:cubicBezTo>
                    <a:pt x="162" y="4"/>
                    <a:pt x="14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2" name="Google Shape;17722;p44"/>
            <p:cNvSpPr/>
            <p:nvPr/>
          </p:nvSpPr>
          <p:spPr>
            <a:xfrm>
              <a:off x="4104700" y="282787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2" y="0"/>
                  </a:moveTo>
                  <a:cubicBezTo>
                    <a:pt x="100" y="0"/>
                    <a:pt x="65" y="19"/>
                    <a:pt x="33" y="50"/>
                  </a:cubicBezTo>
                  <a:cubicBezTo>
                    <a:pt x="0" y="100"/>
                    <a:pt x="0" y="186"/>
                    <a:pt x="33" y="219"/>
                  </a:cubicBezTo>
                  <a:cubicBezTo>
                    <a:pt x="56" y="242"/>
                    <a:pt x="81" y="252"/>
                    <a:pt x="106" y="252"/>
                  </a:cubicBezTo>
                  <a:cubicBezTo>
                    <a:pt x="141" y="252"/>
                    <a:pt x="176" y="234"/>
                    <a:pt x="206" y="203"/>
                  </a:cubicBezTo>
                  <a:cubicBezTo>
                    <a:pt x="239" y="153"/>
                    <a:pt x="239" y="67"/>
                    <a:pt x="190" y="30"/>
                  </a:cubicBezTo>
                  <a:cubicBezTo>
                    <a:pt x="175" y="9"/>
                    <a:pt x="154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3" name="Google Shape;17723;p44"/>
            <p:cNvSpPr/>
            <p:nvPr/>
          </p:nvSpPr>
          <p:spPr>
            <a:xfrm>
              <a:off x="4099125" y="2812400"/>
              <a:ext cx="6425" cy="6600"/>
            </a:xfrm>
            <a:custGeom>
              <a:avLst/>
              <a:gdLst/>
              <a:ahLst/>
              <a:cxnLst/>
              <a:rect l="l" t="t" r="r" b="b"/>
              <a:pathLst>
                <a:path w="257" h="264" extrusionOk="0">
                  <a:moveTo>
                    <a:pt x="144" y="1"/>
                  </a:moveTo>
                  <a:cubicBezTo>
                    <a:pt x="109" y="1"/>
                    <a:pt x="72" y="19"/>
                    <a:pt x="50" y="51"/>
                  </a:cubicBezTo>
                  <a:cubicBezTo>
                    <a:pt x="1" y="100"/>
                    <a:pt x="1" y="187"/>
                    <a:pt x="50" y="237"/>
                  </a:cubicBezTo>
                  <a:cubicBezTo>
                    <a:pt x="67" y="237"/>
                    <a:pt x="87" y="257"/>
                    <a:pt x="104" y="257"/>
                  </a:cubicBezTo>
                  <a:cubicBezTo>
                    <a:pt x="112" y="261"/>
                    <a:pt x="121" y="263"/>
                    <a:pt x="131" y="263"/>
                  </a:cubicBezTo>
                  <a:cubicBezTo>
                    <a:pt x="161" y="263"/>
                    <a:pt x="194" y="244"/>
                    <a:pt x="207" y="204"/>
                  </a:cubicBezTo>
                  <a:cubicBezTo>
                    <a:pt x="240" y="171"/>
                    <a:pt x="256" y="117"/>
                    <a:pt x="240" y="84"/>
                  </a:cubicBezTo>
                  <a:cubicBezTo>
                    <a:pt x="223" y="67"/>
                    <a:pt x="223" y="51"/>
                    <a:pt x="207" y="30"/>
                  </a:cubicBezTo>
                  <a:cubicBezTo>
                    <a:pt x="191" y="10"/>
                    <a:pt x="168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4" name="Google Shape;17724;p44"/>
            <p:cNvSpPr/>
            <p:nvPr/>
          </p:nvSpPr>
          <p:spPr>
            <a:xfrm>
              <a:off x="4114600" y="2705925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35" y="1"/>
                  </a:moveTo>
                  <a:cubicBezTo>
                    <a:pt x="102" y="1"/>
                    <a:pt x="71" y="18"/>
                    <a:pt x="49" y="47"/>
                  </a:cubicBezTo>
                  <a:cubicBezTo>
                    <a:pt x="0" y="100"/>
                    <a:pt x="0" y="187"/>
                    <a:pt x="49" y="220"/>
                  </a:cubicBezTo>
                  <a:cubicBezTo>
                    <a:pt x="67" y="243"/>
                    <a:pt x="94" y="255"/>
                    <a:pt x="121" y="255"/>
                  </a:cubicBezTo>
                  <a:cubicBezTo>
                    <a:pt x="153" y="255"/>
                    <a:pt x="186" y="239"/>
                    <a:pt x="206" y="204"/>
                  </a:cubicBezTo>
                  <a:cubicBezTo>
                    <a:pt x="256" y="150"/>
                    <a:pt x="256" y="63"/>
                    <a:pt x="206" y="30"/>
                  </a:cubicBezTo>
                  <a:cubicBezTo>
                    <a:pt x="184" y="10"/>
                    <a:pt x="159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5" name="Google Shape;17725;p44"/>
            <p:cNvSpPr/>
            <p:nvPr/>
          </p:nvSpPr>
          <p:spPr>
            <a:xfrm>
              <a:off x="4101700" y="27224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4" y="0"/>
                  </a:moveTo>
                  <a:cubicBezTo>
                    <a:pt x="87" y="0"/>
                    <a:pt x="32" y="49"/>
                    <a:pt x="17" y="106"/>
                  </a:cubicBezTo>
                  <a:cubicBezTo>
                    <a:pt x="1" y="176"/>
                    <a:pt x="34" y="247"/>
                    <a:pt x="104" y="263"/>
                  </a:cubicBezTo>
                  <a:cubicBezTo>
                    <a:pt x="137" y="263"/>
                    <a:pt x="153" y="247"/>
                    <a:pt x="190" y="226"/>
                  </a:cubicBezTo>
                  <a:cubicBezTo>
                    <a:pt x="223" y="209"/>
                    <a:pt x="240" y="176"/>
                    <a:pt x="240" y="144"/>
                  </a:cubicBezTo>
                  <a:cubicBezTo>
                    <a:pt x="240" y="106"/>
                    <a:pt x="240" y="73"/>
                    <a:pt x="223" y="57"/>
                  </a:cubicBezTo>
                  <a:cubicBezTo>
                    <a:pt x="223" y="40"/>
                    <a:pt x="223" y="40"/>
                    <a:pt x="207" y="20"/>
                  </a:cubicBezTo>
                  <a:cubicBezTo>
                    <a:pt x="190" y="20"/>
                    <a:pt x="170" y="3"/>
                    <a:pt x="153" y="3"/>
                  </a:cubicBezTo>
                  <a:cubicBezTo>
                    <a:pt x="147" y="1"/>
                    <a:pt x="141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6" name="Google Shape;17726;p44"/>
            <p:cNvSpPr/>
            <p:nvPr/>
          </p:nvSpPr>
          <p:spPr>
            <a:xfrm>
              <a:off x="4110675" y="2737600"/>
              <a:ext cx="6525" cy="6375"/>
            </a:xfrm>
            <a:custGeom>
              <a:avLst/>
              <a:gdLst/>
              <a:ahLst/>
              <a:cxnLst/>
              <a:rect l="l" t="t" r="r" b="b"/>
              <a:pathLst>
                <a:path w="261" h="255" extrusionOk="0">
                  <a:moveTo>
                    <a:pt x="103" y="0"/>
                  </a:moveTo>
                  <a:cubicBezTo>
                    <a:pt x="37" y="33"/>
                    <a:pt x="0" y="103"/>
                    <a:pt x="17" y="173"/>
                  </a:cubicBezTo>
                  <a:cubicBezTo>
                    <a:pt x="17" y="206"/>
                    <a:pt x="37" y="223"/>
                    <a:pt x="70" y="239"/>
                  </a:cubicBezTo>
                  <a:cubicBezTo>
                    <a:pt x="87" y="250"/>
                    <a:pt x="99" y="255"/>
                    <a:pt x="112" y="255"/>
                  </a:cubicBezTo>
                  <a:cubicBezTo>
                    <a:pt x="125" y="255"/>
                    <a:pt x="138" y="250"/>
                    <a:pt x="157" y="239"/>
                  </a:cubicBezTo>
                  <a:cubicBezTo>
                    <a:pt x="223" y="223"/>
                    <a:pt x="260" y="136"/>
                    <a:pt x="244" y="87"/>
                  </a:cubicBezTo>
                  <a:cubicBezTo>
                    <a:pt x="223" y="54"/>
                    <a:pt x="223" y="33"/>
                    <a:pt x="206" y="33"/>
                  </a:cubicBezTo>
                  <a:lnTo>
                    <a:pt x="190" y="17"/>
                  </a:lnTo>
                  <a:cubicBezTo>
                    <a:pt x="157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7" name="Google Shape;17727;p44"/>
            <p:cNvSpPr/>
            <p:nvPr/>
          </p:nvSpPr>
          <p:spPr>
            <a:xfrm>
              <a:off x="4106850" y="2783575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04" y="0"/>
                  </a:moveTo>
                  <a:cubicBezTo>
                    <a:pt x="34" y="33"/>
                    <a:pt x="1" y="103"/>
                    <a:pt x="17" y="173"/>
                  </a:cubicBezTo>
                  <a:cubicBezTo>
                    <a:pt x="17" y="206"/>
                    <a:pt x="50" y="223"/>
                    <a:pt x="67" y="239"/>
                  </a:cubicBezTo>
                  <a:cubicBezTo>
                    <a:pt x="85" y="247"/>
                    <a:pt x="99" y="252"/>
                    <a:pt x="112" y="252"/>
                  </a:cubicBezTo>
                  <a:cubicBezTo>
                    <a:pt x="124" y="252"/>
                    <a:pt x="137" y="247"/>
                    <a:pt x="153" y="239"/>
                  </a:cubicBezTo>
                  <a:cubicBezTo>
                    <a:pt x="190" y="223"/>
                    <a:pt x="207" y="206"/>
                    <a:pt x="223" y="173"/>
                  </a:cubicBezTo>
                  <a:cubicBezTo>
                    <a:pt x="240" y="136"/>
                    <a:pt x="240" y="103"/>
                    <a:pt x="240" y="70"/>
                  </a:cubicBezTo>
                  <a:cubicBezTo>
                    <a:pt x="223" y="50"/>
                    <a:pt x="223" y="33"/>
                    <a:pt x="207" y="17"/>
                  </a:cubicBezTo>
                  <a:cubicBezTo>
                    <a:pt x="207" y="17"/>
                    <a:pt x="190" y="17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8" name="Google Shape;17728;p44"/>
            <p:cNvSpPr/>
            <p:nvPr/>
          </p:nvSpPr>
          <p:spPr>
            <a:xfrm>
              <a:off x="4063050" y="2730700"/>
              <a:ext cx="5600" cy="6100"/>
            </a:xfrm>
            <a:custGeom>
              <a:avLst/>
              <a:gdLst/>
              <a:ahLst/>
              <a:cxnLst/>
              <a:rect l="l" t="t" r="r" b="b"/>
              <a:pathLst>
                <a:path w="224" h="244" extrusionOk="0">
                  <a:moveTo>
                    <a:pt x="190" y="0"/>
                  </a:moveTo>
                  <a:cubicBezTo>
                    <a:pt x="120" y="54"/>
                    <a:pt x="50" y="87"/>
                    <a:pt x="1" y="124"/>
                  </a:cubicBezTo>
                  <a:cubicBezTo>
                    <a:pt x="1" y="157"/>
                    <a:pt x="1" y="190"/>
                    <a:pt x="34" y="206"/>
                  </a:cubicBezTo>
                  <a:cubicBezTo>
                    <a:pt x="34" y="227"/>
                    <a:pt x="50" y="227"/>
                    <a:pt x="67" y="243"/>
                  </a:cubicBezTo>
                  <a:cubicBezTo>
                    <a:pt x="104" y="243"/>
                    <a:pt x="153" y="227"/>
                    <a:pt x="190" y="190"/>
                  </a:cubicBezTo>
                  <a:cubicBezTo>
                    <a:pt x="223" y="157"/>
                    <a:pt x="223" y="103"/>
                    <a:pt x="207" y="54"/>
                  </a:cubicBezTo>
                  <a:cubicBezTo>
                    <a:pt x="207" y="37"/>
                    <a:pt x="207" y="21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9" name="Google Shape;17729;p44"/>
            <p:cNvSpPr/>
            <p:nvPr/>
          </p:nvSpPr>
          <p:spPr>
            <a:xfrm>
              <a:off x="4119750" y="27866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0"/>
                  </a:moveTo>
                  <a:cubicBezTo>
                    <a:pt x="103" y="0"/>
                    <a:pt x="71" y="19"/>
                    <a:pt x="50" y="50"/>
                  </a:cubicBezTo>
                  <a:cubicBezTo>
                    <a:pt x="0" y="100"/>
                    <a:pt x="0" y="186"/>
                    <a:pt x="50" y="236"/>
                  </a:cubicBezTo>
                  <a:cubicBezTo>
                    <a:pt x="50" y="236"/>
                    <a:pt x="66" y="256"/>
                    <a:pt x="87" y="256"/>
                  </a:cubicBezTo>
                  <a:cubicBezTo>
                    <a:pt x="95" y="260"/>
                    <a:pt x="104" y="263"/>
                    <a:pt x="114" y="263"/>
                  </a:cubicBezTo>
                  <a:cubicBezTo>
                    <a:pt x="143" y="263"/>
                    <a:pt x="178" y="243"/>
                    <a:pt x="206" y="203"/>
                  </a:cubicBezTo>
                  <a:cubicBezTo>
                    <a:pt x="239" y="170"/>
                    <a:pt x="239" y="116"/>
                    <a:pt x="223" y="83"/>
                  </a:cubicBezTo>
                  <a:cubicBezTo>
                    <a:pt x="223" y="67"/>
                    <a:pt x="223" y="50"/>
                    <a:pt x="206" y="30"/>
                  </a:cubicBezTo>
                  <a:cubicBezTo>
                    <a:pt x="184" y="9"/>
                    <a:pt x="160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0" name="Google Shape;17730;p44"/>
            <p:cNvSpPr/>
            <p:nvPr/>
          </p:nvSpPr>
          <p:spPr>
            <a:xfrm>
              <a:off x="4101300" y="2707500"/>
              <a:ext cx="5575" cy="5700"/>
            </a:xfrm>
            <a:custGeom>
              <a:avLst/>
              <a:gdLst/>
              <a:ahLst/>
              <a:cxnLst/>
              <a:rect l="l" t="t" r="r" b="b"/>
              <a:pathLst>
                <a:path w="223" h="228" extrusionOk="0">
                  <a:moveTo>
                    <a:pt x="186" y="0"/>
                  </a:moveTo>
                  <a:cubicBezTo>
                    <a:pt x="120" y="37"/>
                    <a:pt x="50" y="70"/>
                    <a:pt x="0" y="103"/>
                  </a:cubicBezTo>
                  <a:lnTo>
                    <a:pt x="0" y="174"/>
                  </a:lnTo>
                  <a:cubicBezTo>
                    <a:pt x="17" y="190"/>
                    <a:pt x="50" y="207"/>
                    <a:pt x="66" y="227"/>
                  </a:cubicBezTo>
                  <a:cubicBezTo>
                    <a:pt x="136" y="227"/>
                    <a:pt x="206" y="190"/>
                    <a:pt x="223" y="103"/>
                  </a:cubicBezTo>
                  <a:cubicBezTo>
                    <a:pt x="223" y="87"/>
                    <a:pt x="223" y="54"/>
                    <a:pt x="206" y="21"/>
                  </a:cubicBezTo>
                  <a:lnTo>
                    <a:pt x="1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1" name="Google Shape;17731;p44"/>
            <p:cNvSpPr/>
            <p:nvPr/>
          </p:nvSpPr>
          <p:spPr>
            <a:xfrm>
              <a:off x="4099125" y="275090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37" y="0"/>
                  </a:moveTo>
                  <a:cubicBezTo>
                    <a:pt x="87" y="0"/>
                    <a:pt x="17" y="37"/>
                    <a:pt x="1" y="120"/>
                  </a:cubicBezTo>
                  <a:cubicBezTo>
                    <a:pt x="1" y="157"/>
                    <a:pt x="1" y="173"/>
                    <a:pt x="17" y="206"/>
                  </a:cubicBezTo>
                  <a:cubicBezTo>
                    <a:pt x="34" y="243"/>
                    <a:pt x="50" y="260"/>
                    <a:pt x="87" y="260"/>
                  </a:cubicBezTo>
                  <a:cubicBezTo>
                    <a:pt x="120" y="260"/>
                    <a:pt x="153" y="260"/>
                    <a:pt x="170" y="243"/>
                  </a:cubicBezTo>
                  <a:cubicBezTo>
                    <a:pt x="207" y="206"/>
                    <a:pt x="223" y="190"/>
                    <a:pt x="223" y="157"/>
                  </a:cubicBezTo>
                  <a:cubicBezTo>
                    <a:pt x="223" y="120"/>
                    <a:pt x="223" y="87"/>
                    <a:pt x="207" y="54"/>
                  </a:cubicBezTo>
                  <a:cubicBezTo>
                    <a:pt x="207" y="54"/>
                    <a:pt x="207" y="37"/>
                    <a:pt x="190" y="37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2" name="Google Shape;17732;p44"/>
            <p:cNvSpPr/>
            <p:nvPr/>
          </p:nvSpPr>
          <p:spPr>
            <a:xfrm>
              <a:off x="3937200" y="2846575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117" y="0"/>
                  </a:moveTo>
                  <a:cubicBezTo>
                    <a:pt x="71" y="0"/>
                    <a:pt x="15" y="49"/>
                    <a:pt x="0" y="106"/>
                  </a:cubicBezTo>
                  <a:lnTo>
                    <a:pt x="0" y="160"/>
                  </a:lnTo>
                  <a:lnTo>
                    <a:pt x="223" y="160"/>
                  </a:lnTo>
                  <a:cubicBezTo>
                    <a:pt x="240" y="127"/>
                    <a:pt x="223" y="90"/>
                    <a:pt x="223" y="57"/>
                  </a:cubicBezTo>
                  <a:cubicBezTo>
                    <a:pt x="207" y="40"/>
                    <a:pt x="207" y="40"/>
                    <a:pt x="190" y="40"/>
                  </a:cubicBezTo>
                  <a:cubicBezTo>
                    <a:pt x="190" y="24"/>
                    <a:pt x="174" y="3"/>
                    <a:pt x="137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3" name="Google Shape;17733;p44"/>
            <p:cNvSpPr/>
            <p:nvPr/>
          </p:nvSpPr>
          <p:spPr>
            <a:xfrm>
              <a:off x="4097375" y="279767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37" y="1"/>
                  </a:moveTo>
                  <a:cubicBezTo>
                    <a:pt x="104" y="1"/>
                    <a:pt x="87" y="1"/>
                    <a:pt x="54" y="38"/>
                  </a:cubicBezTo>
                  <a:cubicBezTo>
                    <a:pt x="33" y="55"/>
                    <a:pt x="17" y="88"/>
                    <a:pt x="0" y="125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33" y="244"/>
                    <a:pt x="54" y="261"/>
                    <a:pt x="87" y="261"/>
                  </a:cubicBezTo>
                  <a:cubicBezTo>
                    <a:pt x="94" y="263"/>
                    <a:pt x="100" y="264"/>
                    <a:pt x="107" y="264"/>
                  </a:cubicBezTo>
                  <a:cubicBezTo>
                    <a:pt x="154" y="264"/>
                    <a:pt x="209" y="219"/>
                    <a:pt x="223" y="158"/>
                  </a:cubicBezTo>
                  <a:cubicBezTo>
                    <a:pt x="223" y="125"/>
                    <a:pt x="223" y="88"/>
                    <a:pt x="207" y="55"/>
                  </a:cubicBezTo>
                  <a:cubicBezTo>
                    <a:pt x="207" y="55"/>
                    <a:pt x="207" y="38"/>
                    <a:pt x="190" y="38"/>
                  </a:cubicBezTo>
                  <a:cubicBezTo>
                    <a:pt x="174" y="22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4" name="Google Shape;17734;p44"/>
            <p:cNvSpPr/>
            <p:nvPr/>
          </p:nvSpPr>
          <p:spPr>
            <a:xfrm>
              <a:off x="4106850" y="2844350"/>
              <a:ext cx="6425" cy="6225"/>
            </a:xfrm>
            <a:custGeom>
              <a:avLst/>
              <a:gdLst/>
              <a:ahLst/>
              <a:cxnLst/>
              <a:rect l="l" t="t" r="r" b="b"/>
              <a:pathLst>
                <a:path w="257" h="249" extrusionOk="0">
                  <a:moveTo>
                    <a:pt x="130" y="0"/>
                  </a:moveTo>
                  <a:cubicBezTo>
                    <a:pt x="99" y="0"/>
                    <a:pt x="71" y="14"/>
                    <a:pt x="50" y="43"/>
                  </a:cubicBezTo>
                  <a:cubicBezTo>
                    <a:pt x="1" y="92"/>
                    <a:pt x="1" y="179"/>
                    <a:pt x="50" y="232"/>
                  </a:cubicBezTo>
                  <a:cubicBezTo>
                    <a:pt x="50" y="249"/>
                    <a:pt x="67" y="249"/>
                    <a:pt x="87" y="249"/>
                  </a:cubicBezTo>
                  <a:lnTo>
                    <a:pt x="137" y="249"/>
                  </a:lnTo>
                  <a:cubicBezTo>
                    <a:pt x="153" y="249"/>
                    <a:pt x="190" y="232"/>
                    <a:pt x="207" y="216"/>
                  </a:cubicBezTo>
                  <a:cubicBezTo>
                    <a:pt x="256" y="146"/>
                    <a:pt x="256" y="76"/>
                    <a:pt x="207" y="26"/>
                  </a:cubicBezTo>
                  <a:cubicBezTo>
                    <a:pt x="183" y="9"/>
                    <a:pt x="156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5" name="Google Shape;17735;p44"/>
            <p:cNvSpPr/>
            <p:nvPr/>
          </p:nvSpPr>
          <p:spPr>
            <a:xfrm>
              <a:off x="4119325" y="2832200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34" y="0"/>
                  </a:moveTo>
                  <a:cubicBezTo>
                    <a:pt x="98" y="0"/>
                    <a:pt x="62" y="18"/>
                    <a:pt x="34" y="46"/>
                  </a:cubicBezTo>
                  <a:cubicBezTo>
                    <a:pt x="1" y="100"/>
                    <a:pt x="1" y="187"/>
                    <a:pt x="34" y="220"/>
                  </a:cubicBezTo>
                  <a:cubicBezTo>
                    <a:pt x="54" y="240"/>
                    <a:pt x="79" y="249"/>
                    <a:pt x="104" y="249"/>
                  </a:cubicBezTo>
                  <a:cubicBezTo>
                    <a:pt x="139" y="249"/>
                    <a:pt x="176" y="232"/>
                    <a:pt x="207" y="203"/>
                  </a:cubicBezTo>
                  <a:cubicBezTo>
                    <a:pt x="240" y="150"/>
                    <a:pt x="240" y="63"/>
                    <a:pt x="207" y="30"/>
                  </a:cubicBezTo>
                  <a:cubicBezTo>
                    <a:pt x="184" y="9"/>
                    <a:pt x="15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6" name="Google Shape;17736;p44"/>
            <p:cNvSpPr/>
            <p:nvPr/>
          </p:nvSpPr>
          <p:spPr>
            <a:xfrm>
              <a:off x="4101300" y="276810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36" y="1"/>
                  </a:moveTo>
                  <a:cubicBezTo>
                    <a:pt x="103" y="1"/>
                    <a:pt x="83" y="1"/>
                    <a:pt x="50" y="34"/>
                  </a:cubicBezTo>
                  <a:cubicBezTo>
                    <a:pt x="33" y="50"/>
                    <a:pt x="17" y="71"/>
                    <a:pt x="0" y="104"/>
                  </a:cubicBezTo>
                  <a:cubicBezTo>
                    <a:pt x="0" y="137"/>
                    <a:pt x="0" y="174"/>
                    <a:pt x="17" y="207"/>
                  </a:cubicBezTo>
                  <a:cubicBezTo>
                    <a:pt x="33" y="240"/>
                    <a:pt x="50" y="256"/>
                    <a:pt x="83" y="256"/>
                  </a:cubicBezTo>
                  <a:cubicBezTo>
                    <a:pt x="91" y="259"/>
                    <a:pt x="99" y="261"/>
                    <a:pt x="107" y="261"/>
                  </a:cubicBezTo>
                  <a:cubicBezTo>
                    <a:pt x="156" y="261"/>
                    <a:pt x="209" y="213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206" y="50"/>
                    <a:pt x="206" y="34"/>
                    <a:pt x="186" y="34"/>
                  </a:cubicBezTo>
                  <a:cubicBezTo>
                    <a:pt x="169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7" name="Google Shape;17737;p44"/>
            <p:cNvSpPr/>
            <p:nvPr/>
          </p:nvSpPr>
          <p:spPr>
            <a:xfrm>
              <a:off x="3906700" y="27813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6" y="0"/>
                  </a:moveTo>
                  <a:cubicBezTo>
                    <a:pt x="69" y="0"/>
                    <a:pt x="14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6"/>
                    <a:pt x="54" y="243"/>
                    <a:pt x="87" y="263"/>
                  </a:cubicBezTo>
                  <a:cubicBezTo>
                    <a:pt x="157" y="263"/>
                    <a:pt x="206" y="226"/>
                    <a:pt x="223" y="140"/>
                  </a:cubicBezTo>
                  <a:cubicBezTo>
                    <a:pt x="239" y="107"/>
                    <a:pt x="223" y="90"/>
                    <a:pt x="206" y="57"/>
                  </a:cubicBezTo>
                  <a:cubicBezTo>
                    <a:pt x="206" y="36"/>
                    <a:pt x="206" y="36"/>
                    <a:pt x="190" y="36"/>
                  </a:cubicBezTo>
                  <a:cubicBezTo>
                    <a:pt x="190" y="20"/>
                    <a:pt x="173" y="4"/>
                    <a:pt x="136" y="4"/>
                  </a:cubicBezTo>
                  <a:cubicBezTo>
                    <a:pt x="130" y="1"/>
                    <a:pt x="12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8" name="Google Shape;17738;p44"/>
            <p:cNvSpPr/>
            <p:nvPr/>
          </p:nvSpPr>
          <p:spPr>
            <a:xfrm>
              <a:off x="3908450" y="284400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17" y="0"/>
                  </a:moveTo>
                  <a:cubicBezTo>
                    <a:pt x="70" y="0"/>
                    <a:pt x="15" y="49"/>
                    <a:pt x="0" y="106"/>
                  </a:cubicBezTo>
                  <a:cubicBezTo>
                    <a:pt x="0" y="143"/>
                    <a:pt x="0" y="176"/>
                    <a:pt x="17" y="193"/>
                  </a:cubicBezTo>
                  <a:cubicBezTo>
                    <a:pt x="33" y="230"/>
                    <a:pt x="50" y="246"/>
                    <a:pt x="87" y="246"/>
                  </a:cubicBezTo>
                  <a:cubicBezTo>
                    <a:pt x="96" y="251"/>
                    <a:pt x="106" y="253"/>
                    <a:pt x="115" y="253"/>
                  </a:cubicBezTo>
                  <a:cubicBezTo>
                    <a:pt x="138" y="253"/>
                    <a:pt x="158" y="242"/>
                    <a:pt x="169" y="230"/>
                  </a:cubicBezTo>
                  <a:cubicBezTo>
                    <a:pt x="206" y="209"/>
                    <a:pt x="223" y="176"/>
                    <a:pt x="223" y="143"/>
                  </a:cubicBezTo>
                  <a:cubicBezTo>
                    <a:pt x="239" y="106"/>
                    <a:pt x="223" y="73"/>
                    <a:pt x="206" y="57"/>
                  </a:cubicBezTo>
                  <a:cubicBezTo>
                    <a:pt x="206" y="40"/>
                    <a:pt x="206" y="40"/>
                    <a:pt x="190" y="24"/>
                  </a:cubicBezTo>
                  <a:cubicBezTo>
                    <a:pt x="190" y="3"/>
                    <a:pt x="153" y="3"/>
                    <a:pt x="136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9" name="Google Shape;17739;p44"/>
            <p:cNvSpPr/>
            <p:nvPr/>
          </p:nvSpPr>
          <p:spPr>
            <a:xfrm>
              <a:off x="3923900" y="284510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35" y="0"/>
                  </a:moveTo>
                  <a:cubicBezTo>
                    <a:pt x="120" y="0"/>
                    <a:pt x="104" y="5"/>
                    <a:pt x="87" y="13"/>
                  </a:cubicBezTo>
                  <a:cubicBezTo>
                    <a:pt x="34" y="29"/>
                    <a:pt x="1" y="99"/>
                    <a:pt x="17" y="165"/>
                  </a:cubicBezTo>
                  <a:cubicBezTo>
                    <a:pt x="17" y="186"/>
                    <a:pt x="34" y="202"/>
                    <a:pt x="34" y="219"/>
                  </a:cubicBezTo>
                  <a:lnTo>
                    <a:pt x="190" y="219"/>
                  </a:lnTo>
                  <a:cubicBezTo>
                    <a:pt x="223" y="186"/>
                    <a:pt x="240" y="132"/>
                    <a:pt x="223" y="83"/>
                  </a:cubicBezTo>
                  <a:cubicBezTo>
                    <a:pt x="223" y="46"/>
                    <a:pt x="207" y="29"/>
                    <a:pt x="207" y="29"/>
                  </a:cubicBezTo>
                  <a:cubicBezTo>
                    <a:pt x="190" y="13"/>
                    <a:pt x="190" y="13"/>
                    <a:pt x="170" y="13"/>
                  </a:cubicBezTo>
                  <a:cubicBezTo>
                    <a:pt x="161" y="5"/>
                    <a:pt x="149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0" name="Google Shape;17740;p44"/>
            <p:cNvSpPr/>
            <p:nvPr/>
          </p:nvSpPr>
          <p:spPr>
            <a:xfrm>
              <a:off x="3947500" y="27861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53" y="0"/>
                  </a:moveTo>
                  <a:cubicBezTo>
                    <a:pt x="120" y="0"/>
                    <a:pt x="104" y="0"/>
                    <a:pt x="87" y="17"/>
                  </a:cubicBezTo>
                  <a:cubicBezTo>
                    <a:pt x="50" y="33"/>
                    <a:pt x="17" y="70"/>
                    <a:pt x="17" y="103"/>
                  </a:cubicBezTo>
                  <a:cubicBezTo>
                    <a:pt x="1" y="136"/>
                    <a:pt x="17" y="173"/>
                    <a:pt x="34" y="206"/>
                  </a:cubicBezTo>
                  <a:cubicBezTo>
                    <a:pt x="34" y="223"/>
                    <a:pt x="71" y="239"/>
                    <a:pt x="104" y="256"/>
                  </a:cubicBezTo>
                  <a:cubicBezTo>
                    <a:pt x="153" y="256"/>
                    <a:pt x="207" y="223"/>
                    <a:pt x="223" y="153"/>
                  </a:cubicBezTo>
                  <a:cubicBezTo>
                    <a:pt x="223" y="153"/>
                    <a:pt x="240" y="153"/>
                    <a:pt x="240" y="136"/>
                  </a:cubicBezTo>
                  <a:cubicBezTo>
                    <a:pt x="240" y="103"/>
                    <a:pt x="223" y="50"/>
                    <a:pt x="207" y="17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1" name="Google Shape;17741;p44"/>
            <p:cNvSpPr/>
            <p:nvPr/>
          </p:nvSpPr>
          <p:spPr>
            <a:xfrm>
              <a:off x="3952650" y="2848400"/>
              <a:ext cx="5200" cy="2175"/>
            </a:xfrm>
            <a:custGeom>
              <a:avLst/>
              <a:gdLst/>
              <a:ahLst/>
              <a:cxnLst/>
              <a:rect l="l" t="t" r="r" b="b"/>
              <a:pathLst>
                <a:path w="208" h="87" extrusionOk="0">
                  <a:moveTo>
                    <a:pt x="71" y="0"/>
                  </a:moveTo>
                  <a:cubicBezTo>
                    <a:pt x="34" y="17"/>
                    <a:pt x="17" y="54"/>
                    <a:pt x="1" y="87"/>
                  </a:cubicBezTo>
                  <a:lnTo>
                    <a:pt x="207" y="87"/>
                  </a:lnTo>
                  <a:cubicBezTo>
                    <a:pt x="207" y="54"/>
                    <a:pt x="207" y="33"/>
                    <a:pt x="191" y="17"/>
                  </a:cubicBezTo>
                  <a:cubicBezTo>
                    <a:pt x="174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2" name="Google Shape;17742;p44"/>
            <p:cNvSpPr/>
            <p:nvPr/>
          </p:nvSpPr>
          <p:spPr>
            <a:xfrm>
              <a:off x="3912250" y="2797100"/>
              <a:ext cx="6125" cy="6575"/>
            </a:xfrm>
            <a:custGeom>
              <a:avLst/>
              <a:gdLst/>
              <a:ahLst/>
              <a:cxnLst/>
              <a:rect l="l" t="t" r="r" b="b"/>
              <a:pathLst>
                <a:path w="245" h="263" extrusionOk="0">
                  <a:moveTo>
                    <a:pt x="135" y="1"/>
                  </a:moveTo>
                  <a:cubicBezTo>
                    <a:pt x="125" y="1"/>
                    <a:pt x="115" y="3"/>
                    <a:pt x="104" y="7"/>
                  </a:cubicBezTo>
                  <a:cubicBezTo>
                    <a:pt x="71" y="7"/>
                    <a:pt x="54" y="24"/>
                    <a:pt x="38" y="61"/>
                  </a:cubicBezTo>
                  <a:cubicBezTo>
                    <a:pt x="17" y="78"/>
                    <a:pt x="1" y="111"/>
                    <a:pt x="1" y="127"/>
                  </a:cubicBezTo>
                  <a:cubicBezTo>
                    <a:pt x="1" y="164"/>
                    <a:pt x="17" y="214"/>
                    <a:pt x="38" y="230"/>
                  </a:cubicBezTo>
                  <a:cubicBezTo>
                    <a:pt x="59" y="253"/>
                    <a:pt x="84" y="263"/>
                    <a:pt x="108" y="263"/>
                  </a:cubicBezTo>
                  <a:cubicBezTo>
                    <a:pt x="140" y="263"/>
                    <a:pt x="171" y="244"/>
                    <a:pt x="190" y="214"/>
                  </a:cubicBezTo>
                  <a:cubicBezTo>
                    <a:pt x="244" y="164"/>
                    <a:pt x="244" y="78"/>
                    <a:pt x="190" y="24"/>
                  </a:cubicBezTo>
                  <a:cubicBezTo>
                    <a:pt x="179" y="12"/>
                    <a:pt x="159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3" name="Google Shape;17743;p44"/>
            <p:cNvSpPr/>
            <p:nvPr/>
          </p:nvSpPr>
          <p:spPr>
            <a:xfrm>
              <a:off x="3914000" y="28140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0"/>
                  </a:moveTo>
                  <a:cubicBezTo>
                    <a:pt x="87" y="0"/>
                    <a:pt x="17" y="33"/>
                    <a:pt x="17" y="104"/>
                  </a:cubicBezTo>
                  <a:cubicBezTo>
                    <a:pt x="1" y="137"/>
                    <a:pt x="1" y="170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153" y="256"/>
                    <a:pt x="207" y="223"/>
                    <a:pt x="223" y="153"/>
                  </a:cubicBezTo>
                  <a:cubicBezTo>
                    <a:pt x="240" y="120"/>
                    <a:pt x="223" y="87"/>
                    <a:pt x="223" y="50"/>
                  </a:cubicBezTo>
                  <a:cubicBezTo>
                    <a:pt x="207" y="50"/>
                    <a:pt x="207" y="33"/>
                    <a:pt x="207" y="33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4" name="Google Shape;17744;p44"/>
            <p:cNvSpPr/>
            <p:nvPr/>
          </p:nvSpPr>
          <p:spPr>
            <a:xfrm>
              <a:off x="3919975" y="27199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0"/>
                  </a:moveTo>
                  <a:cubicBezTo>
                    <a:pt x="88" y="0"/>
                    <a:pt x="17" y="37"/>
                    <a:pt x="1" y="103"/>
                  </a:cubicBezTo>
                  <a:cubicBezTo>
                    <a:pt x="1" y="140"/>
                    <a:pt x="1" y="173"/>
                    <a:pt x="17" y="206"/>
                  </a:cubicBezTo>
                  <a:cubicBezTo>
                    <a:pt x="38" y="244"/>
                    <a:pt x="55" y="260"/>
                    <a:pt x="88" y="260"/>
                  </a:cubicBezTo>
                  <a:cubicBezTo>
                    <a:pt x="121" y="260"/>
                    <a:pt x="141" y="260"/>
                    <a:pt x="174" y="244"/>
                  </a:cubicBezTo>
                  <a:cubicBezTo>
                    <a:pt x="191" y="206"/>
                    <a:pt x="207" y="190"/>
                    <a:pt x="224" y="157"/>
                  </a:cubicBezTo>
                  <a:cubicBezTo>
                    <a:pt x="224" y="120"/>
                    <a:pt x="224" y="87"/>
                    <a:pt x="207" y="54"/>
                  </a:cubicBezTo>
                  <a:cubicBezTo>
                    <a:pt x="207" y="54"/>
                    <a:pt x="207" y="37"/>
                    <a:pt x="191" y="37"/>
                  </a:cubicBezTo>
                  <a:cubicBezTo>
                    <a:pt x="174" y="17"/>
                    <a:pt x="158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5" name="Google Shape;17745;p44"/>
            <p:cNvSpPr/>
            <p:nvPr/>
          </p:nvSpPr>
          <p:spPr>
            <a:xfrm>
              <a:off x="4021825" y="2846575"/>
              <a:ext cx="5600" cy="4000"/>
            </a:xfrm>
            <a:custGeom>
              <a:avLst/>
              <a:gdLst/>
              <a:ahLst/>
              <a:cxnLst/>
              <a:rect l="l" t="t" r="r" b="b"/>
              <a:pathLst>
                <a:path w="224" h="160" extrusionOk="0">
                  <a:moveTo>
                    <a:pt x="111" y="0"/>
                  </a:moveTo>
                  <a:cubicBezTo>
                    <a:pt x="55" y="0"/>
                    <a:pt x="15" y="49"/>
                    <a:pt x="0" y="106"/>
                  </a:cubicBezTo>
                  <a:lnTo>
                    <a:pt x="0" y="160"/>
                  </a:lnTo>
                  <a:lnTo>
                    <a:pt x="223" y="160"/>
                  </a:lnTo>
                  <a:cubicBezTo>
                    <a:pt x="223" y="127"/>
                    <a:pt x="223" y="90"/>
                    <a:pt x="207" y="57"/>
                  </a:cubicBezTo>
                  <a:cubicBezTo>
                    <a:pt x="207" y="40"/>
                    <a:pt x="190" y="40"/>
                    <a:pt x="190" y="40"/>
                  </a:cubicBezTo>
                  <a:cubicBezTo>
                    <a:pt x="169" y="24"/>
                    <a:pt x="153" y="3"/>
                    <a:pt x="136" y="3"/>
                  </a:cubicBezTo>
                  <a:cubicBezTo>
                    <a:pt x="128" y="1"/>
                    <a:pt x="119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6" name="Google Shape;17746;p44"/>
            <p:cNvSpPr/>
            <p:nvPr/>
          </p:nvSpPr>
          <p:spPr>
            <a:xfrm>
              <a:off x="4200850" y="2815650"/>
              <a:ext cx="6125" cy="6350"/>
            </a:xfrm>
            <a:custGeom>
              <a:avLst/>
              <a:gdLst/>
              <a:ahLst/>
              <a:cxnLst/>
              <a:rect l="l" t="t" r="r" b="b"/>
              <a:pathLst>
                <a:path w="245" h="254" extrusionOk="0">
                  <a:moveTo>
                    <a:pt x="132" y="0"/>
                  </a:moveTo>
                  <a:cubicBezTo>
                    <a:pt x="76" y="0"/>
                    <a:pt x="35" y="49"/>
                    <a:pt x="17" y="107"/>
                  </a:cubicBezTo>
                  <a:cubicBezTo>
                    <a:pt x="1" y="144"/>
                    <a:pt x="17" y="177"/>
                    <a:pt x="38" y="210"/>
                  </a:cubicBezTo>
                  <a:cubicBezTo>
                    <a:pt x="54" y="230"/>
                    <a:pt x="71" y="247"/>
                    <a:pt x="87" y="247"/>
                  </a:cubicBezTo>
                  <a:cubicBezTo>
                    <a:pt x="97" y="252"/>
                    <a:pt x="107" y="254"/>
                    <a:pt x="117" y="254"/>
                  </a:cubicBezTo>
                  <a:cubicBezTo>
                    <a:pt x="140" y="254"/>
                    <a:pt x="162" y="242"/>
                    <a:pt x="174" y="230"/>
                  </a:cubicBezTo>
                  <a:cubicBezTo>
                    <a:pt x="207" y="210"/>
                    <a:pt x="224" y="177"/>
                    <a:pt x="224" y="144"/>
                  </a:cubicBezTo>
                  <a:cubicBezTo>
                    <a:pt x="244" y="107"/>
                    <a:pt x="244" y="74"/>
                    <a:pt x="224" y="57"/>
                  </a:cubicBezTo>
                  <a:cubicBezTo>
                    <a:pt x="207" y="41"/>
                    <a:pt x="207" y="41"/>
                    <a:pt x="207" y="24"/>
                  </a:cubicBezTo>
                  <a:lnTo>
                    <a:pt x="191" y="24"/>
                  </a:lnTo>
                  <a:cubicBezTo>
                    <a:pt x="174" y="3"/>
                    <a:pt x="174" y="3"/>
                    <a:pt x="158" y="3"/>
                  </a:cubicBezTo>
                  <a:cubicBezTo>
                    <a:pt x="149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7" name="Google Shape;17747;p44"/>
            <p:cNvSpPr/>
            <p:nvPr/>
          </p:nvSpPr>
          <p:spPr>
            <a:xfrm>
              <a:off x="4191900" y="273502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20" y="0"/>
                    <a:pt x="87" y="0"/>
                    <a:pt x="66" y="17"/>
                  </a:cubicBezTo>
                  <a:cubicBezTo>
                    <a:pt x="33" y="33"/>
                    <a:pt x="17" y="70"/>
                    <a:pt x="0" y="103"/>
                  </a:cubicBezTo>
                  <a:cubicBezTo>
                    <a:pt x="0" y="136"/>
                    <a:pt x="0" y="173"/>
                    <a:pt x="17" y="206"/>
                  </a:cubicBezTo>
                  <a:cubicBezTo>
                    <a:pt x="33" y="239"/>
                    <a:pt x="50" y="260"/>
                    <a:pt x="87" y="260"/>
                  </a:cubicBezTo>
                  <a:cubicBezTo>
                    <a:pt x="136" y="260"/>
                    <a:pt x="190" y="223"/>
                    <a:pt x="223" y="157"/>
                  </a:cubicBezTo>
                  <a:cubicBezTo>
                    <a:pt x="223" y="103"/>
                    <a:pt x="223" y="54"/>
                    <a:pt x="190" y="33"/>
                  </a:cubicBezTo>
                  <a:cubicBezTo>
                    <a:pt x="169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8" name="Google Shape;17748;p44"/>
            <p:cNvSpPr/>
            <p:nvPr/>
          </p:nvSpPr>
          <p:spPr>
            <a:xfrm>
              <a:off x="4196125" y="2797375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42" y="1"/>
                  </a:moveTo>
                  <a:cubicBezTo>
                    <a:pt x="127" y="1"/>
                    <a:pt x="114" y="5"/>
                    <a:pt x="103" y="13"/>
                  </a:cubicBezTo>
                  <a:cubicBezTo>
                    <a:pt x="37" y="34"/>
                    <a:pt x="0" y="116"/>
                    <a:pt x="21" y="170"/>
                  </a:cubicBezTo>
                  <a:cubicBezTo>
                    <a:pt x="35" y="228"/>
                    <a:pt x="82" y="260"/>
                    <a:pt x="129" y="260"/>
                  </a:cubicBezTo>
                  <a:cubicBezTo>
                    <a:pt x="138" y="260"/>
                    <a:pt x="148" y="259"/>
                    <a:pt x="157" y="256"/>
                  </a:cubicBezTo>
                  <a:cubicBezTo>
                    <a:pt x="227" y="219"/>
                    <a:pt x="260" y="153"/>
                    <a:pt x="243" y="83"/>
                  </a:cubicBezTo>
                  <a:cubicBezTo>
                    <a:pt x="227" y="67"/>
                    <a:pt x="227" y="50"/>
                    <a:pt x="206" y="34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3" y="5"/>
                    <a:pt x="157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9" name="Google Shape;17749;p44"/>
            <p:cNvSpPr/>
            <p:nvPr/>
          </p:nvSpPr>
          <p:spPr>
            <a:xfrm>
              <a:off x="4188400" y="282872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2" y="0"/>
                  </a:moveTo>
                  <a:cubicBezTo>
                    <a:pt x="101" y="0"/>
                    <a:pt x="66" y="19"/>
                    <a:pt x="37" y="49"/>
                  </a:cubicBezTo>
                  <a:cubicBezTo>
                    <a:pt x="0" y="99"/>
                    <a:pt x="0" y="185"/>
                    <a:pt x="37" y="223"/>
                  </a:cubicBezTo>
                  <a:cubicBezTo>
                    <a:pt x="54" y="239"/>
                    <a:pt x="70" y="256"/>
                    <a:pt x="87" y="256"/>
                  </a:cubicBezTo>
                  <a:cubicBezTo>
                    <a:pt x="124" y="256"/>
                    <a:pt x="173" y="239"/>
                    <a:pt x="190" y="202"/>
                  </a:cubicBezTo>
                  <a:cubicBezTo>
                    <a:pt x="227" y="169"/>
                    <a:pt x="243" y="119"/>
                    <a:pt x="227" y="66"/>
                  </a:cubicBezTo>
                  <a:cubicBezTo>
                    <a:pt x="227" y="49"/>
                    <a:pt x="206" y="3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0" name="Google Shape;17750;p44"/>
            <p:cNvSpPr/>
            <p:nvPr/>
          </p:nvSpPr>
          <p:spPr>
            <a:xfrm>
              <a:off x="4093050" y="2845000"/>
              <a:ext cx="6100" cy="5575"/>
            </a:xfrm>
            <a:custGeom>
              <a:avLst/>
              <a:gdLst/>
              <a:ahLst/>
              <a:cxnLst/>
              <a:rect l="l" t="t" r="r" b="b"/>
              <a:pathLst>
                <a:path w="244" h="223" extrusionOk="0">
                  <a:moveTo>
                    <a:pt x="157" y="0"/>
                  </a:moveTo>
                  <a:cubicBezTo>
                    <a:pt x="87" y="0"/>
                    <a:pt x="37" y="33"/>
                    <a:pt x="21" y="120"/>
                  </a:cubicBezTo>
                  <a:cubicBezTo>
                    <a:pt x="0" y="136"/>
                    <a:pt x="21" y="169"/>
                    <a:pt x="21" y="206"/>
                  </a:cubicBezTo>
                  <a:cubicBezTo>
                    <a:pt x="37" y="206"/>
                    <a:pt x="37" y="223"/>
                    <a:pt x="37" y="223"/>
                  </a:cubicBezTo>
                  <a:lnTo>
                    <a:pt x="190" y="223"/>
                  </a:lnTo>
                  <a:cubicBezTo>
                    <a:pt x="206" y="206"/>
                    <a:pt x="227" y="190"/>
                    <a:pt x="227" y="153"/>
                  </a:cubicBezTo>
                  <a:cubicBezTo>
                    <a:pt x="244" y="120"/>
                    <a:pt x="244" y="87"/>
                    <a:pt x="227" y="50"/>
                  </a:cubicBezTo>
                  <a:cubicBezTo>
                    <a:pt x="206" y="50"/>
                    <a:pt x="206" y="33"/>
                    <a:pt x="206" y="33"/>
                  </a:cubicBezTo>
                  <a:cubicBezTo>
                    <a:pt x="190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1" name="Google Shape;17751;p44"/>
            <p:cNvSpPr/>
            <p:nvPr/>
          </p:nvSpPr>
          <p:spPr>
            <a:xfrm>
              <a:off x="4121900" y="2847575"/>
              <a:ext cx="5600" cy="3000"/>
            </a:xfrm>
            <a:custGeom>
              <a:avLst/>
              <a:gdLst/>
              <a:ahLst/>
              <a:cxnLst/>
              <a:rect l="l" t="t" r="r" b="b"/>
              <a:pathLst>
                <a:path w="224" h="120" extrusionOk="0">
                  <a:moveTo>
                    <a:pt x="137" y="0"/>
                  </a:moveTo>
                  <a:cubicBezTo>
                    <a:pt x="67" y="0"/>
                    <a:pt x="17" y="50"/>
                    <a:pt x="1" y="120"/>
                  </a:cubicBezTo>
                  <a:lnTo>
                    <a:pt x="223" y="120"/>
                  </a:lnTo>
                  <a:cubicBezTo>
                    <a:pt x="223" y="103"/>
                    <a:pt x="223" y="66"/>
                    <a:pt x="207" y="50"/>
                  </a:cubicBezTo>
                  <a:lnTo>
                    <a:pt x="186" y="33"/>
                  </a:lnTo>
                  <a:cubicBezTo>
                    <a:pt x="170" y="17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2" name="Google Shape;17752;p44"/>
            <p:cNvSpPr/>
            <p:nvPr/>
          </p:nvSpPr>
          <p:spPr>
            <a:xfrm>
              <a:off x="3918350" y="276677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82" y="0"/>
                    <a:pt x="49" y="21"/>
                  </a:cubicBezTo>
                  <a:cubicBezTo>
                    <a:pt x="16" y="54"/>
                    <a:pt x="0" y="70"/>
                    <a:pt x="0" y="103"/>
                  </a:cubicBezTo>
                  <a:cubicBezTo>
                    <a:pt x="0" y="140"/>
                    <a:pt x="0" y="173"/>
                    <a:pt x="16" y="206"/>
                  </a:cubicBezTo>
                  <a:cubicBezTo>
                    <a:pt x="33" y="243"/>
                    <a:pt x="49" y="260"/>
                    <a:pt x="82" y="260"/>
                  </a:cubicBezTo>
                  <a:cubicBezTo>
                    <a:pt x="136" y="260"/>
                    <a:pt x="206" y="227"/>
                    <a:pt x="223" y="157"/>
                  </a:cubicBezTo>
                  <a:cubicBezTo>
                    <a:pt x="223" y="124"/>
                    <a:pt x="223" y="87"/>
                    <a:pt x="206" y="54"/>
                  </a:cubicBezTo>
                  <a:lnTo>
                    <a:pt x="186" y="37"/>
                  </a:lnTo>
                  <a:cubicBezTo>
                    <a:pt x="169" y="21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3" name="Google Shape;17753;p44"/>
            <p:cNvSpPr/>
            <p:nvPr/>
          </p:nvSpPr>
          <p:spPr>
            <a:xfrm>
              <a:off x="3961625" y="2773775"/>
              <a:ext cx="6100" cy="6725"/>
            </a:xfrm>
            <a:custGeom>
              <a:avLst/>
              <a:gdLst/>
              <a:ahLst/>
              <a:cxnLst/>
              <a:rect l="l" t="t" r="r" b="b"/>
              <a:pathLst>
                <a:path w="244" h="269" extrusionOk="0">
                  <a:moveTo>
                    <a:pt x="138" y="0"/>
                  </a:moveTo>
                  <a:cubicBezTo>
                    <a:pt x="123" y="0"/>
                    <a:pt x="106" y="5"/>
                    <a:pt x="87" y="13"/>
                  </a:cubicBezTo>
                  <a:cubicBezTo>
                    <a:pt x="38" y="29"/>
                    <a:pt x="1" y="116"/>
                    <a:pt x="21" y="186"/>
                  </a:cubicBezTo>
                  <a:cubicBezTo>
                    <a:pt x="21" y="202"/>
                    <a:pt x="38" y="235"/>
                    <a:pt x="71" y="256"/>
                  </a:cubicBezTo>
                  <a:cubicBezTo>
                    <a:pt x="87" y="264"/>
                    <a:pt x="101" y="268"/>
                    <a:pt x="114" y="268"/>
                  </a:cubicBezTo>
                  <a:cubicBezTo>
                    <a:pt x="127" y="268"/>
                    <a:pt x="141" y="264"/>
                    <a:pt x="157" y="256"/>
                  </a:cubicBezTo>
                  <a:cubicBezTo>
                    <a:pt x="190" y="235"/>
                    <a:pt x="207" y="219"/>
                    <a:pt x="227" y="186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27" y="66"/>
                    <a:pt x="227" y="50"/>
                    <a:pt x="207" y="29"/>
                  </a:cubicBezTo>
                  <a:cubicBezTo>
                    <a:pt x="190" y="29"/>
                    <a:pt x="190" y="13"/>
                    <a:pt x="174" y="13"/>
                  </a:cubicBezTo>
                  <a:cubicBezTo>
                    <a:pt x="166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4" name="Google Shape;17754;p44"/>
            <p:cNvSpPr/>
            <p:nvPr/>
          </p:nvSpPr>
          <p:spPr>
            <a:xfrm>
              <a:off x="3964200" y="2790350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28" y="1"/>
                  </a:moveTo>
                  <a:cubicBezTo>
                    <a:pt x="73" y="1"/>
                    <a:pt x="35" y="49"/>
                    <a:pt x="21" y="108"/>
                  </a:cubicBezTo>
                  <a:cubicBezTo>
                    <a:pt x="1" y="141"/>
                    <a:pt x="21" y="174"/>
                    <a:pt x="21" y="191"/>
                  </a:cubicBezTo>
                  <a:cubicBezTo>
                    <a:pt x="38" y="228"/>
                    <a:pt x="71" y="244"/>
                    <a:pt x="87" y="244"/>
                  </a:cubicBezTo>
                  <a:cubicBezTo>
                    <a:pt x="96" y="247"/>
                    <a:pt x="106" y="248"/>
                    <a:pt x="115" y="248"/>
                  </a:cubicBezTo>
                  <a:cubicBezTo>
                    <a:pt x="175" y="248"/>
                    <a:pt x="227" y="202"/>
                    <a:pt x="227" y="141"/>
                  </a:cubicBezTo>
                  <a:cubicBezTo>
                    <a:pt x="244" y="108"/>
                    <a:pt x="244" y="71"/>
                    <a:pt x="227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0" y="5"/>
                    <a:pt x="174" y="5"/>
                    <a:pt x="157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5" name="Google Shape;17755;p44"/>
            <p:cNvSpPr/>
            <p:nvPr/>
          </p:nvSpPr>
          <p:spPr>
            <a:xfrm>
              <a:off x="3965550" y="274542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5" y="1"/>
                  </a:moveTo>
                  <a:cubicBezTo>
                    <a:pt x="120" y="1"/>
                    <a:pt x="103" y="5"/>
                    <a:pt x="87" y="13"/>
                  </a:cubicBezTo>
                  <a:cubicBezTo>
                    <a:pt x="50" y="29"/>
                    <a:pt x="33" y="50"/>
                    <a:pt x="17" y="83"/>
                  </a:cubicBezTo>
                  <a:cubicBezTo>
                    <a:pt x="0" y="116"/>
                    <a:pt x="0" y="153"/>
                    <a:pt x="17" y="186"/>
                  </a:cubicBezTo>
                  <a:cubicBezTo>
                    <a:pt x="17" y="219"/>
                    <a:pt x="33" y="236"/>
                    <a:pt x="70" y="256"/>
                  </a:cubicBezTo>
                  <a:cubicBezTo>
                    <a:pt x="79" y="264"/>
                    <a:pt x="91" y="269"/>
                    <a:pt x="105" y="269"/>
                  </a:cubicBezTo>
                  <a:cubicBezTo>
                    <a:pt x="120" y="269"/>
                    <a:pt x="136" y="264"/>
                    <a:pt x="153" y="256"/>
                  </a:cubicBezTo>
                  <a:cubicBezTo>
                    <a:pt x="206" y="219"/>
                    <a:pt x="239" y="153"/>
                    <a:pt x="223" y="83"/>
                  </a:cubicBezTo>
                  <a:cubicBezTo>
                    <a:pt x="223" y="67"/>
                    <a:pt x="206" y="50"/>
                    <a:pt x="206" y="29"/>
                  </a:cubicBezTo>
                  <a:cubicBezTo>
                    <a:pt x="190" y="29"/>
                    <a:pt x="190" y="13"/>
                    <a:pt x="173" y="13"/>
                  </a:cubicBezTo>
                  <a:cubicBezTo>
                    <a:pt x="163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6" name="Google Shape;17756;p44"/>
            <p:cNvSpPr/>
            <p:nvPr/>
          </p:nvSpPr>
          <p:spPr>
            <a:xfrm>
              <a:off x="3956475" y="28227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8" y="0"/>
                  </a:moveTo>
                  <a:cubicBezTo>
                    <a:pt x="103" y="0"/>
                    <a:pt x="67" y="19"/>
                    <a:pt x="38" y="50"/>
                  </a:cubicBezTo>
                  <a:cubicBezTo>
                    <a:pt x="0" y="100"/>
                    <a:pt x="0" y="186"/>
                    <a:pt x="38" y="236"/>
                  </a:cubicBezTo>
                  <a:cubicBezTo>
                    <a:pt x="58" y="251"/>
                    <a:pt x="83" y="260"/>
                    <a:pt x="108" y="260"/>
                  </a:cubicBezTo>
                  <a:cubicBezTo>
                    <a:pt x="142" y="260"/>
                    <a:pt x="178" y="243"/>
                    <a:pt x="207" y="203"/>
                  </a:cubicBezTo>
                  <a:cubicBezTo>
                    <a:pt x="244" y="153"/>
                    <a:pt x="244" y="67"/>
                    <a:pt x="207" y="30"/>
                  </a:cubicBezTo>
                  <a:cubicBezTo>
                    <a:pt x="186" y="9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7" name="Google Shape;17757;p44"/>
            <p:cNvSpPr/>
            <p:nvPr/>
          </p:nvSpPr>
          <p:spPr>
            <a:xfrm>
              <a:off x="3953900" y="2803350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03" y="1"/>
                  </a:moveTo>
                  <a:cubicBezTo>
                    <a:pt x="38" y="34"/>
                    <a:pt x="0" y="104"/>
                    <a:pt x="21" y="170"/>
                  </a:cubicBezTo>
                  <a:cubicBezTo>
                    <a:pt x="21" y="207"/>
                    <a:pt x="54" y="223"/>
                    <a:pt x="70" y="240"/>
                  </a:cubicBezTo>
                  <a:cubicBezTo>
                    <a:pt x="87" y="248"/>
                    <a:pt x="100" y="252"/>
                    <a:pt x="114" y="252"/>
                  </a:cubicBezTo>
                  <a:cubicBezTo>
                    <a:pt x="127" y="252"/>
                    <a:pt x="141" y="248"/>
                    <a:pt x="157" y="240"/>
                  </a:cubicBezTo>
                  <a:cubicBezTo>
                    <a:pt x="227" y="223"/>
                    <a:pt x="260" y="137"/>
                    <a:pt x="244" y="83"/>
                  </a:cubicBezTo>
                  <a:cubicBezTo>
                    <a:pt x="227" y="50"/>
                    <a:pt x="227" y="34"/>
                    <a:pt x="207" y="34"/>
                  </a:cubicBezTo>
                  <a:cubicBezTo>
                    <a:pt x="207" y="17"/>
                    <a:pt x="190" y="17"/>
                    <a:pt x="190" y="17"/>
                  </a:cubicBez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8" name="Google Shape;17758;p44"/>
            <p:cNvSpPr/>
            <p:nvPr/>
          </p:nvSpPr>
          <p:spPr>
            <a:xfrm>
              <a:off x="3951825" y="2741275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36" y="0"/>
                  </a:moveTo>
                  <a:cubicBezTo>
                    <a:pt x="102" y="0"/>
                    <a:pt x="68" y="14"/>
                    <a:pt x="50" y="43"/>
                  </a:cubicBezTo>
                  <a:cubicBezTo>
                    <a:pt x="1" y="113"/>
                    <a:pt x="1" y="179"/>
                    <a:pt x="50" y="233"/>
                  </a:cubicBezTo>
                  <a:cubicBezTo>
                    <a:pt x="67" y="249"/>
                    <a:pt x="83" y="249"/>
                    <a:pt x="104" y="249"/>
                  </a:cubicBezTo>
                  <a:cubicBezTo>
                    <a:pt x="113" y="253"/>
                    <a:pt x="122" y="256"/>
                    <a:pt x="131" y="256"/>
                  </a:cubicBezTo>
                  <a:cubicBezTo>
                    <a:pt x="155" y="256"/>
                    <a:pt x="180" y="240"/>
                    <a:pt x="207" y="216"/>
                  </a:cubicBezTo>
                  <a:cubicBezTo>
                    <a:pt x="240" y="162"/>
                    <a:pt x="240" y="113"/>
                    <a:pt x="240" y="76"/>
                  </a:cubicBezTo>
                  <a:cubicBezTo>
                    <a:pt x="224" y="59"/>
                    <a:pt x="224" y="43"/>
                    <a:pt x="207" y="26"/>
                  </a:cubicBezTo>
                  <a:cubicBezTo>
                    <a:pt x="190" y="10"/>
                    <a:pt x="16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9" name="Google Shape;17759;p44"/>
            <p:cNvSpPr/>
            <p:nvPr/>
          </p:nvSpPr>
          <p:spPr>
            <a:xfrm>
              <a:off x="3957400" y="27585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7" y="0"/>
                  </a:moveTo>
                  <a:cubicBezTo>
                    <a:pt x="71" y="0"/>
                    <a:pt x="15" y="49"/>
                    <a:pt x="1" y="106"/>
                  </a:cubicBezTo>
                  <a:cubicBezTo>
                    <a:pt x="1" y="144"/>
                    <a:pt x="1" y="177"/>
                    <a:pt x="17" y="209"/>
                  </a:cubicBezTo>
                  <a:cubicBezTo>
                    <a:pt x="34" y="226"/>
                    <a:pt x="50" y="247"/>
                    <a:pt x="87" y="263"/>
                  </a:cubicBezTo>
                  <a:cubicBezTo>
                    <a:pt x="153" y="263"/>
                    <a:pt x="207" y="209"/>
                    <a:pt x="223" y="144"/>
                  </a:cubicBezTo>
                  <a:cubicBezTo>
                    <a:pt x="240" y="106"/>
                    <a:pt x="223" y="57"/>
                    <a:pt x="190" y="20"/>
                  </a:cubicBezTo>
                  <a:cubicBezTo>
                    <a:pt x="170" y="20"/>
                    <a:pt x="153" y="3"/>
                    <a:pt x="137" y="3"/>
                  </a:cubicBezTo>
                  <a:cubicBezTo>
                    <a:pt x="131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0" name="Google Shape;17760;p44"/>
            <p:cNvSpPr/>
            <p:nvPr/>
          </p:nvSpPr>
          <p:spPr>
            <a:xfrm>
              <a:off x="3973275" y="2762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14" y="0"/>
                  </a:moveTo>
                  <a:cubicBezTo>
                    <a:pt x="68" y="0"/>
                    <a:pt x="15" y="48"/>
                    <a:pt x="1" y="108"/>
                  </a:cubicBezTo>
                  <a:cubicBezTo>
                    <a:pt x="1" y="141"/>
                    <a:pt x="1" y="174"/>
                    <a:pt x="17" y="211"/>
                  </a:cubicBezTo>
                  <a:cubicBezTo>
                    <a:pt x="33" y="227"/>
                    <a:pt x="50" y="244"/>
                    <a:pt x="87" y="260"/>
                  </a:cubicBezTo>
                  <a:cubicBezTo>
                    <a:pt x="120" y="260"/>
                    <a:pt x="153" y="244"/>
                    <a:pt x="174" y="227"/>
                  </a:cubicBezTo>
                  <a:cubicBezTo>
                    <a:pt x="207" y="211"/>
                    <a:pt x="223" y="174"/>
                    <a:pt x="223" y="141"/>
                  </a:cubicBezTo>
                  <a:cubicBezTo>
                    <a:pt x="240" y="108"/>
                    <a:pt x="223" y="70"/>
                    <a:pt x="207" y="54"/>
                  </a:cubicBezTo>
                  <a:cubicBezTo>
                    <a:pt x="207" y="38"/>
                    <a:pt x="207" y="38"/>
                    <a:pt x="190" y="21"/>
                  </a:cubicBezTo>
                  <a:cubicBezTo>
                    <a:pt x="190" y="21"/>
                    <a:pt x="174" y="5"/>
                    <a:pt x="137" y="5"/>
                  </a:cubicBezTo>
                  <a:cubicBezTo>
                    <a:pt x="129" y="1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1" name="Google Shape;17761;p44"/>
            <p:cNvSpPr/>
            <p:nvPr/>
          </p:nvSpPr>
          <p:spPr>
            <a:xfrm>
              <a:off x="3977100" y="2837925"/>
              <a:ext cx="6100" cy="6375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32" y="1"/>
                  </a:moveTo>
                  <a:cubicBezTo>
                    <a:pt x="101" y="1"/>
                    <a:pt x="72" y="13"/>
                    <a:pt x="54" y="40"/>
                  </a:cubicBezTo>
                  <a:cubicBezTo>
                    <a:pt x="0" y="110"/>
                    <a:pt x="0" y="180"/>
                    <a:pt x="54" y="230"/>
                  </a:cubicBezTo>
                  <a:cubicBezTo>
                    <a:pt x="70" y="246"/>
                    <a:pt x="70" y="246"/>
                    <a:pt x="87" y="246"/>
                  </a:cubicBezTo>
                  <a:cubicBezTo>
                    <a:pt x="101" y="252"/>
                    <a:pt x="115" y="254"/>
                    <a:pt x="127" y="254"/>
                  </a:cubicBezTo>
                  <a:cubicBezTo>
                    <a:pt x="158" y="254"/>
                    <a:pt x="182" y="237"/>
                    <a:pt x="206" y="213"/>
                  </a:cubicBezTo>
                  <a:cubicBezTo>
                    <a:pt x="243" y="164"/>
                    <a:pt x="243" y="110"/>
                    <a:pt x="243" y="77"/>
                  </a:cubicBezTo>
                  <a:cubicBezTo>
                    <a:pt x="227" y="61"/>
                    <a:pt x="227" y="40"/>
                    <a:pt x="206" y="24"/>
                  </a:cubicBezTo>
                  <a:cubicBezTo>
                    <a:pt x="184" y="9"/>
                    <a:pt x="158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2" name="Google Shape;17762;p44"/>
            <p:cNvSpPr/>
            <p:nvPr/>
          </p:nvSpPr>
          <p:spPr>
            <a:xfrm>
              <a:off x="3979250" y="27934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1"/>
                  </a:moveTo>
                  <a:cubicBezTo>
                    <a:pt x="104" y="1"/>
                    <a:pt x="87" y="17"/>
                    <a:pt x="54" y="34"/>
                  </a:cubicBezTo>
                  <a:cubicBezTo>
                    <a:pt x="38" y="50"/>
                    <a:pt x="1" y="87"/>
                    <a:pt x="1" y="120"/>
                  </a:cubicBezTo>
                  <a:cubicBezTo>
                    <a:pt x="1" y="153"/>
                    <a:pt x="1" y="191"/>
                    <a:pt x="17" y="207"/>
                  </a:cubicBezTo>
                  <a:cubicBezTo>
                    <a:pt x="38" y="240"/>
                    <a:pt x="54" y="257"/>
                    <a:pt x="87" y="257"/>
                  </a:cubicBezTo>
                  <a:cubicBezTo>
                    <a:pt x="94" y="259"/>
                    <a:pt x="101" y="260"/>
                    <a:pt x="109" y="260"/>
                  </a:cubicBezTo>
                  <a:cubicBezTo>
                    <a:pt x="157" y="260"/>
                    <a:pt x="209" y="214"/>
                    <a:pt x="223" y="153"/>
                  </a:cubicBezTo>
                  <a:cubicBezTo>
                    <a:pt x="223" y="120"/>
                    <a:pt x="223" y="87"/>
                    <a:pt x="207" y="50"/>
                  </a:cubicBezTo>
                  <a:lnTo>
                    <a:pt x="190" y="34"/>
                  </a:lnTo>
                  <a:cubicBezTo>
                    <a:pt x="174" y="17"/>
                    <a:pt x="157" y="17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3" name="Google Shape;17763;p44"/>
            <p:cNvSpPr/>
            <p:nvPr/>
          </p:nvSpPr>
          <p:spPr>
            <a:xfrm>
              <a:off x="3975450" y="2823275"/>
              <a:ext cx="5575" cy="6350"/>
            </a:xfrm>
            <a:custGeom>
              <a:avLst/>
              <a:gdLst/>
              <a:ahLst/>
              <a:cxnLst/>
              <a:rect l="l" t="t" r="r" b="b"/>
              <a:pathLst>
                <a:path w="223" h="254" extrusionOk="0">
                  <a:moveTo>
                    <a:pt x="111" y="1"/>
                  </a:moveTo>
                  <a:cubicBezTo>
                    <a:pt x="92" y="1"/>
                    <a:pt x="76" y="14"/>
                    <a:pt x="50" y="28"/>
                  </a:cubicBezTo>
                  <a:cubicBezTo>
                    <a:pt x="33" y="45"/>
                    <a:pt x="0" y="78"/>
                    <a:pt x="0" y="111"/>
                  </a:cubicBezTo>
                  <a:cubicBezTo>
                    <a:pt x="0" y="148"/>
                    <a:pt x="0" y="181"/>
                    <a:pt x="17" y="197"/>
                  </a:cubicBezTo>
                  <a:cubicBezTo>
                    <a:pt x="33" y="234"/>
                    <a:pt x="50" y="251"/>
                    <a:pt x="87" y="251"/>
                  </a:cubicBezTo>
                  <a:cubicBezTo>
                    <a:pt x="93" y="253"/>
                    <a:pt x="99" y="254"/>
                    <a:pt x="106" y="254"/>
                  </a:cubicBezTo>
                  <a:cubicBezTo>
                    <a:pt x="153" y="254"/>
                    <a:pt x="208" y="206"/>
                    <a:pt x="223" y="148"/>
                  </a:cubicBezTo>
                  <a:cubicBezTo>
                    <a:pt x="223" y="111"/>
                    <a:pt x="223" y="78"/>
                    <a:pt x="206" y="61"/>
                  </a:cubicBezTo>
                  <a:cubicBezTo>
                    <a:pt x="206" y="45"/>
                    <a:pt x="190" y="45"/>
                    <a:pt x="190" y="28"/>
                  </a:cubicBezTo>
                  <a:cubicBezTo>
                    <a:pt x="169" y="8"/>
                    <a:pt x="153" y="8"/>
                    <a:pt x="136" y="8"/>
                  </a:cubicBezTo>
                  <a:cubicBezTo>
                    <a:pt x="127" y="3"/>
                    <a:pt x="119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4" name="Google Shape;17764;p44"/>
            <p:cNvSpPr/>
            <p:nvPr/>
          </p:nvSpPr>
          <p:spPr>
            <a:xfrm>
              <a:off x="3935850" y="2726875"/>
              <a:ext cx="5700" cy="5700"/>
            </a:xfrm>
            <a:custGeom>
              <a:avLst/>
              <a:gdLst/>
              <a:ahLst/>
              <a:cxnLst/>
              <a:rect l="l" t="t" r="r" b="b"/>
              <a:pathLst>
                <a:path w="228" h="228" extrusionOk="0">
                  <a:moveTo>
                    <a:pt x="54" y="0"/>
                  </a:moveTo>
                  <a:cubicBezTo>
                    <a:pt x="38" y="17"/>
                    <a:pt x="38" y="33"/>
                    <a:pt x="22" y="50"/>
                  </a:cubicBezTo>
                  <a:cubicBezTo>
                    <a:pt x="1" y="87"/>
                    <a:pt x="1" y="120"/>
                    <a:pt x="1" y="137"/>
                  </a:cubicBezTo>
                  <a:cubicBezTo>
                    <a:pt x="18" y="195"/>
                    <a:pt x="66" y="227"/>
                    <a:pt x="113" y="227"/>
                  </a:cubicBezTo>
                  <a:cubicBezTo>
                    <a:pt x="122" y="227"/>
                    <a:pt x="132" y="226"/>
                    <a:pt x="141" y="223"/>
                  </a:cubicBezTo>
                  <a:cubicBezTo>
                    <a:pt x="174" y="207"/>
                    <a:pt x="207" y="174"/>
                    <a:pt x="228" y="137"/>
                  </a:cubicBezTo>
                  <a:cubicBezTo>
                    <a:pt x="158" y="87"/>
                    <a:pt x="104" y="5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5" name="Google Shape;17765;p44"/>
            <p:cNvSpPr/>
            <p:nvPr/>
          </p:nvSpPr>
          <p:spPr>
            <a:xfrm>
              <a:off x="3968525" y="28080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0"/>
                  </a:moveTo>
                  <a:cubicBezTo>
                    <a:pt x="71" y="21"/>
                    <a:pt x="34" y="54"/>
                    <a:pt x="17" y="124"/>
                  </a:cubicBezTo>
                  <a:cubicBezTo>
                    <a:pt x="1" y="157"/>
                    <a:pt x="17" y="190"/>
                    <a:pt x="34" y="206"/>
                  </a:cubicBezTo>
                  <a:cubicBezTo>
                    <a:pt x="54" y="243"/>
                    <a:pt x="71" y="260"/>
                    <a:pt x="104" y="260"/>
                  </a:cubicBezTo>
                  <a:cubicBezTo>
                    <a:pt x="111" y="262"/>
                    <a:pt x="118" y="263"/>
                    <a:pt x="125" y="263"/>
                  </a:cubicBezTo>
                  <a:cubicBezTo>
                    <a:pt x="174" y="263"/>
                    <a:pt x="226" y="218"/>
                    <a:pt x="240" y="157"/>
                  </a:cubicBezTo>
                  <a:lnTo>
                    <a:pt x="240" y="124"/>
                  </a:lnTo>
                  <a:cubicBezTo>
                    <a:pt x="240" y="87"/>
                    <a:pt x="223" y="54"/>
                    <a:pt x="207" y="37"/>
                  </a:cubicBezTo>
                  <a:cubicBezTo>
                    <a:pt x="191" y="21"/>
                    <a:pt x="174" y="21"/>
                    <a:pt x="158" y="21"/>
                  </a:cubicBezTo>
                  <a:cubicBezTo>
                    <a:pt x="137" y="0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6" name="Google Shape;17766;p44"/>
            <p:cNvSpPr/>
            <p:nvPr/>
          </p:nvSpPr>
          <p:spPr>
            <a:xfrm>
              <a:off x="3963800" y="28376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87" y="1"/>
                    <a:pt x="17" y="50"/>
                    <a:pt x="0" y="120"/>
                  </a:cubicBezTo>
                  <a:cubicBezTo>
                    <a:pt x="0" y="153"/>
                    <a:pt x="0" y="190"/>
                    <a:pt x="17" y="207"/>
                  </a:cubicBezTo>
                  <a:cubicBezTo>
                    <a:pt x="37" y="240"/>
                    <a:pt x="54" y="256"/>
                    <a:pt x="87" y="256"/>
                  </a:cubicBezTo>
                  <a:cubicBezTo>
                    <a:pt x="97" y="259"/>
                    <a:pt x="107" y="261"/>
                    <a:pt x="116" y="261"/>
                  </a:cubicBezTo>
                  <a:cubicBezTo>
                    <a:pt x="171" y="261"/>
                    <a:pt x="209" y="213"/>
                    <a:pt x="223" y="153"/>
                  </a:cubicBezTo>
                  <a:cubicBezTo>
                    <a:pt x="243" y="120"/>
                    <a:pt x="223" y="87"/>
                    <a:pt x="206" y="50"/>
                  </a:cubicBezTo>
                  <a:cubicBezTo>
                    <a:pt x="206" y="50"/>
                    <a:pt x="206" y="34"/>
                    <a:pt x="190" y="34"/>
                  </a:cubicBezTo>
                  <a:cubicBezTo>
                    <a:pt x="190" y="17"/>
                    <a:pt x="173" y="17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7" name="Google Shape;17767;p44"/>
            <p:cNvSpPr/>
            <p:nvPr/>
          </p:nvSpPr>
          <p:spPr>
            <a:xfrm>
              <a:off x="3977100" y="2776575"/>
              <a:ext cx="5675" cy="6350"/>
            </a:xfrm>
            <a:custGeom>
              <a:avLst/>
              <a:gdLst/>
              <a:ahLst/>
              <a:cxnLst/>
              <a:rect l="l" t="t" r="r" b="b"/>
              <a:pathLst>
                <a:path w="227" h="254" extrusionOk="0">
                  <a:moveTo>
                    <a:pt x="120" y="1"/>
                  </a:moveTo>
                  <a:cubicBezTo>
                    <a:pt x="71" y="1"/>
                    <a:pt x="18" y="49"/>
                    <a:pt x="0" y="107"/>
                  </a:cubicBezTo>
                  <a:cubicBezTo>
                    <a:pt x="0" y="144"/>
                    <a:pt x="0" y="177"/>
                    <a:pt x="21" y="194"/>
                  </a:cubicBezTo>
                  <a:cubicBezTo>
                    <a:pt x="37" y="226"/>
                    <a:pt x="54" y="247"/>
                    <a:pt x="87" y="247"/>
                  </a:cubicBezTo>
                  <a:cubicBezTo>
                    <a:pt x="97" y="252"/>
                    <a:pt x="106" y="254"/>
                    <a:pt x="114" y="254"/>
                  </a:cubicBezTo>
                  <a:cubicBezTo>
                    <a:pt x="135" y="254"/>
                    <a:pt x="150" y="241"/>
                    <a:pt x="173" y="226"/>
                  </a:cubicBezTo>
                  <a:cubicBezTo>
                    <a:pt x="190" y="210"/>
                    <a:pt x="206" y="177"/>
                    <a:pt x="227" y="144"/>
                  </a:cubicBezTo>
                  <a:cubicBezTo>
                    <a:pt x="227" y="107"/>
                    <a:pt x="227" y="74"/>
                    <a:pt x="206" y="57"/>
                  </a:cubicBezTo>
                  <a:cubicBezTo>
                    <a:pt x="206" y="41"/>
                    <a:pt x="206" y="41"/>
                    <a:pt x="190" y="20"/>
                  </a:cubicBezTo>
                  <a:cubicBezTo>
                    <a:pt x="173" y="4"/>
                    <a:pt x="157" y="4"/>
                    <a:pt x="140" y="4"/>
                  </a:cubicBezTo>
                  <a:cubicBezTo>
                    <a:pt x="134" y="2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768" name="Google Shape;17768;p44"/>
          <p:cNvSpPr/>
          <p:nvPr/>
        </p:nvSpPr>
        <p:spPr>
          <a:xfrm rot="-5400000" flipH="1">
            <a:off x="214974" y="684001"/>
            <a:ext cx="753101" cy="616198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769" name="Google Shape;17769;p44"/>
          <p:cNvGrpSpPr/>
          <p:nvPr/>
        </p:nvGrpSpPr>
        <p:grpSpPr>
          <a:xfrm flipH="1">
            <a:off x="7373435" y="4493901"/>
            <a:ext cx="1830221" cy="691747"/>
            <a:chOff x="3838450" y="2686475"/>
            <a:chExt cx="434175" cy="164100"/>
          </a:xfrm>
        </p:grpSpPr>
        <p:sp>
          <p:nvSpPr>
            <p:cNvPr id="17770" name="Google Shape;17770;p44"/>
            <p:cNvSpPr/>
            <p:nvPr/>
          </p:nvSpPr>
          <p:spPr>
            <a:xfrm>
              <a:off x="4133050" y="2834375"/>
              <a:ext cx="6400" cy="6225"/>
            </a:xfrm>
            <a:custGeom>
              <a:avLst/>
              <a:gdLst/>
              <a:ahLst/>
              <a:cxnLst/>
              <a:rect l="l" t="t" r="r" b="b"/>
              <a:pathLst>
                <a:path w="256" h="249" extrusionOk="0">
                  <a:moveTo>
                    <a:pt x="139" y="1"/>
                  </a:moveTo>
                  <a:cubicBezTo>
                    <a:pt x="124" y="1"/>
                    <a:pt x="111" y="5"/>
                    <a:pt x="103" y="13"/>
                  </a:cubicBezTo>
                  <a:cubicBezTo>
                    <a:pt x="33" y="30"/>
                    <a:pt x="0" y="100"/>
                    <a:pt x="17" y="166"/>
                  </a:cubicBezTo>
                  <a:cubicBezTo>
                    <a:pt x="33" y="203"/>
                    <a:pt x="49" y="236"/>
                    <a:pt x="70" y="236"/>
                  </a:cubicBezTo>
                  <a:cubicBezTo>
                    <a:pt x="87" y="244"/>
                    <a:pt x="103" y="248"/>
                    <a:pt x="118" y="248"/>
                  </a:cubicBezTo>
                  <a:cubicBezTo>
                    <a:pt x="132" y="248"/>
                    <a:pt x="144" y="244"/>
                    <a:pt x="153" y="236"/>
                  </a:cubicBezTo>
                  <a:cubicBezTo>
                    <a:pt x="223" y="219"/>
                    <a:pt x="256" y="149"/>
                    <a:pt x="239" y="79"/>
                  </a:cubicBezTo>
                  <a:cubicBezTo>
                    <a:pt x="239" y="63"/>
                    <a:pt x="223" y="30"/>
                    <a:pt x="206" y="30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1" y="5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1" name="Google Shape;17771;p44"/>
            <p:cNvSpPr/>
            <p:nvPr/>
          </p:nvSpPr>
          <p:spPr>
            <a:xfrm>
              <a:off x="4017075" y="2766450"/>
              <a:ext cx="6425" cy="6325"/>
            </a:xfrm>
            <a:custGeom>
              <a:avLst/>
              <a:gdLst/>
              <a:ahLst/>
              <a:cxnLst/>
              <a:rect l="l" t="t" r="r" b="b"/>
              <a:pathLst>
                <a:path w="257" h="253" extrusionOk="0">
                  <a:moveTo>
                    <a:pt x="135" y="1"/>
                  </a:moveTo>
                  <a:cubicBezTo>
                    <a:pt x="120" y="1"/>
                    <a:pt x="104" y="5"/>
                    <a:pt x="87" y="13"/>
                  </a:cubicBezTo>
                  <a:cubicBezTo>
                    <a:pt x="34" y="34"/>
                    <a:pt x="1" y="100"/>
                    <a:pt x="17" y="170"/>
                  </a:cubicBezTo>
                  <a:cubicBezTo>
                    <a:pt x="29" y="221"/>
                    <a:pt x="61" y="253"/>
                    <a:pt x="104" y="253"/>
                  </a:cubicBezTo>
                  <a:cubicBezTo>
                    <a:pt x="119" y="253"/>
                    <a:pt x="136" y="249"/>
                    <a:pt x="153" y="240"/>
                  </a:cubicBezTo>
                  <a:cubicBezTo>
                    <a:pt x="207" y="219"/>
                    <a:pt x="256" y="153"/>
                    <a:pt x="240" y="83"/>
                  </a:cubicBezTo>
                  <a:cubicBezTo>
                    <a:pt x="223" y="67"/>
                    <a:pt x="223" y="50"/>
                    <a:pt x="207" y="34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4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2" name="Google Shape;17772;p44"/>
            <p:cNvSpPr/>
            <p:nvPr/>
          </p:nvSpPr>
          <p:spPr>
            <a:xfrm>
              <a:off x="4014500" y="28149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0"/>
                  </a:moveTo>
                  <a:cubicBezTo>
                    <a:pt x="87" y="0"/>
                    <a:pt x="17" y="54"/>
                    <a:pt x="1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34" y="240"/>
                    <a:pt x="50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6" y="263"/>
                    <a:pt x="209" y="215"/>
                    <a:pt x="223" y="157"/>
                  </a:cubicBezTo>
                  <a:cubicBezTo>
                    <a:pt x="240" y="104"/>
                    <a:pt x="223" y="54"/>
                    <a:pt x="190" y="33"/>
                  </a:cubicBezTo>
                  <a:cubicBezTo>
                    <a:pt x="190" y="17"/>
                    <a:pt x="174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3" name="Google Shape;17773;p44"/>
            <p:cNvSpPr/>
            <p:nvPr/>
          </p:nvSpPr>
          <p:spPr>
            <a:xfrm>
              <a:off x="4004600" y="2842425"/>
              <a:ext cx="6025" cy="6500"/>
            </a:xfrm>
            <a:custGeom>
              <a:avLst/>
              <a:gdLst/>
              <a:ahLst/>
              <a:cxnLst/>
              <a:rect l="l" t="t" r="r" b="b"/>
              <a:pathLst>
                <a:path w="241" h="260" extrusionOk="0">
                  <a:moveTo>
                    <a:pt x="158" y="0"/>
                  </a:moveTo>
                  <a:cubicBezTo>
                    <a:pt x="137" y="0"/>
                    <a:pt x="104" y="0"/>
                    <a:pt x="87" y="17"/>
                  </a:cubicBezTo>
                  <a:cubicBezTo>
                    <a:pt x="54" y="33"/>
                    <a:pt x="17" y="66"/>
                    <a:pt x="17" y="120"/>
                  </a:cubicBezTo>
                  <a:cubicBezTo>
                    <a:pt x="1" y="153"/>
                    <a:pt x="17" y="190"/>
                    <a:pt x="34" y="206"/>
                  </a:cubicBezTo>
                  <a:cubicBezTo>
                    <a:pt x="34" y="239"/>
                    <a:pt x="71" y="256"/>
                    <a:pt x="104" y="256"/>
                  </a:cubicBezTo>
                  <a:cubicBezTo>
                    <a:pt x="111" y="258"/>
                    <a:pt x="118" y="259"/>
                    <a:pt x="125" y="259"/>
                  </a:cubicBezTo>
                  <a:cubicBezTo>
                    <a:pt x="170" y="259"/>
                    <a:pt x="209" y="214"/>
                    <a:pt x="224" y="153"/>
                  </a:cubicBezTo>
                  <a:lnTo>
                    <a:pt x="240" y="153"/>
                  </a:lnTo>
                  <a:cubicBezTo>
                    <a:pt x="240" y="103"/>
                    <a:pt x="224" y="50"/>
                    <a:pt x="207" y="33"/>
                  </a:cubicBezTo>
                  <a:cubicBezTo>
                    <a:pt x="191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4" name="Google Shape;17774;p44"/>
            <p:cNvSpPr/>
            <p:nvPr/>
          </p:nvSpPr>
          <p:spPr>
            <a:xfrm>
              <a:off x="4004200" y="28277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36" y="1"/>
                  </a:moveTo>
                  <a:cubicBezTo>
                    <a:pt x="103" y="1"/>
                    <a:pt x="87" y="1"/>
                    <a:pt x="50" y="17"/>
                  </a:cubicBezTo>
                  <a:cubicBezTo>
                    <a:pt x="33" y="54"/>
                    <a:pt x="17" y="71"/>
                    <a:pt x="0" y="104"/>
                  </a:cubicBezTo>
                  <a:cubicBezTo>
                    <a:pt x="0" y="137"/>
                    <a:pt x="0" y="174"/>
                    <a:pt x="17" y="207"/>
                  </a:cubicBezTo>
                  <a:cubicBezTo>
                    <a:pt x="33" y="223"/>
                    <a:pt x="50" y="240"/>
                    <a:pt x="87" y="261"/>
                  </a:cubicBezTo>
                  <a:cubicBezTo>
                    <a:pt x="136" y="261"/>
                    <a:pt x="207" y="223"/>
                    <a:pt x="223" y="137"/>
                  </a:cubicBezTo>
                  <a:cubicBezTo>
                    <a:pt x="223" y="104"/>
                    <a:pt x="223" y="87"/>
                    <a:pt x="207" y="54"/>
                  </a:cubicBezTo>
                  <a:cubicBezTo>
                    <a:pt x="207" y="34"/>
                    <a:pt x="207" y="34"/>
                    <a:pt x="190" y="34"/>
                  </a:cubicBezTo>
                  <a:cubicBezTo>
                    <a:pt x="174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5" name="Google Shape;17775;p44"/>
            <p:cNvSpPr/>
            <p:nvPr/>
          </p:nvSpPr>
          <p:spPr>
            <a:xfrm>
              <a:off x="4007175" y="27810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37" y="0"/>
                  </a:moveTo>
                  <a:cubicBezTo>
                    <a:pt x="121" y="0"/>
                    <a:pt x="88" y="0"/>
                    <a:pt x="55" y="17"/>
                  </a:cubicBezTo>
                  <a:cubicBezTo>
                    <a:pt x="34" y="49"/>
                    <a:pt x="17" y="70"/>
                    <a:pt x="1" y="103"/>
                  </a:cubicBezTo>
                  <a:cubicBezTo>
                    <a:pt x="1" y="136"/>
                    <a:pt x="1" y="173"/>
                    <a:pt x="17" y="206"/>
                  </a:cubicBezTo>
                  <a:cubicBezTo>
                    <a:pt x="34" y="223"/>
                    <a:pt x="55" y="239"/>
                    <a:pt x="88" y="256"/>
                  </a:cubicBezTo>
                  <a:cubicBezTo>
                    <a:pt x="137" y="256"/>
                    <a:pt x="207" y="223"/>
                    <a:pt x="224" y="136"/>
                  </a:cubicBezTo>
                  <a:cubicBezTo>
                    <a:pt x="224" y="103"/>
                    <a:pt x="224" y="87"/>
                    <a:pt x="207" y="49"/>
                  </a:cubicBezTo>
                  <a:cubicBezTo>
                    <a:pt x="207" y="33"/>
                    <a:pt x="207" y="33"/>
                    <a:pt x="191" y="33"/>
                  </a:cubicBezTo>
                  <a:cubicBezTo>
                    <a:pt x="174" y="17"/>
                    <a:pt x="158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6" name="Google Shape;17776;p44"/>
            <p:cNvSpPr/>
            <p:nvPr/>
          </p:nvSpPr>
          <p:spPr>
            <a:xfrm>
              <a:off x="4008950" y="2750325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30" y="0"/>
                  </a:moveTo>
                  <a:cubicBezTo>
                    <a:pt x="99" y="0"/>
                    <a:pt x="70" y="12"/>
                    <a:pt x="50" y="40"/>
                  </a:cubicBezTo>
                  <a:cubicBezTo>
                    <a:pt x="0" y="110"/>
                    <a:pt x="0" y="180"/>
                    <a:pt x="50" y="229"/>
                  </a:cubicBezTo>
                  <a:cubicBezTo>
                    <a:pt x="66" y="246"/>
                    <a:pt x="93" y="255"/>
                    <a:pt x="120" y="255"/>
                  </a:cubicBezTo>
                  <a:cubicBezTo>
                    <a:pt x="152" y="255"/>
                    <a:pt x="186" y="242"/>
                    <a:pt x="206" y="213"/>
                  </a:cubicBezTo>
                  <a:cubicBezTo>
                    <a:pt x="256" y="163"/>
                    <a:pt x="256" y="77"/>
                    <a:pt x="206" y="23"/>
                  </a:cubicBezTo>
                  <a:cubicBezTo>
                    <a:pt x="182" y="8"/>
                    <a:pt x="155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7" name="Google Shape;17777;p44"/>
            <p:cNvSpPr/>
            <p:nvPr/>
          </p:nvSpPr>
          <p:spPr>
            <a:xfrm>
              <a:off x="4002025" y="27647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7" y="1"/>
                  </a:moveTo>
                  <a:cubicBezTo>
                    <a:pt x="87" y="1"/>
                    <a:pt x="17" y="50"/>
                    <a:pt x="17" y="120"/>
                  </a:cubicBezTo>
                  <a:cubicBezTo>
                    <a:pt x="1" y="153"/>
                    <a:pt x="1" y="186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97" y="258"/>
                    <a:pt x="105" y="259"/>
                    <a:pt x="114" y="259"/>
                  </a:cubicBezTo>
                  <a:cubicBezTo>
                    <a:pt x="170" y="259"/>
                    <a:pt x="209" y="214"/>
                    <a:pt x="223" y="153"/>
                  </a:cubicBezTo>
                  <a:cubicBezTo>
                    <a:pt x="240" y="120"/>
                    <a:pt x="240" y="83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8" name="Google Shape;17778;p44"/>
            <p:cNvSpPr/>
            <p:nvPr/>
          </p:nvSpPr>
          <p:spPr>
            <a:xfrm>
              <a:off x="4050175" y="283905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34" y="0"/>
                  </a:moveTo>
                  <a:cubicBezTo>
                    <a:pt x="120" y="0"/>
                    <a:pt x="103" y="5"/>
                    <a:pt x="87" y="16"/>
                  </a:cubicBezTo>
                  <a:cubicBezTo>
                    <a:pt x="50" y="16"/>
                    <a:pt x="33" y="49"/>
                    <a:pt x="17" y="82"/>
                  </a:cubicBezTo>
                  <a:cubicBezTo>
                    <a:pt x="0" y="98"/>
                    <a:pt x="0" y="135"/>
                    <a:pt x="0" y="168"/>
                  </a:cubicBezTo>
                  <a:cubicBezTo>
                    <a:pt x="14" y="226"/>
                    <a:pt x="64" y="259"/>
                    <a:pt x="119" y="259"/>
                  </a:cubicBezTo>
                  <a:cubicBezTo>
                    <a:pt x="130" y="259"/>
                    <a:pt x="142" y="258"/>
                    <a:pt x="153" y="255"/>
                  </a:cubicBezTo>
                  <a:cubicBezTo>
                    <a:pt x="206" y="222"/>
                    <a:pt x="239" y="152"/>
                    <a:pt x="223" y="82"/>
                  </a:cubicBezTo>
                  <a:cubicBezTo>
                    <a:pt x="223" y="65"/>
                    <a:pt x="206" y="49"/>
                    <a:pt x="190" y="32"/>
                  </a:cubicBezTo>
                  <a:cubicBezTo>
                    <a:pt x="190" y="16"/>
                    <a:pt x="190" y="16"/>
                    <a:pt x="169" y="16"/>
                  </a:cubicBezTo>
                  <a:cubicBezTo>
                    <a:pt x="161" y="5"/>
                    <a:pt x="14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9" name="Google Shape;17779;p44"/>
            <p:cNvSpPr/>
            <p:nvPr/>
          </p:nvSpPr>
          <p:spPr>
            <a:xfrm>
              <a:off x="4021825" y="2784725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28" y="1"/>
                  </a:moveTo>
                  <a:cubicBezTo>
                    <a:pt x="71" y="1"/>
                    <a:pt x="17" y="49"/>
                    <a:pt x="17" y="107"/>
                  </a:cubicBezTo>
                  <a:cubicBezTo>
                    <a:pt x="0" y="144"/>
                    <a:pt x="0" y="177"/>
                    <a:pt x="33" y="210"/>
                  </a:cubicBezTo>
                  <a:cubicBezTo>
                    <a:pt x="33" y="230"/>
                    <a:pt x="66" y="247"/>
                    <a:pt x="87" y="247"/>
                  </a:cubicBezTo>
                  <a:cubicBezTo>
                    <a:pt x="97" y="252"/>
                    <a:pt x="106" y="254"/>
                    <a:pt x="116" y="254"/>
                  </a:cubicBezTo>
                  <a:cubicBezTo>
                    <a:pt x="138" y="254"/>
                    <a:pt x="158" y="242"/>
                    <a:pt x="169" y="230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23" y="74"/>
                    <a:pt x="223" y="41"/>
                  </a:cubicBezTo>
                  <a:cubicBezTo>
                    <a:pt x="207" y="41"/>
                    <a:pt x="207" y="24"/>
                    <a:pt x="207" y="24"/>
                  </a:cubicBezTo>
                  <a:cubicBezTo>
                    <a:pt x="190" y="24"/>
                    <a:pt x="190" y="24"/>
                    <a:pt x="190" y="4"/>
                  </a:cubicBezTo>
                  <a:lnTo>
                    <a:pt x="153" y="4"/>
                  </a:lnTo>
                  <a:cubicBezTo>
                    <a:pt x="145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0" name="Google Shape;17780;p44"/>
            <p:cNvSpPr/>
            <p:nvPr/>
          </p:nvSpPr>
          <p:spPr>
            <a:xfrm>
              <a:off x="4049750" y="2787925"/>
              <a:ext cx="6425" cy="6300"/>
            </a:xfrm>
            <a:custGeom>
              <a:avLst/>
              <a:gdLst/>
              <a:ahLst/>
              <a:cxnLst/>
              <a:rect l="l" t="t" r="r" b="b"/>
              <a:pathLst>
                <a:path w="257" h="252" extrusionOk="0">
                  <a:moveTo>
                    <a:pt x="136" y="1"/>
                  </a:moveTo>
                  <a:cubicBezTo>
                    <a:pt x="102" y="1"/>
                    <a:pt x="70" y="20"/>
                    <a:pt x="50" y="49"/>
                  </a:cubicBezTo>
                  <a:cubicBezTo>
                    <a:pt x="1" y="102"/>
                    <a:pt x="1" y="185"/>
                    <a:pt x="50" y="222"/>
                  </a:cubicBezTo>
                  <a:cubicBezTo>
                    <a:pt x="64" y="243"/>
                    <a:pt x="84" y="252"/>
                    <a:pt x="107" y="252"/>
                  </a:cubicBezTo>
                  <a:cubicBezTo>
                    <a:pt x="139" y="252"/>
                    <a:pt x="176" y="234"/>
                    <a:pt x="207" y="205"/>
                  </a:cubicBezTo>
                  <a:cubicBezTo>
                    <a:pt x="256" y="152"/>
                    <a:pt x="240" y="65"/>
                    <a:pt x="207" y="32"/>
                  </a:cubicBezTo>
                  <a:cubicBezTo>
                    <a:pt x="185" y="10"/>
                    <a:pt x="160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1" name="Google Shape;17781;p44"/>
            <p:cNvSpPr/>
            <p:nvPr/>
          </p:nvSpPr>
          <p:spPr>
            <a:xfrm>
              <a:off x="4047600" y="2771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8" y="1"/>
                  </a:moveTo>
                  <a:cubicBezTo>
                    <a:pt x="97" y="1"/>
                    <a:pt x="63" y="14"/>
                    <a:pt x="33" y="44"/>
                  </a:cubicBezTo>
                  <a:cubicBezTo>
                    <a:pt x="0" y="110"/>
                    <a:pt x="0" y="180"/>
                    <a:pt x="33" y="229"/>
                  </a:cubicBezTo>
                  <a:cubicBezTo>
                    <a:pt x="57" y="246"/>
                    <a:pt x="84" y="255"/>
                    <a:pt x="111" y="255"/>
                  </a:cubicBezTo>
                  <a:cubicBezTo>
                    <a:pt x="144" y="255"/>
                    <a:pt x="177" y="242"/>
                    <a:pt x="206" y="213"/>
                  </a:cubicBezTo>
                  <a:cubicBezTo>
                    <a:pt x="239" y="147"/>
                    <a:pt x="239" y="77"/>
                    <a:pt x="190" y="23"/>
                  </a:cubicBezTo>
                  <a:cubicBezTo>
                    <a:pt x="173" y="9"/>
                    <a:pt x="152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2" name="Google Shape;17782;p44"/>
            <p:cNvSpPr/>
            <p:nvPr/>
          </p:nvSpPr>
          <p:spPr>
            <a:xfrm>
              <a:off x="4018825" y="2830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1"/>
                  </a:moveTo>
                  <a:cubicBezTo>
                    <a:pt x="34" y="34"/>
                    <a:pt x="1" y="104"/>
                    <a:pt x="17" y="174"/>
                  </a:cubicBezTo>
                  <a:cubicBezTo>
                    <a:pt x="17" y="207"/>
                    <a:pt x="34" y="224"/>
                    <a:pt x="67" y="240"/>
                  </a:cubicBezTo>
                  <a:cubicBezTo>
                    <a:pt x="85" y="250"/>
                    <a:pt x="99" y="255"/>
                    <a:pt x="112" y="255"/>
                  </a:cubicBezTo>
                  <a:cubicBezTo>
                    <a:pt x="125" y="255"/>
                    <a:pt x="137" y="250"/>
                    <a:pt x="153" y="240"/>
                  </a:cubicBezTo>
                  <a:cubicBezTo>
                    <a:pt x="186" y="240"/>
                    <a:pt x="207" y="207"/>
                    <a:pt x="223" y="174"/>
                  </a:cubicBezTo>
                  <a:cubicBezTo>
                    <a:pt x="240" y="158"/>
                    <a:pt x="240" y="104"/>
                    <a:pt x="240" y="87"/>
                  </a:cubicBezTo>
                  <a:cubicBezTo>
                    <a:pt x="223" y="54"/>
                    <a:pt x="223" y="34"/>
                    <a:pt x="207" y="34"/>
                  </a:cubicBezTo>
                  <a:lnTo>
                    <a:pt x="186" y="17"/>
                  </a:ln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3" name="Google Shape;17783;p44"/>
            <p:cNvSpPr/>
            <p:nvPr/>
          </p:nvSpPr>
          <p:spPr>
            <a:xfrm>
              <a:off x="4022650" y="2802125"/>
              <a:ext cx="6000" cy="6275"/>
            </a:xfrm>
            <a:custGeom>
              <a:avLst/>
              <a:gdLst/>
              <a:ahLst/>
              <a:cxnLst/>
              <a:rect l="l" t="t" r="r" b="b"/>
              <a:pathLst>
                <a:path w="240" h="251" extrusionOk="0">
                  <a:moveTo>
                    <a:pt x="136" y="0"/>
                  </a:moveTo>
                  <a:cubicBezTo>
                    <a:pt x="121" y="0"/>
                    <a:pt x="103" y="4"/>
                    <a:pt x="87" y="13"/>
                  </a:cubicBezTo>
                  <a:cubicBezTo>
                    <a:pt x="54" y="13"/>
                    <a:pt x="33" y="50"/>
                    <a:pt x="17" y="66"/>
                  </a:cubicBezTo>
                  <a:cubicBezTo>
                    <a:pt x="0" y="99"/>
                    <a:pt x="0" y="132"/>
                    <a:pt x="17" y="169"/>
                  </a:cubicBezTo>
                  <a:cubicBezTo>
                    <a:pt x="17" y="202"/>
                    <a:pt x="33" y="219"/>
                    <a:pt x="70" y="235"/>
                  </a:cubicBezTo>
                  <a:cubicBezTo>
                    <a:pt x="79" y="246"/>
                    <a:pt x="91" y="251"/>
                    <a:pt x="106" y="251"/>
                  </a:cubicBezTo>
                  <a:cubicBezTo>
                    <a:pt x="121" y="251"/>
                    <a:pt x="138" y="246"/>
                    <a:pt x="157" y="235"/>
                  </a:cubicBezTo>
                  <a:cubicBezTo>
                    <a:pt x="207" y="219"/>
                    <a:pt x="240" y="153"/>
                    <a:pt x="223" y="83"/>
                  </a:cubicBezTo>
                  <a:cubicBezTo>
                    <a:pt x="223" y="50"/>
                    <a:pt x="207" y="29"/>
                    <a:pt x="207" y="29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5" y="4"/>
                    <a:pt x="152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4" name="Google Shape;17784;p44"/>
            <p:cNvSpPr/>
            <p:nvPr/>
          </p:nvSpPr>
          <p:spPr>
            <a:xfrm>
              <a:off x="4045850" y="28193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3" y="46"/>
                    <a:pt x="0" y="116"/>
                    <a:pt x="17" y="186"/>
                  </a:cubicBezTo>
                  <a:cubicBezTo>
                    <a:pt x="17" y="219"/>
                    <a:pt x="33" y="236"/>
                    <a:pt x="70" y="252"/>
                  </a:cubicBezTo>
                  <a:cubicBezTo>
                    <a:pt x="78" y="260"/>
                    <a:pt x="91" y="265"/>
                    <a:pt x="106" y="265"/>
                  </a:cubicBezTo>
                  <a:cubicBezTo>
                    <a:pt x="121" y="265"/>
                    <a:pt x="138" y="260"/>
                    <a:pt x="157" y="252"/>
                  </a:cubicBezTo>
                  <a:cubicBezTo>
                    <a:pt x="206" y="236"/>
                    <a:pt x="239" y="149"/>
                    <a:pt x="239" y="83"/>
                  </a:cubicBezTo>
                  <a:cubicBezTo>
                    <a:pt x="223" y="63"/>
                    <a:pt x="223" y="46"/>
                    <a:pt x="206" y="30"/>
                  </a:cubicBezTo>
                  <a:cubicBezTo>
                    <a:pt x="190" y="30"/>
                    <a:pt x="190" y="30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5" name="Google Shape;17785;p44"/>
            <p:cNvSpPr/>
            <p:nvPr/>
          </p:nvSpPr>
          <p:spPr>
            <a:xfrm>
              <a:off x="4054900" y="27421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8" y="0"/>
                  </a:moveTo>
                  <a:cubicBezTo>
                    <a:pt x="95" y="0"/>
                    <a:pt x="61" y="13"/>
                    <a:pt x="34" y="40"/>
                  </a:cubicBezTo>
                  <a:cubicBezTo>
                    <a:pt x="17" y="56"/>
                    <a:pt x="17" y="77"/>
                    <a:pt x="17" y="94"/>
                  </a:cubicBezTo>
                  <a:cubicBezTo>
                    <a:pt x="1" y="143"/>
                    <a:pt x="17" y="197"/>
                    <a:pt x="34" y="230"/>
                  </a:cubicBezTo>
                  <a:cubicBezTo>
                    <a:pt x="53" y="249"/>
                    <a:pt x="80" y="257"/>
                    <a:pt x="105" y="257"/>
                  </a:cubicBezTo>
                  <a:cubicBezTo>
                    <a:pt x="123" y="257"/>
                    <a:pt x="140" y="253"/>
                    <a:pt x="153" y="246"/>
                  </a:cubicBezTo>
                  <a:cubicBezTo>
                    <a:pt x="170" y="230"/>
                    <a:pt x="186" y="230"/>
                    <a:pt x="207" y="213"/>
                  </a:cubicBezTo>
                  <a:cubicBezTo>
                    <a:pt x="240" y="143"/>
                    <a:pt x="240" y="77"/>
                    <a:pt x="207" y="23"/>
                  </a:cubicBezTo>
                  <a:cubicBezTo>
                    <a:pt x="183" y="9"/>
                    <a:pt x="155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6" name="Google Shape;17786;p44"/>
            <p:cNvSpPr/>
            <p:nvPr/>
          </p:nvSpPr>
          <p:spPr>
            <a:xfrm>
              <a:off x="4118400" y="2771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57" y="1"/>
                  </a:moveTo>
                  <a:cubicBezTo>
                    <a:pt x="87" y="1"/>
                    <a:pt x="38" y="54"/>
                    <a:pt x="17" y="120"/>
                  </a:cubicBezTo>
                  <a:cubicBezTo>
                    <a:pt x="1" y="157"/>
                    <a:pt x="17" y="190"/>
                    <a:pt x="38" y="207"/>
                  </a:cubicBezTo>
                  <a:cubicBezTo>
                    <a:pt x="38" y="244"/>
                    <a:pt x="71" y="260"/>
                    <a:pt x="104" y="260"/>
                  </a:cubicBezTo>
                  <a:cubicBezTo>
                    <a:pt x="120" y="260"/>
                    <a:pt x="157" y="260"/>
                    <a:pt x="190" y="244"/>
                  </a:cubicBezTo>
                  <a:cubicBezTo>
                    <a:pt x="207" y="223"/>
                    <a:pt x="223" y="190"/>
                    <a:pt x="244" y="157"/>
                  </a:cubicBezTo>
                  <a:cubicBezTo>
                    <a:pt x="244" y="120"/>
                    <a:pt x="244" y="87"/>
                    <a:pt x="223" y="54"/>
                  </a:cubicBezTo>
                  <a:lnTo>
                    <a:pt x="207" y="38"/>
                  </a:lnTo>
                  <a:cubicBezTo>
                    <a:pt x="190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7" name="Google Shape;17787;p44"/>
            <p:cNvSpPr/>
            <p:nvPr/>
          </p:nvSpPr>
          <p:spPr>
            <a:xfrm>
              <a:off x="4127050" y="281707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37" y="0"/>
                  </a:moveTo>
                  <a:cubicBezTo>
                    <a:pt x="120" y="0"/>
                    <a:pt x="83" y="0"/>
                    <a:pt x="67" y="17"/>
                  </a:cubicBezTo>
                  <a:cubicBezTo>
                    <a:pt x="34" y="33"/>
                    <a:pt x="17" y="70"/>
                    <a:pt x="1" y="103"/>
                  </a:cubicBezTo>
                  <a:cubicBezTo>
                    <a:pt x="1" y="136"/>
                    <a:pt x="1" y="173"/>
                    <a:pt x="17" y="206"/>
                  </a:cubicBezTo>
                  <a:cubicBezTo>
                    <a:pt x="34" y="223"/>
                    <a:pt x="50" y="239"/>
                    <a:pt x="83" y="256"/>
                  </a:cubicBezTo>
                  <a:cubicBezTo>
                    <a:pt x="137" y="256"/>
                    <a:pt x="186" y="223"/>
                    <a:pt x="224" y="153"/>
                  </a:cubicBezTo>
                  <a:lnTo>
                    <a:pt x="224" y="136"/>
                  </a:lnTo>
                  <a:cubicBezTo>
                    <a:pt x="224" y="103"/>
                    <a:pt x="224" y="50"/>
                    <a:pt x="186" y="33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8" name="Google Shape;17788;p44"/>
            <p:cNvSpPr/>
            <p:nvPr/>
          </p:nvSpPr>
          <p:spPr>
            <a:xfrm>
              <a:off x="4129125" y="27092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57" y="0"/>
                  </a:moveTo>
                  <a:cubicBezTo>
                    <a:pt x="87" y="0"/>
                    <a:pt x="37" y="33"/>
                    <a:pt x="21" y="104"/>
                  </a:cubicBezTo>
                  <a:cubicBezTo>
                    <a:pt x="0" y="137"/>
                    <a:pt x="21" y="174"/>
                    <a:pt x="37" y="207"/>
                  </a:cubicBezTo>
                  <a:cubicBezTo>
                    <a:pt x="37" y="240"/>
                    <a:pt x="70" y="260"/>
                    <a:pt x="103" y="260"/>
                  </a:cubicBezTo>
                  <a:cubicBezTo>
                    <a:pt x="157" y="260"/>
                    <a:pt x="227" y="223"/>
                    <a:pt x="244" y="157"/>
                  </a:cubicBezTo>
                  <a:cubicBezTo>
                    <a:pt x="244" y="120"/>
                    <a:pt x="244" y="87"/>
                    <a:pt x="227" y="54"/>
                  </a:cubicBezTo>
                  <a:lnTo>
                    <a:pt x="206" y="33"/>
                  </a:lnTo>
                  <a:cubicBezTo>
                    <a:pt x="190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9" name="Google Shape;17789;p44"/>
            <p:cNvSpPr/>
            <p:nvPr/>
          </p:nvSpPr>
          <p:spPr>
            <a:xfrm>
              <a:off x="4130875" y="2724800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46" y="0"/>
                  </a:moveTo>
                  <a:cubicBezTo>
                    <a:pt x="111" y="0"/>
                    <a:pt x="73" y="19"/>
                    <a:pt x="54" y="51"/>
                  </a:cubicBezTo>
                  <a:cubicBezTo>
                    <a:pt x="0" y="100"/>
                    <a:pt x="0" y="187"/>
                    <a:pt x="54" y="236"/>
                  </a:cubicBezTo>
                  <a:cubicBezTo>
                    <a:pt x="75" y="252"/>
                    <a:pt x="99" y="261"/>
                    <a:pt x="123" y="261"/>
                  </a:cubicBezTo>
                  <a:cubicBezTo>
                    <a:pt x="156" y="261"/>
                    <a:pt x="187" y="244"/>
                    <a:pt x="207" y="203"/>
                  </a:cubicBezTo>
                  <a:cubicBezTo>
                    <a:pt x="260" y="154"/>
                    <a:pt x="260" y="67"/>
                    <a:pt x="207" y="30"/>
                  </a:cubicBezTo>
                  <a:cubicBezTo>
                    <a:pt x="193" y="10"/>
                    <a:pt x="170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0" name="Google Shape;17790;p44"/>
            <p:cNvSpPr/>
            <p:nvPr/>
          </p:nvSpPr>
          <p:spPr>
            <a:xfrm>
              <a:off x="4130875" y="2772200"/>
              <a:ext cx="6525" cy="6400"/>
            </a:xfrm>
            <a:custGeom>
              <a:avLst/>
              <a:gdLst/>
              <a:ahLst/>
              <a:cxnLst/>
              <a:rect l="l" t="t" r="r" b="b"/>
              <a:pathLst>
                <a:path w="261" h="256" extrusionOk="0">
                  <a:moveTo>
                    <a:pt x="144" y="0"/>
                  </a:moveTo>
                  <a:cubicBezTo>
                    <a:pt x="114" y="0"/>
                    <a:pt x="81" y="14"/>
                    <a:pt x="54" y="43"/>
                  </a:cubicBezTo>
                  <a:cubicBezTo>
                    <a:pt x="0" y="113"/>
                    <a:pt x="17" y="179"/>
                    <a:pt x="54" y="232"/>
                  </a:cubicBezTo>
                  <a:cubicBezTo>
                    <a:pt x="71" y="249"/>
                    <a:pt x="87" y="249"/>
                    <a:pt x="104" y="249"/>
                  </a:cubicBezTo>
                  <a:cubicBezTo>
                    <a:pt x="112" y="253"/>
                    <a:pt x="123" y="255"/>
                    <a:pt x="133" y="255"/>
                  </a:cubicBezTo>
                  <a:cubicBezTo>
                    <a:pt x="163" y="255"/>
                    <a:pt x="195" y="240"/>
                    <a:pt x="207" y="216"/>
                  </a:cubicBezTo>
                  <a:cubicBezTo>
                    <a:pt x="240" y="162"/>
                    <a:pt x="260" y="113"/>
                    <a:pt x="240" y="76"/>
                  </a:cubicBezTo>
                  <a:cubicBezTo>
                    <a:pt x="240" y="59"/>
                    <a:pt x="223" y="43"/>
                    <a:pt x="207" y="26"/>
                  </a:cubicBezTo>
                  <a:cubicBezTo>
                    <a:pt x="192" y="9"/>
                    <a:pt x="169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1" name="Google Shape;17791;p44"/>
            <p:cNvSpPr/>
            <p:nvPr/>
          </p:nvSpPr>
          <p:spPr>
            <a:xfrm>
              <a:off x="4126125" y="2802250"/>
              <a:ext cx="5600" cy="6350"/>
            </a:xfrm>
            <a:custGeom>
              <a:avLst/>
              <a:gdLst/>
              <a:ahLst/>
              <a:cxnLst/>
              <a:rect l="l" t="t" r="r" b="b"/>
              <a:pathLst>
                <a:path w="224" h="254" extrusionOk="0">
                  <a:moveTo>
                    <a:pt x="120" y="1"/>
                  </a:moveTo>
                  <a:cubicBezTo>
                    <a:pt x="101" y="1"/>
                    <a:pt x="78" y="12"/>
                    <a:pt x="54" y="24"/>
                  </a:cubicBezTo>
                  <a:cubicBezTo>
                    <a:pt x="38" y="45"/>
                    <a:pt x="17" y="78"/>
                    <a:pt x="1" y="111"/>
                  </a:cubicBezTo>
                  <a:cubicBezTo>
                    <a:pt x="1" y="148"/>
                    <a:pt x="1" y="181"/>
                    <a:pt x="17" y="197"/>
                  </a:cubicBezTo>
                  <a:cubicBezTo>
                    <a:pt x="38" y="230"/>
                    <a:pt x="54" y="251"/>
                    <a:pt x="87" y="251"/>
                  </a:cubicBezTo>
                  <a:cubicBezTo>
                    <a:pt x="96" y="253"/>
                    <a:pt x="104" y="254"/>
                    <a:pt x="112" y="254"/>
                  </a:cubicBezTo>
                  <a:cubicBezTo>
                    <a:pt x="169" y="254"/>
                    <a:pt x="209" y="206"/>
                    <a:pt x="223" y="148"/>
                  </a:cubicBezTo>
                  <a:cubicBezTo>
                    <a:pt x="223" y="111"/>
                    <a:pt x="223" y="78"/>
                    <a:pt x="207" y="61"/>
                  </a:cubicBezTo>
                  <a:cubicBezTo>
                    <a:pt x="207" y="45"/>
                    <a:pt x="207" y="45"/>
                    <a:pt x="190" y="24"/>
                  </a:cubicBezTo>
                  <a:cubicBezTo>
                    <a:pt x="174" y="8"/>
                    <a:pt x="157" y="8"/>
                    <a:pt x="141" y="8"/>
                  </a:cubicBezTo>
                  <a:cubicBezTo>
                    <a:pt x="135" y="3"/>
                    <a:pt x="128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2" name="Google Shape;17792;p44"/>
            <p:cNvSpPr/>
            <p:nvPr/>
          </p:nvSpPr>
          <p:spPr>
            <a:xfrm>
              <a:off x="4129125" y="275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1" y="1"/>
                  </a:moveTo>
                  <a:cubicBezTo>
                    <a:pt x="103" y="1"/>
                    <a:pt x="77" y="13"/>
                    <a:pt x="54" y="24"/>
                  </a:cubicBezTo>
                  <a:cubicBezTo>
                    <a:pt x="37" y="41"/>
                    <a:pt x="21" y="78"/>
                    <a:pt x="0" y="111"/>
                  </a:cubicBezTo>
                  <a:cubicBezTo>
                    <a:pt x="0" y="144"/>
                    <a:pt x="0" y="181"/>
                    <a:pt x="21" y="197"/>
                  </a:cubicBezTo>
                  <a:cubicBezTo>
                    <a:pt x="37" y="230"/>
                    <a:pt x="54" y="247"/>
                    <a:pt x="87" y="247"/>
                  </a:cubicBezTo>
                  <a:cubicBezTo>
                    <a:pt x="97" y="250"/>
                    <a:pt x="107" y="251"/>
                    <a:pt x="117" y="251"/>
                  </a:cubicBezTo>
                  <a:cubicBezTo>
                    <a:pt x="171" y="251"/>
                    <a:pt x="210" y="204"/>
                    <a:pt x="227" y="144"/>
                  </a:cubicBezTo>
                  <a:cubicBezTo>
                    <a:pt x="244" y="111"/>
                    <a:pt x="227" y="78"/>
                    <a:pt x="206" y="61"/>
                  </a:cubicBezTo>
                  <a:cubicBezTo>
                    <a:pt x="206" y="41"/>
                    <a:pt x="206" y="41"/>
                    <a:pt x="190" y="24"/>
                  </a:cubicBezTo>
                  <a:cubicBezTo>
                    <a:pt x="190" y="8"/>
                    <a:pt x="174" y="8"/>
                    <a:pt x="141" y="8"/>
                  </a:cubicBezTo>
                  <a:cubicBezTo>
                    <a:pt x="136" y="3"/>
                    <a:pt x="129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3" name="Google Shape;17793;p44"/>
            <p:cNvSpPr/>
            <p:nvPr/>
          </p:nvSpPr>
          <p:spPr>
            <a:xfrm>
              <a:off x="3997700" y="2812150"/>
              <a:ext cx="6100" cy="6375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31" y="1"/>
                  </a:moveTo>
                  <a:cubicBezTo>
                    <a:pt x="98" y="1"/>
                    <a:pt x="65" y="13"/>
                    <a:pt x="38" y="40"/>
                  </a:cubicBezTo>
                  <a:cubicBezTo>
                    <a:pt x="1" y="110"/>
                    <a:pt x="1" y="181"/>
                    <a:pt x="38" y="230"/>
                  </a:cubicBezTo>
                  <a:cubicBezTo>
                    <a:pt x="54" y="247"/>
                    <a:pt x="71" y="247"/>
                    <a:pt x="87" y="247"/>
                  </a:cubicBezTo>
                  <a:cubicBezTo>
                    <a:pt x="97" y="252"/>
                    <a:pt x="109" y="255"/>
                    <a:pt x="120" y="255"/>
                  </a:cubicBezTo>
                  <a:cubicBezTo>
                    <a:pt x="150" y="255"/>
                    <a:pt x="183" y="237"/>
                    <a:pt x="207" y="214"/>
                  </a:cubicBezTo>
                  <a:cubicBezTo>
                    <a:pt x="244" y="164"/>
                    <a:pt x="244" y="110"/>
                    <a:pt x="227" y="77"/>
                  </a:cubicBezTo>
                  <a:cubicBezTo>
                    <a:pt x="227" y="61"/>
                    <a:pt x="207" y="40"/>
                    <a:pt x="207" y="24"/>
                  </a:cubicBezTo>
                  <a:cubicBezTo>
                    <a:pt x="185" y="9"/>
                    <a:pt x="158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4" name="Google Shape;17794;p44"/>
            <p:cNvSpPr/>
            <p:nvPr/>
          </p:nvSpPr>
          <p:spPr>
            <a:xfrm>
              <a:off x="3991725" y="284077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41" y="0"/>
                  </a:moveTo>
                  <a:cubicBezTo>
                    <a:pt x="125" y="0"/>
                    <a:pt x="112" y="4"/>
                    <a:pt x="104" y="13"/>
                  </a:cubicBezTo>
                  <a:cubicBezTo>
                    <a:pt x="33" y="50"/>
                    <a:pt x="1" y="116"/>
                    <a:pt x="17" y="186"/>
                  </a:cubicBezTo>
                  <a:cubicBezTo>
                    <a:pt x="33" y="219"/>
                    <a:pt x="54" y="235"/>
                    <a:pt x="71" y="256"/>
                  </a:cubicBezTo>
                  <a:cubicBezTo>
                    <a:pt x="87" y="264"/>
                    <a:pt x="104" y="268"/>
                    <a:pt x="119" y="268"/>
                  </a:cubicBezTo>
                  <a:cubicBezTo>
                    <a:pt x="133" y="268"/>
                    <a:pt x="147" y="264"/>
                    <a:pt x="157" y="256"/>
                  </a:cubicBezTo>
                  <a:cubicBezTo>
                    <a:pt x="190" y="235"/>
                    <a:pt x="207" y="219"/>
                    <a:pt x="223" y="186"/>
                  </a:cubicBezTo>
                  <a:cubicBezTo>
                    <a:pt x="240" y="153"/>
                    <a:pt x="240" y="116"/>
                    <a:pt x="240" y="83"/>
                  </a:cubicBezTo>
                  <a:cubicBezTo>
                    <a:pt x="240" y="66"/>
                    <a:pt x="223" y="50"/>
                    <a:pt x="207" y="29"/>
                  </a:cubicBezTo>
                  <a:lnTo>
                    <a:pt x="190" y="13"/>
                  </a:lnTo>
                  <a:cubicBezTo>
                    <a:pt x="174" y="4"/>
                    <a:pt x="156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5" name="Google Shape;17795;p44"/>
            <p:cNvSpPr/>
            <p:nvPr/>
          </p:nvSpPr>
          <p:spPr>
            <a:xfrm>
              <a:off x="3996475" y="279720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29" y="0"/>
                  </a:moveTo>
                  <a:cubicBezTo>
                    <a:pt x="74" y="0"/>
                    <a:pt x="31" y="49"/>
                    <a:pt x="17" y="107"/>
                  </a:cubicBezTo>
                  <a:cubicBezTo>
                    <a:pt x="0" y="144"/>
                    <a:pt x="17" y="177"/>
                    <a:pt x="17" y="210"/>
                  </a:cubicBezTo>
                  <a:cubicBezTo>
                    <a:pt x="33" y="226"/>
                    <a:pt x="70" y="247"/>
                    <a:pt x="87" y="247"/>
                  </a:cubicBezTo>
                  <a:cubicBezTo>
                    <a:pt x="96" y="251"/>
                    <a:pt x="106" y="253"/>
                    <a:pt x="115" y="253"/>
                  </a:cubicBezTo>
                  <a:cubicBezTo>
                    <a:pt x="138" y="253"/>
                    <a:pt x="159" y="241"/>
                    <a:pt x="173" y="226"/>
                  </a:cubicBezTo>
                  <a:cubicBezTo>
                    <a:pt x="206" y="210"/>
                    <a:pt x="223" y="177"/>
                    <a:pt x="223" y="144"/>
                  </a:cubicBezTo>
                  <a:cubicBezTo>
                    <a:pt x="239" y="107"/>
                    <a:pt x="239" y="74"/>
                    <a:pt x="223" y="57"/>
                  </a:cubicBezTo>
                  <a:cubicBezTo>
                    <a:pt x="206" y="41"/>
                    <a:pt x="206" y="41"/>
                    <a:pt x="206" y="20"/>
                  </a:cubicBezTo>
                  <a:cubicBezTo>
                    <a:pt x="190" y="3"/>
                    <a:pt x="173" y="3"/>
                    <a:pt x="153" y="3"/>
                  </a:cubicBezTo>
                  <a:cubicBezTo>
                    <a:pt x="145" y="1"/>
                    <a:pt x="137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6" name="Google Shape;17796;p44"/>
            <p:cNvSpPr/>
            <p:nvPr/>
          </p:nvSpPr>
          <p:spPr>
            <a:xfrm>
              <a:off x="3989975" y="2824000"/>
              <a:ext cx="6100" cy="6450"/>
            </a:xfrm>
            <a:custGeom>
              <a:avLst/>
              <a:gdLst/>
              <a:ahLst/>
              <a:cxnLst/>
              <a:rect l="l" t="t" r="r" b="b"/>
              <a:pathLst>
                <a:path w="244" h="258" extrusionOk="0">
                  <a:moveTo>
                    <a:pt x="134" y="1"/>
                  </a:moveTo>
                  <a:cubicBezTo>
                    <a:pt x="103" y="1"/>
                    <a:pt x="67" y="20"/>
                    <a:pt x="38" y="49"/>
                  </a:cubicBezTo>
                  <a:cubicBezTo>
                    <a:pt x="21" y="65"/>
                    <a:pt x="21" y="82"/>
                    <a:pt x="21" y="102"/>
                  </a:cubicBezTo>
                  <a:cubicBezTo>
                    <a:pt x="0" y="152"/>
                    <a:pt x="0" y="205"/>
                    <a:pt x="38" y="238"/>
                  </a:cubicBezTo>
                  <a:cubicBezTo>
                    <a:pt x="57" y="248"/>
                    <a:pt x="82" y="257"/>
                    <a:pt x="107" y="257"/>
                  </a:cubicBezTo>
                  <a:cubicBezTo>
                    <a:pt x="126" y="257"/>
                    <a:pt x="143" y="252"/>
                    <a:pt x="157" y="238"/>
                  </a:cubicBezTo>
                  <a:cubicBezTo>
                    <a:pt x="174" y="238"/>
                    <a:pt x="190" y="222"/>
                    <a:pt x="207" y="205"/>
                  </a:cubicBezTo>
                  <a:cubicBezTo>
                    <a:pt x="244" y="152"/>
                    <a:pt x="244" y="65"/>
                    <a:pt x="190" y="32"/>
                  </a:cubicBezTo>
                  <a:cubicBezTo>
                    <a:pt x="176" y="10"/>
                    <a:pt x="156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7" name="Google Shape;17797;p44"/>
            <p:cNvSpPr/>
            <p:nvPr/>
          </p:nvSpPr>
          <p:spPr>
            <a:xfrm>
              <a:off x="3994725" y="2749650"/>
              <a:ext cx="5575" cy="4850"/>
            </a:xfrm>
            <a:custGeom>
              <a:avLst/>
              <a:gdLst/>
              <a:ahLst/>
              <a:cxnLst/>
              <a:rect l="l" t="t" r="r" b="b"/>
              <a:pathLst>
                <a:path w="223" h="194" extrusionOk="0">
                  <a:moveTo>
                    <a:pt x="17" y="1"/>
                  </a:moveTo>
                  <a:cubicBezTo>
                    <a:pt x="17" y="17"/>
                    <a:pt x="17" y="34"/>
                    <a:pt x="0" y="34"/>
                  </a:cubicBezTo>
                  <a:cubicBezTo>
                    <a:pt x="0" y="67"/>
                    <a:pt x="0" y="104"/>
                    <a:pt x="17" y="137"/>
                  </a:cubicBezTo>
                  <a:cubicBezTo>
                    <a:pt x="37" y="170"/>
                    <a:pt x="54" y="190"/>
                    <a:pt x="87" y="190"/>
                  </a:cubicBezTo>
                  <a:cubicBezTo>
                    <a:pt x="95" y="192"/>
                    <a:pt x="104" y="193"/>
                    <a:pt x="112" y="193"/>
                  </a:cubicBezTo>
                  <a:cubicBezTo>
                    <a:pt x="169" y="193"/>
                    <a:pt x="208" y="145"/>
                    <a:pt x="223" y="87"/>
                  </a:cubicBezTo>
                  <a:lnTo>
                    <a:pt x="2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8" name="Google Shape;17798;p44"/>
            <p:cNvSpPr/>
            <p:nvPr/>
          </p:nvSpPr>
          <p:spPr>
            <a:xfrm>
              <a:off x="3993075" y="278235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27" y="1"/>
                  </a:moveTo>
                  <a:cubicBezTo>
                    <a:pt x="115" y="1"/>
                    <a:pt x="101" y="6"/>
                    <a:pt x="83" y="16"/>
                  </a:cubicBezTo>
                  <a:cubicBezTo>
                    <a:pt x="50" y="33"/>
                    <a:pt x="33" y="49"/>
                    <a:pt x="17" y="82"/>
                  </a:cubicBezTo>
                  <a:cubicBezTo>
                    <a:pt x="0" y="119"/>
                    <a:pt x="0" y="152"/>
                    <a:pt x="0" y="185"/>
                  </a:cubicBezTo>
                  <a:cubicBezTo>
                    <a:pt x="12" y="237"/>
                    <a:pt x="51" y="268"/>
                    <a:pt x="99" y="268"/>
                  </a:cubicBezTo>
                  <a:cubicBezTo>
                    <a:pt x="116" y="268"/>
                    <a:pt x="134" y="264"/>
                    <a:pt x="153" y="255"/>
                  </a:cubicBezTo>
                  <a:cubicBezTo>
                    <a:pt x="206" y="239"/>
                    <a:pt x="239" y="152"/>
                    <a:pt x="223" y="82"/>
                  </a:cubicBezTo>
                  <a:cubicBezTo>
                    <a:pt x="223" y="66"/>
                    <a:pt x="206" y="49"/>
                    <a:pt x="186" y="33"/>
                  </a:cubicBezTo>
                  <a:lnTo>
                    <a:pt x="169" y="16"/>
                  </a:lnTo>
                  <a:cubicBezTo>
                    <a:pt x="153" y="6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9" name="Google Shape;17799;p44"/>
            <p:cNvSpPr/>
            <p:nvPr/>
          </p:nvSpPr>
          <p:spPr>
            <a:xfrm>
              <a:off x="3988725" y="2763050"/>
              <a:ext cx="6025" cy="6325"/>
            </a:xfrm>
            <a:custGeom>
              <a:avLst/>
              <a:gdLst/>
              <a:ahLst/>
              <a:cxnLst/>
              <a:rect l="l" t="t" r="r" b="b"/>
              <a:pathLst>
                <a:path w="241" h="253" extrusionOk="0">
                  <a:moveTo>
                    <a:pt x="135" y="1"/>
                  </a:moveTo>
                  <a:cubicBezTo>
                    <a:pt x="121" y="1"/>
                    <a:pt x="104" y="5"/>
                    <a:pt x="88" y="13"/>
                  </a:cubicBezTo>
                  <a:cubicBezTo>
                    <a:pt x="34" y="29"/>
                    <a:pt x="1" y="116"/>
                    <a:pt x="17" y="170"/>
                  </a:cubicBezTo>
                  <a:cubicBezTo>
                    <a:pt x="17" y="203"/>
                    <a:pt x="34" y="236"/>
                    <a:pt x="71" y="252"/>
                  </a:cubicBezTo>
                  <a:lnTo>
                    <a:pt x="153" y="252"/>
                  </a:lnTo>
                  <a:cubicBezTo>
                    <a:pt x="207" y="219"/>
                    <a:pt x="240" y="149"/>
                    <a:pt x="224" y="83"/>
                  </a:cubicBezTo>
                  <a:cubicBezTo>
                    <a:pt x="224" y="67"/>
                    <a:pt x="224" y="46"/>
                    <a:pt x="207" y="29"/>
                  </a:cubicBezTo>
                  <a:cubicBezTo>
                    <a:pt x="191" y="13"/>
                    <a:pt x="191" y="13"/>
                    <a:pt x="174" y="13"/>
                  </a:cubicBezTo>
                  <a:cubicBezTo>
                    <a:pt x="164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0" name="Google Shape;17800;p44"/>
            <p:cNvSpPr/>
            <p:nvPr/>
          </p:nvSpPr>
          <p:spPr>
            <a:xfrm>
              <a:off x="3984825" y="2809025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38" y="0"/>
                  </a:moveTo>
                  <a:cubicBezTo>
                    <a:pt x="123" y="0"/>
                    <a:pt x="105" y="5"/>
                    <a:pt x="87" y="13"/>
                  </a:cubicBezTo>
                  <a:cubicBezTo>
                    <a:pt x="37" y="29"/>
                    <a:pt x="0" y="99"/>
                    <a:pt x="21" y="165"/>
                  </a:cubicBezTo>
                  <a:cubicBezTo>
                    <a:pt x="21" y="202"/>
                    <a:pt x="37" y="235"/>
                    <a:pt x="70" y="235"/>
                  </a:cubicBezTo>
                  <a:cubicBezTo>
                    <a:pt x="79" y="244"/>
                    <a:pt x="92" y="248"/>
                    <a:pt x="107" y="248"/>
                  </a:cubicBezTo>
                  <a:cubicBezTo>
                    <a:pt x="123" y="248"/>
                    <a:pt x="140" y="244"/>
                    <a:pt x="157" y="235"/>
                  </a:cubicBezTo>
                  <a:cubicBezTo>
                    <a:pt x="190" y="235"/>
                    <a:pt x="206" y="202"/>
                    <a:pt x="227" y="186"/>
                  </a:cubicBezTo>
                  <a:cubicBezTo>
                    <a:pt x="244" y="149"/>
                    <a:pt x="244" y="116"/>
                    <a:pt x="227" y="83"/>
                  </a:cubicBezTo>
                  <a:cubicBezTo>
                    <a:pt x="227" y="62"/>
                    <a:pt x="227" y="46"/>
                    <a:pt x="206" y="29"/>
                  </a:cubicBezTo>
                  <a:cubicBezTo>
                    <a:pt x="190" y="13"/>
                    <a:pt x="190" y="13"/>
                    <a:pt x="173" y="13"/>
                  </a:cubicBezTo>
                  <a:cubicBezTo>
                    <a:pt x="165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1" name="Google Shape;17801;p44"/>
            <p:cNvSpPr/>
            <p:nvPr/>
          </p:nvSpPr>
          <p:spPr>
            <a:xfrm>
              <a:off x="4008950" y="2797800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41" y="0"/>
                  </a:moveTo>
                  <a:cubicBezTo>
                    <a:pt x="107" y="0"/>
                    <a:pt x="71" y="19"/>
                    <a:pt x="50" y="50"/>
                  </a:cubicBezTo>
                  <a:cubicBezTo>
                    <a:pt x="0" y="99"/>
                    <a:pt x="0" y="186"/>
                    <a:pt x="50" y="223"/>
                  </a:cubicBezTo>
                  <a:cubicBezTo>
                    <a:pt x="66" y="239"/>
                    <a:pt x="87" y="239"/>
                    <a:pt x="103" y="256"/>
                  </a:cubicBezTo>
                  <a:cubicBezTo>
                    <a:pt x="136" y="256"/>
                    <a:pt x="169" y="239"/>
                    <a:pt x="206" y="202"/>
                  </a:cubicBezTo>
                  <a:cubicBezTo>
                    <a:pt x="239" y="169"/>
                    <a:pt x="256" y="120"/>
                    <a:pt x="239" y="66"/>
                  </a:cubicBezTo>
                  <a:cubicBezTo>
                    <a:pt x="223" y="50"/>
                    <a:pt x="223" y="33"/>
                    <a:pt x="206" y="33"/>
                  </a:cubicBezTo>
                  <a:cubicBezTo>
                    <a:pt x="190" y="10"/>
                    <a:pt x="166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2" name="Google Shape;17802;p44"/>
            <p:cNvSpPr/>
            <p:nvPr/>
          </p:nvSpPr>
          <p:spPr>
            <a:xfrm>
              <a:off x="4078925" y="28410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8" y="1"/>
                  </a:moveTo>
                  <a:cubicBezTo>
                    <a:pt x="71" y="1"/>
                    <a:pt x="17" y="49"/>
                    <a:pt x="17" y="107"/>
                  </a:cubicBezTo>
                  <a:cubicBezTo>
                    <a:pt x="0" y="160"/>
                    <a:pt x="17" y="193"/>
                    <a:pt x="33" y="210"/>
                  </a:cubicBezTo>
                  <a:cubicBezTo>
                    <a:pt x="50" y="247"/>
                    <a:pt x="71" y="247"/>
                    <a:pt x="87" y="263"/>
                  </a:cubicBezTo>
                  <a:cubicBezTo>
                    <a:pt x="120" y="263"/>
                    <a:pt x="153" y="263"/>
                    <a:pt x="174" y="226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40" y="90"/>
                    <a:pt x="223" y="57"/>
                  </a:cubicBezTo>
                  <a:cubicBezTo>
                    <a:pt x="207" y="41"/>
                    <a:pt x="207" y="41"/>
                    <a:pt x="207" y="20"/>
                  </a:cubicBezTo>
                  <a:lnTo>
                    <a:pt x="190" y="20"/>
                  </a:lnTo>
                  <a:cubicBezTo>
                    <a:pt x="174" y="4"/>
                    <a:pt x="153" y="4"/>
                    <a:pt x="153" y="4"/>
                  </a:cubicBezTo>
                  <a:cubicBezTo>
                    <a:pt x="145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3" name="Google Shape;17803;p44"/>
            <p:cNvSpPr/>
            <p:nvPr/>
          </p:nvSpPr>
          <p:spPr>
            <a:xfrm>
              <a:off x="4083675" y="27484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9" y="0"/>
                  </a:moveTo>
                  <a:cubicBezTo>
                    <a:pt x="124" y="0"/>
                    <a:pt x="111" y="4"/>
                    <a:pt x="103" y="13"/>
                  </a:cubicBezTo>
                  <a:cubicBezTo>
                    <a:pt x="33" y="33"/>
                    <a:pt x="0" y="99"/>
                    <a:pt x="17" y="169"/>
                  </a:cubicBezTo>
                  <a:cubicBezTo>
                    <a:pt x="17" y="202"/>
                    <a:pt x="50" y="239"/>
                    <a:pt x="66" y="239"/>
                  </a:cubicBezTo>
                  <a:cubicBezTo>
                    <a:pt x="103" y="256"/>
                    <a:pt x="120" y="256"/>
                    <a:pt x="153" y="256"/>
                  </a:cubicBezTo>
                  <a:cubicBezTo>
                    <a:pt x="190" y="239"/>
                    <a:pt x="206" y="202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6"/>
                    <a:pt x="223" y="50"/>
                    <a:pt x="206" y="33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1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4" name="Google Shape;17804;p44"/>
            <p:cNvSpPr/>
            <p:nvPr/>
          </p:nvSpPr>
          <p:spPr>
            <a:xfrm>
              <a:off x="4090975" y="2782750"/>
              <a:ext cx="5600" cy="6475"/>
            </a:xfrm>
            <a:custGeom>
              <a:avLst/>
              <a:gdLst/>
              <a:ahLst/>
              <a:cxnLst/>
              <a:rect l="l" t="t" r="r" b="b"/>
              <a:pathLst>
                <a:path w="224" h="259" extrusionOk="0">
                  <a:moveTo>
                    <a:pt x="104" y="0"/>
                  </a:moveTo>
                  <a:cubicBezTo>
                    <a:pt x="67" y="17"/>
                    <a:pt x="17" y="50"/>
                    <a:pt x="1" y="103"/>
                  </a:cubicBezTo>
                  <a:cubicBezTo>
                    <a:pt x="1" y="136"/>
                    <a:pt x="1" y="169"/>
                    <a:pt x="17" y="206"/>
                  </a:cubicBezTo>
                  <a:cubicBezTo>
                    <a:pt x="34" y="239"/>
                    <a:pt x="50" y="256"/>
                    <a:pt x="83" y="256"/>
                  </a:cubicBezTo>
                  <a:cubicBezTo>
                    <a:pt x="90" y="258"/>
                    <a:pt x="98" y="259"/>
                    <a:pt x="105" y="259"/>
                  </a:cubicBezTo>
                  <a:cubicBezTo>
                    <a:pt x="154" y="259"/>
                    <a:pt x="209" y="214"/>
                    <a:pt x="224" y="153"/>
                  </a:cubicBezTo>
                  <a:lnTo>
                    <a:pt x="224" y="120"/>
                  </a:lnTo>
                  <a:cubicBezTo>
                    <a:pt x="224" y="83"/>
                    <a:pt x="207" y="50"/>
                    <a:pt x="186" y="33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5" name="Google Shape;17805;p44"/>
            <p:cNvSpPr/>
            <p:nvPr/>
          </p:nvSpPr>
          <p:spPr>
            <a:xfrm>
              <a:off x="4075925" y="2777700"/>
              <a:ext cx="6425" cy="6600"/>
            </a:xfrm>
            <a:custGeom>
              <a:avLst/>
              <a:gdLst/>
              <a:ahLst/>
              <a:cxnLst/>
              <a:rect l="l" t="t" r="r" b="b"/>
              <a:pathLst>
                <a:path w="257" h="264" extrusionOk="0">
                  <a:moveTo>
                    <a:pt x="140" y="0"/>
                  </a:moveTo>
                  <a:cubicBezTo>
                    <a:pt x="125" y="0"/>
                    <a:pt x="112" y="4"/>
                    <a:pt x="104" y="12"/>
                  </a:cubicBezTo>
                  <a:cubicBezTo>
                    <a:pt x="34" y="45"/>
                    <a:pt x="1" y="116"/>
                    <a:pt x="17" y="181"/>
                  </a:cubicBezTo>
                  <a:cubicBezTo>
                    <a:pt x="34" y="219"/>
                    <a:pt x="50" y="235"/>
                    <a:pt x="67" y="252"/>
                  </a:cubicBezTo>
                  <a:cubicBezTo>
                    <a:pt x="85" y="260"/>
                    <a:pt x="103" y="264"/>
                    <a:pt x="118" y="264"/>
                  </a:cubicBezTo>
                  <a:cubicBezTo>
                    <a:pt x="133" y="264"/>
                    <a:pt x="145" y="260"/>
                    <a:pt x="153" y="252"/>
                  </a:cubicBezTo>
                  <a:cubicBezTo>
                    <a:pt x="224" y="219"/>
                    <a:pt x="257" y="149"/>
                    <a:pt x="240" y="78"/>
                  </a:cubicBezTo>
                  <a:cubicBezTo>
                    <a:pt x="240" y="62"/>
                    <a:pt x="224" y="45"/>
                    <a:pt x="207" y="29"/>
                  </a:cubicBezTo>
                  <a:lnTo>
                    <a:pt x="191" y="12"/>
                  </a:lnTo>
                  <a:cubicBezTo>
                    <a:pt x="172" y="4"/>
                    <a:pt x="155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6" name="Google Shape;17806;p44"/>
            <p:cNvSpPr/>
            <p:nvPr/>
          </p:nvSpPr>
          <p:spPr>
            <a:xfrm>
              <a:off x="4042025" y="2755925"/>
              <a:ext cx="6425" cy="6650"/>
            </a:xfrm>
            <a:custGeom>
              <a:avLst/>
              <a:gdLst/>
              <a:ahLst/>
              <a:cxnLst/>
              <a:rect l="l" t="t" r="r" b="b"/>
              <a:pathLst>
                <a:path w="257" h="266" extrusionOk="0">
                  <a:moveTo>
                    <a:pt x="144" y="0"/>
                  </a:moveTo>
                  <a:cubicBezTo>
                    <a:pt x="108" y="0"/>
                    <a:pt x="70" y="17"/>
                    <a:pt x="50" y="59"/>
                  </a:cubicBezTo>
                  <a:cubicBezTo>
                    <a:pt x="0" y="108"/>
                    <a:pt x="0" y="195"/>
                    <a:pt x="50" y="228"/>
                  </a:cubicBezTo>
                  <a:cubicBezTo>
                    <a:pt x="66" y="249"/>
                    <a:pt x="83" y="249"/>
                    <a:pt x="104" y="265"/>
                  </a:cubicBezTo>
                  <a:cubicBezTo>
                    <a:pt x="137" y="265"/>
                    <a:pt x="170" y="249"/>
                    <a:pt x="207" y="211"/>
                  </a:cubicBezTo>
                  <a:cubicBezTo>
                    <a:pt x="240" y="178"/>
                    <a:pt x="256" y="125"/>
                    <a:pt x="240" y="75"/>
                  </a:cubicBezTo>
                  <a:cubicBezTo>
                    <a:pt x="223" y="59"/>
                    <a:pt x="223" y="42"/>
                    <a:pt x="207" y="22"/>
                  </a:cubicBezTo>
                  <a:cubicBezTo>
                    <a:pt x="192" y="8"/>
                    <a:pt x="168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7" name="Google Shape;17807;p44"/>
            <p:cNvSpPr/>
            <p:nvPr/>
          </p:nvSpPr>
          <p:spPr>
            <a:xfrm>
              <a:off x="4078500" y="2797375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34" y="1"/>
                  </a:moveTo>
                  <a:cubicBezTo>
                    <a:pt x="100" y="1"/>
                    <a:pt x="65" y="19"/>
                    <a:pt x="34" y="50"/>
                  </a:cubicBezTo>
                  <a:cubicBezTo>
                    <a:pt x="1" y="100"/>
                    <a:pt x="1" y="186"/>
                    <a:pt x="34" y="219"/>
                  </a:cubicBezTo>
                  <a:cubicBezTo>
                    <a:pt x="57" y="242"/>
                    <a:pt x="82" y="252"/>
                    <a:pt x="107" y="252"/>
                  </a:cubicBezTo>
                  <a:cubicBezTo>
                    <a:pt x="141" y="252"/>
                    <a:pt x="176" y="233"/>
                    <a:pt x="207" y="203"/>
                  </a:cubicBezTo>
                  <a:cubicBezTo>
                    <a:pt x="240" y="153"/>
                    <a:pt x="240" y="67"/>
                    <a:pt x="207" y="34"/>
                  </a:cubicBezTo>
                  <a:cubicBezTo>
                    <a:pt x="184" y="11"/>
                    <a:pt x="159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8" name="Google Shape;17808;p44"/>
            <p:cNvSpPr/>
            <p:nvPr/>
          </p:nvSpPr>
          <p:spPr>
            <a:xfrm>
              <a:off x="4079325" y="2733200"/>
              <a:ext cx="6025" cy="6250"/>
            </a:xfrm>
            <a:custGeom>
              <a:avLst/>
              <a:gdLst/>
              <a:ahLst/>
              <a:cxnLst/>
              <a:rect l="l" t="t" r="r" b="b"/>
              <a:pathLst>
                <a:path w="241" h="250" extrusionOk="0">
                  <a:moveTo>
                    <a:pt x="118" y="0"/>
                  </a:moveTo>
                  <a:cubicBezTo>
                    <a:pt x="71" y="0"/>
                    <a:pt x="15" y="48"/>
                    <a:pt x="1" y="106"/>
                  </a:cubicBezTo>
                  <a:cubicBezTo>
                    <a:pt x="1" y="143"/>
                    <a:pt x="1" y="176"/>
                    <a:pt x="17" y="193"/>
                  </a:cubicBezTo>
                  <a:cubicBezTo>
                    <a:pt x="34" y="230"/>
                    <a:pt x="55" y="246"/>
                    <a:pt x="88" y="246"/>
                  </a:cubicBezTo>
                  <a:cubicBezTo>
                    <a:pt x="96" y="248"/>
                    <a:pt x="105" y="249"/>
                    <a:pt x="113" y="249"/>
                  </a:cubicBezTo>
                  <a:cubicBezTo>
                    <a:pt x="169" y="249"/>
                    <a:pt x="209" y="201"/>
                    <a:pt x="224" y="143"/>
                  </a:cubicBezTo>
                  <a:cubicBezTo>
                    <a:pt x="240" y="90"/>
                    <a:pt x="224" y="57"/>
                    <a:pt x="191" y="24"/>
                  </a:cubicBezTo>
                  <a:cubicBezTo>
                    <a:pt x="191" y="3"/>
                    <a:pt x="174" y="3"/>
                    <a:pt x="137" y="3"/>
                  </a:cubicBezTo>
                  <a:cubicBezTo>
                    <a:pt x="131" y="1"/>
                    <a:pt x="124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9" name="Google Shape;17809;p44"/>
            <p:cNvSpPr/>
            <p:nvPr/>
          </p:nvSpPr>
          <p:spPr>
            <a:xfrm>
              <a:off x="4115000" y="27570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5" y="1"/>
                  </a:moveTo>
                  <a:cubicBezTo>
                    <a:pt x="120" y="1"/>
                    <a:pt x="104" y="5"/>
                    <a:pt x="87" y="13"/>
                  </a:cubicBezTo>
                  <a:cubicBezTo>
                    <a:pt x="50" y="29"/>
                    <a:pt x="33" y="46"/>
                    <a:pt x="17" y="79"/>
                  </a:cubicBezTo>
                  <a:cubicBezTo>
                    <a:pt x="1" y="116"/>
                    <a:pt x="1" y="149"/>
                    <a:pt x="17" y="182"/>
                  </a:cubicBezTo>
                  <a:cubicBezTo>
                    <a:pt x="31" y="226"/>
                    <a:pt x="69" y="256"/>
                    <a:pt x="120" y="256"/>
                  </a:cubicBezTo>
                  <a:cubicBezTo>
                    <a:pt x="130" y="256"/>
                    <a:pt x="141" y="255"/>
                    <a:pt x="153" y="252"/>
                  </a:cubicBezTo>
                  <a:cubicBezTo>
                    <a:pt x="207" y="219"/>
                    <a:pt x="240" y="149"/>
                    <a:pt x="223" y="79"/>
                  </a:cubicBezTo>
                  <a:cubicBezTo>
                    <a:pt x="223" y="62"/>
                    <a:pt x="207" y="46"/>
                    <a:pt x="207" y="29"/>
                  </a:cubicBezTo>
                  <a:cubicBezTo>
                    <a:pt x="190" y="29"/>
                    <a:pt x="190" y="13"/>
                    <a:pt x="174" y="13"/>
                  </a:cubicBezTo>
                  <a:cubicBezTo>
                    <a:pt x="163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0" name="Google Shape;17810;p44"/>
            <p:cNvSpPr/>
            <p:nvPr/>
          </p:nvSpPr>
          <p:spPr>
            <a:xfrm>
              <a:off x="4112000" y="2798700"/>
              <a:ext cx="6025" cy="6175"/>
            </a:xfrm>
            <a:custGeom>
              <a:avLst/>
              <a:gdLst/>
              <a:ahLst/>
              <a:cxnLst/>
              <a:rect l="l" t="t" r="r" b="b"/>
              <a:pathLst>
                <a:path w="241" h="247" extrusionOk="0">
                  <a:moveTo>
                    <a:pt x="135" y="0"/>
                  </a:moveTo>
                  <a:cubicBezTo>
                    <a:pt x="100" y="0"/>
                    <a:pt x="65" y="18"/>
                    <a:pt x="34" y="47"/>
                  </a:cubicBezTo>
                  <a:cubicBezTo>
                    <a:pt x="34" y="63"/>
                    <a:pt x="17" y="84"/>
                    <a:pt x="17" y="100"/>
                  </a:cubicBezTo>
                  <a:cubicBezTo>
                    <a:pt x="1" y="150"/>
                    <a:pt x="17" y="187"/>
                    <a:pt x="34" y="220"/>
                  </a:cubicBezTo>
                  <a:cubicBezTo>
                    <a:pt x="53" y="239"/>
                    <a:pt x="80" y="247"/>
                    <a:pt x="105" y="247"/>
                  </a:cubicBezTo>
                  <a:cubicBezTo>
                    <a:pt x="123" y="247"/>
                    <a:pt x="140" y="243"/>
                    <a:pt x="153" y="236"/>
                  </a:cubicBezTo>
                  <a:cubicBezTo>
                    <a:pt x="170" y="236"/>
                    <a:pt x="191" y="220"/>
                    <a:pt x="207" y="203"/>
                  </a:cubicBezTo>
                  <a:cubicBezTo>
                    <a:pt x="240" y="150"/>
                    <a:pt x="240" y="63"/>
                    <a:pt x="207" y="30"/>
                  </a:cubicBezTo>
                  <a:cubicBezTo>
                    <a:pt x="185" y="9"/>
                    <a:pt x="160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1" name="Google Shape;17811;p44"/>
            <p:cNvSpPr/>
            <p:nvPr/>
          </p:nvSpPr>
          <p:spPr>
            <a:xfrm>
              <a:off x="4069850" y="2760600"/>
              <a:ext cx="5700" cy="6300"/>
            </a:xfrm>
            <a:custGeom>
              <a:avLst/>
              <a:gdLst/>
              <a:ahLst/>
              <a:cxnLst/>
              <a:rect l="l" t="t" r="r" b="b"/>
              <a:pathLst>
                <a:path w="228" h="252" extrusionOk="0">
                  <a:moveTo>
                    <a:pt x="119" y="1"/>
                  </a:moveTo>
                  <a:cubicBezTo>
                    <a:pt x="102" y="1"/>
                    <a:pt x="82" y="8"/>
                    <a:pt x="71" y="8"/>
                  </a:cubicBezTo>
                  <a:cubicBezTo>
                    <a:pt x="38" y="24"/>
                    <a:pt x="21" y="62"/>
                    <a:pt x="1" y="111"/>
                  </a:cubicBezTo>
                  <a:cubicBezTo>
                    <a:pt x="1" y="144"/>
                    <a:pt x="1" y="181"/>
                    <a:pt x="21" y="198"/>
                  </a:cubicBezTo>
                  <a:cubicBezTo>
                    <a:pt x="38" y="231"/>
                    <a:pt x="54" y="247"/>
                    <a:pt x="87" y="247"/>
                  </a:cubicBezTo>
                  <a:cubicBezTo>
                    <a:pt x="95" y="250"/>
                    <a:pt x="103" y="252"/>
                    <a:pt x="111" y="252"/>
                  </a:cubicBezTo>
                  <a:cubicBezTo>
                    <a:pt x="156" y="252"/>
                    <a:pt x="196" y="207"/>
                    <a:pt x="227" y="165"/>
                  </a:cubicBezTo>
                  <a:lnTo>
                    <a:pt x="227" y="144"/>
                  </a:lnTo>
                  <a:cubicBezTo>
                    <a:pt x="227" y="95"/>
                    <a:pt x="227" y="62"/>
                    <a:pt x="190" y="24"/>
                  </a:cubicBezTo>
                  <a:cubicBezTo>
                    <a:pt x="174" y="8"/>
                    <a:pt x="157" y="8"/>
                    <a:pt x="141" y="8"/>
                  </a:cubicBezTo>
                  <a:cubicBezTo>
                    <a:pt x="135" y="2"/>
                    <a:pt x="128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2" name="Google Shape;17812;p44"/>
            <p:cNvSpPr/>
            <p:nvPr/>
          </p:nvSpPr>
          <p:spPr>
            <a:xfrm>
              <a:off x="4113650" y="2815425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49" y="0"/>
                  </a:moveTo>
                  <a:cubicBezTo>
                    <a:pt x="136" y="0"/>
                    <a:pt x="123" y="4"/>
                    <a:pt x="104" y="12"/>
                  </a:cubicBezTo>
                  <a:cubicBezTo>
                    <a:pt x="38" y="33"/>
                    <a:pt x="1" y="116"/>
                    <a:pt x="22" y="169"/>
                  </a:cubicBezTo>
                  <a:cubicBezTo>
                    <a:pt x="38" y="202"/>
                    <a:pt x="55" y="239"/>
                    <a:pt x="71" y="239"/>
                  </a:cubicBezTo>
                  <a:cubicBezTo>
                    <a:pt x="104" y="256"/>
                    <a:pt x="141" y="256"/>
                    <a:pt x="158" y="256"/>
                  </a:cubicBezTo>
                  <a:cubicBezTo>
                    <a:pt x="191" y="239"/>
                    <a:pt x="207" y="202"/>
                    <a:pt x="228" y="186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44" y="66"/>
                    <a:pt x="228" y="50"/>
                    <a:pt x="207" y="33"/>
                  </a:cubicBezTo>
                  <a:cubicBezTo>
                    <a:pt x="207" y="12"/>
                    <a:pt x="191" y="12"/>
                    <a:pt x="191" y="12"/>
                  </a:cubicBezTo>
                  <a:cubicBezTo>
                    <a:pt x="174" y="4"/>
                    <a:pt x="162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3" name="Google Shape;17813;p44"/>
            <p:cNvSpPr/>
            <p:nvPr/>
          </p:nvSpPr>
          <p:spPr>
            <a:xfrm>
              <a:off x="4091400" y="28282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87" y="0"/>
                    <a:pt x="50" y="17"/>
                    <a:pt x="33" y="54"/>
                  </a:cubicBezTo>
                  <a:cubicBezTo>
                    <a:pt x="17" y="70"/>
                    <a:pt x="0" y="103"/>
                    <a:pt x="0" y="120"/>
                  </a:cubicBezTo>
                  <a:cubicBezTo>
                    <a:pt x="0" y="173"/>
                    <a:pt x="17" y="206"/>
                    <a:pt x="33" y="223"/>
                  </a:cubicBezTo>
                  <a:cubicBezTo>
                    <a:pt x="56" y="246"/>
                    <a:pt x="81" y="256"/>
                    <a:pt x="106" y="256"/>
                  </a:cubicBezTo>
                  <a:cubicBezTo>
                    <a:pt x="141" y="256"/>
                    <a:pt x="176" y="237"/>
                    <a:pt x="207" y="206"/>
                  </a:cubicBezTo>
                  <a:cubicBezTo>
                    <a:pt x="239" y="157"/>
                    <a:pt x="239" y="70"/>
                    <a:pt x="190" y="17"/>
                  </a:cubicBezTo>
                  <a:cubicBezTo>
                    <a:pt x="169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4" name="Google Shape;17814;p44"/>
            <p:cNvSpPr/>
            <p:nvPr/>
          </p:nvSpPr>
          <p:spPr>
            <a:xfrm>
              <a:off x="4087475" y="272007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7" y="0"/>
                  </a:moveTo>
                  <a:cubicBezTo>
                    <a:pt x="121" y="0"/>
                    <a:pt x="104" y="5"/>
                    <a:pt x="87" y="13"/>
                  </a:cubicBezTo>
                  <a:cubicBezTo>
                    <a:pt x="71" y="13"/>
                    <a:pt x="38" y="50"/>
                    <a:pt x="17" y="83"/>
                  </a:cubicBezTo>
                  <a:cubicBezTo>
                    <a:pt x="1" y="116"/>
                    <a:pt x="1" y="153"/>
                    <a:pt x="17" y="169"/>
                  </a:cubicBezTo>
                  <a:cubicBezTo>
                    <a:pt x="17" y="202"/>
                    <a:pt x="38" y="240"/>
                    <a:pt x="71" y="240"/>
                  </a:cubicBezTo>
                  <a:cubicBezTo>
                    <a:pt x="87" y="256"/>
                    <a:pt x="120" y="256"/>
                    <a:pt x="157" y="256"/>
                  </a:cubicBezTo>
                  <a:cubicBezTo>
                    <a:pt x="207" y="219"/>
                    <a:pt x="244" y="153"/>
                    <a:pt x="223" y="83"/>
                  </a:cubicBezTo>
                  <a:cubicBezTo>
                    <a:pt x="223" y="66"/>
                    <a:pt x="207" y="50"/>
                    <a:pt x="207" y="33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6" y="5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5" name="Google Shape;17815;p44"/>
            <p:cNvSpPr/>
            <p:nvPr/>
          </p:nvSpPr>
          <p:spPr>
            <a:xfrm>
              <a:off x="4086250" y="27647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1"/>
                  </a:moveTo>
                  <a:cubicBezTo>
                    <a:pt x="87" y="1"/>
                    <a:pt x="33" y="50"/>
                    <a:pt x="17" y="120"/>
                  </a:cubicBezTo>
                  <a:cubicBezTo>
                    <a:pt x="0" y="153"/>
                    <a:pt x="17" y="186"/>
                    <a:pt x="33" y="207"/>
                  </a:cubicBezTo>
                  <a:cubicBezTo>
                    <a:pt x="33" y="240"/>
                    <a:pt x="66" y="256"/>
                    <a:pt x="103" y="256"/>
                  </a:cubicBezTo>
                  <a:cubicBezTo>
                    <a:pt x="110" y="258"/>
                    <a:pt x="117" y="259"/>
                    <a:pt x="124" y="259"/>
                  </a:cubicBezTo>
                  <a:cubicBezTo>
                    <a:pt x="170" y="259"/>
                    <a:pt x="225" y="214"/>
                    <a:pt x="239" y="153"/>
                  </a:cubicBezTo>
                  <a:cubicBezTo>
                    <a:pt x="239" y="120"/>
                    <a:pt x="239" y="83"/>
                    <a:pt x="223" y="50"/>
                  </a:cubicBezTo>
                  <a:lnTo>
                    <a:pt x="206" y="34"/>
                  </a:lnTo>
                  <a:cubicBezTo>
                    <a:pt x="190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6" name="Google Shape;17816;p44"/>
            <p:cNvSpPr/>
            <p:nvPr/>
          </p:nvSpPr>
          <p:spPr>
            <a:xfrm>
              <a:off x="4095200" y="273635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58" y="1"/>
                  </a:moveTo>
                  <a:cubicBezTo>
                    <a:pt x="87" y="1"/>
                    <a:pt x="17" y="50"/>
                    <a:pt x="17" y="120"/>
                  </a:cubicBezTo>
                  <a:cubicBezTo>
                    <a:pt x="1" y="153"/>
                    <a:pt x="1" y="186"/>
                    <a:pt x="17" y="207"/>
                  </a:cubicBezTo>
                  <a:cubicBezTo>
                    <a:pt x="38" y="240"/>
                    <a:pt x="71" y="256"/>
                    <a:pt x="87" y="256"/>
                  </a:cubicBezTo>
                  <a:cubicBezTo>
                    <a:pt x="97" y="261"/>
                    <a:pt x="107" y="263"/>
                    <a:pt x="117" y="263"/>
                  </a:cubicBezTo>
                  <a:cubicBezTo>
                    <a:pt x="140" y="263"/>
                    <a:pt x="162" y="252"/>
                    <a:pt x="174" y="240"/>
                  </a:cubicBezTo>
                  <a:cubicBezTo>
                    <a:pt x="207" y="223"/>
                    <a:pt x="224" y="186"/>
                    <a:pt x="224" y="153"/>
                  </a:cubicBezTo>
                  <a:cubicBezTo>
                    <a:pt x="244" y="120"/>
                    <a:pt x="244" y="83"/>
                    <a:pt x="224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1" y="17"/>
                    <a:pt x="174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7" name="Google Shape;17817;p44"/>
            <p:cNvSpPr/>
            <p:nvPr/>
          </p:nvSpPr>
          <p:spPr>
            <a:xfrm>
              <a:off x="4074175" y="2822725"/>
              <a:ext cx="6525" cy="6575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41" y="1"/>
                  </a:moveTo>
                  <a:cubicBezTo>
                    <a:pt x="126" y="1"/>
                    <a:pt x="112" y="5"/>
                    <a:pt x="104" y="13"/>
                  </a:cubicBezTo>
                  <a:cubicBezTo>
                    <a:pt x="34" y="50"/>
                    <a:pt x="1" y="116"/>
                    <a:pt x="17" y="186"/>
                  </a:cubicBezTo>
                  <a:cubicBezTo>
                    <a:pt x="30" y="240"/>
                    <a:pt x="74" y="262"/>
                    <a:pt x="118" y="262"/>
                  </a:cubicBezTo>
                  <a:cubicBezTo>
                    <a:pt x="132" y="262"/>
                    <a:pt x="145" y="260"/>
                    <a:pt x="158" y="256"/>
                  </a:cubicBezTo>
                  <a:cubicBezTo>
                    <a:pt x="223" y="219"/>
                    <a:pt x="261" y="153"/>
                    <a:pt x="240" y="83"/>
                  </a:cubicBezTo>
                  <a:cubicBezTo>
                    <a:pt x="223" y="67"/>
                    <a:pt x="223" y="50"/>
                    <a:pt x="207" y="30"/>
                  </a:cubicBezTo>
                  <a:cubicBezTo>
                    <a:pt x="190" y="30"/>
                    <a:pt x="190" y="13"/>
                    <a:pt x="190" y="13"/>
                  </a:cubicBezTo>
                  <a:cubicBezTo>
                    <a:pt x="174" y="5"/>
                    <a:pt x="156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8" name="Google Shape;17818;p44"/>
            <p:cNvSpPr/>
            <p:nvPr/>
          </p:nvSpPr>
          <p:spPr>
            <a:xfrm>
              <a:off x="4034300" y="27717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1" y="0"/>
                  </a:moveTo>
                  <a:cubicBezTo>
                    <a:pt x="122" y="0"/>
                    <a:pt x="113" y="2"/>
                    <a:pt x="103" y="7"/>
                  </a:cubicBezTo>
                  <a:cubicBezTo>
                    <a:pt x="83" y="7"/>
                    <a:pt x="50" y="28"/>
                    <a:pt x="33" y="44"/>
                  </a:cubicBezTo>
                  <a:cubicBezTo>
                    <a:pt x="17" y="77"/>
                    <a:pt x="0" y="94"/>
                    <a:pt x="0" y="131"/>
                  </a:cubicBezTo>
                  <a:cubicBezTo>
                    <a:pt x="0" y="164"/>
                    <a:pt x="17" y="197"/>
                    <a:pt x="33" y="234"/>
                  </a:cubicBezTo>
                  <a:cubicBezTo>
                    <a:pt x="55" y="248"/>
                    <a:pt x="81" y="257"/>
                    <a:pt x="107" y="257"/>
                  </a:cubicBezTo>
                  <a:cubicBezTo>
                    <a:pt x="141" y="257"/>
                    <a:pt x="176" y="243"/>
                    <a:pt x="206" y="213"/>
                  </a:cubicBezTo>
                  <a:cubicBezTo>
                    <a:pt x="239" y="147"/>
                    <a:pt x="239" y="77"/>
                    <a:pt x="186" y="28"/>
                  </a:cubicBezTo>
                  <a:cubicBezTo>
                    <a:pt x="174" y="13"/>
                    <a:pt x="154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9" name="Google Shape;17819;p44"/>
            <p:cNvSpPr/>
            <p:nvPr/>
          </p:nvSpPr>
          <p:spPr>
            <a:xfrm>
              <a:off x="4028625" y="2755975"/>
              <a:ext cx="6100" cy="6250"/>
            </a:xfrm>
            <a:custGeom>
              <a:avLst/>
              <a:gdLst/>
              <a:ahLst/>
              <a:cxnLst/>
              <a:rect l="l" t="t" r="r" b="b"/>
              <a:pathLst>
                <a:path w="244" h="250" extrusionOk="0">
                  <a:moveTo>
                    <a:pt x="131" y="0"/>
                  </a:moveTo>
                  <a:cubicBezTo>
                    <a:pt x="72" y="0"/>
                    <a:pt x="21" y="49"/>
                    <a:pt x="21" y="106"/>
                  </a:cubicBezTo>
                  <a:cubicBezTo>
                    <a:pt x="1" y="143"/>
                    <a:pt x="1" y="176"/>
                    <a:pt x="21" y="193"/>
                  </a:cubicBezTo>
                  <a:cubicBezTo>
                    <a:pt x="38" y="226"/>
                    <a:pt x="71" y="247"/>
                    <a:pt x="87" y="247"/>
                  </a:cubicBezTo>
                  <a:cubicBezTo>
                    <a:pt x="96" y="249"/>
                    <a:pt x="104" y="250"/>
                    <a:pt x="112" y="250"/>
                  </a:cubicBezTo>
                  <a:cubicBezTo>
                    <a:pt x="169" y="250"/>
                    <a:pt x="209" y="201"/>
                    <a:pt x="227" y="143"/>
                  </a:cubicBezTo>
                  <a:cubicBezTo>
                    <a:pt x="244" y="106"/>
                    <a:pt x="227" y="73"/>
                    <a:pt x="227" y="57"/>
                  </a:cubicBezTo>
                  <a:cubicBezTo>
                    <a:pt x="207" y="40"/>
                    <a:pt x="207" y="40"/>
                    <a:pt x="207" y="20"/>
                  </a:cubicBezTo>
                  <a:cubicBezTo>
                    <a:pt x="190" y="3"/>
                    <a:pt x="174" y="3"/>
                    <a:pt x="157" y="3"/>
                  </a:cubicBezTo>
                  <a:cubicBezTo>
                    <a:pt x="148" y="1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0" name="Google Shape;17820;p44"/>
            <p:cNvSpPr/>
            <p:nvPr/>
          </p:nvSpPr>
          <p:spPr>
            <a:xfrm>
              <a:off x="4037700" y="2850150"/>
              <a:ext cx="3425" cy="425"/>
            </a:xfrm>
            <a:custGeom>
              <a:avLst/>
              <a:gdLst/>
              <a:ahLst/>
              <a:cxnLst/>
              <a:rect l="l" t="t" r="r" b="b"/>
              <a:pathLst>
                <a:path w="137" h="17" extrusionOk="0">
                  <a:moveTo>
                    <a:pt x="87" y="0"/>
                  </a:moveTo>
                  <a:cubicBezTo>
                    <a:pt x="50" y="0"/>
                    <a:pt x="33" y="0"/>
                    <a:pt x="0" y="17"/>
                  </a:cubicBezTo>
                  <a:lnTo>
                    <a:pt x="136" y="17"/>
                  </a:lnTo>
                  <a:cubicBezTo>
                    <a:pt x="120" y="17"/>
                    <a:pt x="103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1" name="Google Shape;17821;p44"/>
            <p:cNvSpPr/>
            <p:nvPr/>
          </p:nvSpPr>
          <p:spPr>
            <a:xfrm>
              <a:off x="4035950" y="278865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5" y="45"/>
                    <a:pt x="17" y="106"/>
                  </a:cubicBezTo>
                  <a:cubicBezTo>
                    <a:pt x="0" y="139"/>
                    <a:pt x="0" y="176"/>
                    <a:pt x="17" y="209"/>
                  </a:cubicBezTo>
                  <a:cubicBezTo>
                    <a:pt x="37" y="226"/>
                    <a:pt x="70" y="242"/>
                    <a:pt x="87" y="259"/>
                  </a:cubicBezTo>
                  <a:cubicBezTo>
                    <a:pt x="157" y="259"/>
                    <a:pt x="206" y="209"/>
                    <a:pt x="223" y="139"/>
                  </a:cubicBezTo>
                  <a:cubicBezTo>
                    <a:pt x="243" y="106"/>
                    <a:pt x="243" y="73"/>
                    <a:pt x="223" y="53"/>
                  </a:cubicBezTo>
                  <a:cubicBezTo>
                    <a:pt x="206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2" name="Google Shape;17822;p44"/>
            <p:cNvSpPr/>
            <p:nvPr/>
          </p:nvSpPr>
          <p:spPr>
            <a:xfrm>
              <a:off x="4036875" y="2804500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3" y="1"/>
                  </a:moveTo>
                  <a:cubicBezTo>
                    <a:pt x="86" y="1"/>
                    <a:pt x="31" y="46"/>
                    <a:pt x="17" y="107"/>
                  </a:cubicBezTo>
                  <a:cubicBezTo>
                    <a:pt x="0" y="177"/>
                    <a:pt x="33" y="243"/>
                    <a:pt x="103" y="243"/>
                  </a:cubicBezTo>
                  <a:cubicBezTo>
                    <a:pt x="113" y="249"/>
                    <a:pt x="122" y="252"/>
                    <a:pt x="129" y="252"/>
                  </a:cubicBezTo>
                  <a:cubicBezTo>
                    <a:pt x="148" y="252"/>
                    <a:pt x="163" y="238"/>
                    <a:pt x="186" y="227"/>
                  </a:cubicBezTo>
                  <a:cubicBezTo>
                    <a:pt x="206" y="210"/>
                    <a:pt x="223" y="177"/>
                    <a:pt x="239" y="140"/>
                  </a:cubicBezTo>
                  <a:cubicBezTo>
                    <a:pt x="239" y="107"/>
                    <a:pt x="239" y="74"/>
                    <a:pt x="223" y="58"/>
                  </a:cubicBezTo>
                  <a:cubicBezTo>
                    <a:pt x="223" y="37"/>
                    <a:pt x="223" y="37"/>
                    <a:pt x="206" y="21"/>
                  </a:cubicBezTo>
                  <a:cubicBezTo>
                    <a:pt x="186" y="4"/>
                    <a:pt x="169" y="4"/>
                    <a:pt x="153" y="4"/>
                  </a:cubicBezTo>
                  <a:cubicBezTo>
                    <a:pt x="146" y="2"/>
                    <a:pt x="140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3" name="Google Shape;17823;p44"/>
            <p:cNvSpPr/>
            <p:nvPr/>
          </p:nvSpPr>
          <p:spPr>
            <a:xfrm>
              <a:off x="4030375" y="2818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7" y="1"/>
                  </a:moveTo>
                  <a:cubicBezTo>
                    <a:pt x="87" y="1"/>
                    <a:pt x="17" y="38"/>
                    <a:pt x="1" y="124"/>
                  </a:cubicBezTo>
                  <a:cubicBezTo>
                    <a:pt x="1" y="141"/>
                    <a:pt x="1" y="174"/>
                    <a:pt x="17" y="207"/>
                  </a:cubicBezTo>
                  <a:cubicBezTo>
                    <a:pt x="34" y="244"/>
                    <a:pt x="71" y="260"/>
                    <a:pt x="87" y="260"/>
                  </a:cubicBezTo>
                  <a:cubicBezTo>
                    <a:pt x="120" y="260"/>
                    <a:pt x="157" y="260"/>
                    <a:pt x="174" y="244"/>
                  </a:cubicBezTo>
                  <a:cubicBezTo>
                    <a:pt x="207" y="207"/>
                    <a:pt x="223" y="190"/>
                    <a:pt x="223" y="157"/>
                  </a:cubicBezTo>
                  <a:cubicBezTo>
                    <a:pt x="240" y="124"/>
                    <a:pt x="223" y="87"/>
                    <a:pt x="223" y="54"/>
                  </a:cubicBezTo>
                  <a:cubicBezTo>
                    <a:pt x="207" y="54"/>
                    <a:pt x="207" y="38"/>
                    <a:pt x="190" y="38"/>
                  </a:cubicBezTo>
                  <a:cubicBezTo>
                    <a:pt x="190" y="21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4" name="Google Shape;17824;p44"/>
            <p:cNvSpPr/>
            <p:nvPr/>
          </p:nvSpPr>
          <p:spPr>
            <a:xfrm>
              <a:off x="4034300" y="283285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15" y="1"/>
                  </a:moveTo>
                  <a:cubicBezTo>
                    <a:pt x="66" y="1"/>
                    <a:pt x="15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7"/>
                    <a:pt x="50" y="264"/>
                    <a:pt x="83" y="264"/>
                  </a:cubicBezTo>
                  <a:cubicBezTo>
                    <a:pt x="120" y="264"/>
                    <a:pt x="136" y="264"/>
                    <a:pt x="169" y="227"/>
                  </a:cubicBezTo>
                  <a:cubicBezTo>
                    <a:pt x="186" y="210"/>
                    <a:pt x="223" y="194"/>
                    <a:pt x="223" y="161"/>
                  </a:cubicBezTo>
                  <a:cubicBezTo>
                    <a:pt x="223" y="124"/>
                    <a:pt x="223" y="91"/>
                    <a:pt x="206" y="58"/>
                  </a:cubicBezTo>
                  <a:cubicBezTo>
                    <a:pt x="206" y="37"/>
                    <a:pt x="206" y="37"/>
                    <a:pt x="186" y="37"/>
                  </a:cubicBezTo>
                  <a:cubicBezTo>
                    <a:pt x="169" y="20"/>
                    <a:pt x="153" y="4"/>
                    <a:pt x="136" y="4"/>
                  </a:cubicBezTo>
                  <a:cubicBezTo>
                    <a:pt x="129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5" name="Google Shape;17825;p44"/>
            <p:cNvSpPr/>
            <p:nvPr/>
          </p:nvSpPr>
          <p:spPr>
            <a:xfrm>
              <a:off x="4064300" y="279122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4" y="45"/>
                    <a:pt x="17" y="106"/>
                  </a:cubicBezTo>
                  <a:cubicBezTo>
                    <a:pt x="0" y="139"/>
                    <a:pt x="17" y="176"/>
                    <a:pt x="37" y="209"/>
                  </a:cubicBezTo>
                  <a:cubicBezTo>
                    <a:pt x="37" y="226"/>
                    <a:pt x="70" y="242"/>
                    <a:pt x="103" y="259"/>
                  </a:cubicBezTo>
                  <a:cubicBezTo>
                    <a:pt x="157" y="259"/>
                    <a:pt x="223" y="209"/>
                    <a:pt x="243" y="139"/>
                  </a:cubicBezTo>
                  <a:cubicBezTo>
                    <a:pt x="243" y="106"/>
                    <a:pt x="243" y="73"/>
                    <a:pt x="223" y="53"/>
                  </a:cubicBezTo>
                  <a:cubicBezTo>
                    <a:pt x="223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6" name="Google Shape;17826;p44"/>
            <p:cNvSpPr/>
            <p:nvPr/>
          </p:nvSpPr>
          <p:spPr>
            <a:xfrm>
              <a:off x="4059125" y="2821275"/>
              <a:ext cx="6125" cy="6200"/>
            </a:xfrm>
            <a:custGeom>
              <a:avLst/>
              <a:gdLst/>
              <a:ahLst/>
              <a:cxnLst/>
              <a:rect l="l" t="t" r="r" b="b"/>
              <a:pathLst>
                <a:path w="245" h="248" extrusionOk="0">
                  <a:moveTo>
                    <a:pt x="128" y="1"/>
                  </a:moveTo>
                  <a:cubicBezTo>
                    <a:pt x="74" y="1"/>
                    <a:pt x="35" y="48"/>
                    <a:pt x="17" y="108"/>
                  </a:cubicBezTo>
                  <a:cubicBezTo>
                    <a:pt x="1" y="141"/>
                    <a:pt x="1" y="174"/>
                    <a:pt x="17" y="211"/>
                  </a:cubicBezTo>
                  <a:cubicBezTo>
                    <a:pt x="38" y="228"/>
                    <a:pt x="71" y="244"/>
                    <a:pt x="87" y="244"/>
                  </a:cubicBezTo>
                  <a:cubicBezTo>
                    <a:pt x="97" y="246"/>
                    <a:pt x="105" y="248"/>
                    <a:pt x="114" y="248"/>
                  </a:cubicBezTo>
                  <a:cubicBezTo>
                    <a:pt x="170" y="248"/>
                    <a:pt x="209" y="202"/>
                    <a:pt x="224" y="141"/>
                  </a:cubicBezTo>
                  <a:cubicBezTo>
                    <a:pt x="244" y="108"/>
                    <a:pt x="244" y="71"/>
                    <a:pt x="224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1" y="5"/>
                    <a:pt x="174" y="5"/>
                    <a:pt x="158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7" name="Google Shape;17827;p44"/>
            <p:cNvSpPr/>
            <p:nvPr/>
          </p:nvSpPr>
          <p:spPr>
            <a:xfrm>
              <a:off x="4064300" y="2837275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40" y="0"/>
                  </a:moveTo>
                  <a:cubicBezTo>
                    <a:pt x="120" y="0"/>
                    <a:pt x="87" y="17"/>
                    <a:pt x="54" y="33"/>
                  </a:cubicBezTo>
                  <a:cubicBezTo>
                    <a:pt x="37" y="50"/>
                    <a:pt x="17" y="87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7" y="239"/>
                    <a:pt x="54" y="256"/>
                    <a:pt x="87" y="256"/>
                  </a:cubicBezTo>
                  <a:cubicBezTo>
                    <a:pt x="96" y="258"/>
                    <a:pt x="105" y="259"/>
                    <a:pt x="113" y="259"/>
                  </a:cubicBezTo>
                  <a:cubicBezTo>
                    <a:pt x="169" y="259"/>
                    <a:pt x="208" y="214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206" y="50"/>
                    <a:pt x="206" y="33"/>
                    <a:pt x="190" y="33"/>
                  </a:cubicBezTo>
                  <a:cubicBezTo>
                    <a:pt x="173" y="17"/>
                    <a:pt x="157" y="17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8" name="Google Shape;17828;p44"/>
            <p:cNvSpPr/>
            <p:nvPr/>
          </p:nvSpPr>
          <p:spPr>
            <a:xfrm>
              <a:off x="4051825" y="2804500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19" y="1"/>
                  </a:moveTo>
                  <a:cubicBezTo>
                    <a:pt x="70" y="1"/>
                    <a:pt x="18" y="46"/>
                    <a:pt x="0" y="107"/>
                  </a:cubicBezTo>
                  <a:cubicBezTo>
                    <a:pt x="0" y="140"/>
                    <a:pt x="0" y="177"/>
                    <a:pt x="21" y="194"/>
                  </a:cubicBezTo>
                  <a:cubicBezTo>
                    <a:pt x="37" y="227"/>
                    <a:pt x="54" y="243"/>
                    <a:pt x="87" y="243"/>
                  </a:cubicBezTo>
                  <a:cubicBezTo>
                    <a:pt x="97" y="246"/>
                    <a:pt x="107" y="248"/>
                    <a:pt x="116" y="248"/>
                  </a:cubicBezTo>
                  <a:cubicBezTo>
                    <a:pt x="171" y="248"/>
                    <a:pt x="209" y="200"/>
                    <a:pt x="227" y="140"/>
                  </a:cubicBezTo>
                  <a:cubicBezTo>
                    <a:pt x="243" y="107"/>
                    <a:pt x="227" y="74"/>
                    <a:pt x="206" y="58"/>
                  </a:cubicBezTo>
                  <a:cubicBezTo>
                    <a:pt x="206" y="37"/>
                    <a:pt x="206" y="37"/>
                    <a:pt x="190" y="21"/>
                  </a:cubicBezTo>
                  <a:cubicBezTo>
                    <a:pt x="190" y="4"/>
                    <a:pt x="173" y="4"/>
                    <a:pt x="140" y="4"/>
                  </a:cubicBezTo>
                  <a:cubicBezTo>
                    <a:pt x="133" y="2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9" name="Google Shape;17829;p44"/>
            <p:cNvSpPr/>
            <p:nvPr/>
          </p:nvSpPr>
          <p:spPr>
            <a:xfrm>
              <a:off x="4062125" y="27757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7" y="1"/>
                  </a:moveTo>
                  <a:cubicBezTo>
                    <a:pt x="103" y="1"/>
                    <a:pt x="67" y="17"/>
                    <a:pt x="38" y="55"/>
                  </a:cubicBezTo>
                  <a:cubicBezTo>
                    <a:pt x="0" y="109"/>
                    <a:pt x="0" y="179"/>
                    <a:pt x="38" y="229"/>
                  </a:cubicBezTo>
                  <a:cubicBezTo>
                    <a:pt x="58" y="251"/>
                    <a:pt x="82" y="260"/>
                    <a:pt x="107" y="260"/>
                  </a:cubicBezTo>
                  <a:cubicBezTo>
                    <a:pt x="141" y="260"/>
                    <a:pt x="178" y="241"/>
                    <a:pt x="207" y="212"/>
                  </a:cubicBezTo>
                  <a:cubicBezTo>
                    <a:pt x="244" y="158"/>
                    <a:pt x="244" y="76"/>
                    <a:pt x="207" y="22"/>
                  </a:cubicBezTo>
                  <a:cubicBezTo>
                    <a:pt x="186" y="9"/>
                    <a:pt x="162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0" name="Google Shape;17830;p44"/>
            <p:cNvSpPr/>
            <p:nvPr/>
          </p:nvSpPr>
          <p:spPr>
            <a:xfrm>
              <a:off x="4056550" y="275885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35" y="1"/>
                  </a:moveTo>
                  <a:cubicBezTo>
                    <a:pt x="126" y="1"/>
                    <a:pt x="116" y="2"/>
                    <a:pt x="104" y="8"/>
                  </a:cubicBezTo>
                  <a:cubicBezTo>
                    <a:pt x="38" y="45"/>
                    <a:pt x="1" y="111"/>
                    <a:pt x="17" y="181"/>
                  </a:cubicBezTo>
                  <a:cubicBezTo>
                    <a:pt x="38" y="214"/>
                    <a:pt x="54" y="235"/>
                    <a:pt x="71" y="251"/>
                  </a:cubicBezTo>
                  <a:cubicBezTo>
                    <a:pt x="87" y="259"/>
                    <a:pt x="105" y="263"/>
                    <a:pt x="120" y="263"/>
                  </a:cubicBezTo>
                  <a:cubicBezTo>
                    <a:pt x="136" y="263"/>
                    <a:pt x="149" y="259"/>
                    <a:pt x="157" y="251"/>
                  </a:cubicBezTo>
                  <a:cubicBezTo>
                    <a:pt x="190" y="235"/>
                    <a:pt x="207" y="214"/>
                    <a:pt x="223" y="181"/>
                  </a:cubicBezTo>
                  <a:cubicBezTo>
                    <a:pt x="244" y="148"/>
                    <a:pt x="244" y="111"/>
                    <a:pt x="244" y="78"/>
                  </a:cubicBezTo>
                  <a:cubicBezTo>
                    <a:pt x="244" y="61"/>
                    <a:pt x="223" y="45"/>
                    <a:pt x="207" y="28"/>
                  </a:cubicBezTo>
                  <a:cubicBezTo>
                    <a:pt x="207" y="28"/>
                    <a:pt x="190" y="28"/>
                    <a:pt x="190" y="8"/>
                  </a:cubicBezTo>
                  <a:cubicBezTo>
                    <a:pt x="168" y="8"/>
                    <a:pt x="154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1" name="Google Shape;17831;p44"/>
            <p:cNvSpPr/>
            <p:nvPr/>
          </p:nvSpPr>
          <p:spPr>
            <a:xfrm>
              <a:off x="4069025" y="274572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37" y="1"/>
                  </a:moveTo>
                  <a:cubicBezTo>
                    <a:pt x="120" y="1"/>
                    <a:pt x="87" y="1"/>
                    <a:pt x="54" y="38"/>
                  </a:cubicBezTo>
                  <a:cubicBezTo>
                    <a:pt x="34" y="55"/>
                    <a:pt x="17" y="71"/>
                    <a:pt x="1" y="104"/>
                  </a:cubicBezTo>
                  <a:cubicBezTo>
                    <a:pt x="1" y="141"/>
                    <a:pt x="1" y="174"/>
                    <a:pt x="17" y="207"/>
                  </a:cubicBezTo>
                  <a:cubicBezTo>
                    <a:pt x="34" y="244"/>
                    <a:pt x="54" y="261"/>
                    <a:pt x="87" y="261"/>
                  </a:cubicBezTo>
                  <a:cubicBezTo>
                    <a:pt x="93" y="263"/>
                    <a:pt x="100" y="264"/>
                    <a:pt x="106" y="264"/>
                  </a:cubicBezTo>
                  <a:cubicBezTo>
                    <a:pt x="153" y="264"/>
                    <a:pt x="209" y="215"/>
                    <a:pt x="223" y="158"/>
                  </a:cubicBezTo>
                  <a:cubicBezTo>
                    <a:pt x="223" y="121"/>
                    <a:pt x="223" y="88"/>
                    <a:pt x="207" y="55"/>
                  </a:cubicBezTo>
                  <a:cubicBezTo>
                    <a:pt x="207" y="55"/>
                    <a:pt x="207" y="38"/>
                    <a:pt x="190" y="38"/>
                  </a:cubicBezTo>
                  <a:cubicBezTo>
                    <a:pt x="174" y="17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2" name="Google Shape;17832;p44"/>
            <p:cNvSpPr/>
            <p:nvPr/>
          </p:nvSpPr>
          <p:spPr>
            <a:xfrm>
              <a:off x="4066050" y="2806825"/>
              <a:ext cx="6400" cy="6300"/>
            </a:xfrm>
            <a:custGeom>
              <a:avLst/>
              <a:gdLst/>
              <a:ahLst/>
              <a:cxnLst/>
              <a:rect l="l" t="t" r="r" b="b"/>
              <a:pathLst>
                <a:path w="256" h="252" extrusionOk="0">
                  <a:moveTo>
                    <a:pt x="144" y="1"/>
                  </a:moveTo>
                  <a:cubicBezTo>
                    <a:pt x="109" y="1"/>
                    <a:pt x="71" y="18"/>
                    <a:pt x="50" y="47"/>
                  </a:cubicBezTo>
                  <a:cubicBezTo>
                    <a:pt x="0" y="101"/>
                    <a:pt x="0" y="187"/>
                    <a:pt x="50" y="220"/>
                  </a:cubicBezTo>
                  <a:cubicBezTo>
                    <a:pt x="65" y="243"/>
                    <a:pt x="89" y="252"/>
                    <a:pt x="114" y="252"/>
                  </a:cubicBezTo>
                  <a:cubicBezTo>
                    <a:pt x="149" y="252"/>
                    <a:pt x="187" y="233"/>
                    <a:pt x="206" y="204"/>
                  </a:cubicBezTo>
                  <a:cubicBezTo>
                    <a:pt x="256" y="150"/>
                    <a:pt x="256" y="68"/>
                    <a:pt x="206" y="31"/>
                  </a:cubicBezTo>
                  <a:cubicBezTo>
                    <a:pt x="192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3" name="Google Shape;17833;p44"/>
            <p:cNvSpPr/>
            <p:nvPr/>
          </p:nvSpPr>
          <p:spPr>
            <a:xfrm>
              <a:off x="4123975" y="273927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5" y="46"/>
                    <a:pt x="21" y="106"/>
                  </a:cubicBezTo>
                  <a:cubicBezTo>
                    <a:pt x="0" y="139"/>
                    <a:pt x="21" y="172"/>
                    <a:pt x="21" y="210"/>
                  </a:cubicBezTo>
                  <a:cubicBezTo>
                    <a:pt x="37" y="226"/>
                    <a:pt x="70" y="242"/>
                    <a:pt x="87" y="259"/>
                  </a:cubicBezTo>
                  <a:cubicBezTo>
                    <a:pt x="157" y="259"/>
                    <a:pt x="227" y="210"/>
                    <a:pt x="227" y="139"/>
                  </a:cubicBezTo>
                  <a:cubicBezTo>
                    <a:pt x="243" y="106"/>
                    <a:pt x="243" y="90"/>
                    <a:pt x="227" y="53"/>
                  </a:cubicBezTo>
                  <a:cubicBezTo>
                    <a:pt x="206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4" name="Google Shape;17834;p44"/>
            <p:cNvSpPr/>
            <p:nvPr/>
          </p:nvSpPr>
          <p:spPr>
            <a:xfrm>
              <a:off x="3885250" y="27603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8" y="0"/>
                  </a:moveTo>
                  <a:cubicBezTo>
                    <a:pt x="74" y="0"/>
                    <a:pt x="31" y="46"/>
                    <a:pt x="17" y="107"/>
                  </a:cubicBezTo>
                  <a:cubicBezTo>
                    <a:pt x="1" y="139"/>
                    <a:pt x="1" y="177"/>
                    <a:pt x="17" y="210"/>
                  </a:cubicBezTo>
                  <a:cubicBezTo>
                    <a:pt x="34" y="226"/>
                    <a:pt x="67" y="243"/>
                    <a:pt x="87" y="259"/>
                  </a:cubicBezTo>
                  <a:cubicBezTo>
                    <a:pt x="153" y="259"/>
                    <a:pt x="207" y="210"/>
                    <a:pt x="223" y="139"/>
                  </a:cubicBezTo>
                  <a:cubicBezTo>
                    <a:pt x="240" y="107"/>
                    <a:pt x="240" y="74"/>
                    <a:pt x="223" y="53"/>
                  </a:cubicBezTo>
                  <a:cubicBezTo>
                    <a:pt x="207" y="36"/>
                    <a:pt x="207" y="36"/>
                    <a:pt x="207" y="20"/>
                  </a:cubicBezTo>
                  <a:cubicBezTo>
                    <a:pt x="190" y="20"/>
                    <a:pt x="170" y="3"/>
                    <a:pt x="153" y="3"/>
                  </a:cubicBezTo>
                  <a:cubicBezTo>
                    <a:pt x="144" y="1"/>
                    <a:pt x="136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5" name="Google Shape;17835;p44"/>
            <p:cNvSpPr/>
            <p:nvPr/>
          </p:nvSpPr>
          <p:spPr>
            <a:xfrm>
              <a:off x="3880100" y="2790350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13" y="1"/>
                  </a:moveTo>
                  <a:cubicBezTo>
                    <a:pt x="68" y="1"/>
                    <a:pt x="14" y="49"/>
                    <a:pt x="0" y="108"/>
                  </a:cubicBezTo>
                  <a:cubicBezTo>
                    <a:pt x="0" y="141"/>
                    <a:pt x="0" y="174"/>
                    <a:pt x="17" y="191"/>
                  </a:cubicBezTo>
                  <a:cubicBezTo>
                    <a:pt x="33" y="228"/>
                    <a:pt x="50" y="244"/>
                    <a:pt x="87" y="244"/>
                  </a:cubicBezTo>
                  <a:cubicBezTo>
                    <a:pt x="96" y="247"/>
                    <a:pt x="104" y="248"/>
                    <a:pt x="112" y="248"/>
                  </a:cubicBezTo>
                  <a:cubicBezTo>
                    <a:pt x="166" y="248"/>
                    <a:pt x="209" y="202"/>
                    <a:pt x="223" y="141"/>
                  </a:cubicBezTo>
                  <a:cubicBezTo>
                    <a:pt x="240" y="108"/>
                    <a:pt x="223" y="71"/>
                    <a:pt x="207" y="55"/>
                  </a:cubicBezTo>
                  <a:cubicBezTo>
                    <a:pt x="207" y="38"/>
                    <a:pt x="207" y="38"/>
                    <a:pt x="190" y="22"/>
                  </a:cubicBezTo>
                  <a:cubicBezTo>
                    <a:pt x="190" y="5"/>
                    <a:pt x="169" y="5"/>
                    <a:pt x="136" y="5"/>
                  </a:cubicBezTo>
                  <a:cubicBezTo>
                    <a:pt x="129" y="2"/>
                    <a:pt x="121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6" name="Google Shape;17836;p44"/>
            <p:cNvSpPr/>
            <p:nvPr/>
          </p:nvSpPr>
          <p:spPr>
            <a:xfrm>
              <a:off x="3875775" y="283775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36" y="1"/>
                  </a:moveTo>
                  <a:cubicBezTo>
                    <a:pt x="101" y="1"/>
                    <a:pt x="64" y="18"/>
                    <a:pt x="33" y="47"/>
                  </a:cubicBezTo>
                  <a:cubicBezTo>
                    <a:pt x="0" y="101"/>
                    <a:pt x="0" y="187"/>
                    <a:pt x="33" y="220"/>
                  </a:cubicBezTo>
                  <a:cubicBezTo>
                    <a:pt x="54" y="237"/>
                    <a:pt x="70" y="237"/>
                    <a:pt x="87" y="253"/>
                  </a:cubicBezTo>
                  <a:cubicBezTo>
                    <a:pt x="120" y="253"/>
                    <a:pt x="173" y="237"/>
                    <a:pt x="206" y="204"/>
                  </a:cubicBezTo>
                  <a:cubicBezTo>
                    <a:pt x="223" y="171"/>
                    <a:pt x="239" y="117"/>
                    <a:pt x="223" y="68"/>
                  </a:cubicBezTo>
                  <a:cubicBezTo>
                    <a:pt x="223" y="47"/>
                    <a:pt x="206" y="31"/>
                    <a:pt x="206" y="31"/>
                  </a:cubicBezTo>
                  <a:cubicBezTo>
                    <a:pt x="186" y="10"/>
                    <a:pt x="161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7" name="Google Shape;17837;p44"/>
            <p:cNvSpPr/>
            <p:nvPr/>
          </p:nvSpPr>
          <p:spPr>
            <a:xfrm>
              <a:off x="3890000" y="271482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83" y="0"/>
                    <a:pt x="50" y="17"/>
                  </a:cubicBezTo>
                  <a:cubicBezTo>
                    <a:pt x="33" y="54"/>
                    <a:pt x="0" y="70"/>
                    <a:pt x="0" y="103"/>
                  </a:cubicBezTo>
                  <a:cubicBezTo>
                    <a:pt x="0" y="140"/>
                    <a:pt x="0" y="173"/>
                    <a:pt x="17" y="206"/>
                  </a:cubicBezTo>
                  <a:cubicBezTo>
                    <a:pt x="33" y="223"/>
                    <a:pt x="50" y="260"/>
                    <a:pt x="83" y="260"/>
                  </a:cubicBezTo>
                  <a:cubicBezTo>
                    <a:pt x="136" y="260"/>
                    <a:pt x="206" y="223"/>
                    <a:pt x="223" y="157"/>
                  </a:cubicBezTo>
                  <a:cubicBezTo>
                    <a:pt x="223" y="120"/>
                    <a:pt x="223" y="87"/>
                    <a:pt x="206" y="54"/>
                  </a:cubicBezTo>
                  <a:cubicBezTo>
                    <a:pt x="206" y="37"/>
                    <a:pt x="186" y="37"/>
                    <a:pt x="186" y="37"/>
                  </a:cubicBezTo>
                  <a:cubicBezTo>
                    <a:pt x="169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8" name="Google Shape;17838;p44"/>
            <p:cNvSpPr/>
            <p:nvPr/>
          </p:nvSpPr>
          <p:spPr>
            <a:xfrm>
              <a:off x="3890400" y="27294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120" y="1"/>
                    <a:pt x="104" y="1"/>
                    <a:pt x="87" y="17"/>
                  </a:cubicBezTo>
                  <a:cubicBezTo>
                    <a:pt x="50" y="34"/>
                    <a:pt x="17" y="71"/>
                    <a:pt x="17" y="120"/>
                  </a:cubicBezTo>
                  <a:cubicBezTo>
                    <a:pt x="1" y="153"/>
                    <a:pt x="17" y="190"/>
                    <a:pt x="17" y="207"/>
                  </a:cubicBezTo>
                  <a:cubicBezTo>
                    <a:pt x="34" y="240"/>
                    <a:pt x="67" y="256"/>
                    <a:pt x="104" y="256"/>
                  </a:cubicBezTo>
                  <a:cubicBezTo>
                    <a:pt x="111" y="259"/>
                    <a:pt x="119" y="261"/>
                    <a:pt x="126" y="261"/>
                  </a:cubicBezTo>
                  <a:cubicBezTo>
                    <a:pt x="169" y="261"/>
                    <a:pt x="209" y="216"/>
                    <a:pt x="223" y="174"/>
                  </a:cubicBezTo>
                  <a:cubicBezTo>
                    <a:pt x="223" y="153"/>
                    <a:pt x="223" y="153"/>
                    <a:pt x="240" y="153"/>
                  </a:cubicBezTo>
                  <a:cubicBezTo>
                    <a:pt x="240" y="104"/>
                    <a:pt x="223" y="71"/>
                    <a:pt x="207" y="34"/>
                  </a:cubicBezTo>
                  <a:cubicBezTo>
                    <a:pt x="19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9" name="Google Shape;17839;p44"/>
            <p:cNvSpPr/>
            <p:nvPr/>
          </p:nvSpPr>
          <p:spPr>
            <a:xfrm>
              <a:off x="3874525" y="28225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6" y="0"/>
                  </a:moveTo>
                  <a:cubicBezTo>
                    <a:pt x="67" y="0"/>
                    <a:pt x="17" y="46"/>
                    <a:pt x="17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6"/>
                    <a:pt x="67" y="263"/>
                    <a:pt x="83" y="263"/>
                  </a:cubicBezTo>
                  <a:cubicBezTo>
                    <a:pt x="120" y="263"/>
                    <a:pt x="153" y="263"/>
                    <a:pt x="170" y="226"/>
                  </a:cubicBezTo>
                  <a:cubicBezTo>
                    <a:pt x="207" y="210"/>
                    <a:pt x="223" y="193"/>
                    <a:pt x="223" y="160"/>
                  </a:cubicBezTo>
                  <a:cubicBezTo>
                    <a:pt x="240" y="123"/>
                    <a:pt x="223" y="90"/>
                    <a:pt x="223" y="57"/>
                  </a:cubicBezTo>
                  <a:lnTo>
                    <a:pt x="207" y="37"/>
                  </a:lnTo>
                  <a:cubicBezTo>
                    <a:pt x="186" y="20"/>
                    <a:pt x="170" y="4"/>
                    <a:pt x="153" y="4"/>
                  </a:cubicBezTo>
                  <a:cubicBezTo>
                    <a:pt x="144" y="2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0" name="Google Shape;17840;p44"/>
            <p:cNvSpPr/>
            <p:nvPr/>
          </p:nvSpPr>
          <p:spPr>
            <a:xfrm>
              <a:off x="3886900" y="28231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37" y="0"/>
                  </a:moveTo>
                  <a:cubicBezTo>
                    <a:pt x="104" y="0"/>
                    <a:pt x="73" y="19"/>
                    <a:pt x="54" y="50"/>
                  </a:cubicBezTo>
                  <a:cubicBezTo>
                    <a:pt x="1" y="99"/>
                    <a:pt x="1" y="186"/>
                    <a:pt x="54" y="239"/>
                  </a:cubicBezTo>
                  <a:cubicBezTo>
                    <a:pt x="71" y="239"/>
                    <a:pt x="71" y="256"/>
                    <a:pt x="87" y="256"/>
                  </a:cubicBezTo>
                  <a:cubicBezTo>
                    <a:pt x="100" y="260"/>
                    <a:pt x="112" y="262"/>
                    <a:pt x="123" y="262"/>
                  </a:cubicBezTo>
                  <a:cubicBezTo>
                    <a:pt x="157" y="262"/>
                    <a:pt x="182" y="243"/>
                    <a:pt x="207" y="202"/>
                  </a:cubicBezTo>
                  <a:cubicBezTo>
                    <a:pt x="244" y="169"/>
                    <a:pt x="244" y="116"/>
                    <a:pt x="244" y="83"/>
                  </a:cubicBezTo>
                  <a:cubicBezTo>
                    <a:pt x="227" y="66"/>
                    <a:pt x="227" y="50"/>
                    <a:pt x="207" y="33"/>
                  </a:cubicBezTo>
                  <a:cubicBezTo>
                    <a:pt x="186" y="10"/>
                    <a:pt x="161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1" name="Google Shape;17841;p44"/>
            <p:cNvSpPr/>
            <p:nvPr/>
          </p:nvSpPr>
          <p:spPr>
            <a:xfrm>
              <a:off x="3892575" y="2840575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15" y="1"/>
                  </a:moveTo>
                  <a:cubicBezTo>
                    <a:pt x="66" y="1"/>
                    <a:pt x="15" y="46"/>
                    <a:pt x="0" y="107"/>
                  </a:cubicBezTo>
                  <a:cubicBezTo>
                    <a:pt x="0" y="140"/>
                    <a:pt x="0" y="177"/>
                    <a:pt x="17" y="194"/>
                  </a:cubicBezTo>
                  <a:cubicBezTo>
                    <a:pt x="33" y="227"/>
                    <a:pt x="50" y="243"/>
                    <a:pt x="83" y="243"/>
                  </a:cubicBezTo>
                  <a:cubicBezTo>
                    <a:pt x="91" y="246"/>
                    <a:pt x="99" y="248"/>
                    <a:pt x="107" y="248"/>
                  </a:cubicBezTo>
                  <a:cubicBezTo>
                    <a:pt x="156" y="248"/>
                    <a:pt x="209" y="200"/>
                    <a:pt x="223" y="140"/>
                  </a:cubicBezTo>
                  <a:cubicBezTo>
                    <a:pt x="239" y="91"/>
                    <a:pt x="223" y="58"/>
                    <a:pt x="186" y="21"/>
                  </a:cubicBezTo>
                  <a:cubicBezTo>
                    <a:pt x="169" y="4"/>
                    <a:pt x="153" y="4"/>
                    <a:pt x="136" y="4"/>
                  </a:cubicBezTo>
                  <a:cubicBezTo>
                    <a:pt x="129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2" name="Google Shape;17842;p44"/>
            <p:cNvSpPr/>
            <p:nvPr/>
          </p:nvSpPr>
          <p:spPr>
            <a:xfrm>
              <a:off x="3871025" y="280812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0" y="0"/>
                  </a:moveTo>
                  <a:cubicBezTo>
                    <a:pt x="117" y="0"/>
                    <a:pt x="104" y="6"/>
                    <a:pt x="87" y="16"/>
                  </a:cubicBezTo>
                  <a:cubicBezTo>
                    <a:pt x="54" y="16"/>
                    <a:pt x="38" y="49"/>
                    <a:pt x="17" y="65"/>
                  </a:cubicBezTo>
                  <a:cubicBezTo>
                    <a:pt x="1" y="98"/>
                    <a:pt x="1" y="135"/>
                    <a:pt x="1" y="168"/>
                  </a:cubicBezTo>
                  <a:cubicBezTo>
                    <a:pt x="13" y="220"/>
                    <a:pt x="54" y="251"/>
                    <a:pt x="96" y="251"/>
                  </a:cubicBezTo>
                  <a:cubicBezTo>
                    <a:pt x="111" y="251"/>
                    <a:pt x="127" y="247"/>
                    <a:pt x="141" y="238"/>
                  </a:cubicBezTo>
                  <a:cubicBezTo>
                    <a:pt x="207" y="222"/>
                    <a:pt x="244" y="152"/>
                    <a:pt x="223" y="82"/>
                  </a:cubicBezTo>
                  <a:cubicBezTo>
                    <a:pt x="223" y="49"/>
                    <a:pt x="207" y="32"/>
                    <a:pt x="190" y="32"/>
                  </a:cubicBezTo>
                  <a:cubicBezTo>
                    <a:pt x="190" y="16"/>
                    <a:pt x="174" y="16"/>
                    <a:pt x="174" y="16"/>
                  </a:cubicBezTo>
                  <a:cubicBezTo>
                    <a:pt x="157" y="6"/>
                    <a:pt x="144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3" name="Google Shape;17843;p44"/>
            <p:cNvSpPr/>
            <p:nvPr/>
          </p:nvSpPr>
          <p:spPr>
            <a:xfrm>
              <a:off x="4152300" y="279292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8" y="1"/>
                  </a:moveTo>
                  <a:cubicBezTo>
                    <a:pt x="74" y="1"/>
                    <a:pt x="36" y="49"/>
                    <a:pt x="22" y="108"/>
                  </a:cubicBezTo>
                  <a:cubicBezTo>
                    <a:pt x="1" y="141"/>
                    <a:pt x="1" y="174"/>
                    <a:pt x="22" y="212"/>
                  </a:cubicBezTo>
                  <a:cubicBezTo>
                    <a:pt x="38" y="228"/>
                    <a:pt x="71" y="245"/>
                    <a:pt x="88" y="261"/>
                  </a:cubicBezTo>
                  <a:cubicBezTo>
                    <a:pt x="125" y="261"/>
                    <a:pt x="158" y="245"/>
                    <a:pt x="174" y="228"/>
                  </a:cubicBezTo>
                  <a:cubicBezTo>
                    <a:pt x="207" y="212"/>
                    <a:pt x="228" y="174"/>
                    <a:pt x="228" y="141"/>
                  </a:cubicBezTo>
                  <a:cubicBezTo>
                    <a:pt x="244" y="108"/>
                    <a:pt x="244" y="71"/>
                    <a:pt x="228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1" y="22"/>
                    <a:pt x="174" y="5"/>
                    <a:pt x="158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4" name="Google Shape;17844;p44"/>
            <p:cNvSpPr/>
            <p:nvPr/>
          </p:nvSpPr>
          <p:spPr>
            <a:xfrm>
              <a:off x="4136450" y="278947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31" y="0"/>
                  </a:moveTo>
                  <a:cubicBezTo>
                    <a:pt x="70" y="0"/>
                    <a:pt x="15" y="48"/>
                    <a:pt x="0" y="106"/>
                  </a:cubicBezTo>
                  <a:cubicBezTo>
                    <a:pt x="0" y="143"/>
                    <a:pt x="0" y="176"/>
                    <a:pt x="17" y="209"/>
                  </a:cubicBezTo>
                  <a:cubicBezTo>
                    <a:pt x="37" y="226"/>
                    <a:pt x="54" y="246"/>
                    <a:pt x="87" y="263"/>
                  </a:cubicBezTo>
                  <a:cubicBezTo>
                    <a:pt x="157" y="263"/>
                    <a:pt x="206" y="226"/>
                    <a:pt x="223" y="160"/>
                  </a:cubicBezTo>
                  <a:cubicBezTo>
                    <a:pt x="243" y="106"/>
                    <a:pt x="223" y="57"/>
                    <a:pt x="190" y="4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5" name="Google Shape;17845;p44"/>
            <p:cNvSpPr/>
            <p:nvPr/>
          </p:nvSpPr>
          <p:spPr>
            <a:xfrm>
              <a:off x="4156225" y="280750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18" y="1"/>
                  </a:moveTo>
                  <a:cubicBezTo>
                    <a:pt x="71" y="1"/>
                    <a:pt x="15" y="49"/>
                    <a:pt x="1" y="107"/>
                  </a:cubicBezTo>
                  <a:cubicBezTo>
                    <a:pt x="1" y="144"/>
                    <a:pt x="1" y="177"/>
                    <a:pt x="17" y="210"/>
                  </a:cubicBezTo>
                  <a:cubicBezTo>
                    <a:pt x="34" y="226"/>
                    <a:pt x="50" y="247"/>
                    <a:pt x="87" y="247"/>
                  </a:cubicBezTo>
                  <a:cubicBezTo>
                    <a:pt x="97" y="252"/>
                    <a:pt x="106" y="254"/>
                    <a:pt x="115" y="254"/>
                  </a:cubicBezTo>
                  <a:cubicBezTo>
                    <a:pt x="138" y="254"/>
                    <a:pt x="159" y="241"/>
                    <a:pt x="174" y="226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23" y="74"/>
                    <a:pt x="207" y="57"/>
                  </a:cubicBezTo>
                  <a:cubicBezTo>
                    <a:pt x="207" y="41"/>
                    <a:pt x="207" y="41"/>
                    <a:pt x="190" y="20"/>
                  </a:cubicBezTo>
                  <a:cubicBezTo>
                    <a:pt x="190" y="4"/>
                    <a:pt x="174" y="4"/>
                    <a:pt x="137" y="4"/>
                  </a:cubicBezTo>
                  <a:cubicBezTo>
                    <a:pt x="131" y="2"/>
                    <a:pt x="124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6" name="Google Shape;17846;p44"/>
            <p:cNvSpPr/>
            <p:nvPr/>
          </p:nvSpPr>
          <p:spPr>
            <a:xfrm>
              <a:off x="4197875" y="2752325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47" y="1"/>
                  </a:moveTo>
                  <a:cubicBezTo>
                    <a:pt x="133" y="1"/>
                    <a:pt x="120" y="5"/>
                    <a:pt x="103" y="13"/>
                  </a:cubicBezTo>
                  <a:cubicBezTo>
                    <a:pt x="33" y="30"/>
                    <a:pt x="0" y="116"/>
                    <a:pt x="17" y="166"/>
                  </a:cubicBezTo>
                  <a:cubicBezTo>
                    <a:pt x="33" y="203"/>
                    <a:pt x="54" y="236"/>
                    <a:pt x="70" y="252"/>
                  </a:cubicBezTo>
                  <a:lnTo>
                    <a:pt x="157" y="252"/>
                  </a:lnTo>
                  <a:cubicBezTo>
                    <a:pt x="223" y="219"/>
                    <a:pt x="260" y="149"/>
                    <a:pt x="239" y="83"/>
                  </a:cubicBezTo>
                  <a:cubicBezTo>
                    <a:pt x="239" y="63"/>
                    <a:pt x="223" y="46"/>
                    <a:pt x="206" y="30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3" y="5"/>
                    <a:pt x="160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7" name="Google Shape;17847;p44"/>
            <p:cNvSpPr/>
            <p:nvPr/>
          </p:nvSpPr>
          <p:spPr>
            <a:xfrm>
              <a:off x="3886900" y="2775900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38" y="1"/>
                  </a:moveTo>
                  <a:cubicBezTo>
                    <a:pt x="105" y="1"/>
                    <a:pt x="73" y="19"/>
                    <a:pt x="54" y="47"/>
                  </a:cubicBezTo>
                  <a:cubicBezTo>
                    <a:pt x="1" y="101"/>
                    <a:pt x="1" y="188"/>
                    <a:pt x="54" y="221"/>
                  </a:cubicBezTo>
                  <a:cubicBezTo>
                    <a:pt x="68" y="243"/>
                    <a:pt x="88" y="252"/>
                    <a:pt x="110" y="252"/>
                  </a:cubicBezTo>
                  <a:cubicBezTo>
                    <a:pt x="142" y="252"/>
                    <a:pt x="178" y="233"/>
                    <a:pt x="207" y="204"/>
                  </a:cubicBezTo>
                  <a:cubicBezTo>
                    <a:pt x="260" y="150"/>
                    <a:pt x="260" y="68"/>
                    <a:pt x="207" y="31"/>
                  </a:cubicBezTo>
                  <a:cubicBezTo>
                    <a:pt x="186" y="10"/>
                    <a:pt x="162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8" name="Google Shape;17848;p44"/>
            <p:cNvSpPr/>
            <p:nvPr/>
          </p:nvSpPr>
          <p:spPr>
            <a:xfrm>
              <a:off x="4200450" y="27717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2" y="1"/>
                  </a:moveTo>
                  <a:cubicBezTo>
                    <a:pt x="101" y="1"/>
                    <a:pt x="72" y="14"/>
                    <a:pt x="54" y="43"/>
                  </a:cubicBezTo>
                  <a:cubicBezTo>
                    <a:pt x="0" y="109"/>
                    <a:pt x="0" y="179"/>
                    <a:pt x="54" y="233"/>
                  </a:cubicBezTo>
                  <a:cubicBezTo>
                    <a:pt x="68" y="247"/>
                    <a:pt x="90" y="256"/>
                    <a:pt x="114" y="256"/>
                  </a:cubicBezTo>
                  <a:cubicBezTo>
                    <a:pt x="145" y="256"/>
                    <a:pt x="179" y="242"/>
                    <a:pt x="207" y="212"/>
                  </a:cubicBezTo>
                  <a:cubicBezTo>
                    <a:pt x="240" y="146"/>
                    <a:pt x="240" y="76"/>
                    <a:pt x="207" y="27"/>
                  </a:cubicBezTo>
                  <a:cubicBezTo>
                    <a:pt x="184" y="10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9" name="Google Shape;17849;p44"/>
            <p:cNvSpPr/>
            <p:nvPr/>
          </p:nvSpPr>
          <p:spPr>
            <a:xfrm>
              <a:off x="3872775" y="2773600"/>
              <a:ext cx="5600" cy="6175"/>
            </a:xfrm>
            <a:custGeom>
              <a:avLst/>
              <a:gdLst/>
              <a:ahLst/>
              <a:cxnLst/>
              <a:rect l="l" t="t" r="r" b="b"/>
              <a:pathLst>
                <a:path w="224" h="247" extrusionOk="0">
                  <a:moveTo>
                    <a:pt x="116" y="0"/>
                  </a:moveTo>
                  <a:cubicBezTo>
                    <a:pt x="70" y="0"/>
                    <a:pt x="15" y="45"/>
                    <a:pt x="1" y="106"/>
                  </a:cubicBezTo>
                  <a:cubicBezTo>
                    <a:pt x="1" y="139"/>
                    <a:pt x="1" y="176"/>
                    <a:pt x="17" y="193"/>
                  </a:cubicBezTo>
                  <a:cubicBezTo>
                    <a:pt x="34" y="226"/>
                    <a:pt x="50" y="242"/>
                    <a:pt x="87" y="242"/>
                  </a:cubicBezTo>
                  <a:cubicBezTo>
                    <a:pt x="95" y="245"/>
                    <a:pt x="102" y="247"/>
                    <a:pt x="110" y="247"/>
                  </a:cubicBezTo>
                  <a:cubicBezTo>
                    <a:pt x="156" y="247"/>
                    <a:pt x="209" y="199"/>
                    <a:pt x="223" y="139"/>
                  </a:cubicBezTo>
                  <a:cubicBezTo>
                    <a:pt x="223" y="106"/>
                    <a:pt x="223" y="73"/>
                    <a:pt x="207" y="36"/>
                  </a:cubicBezTo>
                  <a:cubicBezTo>
                    <a:pt x="207" y="36"/>
                    <a:pt x="207" y="20"/>
                    <a:pt x="190" y="20"/>
                  </a:cubicBezTo>
                  <a:cubicBezTo>
                    <a:pt x="174" y="3"/>
                    <a:pt x="153" y="3"/>
                    <a:pt x="137" y="3"/>
                  </a:cubicBezTo>
                  <a:cubicBezTo>
                    <a:pt x="130" y="1"/>
                    <a:pt x="12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0" name="Google Shape;17850;p44"/>
            <p:cNvSpPr/>
            <p:nvPr/>
          </p:nvSpPr>
          <p:spPr>
            <a:xfrm>
              <a:off x="4158800" y="277882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53" y="0"/>
                  </a:moveTo>
                  <a:cubicBezTo>
                    <a:pt x="104" y="0"/>
                    <a:pt x="34" y="54"/>
                    <a:pt x="17" y="120"/>
                  </a:cubicBezTo>
                  <a:cubicBezTo>
                    <a:pt x="1" y="190"/>
                    <a:pt x="50" y="260"/>
                    <a:pt x="104" y="260"/>
                  </a:cubicBezTo>
                  <a:cubicBezTo>
                    <a:pt x="137" y="260"/>
                    <a:pt x="174" y="260"/>
                    <a:pt x="190" y="240"/>
                  </a:cubicBezTo>
                  <a:cubicBezTo>
                    <a:pt x="223" y="223"/>
                    <a:pt x="240" y="190"/>
                    <a:pt x="240" y="157"/>
                  </a:cubicBezTo>
                  <a:cubicBezTo>
                    <a:pt x="256" y="120"/>
                    <a:pt x="240" y="87"/>
                    <a:pt x="223" y="54"/>
                  </a:cubicBezTo>
                  <a:cubicBezTo>
                    <a:pt x="223" y="54"/>
                    <a:pt x="223" y="33"/>
                    <a:pt x="207" y="33"/>
                  </a:cubicBezTo>
                  <a:cubicBezTo>
                    <a:pt x="190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1" name="Google Shape;17851;p44"/>
            <p:cNvSpPr/>
            <p:nvPr/>
          </p:nvSpPr>
          <p:spPr>
            <a:xfrm>
              <a:off x="4228800" y="27579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40" y="0"/>
                  </a:moveTo>
                  <a:cubicBezTo>
                    <a:pt x="125" y="0"/>
                    <a:pt x="112" y="5"/>
                    <a:pt x="103" y="13"/>
                  </a:cubicBezTo>
                  <a:cubicBezTo>
                    <a:pt x="33" y="29"/>
                    <a:pt x="0" y="116"/>
                    <a:pt x="17" y="186"/>
                  </a:cubicBezTo>
                  <a:cubicBezTo>
                    <a:pt x="33" y="203"/>
                    <a:pt x="54" y="235"/>
                    <a:pt x="70" y="252"/>
                  </a:cubicBezTo>
                  <a:cubicBezTo>
                    <a:pt x="87" y="262"/>
                    <a:pt x="103" y="267"/>
                    <a:pt x="118" y="267"/>
                  </a:cubicBezTo>
                  <a:cubicBezTo>
                    <a:pt x="133" y="267"/>
                    <a:pt x="147" y="262"/>
                    <a:pt x="157" y="252"/>
                  </a:cubicBezTo>
                  <a:cubicBezTo>
                    <a:pt x="190" y="235"/>
                    <a:pt x="206" y="219"/>
                    <a:pt x="223" y="186"/>
                  </a:cubicBezTo>
                  <a:cubicBezTo>
                    <a:pt x="239" y="149"/>
                    <a:pt x="239" y="116"/>
                    <a:pt x="239" y="83"/>
                  </a:cubicBezTo>
                  <a:cubicBezTo>
                    <a:pt x="223" y="66"/>
                    <a:pt x="223" y="46"/>
                    <a:pt x="206" y="29"/>
                  </a:cubicBezTo>
                  <a:lnTo>
                    <a:pt x="190" y="13"/>
                  </a:lnTo>
                  <a:cubicBezTo>
                    <a:pt x="173" y="5"/>
                    <a:pt x="156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2" name="Google Shape;17852;p44"/>
            <p:cNvSpPr/>
            <p:nvPr/>
          </p:nvSpPr>
          <p:spPr>
            <a:xfrm>
              <a:off x="3855150" y="280192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16" y="1"/>
                  </a:moveTo>
                  <a:cubicBezTo>
                    <a:pt x="70" y="1"/>
                    <a:pt x="15" y="46"/>
                    <a:pt x="1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7"/>
                    <a:pt x="54" y="243"/>
                    <a:pt x="87" y="264"/>
                  </a:cubicBezTo>
                  <a:cubicBezTo>
                    <a:pt x="104" y="264"/>
                    <a:pt x="137" y="243"/>
                    <a:pt x="174" y="227"/>
                  </a:cubicBezTo>
                  <a:cubicBezTo>
                    <a:pt x="190" y="210"/>
                    <a:pt x="207" y="177"/>
                    <a:pt x="223" y="140"/>
                  </a:cubicBezTo>
                  <a:cubicBezTo>
                    <a:pt x="223" y="107"/>
                    <a:pt x="223" y="74"/>
                    <a:pt x="207" y="58"/>
                  </a:cubicBezTo>
                  <a:cubicBezTo>
                    <a:pt x="207" y="37"/>
                    <a:pt x="190" y="37"/>
                    <a:pt x="190" y="21"/>
                  </a:cubicBezTo>
                  <a:cubicBezTo>
                    <a:pt x="174" y="21"/>
                    <a:pt x="157" y="4"/>
                    <a:pt x="137" y="4"/>
                  </a:cubicBezTo>
                  <a:cubicBezTo>
                    <a:pt x="130" y="2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3" name="Google Shape;17853;p44"/>
            <p:cNvSpPr/>
            <p:nvPr/>
          </p:nvSpPr>
          <p:spPr>
            <a:xfrm>
              <a:off x="3851350" y="278737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36" y="1"/>
                  </a:moveTo>
                  <a:cubicBezTo>
                    <a:pt x="83" y="1"/>
                    <a:pt x="17" y="38"/>
                    <a:pt x="0" y="104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33" y="244"/>
                    <a:pt x="50" y="260"/>
                    <a:pt x="83" y="260"/>
                  </a:cubicBezTo>
                  <a:cubicBezTo>
                    <a:pt x="120" y="260"/>
                    <a:pt x="136" y="260"/>
                    <a:pt x="169" y="227"/>
                  </a:cubicBezTo>
                  <a:cubicBezTo>
                    <a:pt x="206" y="207"/>
                    <a:pt x="223" y="190"/>
                    <a:pt x="223" y="157"/>
                  </a:cubicBezTo>
                  <a:cubicBezTo>
                    <a:pt x="223" y="124"/>
                    <a:pt x="223" y="87"/>
                    <a:pt x="206" y="54"/>
                  </a:cubicBezTo>
                  <a:cubicBezTo>
                    <a:pt x="206" y="54"/>
                    <a:pt x="206" y="38"/>
                    <a:pt x="186" y="38"/>
                  </a:cubicBezTo>
                  <a:cubicBezTo>
                    <a:pt x="169" y="2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4" name="Google Shape;17854;p44"/>
            <p:cNvSpPr/>
            <p:nvPr/>
          </p:nvSpPr>
          <p:spPr>
            <a:xfrm>
              <a:off x="3860725" y="27103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5" y="0"/>
                  </a:moveTo>
                  <a:cubicBezTo>
                    <a:pt x="102" y="0"/>
                    <a:pt x="82" y="14"/>
                    <a:pt x="70" y="26"/>
                  </a:cubicBezTo>
                  <a:cubicBezTo>
                    <a:pt x="37" y="42"/>
                    <a:pt x="17" y="75"/>
                    <a:pt x="17" y="112"/>
                  </a:cubicBezTo>
                  <a:cubicBezTo>
                    <a:pt x="0" y="145"/>
                    <a:pt x="17" y="178"/>
                    <a:pt x="37" y="195"/>
                  </a:cubicBezTo>
                  <a:cubicBezTo>
                    <a:pt x="54" y="232"/>
                    <a:pt x="70" y="248"/>
                    <a:pt x="103" y="248"/>
                  </a:cubicBezTo>
                  <a:cubicBezTo>
                    <a:pt x="110" y="250"/>
                    <a:pt x="118" y="251"/>
                    <a:pt x="125" y="251"/>
                  </a:cubicBezTo>
                  <a:cubicBezTo>
                    <a:pt x="173" y="251"/>
                    <a:pt x="226" y="206"/>
                    <a:pt x="244" y="145"/>
                  </a:cubicBezTo>
                  <a:cubicBezTo>
                    <a:pt x="244" y="112"/>
                    <a:pt x="244" y="75"/>
                    <a:pt x="223" y="59"/>
                  </a:cubicBezTo>
                  <a:cubicBezTo>
                    <a:pt x="223" y="42"/>
                    <a:pt x="206" y="42"/>
                    <a:pt x="206" y="26"/>
                  </a:cubicBezTo>
                  <a:cubicBezTo>
                    <a:pt x="190" y="9"/>
                    <a:pt x="173" y="9"/>
                    <a:pt x="157" y="9"/>
                  </a:cubicBezTo>
                  <a:cubicBezTo>
                    <a:pt x="146" y="3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5" name="Google Shape;17855;p44"/>
            <p:cNvSpPr/>
            <p:nvPr/>
          </p:nvSpPr>
          <p:spPr>
            <a:xfrm>
              <a:off x="3838450" y="2735425"/>
              <a:ext cx="5600" cy="6450"/>
            </a:xfrm>
            <a:custGeom>
              <a:avLst/>
              <a:gdLst/>
              <a:ahLst/>
              <a:cxnLst/>
              <a:rect l="l" t="t" r="r" b="b"/>
              <a:pathLst>
                <a:path w="224" h="258" extrusionOk="0">
                  <a:moveTo>
                    <a:pt x="67" y="1"/>
                  </a:moveTo>
                  <a:cubicBezTo>
                    <a:pt x="34" y="17"/>
                    <a:pt x="17" y="54"/>
                    <a:pt x="1" y="87"/>
                  </a:cubicBezTo>
                  <a:lnTo>
                    <a:pt x="1" y="190"/>
                  </a:lnTo>
                  <a:cubicBezTo>
                    <a:pt x="13" y="229"/>
                    <a:pt x="51" y="257"/>
                    <a:pt x="91" y="257"/>
                  </a:cubicBezTo>
                  <a:cubicBezTo>
                    <a:pt x="106" y="257"/>
                    <a:pt x="122" y="253"/>
                    <a:pt x="137" y="244"/>
                  </a:cubicBezTo>
                  <a:cubicBezTo>
                    <a:pt x="186" y="223"/>
                    <a:pt x="223" y="141"/>
                    <a:pt x="207" y="87"/>
                  </a:cubicBezTo>
                  <a:cubicBezTo>
                    <a:pt x="207" y="54"/>
                    <a:pt x="186" y="38"/>
                    <a:pt x="186" y="38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04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6" name="Google Shape;17856;p44"/>
            <p:cNvSpPr/>
            <p:nvPr/>
          </p:nvSpPr>
          <p:spPr>
            <a:xfrm>
              <a:off x="4233950" y="2773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1" y="0"/>
                  </a:moveTo>
                  <a:cubicBezTo>
                    <a:pt x="97" y="0"/>
                    <a:pt x="63" y="13"/>
                    <a:pt x="33" y="40"/>
                  </a:cubicBezTo>
                  <a:cubicBezTo>
                    <a:pt x="33" y="56"/>
                    <a:pt x="17" y="77"/>
                    <a:pt x="17" y="110"/>
                  </a:cubicBezTo>
                  <a:cubicBezTo>
                    <a:pt x="0" y="143"/>
                    <a:pt x="17" y="196"/>
                    <a:pt x="54" y="229"/>
                  </a:cubicBezTo>
                  <a:cubicBezTo>
                    <a:pt x="64" y="249"/>
                    <a:pt x="85" y="257"/>
                    <a:pt x="108" y="257"/>
                  </a:cubicBezTo>
                  <a:cubicBezTo>
                    <a:pt x="124" y="257"/>
                    <a:pt x="142" y="253"/>
                    <a:pt x="157" y="246"/>
                  </a:cubicBezTo>
                  <a:cubicBezTo>
                    <a:pt x="173" y="229"/>
                    <a:pt x="190" y="229"/>
                    <a:pt x="206" y="213"/>
                  </a:cubicBezTo>
                  <a:cubicBezTo>
                    <a:pt x="239" y="143"/>
                    <a:pt x="239" y="77"/>
                    <a:pt x="206" y="23"/>
                  </a:cubicBezTo>
                  <a:cubicBezTo>
                    <a:pt x="184" y="8"/>
                    <a:pt x="158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7" name="Google Shape;17857;p44"/>
            <p:cNvSpPr/>
            <p:nvPr/>
          </p:nvSpPr>
          <p:spPr>
            <a:xfrm>
              <a:off x="3895550" y="2689975"/>
              <a:ext cx="2600" cy="1250"/>
            </a:xfrm>
            <a:custGeom>
              <a:avLst/>
              <a:gdLst/>
              <a:ahLst/>
              <a:cxnLst/>
              <a:rect l="l" t="t" r="r" b="b"/>
              <a:pathLst>
                <a:path w="104" h="50" extrusionOk="0">
                  <a:moveTo>
                    <a:pt x="1" y="0"/>
                  </a:moveTo>
                  <a:cubicBezTo>
                    <a:pt x="1" y="1"/>
                    <a:pt x="1" y="17"/>
                    <a:pt x="17" y="17"/>
                  </a:cubicBezTo>
                  <a:cubicBezTo>
                    <a:pt x="34" y="33"/>
                    <a:pt x="50" y="50"/>
                    <a:pt x="67" y="50"/>
                  </a:cubicBezTo>
                  <a:lnTo>
                    <a:pt x="104" y="50"/>
                  </a:lnTo>
                  <a:cubicBezTo>
                    <a:pt x="67" y="33"/>
                    <a:pt x="34" y="17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8" name="Google Shape;17858;p44"/>
            <p:cNvSpPr/>
            <p:nvPr/>
          </p:nvSpPr>
          <p:spPr>
            <a:xfrm>
              <a:off x="4205600" y="27229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38"/>
                    <a:pt x="1" y="104"/>
                    <a:pt x="17" y="174"/>
                  </a:cubicBezTo>
                  <a:cubicBezTo>
                    <a:pt x="34" y="207"/>
                    <a:pt x="54" y="228"/>
                    <a:pt x="71" y="244"/>
                  </a:cubicBezTo>
                  <a:cubicBezTo>
                    <a:pt x="87" y="252"/>
                    <a:pt x="104" y="256"/>
                    <a:pt x="119" y="256"/>
                  </a:cubicBezTo>
                  <a:cubicBezTo>
                    <a:pt x="133" y="256"/>
                    <a:pt x="147" y="252"/>
                    <a:pt x="157" y="244"/>
                  </a:cubicBezTo>
                  <a:cubicBezTo>
                    <a:pt x="190" y="228"/>
                    <a:pt x="207" y="207"/>
                    <a:pt x="223" y="174"/>
                  </a:cubicBezTo>
                  <a:cubicBezTo>
                    <a:pt x="240" y="141"/>
                    <a:pt x="240" y="104"/>
                    <a:pt x="240" y="87"/>
                  </a:cubicBezTo>
                  <a:cubicBezTo>
                    <a:pt x="240" y="54"/>
                    <a:pt x="223" y="38"/>
                    <a:pt x="207" y="21"/>
                  </a:cubicBezTo>
                  <a:cubicBezTo>
                    <a:pt x="207" y="21"/>
                    <a:pt x="190" y="2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9" name="Google Shape;17859;p44"/>
            <p:cNvSpPr/>
            <p:nvPr/>
          </p:nvSpPr>
          <p:spPr>
            <a:xfrm>
              <a:off x="4208600" y="2739275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19" y="0"/>
                  </a:moveTo>
                  <a:cubicBezTo>
                    <a:pt x="69" y="0"/>
                    <a:pt x="14" y="46"/>
                    <a:pt x="0" y="106"/>
                  </a:cubicBezTo>
                  <a:cubicBezTo>
                    <a:pt x="0" y="139"/>
                    <a:pt x="0" y="172"/>
                    <a:pt x="17" y="210"/>
                  </a:cubicBezTo>
                  <a:cubicBezTo>
                    <a:pt x="37" y="226"/>
                    <a:pt x="54" y="242"/>
                    <a:pt x="87" y="259"/>
                  </a:cubicBezTo>
                  <a:cubicBezTo>
                    <a:pt x="140" y="259"/>
                    <a:pt x="206" y="226"/>
                    <a:pt x="223" y="139"/>
                  </a:cubicBezTo>
                  <a:cubicBezTo>
                    <a:pt x="223" y="106"/>
                    <a:pt x="223" y="90"/>
                    <a:pt x="206" y="53"/>
                  </a:cubicBezTo>
                  <a:cubicBezTo>
                    <a:pt x="206" y="36"/>
                    <a:pt x="190" y="36"/>
                    <a:pt x="190" y="36"/>
                  </a:cubicBezTo>
                  <a:cubicBezTo>
                    <a:pt x="173" y="20"/>
                    <a:pt x="157" y="3"/>
                    <a:pt x="140" y="3"/>
                  </a:cubicBezTo>
                  <a:cubicBezTo>
                    <a:pt x="133" y="1"/>
                    <a:pt x="126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0" name="Google Shape;17860;p44"/>
            <p:cNvSpPr/>
            <p:nvPr/>
          </p:nvSpPr>
          <p:spPr>
            <a:xfrm>
              <a:off x="3899375" y="2766225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35" y="1"/>
                  </a:moveTo>
                  <a:cubicBezTo>
                    <a:pt x="103" y="1"/>
                    <a:pt x="67" y="18"/>
                    <a:pt x="37" y="59"/>
                  </a:cubicBezTo>
                  <a:cubicBezTo>
                    <a:pt x="0" y="109"/>
                    <a:pt x="0" y="179"/>
                    <a:pt x="37" y="228"/>
                  </a:cubicBezTo>
                  <a:cubicBezTo>
                    <a:pt x="59" y="251"/>
                    <a:pt x="83" y="261"/>
                    <a:pt x="109" y="261"/>
                  </a:cubicBezTo>
                  <a:cubicBezTo>
                    <a:pt x="143" y="261"/>
                    <a:pt x="178" y="243"/>
                    <a:pt x="207" y="212"/>
                  </a:cubicBezTo>
                  <a:cubicBezTo>
                    <a:pt x="244" y="162"/>
                    <a:pt x="244" y="76"/>
                    <a:pt x="190" y="22"/>
                  </a:cubicBezTo>
                  <a:cubicBezTo>
                    <a:pt x="177" y="9"/>
                    <a:pt x="157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1" name="Google Shape;17861;p44"/>
            <p:cNvSpPr/>
            <p:nvPr/>
          </p:nvSpPr>
          <p:spPr>
            <a:xfrm>
              <a:off x="3895150" y="27918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4" y="1"/>
                  </a:moveTo>
                  <a:cubicBezTo>
                    <a:pt x="119" y="1"/>
                    <a:pt x="101" y="5"/>
                    <a:pt x="83" y="13"/>
                  </a:cubicBezTo>
                  <a:cubicBezTo>
                    <a:pt x="33" y="30"/>
                    <a:pt x="0" y="116"/>
                    <a:pt x="17" y="186"/>
                  </a:cubicBezTo>
                  <a:cubicBezTo>
                    <a:pt x="31" y="228"/>
                    <a:pt x="67" y="261"/>
                    <a:pt x="120" y="261"/>
                  </a:cubicBezTo>
                  <a:cubicBezTo>
                    <a:pt x="130" y="261"/>
                    <a:pt x="141" y="259"/>
                    <a:pt x="153" y="257"/>
                  </a:cubicBezTo>
                  <a:cubicBezTo>
                    <a:pt x="206" y="219"/>
                    <a:pt x="239" y="153"/>
                    <a:pt x="223" y="83"/>
                  </a:cubicBezTo>
                  <a:cubicBezTo>
                    <a:pt x="223" y="67"/>
                    <a:pt x="223" y="50"/>
                    <a:pt x="206" y="30"/>
                  </a:cubicBezTo>
                  <a:cubicBezTo>
                    <a:pt x="186" y="30"/>
                    <a:pt x="186" y="13"/>
                    <a:pt x="169" y="13"/>
                  </a:cubicBezTo>
                  <a:cubicBezTo>
                    <a:pt x="161" y="5"/>
                    <a:pt x="149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2" name="Google Shape;17862;p44"/>
            <p:cNvSpPr/>
            <p:nvPr/>
          </p:nvSpPr>
          <p:spPr>
            <a:xfrm>
              <a:off x="3900700" y="2827475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29" y="0"/>
                  </a:moveTo>
                  <a:cubicBezTo>
                    <a:pt x="116" y="0"/>
                    <a:pt x="104" y="5"/>
                    <a:pt x="88" y="13"/>
                  </a:cubicBezTo>
                  <a:cubicBezTo>
                    <a:pt x="50" y="29"/>
                    <a:pt x="34" y="46"/>
                    <a:pt x="17" y="83"/>
                  </a:cubicBezTo>
                  <a:cubicBezTo>
                    <a:pt x="1" y="116"/>
                    <a:pt x="1" y="149"/>
                    <a:pt x="1" y="169"/>
                  </a:cubicBezTo>
                  <a:cubicBezTo>
                    <a:pt x="17" y="202"/>
                    <a:pt x="34" y="235"/>
                    <a:pt x="67" y="252"/>
                  </a:cubicBezTo>
                  <a:lnTo>
                    <a:pt x="154" y="252"/>
                  </a:lnTo>
                  <a:cubicBezTo>
                    <a:pt x="207" y="219"/>
                    <a:pt x="240" y="149"/>
                    <a:pt x="224" y="83"/>
                  </a:cubicBezTo>
                  <a:cubicBezTo>
                    <a:pt x="224" y="66"/>
                    <a:pt x="207" y="46"/>
                    <a:pt x="191" y="29"/>
                  </a:cubicBezTo>
                  <a:cubicBezTo>
                    <a:pt x="191" y="29"/>
                    <a:pt x="191" y="13"/>
                    <a:pt x="170" y="13"/>
                  </a:cubicBezTo>
                  <a:cubicBezTo>
                    <a:pt x="154" y="5"/>
                    <a:pt x="141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3" name="Google Shape;17863;p44"/>
            <p:cNvSpPr/>
            <p:nvPr/>
          </p:nvSpPr>
          <p:spPr>
            <a:xfrm>
              <a:off x="4212925" y="27573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20" y="1"/>
                  </a:moveTo>
                  <a:cubicBezTo>
                    <a:pt x="70" y="1"/>
                    <a:pt x="17" y="50"/>
                    <a:pt x="0" y="104"/>
                  </a:cubicBezTo>
                  <a:cubicBezTo>
                    <a:pt x="0" y="137"/>
                    <a:pt x="0" y="170"/>
                    <a:pt x="17" y="207"/>
                  </a:cubicBezTo>
                  <a:cubicBezTo>
                    <a:pt x="33" y="224"/>
                    <a:pt x="50" y="240"/>
                    <a:pt x="87" y="256"/>
                  </a:cubicBezTo>
                  <a:cubicBezTo>
                    <a:pt x="136" y="256"/>
                    <a:pt x="206" y="207"/>
                    <a:pt x="223" y="137"/>
                  </a:cubicBezTo>
                  <a:lnTo>
                    <a:pt x="223" y="104"/>
                  </a:lnTo>
                  <a:cubicBezTo>
                    <a:pt x="223" y="67"/>
                    <a:pt x="206" y="50"/>
                    <a:pt x="190" y="17"/>
                  </a:cubicBezTo>
                  <a:cubicBezTo>
                    <a:pt x="173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4" name="Google Shape;17864;p44"/>
            <p:cNvSpPr/>
            <p:nvPr/>
          </p:nvSpPr>
          <p:spPr>
            <a:xfrm>
              <a:off x="3885250" y="28063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37" y="0"/>
                  </a:moveTo>
                  <a:cubicBezTo>
                    <a:pt x="104" y="0"/>
                    <a:pt x="87" y="17"/>
                    <a:pt x="50" y="33"/>
                  </a:cubicBezTo>
                  <a:cubicBezTo>
                    <a:pt x="34" y="50"/>
                    <a:pt x="17" y="87"/>
                    <a:pt x="1" y="120"/>
                  </a:cubicBezTo>
                  <a:cubicBezTo>
                    <a:pt x="1" y="153"/>
                    <a:pt x="1" y="190"/>
                    <a:pt x="17" y="206"/>
                  </a:cubicBezTo>
                  <a:cubicBezTo>
                    <a:pt x="34" y="239"/>
                    <a:pt x="50" y="256"/>
                    <a:pt x="87" y="256"/>
                  </a:cubicBezTo>
                  <a:cubicBezTo>
                    <a:pt x="94" y="258"/>
                    <a:pt x="100" y="259"/>
                    <a:pt x="107" y="259"/>
                  </a:cubicBezTo>
                  <a:cubicBezTo>
                    <a:pt x="154" y="259"/>
                    <a:pt x="209" y="214"/>
                    <a:pt x="223" y="153"/>
                  </a:cubicBezTo>
                  <a:cubicBezTo>
                    <a:pt x="223" y="120"/>
                    <a:pt x="223" y="87"/>
                    <a:pt x="207" y="50"/>
                  </a:cubicBezTo>
                  <a:lnTo>
                    <a:pt x="190" y="33"/>
                  </a:lnTo>
                  <a:cubicBezTo>
                    <a:pt x="170" y="17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5" name="Google Shape;17865;p44"/>
            <p:cNvSpPr/>
            <p:nvPr/>
          </p:nvSpPr>
          <p:spPr>
            <a:xfrm>
              <a:off x="3899775" y="281007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1" y="1"/>
                  </a:moveTo>
                  <a:cubicBezTo>
                    <a:pt x="72" y="1"/>
                    <a:pt x="19" y="49"/>
                    <a:pt x="1" y="107"/>
                  </a:cubicBezTo>
                  <a:cubicBezTo>
                    <a:pt x="1" y="144"/>
                    <a:pt x="1" y="193"/>
                    <a:pt x="21" y="210"/>
                  </a:cubicBezTo>
                  <a:cubicBezTo>
                    <a:pt x="38" y="226"/>
                    <a:pt x="71" y="247"/>
                    <a:pt x="87" y="264"/>
                  </a:cubicBezTo>
                  <a:cubicBezTo>
                    <a:pt x="125" y="264"/>
                    <a:pt x="158" y="247"/>
                    <a:pt x="174" y="226"/>
                  </a:cubicBezTo>
                  <a:cubicBezTo>
                    <a:pt x="207" y="210"/>
                    <a:pt x="228" y="177"/>
                    <a:pt x="228" y="144"/>
                  </a:cubicBezTo>
                  <a:cubicBezTo>
                    <a:pt x="244" y="107"/>
                    <a:pt x="228" y="74"/>
                    <a:pt x="207" y="57"/>
                  </a:cubicBezTo>
                  <a:cubicBezTo>
                    <a:pt x="207" y="41"/>
                    <a:pt x="207" y="41"/>
                    <a:pt x="191" y="20"/>
                  </a:cubicBezTo>
                  <a:cubicBezTo>
                    <a:pt x="174" y="4"/>
                    <a:pt x="158" y="4"/>
                    <a:pt x="141" y="4"/>
                  </a:cubicBezTo>
                  <a:cubicBezTo>
                    <a:pt x="134" y="2"/>
                    <a:pt x="128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6" name="Google Shape;17866;p44"/>
            <p:cNvSpPr/>
            <p:nvPr/>
          </p:nvSpPr>
          <p:spPr>
            <a:xfrm>
              <a:off x="4158400" y="2824625"/>
              <a:ext cx="5575" cy="6250"/>
            </a:xfrm>
            <a:custGeom>
              <a:avLst/>
              <a:gdLst/>
              <a:ahLst/>
              <a:cxnLst/>
              <a:rect l="l" t="t" r="r" b="b"/>
              <a:pathLst>
                <a:path w="223" h="250" extrusionOk="0">
                  <a:moveTo>
                    <a:pt x="111" y="0"/>
                  </a:moveTo>
                  <a:cubicBezTo>
                    <a:pt x="92" y="0"/>
                    <a:pt x="76" y="12"/>
                    <a:pt x="50" y="24"/>
                  </a:cubicBezTo>
                  <a:cubicBezTo>
                    <a:pt x="33" y="40"/>
                    <a:pt x="17" y="77"/>
                    <a:pt x="0" y="110"/>
                  </a:cubicBezTo>
                  <a:cubicBezTo>
                    <a:pt x="0" y="143"/>
                    <a:pt x="0" y="180"/>
                    <a:pt x="17" y="197"/>
                  </a:cubicBezTo>
                  <a:cubicBezTo>
                    <a:pt x="33" y="230"/>
                    <a:pt x="50" y="246"/>
                    <a:pt x="87" y="246"/>
                  </a:cubicBezTo>
                  <a:cubicBezTo>
                    <a:pt x="93" y="249"/>
                    <a:pt x="100" y="250"/>
                    <a:pt x="107" y="250"/>
                  </a:cubicBezTo>
                  <a:cubicBezTo>
                    <a:pt x="154" y="250"/>
                    <a:pt x="209" y="204"/>
                    <a:pt x="223" y="143"/>
                  </a:cubicBezTo>
                  <a:cubicBezTo>
                    <a:pt x="223" y="110"/>
                    <a:pt x="223" y="77"/>
                    <a:pt x="206" y="57"/>
                  </a:cubicBezTo>
                  <a:cubicBezTo>
                    <a:pt x="206" y="40"/>
                    <a:pt x="206" y="40"/>
                    <a:pt x="190" y="24"/>
                  </a:cubicBezTo>
                  <a:cubicBezTo>
                    <a:pt x="169" y="7"/>
                    <a:pt x="153" y="7"/>
                    <a:pt x="136" y="7"/>
                  </a:cubicBezTo>
                  <a:cubicBezTo>
                    <a:pt x="127" y="2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7" name="Google Shape;17867;p44"/>
            <p:cNvSpPr/>
            <p:nvPr/>
          </p:nvSpPr>
          <p:spPr>
            <a:xfrm>
              <a:off x="4156225" y="27461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0"/>
                  </a:moveTo>
                  <a:cubicBezTo>
                    <a:pt x="87" y="21"/>
                    <a:pt x="50" y="38"/>
                    <a:pt x="34" y="54"/>
                  </a:cubicBezTo>
                  <a:cubicBezTo>
                    <a:pt x="17" y="71"/>
                    <a:pt x="17" y="104"/>
                    <a:pt x="1" y="141"/>
                  </a:cubicBezTo>
                  <a:cubicBezTo>
                    <a:pt x="1" y="174"/>
                    <a:pt x="17" y="207"/>
                    <a:pt x="34" y="227"/>
                  </a:cubicBezTo>
                  <a:cubicBezTo>
                    <a:pt x="56" y="248"/>
                    <a:pt x="80" y="257"/>
                    <a:pt x="104" y="257"/>
                  </a:cubicBezTo>
                  <a:cubicBezTo>
                    <a:pt x="140" y="257"/>
                    <a:pt x="175" y="238"/>
                    <a:pt x="207" y="207"/>
                  </a:cubicBezTo>
                  <a:cubicBezTo>
                    <a:pt x="240" y="157"/>
                    <a:pt x="240" y="71"/>
                    <a:pt x="207" y="38"/>
                  </a:cubicBezTo>
                  <a:cubicBezTo>
                    <a:pt x="174" y="0"/>
                    <a:pt x="137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8" name="Google Shape;17868;p44"/>
            <p:cNvSpPr/>
            <p:nvPr/>
          </p:nvSpPr>
          <p:spPr>
            <a:xfrm>
              <a:off x="4150675" y="27302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53" y="1"/>
                  </a:moveTo>
                  <a:cubicBezTo>
                    <a:pt x="87" y="1"/>
                    <a:pt x="33" y="54"/>
                    <a:pt x="17" y="120"/>
                  </a:cubicBezTo>
                  <a:cubicBezTo>
                    <a:pt x="0" y="157"/>
                    <a:pt x="0" y="190"/>
                    <a:pt x="17" y="207"/>
                  </a:cubicBezTo>
                  <a:cubicBezTo>
                    <a:pt x="33" y="244"/>
                    <a:pt x="66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9" y="263"/>
                    <a:pt x="223" y="215"/>
                    <a:pt x="223" y="157"/>
                  </a:cubicBezTo>
                  <a:cubicBezTo>
                    <a:pt x="239" y="120"/>
                    <a:pt x="239" y="87"/>
                    <a:pt x="223" y="54"/>
                  </a:cubicBezTo>
                  <a:cubicBezTo>
                    <a:pt x="206" y="54"/>
                    <a:pt x="206" y="38"/>
                    <a:pt x="206" y="38"/>
                  </a:cubicBezTo>
                  <a:cubicBezTo>
                    <a:pt x="190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9" name="Google Shape;17869;p44"/>
            <p:cNvSpPr/>
            <p:nvPr/>
          </p:nvSpPr>
          <p:spPr>
            <a:xfrm>
              <a:off x="4157975" y="27629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83" y="1"/>
                    <a:pt x="34" y="50"/>
                    <a:pt x="17" y="120"/>
                  </a:cubicBezTo>
                  <a:cubicBezTo>
                    <a:pt x="1" y="153"/>
                    <a:pt x="17" y="190"/>
                    <a:pt x="34" y="207"/>
                  </a:cubicBezTo>
                  <a:cubicBezTo>
                    <a:pt x="34" y="240"/>
                    <a:pt x="67" y="256"/>
                    <a:pt x="104" y="256"/>
                  </a:cubicBezTo>
                  <a:cubicBezTo>
                    <a:pt x="111" y="259"/>
                    <a:pt x="119" y="261"/>
                    <a:pt x="127" y="261"/>
                  </a:cubicBezTo>
                  <a:cubicBezTo>
                    <a:pt x="173" y="261"/>
                    <a:pt x="226" y="213"/>
                    <a:pt x="240" y="153"/>
                  </a:cubicBezTo>
                  <a:cubicBezTo>
                    <a:pt x="240" y="120"/>
                    <a:pt x="240" y="87"/>
                    <a:pt x="223" y="50"/>
                  </a:cubicBezTo>
                  <a:lnTo>
                    <a:pt x="207" y="33"/>
                  </a:lnTo>
                  <a:cubicBezTo>
                    <a:pt x="186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0" name="Google Shape;17870;p44"/>
            <p:cNvSpPr/>
            <p:nvPr/>
          </p:nvSpPr>
          <p:spPr>
            <a:xfrm>
              <a:off x="4163950" y="2730550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44" y="1"/>
                  </a:moveTo>
                  <a:cubicBezTo>
                    <a:pt x="114" y="1"/>
                    <a:pt x="80" y="14"/>
                    <a:pt x="50" y="43"/>
                  </a:cubicBezTo>
                  <a:cubicBezTo>
                    <a:pt x="1" y="109"/>
                    <a:pt x="17" y="179"/>
                    <a:pt x="50" y="233"/>
                  </a:cubicBezTo>
                  <a:cubicBezTo>
                    <a:pt x="71" y="249"/>
                    <a:pt x="87" y="249"/>
                    <a:pt x="104" y="249"/>
                  </a:cubicBezTo>
                  <a:cubicBezTo>
                    <a:pt x="113" y="254"/>
                    <a:pt x="123" y="256"/>
                    <a:pt x="133" y="256"/>
                  </a:cubicBezTo>
                  <a:cubicBezTo>
                    <a:pt x="163" y="256"/>
                    <a:pt x="195" y="240"/>
                    <a:pt x="207" y="212"/>
                  </a:cubicBezTo>
                  <a:cubicBezTo>
                    <a:pt x="240" y="163"/>
                    <a:pt x="256" y="109"/>
                    <a:pt x="240" y="76"/>
                  </a:cubicBezTo>
                  <a:cubicBezTo>
                    <a:pt x="240" y="60"/>
                    <a:pt x="224" y="43"/>
                    <a:pt x="207" y="27"/>
                  </a:cubicBezTo>
                  <a:cubicBezTo>
                    <a:pt x="192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1" name="Google Shape;17871;p44"/>
            <p:cNvSpPr/>
            <p:nvPr/>
          </p:nvSpPr>
          <p:spPr>
            <a:xfrm>
              <a:off x="4190975" y="27203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124" y="1"/>
                    <a:pt x="87" y="1"/>
                    <a:pt x="54" y="21"/>
                  </a:cubicBezTo>
                  <a:cubicBezTo>
                    <a:pt x="37" y="38"/>
                    <a:pt x="21" y="71"/>
                    <a:pt x="0" y="104"/>
                  </a:cubicBezTo>
                  <a:cubicBezTo>
                    <a:pt x="0" y="141"/>
                    <a:pt x="0" y="174"/>
                    <a:pt x="21" y="207"/>
                  </a:cubicBezTo>
                  <a:cubicBezTo>
                    <a:pt x="37" y="228"/>
                    <a:pt x="54" y="244"/>
                    <a:pt x="87" y="260"/>
                  </a:cubicBezTo>
                  <a:cubicBezTo>
                    <a:pt x="157" y="260"/>
                    <a:pt x="206" y="207"/>
                    <a:pt x="227" y="141"/>
                  </a:cubicBezTo>
                  <a:cubicBezTo>
                    <a:pt x="243" y="104"/>
                    <a:pt x="227" y="71"/>
                    <a:pt x="206" y="54"/>
                  </a:cubicBezTo>
                  <a:cubicBezTo>
                    <a:pt x="206" y="38"/>
                    <a:pt x="206" y="38"/>
                    <a:pt x="190" y="21"/>
                  </a:cubicBezTo>
                  <a:cubicBezTo>
                    <a:pt x="190" y="21"/>
                    <a:pt x="173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2" name="Google Shape;17872;p44"/>
            <p:cNvSpPr/>
            <p:nvPr/>
          </p:nvSpPr>
          <p:spPr>
            <a:xfrm>
              <a:off x="4162200" y="27157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0"/>
                  </a:moveTo>
                  <a:cubicBezTo>
                    <a:pt x="120" y="0"/>
                    <a:pt x="87" y="17"/>
                    <a:pt x="54" y="33"/>
                  </a:cubicBezTo>
                  <a:cubicBezTo>
                    <a:pt x="38" y="50"/>
                    <a:pt x="17" y="83"/>
                    <a:pt x="1" y="120"/>
                  </a:cubicBezTo>
                  <a:cubicBezTo>
                    <a:pt x="1" y="153"/>
                    <a:pt x="1" y="186"/>
                    <a:pt x="17" y="206"/>
                  </a:cubicBezTo>
                  <a:cubicBezTo>
                    <a:pt x="38" y="239"/>
                    <a:pt x="54" y="256"/>
                    <a:pt x="87" y="256"/>
                  </a:cubicBezTo>
                  <a:cubicBezTo>
                    <a:pt x="97" y="258"/>
                    <a:pt x="105" y="259"/>
                    <a:pt x="114" y="259"/>
                  </a:cubicBezTo>
                  <a:cubicBezTo>
                    <a:pt x="170" y="259"/>
                    <a:pt x="209" y="214"/>
                    <a:pt x="223" y="153"/>
                  </a:cubicBezTo>
                  <a:cubicBezTo>
                    <a:pt x="223" y="120"/>
                    <a:pt x="223" y="83"/>
                    <a:pt x="207" y="50"/>
                  </a:cubicBezTo>
                  <a:cubicBezTo>
                    <a:pt x="207" y="50"/>
                    <a:pt x="207" y="33"/>
                    <a:pt x="190" y="33"/>
                  </a:cubicBezTo>
                  <a:cubicBezTo>
                    <a:pt x="174" y="17"/>
                    <a:pt x="157" y="17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3" name="Google Shape;17873;p44"/>
            <p:cNvSpPr/>
            <p:nvPr/>
          </p:nvSpPr>
          <p:spPr>
            <a:xfrm>
              <a:off x="4148075" y="2839425"/>
              <a:ext cx="5600" cy="6075"/>
            </a:xfrm>
            <a:custGeom>
              <a:avLst/>
              <a:gdLst/>
              <a:ahLst/>
              <a:cxnLst/>
              <a:rect l="l" t="t" r="r" b="b"/>
              <a:pathLst>
                <a:path w="224" h="243" extrusionOk="0">
                  <a:moveTo>
                    <a:pt x="121" y="1"/>
                  </a:moveTo>
                  <a:cubicBezTo>
                    <a:pt x="67" y="1"/>
                    <a:pt x="17" y="34"/>
                    <a:pt x="1" y="104"/>
                  </a:cubicBezTo>
                  <a:cubicBezTo>
                    <a:pt x="1" y="137"/>
                    <a:pt x="1" y="170"/>
                    <a:pt x="17" y="186"/>
                  </a:cubicBezTo>
                  <a:cubicBezTo>
                    <a:pt x="34" y="223"/>
                    <a:pt x="50" y="240"/>
                    <a:pt x="88" y="240"/>
                  </a:cubicBezTo>
                  <a:cubicBezTo>
                    <a:pt x="94" y="242"/>
                    <a:pt x="101" y="243"/>
                    <a:pt x="108" y="243"/>
                  </a:cubicBezTo>
                  <a:cubicBezTo>
                    <a:pt x="154" y="243"/>
                    <a:pt x="209" y="198"/>
                    <a:pt x="224" y="137"/>
                  </a:cubicBezTo>
                  <a:lnTo>
                    <a:pt x="224" y="104"/>
                  </a:lnTo>
                  <a:cubicBezTo>
                    <a:pt x="224" y="67"/>
                    <a:pt x="207" y="34"/>
                    <a:pt x="191" y="17"/>
                  </a:cubicBezTo>
                  <a:cubicBezTo>
                    <a:pt x="170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4" name="Google Shape;17874;p44"/>
            <p:cNvSpPr/>
            <p:nvPr/>
          </p:nvSpPr>
          <p:spPr>
            <a:xfrm>
              <a:off x="4140775" y="28047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9" y="0"/>
                  </a:moveTo>
                  <a:cubicBezTo>
                    <a:pt x="124" y="0"/>
                    <a:pt x="112" y="4"/>
                    <a:pt x="103" y="13"/>
                  </a:cubicBezTo>
                  <a:cubicBezTo>
                    <a:pt x="33" y="50"/>
                    <a:pt x="0" y="116"/>
                    <a:pt x="17" y="186"/>
                  </a:cubicBezTo>
                  <a:cubicBezTo>
                    <a:pt x="33" y="219"/>
                    <a:pt x="50" y="235"/>
                    <a:pt x="70" y="256"/>
                  </a:cubicBezTo>
                  <a:cubicBezTo>
                    <a:pt x="87" y="264"/>
                    <a:pt x="99" y="268"/>
                    <a:pt x="112" y="268"/>
                  </a:cubicBezTo>
                  <a:cubicBezTo>
                    <a:pt x="124" y="268"/>
                    <a:pt x="136" y="264"/>
                    <a:pt x="153" y="256"/>
                  </a:cubicBezTo>
                  <a:cubicBezTo>
                    <a:pt x="190" y="235"/>
                    <a:pt x="206" y="219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6"/>
                    <a:pt x="223" y="50"/>
                    <a:pt x="206" y="29"/>
                  </a:cubicBezTo>
                  <a:lnTo>
                    <a:pt x="190" y="13"/>
                  </a:lnTo>
                  <a:cubicBezTo>
                    <a:pt x="171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5" name="Google Shape;17875;p44"/>
            <p:cNvSpPr/>
            <p:nvPr/>
          </p:nvSpPr>
          <p:spPr>
            <a:xfrm>
              <a:off x="4143350" y="271532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3" y="1"/>
                  </a:moveTo>
                  <a:cubicBezTo>
                    <a:pt x="99" y="1"/>
                    <a:pt x="64" y="19"/>
                    <a:pt x="33" y="50"/>
                  </a:cubicBezTo>
                  <a:cubicBezTo>
                    <a:pt x="0" y="100"/>
                    <a:pt x="0" y="186"/>
                    <a:pt x="50" y="223"/>
                  </a:cubicBezTo>
                  <a:cubicBezTo>
                    <a:pt x="65" y="244"/>
                    <a:pt x="85" y="253"/>
                    <a:pt x="107" y="253"/>
                  </a:cubicBezTo>
                  <a:cubicBezTo>
                    <a:pt x="139" y="253"/>
                    <a:pt x="175" y="234"/>
                    <a:pt x="206" y="203"/>
                  </a:cubicBezTo>
                  <a:cubicBezTo>
                    <a:pt x="239" y="153"/>
                    <a:pt x="239" y="67"/>
                    <a:pt x="206" y="34"/>
                  </a:cubicBezTo>
                  <a:cubicBezTo>
                    <a:pt x="184" y="11"/>
                    <a:pt x="159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6" name="Google Shape;17876;p44"/>
            <p:cNvSpPr/>
            <p:nvPr/>
          </p:nvSpPr>
          <p:spPr>
            <a:xfrm>
              <a:off x="4140775" y="2695950"/>
              <a:ext cx="6400" cy="6325"/>
            </a:xfrm>
            <a:custGeom>
              <a:avLst/>
              <a:gdLst/>
              <a:ahLst/>
              <a:cxnLst/>
              <a:rect l="l" t="t" r="r" b="b"/>
              <a:pathLst>
                <a:path w="256" h="253" extrusionOk="0">
                  <a:moveTo>
                    <a:pt x="103" y="1"/>
                  </a:moveTo>
                  <a:cubicBezTo>
                    <a:pt x="33" y="34"/>
                    <a:pt x="0" y="104"/>
                    <a:pt x="17" y="174"/>
                  </a:cubicBezTo>
                  <a:cubicBezTo>
                    <a:pt x="33" y="207"/>
                    <a:pt x="50" y="223"/>
                    <a:pt x="70" y="240"/>
                  </a:cubicBezTo>
                  <a:cubicBezTo>
                    <a:pt x="87" y="248"/>
                    <a:pt x="103" y="252"/>
                    <a:pt x="118" y="252"/>
                  </a:cubicBezTo>
                  <a:cubicBezTo>
                    <a:pt x="132" y="252"/>
                    <a:pt x="145" y="248"/>
                    <a:pt x="153" y="240"/>
                  </a:cubicBezTo>
                  <a:cubicBezTo>
                    <a:pt x="223" y="223"/>
                    <a:pt x="256" y="137"/>
                    <a:pt x="239" y="87"/>
                  </a:cubicBezTo>
                  <a:cubicBezTo>
                    <a:pt x="239" y="50"/>
                    <a:pt x="223" y="34"/>
                    <a:pt x="206" y="17"/>
                  </a:cubicBezTo>
                  <a:cubicBezTo>
                    <a:pt x="206" y="17"/>
                    <a:pt x="190" y="17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7" name="Google Shape;17877;p44"/>
            <p:cNvSpPr/>
            <p:nvPr/>
          </p:nvSpPr>
          <p:spPr>
            <a:xfrm>
              <a:off x="4139025" y="2741000"/>
              <a:ext cx="6500" cy="6425"/>
            </a:xfrm>
            <a:custGeom>
              <a:avLst/>
              <a:gdLst/>
              <a:ahLst/>
              <a:cxnLst/>
              <a:rect l="l" t="t" r="r" b="b"/>
              <a:pathLst>
                <a:path w="260" h="257" extrusionOk="0">
                  <a:moveTo>
                    <a:pt x="103" y="0"/>
                  </a:moveTo>
                  <a:cubicBezTo>
                    <a:pt x="37" y="37"/>
                    <a:pt x="0" y="103"/>
                    <a:pt x="17" y="173"/>
                  </a:cubicBezTo>
                  <a:cubicBezTo>
                    <a:pt x="32" y="225"/>
                    <a:pt x="71" y="256"/>
                    <a:pt x="113" y="256"/>
                  </a:cubicBezTo>
                  <a:cubicBezTo>
                    <a:pt x="127" y="256"/>
                    <a:pt x="143" y="252"/>
                    <a:pt x="157" y="244"/>
                  </a:cubicBezTo>
                  <a:cubicBezTo>
                    <a:pt x="223" y="227"/>
                    <a:pt x="260" y="141"/>
                    <a:pt x="243" y="70"/>
                  </a:cubicBezTo>
                  <a:cubicBezTo>
                    <a:pt x="223" y="54"/>
                    <a:pt x="223" y="37"/>
                    <a:pt x="206" y="21"/>
                  </a:cubicBezTo>
                  <a:cubicBezTo>
                    <a:pt x="206" y="21"/>
                    <a:pt x="190" y="21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8" name="Google Shape;17878;p44"/>
            <p:cNvSpPr/>
            <p:nvPr/>
          </p:nvSpPr>
          <p:spPr>
            <a:xfrm>
              <a:off x="4144575" y="2776350"/>
              <a:ext cx="6125" cy="6725"/>
            </a:xfrm>
            <a:custGeom>
              <a:avLst/>
              <a:gdLst/>
              <a:ahLst/>
              <a:cxnLst/>
              <a:rect l="l" t="t" r="r" b="b"/>
              <a:pathLst>
                <a:path w="245" h="269" extrusionOk="0">
                  <a:moveTo>
                    <a:pt x="138" y="0"/>
                  </a:moveTo>
                  <a:cubicBezTo>
                    <a:pt x="123" y="0"/>
                    <a:pt x="106" y="5"/>
                    <a:pt x="87" y="13"/>
                  </a:cubicBezTo>
                  <a:cubicBezTo>
                    <a:pt x="71" y="29"/>
                    <a:pt x="38" y="50"/>
                    <a:pt x="21" y="83"/>
                  </a:cubicBezTo>
                  <a:cubicBezTo>
                    <a:pt x="1" y="116"/>
                    <a:pt x="1" y="153"/>
                    <a:pt x="21" y="186"/>
                  </a:cubicBezTo>
                  <a:cubicBezTo>
                    <a:pt x="21" y="219"/>
                    <a:pt x="38" y="235"/>
                    <a:pt x="71" y="256"/>
                  </a:cubicBezTo>
                  <a:cubicBezTo>
                    <a:pt x="79" y="264"/>
                    <a:pt x="93" y="268"/>
                    <a:pt x="108" y="268"/>
                  </a:cubicBezTo>
                  <a:cubicBezTo>
                    <a:pt x="123" y="268"/>
                    <a:pt x="141" y="264"/>
                    <a:pt x="157" y="256"/>
                  </a:cubicBezTo>
                  <a:cubicBezTo>
                    <a:pt x="207" y="235"/>
                    <a:pt x="244" y="153"/>
                    <a:pt x="228" y="83"/>
                  </a:cubicBezTo>
                  <a:cubicBezTo>
                    <a:pt x="228" y="66"/>
                    <a:pt x="228" y="50"/>
                    <a:pt x="207" y="29"/>
                  </a:cubicBezTo>
                  <a:cubicBezTo>
                    <a:pt x="190" y="29"/>
                    <a:pt x="190" y="29"/>
                    <a:pt x="174" y="13"/>
                  </a:cubicBezTo>
                  <a:cubicBezTo>
                    <a:pt x="166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9" name="Google Shape;17879;p44"/>
            <p:cNvSpPr/>
            <p:nvPr/>
          </p:nvSpPr>
          <p:spPr>
            <a:xfrm>
              <a:off x="4143750" y="2759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7" y="1"/>
                  </a:moveTo>
                  <a:cubicBezTo>
                    <a:pt x="87" y="1"/>
                    <a:pt x="34" y="38"/>
                    <a:pt x="17" y="104"/>
                  </a:cubicBezTo>
                  <a:cubicBezTo>
                    <a:pt x="1" y="158"/>
                    <a:pt x="17" y="190"/>
                    <a:pt x="34" y="228"/>
                  </a:cubicBezTo>
                  <a:cubicBezTo>
                    <a:pt x="54" y="244"/>
                    <a:pt x="71" y="261"/>
                    <a:pt x="87" y="261"/>
                  </a:cubicBezTo>
                  <a:cubicBezTo>
                    <a:pt x="120" y="261"/>
                    <a:pt x="157" y="261"/>
                    <a:pt x="174" y="244"/>
                  </a:cubicBezTo>
                  <a:cubicBezTo>
                    <a:pt x="207" y="207"/>
                    <a:pt x="223" y="190"/>
                    <a:pt x="223" y="158"/>
                  </a:cubicBezTo>
                  <a:cubicBezTo>
                    <a:pt x="240" y="125"/>
                    <a:pt x="240" y="87"/>
                    <a:pt x="223" y="54"/>
                  </a:cubicBezTo>
                  <a:cubicBezTo>
                    <a:pt x="207" y="54"/>
                    <a:pt x="207" y="38"/>
                    <a:pt x="207" y="38"/>
                  </a:cubicBezTo>
                  <a:lnTo>
                    <a:pt x="190" y="21"/>
                  </a:lnTo>
                  <a:cubicBezTo>
                    <a:pt x="174" y="21"/>
                    <a:pt x="15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0" name="Google Shape;17880;p44"/>
            <p:cNvSpPr/>
            <p:nvPr/>
          </p:nvSpPr>
          <p:spPr>
            <a:xfrm>
              <a:off x="4163950" y="2839950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40" y="0"/>
                  </a:moveTo>
                  <a:cubicBezTo>
                    <a:pt x="125" y="0"/>
                    <a:pt x="112" y="4"/>
                    <a:pt x="104" y="13"/>
                  </a:cubicBezTo>
                  <a:cubicBezTo>
                    <a:pt x="34" y="29"/>
                    <a:pt x="1" y="116"/>
                    <a:pt x="17" y="165"/>
                  </a:cubicBezTo>
                  <a:cubicBezTo>
                    <a:pt x="17" y="202"/>
                    <a:pt x="50" y="235"/>
                    <a:pt x="71" y="235"/>
                  </a:cubicBezTo>
                  <a:cubicBezTo>
                    <a:pt x="104" y="252"/>
                    <a:pt x="120" y="252"/>
                    <a:pt x="153" y="252"/>
                  </a:cubicBezTo>
                  <a:cubicBezTo>
                    <a:pt x="191" y="235"/>
                    <a:pt x="207" y="202"/>
                    <a:pt x="224" y="186"/>
                  </a:cubicBezTo>
                  <a:cubicBezTo>
                    <a:pt x="240" y="149"/>
                    <a:pt x="240" y="116"/>
                    <a:pt x="240" y="83"/>
                  </a:cubicBezTo>
                  <a:cubicBezTo>
                    <a:pt x="224" y="62"/>
                    <a:pt x="224" y="46"/>
                    <a:pt x="207" y="29"/>
                  </a:cubicBezTo>
                  <a:cubicBezTo>
                    <a:pt x="207" y="13"/>
                    <a:pt x="191" y="13"/>
                    <a:pt x="191" y="13"/>
                  </a:cubicBezTo>
                  <a:cubicBezTo>
                    <a:pt x="172" y="4"/>
                    <a:pt x="154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1" name="Google Shape;17881;p44"/>
            <p:cNvSpPr/>
            <p:nvPr/>
          </p:nvSpPr>
          <p:spPr>
            <a:xfrm>
              <a:off x="4143350" y="28212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5" y="1"/>
                  </a:moveTo>
                  <a:cubicBezTo>
                    <a:pt x="72" y="1"/>
                    <a:pt x="31" y="48"/>
                    <a:pt x="17" y="108"/>
                  </a:cubicBezTo>
                  <a:cubicBezTo>
                    <a:pt x="0" y="141"/>
                    <a:pt x="17" y="174"/>
                    <a:pt x="33" y="211"/>
                  </a:cubicBezTo>
                  <a:cubicBezTo>
                    <a:pt x="50" y="228"/>
                    <a:pt x="70" y="244"/>
                    <a:pt x="103" y="261"/>
                  </a:cubicBezTo>
                  <a:cubicBezTo>
                    <a:pt x="153" y="261"/>
                    <a:pt x="223" y="211"/>
                    <a:pt x="239" y="141"/>
                  </a:cubicBezTo>
                  <a:cubicBezTo>
                    <a:pt x="239" y="108"/>
                    <a:pt x="239" y="71"/>
                    <a:pt x="223" y="55"/>
                  </a:cubicBezTo>
                  <a:cubicBezTo>
                    <a:pt x="223" y="38"/>
                    <a:pt x="206" y="38"/>
                    <a:pt x="206" y="22"/>
                  </a:cubicBezTo>
                  <a:cubicBezTo>
                    <a:pt x="190" y="5"/>
                    <a:pt x="173" y="5"/>
                    <a:pt x="153" y="5"/>
                  </a:cubicBezTo>
                  <a:cubicBezTo>
                    <a:pt x="143" y="2"/>
                    <a:pt x="134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2" name="Google Shape;17882;p44"/>
            <p:cNvSpPr/>
            <p:nvPr/>
          </p:nvSpPr>
          <p:spPr>
            <a:xfrm>
              <a:off x="4186750" y="2765850"/>
              <a:ext cx="5575" cy="6200"/>
            </a:xfrm>
            <a:custGeom>
              <a:avLst/>
              <a:gdLst/>
              <a:ahLst/>
              <a:cxnLst/>
              <a:rect l="l" t="t" r="r" b="b"/>
              <a:pathLst>
                <a:path w="223" h="248" extrusionOk="0">
                  <a:moveTo>
                    <a:pt x="110" y="1"/>
                  </a:moveTo>
                  <a:cubicBezTo>
                    <a:pt x="54" y="1"/>
                    <a:pt x="14" y="46"/>
                    <a:pt x="0" y="107"/>
                  </a:cubicBezTo>
                  <a:cubicBezTo>
                    <a:pt x="0" y="140"/>
                    <a:pt x="0" y="177"/>
                    <a:pt x="17" y="194"/>
                  </a:cubicBezTo>
                  <a:cubicBezTo>
                    <a:pt x="33" y="227"/>
                    <a:pt x="50" y="243"/>
                    <a:pt x="87" y="243"/>
                  </a:cubicBezTo>
                  <a:cubicBezTo>
                    <a:pt x="94" y="246"/>
                    <a:pt x="102" y="248"/>
                    <a:pt x="110" y="248"/>
                  </a:cubicBezTo>
                  <a:cubicBezTo>
                    <a:pt x="156" y="248"/>
                    <a:pt x="209" y="200"/>
                    <a:pt x="223" y="140"/>
                  </a:cubicBezTo>
                  <a:cubicBezTo>
                    <a:pt x="223" y="107"/>
                    <a:pt x="223" y="74"/>
                    <a:pt x="206" y="58"/>
                  </a:cubicBezTo>
                  <a:cubicBezTo>
                    <a:pt x="206" y="37"/>
                    <a:pt x="190" y="37"/>
                    <a:pt x="190" y="21"/>
                  </a:cubicBezTo>
                  <a:cubicBezTo>
                    <a:pt x="169" y="4"/>
                    <a:pt x="153" y="4"/>
                    <a:pt x="136" y="4"/>
                  </a:cubicBezTo>
                  <a:cubicBezTo>
                    <a:pt x="127" y="2"/>
                    <a:pt x="118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3" name="Google Shape;17883;p44"/>
            <p:cNvSpPr/>
            <p:nvPr/>
          </p:nvSpPr>
          <p:spPr>
            <a:xfrm>
              <a:off x="4178600" y="2733400"/>
              <a:ext cx="6400" cy="6375"/>
            </a:xfrm>
            <a:custGeom>
              <a:avLst/>
              <a:gdLst/>
              <a:ahLst/>
              <a:cxnLst/>
              <a:rect l="l" t="t" r="r" b="b"/>
              <a:pathLst>
                <a:path w="256" h="255" extrusionOk="0">
                  <a:moveTo>
                    <a:pt x="145" y="0"/>
                  </a:moveTo>
                  <a:cubicBezTo>
                    <a:pt x="132" y="0"/>
                    <a:pt x="120" y="5"/>
                    <a:pt x="103" y="16"/>
                  </a:cubicBezTo>
                  <a:cubicBezTo>
                    <a:pt x="33" y="32"/>
                    <a:pt x="0" y="119"/>
                    <a:pt x="17" y="185"/>
                  </a:cubicBezTo>
                  <a:cubicBezTo>
                    <a:pt x="33" y="201"/>
                    <a:pt x="50" y="238"/>
                    <a:pt x="66" y="255"/>
                  </a:cubicBezTo>
                  <a:lnTo>
                    <a:pt x="153" y="255"/>
                  </a:lnTo>
                  <a:cubicBezTo>
                    <a:pt x="186" y="238"/>
                    <a:pt x="223" y="222"/>
                    <a:pt x="223" y="185"/>
                  </a:cubicBezTo>
                  <a:cubicBezTo>
                    <a:pt x="239" y="152"/>
                    <a:pt x="256" y="119"/>
                    <a:pt x="239" y="82"/>
                  </a:cubicBezTo>
                  <a:cubicBezTo>
                    <a:pt x="239" y="65"/>
                    <a:pt x="223" y="49"/>
                    <a:pt x="206" y="32"/>
                  </a:cubicBezTo>
                  <a:lnTo>
                    <a:pt x="186" y="16"/>
                  </a:lnTo>
                  <a:cubicBezTo>
                    <a:pt x="169" y="5"/>
                    <a:pt x="157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4" name="Google Shape;17884;p44"/>
            <p:cNvSpPr/>
            <p:nvPr/>
          </p:nvSpPr>
          <p:spPr>
            <a:xfrm>
              <a:off x="4184575" y="27047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0" y="1"/>
                  </a:moveTo>
                  <a:cubicBezTo>
                    <a:pt x="99" y="1"/>
                    <a:pt x="70" y="14"/>
                    <a:pt x="50" y="43"/>
                  </a:cubicBezTo>
                  <a:cubicBezTo>
                    <a:pt x="0" y="109"/>
                    <a:pt x="0" y="179"/>
                    <a:pt x="50" y="233"/>
                  </a:cubicBezTo>
                  <a:cubicBezTo>
                    <a:pt x="50" y="233"/>
                    <a:pt x="71" y="250"/>
                    <a:pt x="87" y="250"/>
                  </a:cubicBezTo>
                  <a:cubicBezTo>
                    <a:pt x="100" y="254"/>
                    <a:pt x="112" y="256"/>
                    <a:pt x="124" y="256"/>
                  </a:cubicBezTo>
                  <a:cubicBezTo>
                    <a:pt x="156" y="256"/>
                    <a:pt x="182" y="240"/>
                    <a:pt x="207" y="212"/>
                  </a:cubicBezTo>
                  <a:cubicBezTo>
                    <a:pt x="240" y="163"/>
                    <a:pt x="240" y="109"/>
                    <a:pt x="240" y="76"/>
                  </a:cubicBezTo>
                  <a:cubicBezTo>
                    <a:pt x="223" y="60"/>
                    <a:pt x="223" y="43"/>
                    <a:pt x="207" y="27"/>
                  </a:cubicBezTo>
                  <a:cubicBezTo>
                    <a:pt x="182" y="10"/>
                    <a:pt x="155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5" name="Google Shape;17885;p44"/>
            <p:cNvSpPr/>
            <p:nvPr/>
          </p:nvSpPr>
          <p:spPr>
            <a:xfrm>
              <a:off x="4173850" y="27788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53" y="0"/>
                  </a:moveTo>
                  <a:cubicBezTo>
                    <a:pt x="87" y="0"/>
                    <a:pt x="17" y="54"/>
                    <a:pt x="17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34" y="240"/>
                    <a:pt x="67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6" y="263"/>
                    <a:pt x="209" y="215"/>
                    <a:pt x="223" y="157"/>
                  </a:cubicBezTo>
                  <a:cubicBezTo>
                    <a:pt x="240" y="120"/>
                    <a:pt x="223" y="87"/>
                    <a:pt x="223" y="54"/>
                  </a:cubicBezTo>
                  <a:cubicBezTo>
                    <a:pt x="207" y="54"/>
                    <a:pt x="207" y="33"/>
                    <a:pt x="207" y="33"/>
                  </a:cubicBezTo>
                  <a:cubicBezTo>
                    <a:pt x="19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6" name="Google Shape;17886;p44"/>
            <p:cNvSpPr/>
            <p:nvPr/>
          </p:nvSpPr>
          <p:spPr>
            <a:xfrm>
              <a:off x="4171700" y="2762375"/>
              <a:ext cx="6400" cy="6500"/>
            </a:xfrm>
            <a:custGeom>
              <a:avLst/>
              <a:gdLst/>
              <a:ahLst/>
              <a:cxnLst/>
              <a:rect l="l" t="t" r="r" b="b"/>
              <a:pathLst>
                <a:path w="256" h="260" extrusionOk="0">
                  <a:moveTo>
                    <a:pt x="130" y="1"/>
                  </a:moveTo>
                  <a:cubicBezTo>
                    <a:pt x="99" y="1"/>
                    <a:pt x="70" y="13"/>
                    <a:pt x="50" y="40"/>
                  </a:cubicBezTo>
                  <a:cubicBezTo>
                    <a:pt x="0" y="110"/>
                    <a:pt x="0" y="176"/>
                    <a:pt x="50" y="230"/>
                  </a:cubicBezTo>
                  <a:cubicBezTo>
                    <a:pt x="65" y="250"/>
                    <a:pt x="89" y="260"/>
                    <a:pt x="115" y="260"/>
                  </a:cubicBezTo>
                  <a:cubicBezTo>
                    <a:pt x="150" y="260"/>
                    <a:pt x="187" y="242"/>
                    <a:pt x="206" y="213"/>
                  </a:cubicBezTo>
                  <a:cubicBezTo>
                    <a:pt x="256" y="160"/>
                    <a:pt x="256" y="73"/>
                    <a:pt x="206" y="24"/>
                  </a:cubicBezTo>
                  <a:cubicBezTo>
                    <a:pt x="182" y="9"/>
                    <a:pt x="156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7" name="Google Shape;17887;p44"/>
            <p:cNvSpPr/>
            <p:nvPr/>
          </p:nvSpPr>
          <p:spPr>
            <a:xfrm>
              <a:off x="4167775" y="2793975"/>
              <a:ext cx="6525" cy="6300"/>
            </a:xfrm>
            <a:custGeom>
              <a:avLst/>
              <a:gdLst/>
              <a:ahLst/>
              <a:cxnLst/>
              <a:rect l="l" t="t" r="r" b="b"/>
              <a:pathLst>
                <a:path w="261" h="252" extrusionOk="0">
                  <a:moveTo>
                    <a:pt x="142" y="0"/>
                  </a:moveTo>
                  <a:cubicBezTo>
                    <a:pt x="127" y="0"/>
                    <a:pt x="114" y="5"/>
                    <a:pt x="103" y="13"/>
                  </a:cubicBezTo>
                  <a:cubicBezTo>
                    <a:pt x="38" y="29"/>
                    <a:pt x="0" y="116"/>
                    <a:pt x="21" y="186"/>
                  </a:cubicBezTo>
                  <a:cubicBezTo>
                    <a:pt x="21" y="203"/>
                    <a:pt x="54" y="236"/>
                    <a:pt x="71" y="252"/>
                  </a:cubicBezTo>
                  <a:lnTo>
                    <a:pt x="157" y="252"/>
                  </a:lnTo>
                  <a:cubicBezTo>
                    <a:pt x="227" y="219"/>
                    <a:pt x="260" y="149"/>
                    <a:pt x="244" y="83"/>
                  </a:cubicBezTo>
                  <a:cubicBezTo>
                    <a:pt x="227" y="66"/>
                    <a:pt x="227" y="46"/>
                    <a:pt x="207" y="29"/>
                  </a:cubicBezTo>
                  <a:lnTo>
                    <a:pt x="190" y="13"/>
                  </a:lnTo>
                  <a:cubicBezTo>
                    <a:pt x="174" y="5"/>
                    <a:pt x="157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8" name="Google Shape;17888;p44"/>
            <p:cNvSpPr/>
            <p:nvPr/>
          </p:nvSpPr>
          <p:spPr>
            <a:xfrm>
              <a:off x="4184150" y="2750150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35" y="0"/>
                  </a:moveTo>
                  <a:cubicBezTo>
                    <a:pt x="100" y="0"/>
                    <a:pt x="65" y="18"/>
                    <a:pt x="34" y="47"/>
                  </a:cubicBezTo>
                  <a:cubicBezTo>
                    <a:pt x="1" y="100"/>
                    <a:pt x="1" y="187"/>
                    <a:pt x="50" y="236"/>
                  </a:cubicBezTo>
                  <a:cubicBezTo>
                    <a:pt x="66" y="252"/>
                    <a:pt x="87" y="261"/>
                    <a:pt x="110" y="261"/>
                  </a:cubicBezTo>
                  <a:cubicBezTo>
                    <a:pt x="141" y="261"/>
                    <a:pt x="176" y="244"/>
                    <a:pt x="207" y="203"/>
                  </a:cubicBezTo>
                  <a:cubicBezTo>
                    <a:pt x="240" y="150"/>
                    <a:pt x="240" y="84"/>
                    <a:pt x="207" y="30"/>
                  </a:cubicBezTo>
                  <a:cubicBezTo>
                    <a:pt x="185" y="9"/>
                    <a:pt x="160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9" name="Google Shape;17889;p44"/>
            <p:cNvSpPr/>
            <p:nvPr/>
          </p:nvSpPr>
          <p:spPr>
            <a:xfrm>
              <a:off x="4176850" y="2716650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34" y="0"/>
                  </a:moveTo>
                  <a:cubicBezTo>
                    <a:pt x="100" y="0"/>
                    <a:pt x="64" y="18"/>
                    <a:pt x="33" y="47"/>
                  </a:cubicBezTo>
                  <a:cubicBezTo>
                    <a:pt x="33" y="67"/>
                    <a:pt x="17" y="84"/>
                    <a:pt x="17" y="100"/>
                  </a:cubicBezTo>
                  <a:cubicBezTo>
                    <a:pt x="0" y="150"/>
                    <a:pt x="17" y="203"/>
                    <a:pt x="33" y="220"/>
                  </a:cubicBezTo>
                  <a:cubicBezTo>
                    <a:pt x="55" y="239"/>
                    <a:pt x="81" y="247"/>
                    <a:pt x="105" y="247"/>
                  </a:cubicBezTo>
                  <a:cubicBezTo>
                    <a:pt x="123" y="247"/>
                    <a:pt x="139" y="243"/>
                    <a:pt x="153" y="236"/>
                  </a:cubicBezTo>
                  <a:cubicBezTo>
                    <a:pt x="173" y="236"/>
                    <a:pt x="190" y="220"/>
                    <a:pt x="206" y="203"/>
                  </a:cubicBezTo>
                  <a:cubicBezTo>
                    <a:pt x="239" y="150"/>
                    <a:pt x="239" y="67"/>
                    <a:pt x="206" y="30"/>
                  </a:cubicBezTo>
                  <a:cubicBezTo>
                    <a:pt x="184" y="9"/>
                    <a:pt x="15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0" name="Google Shape;17890;p44"/>
            <p:cNvSpPr/>
            <p:nvPr/>
          </p:nvSpPr>
          <p:spPr>
            <a:xfrm>
              <a:off x="4187975" y="2781275"/>
              <a:ext cx="6525" cy="6550"/>
            </a:xfrm>
            <a:custGeom>
              <a:avLst/>
              <a:gdLst/>
              <a:ahLst/>
              <a:cxnLst/>
              <a:rect l="l" t="t" r="r" b="b"/>
              <a:pathLst>
                <a:path w="261" h="262" extrusionOk="0">
                  <a:moveTo>
                    <a:pt x="152" y="1"/>
                  </a:moveTo>
                  <a:cubicBezTo>
                    <a:pt x="120" y="1"/>
                    <a:pt x="83" y="18"/>
                    <a:pt x="54" y="59"/>
                  </a:cubicBezTo>
                  <a:cubicBezTo>
                    <a:pt x="1" y="109"/>
                    <a:pt x="1" y="179"/>
                    <a:pt x="54" y="228"/>
                  </a:cubicBezTo>
                  <a:cubicBezTo>
                    <a:pt x="75" y="251"/>
                    <a:pt x="100" y="261"/>
                    <a:pt x="124" y="261"/>
                  </a:cubicBezTo>
                  <a:cubicBezTo>
                    <a:pt x="156" y="261"/>
                    <a:pt x="188" y="242"/>
                    <a:pt x="207" y="212"/>
                  </a:cubicBezTo>
                  <a:cubicBezTo>
                    <a:pt x="260" y="162"/>
                    <a:pt x="260" y="76"/>
                    <a:pt x="207" y="22"/>
                  </a:cubicBezTo>
                  <a:cubicBezTo>
                    <a:pt x="193" y="9"/>
                    <a:pt x="17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1" name="Google Shape;17891;p44"/>
            <p:cNvSpPr/>
            <p:nvPr/>
          </p:nvSpPr>
          <p:spPr>
            <a:xfrm>
              <a:off x="4181175" y="27956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0"/>
                  </a:moveTo>
                  <a:cubicBezTo>
                    <a:pt x="83" y="0"/>
                    <a:pt x="33" y="50"/>
                    <a:pt x="17" y="120"/>
                  </a:cubicBezTo>
                  <a:cubicBezTo>
                    <a:pt x="0" y="153"/>
                    <a:pt x="17" y="186"/>
                    <a:pt x="17" y="207"/>
                  </a:cubicBezTo>
                  <a:cubicBezTo>
                    <a:pt x="33" y="240"/>
                    <a:pt x="66" y="256"/>
                    <a:pt x="83" y="256"/>
                  </a:cubicBezTo>
                  <a:cubicBezTo>
                    <a:pt x="92" y="258"/>
                    <a:pt x="101" y="259"/>
                    <a:pt x="110" y="259"/>
                  </a:cubicBezTo>
                  <a:cubicBezTo>
                    <a:pt x="170" y="259"/>
                    <a:pt x="225" y="214"/>
                    <a:pt x="240" y="153"/>
                  </a:cubicBezTo>
                  <a:cubicBezTo>
                    <a:pt x="240" y="120"/>
                    <a:pt x="240" y="83"/>
                    <a:pt x="223" y="50"/>
                  </a:cubicBezTo>
                  <a:lnTo>
                    <a:pt x="207" y="33"/>
                  </a:lnTo>
                  <a:cubicBezTo>
                    <a:pt x="186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2" name="Google Shape;17892;p44"/>
            <p:cNvSpPr/>
            <p:nvPr/>
          </p:nvSpPr>
          <p:spPr>
            <a:xfrm>
              <a:off x="4186325" y="28119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7" y="1"/>
                  </a:moveTo>
                  <a:cubicBezTo>
                    <a:pt x="120" y="1"/>
                    <a:pt x="83" y="1"/>
                    <a:pt x="50" y="34"/>
                  </a:cubicBezTo>
                  <a:cubicBezTo>
                    <a:pt x="34" y="50"/>
                    <a:pt x="17" y="71"/>
                    <a:pt x="1" y="104"/>
                  </a:cubicBezTo>
                  <a:cubicBezTo>
                    <a:pt x="1" y="137"/>
                    <a:pt x="1" y="174"/>
                    <a:pt x="17" y="207"/>
                  </a:cubicBezTo>
                  <a:cubicBezTo>
                    <a:pt x="34" y="240"/>
                    <a:pt x="50" y="257"/>
                    <a:pt x="83" y="257"/>
                  </a:cubicBezTo>
                  <a:cubicBezTo>
                    <a:pt x="153" y="257"/>
                    <a:pt x="207" y="224"/>
                    <a:pt x="223" y="153"/>
                  </a:cubicBezTo>
                  <a:cubicBezTo>
                    <a:pt x="240" y="120"/>
                    <a:pt x="223" y="87"/>
                    <a:pt x="207" y="50"/>
                  </a:cubicBezTo>
                  <a:cubicBezTo>
                    <a:pt x="207" y="50"/>
                    <a:pt x="207" y="34"/>
                    <a:pt x="186" y="34"/>
                  </a:cubicBezTo>
                  <a:cubicBezTo>
                    <a:pt x="186" y="17"/>
                    <a:pt x="170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3" name="Google Shape;17893;p44"/>
            <p:cNvSpPr/>
            <p:nvPr/>
          </p:nvSpPr>
          <p:spPr>
            <a:xfrm>
              <a:off x="4176850" y="284312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8" y="0"/>
                  </a:moveTo>
                  <a:cubicBezTo>
                    <a:pt x="104" y="0"/>
                    <a:pt x="72" y="17"/>
                    <a:pt x="50" y="59"/>
                  </a:cubicBezTo>
                  <a:cubicBezTo>
                    <a:pt x="0" y="108"/>
                    <a:pt x="0" y="178"/>
                    <a:pt x="50" y="228"/>
                  </a:cubicBezTo>
                  <a:cubicBezTo>
                    <a:pt x="50" y="244"/>
                    <a:pt x="70" y="244"/>
                    <a:pt x="87" y="244"/>
                  </a:cubicBezTo>
                  <a:cubicBezTo>
                    <a:pt x="96" y="250"/>
                    <a:pt x="107" y="253"/>
                    <a:pt x="118" y="253"/>
                  </a:cubicBezTo>
                  <a:cubicBezTo>
                    <a:pt x="148" y="253"/>
                    <a:pt x="183" y="235"/>
                    <a:pt x="206" y="211"/>
                  </a:cubicBezTo>
                  <a:cubicBezTo>
                    <a:pt x="239" y="178"/>
                    <a:pt x="239" y="108"/>
                    <a:pt x="223" y="75"/>
                  </a:cubicBezTo>
                  <a:cubicBezTo>
                    <a:pt x="223" y="59"/>
                    <a:pt x="223" y="38"/>
                    <a:pt x="206" y="22"/>
                  </a:cubicBezTo>
                  <a:cubicBezTo>
                    <a:pt x="185" y="8"/>
                    <a:pt x="161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4" name="Google Shape;17894;p44"/>
            <p:cNvSpPr/>
            <p:nvPr/>
          </p:nvSpPr>
          <p:spPr>
            <a:xfrm>
              <a:off x="4169525" y="27458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5" y="0"/>
                  </a:moveTo>
                  <a:cubicBezTo>
                    <a:pt x="101" y="0"/>
                    <a:pt x="64" y="19"/>
                    <a:pt x="33" y="50"/>
                  </a:cubicBezTo>
                  <a:cubicBezTo>
                    <a:pt x="1" y="99"/>
                    <a:pt x="1" y="186"/>
                    <a:pt x="33" y="239"/>
                  </a:cubicBezTo>
                  <a:cubicBezTo>
                    <a:pt x="55" y="253"/>
                    <a:pt x="80" y="261"/>
                    <a:pt x="105" y="261"/>
                  </a:cubicBezTo>
                  <a:cubicBezTo>
                    <a:pt x="141" y="261"/>
                    <a:pt x="177" y="244"/>
                    <a:pt x="207" y="202"/>
                  </a:cubicBezTo>
                  <a:cubicBezTo>
                    <a:pt x="240" y="153"/>
                    <a:pt x="240" y="66"/>
                    <a:pt x="207" y="33"/>
                  </a:cubicBezTo>
                  <a:cubicBezTo>
                    <a:pt x="186" y="10"/>
                    <a:pt x="161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5" name="Google Shape;17895;p44"/>
            <p:cNvSpPr/>
            <p:nvPr/>
          </p:nvSpPr>
          <p:spPr>
            <a:xfrm>
              <a:off x="4175500" y="28281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32" y="0"/>
                  </a:moveTo>
                  <a:cubicBezTo>
                    <a:pt x="75" y="0"/>
                    <a:pt x="36" y="49"/>
                    <a:pt x="21" y="106"/>
                  </a:cubicBezTo>
                  <a:cubicBezTo>
                    <a:pt x="1" y="143"/>
                    <a:pt x="21" y="176"/>
                    <a:pt x="38" y="209"/>
                  </a:cubicBezTo>
                  <a:cubicBezTo>
                    <a:pt x="38" y="226"/>
                    <a:pt x="71" y="247"/>
                    <a:pt x="104" y="263"/>
                  </a:cubicBezTo>
                  <a:cubicBezTo>
                    <a:pt x="124" y="263"/>
                    <a:pt x="157" y="247"/>
                    <a:pt x="190" y="226"/>
                  </a:cubicBezTo>
                  <a:cubicBezTo>
                    <a:pt x="207" y="209"/>
                    <a:pt x="227" y="176"/>
                    <a:pt x="244" y="143"/>
                  </a:cubicBezTo>
                  <a:cubicBezTo>
                    <a:pt x="244" y="106"/>
                    <a:pt x="244" y="73"/>
                    <a:pt x="227" y="57"/>
                  </a:cubicBezTo>
                  <a:cubicBezTo>
                    <a:pt x="227" y="40"/>
                    <a:pt x="207" y="40"/>
                    <a:pt x="207" y="20"/>
                  </a:cubicBezTo>
                  <a:cubicBezTo>
                    <a:pt x="190" y="20"/>
                    <a:pt x="174" y="3"/>
                    <a:pt x="157" y="3"/>
                  </a:cubicBezTo>
                  <a:cubicBezTo>
                    <a:pt x="149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6" name="Google Shape;17896;p44"/>
            <p:cNvSpPr/>
            <p:nvPr/>
          </p:nvSpPr>
          <p:spPr>
            <a:xfrm>
              <a:off x="4171700" y="270152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03" y="0"/>
                  </a:moveTo>
                  <a:cubicBezTo>
                    <a:pt x="33" y="33"/>
                    <a:pt x="0" y="103"/>
                    <a:pt x="17" y="173"/>
                  </a:cubicBezTo>
                  <a:cubicBezTo>
                    <a:pt x="33" y="206"/>
                    <a:pt x="50" y="223"/>
                    <a:pt x="70" y="239"/>
                  </a:cubicBezTo>
                  <a:cubicBezTo>
                    <a:pt x="87" y="250"/>
                    <a:pt x="99" y="255"/>
                    <a:pt x="111" y="255"/>
                  </a:cubicBezTo>
                  <a:cubicBezTo>
                    <a:pt x="124" y="255"/>
                    <a:pt x="136" y="250"/>
                    <a:pt x="153" y="239"/>
                  </a:cubicBezTo>
                  <a:cubicBezTo>
                    <a:pt x="190" y="239"/>
                    <a:pt x="206" y="206"/>
                    <a:pt x="223" y="173"/>
                  </a:cubicBezTo>
                  <a:cubicBezTo>
                    <a:pt x="239" y="157"/>
                    <a:pt x="239" y="120"/>
                    <a:pt x="239" y="87"/>
                  </a:cubicBezTo>
                  <a:cubicBezTo>
                    <a:pt x="223" y="54"/>
                    <a:pt x="223" y="33"/>
                    <a:pt x="206" y="33"/>
                  </a:cubicBezTo>
                  <a:cubicBezTo>
                    <a:pt x="206" y="17"/>
                    <a:pt x="190" y="17"/>
                    <a:pt x="190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7" name="Google Shape;17897;p44"/>
            <p:cNvSpPr/>
            <p:nvPr/>
          </p:nvSpPr>
          <p:spPr>
            <a:xfrm>
              <a:off x="4172100" y="28136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87" y="1"/>
                  </a:moveTo>
                  <a:cubicBezTo>
                    <a:pt x="71" y="17"/>
                    <a:pt x="34" y="34"/>
                    <a:pt x="17" y="67"/>
                  </a:cubicBezTo>
                  <a:cubicBezTo>
                    <a:pt x="1" y="104"/>
                    <a:pt x="1" y="137"/>
                    <a:pt x="17" y="170"/>
                  </a:cubicBezTo>
                  <a:cubicBezTo>
                    <a:pt x="29" y="221"/>
                    <a:pt x="61" y="253"/>
                    <a:pt x="105" y="253"/>
                  </a:cubicBezTo>
                  <a:cubicBezTo>
                    <a:pt x="121" y="253"/>
                    <a:pt x="139" y="249"/>
                    <a:pt x="157" y="240"/>
                  </a:cubicBezTo>
                  <a:cubicBezTo>
                    <a:pt x="207" y="224"/>
                    <a:pt x="240" y="137"/>
                    <a:pt x="223" y="83"/>
                  </a:cubicBezTo>
                  <a:cubicBezTo>
                    <a:pt x="223" y="50"/>
                    <a:pt x="207" y="34"/>
                    <a:pt x="207" y="17"/>
                  </a:cubicBezTo>
                  <a:cubicBezTo>
                    <a:pt x="190" y="17"/>
                    <a:pt x="190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8" name="Google Shape;17898;p44"/>
            <p:cNvSpPr/>
            <p:nvPr/>
          </p:nvSpPr>
          <p:spPr>
            <a:xfrm>
              <a:off x="4085825" y="2812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0"/>
                  </a:moveTo>
                  <a:cubicBezTo>
                    <a:pt x="83" y="0"/>
                    <a:pt x="17" y="33"/>
                    <a:pt x="17" y="103"/>
                  </a:cubicBezTo>
                  <a:cubicBezTo>
                    <a:pt x="1" y="136"/>
                    <a:pt x="1" y="174"/>
                    <a:pt x="17" y="207"/>
                  </a:cubicBezTo>
                  <a:cubicBezTo>
                    <a:pt x="34" y="240"/>
                    <a:pt x="67" y="260"/>
                    <a:pt x="83" y="260"/>
                  </a:cubicBezTo>
                  <a:cubicBezTo>
                    <a:pt x="153" y="260"/>
                    <a:pt x="207" y="223"/>
                    <a:pt x="223" y="157"/>
                  </a:cubicBezTo>
                  <a:cubicBezTo>
                    <a:pt x="240" y="120"/>
                    <a:pt x="240" y="87"/>
                    <a:pt x="223" y="54"/>
                  </a:cubicBezTo>
                  <a:cubicBezTo>
                    <a:pt x="207" y="54"/>
                    <a:pt x="207" y="33"/>
                    <a:pt x="207" y="33"/>
                  </a:cubicBezTo>
                  <a:cubicBezTo>
                    <a:pt x="186" y="17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9" name="Google Shape;17899;p44"/>
            <p:cNvSpPr/>
            <p:nvPr/>
          </p:nvSpPr>
          <p:spPr>
            <a:xfrm>
              <a:off x="4193550" y="2845825"/>
              <a:ext cx="6100" cy="4750"/>
            </a:xfrm>
            <a:custGeom>
              <a:avLst/>
              <a:gdLst/>
              <a:ahLst/>
              <a:cxnLst/>
              <a:rect l="l" t="t" r="r" b="b"/>
              <a:pathLst>
                <a:path w="244" h="190" extrusionOk="0">
                  <a:moveTo>
                    <a:pt x="157" y="0"/>
                  </a:moveTo>
                  <a:cubicBezTo>
                    <a:pt x="87" y="0"/>
                    <a:pt x="21" y="54"/>
                    <a:pt x="21" y="120"/>
                  </a:cubicBezTo>
                  <a:cubicBezTo>
                    <a:pt x="0" y="136"/>
                    <a:pt x="0" y="173"/>
                    <a:pt x="21" y="190"/>
                  </a:cubicBezTo>
                  <a:lnTo>
                    <a:pt x="206" y="190"/>
                  </a:lnTo>
                  <a:cubicBezTo>
                    <a:pt x="227" y="190"/>
                    <a:pt x="227" y="173"/>
                    <a:pt x="227" y="157"/>
                  </a:cubicBezTo>
                  <a:cubicBezTo>
                    <a:pt x="243" y="103"/>
                    <a:pt x="227" y="70"/>
                    <a:pt x="190" y="33"/>
                  </a:cubicBezTo>
                  <a:cubicBezTo>
                    <a:pt x="190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0" name="Google Shape;17900;p44"/>
            <p:cNvSpPr/>
            <p:nvPr/>
          </p:nvSpPr>
          <p:spPr>
            <a:xfrm>
              <a:off x="4219300" y="277242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41" y="1"/>
                  </a:moveTo>
                  <a:cubicBezTo>
                    <a:pt x="125" y="1"/>
                    <a:pt x="87" y="1"/>
                    <a:pt x="54" y="17"/>
                  </a:cubicBezTo>
                  <a:cubicBezTo>
                    <a:pt x="38" y="34"/>
                    <a:pt x="21" y="67"/>
                    <a:pt x="1" y="104"/>
                  </a:cubicBezTo>
                  <a:cubicBezTo>
                    <a:pt x="1" y="137"/>
                    <a:pt x="1" y="170"/>
                    <a:pt x="21" y="207"/>
                  </a:cubicBezTo>
                  <a:cubicBezTo>
                    <a:pt x="38" y="223"/>
                    <a:pt x="54" y="240"/>
                    <a:pt x="87" y="256"/>
                  </a:cubicBezTo>
                  <a:cubicBezTo>
                    <a:pt x="158" y="256"/>
                    <a:pt x="207" y="207"/>
                    <a:pt x="228" y="137"/>
                  </a:cubicBezTo>
                  <a:cubicBezTo>
                    <a:pt x="244" y="104"/>
                    <a:pt x="228" y="67"/>
                    <a:pt x="207" y="50"/>
                  </a:cubicBezTo>
                  <a:cubicBezTo>
                    <a:pt x="207" y="34"/>
                    <a:pt x="207" y="34"/>
                    <a:pt x="191" y="17"/>
                  </a:cubicBezTo>
                  <a:cubicBezTo>
                    <a:pt x="174" y="17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1" name="Google Shape;17901;p44"/>
            <p:cNvSpPr/>
            <p:nvPr/>
          </p:nvSpPr>
          <p:spPr>
            <a:xfrm>
              <a:off x="4213325" y="28026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3" y="0"/>
                  </a:moveTo>
                  <a:cubicBezTo>
                    <a:pt x="123" y="0"/>
                    <a:pt x="113" y="2"/>
                    <a:pt x="104" y="7"/>
                  </a:cubicBezTo>
                  <a:cubicBezTo>
                    <a:pt x="87" y="7"/>
                    <a:pt x="54" y="28"/>
                    <a:pt x="34" y="44"/>
                  </a:cubicBezTo>
                  <a:cubicBezTo>
                    <a:pt x="17" y="77"/>
                    <a:pt x="17" y="94"/>
                    <a:pt x="1" y="131"/>
                  </a:cubicBezTo>
                  <a:cubicBezTo>
                    <a:pt x="1" y="164"/>
                    <a:pt x="17" y="197"/>
                    <a:pt x="34" y="234"/>
                  </a:cubicBezTo>
                  <a:cubicBezTo>
                    <a:pt x="57" y="248"/>
                    <a:pt x="84" y="256"/>
                    <a:pt x="111" y="256"/>
                  </a:cubicBezTo>
                  <a:cubicBezTo>
                    <a:pt x="145" y="256"/>
                    <a:pt x="179" y="243"/>
                    <a:pt x="207" y="213"/>
                  </a:cubicBezTo>
                  <a:cubicBezTo>
                    <a:pt x="240" y="147"/>
                    <a:pt x="240" y="77"/>
                    <a:pt x="207" y="28"/>
                  </a:cubicBezTo>
                  <a:cubicBezTo>
                    <a:pt x="183" y="13"/>
                    <a:pt x="158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2" name="Google Shape;17902;p44"/>
            <p:cNvSpPr/>
            <p:nvPr/>
          </p:nvSpPr>
          <p:spPr>
            <a:xfrm>
              <a:off x="4215075" y="28195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8" y="1"/>
                  </a:moveTo>
                  <a:cubicBezTo>
                    <a:pt x="74" y="1"/>
                    <a:pt x="32" y="46"/>
                    <a:pt x="17" y="107"/>
                  </a:cubicBezTo>
                  <a:cubicBezTo>
                    <a:pt x="1" y="140"/>
                    <a:pt x="17" y="177"/>
                    <a:pt x="34" y="210"/>
                  </a:cubicBezTo>
                  <a:cubicBezTo>
                    <a:pt x="34" y="227"/>
                    <a:pt x="67" y="243"/>
                    <a:pt x="104" y="260"/>
                  </a:cubicBezTo>
                  <a:cubicBezTo>
                    <a:pt x="153" y="260"/>
                    <a:pt x="223" y="210"/>
                    <a:pt x="240" y="140"/>
                  </a:cubicBezTo>
                  <a:cubicBezTo>
                    <a:pt x="240" y="107"/>
                    <a:pt x="240" y="74"/>
                    <a:pt x="223" y="54"/>
                  </a:cubicBezTo>
                  <a:cubicBezTo>
                    <a:pt x="223" y="37"/>
                    <a:pt x="207" y="37"/>
                    <a:pt x="207" y="21"/>
                  </a:cubicBezTo>
                  <a:cubicBezTo>
                    <a:pt x="190" y="21"/>
                    <a:pt x="170" y="4"/>
                    <a:pt x="153" y="4"/>
                  </a:cubicBezTo>
                  <a:cubicBezTo>
                    <a:pt x="145" y="2"/>
                    <a:pt x="136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3" name="Google Shape;17903;p44"/>
            <p:cNvSpPr/>
            <p:nvPr/>
          </p:nvSpPr>
          <p:spPr>
            <a:xfrm>
              <a:off x="4207775" y="27869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29" y="0"/>
                  </a:moveTo>
                  <a:cubicBezTo>
                    <a:pt x="74" y="0"/>
                    <a:pt x="31" y="48"/>
                    <a:pt x="17" y="106"/>
                  </a:cubicBezTo>
                  <a:cubicBezTo>
                    <a:pt x="0" y="143"/>
                    <a:pt x="17" y="176"/>
                    <a:pt x="17" y="209"/>
                  </a:cubicBezTo>
                  <a:cubicBezTo>
                    <a:pt x="33" y="226"/>
                    <a:pt x="70" y="246"/>
                    <a:pt x="87" y="263"/>
                  </a:cubicBezTo>
                  <a:cubicBezTo>
                    <a:pt x="153" y="263"/>
                    <a:pt x="223" y="209"/>
                    <a:pt x="223" y="143"/>
                  </a:cubicBezTo>
                  <a:cubicBezTo>
                    <a:pt x="239" y="106"/>
                    <a:pt x="239" y="73"/>
                    <a:pt x="223" y="57"/>
                  </a:cubicBezTo>
                  <a:cubicBezTo>
                    <a:pt x="206" y="40"/>
                    <a:pt x="206" y="40"/>
                    <a:pt x="206" y="20"/>
                  </a:cubicBezTo>
                  <a:cubicBezTo>
                    <a:pt x="190" y="20"/>
                    <a:pt x="173" y="3"/>
                    <a:pt x="153" y="3"/>
                  </a:cubicBezTo>
                  <a:cubicBezTo>
                    <a:pt x="144" y="1"/>
                    <a:pt x="136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4" name="Google Shape;17904;p44"/>
            <p:cNvSpPr/>
            <p:nvPr/>
          </p:nvSpPr>
          <p:spPr>
            <a:xfrm>
              <a:off x="3857725" y="2773600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1" y="0"/>
                  </a:moveTo>
                  <a:cubicBezTo>
                    <a:pt x="74" y="0"/>
                    <a:pt x="32" y="45"/>
                    <a:pt x="17" y="106"/>
                  </a:cubicBezTo>
                  <a:cubicBezTo>
                    <a:pt x="1" y="176"/>
                    <a:pt x="34" y="242"/>
                    <a:pt x="104" y="242"/>
                  </a:cubicBezTo>
                  <a:cubicBezTo>
                    <a:pt x="109" y="249"/>
                    <a:pt x="116" y="251"/>
                    <a:pt x="123" y="251"/>
                  </a:cubicBezTo>
                  <a:cubicBezTo>
                    <a:pt x="142" y="251"/>
                    <a:pt x="167" y="237"/>
                    <a:pt x="190" y="226"/>
                  </a:cubicBezTo>
                  <a:cubicBezTo>
                    <a:pt x="207" y="209"/>
                    <a:pt x="223" y="176"/>
                    <a:pt x="240" y="139"/>
                  </a:cubicBezTo>
                  <a:cubicBezTo>
                    <a:pt x="240" y="106"/>
                    <a:pt x="240" y="73"/>
                    <a:pt x="223" y="57"/>
                  </a:cubicBezTo>
                  <a:cubicBezTo>
                    <a:pt x="223" y="36"/>
                    <a:pt x="207" y="36"/>
                    <a:pt x="207" y="20"/>
                  </a:cubicBezTo>
                  <a:cubicBezTo>
                    <a:pt x="190" y="3"/>
                    <a:pt x="174" y="3"/>
                    <a:pt x="157" y="3"/>
                  </a:cubicBezTo>
                  <a:cubicBezTo>
                    <a:pt x="148" y="1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5" name="Google Shape;17905;p44"/>
            <p:cNvSpPr/>
            <p:nvPr/>
          </p:nvSpPr>
          <p:spPr>
            <a:xfrm>
              <a:off x="3868875" y="2849500"/>
              <a:ext cx="4350" cy="1075"/>
            </a:xfrm>
            <a:custGeom>
              <a:avLst/>
              <a:gdLst/>
              <a:ahLst/>
              <a:cxnLst/>
              <a:rect l="l" t="t" r="r" b="b"/>
              <a:pathLst>
                <a:path w="174" h="43" extrusionOk="0">
                  <a:moveTo>
                    <a:pt x="94" y="0"/>
                  </a:moveTo>
                  <a:cubicBezTo>
                    <a:pt x="63" y="0"/>
                    <a:pt x="29" y="14"/>
                    <a:pt x="0" y="43"/>
                  </a:cubicBezTo>
                  <a:lnTo>
                    <a:pt x="173" y="43"/>
                  </a:lnTo>
                  <a:cubicBezTo>
                    <a:pt x="173" y="43"/>
                    <a:pt x="173" y="26"/>
                    <a:pt x="157" y="26"/>
                  </a:cubicBezTo>
                  <a:cubicBezTo>
                    <a:pt x="142" y="10"/>
                    <a:pt x="119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6" name="Google Shape;17906;p44"/>
            <p:cNvSpPr/>
            <p:nvPr/>
          </p:nvSpPr>
          <p:spPr>
            <a:xfrm>
              <a:off x="3856900" y="28192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1"/>
                  </a:moveTo>
                  <a:cubicBezTo>
                    <a:pt x="120" y="1"/>
                    <a:pt x="87" y="1"/>
                    <a:pt x="67" y="17"/>
                  </a:cubicBezTo>
                  <a:cubicBezTo>
                    <a:pt x="34" y="34"/>
                    <a:pt x="17" y="67"/>
                    <a:pt x="17" y="104"/>
                  </a:cubicBezTo>
                  <a:cubicBezTo>
                    <a:pt x="1" y="137"/>
                    <a:pt x="17" y="170"/>
                    <a:pt x="34" y="207"/>
                  </a:cubicBezTo>
                  <a:cubicBezTo>
                    <a:pt x="34" y="223"/>
                    <a:pt x="67" y="240"/>
                    <a:pt x="104" y="256"/>
                  </a:cubicBezTo>
                  <a:cubicBezTo>
                    <a:pt x="153" y="256"/>
                    <a:pt x="223" y="207"/>
                    <a:pt x="240" y="137"/>
                  </a:cubicBezTo>
                  <a:cubicBezTo>
                    <a:pt x="240" y="104"/>
                    <a:pt x="240" y="67"/>
                    <a:pt x="223" y="50"/>
                  </a:cubicBezTo>
                  <a:cubicBezTo>
                    <a:pt x="223" y="34"/>
                    <a:pt x="207" y="34"/>
                    <a:pt x="207" y="17"/>
                  </a:cubicBezTo>
                  <a:cubicBezTo>
                    <a:pt x="19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7" name="Google Shape;17907;p44"/>
            <p:cNvSpPr/>
            <p:nvPr/>
          </p:nvSpPr>
          <p:spPr>
            <a:xfrm>
              <a:off x="3868050" y="2740425"/>
              <a:ext cx="6500" cy="6400"/>
            </a:xfrm>
            <a:custGeom>
              <a:avLst/>
              <a:gdLst/>
              <a:ahLst/>
              <a:cxnLst/>
              <a:rect l="l" t="t" r="r" b="b"/>
              <a:pathLst>
                <a:path w="260" h="256" extrusionOk="0">
                  <a:moveTo>
                    <a:pt x="141" y="1"/>
                  </a:moveTo>
                  <a:cubicBezTo>
                    <a:pt x="107" y="1"/>
                    <a:pt x="72" y="14"/>
                    <a:pt x="54" y="44"/>
                  </a:cubicBezTo>
                  <a:cubicBezTo>
                    <a:pt x="0" y="93"/>
                    <a:pt x="0" y="180"/>
                    <a:pt x="54" y="229"/>
                  </a:cubicBezTo>
                  <a:cubicBezTo>
                    <a:pt x="76" y="246"/>
                    <a:pt x="103" y="256"/>
                    <a:pt x="128" y="256"/>
                  </a:cubicBezTo>
                  <a:cubicBezTo>
                    <a:pt x="159" y="256"/>
                    <a:pt x="188" y="242"/>
                    <a:pt x="206" y="213"/>
                  </a:cubicBezTo>
                  <a:cubicBezTo>
                    <a:pt x="260" y="147"/>
                    <a:pt x="260" y="77"/>
                    <a:pt x="206" y="23"/>
                  </a:cubicBezTo>
                  <a:cubicBezTo>
                    <a:pt x="192" y="9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8" name="Google Shape;17908;p44"/>
            <p:cNvSpPr/>
            <p:nvPr/>
          </p:nvSpPr>
          <p:spPr>
            <a:xfrm>
              <a:off x="3870625" y="26960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3" y="30"/>
                    <a:pt x="0" y="116"/>
                    <a:pt x="17" y="170"/>
                  </a:cubicBezTo>
                  <a:cubicBezTo>
                    <a:pt x="17" y="203"/>
                    <a:pt x="33" y="236"/>
                    <a:pt x="70" y="236"/>
                  </a:cubicBezTo>
                  <a:cubicBezTo>
                    <a:pt x="87" y="252"/>
                    <a:pt x="120" y="252"/>
                    <a:pt x="157" y="252"/>
                  </a:cubicBezTo>
                  <a:cubicBezTo>
                    <a:pt x="190" y="236"/>
                    <a:pt x="206" y="203"/>
                    <a:pt x="223" y="186"/>
                  </a:cubicBezTo>
                  <a:cubicBezTo>
                    <a:pt x="239" y="149"/>
                    <a:pt x="239" y="116"/>
                    <a:pt x="223" y="83"/>
                  </a:cubicBezTo>
                  <a:cubicBezTo>
                    <a:pt x="223" y="67"/>
                    <a:pt x="206" y="46"/>
                    <a:pt x="206" y="30"/>
                  </a:cubicBezTo>
                  <a:cubicBezTo>
                    <a:pt x="190" y="13"/>
                    <a:pt x="190" y="13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9" name="Google Shape;17909;p44"/>
            <p:cNvSpPr/>
            <p:nvPr/>
          </p:nvSpPr>
          <p:spPr>
            <a:xfrm>
              <a:off x="3862875" y="2834375"/>
              <a:ext cx="6025" cy="6500"/>
            </a:xfrm>
            <a:custGeom>
              <a:avLst/>
              <a:gdLst/>
              <a:ahLst/>
              <a:cxnLst/>
              <a:rect l="l" t="t" r="r" b="b"/>
              <a:pathLst>
                <a:path w="241" h="260" extrusionOk="0">
                  <a:moveTo>
                    <a:pt x="137" y="1"/>
                  </a:moveTo>
                  <a:cubicBezTo>
                    <a:pt x="121" y="1"/>
                    <a:pt x="104" y="5"/>
                    <a:pt x="87" y="13"/>
                  </a:cubicBezTo>
                  <a:cubicBezTo>
                    <a:pt x="34" y="30"/>
                    <a:pt x="1" y="116"/>
                    <a:pt x="17" y="182"/>
                  </a:cubicBezTo>
                  <a:cubicBezTo>
                    <a:pt x="17" y="203"/>
                    <a:pt x="34" y="236"/>
                    <a:pt x="71" y="252"/>
                  </a:cubicBezTo>
                  <a:cubicBezTo>
                    <a:pt x="82" y="252"/>
                    <a:pt x="100" y="260"/>
                    <a:pt x="122" y="260"/>
                  </a:cubicBezTo>
                  <a:cubicBezTo>
                    <a:pt x="133" y="260"/>
                    <a:pt x="145" y="258"/>
                    <a:pt x="158" y="252"/>
                  </a:cubicBezTo>
                  <a:cubicBezTo>
                    <a:pt x="174" y="236"/>
                    <a:pt x="207" y="219"/>
                    <a:pt x="224" y="182"/>
                  </a:cubicBezTo>
                  <a:cubicBezTo>
                    <a:pt x="240" y="149"/>
                    <a:pt x="240" y="116"/>
                    <a:pt x="224" y="79"/>
                  </a:cubicBezTo>
                  <a:cubicBezTo>
                    <a:pt x="224" y="63"/>
                    <a:pt x="207" y="46"/>
                    <a:pt x="207" y="30"/>
                  </a:cubicBezTo>
                  <a:cubicBezTo>
                    <a:pt x="191" y="30"/>
                    <a:pt x="191" y="13"/>
                    <a:pt x="174" y="13"/>
                  </a:cubicBezTo>
                  <a:cubicBezTo>
                    <a:pt x="166" y="5"/>
                    <a:pt x="152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0" name="Google Shape;17910;p44"/>
            <p:cNvSpPr/>
            <p:nvPr/>
          </p:nvSpPr>
          <p:spPr>
            <a:xfrm>
              <a:off x="3882250" y="2686475"/>
              <a:ext cx="6025" cy="4350"/>
            </a:xfrm>
            <a:custGeom>
              <a:avLst/>
              <a:gdLst/>
              <a:ahLst/>
              <a:cxnLst/>
              <a:rect l="l" t="t" r="r" b="b"/>
              <a:pathLst>
                <a:path w="241" h="174" extrusionOk="0">
                  <a:moveTo>
                    <a:pt x="17" y="0"/>
                  </a:moveTo>
                  <a:lnTo>
                    <a:pt x="17" y="17"/>
                  </a:lnTo>
                  <a:cubicBezTo>
                    <a:pt x="1" y="54"/>
                    <a:pt x="1" y="87"/>
                    <a:pt x="17" y="120"/>
                  </a:cubicBezTo>
                  <a:cubicBezTo>
                    <a:pt x="34" y="140"/>
                    <a:pt x="67" y="157"/>
                    <a:pt x="83" y="173"/>
                  </a:cubicBezTo>
                  <a:cubicBezTo>
                    <a:pt x="121" y="173"/>
                    <a:pt x="154" y="157"/>
                    <a:pt x="170" y="140"/>
                  </a:cubicBezTo>
                  <a:cubicBezTo>
                    <a:pt x="207" y="120"/>
                    <a:pt x="224" y="87"/>
                    <a:pt x="224" y="54"/>
                  </a:cubicBezTo>
                  <a:lnTo>
                    <a:pt x="240" y="37"/>
                  </a:lnTo>
                  <a:cubicBezTo>
                    <a:pt x="154" y="17"/>
                    <a:pt x="83" y="0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1" name="Google Shape;17911;p44"/>
            <p:cNvSpPr/>
            <p:nvPr/>
          </p:nvSpPr>
          <p:spPr>
            <a:xfrm>
              <a:off x="4223225" y="27427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37" y="0"/>
                  </a:moveTo>
                  <a:cubicBezTo>
                    <a:pt x="120" y="0"/>
                    <a:pt x="87" y="0"/>
                    <a:pt x="50" y="17"/>
                  </a:cubicBezTo>
                  <a:cubicBezTo>
                    <a:pt x="34" y="33"/>
                    <a:pt x="17" y="71"/>
                    <a:pt x="1" y="103"/>
                  </a:cubicBezTo>
                  <a:cubicBezTo>
                    <a:pt x="1" y="136"/>
                    <a:pt x="1" y="174"/>
                    <a:pt x="17" y="207"/>
                  </a:cubicBezTo>
                  <a:cubicBezTo>
                    <a:pt x="34" y="223"/>
                    <a:pt x="50" y="240"/>
                    <a:pt x="87" y="260"/>
                  </a:cubicBezTo>
                  <a:cubicBezTo>
                    <a:pt x="153" y="260"/>
                    <a:pt x="207" y="207"/>
                    <a:pt x="223" y="136"/>
                  </a:cubicBezTo>
                  <a:cubicBezTo>
                    <a:pt x="223" y="103"/>
                    <a:pt x="223" y="71"/>
                    <a:pt x="207" y="54"/>
                  </a:cubicBezTo>
                  <a:cubicBezTo>
                    <a:pt x="207" y="33"/>
                    <a:pt x="207" y="33"/>
                    <a:pt x="190" y="17"/>
                  </a:cubicBezTo>
                  <a:cubicBezTo>
                    <a:pt x="174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2" name="Google Shape;17912;p44"/>
            <p:cNvSpPr/>
            <p:nvPr/>
          </p:nvSpPr>
          <p:spPr>
            <a:xfrm>
              <a:off x="4221475" y="278707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2" y="0"/>
                  </a:moveTo>
                  <a:cubicBezTo>
                    <a:pt x="101" y="0"/>
                    <a:pt x="66" y="19"/>
                    <a:pt x="38" y="50"/>
                  </a:cubicBezTo>
                  <a:cubicBezTo>
                    <a:pt x="0" y="99"/>
                    <a:pt x="0" y="186"/>
                    <a:pt x="38" y="219"/>
                  </a:cubicBezTo>
                  <a:cubicBezTo>
                    <a:pt x="54" y="239"/>
                    <a:pt x="71" y="239"/>
                    <a:pt x="87" y="256"/>
                  </a:cubicBezTo>
                  <a:cubicBezTo>
                    <a:pt x="120" y="256"/>
                    <a:pt x="174" y="239"/>
                    <a:pt x="190" y="202"/>
                  </a:cubicBezTo>
                  <a:cubicBezTo>
                    <a:pt x="223" y="169"/>
                    <a:pt x="244" y="116"/>
                    <a:pt x="223" y="66"/>
                  </a:cubicBezTo>
                  <a:cubicBezTo>
                    <a:pt x="223" y="50"/>
                    <a:pt x="207" y="3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3" name="Google Shape;17913;p44"/>
            <p:cNvSpPr/>
            <p:nvPr/>
          </p:nvSpPr>
          <p:spPr>
            <a:xfrm>
              <a:off x="4215900" y="2835425"/>
              <a:ext cx="6525" cy="6600"/>
            </a:xfrm>
            <a:custGeom>
              <a:avLst/>
              <a:gdLst/>
              <a:ahLst/>
              <a:cxnLst/>
              <a:rect l="l" t="t" r="r" b="b"/>
              <a:pathLst>
                <a:path w="261" h="264" extrusionOk="0">
                  <a:moveTo>
                    <a:pt x="136" y="1"/>
                  </a:moveTo>
                  <a:cubicBezTo>
                    <a:pt x="86" y="1"/>
                    <a:pt x="32" y="46"/>
                    <a:pt x="17" y="107"/>
                  </a:cubicBezTo>
                  <a:cubicBezTo>
                    <a:pt x="1" y="177"/>
                    <a:pt x="54" y="243"/>
                    <a:pt x="104" y="264"/>
                  </a:cubicBezTo>
                  <a:cubicBezTo>
                    <a:pt x="137" y="264"/>
                    <a:pt x="174" y="243"/>
                    <a:pt x="190" y="227"/>
                  </a:cubicBezTo>
                  <a:cubicBezTo>
                    <a:pt x="223" y="210"/>
                    <a:pt x="240" y="177"/>
                    <a:pt x="240" y="140"/>
                  </a:cubicBezTo>
                  <a:cubicBezTo>
                    <a:pt x="261" y="107"/>
                    <a:pt x="240" y="74"/>
                    <a:pt x="223" y="58"/>
                  </a:cubicBezTo>
                  <a:cubicBezTo>
                    <a:pt x="223" y="37"/>
                    <a:pt x="223" y="37"/>
                    <a:pt x="207" y="21"/>
                  </a:cubicBezTo>
                  <a:cubicBezTo>
                    <a:pt x="207" y="21"/>
                    <a:pt x="190" y="4"/>
                    <a:pt x="157" y="4"/>
                  </a:cubicBezTo>
                  <a:cubicBezTo>
                    <a:pt x="150" y="2"/>
                    <a:pt x="14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4" name="Google Shape;17914;p44"/>
            <p:cNvSpPr/>
            <p:nvPr/>
          </p:nvSpPr>
          <p:spPr>
            <a:xfrm>
              <a:off x="4221050" y="2729050"/>
              <a:ext cx="2200" cy="3000"/>
            </a:xfrm>
            <a:custGeom>
              <a:avLst/>
              <a:gdLst/>
              <a:ahLst/>
              <a:cxnLst/>
              <a:rect l="l" t="t" r="r" b="b"/>
              <a:pathLst>
                <a:path w="88" h="120" extrusionOk="0">
                  <a:moveTo>
                    <a:pt x="1" y="0"/>
                  </a:moveTo>
                  <a:cubicBezTo>
                    <a:pt x="1" y="17"/>
                    <a:pt x="17" y="50"/>
                    <a:pt x="17" y="66"/>
                  </a:cubicBezTo>
                  <a:cubicBezTo>
                    <a:pt x="34" y="87"/>
                    <a:pt x="55" y="103"/>
                    <a:pt x="88" y="120"/>
                  </a:cubicBezTo>
                  <a:cubicBezTo>
                    <a:pt x="88" y="103"/>
                    <a:pt x="88" y="103"/>
                    <a:pt x="71" y="87"/>
                  </a:cubicBezTo>
                  <a:cubicBezTo>
                    <a:pt x="55" y="66"/>
                    <a:pt x="34" y="3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5" name="Google Shape;17915;p44"/>
            <p:cNvSpPr/>
            <p:nvPr/>
          </p:nvSpPr>
          <p:spPr>
            <a:xfrm>
              <a:off x="4166525" y="2691625"/>
              <a:ext cx="3450" cy="950"/>
            </a:xfrm>
            <a:custGeom>
              <a:avLst/>
              <a:gdLst/>
              <a:ahLst/>
              <a:cxnLst/>
              <a:rect l="l" t="t" r="r" b="b"/>
              <a:pathLst>
                <a:path w="138" h="38" extrusionOk="0">
                  <a:moveTo>
                    <a:pt x="1" y="0"/>
                  </a:moveTo>
                  <a:cubicBezTo>
                    <a:pt x="17" y="17"/>
                    <a:pt x="50" y="38"/>
                    <a:pt x="71" y="38"/>
                  </a:cubicBezTo>
                  <a:cubicBezTo>
                    <a:pt x="88" y="38"/>
                    <a:pt x="121" y="38"/>
                    <a:pt x="137" y="17"/>
                  </a:cubicBezTo>
                  <a:cubicBezTo>
                    <a:pt x="104" y="17"/>
                    <a:pt x="5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6" name="Google Shape;17916;p44"/>
            <p:cNvSpPr/>
            <p:nvPr/>
          </p:nvSpPr>
          <p:spPr>
            <a:xfrm>
              <a:off x="3916175" y="2706250"/>
              <a:ext cx="5175" cy="5600"/>
            </a:xfrm>
            <a:custGeom>
              <a:avLst/>
              <a:gdLst/>
              <a:ahLst/>
              <a:cxnLst/>
              <a:rect l="l" t="t" r="r" b="b"/>
              <a:pathLst>
                <a:path w="207" h="224" extrusionOk="0">
                  <a:moveTo>
                    <a:pt x="50" y="1"/>
                  </a:moveTo>
                  <a:cubicBezTo>
                    <a:pt x="33" y="34"/>
                    <a:pt x="17" y="50"/>
                    <a:pt x="0" y="87"/>
                  </a:cubicBezTo>
                  <a:cubicBezTo>
                    <a:pt x="0" y="120"/>
                    <a:pt x="0" y="153"/>
                    <a:pt x="17" y="174"/>
                  </a:cubicBezTo>
                  <a:cubicBezTo>
                    <a:pt x="33" y="207"/>
                    <a:pt x="50" y="224"/>
                    <a:pt x="87" y="224"/>
                  </a:cubicBezTo>
                  <a:cubicBezTo>
                    <a:pt x="120" y="224"/>
                    <a:pt x="153" y="224"/>
                    <a:pt x="169" y="207"/>
                  </a:cubicBezTo>
                  <a:cubicBezTo>
                    <a:pt x="190" y="191"/>
                    <a:pt x="190" y="191"/>
                    <a:pt x="207" y="174"/>
                  </a:cubicBezTo>
                  <a:cubicBezTo>
                    <a:pt x="153" y="120"/>
                    <a:pt x="103" y="7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7" name="Google Shape;17917;p44"/>
            <p:cNvSpPr/>
            <p:nvPr/>
          </p:nvSpPr>
          <p:spPr>
            <a:xfrm>
              <a:off x="3904525" y="271750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7" y="0"/>
                  </a:moveTo>
                  <a:cubicBezTo>
                    <a:pt x="121" y="0"/>
                    <a:pt x="104" y="4"/>
                    <a:pt x="87" y="13"/>
                  </a:cubicBezTo>
                  <a:cubicBezTo>
                    <a:pt x="38" y="33"/>
                    <a:pt x="1" y="99"/>
                    <a:pt x="17" y="169"/>
                  </a:cubicBezTo>
                  <a:cubicBezTo>
                    <a:pt x="17" y="202"/>
                    <a:pt x="38" y="239"/>
                    <a:pt x="71" y="239"/>
                  </a:cubicBezTo>
                  <a:cubicBezTo>
                    <a:pt x="79" y="248"/>
                    <a:pt x="91" y="252"/>
                    <a:pt x="106" y="252"/>
                  </a:cubicBezTo>
                  <a:cubicBezTo>
                    <a:pt x="121" y="252"/>
                    <a:pt x="139" y="248"/>
                    <a:pt x="157" y="239"/>
                  </a:cubicBezTo>
                  <a:cubicBezTo>
                    <a:pt x="190" y="239"/>
                    <a:pt x="207" y="202"/>
                    <a:pt x="223" y="169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23" y="50"/>
                    <a:pt x="223" y="33"/>
                    <a:pt x="207" y="33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5" y="4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8" name="Google Shape;17918;p44"/>
            <p:cNvSpPr/>
            <p:nvPr/>
          </p:nvSpPr>
          <p:spPr>
            <a:xfrm>
              <a:off x="3866800" y="27884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4" y="1"/>
                  </a:moveTo>
                  <a:cubicBezTo>
                    <a:pt x="119" y="1"/>
                    <a:pt x="102" y="5"/>
                    <a:pt x="83" y="13"/>
                  </a:cubicBezTo>
                  <a:cubicBezTo>
                    <a:pt x="34" y="46"/>
                    <a:pt x="1" y="116"/>
                    <a:pt x="17" y="186"/>
                  </a:cubicBezTo>
                  <a:cubicBezTo>
                    <a:pt x="17" y="219"/>
                    <a:pt x="34" y="236"/>
                    <a:pt x="67" y="252"/>
                  </a:cubicBezTo>
                  <a:cubicBezTo>
                    <a:pt x="75" y="261"/>
                    <a:pt x="88" y="265"/>
                    <a:pt x="104" y="265"/>
                  </a:cubicBezTo>
                  <a:cubicBezTo>
                    <a:pt x="119" y="265"/>
                    <a:pt x="137" y="261"/>
                    <a:pt x="153" y="252"/>
                  </a:cubicBezTo>
                  <a:cubicBezTo>
                    <a:pt x="207" y="219"/>
                    <a:pt x="240" y="149"/>
                    <a:pt x="223" y="83"/>
                  </a:cubicBezTo>
                  <a:cubicBezTo>
                    <a:pt x="223" y="63"/>
                    <a:pt x="207" y="46"/>
                    <a:pt x="207" y="30"/>
                  </a:cubicBezTo>
                  <a:cubicBezTo>
                    <a:pt x="186" y="30"/>
                    <a:pt x="186" y="13"/>
                    <a:pt x="170" y="13"/>
                  </a:cubicBezTo>
                  <a:cubicBezTo>
                    <a:pt x="161" y="5"/>
                    <a:pt x="149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9" name="Google Shape;17919;p44"/>
            <p:cNvSpPr/>
            <p:nvPr/>
          </p:nvSpPr>
          <p:spPr>
            <a:xfrm>
              <a:off x="3911425" y="27518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0" y="0"/>
                  </a:moveTo>
                  <a:cubicBezTo>
                    <a:pt x="71" y="0"/>
                    <a:pt x="34" y="50"/>
                    <a:pt x="17" y="103"/>
                  </a:cubicBezTo>
                  <a:cubicBezTo>
                    <a:pt x="1" y="136"/>
                    <a:pt x="17" y="169"/>
                    <a:pt x="34" y="206"/>
                  </a:cubicBezTo>
                  <a:cubicBezTo>
                    <a:pt x="34" y="223"/>
                    <a:pt x="71" y="256"/>
                    <a:pt x="104" y="256"/>
                  </a:cubicBezTo>
                  <a:cubicBezTo>
                    <a:pt x="153" y="256"/>
                    <a:pt x="223" y="223"/>
                    <a:pt x="240" y="153"/>
                  </a:cubicBezTo>
                  <a:lnTo>
                    <a:pt x="240" y="120"/>
                  </a:lnTo>
                  <a:cubicBezTo>
                    <a:pt x="240" y="83"/>
                    <a:pt x="223" y="50"/>
                    <a:pt x="207" y="33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0" name="Google Shape;17920;p44"/>
            <p:cNvSpPr/>
            <p:nvPr/>
          </p:nvSpPr>
          <p:spPr>
            <a:xfrm>
              <a:off x="4201275" y="270882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37" y="1"/>
                  </a:moveTo>
                  <a:cubicBezTo>
                    <a:pt x="37" y="17"/>
                    <a:pt x="21" y="34"/>
                    <a:pt x="21" y="71"/>
                  </a:cubicBezTo>
                  <a:cubicBezTo>
                    <a:pt x="0" y="88"/>
                    <a:pt x="0" y="121"/>
                    <a:pt x="21" y="154"/>
                  </a:cubicBezTo>
                  <a:cubicBezTo>
                    <a:pt x="37" y="191"/>
                    <a:pt x="70" y="207"/>
                    <a:pt x="87" y="207"/>
                  </a:cubicBezTo>
                  <a:cubicBezTo>
                    <a:pt x="141" y="207"/>
                    <a:pt x="174" y="191"/>
                    <a:pt x="207" y="154"/>
                  </a:cubicBezTo>
                  <a:cubicBezTo>
                    <a:pt x="157" y="104"/>
                    <a:pt x="103" y="50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1" name="Google Shape;17921;p44"/>
            <p:cNvSpPr/>
            <p:nvPr/>
          </p:nvSpPr>
          <p:spPr>
            <a:xfrm>
              <a:off x="4155825" y="270070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20" y="0"/>
                  </a:moveTo>
                  <a:cubicBezTo>
                    <a:pt x="66" y="17"/>
                    <a:pt x="17" y="50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3" y="239"/>
                    <a:pt x="50" y="256"/>
                    <a:pt x="87" y="256"/>
                  </a:cubicBezTo>
                  <a:cubicBezTo>
                    <a:pt x="93" y="258"/>
                    <a:pt x="100" y="259"/>
                    <a:pt x="107" y="259"/>
                  </a:cubicBezTo>
                  <a:cubicBezTo>
                    <a:pt x="154" y="259"/>
                    <a:pt x="208" y="214"/>
                    <a:pt x="223" y="153"/>
                  </a:cubicBezTo>
                  <a:lnTo>
                    <a:pt x="223" y="120"/>
                  </a:lnTo>
                  <a:cubicBezTo>
                    <a:pt x="223" y="87"/>
                    <a:pt x="206" y="50"/>
                    <a:pt x="190" y="33"/>
                  </a:cubicBezTo>
                  <a:cubicBezTo>
                    <a:pt x="169" y="17"/>
                    <a:pt x="153" y="17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2" name="Google Shape;17922;p44"/>
            <p:cNvSpPr/>
            <p:nvPr/>
          </p:nvSpPr>
          <p:spPr>
            <a:xfrm>
              <a:off x="4127475" y="2695550"/>
              <a:ext cx="5600" cy="4650"/>
            </a:xfrm>
            <a:custGeom>
              <a:avLst/>
              <a:gdLst/>
              <a:ahLst/>
              <a:cxnLst/>
              <a:rect l="l" t="t" r="r" b="b"/>
              <a:pathLst>
                <a:path w="224" h="186" extrusionOk="0">
                  <a:moveTo>
                    <a:pt x="207" y="0"/>
                  </a:moveTo>
                  <a:lnTo>
                    <a:pt x="207" y="0"/>
                  </a:lnTo>
                  <a:cubicBezTo>
                    <a:pt x="136" y="33"/>
                    <a:pt x="66" y="50"/>
                    <a:pt x="0" y="87"/>
                  </a:cubicBezTo>
                  <a:cubicBezTo>
                    <a:pt x="0" y="103"/>
                    <a:pt x="0" y="136"/>
                    <a:pt x="17" y="153"/>
                  </a:cubicBezTo>
                  <a:cubicBezTo>
                    <a:pt x="38" y="175"/>
                    <a:pt x="63" y="186"/>
                    <a:pt x="88" y="186"/>
                  </a:cubicBezTo>
                  <a:cubicBezTo>
                    <a:pt x="123" y="186"/>
                    <a:pt x="159" y="167"/>
                    <a:pt x="190" y="136"/>
                  </a:cubicBezTo>
                  <a:cubicBezTo>
                    <a:pt x="223" y="103"/>
                    <a:pt x="223" y="5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3" name="Google Shape;17923;p44"/>
            <p:cNvSpPr/>
            <p:nvPr/>
          </p:nvSpPr>
          <p:spPr>
            <a:xfrm>
              <a:off x="3907100" y="27337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57" y="1"/>
                  </a:moveTo>
                  <a:cubicBezTo>
                    <a:pt x="87" y="1"/>
                    <a:pt x="38" y="34"/>
                    <a:pt x="17" y="104"/>
                  </a:cubicBezTo>
                  <a:cubicBezTo>
                    <a:pt x="1" y="137"/>
                    <a:pt x="17" y="170"/>
                    <a:pt x="17" y="207"/>
                  </a:cubicBezTo>
                  <a:cubicBezTo>
                    <a:pt x="38" y="240"/>
                    <a:pt x="71" y="256"/>
                    <a:pt x="87" y="256"/>
                  </a:cubicBezTo>
                  <a:cubicBezTo>
                    <a:pt x="96" y="259"/>
                    <a:pt x="105" y="260"/>
                    <a:pt x="114" y="260"/>
                  </a:cubicBezTo>
                  <a:cubicBezTo>
                    <a:pt x="173" y="260"/>
                    <a:pt x="223" y="214"/>
                    <a:pt x="223" y="153"/>
                  </a:cubicBezTo>
                  <a:cubicBezTo>
                    <a:pt x="244" y="120"/>
                    <a:pt x="244" y="83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4" name="Google Shape;17924;p44"/>
            <p:cNvSpPr/>
            <p:nvPr/>
          </p:nvSpPr>
          <p:spPr>
            <a:xfrm>
              <a:off x="3877525" y="27278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9" y="1"/>
                  </a:moveTo>
                  <a:cubicBezTo>
                    <a:pt x="124" y="1"/>
                    <a:pt x="112" y="5"/>
                    <a:pt x="103" y="13"/>
                  </a:cubicBezTo>
                  <a:cubicBezTo>
                    <a:pt x="33" y="50"/>
                    <a:pt x="0" y="116"/>
                    <a:pt x="17" y="186"/>
                  </a:cubicBezTo>
                  <a:cubicBezTo>
                    <a:pt x="33" y="219"/>
                    <a:pt x="50" y="240"/>
                    <a:pt x="66" y="256"/>
                  </a:cubicBezTo>
                  <a:cubicBezTo>
                    <a:pt x="85" y="264"/>
                    <a:pt x="98" y="269"/>
                    <a:pt x="111" y="269"/>
                  </a:cubicBezTo>
                  <a:cubicBezTo>
                    <a:pt x="124" y="269"/>
                    <a:pt x="136" y="264"/>
                    <a:pt x="153" y="256"/>
                  </a:cubicBezTo>
                  <a:cubicBezTo>
                    <a:pt x="190" y="240"/>
                    <a:pt x="206" y="219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7"/>
                    <a:pt x="223" y="50"/>
                    <a:pt x="206" y="34"/>
                  </a:cubicBezTo>
                  <a:lnTo>
                    <a:pt x="190" y="13"/>
                  </a:lnTo>
                  <a:cubicBezTo>
                    <a:pt x="171" y="5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5" name="Google Shape;17925;p44"/>
            <p:cNvSpPr/>
            <p:nvPr/>
          </p:nvSpPr>
          <p:spPr>
            <a:xfrm>
              <a:off x="3900300" y="27019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1"/>
                  </a:moveTo>
                  <a:cubicBezTo>
                    <a:pt x="83" y="1"/>
                    <a:pt x="17" y="54"/>
                    <a:pt x="0" y="120"/>
                  </a:cubicBezTo>
                  <a:cubicBezTo>
                    <a:pt x="0" y="157"/>
                    <a:pt x="0" y="190"/>
                    <a:pt x="17" y="207"/>
                  </a:cubicBezTo>
                  <a:cubicBezTo>
                    <a:pt x="33" y="244"/>
                    <a:pt x="50" y="260"/>
                    <a:pt x="83" y="260"/>
                  </a:cubicBezTo>
                  <a:cubicBezTo>
                    <a:pt x="90" y="263"/>
                    <a:pt x="97" y="264"/>
                    <a:pt x="104" y="264"/>
                  </a:cubicBezTo>
                  <a:cubicBezTo>
                    <a:pt x="153" y="264"/>
                    <a:pt x="209" y="215"/>
                    <a:pt x="223" y="157"/>
                  </a:cubicBezTo>
                  <a:cubicBezTo>
                    <a:pt x="240" y="104"/>
                    <a:pt x="223" y="71"/>
                    <a:pt x="186" y="38"/>
                  </a:cubicBezTo>
                  <a:cubicBezTo>
                    <a:pt x="170" y="17"/>
                    <a:pt x="153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6" name="Google Shape;17926;p44"/>
            <p:cNvSpPr/>
            <p:nvPr/>
          </p:nvSpPr>
          <p:spPr>
            <a:xfrm>
              <a:off x="3870625" y="27567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01" y="0"/>
                    <a:pt x="64" y="17"/>
                    <a:pt x="33" y="58"/>
                  </a:cubicBezTo>
                  <a:cubicBezTo>
                    <a:pt x="0" y="111"/>
                    <a:pt x="0" y="194"/>
                    <a:pt x="33" y="231"/>
                  </a:cubicBezTo>
                  <a:cubicBezTo>
                    <a:pt x="56" y="252"/>
                    <a:pt x="81" y="261"/>
                    <a:pt x="106" y="261"/>
                  </a:cubicBezTo>
                  <a:cubicBezTo>
                    <a:pt x="142" y="261"/>
                    <a:pt x="177" y="243"/>
                    <a:pt x="206" y="215"/>
                  </a:cubicBezTo>
                  <a:cubicBezTo>
                    <a:pt x="239" y="161"/>
                    <a:pt x="239" y="74"/>
                    <a:pt x="206" y="25"/>
                  </a:cubicBezTo>
                  <a:cubicBezTo>
                    <a:pt x="185" y="9"/>
                    <a:pt x="161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7" name="Google Shape;17927;p44"/>
            <p:cNvSpPr/>
            <p:nvPr/>
          </p:nvSpPr>
          <p:spPr>
            <a:xfrm>
              <a:off x="3875775" y="2711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3" y="1"/>
                  </a:moveTo>
                  <a:cubicBezTo>
                    <a:pt x="101" y="1"/>
                    <a:pt x="64" y="18"/>
                    <a:pt x="33" y="47"/>
                  </a:cubicBezTo>
                  <a:cubicBezTo>
                    <a:pt x="17" y="64"/>
                    <a:pt x="17" y="84"/>
                    <a:pt x="0" y="101"/>
                  </a:cubicBezTo>
                  <a:cubicBezTo>
                    <a:pt x="0" y="150"/>
                    <a:pt x="0" y="204"/>
                    <a:pt x="33" y="237"/>
                  </a:cubicBezTo>
                  <a:cubicBezTo>
                    <a:pt x="59" y="248"/>
                    <a:pt x="92" y="260"/>
                    <a:pt x="122" y="260"/>
                  </a:cubicBezTo>
                  <a:cubicBezTo>
                    <a:pt x="134" y="260"/>
                    <a:pt x="146" y="258"/>
                    <a:pt x="157" y="253"/>
                  </a:cubicBezTo>
                  <a:cubicBezTo>
                    <a:pt x="173" y="237"/>
                    <a:pt x="190" y="220"/>
                    <a:pt x="190" y="204"/>
                  </a:cubicBezTo>
                  <a:cubicBezTo>
                    <a:pt x="239" y="150"/>
                    <a:pt x="239" y="84"/>
                    <a:pt x="190" y="31"/>
                  </a:cubicBezTo>
                  <a:cubicBezTo>
                    <a:pt x="176" y="10"/>
                    <a:pt x="156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8" name="Google Shape;17928;p44"/>
            <p:cNvSpPr/>
            <p:nvPr/>
          </p:nvSpPr>
          <p:spPr>
            <a:xfrm>
              <a:off x="3896800" y="2746775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0" y="0"/>
                  </a:moveTo>
                  <a:cubicBezTo>
                    <a:pt x="125" y="0"/>
                    <a:pt x="112" y="4"/>
                    <a:pt x="103" y="13"/>
                  </a:cubicBezTo>
                  <a:cubicBezTo>
                    <a:pt x="37" y="29"/>
                    <a:pt x="0" y="116"/>
                    <a:pt x="17" y="182"/>
                  </a:cubicBezTo>
                  <a:cubicBezTo>
                    <a:pt x="17" y="202"/>
                    <a:pt x="54" y="235"/>
                    <a:pt x="70" y="252"/>
                  </a:cubicBezTo>
                  <a:cubicBezTo>
                    <a:pt x="87" y="260"/>
                    <a:pt x="99" y="264"/>
                    <a:pt x="112" y="264"/>
                  </a:cubicBezTo>
                  <a:cubicBezTo>
                    <a:pt x="125" y="264"/>
                    <a:pt x="138" y="260"/>
                    <a:pt x="157" y="252"/>
                  </a:cubicBezTo>
                  <a:cubicBezTo>
                    <a:pt x="223" y="219"/>
                    <a:pt x="260" y="149"/>
                    <a:pt x="244" y="79"/>
                  </a:cubicBezTo>
                  <a:cubicBezTo>
                    <a:pt x="223" y="62"/>
                    <a:pt x="223" y="46"/>
                    <a:pt x="206" y="29"/>
                  </a:cubicBezTo>
                  <a:lnTo>
                    <a:pt x="190" y="13"/>
                  </a:lnTo>
                  <a:cubicBezTo>
                    <a:pt x="173" y="4"/>
                    <a:pt x="156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9" name="Google Shape;17929;p44"/>
            <p:cNvSpPr/>
            <p:nvPr/>
          </p:nvSpPr>
          <p:spPr>
            <a:xfrm>
              <a:off x="3883075" y="2744750"/>
              <a:ext cx="6025" cy="6325"/>
            </a:xfrm>
            <a:custGeom>
              <a:avLst/>
              <a:gdLst/>
              <a:ahLst/>
              <a:cxnLst/>
              <a:rect l="l" t="t" r="r" b="b"/>
              <a:pathLst>
                <a:path w="241" h="253" extrusionOk="0">
                  <a:moveTo>
                    <a:pt x="127" y="1"/>
                  </a:moveTo>
                  <a:cubicBezTo>
                    <a:pt x="97" y="1"/>
                    <a:pt x="63" y="13"/>
                    <a:pt x="34" y="40"/>
                  </a:cubicBezTo>
                  <a:cubicBezTo>
                    <a:pt x="1" y="110"/>
                    <a:pt x="1" y="180"/>
                    <a:pt x="34" y="230"/>
                  </a:cubicBezTo>
                  <a:cubicBezTo>
                    <a:pt x="58" y="244"/>
                    <a:pt x="85" y="253"/>
                    <a:pt x="111" y="253"/>
                  </a:cubicBezTo>
                  <a:cubicBezTo>
                    <a:pt x="144" y="253"/>
                    <a:pt x="178" y="240"/>
                    <a:pt x="207" y="213"/>
                  </a:cubicBezTo>
                  <a:cubicBezTo>
                    <a:pt x="240" y="143"/>
                    <a:pt x="240" y="77"/>
                    <a:pt x="191" y="23"/>
                  </a:cubicBezTo>
                  <a:cubicBezTo>
                    <a:pt x="174" y="9"/>
                    <a:pt x="151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0" name="Google Shape;17930;p44"/>
            <p:cNvSpPr/>
            <p:nvPr/>
          </p:nvSpPr>
          <p:spPr>
            <a:xfrm>
              <a:off x="3883500" y="26992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8" y="1"/>
                  </a:moveTo>
                  <a:cubicBezTo>
                    <a:pt x="103" y="1"/>
                    <a:pt x="65" y="18"/>
                    <a:pt x="33" y="59"/>
                  </a:cubicBezTo>
                  <a:cubicBezTo>
                    <a:pt x="0" y="109"/>
                    <a:pt x="0" y="179"/>
                    <a:pt x="33" y="228"/>
                  </a:cubicBezTo>
                  <a:cubicBezTo>
                    <a:pt x="54" y="249"/>
                    <a:pt x="71" y="249"/>
                    <a:pt x="87" y="249"/>
                  </a:cubicBezTo>
                  <a:cubicBezTo>
                    <a:pt x="96" y="253"/>
                    <a:pt x="106" y="255"/>
                    <a:pt x="117" y="255"/>
                  </a:cubicBezTo>
                  <a:cubicBezTo>
                    <a:pt x="147" y="255"/>
                    <a:pt x="182" y="239"/>
                    <a:pt x="207" y="212"/>
                  </a:cubicBezTo>
                  <a:cubicBezTo>
                    <a:pt x="240" y="162"/>
                    <a:pt x="240" y="109"/>
                    <a:pt x="223" y="76"/>
                  </a:cubicBezTo>
                  <a:cubicBezTo>
                    <a:pt x="223" y="59"/>
                    <a:pt x="207" y="43"/>
                    <a:pt x="207" y="22"/>
                  </a:cubicBezTo>
                  <a:cubicBezTo>
                    <a:pt x="186" y="9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1" name="Google Shape;17931;p44"/>
            <p:cNvSpPr/>
            <p:nvPr/>
          </p:nvSpPr>
          <p:spPr>
            <a:xfrm>
              <a:off x="3862875" y="2725000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40" y="1"/>
                  </a:moveTo>
                  <a:cubicBezTo>
                    <a:pt x="107" y="1"/>
                    <a:pt x="74" y="17"/>
                    <a:pt x="54" y="59"/>
                  </a:cubicBezTo>
                  <a:cubicBezTo>
                    <a:pt x="1" y="108"/>
                    <a:pt x="1" y="179"/>
                    <a:pt x="54" y="228"/>
                  </a:cubicBezTo>
                  <a:cubicBezTo>
                    <a:pt x="71" y="249"/>
                    <a:pt x="71" y="249"/>
                    <a:pt x="87" y="249"/>
                  </a:cubicBezTo>
                  <a:cubicBezTo>
                    <a:pt x="100" y="253"/>
                    <a:pt x="113" y="255"/>
                    <a:pt x="124" y="255"/>
                  </a:cubicBezTo>
                  <a:cubicBezTo>
                    <a:pt x="156" y="255"/>
                    <a:pt x="183" y="239"/>
                    <a:pt x="207" y="212"/>
                  </a:cubicBezTo>
                  <a:cubicBezTo>
                    <a:pt x="240" y="179"/>
                    <a:pt x="240" y="125"/>
                    <a:pt x="240" y="75"/>
                  </a:cubicBezTo>
                  <a:cubicBezTo>
                    <a:pt x="224" y="59"/>
                    <a:pt x="224" y="43"/>
                    <a:pt x="207" y="22"/>
                  </a:cubicBezTo>
                  <a:cubicBezTo>
                    <a:pt x="187" y="8"/>
                    <a:pt x="163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2" name="Google Shape;17932;p44"/>
            <p:cNvSpPr/>
            <p:nvPr/>
          </p:nvSpPr>
          <p:spPr>
            <a:xfrm>
              <a:off x="4245075" y="2837750"/>
              <a:ext cx="6525" cy="6550"/>
            </a:xfrm>
            <a:custGeom>
              <a:avLst/>
              <a:gdLst/>
              <a:ahLst/>
              <a:cxnLst/>
              <a:rect l="l" t="t" r="r" b="b"/>
              <a:pathLst>
                <a:path w="261" h="262" extrusionOk="0">
                  <a:moveTo>
                    <a:pt x="150" y="1"/>
                  </a:moveTo>
                  <a:cubicBezTo>
                    <a:pt x="119" y="1"/>
                    <a:pt x="83" y="18"/>
                    <a:pt x="54" y="47"/>
                  </a:cubicBezTo>
                  <a:cubicBezTo>
                    <a:pt x="1" y="101"/>
                    <a:pt x="1" y="187"/>
                    <a:pt x="54" y="237"/>
                  </a:cubicBezTo>
                  <a:cubicBezTo>
                    <a:pt x="75" y="252"/>
                    <a:pt x="100" y="261"/>
                    <a:pt x="123" y="261"/>
                  </a:cubicBezTo>
                  <a:cubicBezTo>
                    <a:pt x="156" y="261"/>
                    <a:pt x="188" y="244"/>
                    <a:pt x="207" y="204"/>
                  </a:cubicBezTo>
                  <a:cubicBezTo>
                    <a:pt x="260" y="150"/>
                    <a:pt x="260" y="68"/>
                    <a:pt x="207" y="31"/>
                  </a:cubicBezTo>
                  <a:cubicBezTo>
                    <a:pt x="193" y="10"/>
                    <a:pt x="173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3" name="Google Shape;17933;p44"/>
            <p:cNvSpPr/>
            <p:nvPr/>
          </p:nvSpPr>
          <p:spPr>
            <a:xfrm>
              <a:off x="4249000" y="2791525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16" y="0"/>
                  </a:moveTo>
                  <a:cubicBezTo>
                    <a:pt x="100" y="0"/>
                    <a:pt x="81" y="8"/>
                    <a:pt x="70" y="8"/>
                  </a:cubicBezTo>
                  <a:cubicBezTo>
                    <a:pt x="33" y="24"/>
                    <a:pt x="17" y="61"/>
                    <a:pt x="0" y="111"/>
                  </a:cubicBezTo>
                  <a:cubicBezTo>
                    <a:pt x="0" y="144"/>
                    <a:pt x="0" y="181"/>
                    <a:pt x="17" y="197"/>
                  </a:cubicBezTo>
                  <a:cubicBezTo>
                    <a:pt x="33" y="230"/>
                    <a:pt x="50" y="247"/>
                    <a:pt x="87" y="247"/>
                  </a:cubicBezTo>
                  <a:cubicBezTo>
                    <a:pt x="94" y="250"/>
                    <a:pt x="102" y="251"/>
                    <a:pt x="110" y="251"/>
                  </a:cubicBezTo>
                  <a:cubicBezTo>
                    <a:pt x="156" y="251"/>
                    <a:pt x="209" y="206"/>
                    <a:pt x="223" y="164"/>
                  </a:cubicBezTo>
                  <a:lnTo>
                    <a:pt x="223" y="144"/>
                  </a:lnTo>
                  <a:cubicBezTo>
                    <a:pt x="239" y="94"/>
                    <a:pt x="223" y="61"/>
                    <a:pt x="190" y="24"/>
                  </a:cubicBezTo>
                  <a:cubicBezTo>
                    <a:pt x="173" y="8"/>
                    <a:pt x="153" y="8"/>
                    <a:pt x="136" y="8"/>
                  </a:cubicBezTo>
                  <a:cubicBezTo>
                    <a:pt x="131" y="2"/>
                    <a:pt x="124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4" name="Google Shape;17934;p44"/>
            <p:cNvSpPr/>
            <p:nvPr/>
          </p:nvSpPr>
          <p:spPr>
            <a:xfrm>
              <a:off x="4248175" y="27766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6" y="1"/>
                  </a:moveTo>
                  <a:cubicBezTo>
                    <a:pt x="120" y="1"/>
                    <a:pt x="83" y="17"/>
                    <a:pt x="50" y="38"/>
                  </a:cubicBezTo>
                  <a:cubicBezTo>
                    <a:pt x="33" y="54"/>
                    <a:pt x="17" y="87"/>
                    <a:pt x="0" y="120"/>
                  </a:cubicBezTo>
                  <a:cubicBezTo>
                    <a:pt x="0" y="158"/>
                    <a:pt x="0" y="191"/>
                    <a:pt x="17" y="207"/>
                  </a:cubicBezTo>
                  <a:cubicBezTo>
                    <a:pt x="33" y="244"/>
                    <a:pt x="50" y="261"/>
                    <a:pt x="83" y="261"/>
                  </a:cubicBezTo>
                  <a:cubicBezTo>
                    <a:pt x="91" y="263"/>
                    <a:pt x="100" y="264"/>
                    <a:pt x="108" y="264"/>
                  </a:cubicBezTo>
                  <a:cubicBezTo>
                    <a:pt x="166" y="264"/>
                    <a:pt x="208" y="215"/>
                    <a:pt x="223" y="158"/>
                  </a:cubicBezTo>
                  <a:cubicBezTo>
                    <a:pt x="239" y="120"/>
                    <a:pt x="223" y="87"/>
                    <a:pt x="206" y="54"/>
                  </a:cubicBezTo>
                  <a:cubicBezTo>
                    <a:pt x="206" y="54"/>
                    <a:pt x="206" y="38"/>
                    <a:pt x="186" y="38"/>
                  </a:cubicBezTo>
                  <a:cubicBezTo>
                    <a:pt x="186" y="17"/>
                    <a:pt x="169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5" name="Google Shape;17935;p44"/>
            <p:cNvSpPr/>
            <p:nvPr/>
          </p:nvSpPr>
          <p:spPr>
            <a:xfrm>
              <a:off x="4241675" y="276120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87" y="17"/>
                    <a:pt x="71" y="38"/>
                    <a:pt x="54" y="54"/>
                  </a:cubicBezTo>
                  <a:cubicBezTo>
                    <a:pt x="1" y="103"/>
                    <a:pt x="1" y="190"/>
                    <a:pt x="54" y="223"/>
                  </a:cubicBezTo>
                  <a:cubicBezTo>
                    <a:pt x="54" y="244"/>
                    <a:pt x="71" y="244"/>
                    <a:pt x="87" y="260"/>
                  </a:cubicBezTo>
                  <a:cubicBezTo>
                    <a:pt x="137" y="260"/>
                    <a:pt x="174" y="244"/>
                    <a:pt x="207" y="207"/>
                  </a:cubicBezTo>
                  <a:cubicBezTo>
                    <a:pt x="207" y="207"/>
                    <a:pt x="207" y="190"/>
                    <a:pt x="223" y="190"/>
                  </a:cubicBezTo>
                  <a:cubicBezTo>
                    <a:pt x="174" y="141"/>
                    <a:pt x="137" y="71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6" name="Google Shape;17936;p44"/>
            <p:cNvSpPr/>
            <p:nvPr/>
          </p:nvSpPr>
          <p:spPr>
            <a:xfrm>
              <a:off x="4235700" y="2789950"/>
              <a:ext cx="6425" cy="6425"/>
            </a:xfrm>
            <a:custGeom>
              <a:avLst/>
              <a:gdLst/>
              <a:ahLst/>
              <a:cxnLst/>
              <a:rect l="l" t="t" r="r" b="b"/>
              <a:pathLst>
                <a:path w="257" h="257" extrusionOk="0">
                  <a:moveTo>
                    <a:pt x="103" y="1"/>
                  </a:moveTo>
                  <a:cubicBezTo>
                    <a:pt x="50" y="38"/>
                    <a:pt x="0" y="104"/>
                    <a:pt x="17" y="174"/>
                  </a:cubicBezTo>
                  <a:cubicBezTo>
                    <a:pt x="33" y="207"/>
                    <a:pt x="50" y="227"/>
                    <a:pt x="87" y="244"/>
                  </a:cubicBezTo>
                  <a:cubicBezTo>
                    <a:pt x="95" y="252"/>
                    <a:pt x="108" y="256"/>
                    <a:pt x="122" y="256"/>
                  </a:cubicBezTo>
                  <a:cubicBezTo>
                    <a:pt x="136" y="256"/>
                    <a:pt x="153" y="252"/>
                    <a:pt x="169" y="244"/>
                  </a:cubicBezTo>
                  <a:cubicBezTo>
                    <a:pt x="190" y="227"/>
                    <a:pt x="223" y="207"/>
                    <a:pt x="240" y="174"/>
                  </a:cubicBezTo>
                  <a:cubicBezTo>
                    <a:pt x="240" y="141"/>
                    <a:pt x="256" y="104"/>
                    <a:pt x="240" y="87"/>
                  </a:cubicBezTo>
                  <a:cubicBezTo>
                    <a:pt x="240" y="54"/>
                    <a:pt x="223" y="38"/>
                    <a:pt x="207" y="21"/>
                  </a:cubicBezTo>
                  <a:lnTo>
                    <a:pt x="1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7" name="Google Shape;17937;p44"/>
            <p:cNvSpPr/>
            <p:nvPr/>
          </p:nvSpPr>
          <p:spPr>
            <a:xfrm>
              <a:off x="4243850" y="282212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16" y="1"/>
                  </a:moveTo>
                  <a:cubicBezTo>
                    <a:pt x="69" y="1"/>
                    <a:pt x="14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7"/>
                    <a:pt x="50" y="260"/>
                    <a:pt x="87" y="260"/>
                  </a:cubicBezTo>
                  <a:cubicBezTo>
                    <a:pt x="136" y="260"/>
                    <a:pt x="206" y="227"/>
                    <a:pt x="223" y="157"/>
                  </a:cubicBezTo>
                  <a:cubicBezTo>
                    <a:pt x="223" y="124"/>
                    <a:pt x="223" y="91"/>
                    <a:pt x="206" y="54"/>
                  </a:cubicBezTo>
                  <a:cubicBezTo>
                    <a:pt x="206" y="37"/>
                    <a:pt x="190" y="37"/>
                    <a:pt x="190" y="37"/>
                  </a:cubicBezTo>
                  <a:cubicBezTo>
                    <a:pt x="173" y="21"/>
                    <a:pt x="153" y="4"/>
                    <a:pt x="136" y="4"/>
                  </a:cubicBezTo>
                  <a:cubicBezTo>
                    <a:pt x="130" y="2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8" name="Google Shape;17938;p44"/>
            <p:cNvSpPr/>
            <p:nvPr/>
          </p:nvSpPr>
          <p:spPr>
            <a:xfrm>
              <a:off x="4241275" y="28066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1"/>
                  </a:moveTo>
                  <a:cubicBezTo>
                    <a:pt x="103" y="1"/>
                    <a:pt x="71" y="17"/>
                    <a:pt x="50" y="55"/>
                  </a:cubicBezTo>
                  <a:cubicBezTo>
                    <a:pt x="0" y="109"/>
                    <a:pt x="0" y="195"/>
                    <a:pt x="50" y="228"/>
                  </a:cubicBezTo>
                  <a:cubicBezTo>
                    <a:pt x="65" y="251"/>
                    <a:pt x="85" y="260"/>
                    <a:pt x="107" y="260"/>
                  </a:cubicBezTo>
                  <a:cubicBezTo>
                    <a:pt x="139" y="260"/>
                    <a:pt x="175" y="241"/>
                    <a:pt x="206" y="212"/>
                  </a:cubicBezTo>
                  <a:cubicBezTo>
                    <a:pt x="239" y="158"/>
                    <a:pt x="239" y="76"/>
                    <a:pt x="206" y="22"/>
                  </a:cubicBezTo>
                  <a:cubicBezTo>
                    <a:pt x="184" y="9"/>
                    <a:pt x="160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9" name="Google Shape;17939;p44"/>
            <p:cNvSpPr/>
            <p:nvPr/>
          </p:nvSpPr>
          <p:spPr>
            <a:xfrm>
              <a:off x="4227550" y="2850550"/>
              <a:ext cx="1675" cy="25"/>
            </a:xfrm>
            <a:custGeom>
              <a:avLst/>
              <a:gdLst/>
              <a:ahLst/>
              <a:cxnLst/>
              <a:rect l="l" t="t" r="r" b="b"/>
              <a:pathLst>
                <a:path w="67" h="1" extrusionOk="0">
                  <a:moveTo>
                    <a:pt x="1" y="1"/>
                  </a:moveTo>
                  <a:lnTo>
                    <a:pt x="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0" name="Google Shape;17940;p44"/>
            <p:cNvSpPr/>
            <p:nvPr/>
          </p:nvSpPr>
          <p:spPr>
            <a:xfrm>
              <a:off x="3866800" y="2686475"/>
              <a:ext cx="2100" cy="650"/>
            </a:xfrm>
            <a:custGeom>
              <a:avLst/>
              <a:gdLst/>
              <a:ahLst/>
              <a:cxnLst/>
              <a:rect l="l" t="t" r="r" b="b"/>
              <a:pathLst>
                <a:path w="84" h="26" extrusionOk="0">
                  <a:moveTo>
                    <a:pt x="83" y="0"/>
                  </a:moveTo>
                  <a:cubicBezTo>
                    <a:pt x="50" y="0"/>
                    <a:pt x="34" y="17"/>
                    <a:pt x="1" y="17"/>
                  </a:cubicBezTo>
                  <a:lnTo>
                    <a:pt x="17" y="17"/>
                  </a:lnTo>
                  <a:cubicBezTo>
                    <a:pt x="22" y="23"/>
                    <a:pt x="28" y="25"/>
                    <a:pt x="35" y="25"/>
                  </a:cubicBezTo>
                  <a:cubicBezTo>
                    <a:pt x="52" y="25"/>
                    <a:pt x="71" y="12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1" name="Google Shape;17941;p44"/>
            <p:cNvSpPr/>
            <p:nvPr/>
          </p:nvSpPr>
          <p:spPr>
            <a:xfrm>
              <a:off x="3840100" y="2692025"/>
              <a:ext cx="6100" cy="4675"/>
            </a:xfrm>
            <a:custGeom>
              <a:avLst/>
              <a:gdLst/>
              <a:ahLst/>
              <a:cxnLst/>
              <a:rect l="l" t="t" r="r" b="b"/>
              <a:pathLst>
                <a:path w="244" h="187" extrusionOk="0">
                  <a:moveTo>
                    <a:pt x="207" y="1"/>
                  </a:moveTo>
                  <a:cubicBezTo>
                    <a:pt x="120" y="38"/>
                    <a:pt x="54" y="71"/>
                    <a:pt x="1" y="88"/>
                  </a:cubicBezTo>
                  <a:lnTo>
                    <a:pt x="1" y="104"/>
                  </a:lnTo>
                  <a:cubicBezTo>
                    <a:pt x="1" y="141"/>
                    <a:pt x="17" y="158"/>
                    <a:pt x="54" y="174"/>
                  </a:cubicBezTo>
                  <a:cubicBezTo>
                    <a:pt x="71" y="182"/>
                    <a:pt x="83" y="186"/>
                    <a:pt x="96" y="186"/>
                  </a:cubicBezTo>
                  <a:cubicBezTo>
                    <a:pt x="109" y="186"/>
                    <a:pt x="122" y="182"/>
                    <a:pt x="141" y="174"/>
                  </a:cubicBezTo>
                  <a:cubicBezTo>
                    <a:pt x="190" y="158"/>
                    <a:pt x="244" y="88"/>
                    <a:pt x="223" y="22"/>
                  </a:cubicBezTo>
                  <a:lnTo>
                    <a:pt x="2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2" name="Google Shape;17942;p44"/>
            <p:cNvSpPr/>
            <p:nvPr/>
          </p:nvSpPr>
          <p:spPr>
            <a:xfrm>
              <a:off x="4230950" y="28354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7" y="1"/>
                  </a:moveTo>
                  <a:cubicBezTo>
                    <a:pt x="70" y="1"/>
                    <a:pt x="17" y="46"/>
                    <a:pt x="17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7"/>
                    <a:pt x="71" y="243"/>
                    <a:pt x="87" y="264"/>
                  </a:cubicBezTo>
                  <a:cubicBezTo>
                    <a:pt x="153" y="264"/>
                    <a:pt x="207" y="210"/>
                    <a:pt x="223" y="140"/>
                  </a:cubicBezTo>
                  <a:cubicBezTo>
                    <a:pt x="240" y="107"/>
                    <a:pt x="240" y="74"/>
                    <a:pt x="223" y="58"/>
                  </a:cubicBezTo>
                  <a:cubicBezTo>
                    <a:pt x="207" y="37"/>
                    <a:pt x="207" y="37"/>
                    <a:pt x="207" y="21"/>
                  </a:cubicBezTo>
                  <a:cubicBezTo>
                    <a:pt x="190" y="21"/>
                    <a:pt x="174" y="4"/>
                    <a:pt x="153" y="4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3" name="Google Shape;17943;p44"/>
            <p:cNvSpPr/>
            <p:nvPr/>
          </p:nvSpPr>
          <p:spPr>
            <a:xfrm>
              <a:off x="4270025" y="2814900"/>
              <a:ext cx="2600" cy="5175"/>
            </a:xfrm>
            <a:custGeom>
              <a:avLst/>
              <a:gdLst/>
              <a:ahLst/>
              <a:cxnLst/>
              <a:rect l="l" t="t" r="r" b="b"/>
              <a:pathLst>
                <a:path w="104" h="207" extrusionOk="0">
                  <a:moveTo>
                    <a:pt x="33" y="0"/>
                  </a:moveTo>
                  <a:cubicBezTo>
                    <a:pt x="17" y="17"/>
                    <a:pt x="17" y="33"/>
                    <a:pt x="0" y="71"/>
                  </a:cubicBezTo>
                  <a:cubicBezTo>
                    <a:pt x="0" y="104"/>
                    <a:pt x="0" y="137"/>
                    <a:pt x="17" y="157"/>
                  </a:cubicBezTo>
                  <a:cubicBezTo>
                    <a:pt x="33" y="190"/>
                    <a:pt x="54" y="207"/>
                    <a:pt x="87" y="207"/>
                  </a:cubicBezTo>
                  <a:lnTo>
                    <a:pt x="103" y="207"/>
                  </a:lnTo>
                  <a:cubicBezTo>
                    <a:pt x="70" y="137"/>
                    <a:pt x="54" y="71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4" name="Google Shape;17944;p44"/>
            <p:cNvSpPr/>
            <p:nvPr/>
          </p:nvSpPr>
          <p:spPr>
            <a:xfrm>
              <a:off x="4116750" y="27224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7" y="0"/>
                  </a:moveTo>
                  <a:cubicBezTo>
                    <a:pt x="67" y="0"/>
                    <a:pt x="15" y="49"/>
                    <a:pt x="1" y="106"/>
                  </a:cubicBezTo>
                  <a:cubicBezTo>
                    <a:pt x="1" y="144"/>
                    <a:pt x="1" y="176"/>
                    <a:pt x="17" y="209"/>
                  </a:cubicBezTo>
                  <a:cubicBezTo>
                    <a:pt x="34" y="226"/>
                    <a:pt x="67" y="247"/>
                    <a:pt x="83" y="263"/>
                  </a:cubicBezTo>
                  <a:cubicBezTo>
                    <a:pt x="153" y="263"/>
                    <a:pt x="207" y="209"/>
                    <a:pt x="223" y="144"/>
                  </a:cubicBezTo>
                  <a:cubicBezTo>
                    <a:pt x="240" y="106"/>
                    <a:pt x="223" y="73"/>
                    <a:pt x="223" y="57"/>
                  </a:cubicBezTo>
                  <a:lnTo>
                    <a:pt x="186" y="20"/>
                  </a:lnTo>
                  <a:cubicBezTo>
                    <a:pt x="186" y="20"/>
                    <a:pt x="170" y="3"/>
                    <a:pt x="153" y="3"/>
                  </a:cubicBezTo>
                  <a:cubicBezTo>
                    <a:pt x="144" y="1"/>
                    <a:pt x="136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5" name="Google Shape;17945;p44"/>
            <p:cNvSpPr/>
            <p:nvPr/>
          </p:nvSpPr>
          <p:spPr>
            <a:xfrm>
              <a:off x="4254975" y="2808725"/>
              <a:ext cx="6525" cy="6500"/>
            </a:xfrm>
            <a:custGeom>
              <a:avLst/>
              <a:gdLst/>
              <a:ahLst/>
              <a:cxnLst/>
              <a:rect l="l" t="t" r="r" b="b"/>
              <a:pathLst>
                <a:path w="261" h="260" extrusionOk="0">
                  <a:moveTo>
                    <a:pt x="135" y="1"/>
                  </a:moveTo>
                  <a:cubicBezTo>
                    <a:pt x="126" y="1"/>
                    <a:pt x="116" y="3"/>
                    <a:pt x="103" y="8"/>
                  </a:cubicBezTo>
                  <a:cubicBezTo>
                    <a:pt x="38" y="41"/>
                    <a:pt x="0" y="111"/>
                    <a:pt x="17" y="177"/>
                  </a:cubicBezTo>
                  <a:cubicBezTo>
                    <a:pt x="38" y="214"/>
                    <a:pt x="54" y="231"/>
                    <a:pt x="70" y="247"/>
                  </a:cubicBezTo>
                  <a:cubicBezTo>
                    <a:pt x="87" y="256"/>
                    <a:pt x="105" y="260"/>
                    <a:pt x="120" y="260"/>
                  </a:cubicBezTo>
                  <a:cubicBezTo>
                    <a:pt x="135" y="260"/>
                    <a:pt x="149" y="256"/>
                    <a:pt x="157" y="247"/>
                  </a:cubicBezTo>
                  <a:cubicBezTo>
                    <a:pt x="223" y="231"/>
                    <a:pt x="260" y="144"/>
                    <a:pt x="244" y="74"/>
                  </a:cubicBezTo>
                  <a:cubicBezTo>
                    <a:pt x="244" y="58"/>
                    <a:pt x="223" y="41"/>
                    <a:pt x="207" y="25"/>
                  </a:cubicBezTo>
                  <a:cubicBezTo>
                    <a:pt x="207" y="25"/>
                    <a:pt x="190" y="25"/>
                    <a:pt x="190" y="8"/>
                  </a:cubicBezTo>
                  <a:cubicBezTo>
                    <a:pt x="168" y="8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6" name="Google Shape;17946;p44"/>
            <p:cNvSpPr/>
            <p:nvPr/>
          </p:nvSpPr>
          <p:spPr>
            <a:xfrm>
              <a:off x="4264875" y="28432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57" y="0"/>
                  </a:moveTo>
                  <a:cubicBezTo>
                    <a:pt x="87" y="0"/>
                    <a:pt x="33" y="33"/>
                    <a:pt x="17" y="120"/>
                  </a:cubicBezTo>
                  <a:cubicBezTo>
                    <a:pt x="0" y="136"/>
                    <a:pt x="17" y="173"/>
                    <a:pt x="17" y="206"/>
                  </a:cubicBezTo>
                  <a:cubicBezTo>
                    <a:pt x="33" y="239"/>
                    <a:pt x="70" y="260"/>
                    <a:pt x="103" y="260"/>
                  </a:cubicBezTo>
                  <a:cubicBezTo>
                    <a:pt x="110" y="262"/>
                    <a:pt x="117" y="263"/>
                    <a:pt x="124" y="263"/>
                  </a:cubicBezTo>
                  <a:cubicBezTo>
                    <a:pt x="172" y="263"/>
                    <a:pt x="225" y="215"/>
                    <a:pt x="239" y="157"/>
                  </a:cubicBezTo>
                  <a:cubicBezTo>
                    <a:pt x="239" y="120"/>
                    <a:pt x="239" y="87"/>
                    <a:pt x="223" y="54"/>
                  </a:cubicBezTo>
                  <a:lnTo>
                    <a:pt x="206" y="33"/>
                  </a:lnTo>
                  <a:cubicBezTo>
                    <a:pt x="190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7" name="Google Shape;17947;p44"/>
            <p:cNvSpPr/>
            <p:nvPr/>
          </p:nvSpPr>
          <p:spPr>
            <a:xfrm>
              <a:off x="3842275" y="28156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2" y="0"/>
                  </a:moveTo>
                  <a:cubicBezTo>
                    <a:pt x="74" y="0"/>
                    <a:pt x="31" y="49"/>
                    <a:pt x="17" y="107"/>
                  </a:cubicBezTo>
                  <a:cubicBezTo>
                    <a:pt x="0" y="144"/>
                    <a:pt x="0" y="177"/>
                    <a:pt x="17" y="210"/>
                  </a:cubicBezTo>
                  <a:cubicBezTo>
                    <a:pt x="33" y="230"/>
                    <a:pt x="70" y="247"/>
                    <a:pt x="87" y="263"/>
                  </a:cubicBezTo>
                  <a:cubicBezTo>
                    <a:pt x="157" y="263"/>
                    <a:pt x="206" y="210"/>
                    <a:pt x="223" y="144"/>
                  </a:cubicBezTo>
                  <a:cubicBezTo>
                    <a:pt x="239" y="107"/>
                    <a:pt x="239" y="90"/>
                    <a:pt x="223" y="57"/>
                  </a:cubicBezTo>
                  <a:cubicBezTo>
                    <a:pt x="206" y="41"/>
                    <a:pt x="206" y="41"/>
                    <a:pt x="206" y="24"/>
                  </a:cubicBezTo>
                  <a:cubicBezTo>
                    <a:pt x="190" y="24"/>
                    <a:pt x="173" y="3"/>
                    <a:pt x="157" y="3"/>
                  </a:cubicBezTo>
                  <a:cubicBezTo>
                    <a:pt x="148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8" name="Google Shape;17948;p44"/>
            <p:cNvSpPr/>
            <p:nvPr/>
          </p:nvSpPr>
          <p:spPr>
            <a:xfrm>
              <a:off x="3856900" y="2757725"/>
              <a:ext cx="6000" cy="6150"/>
            </a:xfrm>
            <a:custGeom>
              <a:avLst/>
              <a:gdLst/>
              <a:ahLst/>
              <a:cxnLst/>
              <a:rect l="l" t="t" r="r" b="b"/>
              <a:pathLst>
                <a:path w="240" h="246" extrusionOk="0">
                  <a:moveTo>
                    <a:pt x="116" y="0"/>
                  </a:moveTo>
                  <a:cubicBezTo>
                    <a:pt x="70" y="0"/>
                    <a:pt x="15" y="46"/>
                    <a:pt x="1" y="106"/>
                  </a:cubicBezTo>
                  <a:cubicBezTo>
                    <a:pt x="1" y="139"/>
                    <a:pt x="1" y="177"/>
                    <a:pt x="17" y="193"/>
                  </a:cubicBezTo>
                  <a:cubicBezTo>
                    <a:pt x="34" y="226"/>
                    <a:pt x="50" y="242"/>
                    <a:pt x="87" y="242"/>
                  </a:cubicBezTo>
                  <a:cubicBezTo>
                    <a:pt x="96" y="245"/>
                    <a:pt x="104" y="246"/>
                    <a:pt x="113" y="246"/>
                  </a:cubicBezTo>
                  <a:cubicBezTo>
                    <a:pt x="167" y="246"/>
                    <a:pt x="209" y="200"/>
                    <a:pt x="223" y="139"/>
                  </a:cubicBezTo>
                  <a:cubicBezTo>
                    <a:pt x="240" y="106"/>
                    <a:pt x="223" y="73"/>
                    <a:pt x="223" y="53"/>
                  </a:cubicBezTo>
                  <a:cubicBezTo>
                    <a:pt x="207" y="36"/>
                    <a:pt x="207" y="36"/>
                    <a:pt x="190" y="20"/>
                  </a:cubicBezTo>
                  <a:cubicBezTo>
                    <a:pt x="190" y="3"/>
                    <a:pt x="170" y="3"/>
                    <a:pt x="137" y="3"/>
                  </a:cubicBezTo>
                  <a:cubicBezTo>
                    <a:pt x="130" y="1"/>
                    <a:pt x="124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9" name="Google Shape;17949;p44"/>
            <p:cNvSpPr/>
            <p:nvPr/>
          </p:nvSpPr>
          <p:spPr>
            <a:xfrm>
              <a:off x="3846600" y="28337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0" y="1"/>
                  </a:moveTo>
                  <a:cubicBezTo>
                    <a:pt x="66" y="1"/>
                    <a:pt x="33" y="55"/>
                    <a:pt x="17" y="104"/>
                  </a:cubicBezTo>
                  <a:cubicBezTo>
                    <a:pt x="0" y="141"/>
                    <a:pt x="17" y="174"/>
                    <a:pt x="17" y="207"/>
                  </a:cubicBezTo>
                  <a:cubicBezTo>
                    <a:pt x="33" y="228"/>
                    <a:pt x="66" y="244"/>
                    <a:pt x="104" y="261"/>
                  </a:cubicBezTo>
                  <a:cubicBezTo>
                    <a:pt x="153" y="261"/>
                    <a:pt x="223" y="207"/>
                    <a:pt x="240" y="141"/>
                  </a:cubicBezTo>
                  <a:lnTo>
                    <a:pt x="240" y="104"/>
                  </a:lnTo>
                  <a:cubicBezTo>
                    <a:pt x="240" y="71"/>
                    <a:pt x="223" y="55"/>
                    <a:pt x="207" y="22"/>
                  </a:cubicBezTo>
                  <a:cubicBezTo>
                    <a:pt x="190" y="22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0" name="Google Shape;17950;p44"/>
            <p:cNvSpPr/>
            <p:nvPr/>
          </p:nvSpPr>
          <p:spPr>
            <a:xfrm>
              <a:off x="3838450" y="2783975"/>
              <a:ext cx="2600" cy="6525"/>
            </a:xfrm>
            <a:custGeom>
              <a:avLst/>
              <a:gdLst/>
              <a:ahLst/>
              <a:cxnLst/>
              <a:rect l="l" t="t" r="r" b="b"/>
              <a:pathLst>
                <a:path w="104" h="261" extrusionOk="0">
                  <a:moveTo>
                    <a:pt x="1" y="1"/>
                  </a:moveTo>
                  <a:lnTo>
                    <a:pt x="1" y="260"/>
                  </a:lnTo>
                  <a:cubicBezTo>
                    <a:pt x="50" y="240"/>
                    <a:pt x="83" y="207"/>
                    <a:pt x="104" y="157"/>
                  </a:cubicBezTo>
                  <a:cubicBezTo>
                    <a:pt x="104" y="104"/>
                    <a:pt x="104" y="54"/>
                    <a:pt x="67" y="34"/>
                  </a:cubicBezTo>
                  <a:cubicBezTo>
                    <a:pt x="50" y="17"/>
                    <a:pt x="34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1" name="Google Shape;17951;p44"/>
            <p:cNvSpPr/>
            <p:nvPr/>
          </p:nvSpPr>
          <p:spPr>
            <a:xfrm>
              <a:off x="3839700" y="27994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87" y="0"/>
                  </a:moveTo>
                  <a:cubicBezTo>
                    <a:pt x="33" y="33"/>
                    <a:pt x="0" y="103"/>
                    <a:pt x="17" y="173"/>
                  </a:cubicBezTo>
                  <a:cubicBezTo>
                    <a:pt x="17" y="206"/>
                    <a:pt x="33" y="223"/>
                    <a:pt x="70" y="239"/>
                  </a:cubicBezTo>
                  <a:cubicBezTo>
                    <a:pt x="79" y="249"/>
                    <a:pt x="91" y="255"/>
                    <a:pt x="106" y="255"/>
                  </a:cubicBezTo>
                  <a:cubicBezTo>
                    <a:pt x="121" y="255"/>
                    <a:pt x="138" y="249"/>
                    <a:pt x="157" y="239"/>
                  </a:cubicBezTo>
                  <a:cubicBezTo>
                    <a:pt x="190" y="223"/>
                    <a:pt x="206" y="206"/>
                    <a:pt x="223" y="173"/>
                  </a:cubicBezTo>
                  <a:cubicBezTo>
                    <a:pt x="239" y="136"/>
                    <a:pt x="239" y="103"/>
                    <a:pt x="223" y="87"/>
                  </a:cubicBezTo>
                  <a:cubicBezTo>
                    <a:pt x="223" y="54"/>
                    <a:pt x="223" y="33"/>
                    <a:pt x="206" y="17"/>
                  </a:cubicBezTo>
                  <a:cubicBezTo>
                    <a:pt x="190" y="17"/>
                    <a:pt x="190" y="17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2" name="Google Shape;17952;p44"/>
            <p:cNvSpPr/>
            <p:nvPr/>
          </p:nvSpPr>
          <p:spPr>
            <a:xfrm>
              <a:off x="3849600" y="2725050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17" y="0"/>
                  </a:moveTo>
                  <a:cubicBezTo>
                    <a:pt x="70" y="0"/>
                    <a:pt x="14" y="49"/>
                    <a:pt x="0" y="106"/>
                  </a:cubicBezTo>
                  <a:cubicBezTo>
                    <a:pt x="0" y="144"/>
                    <a:pt x="0" y="177"/>
                    <a:pt x="17" y="193"/>
                  </a:cubicBezTo>
                  <a:cubicBezTo>
                    <a:pt x="33" y="226"/>
                    <a:pt x="50" y="247"/>
                    <a:pt x="87" y="247"/>
                  </a:cubicBezTo>
                  <a:cubicBezTo>
                    <a:pt x="95" y="249"/>
                    <a:pt x="103" y="250"/>
                    <a:pt x="111" y="250"/>
                  </a:cubicBezTo>
                  <a:cubicBezTo>
                    <a:pt x="165" y="250"/>
                    <a:pt x="208" y="201"/>
                    <a:pt x="223" y="144"/>
                  </a:cubicBezTo>
                  <a:cubicBezTo>
                    <a:pt x="239" y="106"/>
                    <a:pt x="223" y="73"/>
                    <a:pt x="206" y="41"/>
                  </a:cubicBezTo>
                  <a:cubicBezTo>
                    <a:pt x="206" y="41"/>
                    <a:pt x="206" y="20"/>
                    <a:pt x="190" y="20"/>
                  </a:cubicBezTo>
                  <a:cubicBezTo>
                    <a:pt x="190" y="3"/>
                    <a:pt x="173" y="3"/>
                    <a:pt x="136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3" name="Google Shape;17953;p44"/>
            <p:cNvSpPr/>
            <p:nvPr/>
          </p:nvSpPr>
          <p:spPr>
            <a:xfrm>
              <a:off x="3855150" y="27407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44" y="1"/>
                  </a:moveTo>
                  <a:cubicBezTo>
                    <a:pt x="131" y="1"/>
                    <a:pt x="117" y="5"/>
                    <a:pt x="104" y="11"/>
                  </a:cubicBezTo>
                  <a:cubicBezTo>
                    <a:pt x="71" y="11"/>
                    <a:pt x="54" y="32"/>
                    <a:pt x="34" y="48"/>
                  </a:cubicBezTo>
                  <a:cubicBezTo>
                    <a:pt x="17" y="65"/>
                    <a:pt x="1" y="98"/>
                    <a:pt x="1" y="135"/>
                  </a:cubicBezTo>
                  <a:cubicBezTo>
                    <a:pt x="1" y="168"/>
                    <a:pt x="17" y="201"/>
                    <a:pt x="34" y="238"/>
                  </a:cubicBezTo>
                  <a:cubicBezTo>
                    <a:pt x="55" y="252"/>
                    <a:pt x="80" y="259"/>
                    <a:pt x="104" y="259"/>
                  </a:cubicBezTo>
                  <a:cubicBezTo>
                    <a:pt x="138" y="259"/>
                    <a:pt x="171" y="243"/>
                    <a:pt x="190" y="201"/>
                  </a:cubicBezTo>
                  <a:cubicBezTo>
                    <a:pt x="240" y="152"/>
                    <a:pt x="240" y="65"/>
                    <a:pt x="190" y="32"/>
                  </a:cubicBezTo>
                  <a:cubicBezTo>
                    <a:pt x="180" y="10"/>
                    <a:pt x="163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4" name="Google Shape;17954;p44"/>
            <p:cNvSpPr/>
            <p:nvPr/>
          </p:nvSpPr>
          <p:spPr>
            <a:xfrm>
              <a:off x="3854325" y="2695550"/>
              <a:ext cx="6000" cy="6075"/>
            </a:xfrm>
            <a:custGeom>
              <a:avLst/>
              <a:gdLst/>
              <a:ahLst/>
              <a:cxnLst/>
              <a:rect l="l" t="t" r="r" b="b"/>
              <a:pathLst>
                <a:path w="240" h="243" extrusionOk="0">
                  <a:moveTo>
                    <a:pt x="120" y="0"/>
                  </a:moveTo>
                  <a:cubicBezTo>
                    <a:pt x="67" y="0"/>
                    <a:pt x="34" y="33"/>
                    <a:pt x="17" y="103"/>
                  </a:cubicBezTo>
                  <a:cubicBezTo>
                    <a:pt x="1" y="136"/>
                    <a:pt x="17" y="169"/>
                    <a:pt x="34" y="190"/>
                  </a:cubicBezTo>
                  <a:cubicBezTo>
                    <a:pt x="34" y="223"/>
                    <a:pt x="67" y="239"/>
                    <a:pt x="104" y="239"/>
                  </a:cubicBezTo>
                  <a:cubicBezTo>
                    <a:pt x="110" y="241"/>
                    <a:pt x="117" y="242"/>
                    <a:pt x="124" y="242"/>
                  </a:cubicBezTo>
                  <a:cubicBezTo>
                    <a:pt x="171" y="242"/>
                    <a:pt x="225" y="197"/>
                    <a:pt x="240" y="136"/>
                  </a:cubicBezTo>
                  <a:lnTo>
                    <a:pt x="240" y="103"/>
                  </a:lnTo>
                  <a:cubicBezTo>
                    <a:pt x="240" y="66"/>
                    <a:pt x="223" y="33"/>
                    <a:pt x="207" y="17"/>
                  </a:cubicBezTo>
                  <a:cubicBezTo>
                    <a:pt x="190" y="0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5" name="Google Shape;17955;p44"/>
            <p:cNvSpPr/>
            <p:nvPr/>
          </p:nvSpPr>
          <p:spPr>
            <a:xfrm>
              <a:off x="3853925" y="2848800"/>
              <a:ext cx="4650" cy="1775"/>
            </a:xfrm>
            <a:custGeom>
              <a:avLst/>
              <a:gdLst/>
              <a:ahLst/>
              <a:cxnLst/>
              <a:rect l="l" t="t" r="r" b="b"/>
              <a:pathLst>
                <a:path w="186" h="71" extrusionOk="0">
                  <a:moveTo>
                    <a:pt x="120" y="1"/>
                  </a:moveTo>
                  <a:cubicBezTo>
                    <a:pt x="83" y="1"/>
                    <a:pt x="50" y="1"/>
                    <a:pt x="33" y="17"/>
                  </a:cubicBezTo>
                  <a:cubicBezTo>
                    <a:pt x="17" y="38"/>
                    <a:pt x="0" y="54"/>
                    <a:pt x="0" y="71"/>
                  </a:cubicBezTo>
                  <a:lnTo>
                    <a:pt x="186" y="71"/>
                  </a:lnTo>
                  <a:lnTo>
                    <a:pt x="186" y="54"/>
                  </a:lnTo>
                  <a:cubicBezTo>
                    <a:pt x="186" y="38"/>
                    <a:pt x="169" y="38"/>
                    <a:pt x="169" y="17"/>
                  </a:cubicBezTo>
                  <a:cubicBezTo>
                    <a:pt x="15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6" name="Google Shape;17956;p44"/>
            <p:cNvSpPr/>
            <p:nvPr/>
          </p:nvSpPr>
          <p:spPr>
            <a:xfrm>
              <a:off x="4210350" y="2849225"/>
              <a:ext cx="4750" cy="1350"/>
            </a:xfrm>
            <a:custGeom>
              <a:avLst/>
              <a:gdLst/>
              <a:ahLst/>
              <a:cxnLst/>
              <a:rect l="l" t="t" r="r" b="b"/>
              <a:pathLst>
                <a:path w="190" h="54" extrusionOk="0">
                  <a:moveTo>
                    <a:pt x="120" y="0"/>
                  </a:moveTo>
                  <a:cubicBezTo>
                    <a:pt x="70" y="0"/>
                    <a:pt x="33" y="21"/>
                    <a:pt x="0" y="54"/>
                  </a:cubicBezTo>
                  <a:lnTo>
                    <a:pt x="190" y="54"/>
                  </a:lnTo>
                  <a:cubicBezTo>
                    <a:pt x="173" y="54"/>
                    <a:pt x="173" y="37"/>
                    <a:pt x="173" y="37"/>
                  </a:cubicBezTo>
                  <a:cubicBezTo>
                    <a:pt x="153" y="21"/>
                    <a:pt x="136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7" name="Google Shape;17957;p44"/>
            <p:cNvSpPr/>
            <p:nvPr/>
          </p:nvSpPr>
          <p:spPr>
            <a:xfrm>
              <a:off x="4226625" y="2802300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39" y="1"/>
                  </a:moveTo>
                  <a:cubicBezTo>
                    <a:pt x="104" y="1"/>
                    <a:pt x="67" y="18"/>
                    <a:pt x="38" y="59"/>
                  </a:cubicBezTo>
                  <a:cubicBezTo>
                    <a:pt x="1" y="109"/>
                    <a:pt x="1" y="179"/>
                    <a:pt x="38" y="228"/>
                  </a:cubicBezTo>
                  <a:cubicBezTo>
                    <a:pt x="59" y="251"/>
                    <a:pt x="83" y="261"/>
                    <a:pt x="109" y="261"/>
                  </a:cubicBezTo>
                  <a:cubicBezTo>
                    <a:pt x="143" y="261"/>
                    <a:pt x="178" y="243"/>
                    <a:pt x="207" y="212"/>
                  </a:cubicBezTo>
                  <a:cubicBezTo>
                    <a:pt x="244" y="162"/>
                    <a:pt x="244" y="76"/>
                    <a:pt x="207" y="22"/>
                  </a:cubicBezTo>
                  <a:cubicBezTo>
                    <a:pt x="187" y="9"/>
                    <a:pt x="163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8" name="Google Shape;17958;p44"/>
            <p:cNvSpPr/>
            <p:nvPr/>
          </p:nvSpPr>
          <p:spPr>
            <a:xfrm>
              <a:off x="4228800" y="2818850"/>
              <a:ext cx="6500" cy="6300"/>
            </a:xfrm>
            <a:custGeom>
              <a:avLst/>
              <a:gdLst/>
              <a:ahLst/>
              <a:cxnLst/>
              <a:rect l="l" t="t" r="r" b="b"/>
              <a:pathLst>
                <a:path w="260" h="252" extrusionOk="0">
                  <a:moveTo>
                    <a:pt x="138" y="0"/>
                  </a:moveTo>
                  <a:cubicBezTo>
                    <a:pt x="105" y="0"/>
                    <a:pt x="73" y="20"/>
                    <a:pt x="54" y="49"/>
                  </a:cubicBezTo>
                  <a:cubicBezTo>
                    <a:pt x="0" y="102"/>
                    <a:pt x="0" y="185"/>
                    <a:pt x="54" y="222"/>
                  </a:cubicBezTo>
                  <a:cubicBezTo>
                    <a:pt x="68" y="242"/>
                    <a:pt x="91" y="252"/>
                    <a:pt x="116" y="252"/>
                  </a:cubicBezTo>
                  <a:cubicBezTo>
                    <a:pt x="150" y="252"/>
                    <a:pt x="187" y="234"/>
                    <a:pt x="206" y="205"/>
                  </a:cubicBezTo>
                  <a:cubicBezTo>
                    <a:pt x="260" y="152"/>
                    <a:pt x="260" y="65"/>
                    <a:pt x="206" y="32"/>
                  </a:cubicBezTo>
                  <a:cubicBezTo>
                    <a:pt x="186" y="10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9" name="Google Shape;17959;p44"/>
            <p:cNvSpPr/>
            <p:nvPr/>
          </p:nvSpPr>
          <p:spPr>
            <a:xfrm>
              <a:off x="3838450" y="2848400"/>
              <a:ext cx="1675" cy="2175"/>
            </a:xfrm>
            <a:custGeom>
              <a:avLst/>
              <a:gdLst/>
              <a:ahLst/>
              <a:cxnLst/>
              <a:rect l="l" t="t" r="r" b="b"/>
              <a:pathLst>
                <a:path w="67" h="87" extrusionOk="0">
                  <a:moveTo>
                    <a:pt x="1" y="0"/>
                  </a:moveTo>
                  <a:lnTo>
                    <a:pt x="1" y="87"/>
                  </a:lnTo>
                  <a:lnTo>
                    <a:pt x="67" y="87"/>
                  </a:lnTo>
                  <a:cubicBezTo>
                    <a:pt x="67" y="70"/>
                    <a:pt x="50" y="33"/>
                    <a:pt x="34" y="17"/>
                  </a:cubicBezTo>
                  <a:cubicBezTo>
                    <a:pt x="34" y="17"/>
                    <a:pt x="17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0" name="Google Shape;17960;p44"/>
            <p:cNvSpPr/>
            <p:nvPr/>
          </p:nvSpPr>
          <p:spPr>
            <a:xfrm>
              <a:off x="3842675" y="2753475"/>
              <a:ext cx="6125" cy="6500"/>
            </a:xfrm>
            <a:custGeom>
              <a:avLst/>
              <a:gdLst/>
              <a:ahLst/>
              <a:cxnLst/>
              <a:rect l="l" t="t" r="r" b="b"/>
              <a:pathLst>
                <a:path w="245" h="260" extrusionOk="0">
                  <a:moveTo>
                    <a:pt x="141" y="0"/>
                  </a:moveTo>
                  <a:cubicBezTo>
                    <a:pt x="87" y="0"/>
                    <a:pt x="17" y="54"/>
                    <a:pt x="1" y="120"/>
                  </a:cubicBezTo>
                  <a:cubicBezTo>
                    <a:pt x="1" y="157"/>
                    <a:pt x="1" y="190"/>
                    <a:pt x="17" y="223"/>
                  </a:cubicBezTo>
                  <a:cubicBezTo>
                    <a:pt x="38" y="243"/>
                    <a:pt x="71" y="260"/>
                    <a:pt x="87" y="260"/>
                  </a:cubicBezTo>
                  <a:cubicBezTo>
                    <a:pt x="120" y="260"/>
                    <a:pt x="157" y="260"/>
                    <a:pt x="174" y="243"/>
                  </a:cubicBezTo>
                  <a:cubicBezTo>
                    <a:pt x="207" y="223"/>
                    <a:pt x="223" y="190"/>
                    <a:pt x="223" y="157"/>
                  </a:cubicBezTo>
                  <a:cubicBezTo>
                    <a:pt x="244" y="120"/>
                    <a:pt x="223" y="87"/>
                    <a:pt x="207" y="54"/>
                  </a:cubicBezTo>
                  <a:cubicBezTo>
                    <a:pt x="207" y="54"/>
                    <a:pt x="207" y="37"/>
                    <a:pt x="190" y="37"/>
                  </a:cubicBezTo>
                  <a:cubicBezTo>
                    <a:pt x="190" y="37"/>
                    <a:pt x="190" y="17"/>
                    <a:pt x="174" y="17"/>
                  </a:cubicBezTo>
                  <a:cubicBezTo>
                    <a:pt x="174" y="17"/>
                    <a:pt x="157" y="17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1" name="Google Shape;17961;p44"/>
            <p:cNvSpPr/>
            <p:nvPr/>
          </p:nvSpPr>
          <p:spPr>
            <a:xfrm>
              <a:off x="3843600" y="2771100"/>
              <a:ext cx="6025" cy="6375"/>
            </a:xfrm>
            <a:custGeom>
              <a:avLst/>
              <a:gdLst/>
              <a:ahLst/>
              <a:cxnLst/>
              <a:rect l="l" t="t" r="r" b="b"/>
              <a:pathLst>
                <a:path w="241" h="255" extrusionOk="0">
                  <a:moveTo>
                    <a:pt x="83" y="0"/>
                  </a:moveTo>
                  <a:cubicBezTo>
                    <a:pt x="50" y="17"/>
                    <a:pt x="34" y="54"/>
                    <a:pt x="17" y="70"/>
                  </a:cubicBezTo>
                  <a:cubicBezTo>
                    <a:pt x="1" y="103"/>
                    <a:pt x="1" y="136"/>
                    <a:pt x="1" y="173"/>
                  </a:cubicBezTo>
                  <a:cubicBezTo>
                    <a:pt x="17" y="206"/>
                    <a:pt x="34" y="223"/>
                    <a:pt x="50" y="239"/>
                  </a:cubicBezTo>
                  <a:cubicBezTo>
                    <a:pt x="67" y="250"/>
                    <a:pt x="84" y="255"/>
                    <a:pt x="100" y="255"/>
                  </a:cubicBezTo>
                  <a:cubicBezTo>
                    <a:pt x="115" y="255"/>
                    <a:pt x="129" y="250"/>
                    <a:pt x="137" y="239"/>
                  </a:cubicBezTo>
                  <a:cubicBezTo>
                    <a:pt x="207" y="223"/>
                    <a:pt x="240" y="136"/>
                    <a:pt x="224" y="87"/>
                  </a:cubicBezTo>
                  <a:cubicBezTo>
                    <a:pt x="224" y="54"/>
                    <a:pt x="207" y="33"/>
                    <a:pt x="186" y="17"/>
                  </a:cubicBezTo>
                  <a:cubicBezTo>
                    <a:pt x="186" y="17"/>
                    <a:pt x="170" y="17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2" name="Google Shape;17962;p44"/>
            <p:cNvSpPr/>
            <p:nvPr/>
          </p:nvSpPr>
          <p:spPr>
            <a:xfrm>
              <a:off x="3842275" y="27097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2" y="0"/>
                  </a:moveTo>
                  <a:cubicBezTo>
                    <a:pt x="100" y="0"/>
                    <a:pt x="64" y="19"/>
                    <a:pt x="33" y="50"/>
                  </a:cubicBezTo>
                  <a:cubicBezTo>
                    <a:pt x="0" y="99"/>
                    <a:pt x="0" y="186"/>
                    <a:pt x="33" y="239"/>
                  </a:cubicBezTo>
                  <a:cubicBezTo>
                    <a:pt x="55" y="253"/>
                    <a:pt x="80" y="261"/>
                    <a:pt x="104" y="261"/>
                  </a:cubicBezTo>
                  <a:cubicBezTo>
                    <a:pt x="141" y="261"/>
                    <a:pt x="177" y="244"/>
                    <a:pt x="206" y="202"/>
                  </a:cubicBezTo>
                  <a:cubicBezTo>
                    <a:pt x="239" y="153"/>
                    <a:pt x="239" y="8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3" name="Google Shape;17963;p44"/>
            <p:cNvSpPr/>
            <p:nvPr/>
          </p:nvSpPr>
          <p:spPr>
            <a:xfrm>
              <a:off x="4257550" y="282830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7" y="1"/>
                  </a:moveTo>
                  <a:cubicBezTo>
                    <a:pt x="104" y="1"/>
                    <a:pt x="73" y="19"/>
                    <a:pt x="54" y="50"/>
                  </a:cubicBezTo>
                  <a:cubicBezTo>
                    <a:pt x="0" y="99"/>
                    <a:pt x="0" y="186"/>
                    <a:pt x="54" y="219"/>
                  </a:cubicBezTo>
                  <a:cubicBezTo>
                    <a:pt x="68" y="242"/>
                    <a:pt x="89" y="252"/>
                    <a:pt x="112" y="252"/>
                  </a:cubicBezTo>
                  <a:cubicBezTo>
                    <a:pt x="143" y="252"/>
                    <a:pt x="178" y="233"/>
                    <a:pt x="207" y="202"/>
                  </a:cubicBezTo>
                  <a:cubicBezTo>
                    <a:pt x="244" y="153"/>
                    <a:pt x="244" y="66"/>
                    <a:pt x="207" y="33"/>
                  </a:cubicBezTo>
                  <a:cubicBezTo>
                    <a:pt x="186" y="11"/>
                    <a:pt x="161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4" name="Google Shape;17964;p44"/>
            <p:cNvSpPr/>
            <p:nvPr/>
          </p:nvSpPr>
          <p:spPr>
            <a:xfrm>
              <a:off x="3979675" y="27479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70" y="17"/>
                    <a:pt x="37" y="71"/>
                    <a:pt x="21" y="120"/>
                  </a:cubicBezTo>
                  <a:cubicBezTo>
                    <a:pt x="0" y="190"/>
                    <a:pt x="37" y="240"/>
                    <a:pt x="103" y="260"/>
                  </a:cubicBezTo>
                  <a:cubicBezTo>
                    <a:pt x="140" y="260"/>
                    <a:pt x="157" y="260"/>
                    <a:pt x="190" y="240"/>
                  </a:cubicBezTo>
                  <a:cubicBezTo>
                    <a:pt x="206" y="207"/>
                    <a:pt x="227" y="190"/>
                    <a:pt x="243" y="157"/>
                  </a:cubicBezTo>
                  <a:cubicBezTo>
                    <a:pt x="243" y="120"/>
                    <a:pt x="243" y="87"/>
                    <a:pt x="227" y="54"/>
                  </a:cubicBezTo>
                  <a:cubicBezTo>
                    <a:pt x="227" y="54"/>
                    <a:pt x="227" y="34"/>
                    <a:pt x="206" y="34"/>
                  </a:cubicBezTo>
                  <a:cubicBezTo>
                    <a:pt x="206" y="34"/>
                    <a:pt x="206" y="17"/>
                    <a:pt x="190" y="17"/>
                  </a:cubicBezTo>
                  <a:cubicBezTo>
                    <a:pt x="173" y="17"/>
                    <a:pt x="140" y="17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5" name="Google Shape;17965;p44"/>
            <p:cNvSpPr/>
            <p:nvPr/>
          </p:nvSpPr>
          <p:spPr>
            <a:xfrm>
              <a:off x="3944100" y="2832200"/>
              <a:ext cx="6425" cy="6500"/>
            </a:xfrm>
            <a:custGeom>
              <a:avLst/>
              <a:gdLst/>
              <a:ahLst/>
              <a:cxnLst/>
              <a:rect l="l" t="t" r="r" b="b"/>
              <a:pathLst>
                <a:path w="257" h="260" extrusionOk="0">
                  <a:moveTo>
                    <a:pt x="135" y="0"/>
                  </a:moveTo>
                  <a:cubicBezTo>
                    <a:pt x="101" y="0"/>
                    <a:pt x="69" y="18"/>
                    <a:pt x="50" y="46"/>
                  </a:cubicBezTo>
                  <a:cubicBezTo>
                    <a:pt x="1" y="100"/>
                    <a:pt x="1" y="187"/>
                    <a:pt x="50" y="236"/>
                  </a:cubicBezTo>
                  <a:cubicBezTo>
                    <a:pt x="65" y="251"/>
                    <a:pt x="91" y="259"/>
                    <a:pt x="118" y="259"/>
                  </a:cubicBezTo>
                  <a:cubicBezTo>
                    <a:pt x="151" y="259"/>
                    <a:pt x="186" y="247"/>
                    <a:pt x="207" y="220"/>
                  </a:cubicBezTo>
                  <a:cubicBezTo>
                    <a:pt x="256" y="150"/>
                    <a:pt x="256" y="84"/>
                    <a:pt x="207" y="30"/>
                  </a:cubicBezTo>
                  <a:cubicBezTo>
                    <a:pt x="184" y="9"/>
                    <a:pt x="159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6" name="Google Shape;17966;p44"/>
            <p:cNvSpPr/>
            <p:nvPr/>
          </p:nvSpPr>
          <p:spPr>
            <a:xfrm>
              <a:off x="3940200" y="2801275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33" y="0"/>
                  </a:moveTo>
                  <a:cubicBezTo>
                    <a:pt x="101" y="0"/>
                    <a:pt x="64" y="18"/>
                    <a:pt x="33" y="47"/>
                  </a:cubicBezTo>
                  <a:cubicBezTo>
                    <a:pt x="0" y="100"/>
                    <a:pt x="0" y="187"/>
                    <a:pt x="33" y="220"/>
                  </a:cubicBezTo>
                  <a:cubicBezTo>
                    <a:pt x="55" y="240"/>
                    <a:pt x="81" y="250"/>
                    <a:pt x="106" y="250"/>
                  </a:cubicBezTo>
                  <a:cubicBezTo>
                    <a:pt x="142" y="250"/>
                    <a:pt x="177" y="232"/>
                    <a:pt x="206" y="203"/>
                  </a:cubicBezTo>
                  <a:cubicBezTo>
                    <a:pt x="239" y="150"/>
                    <a:pt x="239" y="63"/>
                    <a:pt x="190" y="30"/>
                  </a:cubicBezTo>
                  <a:cubicBezTo>
                    <a:pt x="176" y="9"/>
                    <a:pt x="156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7" name="Google Shape;17967;p44"/>
            <p:cNvSpPr/>
            <p:nvPr/>
          </p:nvSpPr>
          <p:spPr>
            <a:xfrm>
              <a:off x="3940600" y="275572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38" y="0"/>
                  </a:moveTo>
                  <a:cubicBezTo>
                    <a:pt x="103" y="0"/>
                    <a:pt x="67" y="19"/>
                    <a:pt x="38" y="50"/>
                  </a:cubicBezTo>
                  <a:cubicBezTo>
                    <a:pt x="1" y="100"/>
                    <a:pt x="1" y="186"/>
                    <a:pt x="38" y="219"/>
                  </a:cubicBezTo>
                  <a:cubicBezTo>
                    <a:pt x="54" y="236"/>
                    <a:pt x="71" y="257"/>
                    <a:pt x="87" y="257"/>
                  </a:cubicBezTo>
                  <a:cubicBezTo>
                    <a:pt x="120" y="257"/>
                    <a:pt x="174" y="257"/>
                    <a:pt x="207" y="203"/>
                  </a:cubicBezTo>
                  <a:cubicBezTo>
                    <a:pt x="244" y="170"/>
                    <a:pt x="244" y="116"/>
                    <a:pt x="223" y="67"/>
                  </a:cubicBezTo>
                  <a:cubicBezTo>
                    <a:pt x="223" y="50"/>
                    <a:pt x="207" y="30"/>
                    <a:pt x="207" y="30"/>
                  </a:cubicBezTo>
                  <a:cubicBezTo>
                    <a:pt x="186" y="9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8" name="Google Shape;17968;p44"/>
            <p:cNvSpPr/>
            <p:nvPr/>
          </p:nvSpPr>
          <p:spPr>
            <a:xfrm>
              <a:off x="3925150" y="2796950"/>
              <a:ext cx="6500" cy="6325"/>
            </a:xfrm>
            <a:custGeom>
              <a:avLst/>
              <a:gdLst/>
              <a:ahLst/>
              <a:cxnLst/>
              <a:rect l="l" t="t" r="r" b="b"/>
              <a:pathLst>
                <a:path w="260" h="253" extrusionOk="0">
                  <a:moveTo>
                    <a:pt x="151" y="0"/>
                  </a:moveTo>
                  <a:cubicBezTo>
                    <a:pt x="119" y="0"/>
                    <a:pt x="83" y="19"/>
                    <a:pt x="54" y="51"/>
                  </a:cubicBezTo>
                  <a:cubicBezTo>
                    <a:pt x="0" y="100"/>
                    <a:pt x="0" y="187"/>
                    <a:pt x="54" y="220"/>
                  </a:cubicBezTo>
                  <a:cubicBezTo>
                    <a:pt x="75" y="242"/>
                    <a:pt x="99" y="252"/>
                    <a:pt x="124" y="252"/>
                  </a:cubicBezTo>
                  <a:cubicBezTo>
                    <a:pt x="156" y="252"/>
                    <a:pt x="187" y="234"/>
                    <a:pt x="206" y="203"/>
                  </a:cubicBezTo>
                  <a:cubicBezTo>
                    <a:pt x="260" y="154"/>
                    <a:pt x="260" y="67"/>
                    <a:pt x="206" y="30"/>
                  </a:cubicBezTo>
                  <a:cubicBezTo>
                    <a:pt x="193" y="10"/>
                    <a:pt x="173" y="0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9" name="Google Shape;17969;p44"/>
            <p:cNvSpPr/>
            <p:nvPr/>
          </p:nvSpPr>
          <p:spPr>
            <a:xfrm>
              <a:off x="3921750" y="27371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1"/>
                  </a:moveTo>
                  <a:cubicBezTo>
                    <a:pt x="120" y="1"/>
                    <a:pt x="87" y="1"/>
                    <a:pt x="70" y="17"/>
                  </a:cubicBezTo>
                  <a:cubicBezTo>
                    <a:pt x="33" y="50"/>
                    <a:pt x="17" y="71"/>
                    <a:pt x="17" y="104"/>
                  </a:cubicBezTo>
                  <a:cubicBezTo>
                    <a:pt x="0" y="137"/>
                    <a:pt x="17" y="174"/>
                    <a:pt x="33" y="207"/>
                  </a:cubicBezTo>
                  <a:cubicBezTo>
                    <a:pt x="50" y="223"/>
                    <a:pt x="70" y="240"/>
                    <a:pt x="103" y="256"/>
                  </a:cubicBezTo>
                  <a:cubicBezTo>
                    <a:pt x="153" y="256"/>
                    <a:pt x="223" y="223"/>
                    <a:pt x="239" y="137"/>
                  </a:cubicBezTo>
                  <a:cubicBezTo>
                    <a:pt x="239" y="120"/>
                    <a:pt x="239" y="87"/>
                    <a:pt x="223" y="50"/>
                  </a:cubicBezTo>
                  <a:cubicBezTo>
                    <a:pt x="223" y="34"/>
                    <a:pt x="206" y="34"/>
                    <a:pt x="206" y="34"/>
                  </a:cubicBezTo>
                  <a:cubicBezTo>
                    <a:pt x="190" y="17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0" name="Google Shape;17970;p44"/>
            <p:cNvSpPr/>
            <p:nvPr/>
          </p:nvSpPr>
          <p:spPr>
            <a:xfrm>
              <a:off x="3919975" y="2781475"/>
              <a:ext cx="6125" cy="6450"/>
            </a:xfrm>
            <a:custGeom>
              <a:avLst/>
              <a:gdLst/>
              <a:ahLst/>
              <a:cxnLst/>
              <a:rect l="l" t="t" r="r" b="b"/>
              <a:pathLst>
                <a:path w="245" h="258" extrusionOk="0">
                  <a:moveTo>
                    <a:pt x="139" y="1"/>
                  </a:moveTo>
                  <a:cubicBezTo>
                    <a:pt x="106" y="1"/>
                    <a:pt x="74" y="20"/>
                    <a:pt x="55" y="51"/>
                  </a:cubicBezTo>
                  <a:cubicBezTo>
                    <a:pt x="1" y="101"/>
                    <a:pt x="1" y="187"/>
                    <a:pt x="55" y="220"/>
                  </a:cubicBezTo>
                  <a:cubicBezTo>
                    <a:pt x="71" y="237"/>
                    <a:pt x="71" y="257"/>
                    <a:pt x="88" y="257"/>
                  </a:cubicBezTo>
                  <a:cubicBezTo>
                    <a:pt x="141" y="257"/>
                    <a:pt x="174" y="257"/>
                    <a:pt x="207" y="204"/>
                  </a:cubicBezTo>
                  <a:cubicBezTo>
                    <a:pt x="244" y="171"/>
                    <a:pt x="244" y="117"/>
                    <a:pt x="244" y="68"/>
                  </a:cubicBezTo>
                  <a:cubicBezTo>
                    <a:pt x="224" y="51"/>
                    <a:pt x="224" y="51"/>
                    <a:pt x="207" y="30"/>
                  </a:cubicBezTo>
                  <a:cubicBezTo>
                    <a:pt x="187" y="10"/>
                    <a:pt x="163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1" name="Google Shape;17971;p44"/>
            <p:cNvSpPr/>
            <p:nvPr/>
          </p:nvSpPr>
          <p:spPr>
            <a:xfrm>
              <a:off x="3914825" y="2829875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36" y="0"/>
                  </a:moveTo>
                  <a:cubicBezTo>
                    <a:pt x="87" y="0"/>
                    <a:pt x="35" y="46"/>
                    <a:pt x="17" y="106"/>
                  </a:cubicBezTo>
                  <a:cubicBezTo>
                    <a:pt x="1" y="177"/>
                    <a:pt x="38" y="243"/>
                    <a:pt x="104" y="259"/>
                  </a:cubicBezTo>
                  <a:cubicBezTo>
                    <a:pt x="120" y="259"/>
                    <a:pt x="157" y="259"/>
                    <a:pt x="190" y="226"/>
                  </a:cubicBezTo>
                  <a:cubicBezTo>
                    <a:pt x="207" y="210"/>
                    <a:pt x="223" y="193"/>
                    <a:pt x="244" y="156"/>
                  </a:cubicBezTo>
                  <a:cubicBezTo>
                    <a:pt x="244" y="123"/>
                    <a:pt x="244" y="90"/>
                    <a:pt x="223" y="53"/>
                  </a:cubicBezTo>
                  <a:cubicBezTo>
                    <a:pt x="223" y="36"/>
                    <a:pt x="207" y="36"/>
                    <a:pt x="207" y="36"/>
                  </a:cubicBezTo>
                  <a:cubicBezTo>
                    <a:pt x="190" y="20"/>
                    <a:pt x="174" y="3"/>
                    <a:pt x="157" y="3"/>
                  </a:cubicBezTo>
                  <a:cubicBezTo>
                    <a:pt x="150" y="1"/>
                    <a:pt x="14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2" name="Google Shape;17972;p44"/>
            <p:cNvSpPr/>
            <p:nvPr/>
          </p:nvSpPr>
          <p:spPr>
            <a:xfrm>
              <a:off x="3942350" y="28166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1"/>
                  </a:moveTo>
                  <a:cubicBezTo>
                    <a:pt x="87" y="1"/>
                    <a:pt x="34" y="34"/>
                    <a:pt x="17" y="120"/>
                  </a:cubicBezTo>
                  <a:cubicBezTo>
                    <a:pt x="1" y="137"/>
                    <a:pt x="1" y="170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96" y="258"/>
                    <a:pt x="104" y="259"/>
                    <a:pt x="112" y="259"/>
                  </a:cubicBezTo>
                  <a:cubicBezTo>
                    <a:pt x="167" y="259"/>
                    <a:pt x="209" y="214"/>
                    <a:pt x="223" y="153"/>
                  </a:cubicBezTo>
                  <a:cubicBezTo>
                    <a:pt x="240" y="120"/>
                    <a:pt x="240" y="87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3" name="Google Shape;17973;p44"/>
            <p:cNvSpPr/>
            <p:nvPr/>
          </p:nvSpPr>
          <p:spPr>
            <a:xfrm>
              <a:off x="3927725" y="28132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5" y="1"/>
                  </a:moveTo>
                  <a:cubicBezTo>
                    <a:pt x="101" y="1"/>
                    <a:pt x="66" y="19"/>
                    <a:pt x="37" y="50"/>
                  </a:cubicBezTo>
                  <a:cubicBezTo>
                    <a:pt x="0" y="99"/>
                    <a:pt x="0" y="186"/>
                    <a:pt x="37" y="240"/>
                  </a:cubicBezTo>
                  <a:cubicBezTo>
                    <a:pt x="57" y="253"/>
                    <a:pt x="81" y="261"/>
                    <a:pt x="105" y="261"/>
                  </a:cubicBezTo>
                  <a:cubicBezTo>
                    <a:pt x="140" y="261"/>
                    <a:pt x="177" y="244"/>
                    <a:pt x="206" y="203"/>
                  </a:cubicBezTo>
                  <a:cubicBezTo>
                    <a:pt x="243" y="153"/>
                    <a:pt x="243" y="83"/>
                    <a:pt x="206" y="33"/>
                  </a:cubicBezTo>
                  <a:cubicBezTo>
                    <a:pt x="185" y="11"/>
                    <a:pt x="161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4" name="Google Shape;17974;p44"/>
            <p:cNvSpPr/>
            <p:nvPr/>
          </p:nvSpPr>
          <p:spPr>
            <a:xfrm>
              <a:off x="3927725" y="27523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7" y="46"/>
                    <a:pt x="0" y="116"/>
                    <a:pt x="17" y="186"/>
                  </a:cubicBezTo>
                  <a:cubicBezTo>
                    <a:pt x="17" y="219"/>
                    <a:pt x="37" y="236"/>
                    <a:pt x="70" y="252"/>
                  </a:cubicBezTo>
                  <a:cubicBezTo>
                    <a:pt x="79" y="261"/>
                    <a:pt x="91" y="265"/>
                    <a:pt x="106" y="265"/>
                  </a:cubicBezTo>
                  <a:cubicBezTo>
                    <a:pt x="121" y="265"/>
                    <a:pt x="138" y="261"/>
                    <a:pt x="157" y="252"/>
                  </a:cubicBezTo>
                  <a:cubicBezTo>
                    <a:pt x="190" y="236"/>
                    <a:pt x="206" y="219"/>
                    <a:pt x="223" y="186"/>
                  </a:cubicBezTo>
                  <a:cubicBezTo>
                    <a:pt x="243" y="149"/>
                    <a:pt x="243" y="116"/>
                    <a:pt x="223" y="83"/>
                  </a:cubicBezTo>
                  <a:cubicBezTo>
                    <a:pt x="223" y="63"/>
                    <a:pt x="223" y="46"/>
                    <a:pt x="206" y="30"/>
                  </a:cubicBezTo>
                  <a:cubicBezTo>
                    <a:pt x="190" y="30"/>
                    <a:pt x="190" y="30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5" name="Google Shape;17975;p44"/>
            <p:cNvSpPr/>
            <p:nvPr/>
          </p:nvSpPr>
          <p:spPr>
            <a:xfrm>
              <a:off x="3929875" y="2829875"/>
              <a:ext cx="5600" cy="6475"/>
            </a:xfrm>
            <a:custGeom>
              <a:avLst/>
              <a:gdLst/>
              <a:ahLst/>
              <a:cxnLst/>
              <a:rect l="l" t="t" r="r" b="b"/>
              <a:pathLst>
                <a:path w="224" h="259" extrusionOk="0">
                  <a:moveTo>
                    <a:pt x="117" y="0"/>
                  </a:moveTo>
                  <a:cubicBezTo>
                    <a:pt x="70" y="0"/>
                    <a:pt x="15" y="46"/>
                    <a:pt x="1" y="106"/>
                  </a:cubicBezTo>
                  <a:cubicBezTo>
                    <a:pt x="1" y="139"/>
                    <a:pt x="1" y="177"/>
                    <a:pt x="17" y="210"/>
                  </a:cubicBezTo>
                  <a:cubicBezTo>
                    <a:pt x="34" y="226"/>
                    <a:pt x="54" y="243"/>
                    <a:pt x="87" y="259"/>
                  </a:cubicBezTo>
                  <a:cubicBezTo>
                    <a:pt x="137" y="259"/>
                    <a:pt x="207" y="226"/>
                    <a:pt x="223" y="139"/>
                  </a:cubicBezTo>
                  <a:cubicBezTo>
                    <a:pt x="223" y="123"/>
                    <a:pt x="223" y="90"/>
                    <a:pt x="207" y="53"/>
                  </a:cubicBezTo>
                  <a:cubicBezTo>
                    <a:pt x="207" y="36"/>
                    <a:pt x="207" y="36"/>
                    <a:pt x="190" y="36"/>
                  </a:cubicBezTo>
                  <a:cubicBezTo>
                    <a:pt x="174" y="20"/>
                    <a:pt x="157" y="3"/>
                    <a:pt x="137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6" name="Google Shape;17976;p44"/>
            <p:cNvSpPr/>
            <p:nvPr/>
          </p:nvSpPr>
          <p:spPr>
            <a:xfrm>
              <a:off x="3932875" y="27675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34" y="1"/>
                  </a:moveTo>
                  <a:cubicBezTo>
                    <a:pt x="102" y="1"/>
                    <a:pt x="66" y="17"/>
                    <a:pt x="37" y="56"/>
                  </a:cubicBezTo>
                  <a:cubicBezTo>
                    <a:pt x="17" y="72"/>
                    <a:pt x="17" y="93"/>
                    <a:pt x="17" y="109"/>
                  </a:cubicBezTo>
                  <a:cubicBezTo>
                    <a:pt x="0" y="142"/>
                    <a:pt x="0" y="196"/>
                    <a:pt x="37" y="229"/>
                  </a:cubicBezTo>
                  <a:cubicBezTo>
                    <a:pt x="57" y="248"/>
                    <a:pt x="82" y="256"/>
                    <a:pt x="107" y="256"/>
                  </a:cubicBezTo>
                  <a:cubicBezTo>
                    <a:pt x="124" y="256"/>
                    <a:pt x="142" y="252"/>
                    <a:pt x="157" y="245"/>
                  </a:cubicBezTo>
                  <a:cubicBezTo>
                    <a:pt x="173" y="245"/>
                    <a:pt x="190" y="229"/>
                    <a:pt x="190" y="212"/>
                  </a:cubicBezTo>
                  <a:cubicBezTo>
                    <a:pt x="244" y="159"/>
                    <a:pt x="244" y="72"/>
                    <a:pt x="190" y="23"/>
                  </a:cubicBezTo>
                  <a:cubicBezTo>
                    <a:pt x="176" y="9"/>
                    <a:pt x="156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7" name="Google Shape;17977;p44"/>
            <p:cNvSpPr/>
            <p:nvPr/>
          </p:nvSpPr>
          <p:spPr>
            <a:xfrm>
              <a:off x="3947100" y="2771325"/>
              <a:ext cx="5575" cy="6350"/>
            </a:xfrm>
            <a:custGeom>
              <a:avLst/>
              <a:gdLst/>
              <a:ahLst/>
              <a:cxnLst/>
              <a:rect l="l" t="t" r="r" b="b"/>
              <a:pathLst>
                <a:path w="223" h="254" extrusionOk="0">
                  <a:moveTo>
                    <a:pt x="111" y="1"/>
                  </a:moveTo>
                  <a:cubicBezTo>
                    <a:pt x="92" y="1"/>
                    <a:pt x="76" y="13"/>
                    <a:pt x="50" y="24"/>
                  </a:cubicBezTo>
                  <a:cubicBezTo>
                    <a:pt x="33" y="45"/>
                    <a:pt x="17" y="78"/>
                    <a:pt x="0" y="111"/>
                  </a:cubicBezTo>
                  <a:cubicBezTo>
                    <a:pt x="0" y="148"/>
                    <a:pt x="0" y="181"/>
                    <a:pt x="17" y="197"/>
                  </a:cubicBezTo>
                  <a:cubicBezTo>
                    <a:pt x="33" y="230"/>
                    <a:pt x="50" y="251"/>
                    <a:pt x="87" y="251"/>
                  </a:cubicBezTo>
                  <a:cubicBezTo>
                    <a:pt x="93" y="253"/>
                    <a:pt x="99" y="254"/>
                    <a:pt x="106" y="254"/>
                  </a:cubicBezTo>
                  <a:cubicBezTo>
                    <a:pt x="153" y="254"/>
                    <a:pt x="208" y="206"/>
                    <a:pt x="223" y="148"/>
                  </a:cubicBezTo>
                  <a:cubicBezTo>
                    <a:pt x="223" y="111"/>
                    <a:pt x="223" y="78"/>
                    <a:pt x="206" y="45"/>
                  </a:cubicBezTo>
                  <a:lnTo>
                    <a:pt x="190" y="24"/>
                  </a:lnTo>
                  <a:cubicBezTo>
                    <a:pt x="169" y="8"/>
                    <a:pt x="153" y="8"/>
                    <a:pt x="136" y="8"/>
                  </a:cubicBez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8" name="Google Shape;17978;p44"/>
            <p:cNvSpPr/>
            <p:nvPr/>
          </p:nvSpPr>
          <p:spPr>
            <a:xfrm>
              <a:off x="3939375" y="27405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87" y="1"/>
                    <a:pt x="33" y="54"/>
                    <a:pt x="17" y="120"/>
                  </a:cubicBezTo>
                  <a:cubicBezTo>
                    <a:pt x="0" y="158"/>
                    <a:pt x="0" y="190"/>
                    <a:pt x="17" y="207"/>
                  </a:cubicBezTo>
                  <a:cubicBezTo>
                    <a:pt x="33" y="244"/>
                    <a:pt x="66" y="261"/>
                    <a:pt x="87" y="261"/>
                  </a:cubicBezTo>
                  <a:cubicBezTo>
                    <a:pt x="120" y="261"/>
                    <a:pt x="153" y="261"/>
                    <a:pt x="169" y="244"/>
                  </a:cubicBezTo>
                  <a:cubicBezTo>
                    <a:pt x="206" y="207"/>
                    <a:pt x="223" y="190"/>
                    <a:pt x="223" y="158"/>
                  </a:cubicBezTo>
                  <a:cubicBezTo>
                    <a:pt x="239" y="120"/>
                    <a:pt x="239" y="87"/>
                    <a:pt x="223" y="54"/>
                  </a:cubicBezTo>
                  <a:cubicBezTo>
                    <a:pt x="206" y="54"/>
                    <a:pt x="206" y="38"/>
                    <a:pt x="206" y="38"/>
                  </a:cubicBezTo>
                  <a:cubicBezTo>
                    <a:pt x="190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9" name="Google Shape;17979;p44"/>
            <p:cNvSpPr/>
            <p:nvPr/>
          </p:nvSpPr>
          <p:spPr>
            <a:xfrm>
              <a:off x="3934625" y="2784500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9" y="0"/>
                  </a:moveTo>
                  <a:cubicBezTo>
                    <a:pt x="124" y="0"/>
                    <a:pt x="112" y="4"/>
                    <a:pt x="103" y="13"/>
                  </a:cubicBezTo>
                  <a:cubicBezTo>
                    <a:pt x="33" y="33"/>
                    <a:pt x="0" y="99"/>
                    <a:pt x="17" y="169"/>
                  </a:cubicBezTo>
                  <a:cubicBezTo>
                    <a:pt x="33" y="202"/>
                    <a:pt x="50" y="239"/>
                    <a:pt x="71" y="239"/>
                  </a:cubicBezTo>
                  <a:cubicBezTo>
                    <a:pt x="87" y="248"/>
                    <a:pt x="103" y="252"/>
                    <a:pt x="118" y="252"/>
                  </a:cubicBezTo>
                  <a:cubicBezTo>
                    <a:pt x="132" y="252"/>
                    <a:pt x="145" y="248"/>
                    <a:pt x="153" y="239"/>
                  </a:cubicBezTo>
                  <a:cubicBezTo>
                    <a:pt x="190" y="239"/>
                    <a:pt x="207" y="202"/>
                    <a:pt x="223" y="169"/>
                  </a:cubicBezTo>
                  <a:cubicBezTo>
                    <a:pt x="240" y="153"/>
                    <a:pt x="240" y="116"/>
                    <a:pt x="240" y="83"/>
                  </a:cubicBezTo>
                  <a:cubicBezTo>
                    <a:pt x="223" y="66"/>
                    <a:pt x="223" y="33"/>
                    <a:pt x="207" y="33"/>
                  </a:cubicBezTo>
                  <a:cubicBezTo>
                    <a:pt x="207" y="13"/>
                    <a:pt x="190" y="13"/>
                    <a:pt x="190" y="13"/>
                  </a:cubicBezTo>
                  <a:cubicBezTo>
                    <a:pt x="172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0" name="Google Shape;17980;p44"/>
            <p:cNvSpPr/>
            <p:nvPr/>
          </p:nvSpPr>
          <p:spPr>
            <a:xfrm>
              <a:off x="4040275" y="2741925"/>
              <a:ext cx="5600" cy="6000"/>
            </a:xfrm>
            <a:custGeom>
              <a:avLst/>
              <a:gdLst/>
              <a:ahLst/>
              <a:cxnLst/>
              <a:rect l="l" t="t" r="r" b="b"/>
              <a:pathLst>
                <a:path w="224" h="240" extrusionOk="0">
                  <a:moveTo>
                    <a:pt x="190" y="0"/>
                  </a:moveTo>
                  <a:cubicBezTo>
                    <a:pt x="174" y="0"/>
                    <a:pt x="153" y="17"/>
                    <a:pt x="136" y="17"/>
                  </a:cubicBezTo>
                  <a:cubicBezTo>
                    <a:pt x="87" y="33"/>
                    <a:pt x="50" y="50"/>
                    <a:pt x="17" y="50"/>
                  </a:cubicBezTo>
                  <a:cubicBezTo>
                    <a:pt x="0" y="66"/>
                    <a:pt x="0" y="66"/>
                    <a:pt x="0" y="87"/>
                  </a:cubicBezTo>
                  <a:cubicBezTo>
                    <a:pt x="0" y="120"/>
                    <a:pt x="0" y="153"/>
                    <a:pt x="17" y="190"/>
                  </a:cubicBezTo>
                  <a:cubicBezTo>
                    <a:pt x="33" y="207"/>
                    <a:pt x="50" y="223"/>
                    <a:pt x="87" y="240"/>
                  </a:cubicBezTo>
                  <a:cubicBezTo>
                    <a:pt x="136" y="240"/>
                    <a:pt x="207" y="190"/>
                    <a:pt x="223" y="120"/>
                  </a:cubicBezTo>
                  <a:cubicBezTo>
                    <a:pt x="223" y="87"/>
                    <a:pt x="223" y="50"/>
                    <a:pt x="207" y="33"/>
                  </a:cubicBezTo>
                  <a:cubicBezTo>
                    <a:pt x="207" y="17"/>
                    <a:pt x="207" y="17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1" name="Google Shape;17981;p44"/>
            <p:cNvSpPr/>
            <p:nvPr/>
          </p:nvSpPr>
          <p:spPr>
            <a:xfrm>
              <a:off x="4201775" y="2833050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34" y="0"/>
                  </a:moveTo>
                  <a:cubicBezTo>
                    <a:pt x="120" y="0"/>
                    <a:pt x="102" y="4"/>
                    <a:pt x="83" y="12"/>
                  </a:cubicBezTo>
                  <a:cubicBezTo>
                    <a:pt x="67" y="12"/>
                    <a:pt x="34" y="50"/>
                    <a:pt x="17" y="83"/>
                  </a:cubicBezTo>
                  <a:cubicBezTo>
                    <a:pt x="17" y="99"/>
                    <a:pt x="1" y="132"/>
                    <a:pt x="17" y="169"/>
                  </a:cubicBezTo>
                  <a:cubicBezTo>
                    <a:pt x="17" y="202"/>
                    <a:pt x="34" y="235"/>
                    <a:pt x="67" y="235"/>
                  </a:cubicBezTo>
                  <a:cubicBezTo>
                    <a:pt x="83" y="256"/>
                    <a:pt x="121" y="256"/>
                    <a:pt x="154" y="256"/>
                  </a:cubicBezTo>
                  <a:cubicBezTo>
                    <a:pt x="207" y="219"/>
                    <a:pt x="240" y="153"/>
                    <a:pt x="224" y="83"/>
                  </a:cubicBezTo>
                  <a:cubicBezTo>
                    <a:pt x="224" y="66"/>
                    <a:pt x="224" y="50"/>
                    <a:pt x="207" y="29"/>
                  </a:cubicBezTo>
                  <a:cubicBezTo>
                    <a:pt x="187" y="12"/>
                    <a:pt x="187" y="12"/>
                    <a:pt x="170" y="12"/>
                  </a:cubicBezTo>
                  <a:cubicBezTo>
                    <a:pt x="162" y="4"/>
                    <a:pt x="14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2" name="Google Shape;17982;p44"/>
            <p:cNvSpPr/>
            <p:nvPr/>
          </p:nvSpPr>
          <p:spPr>
            <a:xfrm>
              <a:off x="4104700" y="282787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2" y="0"/>
                  </a:moveTo>
                  <a:cubicBezTo>
                    <a:pt x="100" y="0"/>
                    <a:pt x="65" y="19"/>
                    <a:pt x="33" y="50"/>
                  </a:cubicBezTo>
                  <a:cubicBezTo>
                    <a:pt x="0" y="100"/>
                    <a:pt x="0" y="186"/>
                    <a:pt x="33" y="219"/>
                  </a:cubicBezTo>
                  <a:cubicBezTo>
                    <a:pt x="56" y="242"/>
                    <a:pt x="81" y="252"/>
                    <a:pt x="106" y="252"/>
                  </a:cubicBezTo>
                  <a:cubicBezTo>
                    <a:pt x="141" y="252"/>
                    <a:pt x="176" y="234"/>
                    <a:pt x="206" y="203"/>
                  </a:cubicBezTo>
                  <a:cubicBezTo>
                    <a:pt x="239" y="153"/>
                    <a:pt x="239" y="67"/>
                    <a:pt x="190" y="30"/>
                  </a:cubicBezTo>
                  <a:cubicBezTo>
                    <a:pt x="175" y="9"/>
                    <a:pt x="154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3" name="Google Shape;17983;p44"/>
            <p:cNvSpPr/>
            <p:nvPr/>
          </p:nvSpPr>
          <p:spPr>
            <a:xfrm>
              <a:off x="4099125" y="2812400"/>
              <a:ext cx="6425" cy="6600"/>
            </a:xfrm>
            <a:custGeom>
              <a:avLst/>
              <a:gdLst/>
              <a:ahLst/>
              <a:cxnLst/>
              <a:rect l="l" t="t" r="r" b="b"/>
              <a:pathLst>
                <a:path w="257" h="264" extrusionOk="0">
                  <a:moveTo>
                    <a:pt x="144" y="1"/>
                  </a:moveTo>
                  <a:cubicBezTo>
                    <a:pt x="109" y="1"/>
                    <a:pt x="72" y="19"/>
                    <a:pt x="50" y="51"/>
                  </a:cubicBezTo>
                  <a:cubicBezTo>
                    <a:pt x="1" y="100"/>
                    <a:pt x="1" y="187"/>
                    <a:pt x="50" y="237"/>
                  </a:cubicBezTo>
                  <a:cubicBezTo>
                    <a:pt x="67" y="237"/>
                    <a:pt x="87" y="257"/>
                    <a:pt x="104" y="257"/>
                  </a:cubicBezTo>
                  <a:cubicBezTo>
                    <a:pt x="112" y="261"/>
                    <a:pt x="121" y="263"/>
                    <a:pt x="131" y="263"/>
                  </a:cubicBezTo>
                  <a:cubicBezTo>
                    <a:pt x="161" y="263"/>
                    <a:pt x="194" y="244"/>
                    <a:pt x="207" y="204"/>
                  </a:cubicBezTo>
                  <a:cubicBezTo>
                    <a:pt x="240" y="171"/>
                    <a:pt x="256" y="117"/>
                    <a:pt x="240" y="84"/>
                  </a:cubicBezTo>
                  <a:cubicBezTo>
                    <a:pt x="223" y="67"/>
                    <a:pt x="223" y="51"/>
                    <a:pt x="207" y="30"/>
                  </a:cubicBezTo>
                  <a:cubicBezTo>
                    <a:pt x="191" y="10"/>
                    <a:pt x="168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4" name="Google Shape;17984;p44"/>
            <p:cNvSpPr/>
            <p:nvPr/>
          </p:nvSpPr>
          <p:spPr>
            <a:xfrm>
              <a:off x="4114600" y="2705925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35" y="1"/>
                  </a:moveTo>
                  <a:cubicBezTo>
                    <a:pt x="102" y="1"/>
                    <a:pt x="71" y="18"/>
                    <a:pt x="49" y="47"/>
                  </a:cubicBezTo>
                  <a:cubicBezTo>
                    <a:pt x="0" y="100"/>
                    <a:pt x="0" y="187"/>
                    <a:pt x="49" y="220"/>
                  </a:cubicBezTo>
                  <a:cubicBezTo>
                    <a:pt x="67" y="243"/>
                    <a:pt x="94" y="255"/>
                    <a:pt x="121" y="255"/>
                  </a:cubicBezTo>
                  <a:cubicBezTo>
                    <a:pt x="153" y="255"/>
                    <a:pt x="186" y="239"/>
                    <a:pt x="206" y="204"/>
                  </a:cubicBezTo>
                  <a:cubicBezTo>
                    <a:pt x="256" y="150"/>
                    <a:pt x="256" y="63"/>
                    <a:pt x="206" y="30"/>
                  </a:cubicBezTo>
                  <a:cubicBezTo>
                    <a:pt x="184" y="10"/>
                    <a:pt x="159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5" name="Google Shape;17985;p44"/>
            <p:cNvSpPr/>
            <p:nvPr/>
          </p:nvSpPr>
          <p:spPr>
            <a:xfrm>
              <a:off x="4101700" y="27224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4" y="0"/>
                  </a:moveTo>
                  <a:cubicBezTo>
                    <a:pt x="87" y="0"/>
                    <a:pt x="32" y="49"/>
                    <a:pt x="17" y="106"/>
                  </a:cubicBezTo>
                  <a:cubicBezTo>
                    <a:pt x="1" y="176"/>
                    <a:pt x="34" y="247"/>
                    <a:pt x="104" y="263"/>
                  </a:cubicBezTo>
                  <a:cubicBezTo>
                    <a:pt x="137" y="263"/>
                    <a:pt x="153" y="247"/>
                    <a:pt x="190" y="226"/>
                  </a:cubicBezTo>
                  <a:cubicBezTo>
                    <a:pt x="223" y="209"/>
                    <a:pt x="240" y="176"/>
                    <a:pt x="240" y="144"/>
                  </a:cubicBezTo>
                  <a:cubicBezTo>
                    <a:pt x="240" y="106"/>
                    <a:pt x="240" y="73"/>
                    <a:pt x="223" y="57"/>
                  </a:cubicBezTo>
                  <a:cubicBezTo>
                    <a:pt x="223" y="40"/>
                    <a:pt x="223" y="40"/>
                    <a:pt x="207" y="20"/>
                  </a:cubicBezTo>
                  <a:cubicBezTo>
                    <a:pt x="190" y="20"/>
                    <a:pt x="170" y="3"/>
                    <a:pt x="153" y="3"/>
                  </a:cubicBezTo>
                  <a:cubicBezTo>
                    <a:pt x="147" y="1"/>
                    <a:pt x="141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6" name="Google Shape;17986;p44"/>
            <p:cNvSpPr/>
            <p:nvPr/>
          </p:nvSpPr>
          <p:spPr>
            <a:xfrm>
              <a:off x="4110675" y="2737600"/>
              <a:ext cx="6525" cy="6375"/>
            </a:xfrm>
            <a:custGeom>
              <a:avLst/>
              <a:gdLst/>
              <a:ahLst/>
              <a:cxnLst/>
              <a:rect l="l" t="t" r="r" b="b"/>
              <a:pathLst>
                <a:path w="261" h="255" extrusionOk="0">
                  <a:moveTo>
                    <a:pt x="103" y="0"/>
                  </a:moveTo>
                  <a:cubicBezTo>
                    <a:pt x="37" y="33"/>
                    <a:pt x="0" y="103"/>
                    <a:pt x="17" y="173"/>
                  </a:cubicBezTo>
                  <a:cubicBezTo>
                    <a:pt x="17" y="206"/>
                    <a:pt x="37" y="223"/>
                    <a:pt x="70" y="239"/>
                  </a:cubicBezTo>
                  <a:cubicBezTo>
                    <a:pt x="87" y="250"/>
                    <a:pt x="99" y="255"/>
                    <a:pt x="112" y="255"/>
                  </a:cubicBezTo>
                  <a:cubicBezTo>
                    <a:pt x="125" y="255"/>
                    <a:pt x="138" y="250"/>
                    <a:pt x="157" y="239"/>
                  </a:cubicBezTo>
                  <a:cubicBezTo>
                    <a:pt x="223" y="223"/>
                    <a:pt x="260" y="136"/>
                    <a:pt x="244" y="87"/>
                  </a:cubicBezTo>
                  <a:cubicBezTo>
                    <a:pt x="223" y="54"/>
                    <a:pt x="223" y="33"/>
                    <a:pt x="206" y="33"/>
                  </a:cubicBezTo>
                  <a:lnTo>
                    <a:pt x="190" y="17"/>
                  </a:lnTo>
                  <a:cubicBezTo>
                    <a:pt x="157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7" name="Google Shape;17987;p44"/>
            <p:cNvSpPr/>
            <p:nvPr/>
          </p:nvSpPr>
          <p:spPr>
            <a:xfrm>
              <a:off x="4106850" y="2783575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04" y="0"/>
                  </a:moveTo>
                  <a:cubicBezTo>
                    <a:pt x="34" y="33"/>
                    <a:pt x="1" y="103"/>
                    <a:pt x="17" y="173"/>
                  </a:cubicBezTo>
                  <a:cubicBezTo>
                    <a:pt x="17" y="206"/>
                    <a:pt x="50" y="223"/>
                    <a:pt x="67" y="239"/>
                  </a:cubicBezTo>
                  <a:cubicBezTo>
                    <a:pt x="85" y="247"/>
                    <a:pt x="99" y="252"/>
                    <a:pt x="112" y="252"/>
                  </a:cubicBezTo>
                  <a:cubicBezTo>
                    <a:pt x="124" y="252"/>
                    <a:pt x="137" y="247"/>
                    <a:pt x="153" y="239"/>
                  </a:cubicBezTo>
                  <a:cubicBezTo>
                    <a:pt x="190" y="223"/>
                    <a:pt x="207" y="206"/>
                    <a:pt x="223" y="173"/>
                  </a:cubicBezTo>
                  <a:cubicBezTo>
                    <a:pt x="240" y="136"/>
                    <a:pt x="240" y="103"/>
                    <a:pt x="240" y="70"/>
                  </a:cubicBezTo>
                  <a:cubicBezTo>
                    <a:pt x="223" y="50"/>
                    <a:pt x="223" y="33"/>
                    <a:pt x="207" y="17"/>
                  </a:cubicBezTo>
                  <a:cubicBezTo>
                    <a:pt x="207" y="17"/>
                    <a:pt x="190" y="17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8" name="Google Shape;17988;p44"/>
            <p:cNvSpPr/>
            <p:nvPr/>
          </p:nvSpPr>
          <p:spPr>
            <a:xfrm>
              <a:off x="4063050" y="2730700"/>
              <a:ext cx="5600" cy="6100"/>
            </a:xfrm>
            <a:custGeom>
              <a:avLst/>
              <a:gdLst/>
              <a:ahLst/>
              <a:cxnLst/>
              <a:rect l="l" t="t" r="r" b="b"/>
              <a:pathLst>
                <a:path w="224" h="244" extrusionOk="0">
                  <a:moveTo>
                    <a:pt x="190" y="0"/>
                  </a:moveTo>
                  <a:cubicBezTo>
                    <a:pt x="120" y="54"/>
                    <a:pt x="50" y="87"/>
                    <a:pt x="1" y="124"/>
                  </a:cubicBezTo>
                  <a:cubicBezTo>
                    <a:pt x="1" y="157"/>
                    <a:pt x="1" y="190"/>
                    <a:pt x="34" y="206"/>
                  </a:cubicBezTo>
                  <a:cubicBezTo>
                    <a:pt x="34" y="227"/>
                    <a:pt x="50" y="227"/>
                    <a:pt x="67" y="243"/>
                  </a:cubicBezTo>
                  <a:cubicBezTo>
                    <a:pt x="104" y="243"/>
                    <a:pt x="153" y="227"/>
                    <a:pt x="190" y="190"/>
                  </a:cubicBezTo>
                  <a:cubicBezTo>
                    <a:pt x="223" y="157"/>
                    <a:pt x="223" y="103"/>
                    <a:pt x="207" y="54"/>
                  </a:cubicBezTo>
                  <a:cubicBezTo>
                    <a:pt x="207" y="37"/>
                    <a:pt x="207" y="21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9" name="Google Shape;17989;p44"/>
            <p:cNvSpPr/>
            <p:nvPr/>
          </p:nvSpPr>
          <p:spPr>
            <a:xfrm>
              <a:off x="4119750" y="27866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0"/>
                  </a:moveTo>
                  <a:cubicBezTo>
                    <a:pt x="103" y="0"/>
                    <a:pt x="71" y="19"/>
                    <a:pt x="50" y="50"/>
                  </a:cubicBezTo>
                  <a:cubicBezTo>
                    <a:pt x="0" y="100"/>
                    <a:pt x="0" y="186"/>
                    <a:pt x="50" y="236"/>
                  </a:cubicBezTo>
                  <a:cubicBezTo>
                    <a:pt x="50" y="236"/>
                    <a:pt x="66" y="256"/>
                    <a:pt x="87" y="256"/>
                  </a:cubicBezTo>
                  <a:cubicBezTo>
                    <a:pt x="95" y="260"/>
                    <a:pt x="104" y="263"/>
                    <a:pt x="114" y="263"/>
                  </a:cubicBezTo>
                  <a:cubicBezTo>
                    <a:pt x="143" y="263"/>
                    <a:pt x="178" y="243"/>
                    <a:pt x="206" y="203"/>
                  </a:cubicBezTo>
                  <a:cubicBezTo>
                    <a:pt x="239" y="170"/>
                    <a:pt x="239" y="116"/>
                    <a:pt x="223" y="83"/>
                  </a:cubicBezTo>
                  <a:cubicBezTo>
                    <a:pt x="223" y="67"/>
                    <a:pt x="223" y="50"/>
                    <a:pt x="206" y="30"/>
                  </a:cubicBezTo>
                  <a:cubicBezTo>
                    <a:pt x="184" y="9"/>
                    <a:pt x="160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0" name="Google Shape;17990;p44"/>
            <p:cNvSpPr/>
            <p:nvPr/>
          </p:nvSpPr>
          <p:spPr>
            <a:xfrm>
              <a:off x="4101300" y="2707500"/>
              <a:ext cx="5575" cy="5700"/>
            </a:xfrm>
            <a:custGeom>
              <a:avLst/>
              <a:gdLst/>
              <a:ahLst/>
              <a:cxnLst/>
              <a:rect l="l" t="t" r="r" b="b"/>
              <a:pathLst>
                <a:path w="223" h="228" extrusionOk="0">
                  <a:moveTo>
                    <a:pt x="186" y="0"/>
                  </a:moveTo>
                  <a:cubicBezTo>
                    <a:pt x="120" y="37"/>
                    <a:pt x="50" y="70"/>
                    <a:pt x="0" y="103"/>
                  </a:cubicBezTo>
                  <a:lnTo>
                    <a:pt x="0" y="174"/>
                  </a:lnTo>
                  <a:cubicBezTo>
                    <a:pt x="17" y="190"/>
                    <a:pt x="50" y="207"/>
                    <a:pt x="66" y="227"/>
                  </a:cubicBezTo>
                  <a:cubicBezTo>
                    <a:pt x="136" y="227"/>
                    <a:pt x="206" y="190"/>
                    <a:pt x="223" y="103"/>
                  </a:cubicBezTo>
                  <a:cubicBezTo>
                    <a:pt x="223" y="87"/>
                    <a:pt x="223" y="54"/>
                    <a:pt x="206" y="21"/>
                  </a:cubicBezTo>
                  <a:lnTo>
                    <a:pt x="1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1" name="Google Shape;17991;p44"/>
            <p:cNvSpPr/>
            <p:nvPr/>
          </p:nvSpPr>
          <p:spPr>
            <a:xfrm>
              <a:off x="4099125" y="275090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37" y="0"/>
                  </a:moveTo>
                  <a:cubicBezTo>
                    <a:pt x="87" y="0"/>
                    <a:pt x="17" y="37"/>
                    <a:pt x="1" y="120"/>
                  </a:cubicBezTo>
                  <a:cubicBezTo>
                    <a:pt x="1" y="157"/>
                    <a:pt x="1" y="173"/>
                    <a:pt x="17" y="206"/>
                  </a:cubicBezTo>
                  <a:cubicBezTo>
                    <a:pt x="34" y="243"/>
                    <a:pt x="50" y="260"/>
                    <a:pt x="87" y="260"/>
                  </a:cubicBezTo>
                  <a:cubicBezTo>
                    <a:pt x="120" y="260"/>
                    <a:pt x="153" y="260"/>
                    <a:pt x="170" y="243"/>
                  </a:cubicBezTo>
                  <a:cubicBezTo>
                    <a:pt x="207" y="206"/>
                    <a:pt x="223" y="190"/>
                    <a:pt x="223" y="157"/>
                  </a:cubicBezTo>
                  <a:cubicBezTo>
                    <a:pt x="223" y="120"/>
                    <a:pt x="223" y="87"/>
                    <a:pt x="207" y="54"/>
                  </a:cubicBezTo>
                  <a:cubicBezTo>
                    <a:pt x="207" y="54"/>
                    <a:pt x="207" y="37"/>
                    <a:pt x="190" y="37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2" name="Google Shape;17992;p44"/>
            <p:cNvSpPr/>
            <p:nvPr/>
          </p:nvSpPr>
          <p:spPr>
            <a:xfrm>
              <a:off x="3937200" y="2846575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117" y="0"/>
                  </a:moveTo>
                  <a:cubicBezTo>
                    <a:pt x="71" y="0"/>
                    <a:pt x="15" y="49"/>
                    <a:pt x="0" y="106"/>
                  </a:cubicBezTo>
                  <a:lnTo>
                    <a:pt x="0" y="160"/>
                  </a:lnTo>
                  <a:lnTo>
                    <a:pt x="223" y="160"/>
                  </a:lnTo>
                  <a:cubicBezTo>
                    <a:pt x="240" y="127"/>
                    <a:pt x="223" y="90"/>
                    <a:pt x="223" y="57"/>
                  </a:cubicBezTo>
                  <a:cubicBezTo>
                    <a:pt x="207" y="40"/>
                    <a:pt x="207" y="40"/>
                    <a:pt x="190" y="40"/>
                  </a:cubicBezTo>
                  <a:cubicBezTo>
                    <a:pt x="190" y="24"/>
                    <a:pt x="174" y="3"/>
                    <a:pt x="137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3" name="Google Shape;17993;p44"/>
            <p:cNvSpPr/>
            <p:nvPr/>
          </p:nvSpPr>
          <p:spPr>
            <a:xfrm>
              <a:off x="4097375" y="279767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37" y="1"/>
                  </a:moveTo>
                  <a:cubicBezTo>
                    <a:pt x="104" y="1"/>
                    <a:pt x="87" y="1"/>
                    <a:pt x="54" y="38"/>
                  </a:cubicBezTo>
                  <a:cubicBezTo>
                    <a:pt x="33" y="55"/>
                    <a:pt x="17" y="88"/>
                    <a:pt x="0" y="125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33" y="244"/>
                    <a:pt x="54" y="261"/>
                    <a:pt x="87" y="261"/>
                  </a:cubicBezTo>
                  <a:cubicBezTo>
                    <a:pt x="94" y="263"/>
                    <a:pt x="100" y="264"/>
                    <a:pt x="107" y="264"/>
                  </a:cubicBezTo>
                  <a:cubicBezTo>
                    <a:pt x="154" y="264"/>
                    <a:pt x="209" y="219"/>
                    <a:pt x="223" y="158"/>
                  </a:cubicBezTo>
                  <a:cubicBezTo>
                    <a:pt x="223" y="125"/>
                    <a:pt x="223" y="88"/>
                    <a:pt x="207" y="55"/>
                  </a:cubicBezTo>
                  <a:cubicBezTo>
                    <a:pt x="207" y="55"/>
                    <a:pt x="207" y="38"/>
                    <a:pt x="190" y="38"/>
                  </a:cubicBezTo>
                  <a:cubicBezTo>
                    <a:pt x="174" y="22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4" name="Google Shape;17994;p44"/>
            <p:cNvSpPr/>
            <p:nvPr/>
          </p:nvSpPr>
          <p:spPr>
            <a:xfrm>
              <a:off x="4106850" y="2844350"/>
              <a:ext cx="6425" cy="6225"/>
            </a:xfrm>
            <a:custGeom>
              <a:avLst/>
              <a:gdLst/>
              <a:ahLst/>
              <a:cxnLst/>
              <a:rect l="l" t="t" r="r" b="b"/>
              <a:pathLst>
                <a:path w="257" h="249" extrusionOk="0">
                  <a:moveTo>
                    <a:pt x="130" y="0"/>
                  </a:moveTo>
                  <a:cubicBezTo>
                    <a:pt x="99" y="0"/>
                    <a:pt x="71" y="14"/>
                    <a:pt x="50" y="43"/>
                  </a:cubicBezTo>
                  <a:cubicBezTo>
                    <a:pt x="1" y="92"/>
                    <a:pt x="1" y="179"/>
                    <a:pt x="50" y="232"/>
                  </a:cubicBezTo>
                  <a:cubicBezTo>
                    <a:pt x="50" y="249"/>
                    <a:pt x="67" y="249"/>
                    <a:pt x="87" y="249"/>
                  </a:cubicBezTo>
                  <a:lnTo>
                    <a:pt x="137" y="249"/>
                  </a:lnTo>
                  <a:cubicBezTo>
                    <a:pt x="153" y="249"/>
                    <a:pt x="190" y="232"/>
                    <a:pt x="207" y="216"/>
                  </a:cubicBezTo>
                  <a:cubicBezTo>
                    <a:pt x="256" y="146"/>
                    <a:pt x="256" y="76"/>
                    <a:pt x="207" y="26"/>
                  </a:cubicBezTo>
                  <a:cubicBezTo>
                    <a:pt x="183" y="9"/>
                    <a:pt x="156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5" name="Google Shape;17995;p44"/>
            <p:cNvSpPr/>
            <p:nvPr/>
          </p:nvSpPr>
          <p:spPr>
            <a:xfrm>
              <a:off x="4119325" y="2832200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34" y="0"/>
                  </a:moveTo>
                  <a:cubicBezTo>
                    <a:pt x="98" y="0"/>
                    <a:pt x="62" y="18"/>
                    <a:pt x="34" y="46"/>
                  </a:cubicBezTo>
                  <a:cubicBezTo>
                    <a:pt x="1" y="100"/>
                    <a:pt x="1" y="187"/>
                    <a:pt x="34" y="220"/>
                  </a:cubicBezTo>
                  <a:cubicBezTo>
                    <a:pt x="54" y="240"/>
                    <a:pt x="79" y="249"/>
                    <a:pt x="104" y="249"/>
                  </a:cubicBezTo>
                  <a:cubicBezTo>
                    <a:pt x="139" y="249"/>
                    <a:pt x="176" y="232"/>
                    <a:pt x="207" y="203"/>
                  </a:cubicBezTo>
                  <a:cubicBezTo>
                    <a:pt x="240" y="150"/>
                    <a:pt x="240" y="63"/>
                    <a:pt x="207" y="30"/>
                  </a:cubicBezTo>
                  <a:cubicBezTo>
                    <a:pt x="184" y="9"/>
                    <a:pt x="15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6" name="Google Shape;17996;p44"/>
            <p:cNvSpPr/>
            <p:nvPr/>
          </p:nvSpPr>
          <p:spPr>
            <a:xfrm>
              <a:off x="4101300" y="276810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36" y="1"/>
                  </a:moveTo>
                  <a:cubicBezTo>
                    <a:pt x="103" y="1"/>
                    <a:pt x="83" y="1"/>
                    <a:pt x="50" y="34"/>
                  </a:cubicBezTo>
                  <a:cubicBezTo>
                    <a:pt x="33" y="50"/>
                    <a:pt x="17" y="71"/>
                    <a:pt x="0" y="104"/>
                  </a:cubicBezTo>
                  <a:cubicBezTo>
                    <a:pt x="0" y="137"/>
                    <a:pt x="0" y="174"/>
                    <a:pt x="17" y="207"/>
                  </a:cubicBezTo>
                  <a:cubicBezTo>
                    <a:pt x="33" y="240"/>
                    <a:pt x="50" y="256"/>
                    <a:pt x="83" y="256"/>
                  </a:cubicBezTo>
                  <a:cubicBezTo>
                    <a:pt x="91" y="259"/>
                    <a:pt x="99" y="261"/>
                    <a:pt x="107" y="261"/>
                  </a:cubicBezTo>
                  <a:cubicBezTo>
                    <a:pt x="156" y="261"/>
                    <a:pt x="209" y="213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206" y="50"/>
                    <a:pt x="206" y="34"/>
                    <a:pt x="186" y="34"/>
                  </a:cubicBezTo>
                  <a:cubicBezTo>
                    <a:pt x="169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7" name="Google Shape;17997;p44"/>
            <p:cNvSpPr/>
            <p:nvPr/>
          </p:nvSpPr>
          <p:spPr>
            <a:xfrm>
              <a:off x="3906700" y="27813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6" y="0"/>
                  </a:moveTo>
                  <a:cubicBezTo>
                    <a:pt x="69" y="0"/>
                    <a:pt x="14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6"/>
                    <a:pt x="54" y="243"/>
                    <a:pt x="87" y="263"/>
                  </a:cubicBezTo>
                  <a:cubicBezTo>
                    <a:pt x="157" y="263"/>
                    <a:pt x="206" y="226"/>
                    <a:pt x="223" y="140"/>
                  </a:cubicBezTo>
                  <a:cubicBezTo>
                    <a:pt x="239" y="107"/>
                    <a:pt x="223" y="90"/>
                    <a:pt x="206" y="57"/>
                  </a:cubicBezTo>
                  <a:cubicBezTo>
                    <a:pt x="206" y="36"/>
                    <a:pt x="206" y="36"/>
                    <a:pt x="190" y="36"/>
                  </a:cubicBezTo>
                  <a:cubicBezTo>
                    <a:pt x="190" y="20"/>
                    <a:pt x="173" y="4"/>
                    <a:pt x="136" y="4"/>
                  </a:cubicBezTo>
                  <a:cubicBezTo>
                    <a:pt x="130" y="1"/>
                    <a:pt x="12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8" name="Google Shape;17998;p44"/>
            <p:cNvSpPr/>
            <p:nvPr/>
          </p:nvSpPr>
          <p:spPr>
            <a:xfrm>
              <a:off x="3908450" y="284400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17" y="0"/>
                  </a:moveTo>
                  <a:cubicBezTo>
                    <a:pt x="70" y="0"/>
                    <a:pt x="15" y="49"/>
                    <a:pt x="0" y="106"/>
                  </a:cubicBezTo>
                  <a:cubicBezTo>
                    <a:pt x="0" y="143"/>
                    <a:pt x="0" y="176"/>
                    <a:pt x="17" y="193"/>
                  </a:cubicBezTo>
                  <a:cubicBezTo>
                    <a:pt x="33" y="230"/>
                    <a:pt x="50" y="246"/>
                    <a:pt x="87" y="246"/>
                  </a:cubicBezTo>
                  <a:cubicBezTo>
                    <a:pt x="96" y="251"/>
                    <a:pt x="106" y="253"/>
                    <a:pt x="115" y="253"/>
                  </a:cubicBezTo>
                  <a:cubicBezTo>
                    <a:pt x="138" y="253"/>
                    <a:pt x="158" y="242"/>
                    <a:pt x="169" y="230"/>
                  </a:cubicBezTo>
                  <a:cubicBezTo>
                    <a:pt x="206" y="209"/>
                    <a:pt x="223" y="176"/>
                    <a:pt x="223" y="143"/>
                  </a:cubicBezTo>
                  <a:cubicBezTo>
                    <a:pt x="239" y="106"/>
                    <a:pt x="223" y="73"/>
                    <a:pt x="206" y="57"/>
                  </a:cubicBezTo>
                  <a:cubicBezTo>
                    <a:pt x="206" y="40"/>
                    <a:pt x="206" y="40"/>
                    <a:pt x="190" y="24"/>
                  </a:cubicBezTo>
                  <a:cubicBezTo>
                    <a:pt x="190" y="3"/>
                    <a:pt x="153" y="3"/>
                    <a:pt x="136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9" name="Google Shape;17999;p44"/>
            <p:cNvSpPr/>
            <p:nvPr/>
          </p:nvSpPr>
          <p:spPr>
            <a:xfrm>
              <a:off x="3923900" y="284510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35" y="0"/>
                  </a:moveTo>
                  <a:cubicBezTo>
                    <a:pt x="120" y="0"/>
                    <a:pt x="104" y="5"/>
                    <a:pt x="87" y="13"/>
                  </a:cubicBezTo>
                  <a:cubicBezTo>
                    <a:pt x="34" y="29"/>
                    <a:pt x="1" y="99"/>
                    <a:pt x="17" y="165"/>
                  </a:cubicBezTo>
                  <a:cubicBezTo>
                    <a:pt x="17" y="186"/>
                    <a:pt x="34" y="202"/>
                    <a:pt x="34" y="219"/>
                  </a:cubicBezTo>
                  <a:lnTo>
                    <a:pt x="190" y="219"/>
                  </a:lnTo>
                  <a:cubicBezTo>
                    <a:pt x="223" y="186"/>
                    <a:pt x="240" y="132"/>
                    <a:pt x="223" y="83"/>
                  </a:cubicBezTo>
                  <a:cubicBezTo>
                    <a:pt x="223" y="46"/>
                    <a:pt x="207" y="29"/>
                    <a:pt x="207" y="29"/>
                  </a:cubicBezTo>
                  <a:cubicBezTo>
                    <a:pt x="190" y="13"/>
                    <a:pt x="190" y="13"/>
                    <a:pt x="170" y="13"/>
                  </a:cubicBezTo>
                  <a:cubicBezTo>
                    <a:pt x="161" y="5"/>
                    <a:pt x="149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0" name="Google Shape;18000;p44"/>
            <p:cNvSpPr/>
            <p:nvPr/>
          </p:nvSpPr>
          <p:spPr>
            <a:xfrm>
              <a:off x="3947500" y="27861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53" y="0"/>
                  </a:moveTo>
                  <a:cubicBezTo>
                    <a:pt x="120" y="0"/>
                    <a:pt x="104" y="0"/>
                    <a:pt x="87" y="17"/>
                  </a:cubicBezTo>
                  <a:cubicBezTo>
                    <a:pt x="50" y="33"/>
                    <a:pt x="17" y="70"/>
                    <a:pt x="17" y="103"/>
                  </a:cubicBezTo>
                  <a:cubicBezTo>
                    <a:pt x="1" y="136"/>
                    <a:pt x="17" y="173"/>
                    <a:pt x="34" y="206"/>
                  </a:cubicBezTo>
                  <a:cubicBezTo>
                    <a:pt x="34" y="223"/>
                    <a:pt x="71" y="239"/>
                    <a:pt x="104" y="256"/>
                  </a:cubicBezTo>
                  <a:cubicBezTo>
                    <a:pt x="153" y="256"/>
                    <a:pt x="207" y="223"/>
                    <a:pt x="223" y="153"/>
                  </a:cubicBezTo>
                  <a:cubicBezTo>
                    <a:pt x="223" y="153"/>
                    <a:pt x="240" y="153"/>
                    <a:pt x="240" y="136"/>
                  </a:cubicBezTo>
                  <a:cubicBezTo>
                    <a:pt x="240" y="103"/>
                    <a:pt x="223" y="50"/>
                    <a:pt x="207" y="17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1" name="Google Shape;18001;p44"/>
            <p:cNvSpPr/>
            <p:nvPr/>
          </p:nvSpPr>
          <p:spPr>
            <a:xfrm>
              <a:off x="3952650" y="2848400"/>
              <a:ext cx="5200" cy="2175"/>
            </a:xfrm>
            <a:custGeom>
              <a:avLst/>
              <a:gdLst/>
              <a:ahLst/>
              <a:cxnLst/>
              <a:rect l="l" t="t" r="r" b="b"/>
              <a:pathLst>
                <a:path w="208" h="87" extrusionOk="0">
                  <a:moveTo>
                    <a:pt x="71" y="0"/>
                  </a:moveTo>
                  <a:cubicBezTo>
                    <a:pt x="34" y="17"/>
                    <a:pt x="17" y="54"/>
                    <a:pt x="1" y="87"/>
                  </a:cubicBezTo>
                  <a:lnTo>
                    <a:pt x="207" y="87"/>
                  </a:lnTo>
                  <a:cubicBezTo>
                    <a:pt x="207" y="54"/>
                    <a:pt x="207" y="33"/>
                    <a:pt x="191" y="17"/>
                  </a:cubicBezTo>
                  <a:cubicBezTo>
                    <a:pt x="174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2" name="Google Shape;18002;p44"/>
            <p:cNvSpPr/>
            <p:nvPr/>
          </p:nvSpPr>
          <p:spPr>
            <a:xfrm>
              <a:off x="3912250" y="2797100"/>
              <a:ext cx="6125" cy="6575"/>
            </a:xfrm>
            <a:custGeom>
              <a:avLst/>
              <a:gdLst/>
              <a:ahLst/>
              <a:cxnLst/>
              <a:rect l="l" t="t" r="r" b="b"/>
              <a:pathLst>
                <a:path w="245" h="263" extrusionOk="0">
                  <a:moveTo>
                    <a:pt x="135" y="1"/>
                  </a:moveTo>
                  <a:cubicBezTo>
                    <a:pt x="125" y="1"/>
                    <a:pt x="115" y="3"/>
                    <a:pt x="104" y="7"/>
                  </a:cubicBezTo>
                  <a:cubicBezTo>
                    <a:pt x="71" y="7"/>
                    <a:pt x="54" y="24"/>
                    <a:pt x="38" y="61"/>
                  </a:cubicBezTo>
                  <a:cubicBezTo>
                    <a:pt x="17" y="78"/>
                    <a:pt x="1" y="111"/>
                    <a:pt x="1" y="127"/>
                  </a:cubicBezTo>
                  <a:cubicBezTo>
                    <a:pt x="1" y="164"/>
                    <a:pt x="17" y="214"/>
                    <a:pt x="38" y="230"/>
                  </a:cubicBezTo>
                  <a:cubicBezTo>
                    <a:pt x="59" y="253"/>
                    <a:pt x="84" y="263"/>
                    <a:pt x="108" y="263"/>
                  </a:cubicBezTo>
                  <a:cubicBezTo>
                    <a:pt x="140" y="263"/>
                    <a:pt x="171" y="244"/>
                    <a:pt x="190" y="214"/>
                  </a:cubicBezTo>
                  <a:cubicBezTo>
                    <a:pt x="244" y="164"/>
                    <a:pt x="244" y="78"/>
                    <a:pt x="190" y="24"/>
                  </a:cubicBezTo>
                  <a:cubicBezTo>
                    <a:pt x="179" y="12"/>
                    <a:pt x="159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3" name="Google Shape;18003;p44"/>
            <p:cNvSpPr/>
            <p:nvPr/>
          </p:nvSpPr>
          <p:spPr>
            <a:xfrm>
              <a:off x="3914000" y="28140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0"/>
                  </a:moveTo>
                  <a:cubicBezTo>
                    <a:pt x="87" y="0"/>
                    <a:pt x="17" y="33"/>
                    <a:pt x="17" y="104"/>
                  </a:cubicBezTo>
                  <a:cubicBezTo>
                    <a:pt x="1" y="137"/>
                    <a:pt x="1" y="170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153" y="256"/>
                    <a:pt x="207" y="223"/>
                    <a:pt x="223" y="153"/>
                  </a:cubicBezTo>
                  <a:cubicBezTo>
                    <a:pt x="240" y="120"/>
                    <a:pt x="223" y="87"/>
                    <a:pt x="223" y="50"/>
                  </a:cubicBezTo>
                  <a:cubicBezTo>
                    <a:pt x="207" y="50"/>
                    <a:pt x="207" y="33"/>
                    <a:pt x="207" y="33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4" name="Google Shape;18004;p44"/>
            <p:cNvSpPr/>
            <p:nvPr/>
          </p:nvSpPr>
          <p:spPr>
            <a:xfrm>
              <a:off x="3919975" y="27199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0"/>
                  </a:moveTo>
                  <a:cubicBezTo>
                    <a:pt x="88" y="0"/>
                    <a:pt x="17" y="37"/>
                    <a:pt x="1" y="103"/>
                  </a:cubicBezTo>
                  <a:cubicBezTo>
                    <a:pt x="1" y="140"/>
                    <a:pt x="1" y="173"/>
                    <a:pt x="17" y="206"/>
                  </a:cubicBezTo>
                  <a:cubicBezTo>
                    <a:pt x="38" y="244"/>
                    <a:pt x="55" y="260"/>
                    <a:pt x="88" y="260"/>
                  </a:cubicBezTo>
                  <a:cubicBezTo>
                    <a:pt x="121" y="260"/>
                    <a:pt x="141" y="260"/>
                    <a:pt x="174" y="244"/>
                  </a:cubicBezTo>
                  <a:cubicBezTo>
                    <a:pt x="191" y="206"/>
                    <a:pt x="207" y="190"/>
                    <a:pt x="224" y="157"/>
                  </a:cubicBezTo>
                  <a:cubicBezTo>
                    <a:pt x="224" y="120"/>
                    <a:pt x="224" y="87"/>
                    <a:pt x="207" y="54"/>
                  </a:cubicBezTo>
                  <a:cubicBezTo>
                    <a:pt x="207" y="54"/>
                    <a:pt x="207" y="37"/>
                    <a:pt x="191" y="37"/>
                  </a:cubicBezTo>
                  <a:cubicBezTo>
                    <a:pt x="174" y="17"/>
                    <a:pt x="158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5" name="Google Shape;18005;p44"/>
            <p:cNvSpPr/>
            <p:nvPr/>
          </p:nvSpPr>
          <p:spPr>
            <a:xfrm>
              <a:off x="4021825" y="2846575"/>
              <a:ext cx="5600" cy="4000"/>
            </a:xfrm>
            <a:custGeom>
              <a:avLst/>
              <a:gdLst/>
              <a:ahLst/>
              <a:cxnLst/>
              <a:rect l="l" t="t" r="r" b="b"/>
              <a:pathLst>
                <a:path w="224" h="160" extrusionOk="0">
                  <a:moveTo>
                    <a:pt x="111" y="0"/>
                  </a:moveTo>
                  <a:cubicBezTo>
                    <a:pt x="55" y="0"/>
                    <a:pt x="15" y="49"/>
                    <a:pt x="0" y="106"/>
                  </a:cubicBezTo>
                  <a:lnTo>
                    <a:pt x="0" y="160"/>
                  </a:lnTo>
                  <a:lnTo>
                    <a:pt x="223" y="160"/>
                  </a:lnTo>
                  <a:cubicBezTo>
                    <a:pt x="223" y="127"/>
                    <a:pt x="223" y="90"/>
                    <a:pt x="207" y="57"/>
                  </a:cubicBezTo>
                  <a:cubicBezTo>
                    <a:pt x="207" y="40"/>
                    <a:pt x="190" y="40"/>
                    <a:pt x="190" y="40"/>
                  </a:cubicBezTo>
                  <a:cubicBezTo>
                    <a:pt x="169" y="24"/>
                    <a:pt x="153" y="3"/>
                    <a:pt x="136" y="3"/>
                  </a:cubicBezTo>
                  <a:cubicBezTo>
                    <a:pt x="128" y="1"/>
                    <a:pt x="119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6" name="Google Shape;18006;p44"/>
            <p:cNvSpPr/>
            <p:nvPr/>
          </p:nvSpPr>
          <p:spPr>
            <a:xfrm>
              <a:off x="4200850" y="2815650"/>
              <a:ext cx="6125" cy="6350"/>
            </a:xfrm>
            <a:custGeom>
              <a:avLst/>
              <a:gdLst/>
              <a:ahLst/>
              <a:cxnLst/>
              <a:rect l="l" t="t" r="r" b="b"/>
              <a:pathLst>
                <a:path w="245" h="254" extrusionOk="0">
                  <a:moveTo>
                    <a:pt x="132" y="0"/>
                  </a:moveTo>
                  <a:cubicBezTo>
                    <a:pt x="76" y="0"/>
                    <a:pt x="35" y="49"/>
                    <a:pt x="17" y="107"/>
                  </a:cubicBezTo>
                  <a:cubicBezTo>
                    <a:pt x="1" y="144"/>
                    <a:pt x="17" y="177"/>
                    <a:pt x="38" y="210"/>
                  </a:cubicBezTo>
                  <a:cubicBezTo>
                    <a:pt x="54" y="230"/>
                    <a:pt x="71" y="247"/>
                    <a:pt x="87" y="247"/>
                  </a:cubicBezTo>
                  <a:cubicBezTo>
                    <a:pt x="97" y="252"/>
                    <a:pt x="107" y="254"/>
                    <a:pt x="117" y="254"/>
                  </a:cubicBezTo>
                  <a:cubicBezTo>
                    <a:pt x="140" y="254"/>
                    <a:pt x="162" y="242"/>
                    <a:pt x="174" y="230"/>
                  </a:cubicBezTo>
                  <a:cubicBezTo>
                    <a:pt x="207" y="210"/>
                    <a:pt x="224" y="177"/>
                    <a:pt x="224" y="144"/>
                  </a:cubicBezTo>
                  <a:cubicBezTo>
                    <a:pt x="244" y="107"/>
                    <a:pt x="244" y="74"/>
                    <a:pt x="224" y="57"/>
                  </a:cubicBezTo>
                  <a:cubicBezTo>
                    <a:pt x="207" y="41"/>
                    <a:pt x="207" y="41"/>
                    <a:pt x="207" y="24"/>
                  </a:cubicBezTo>
                  <a:lnTo>
                    <a:pt x="191" y="24"/>
                  </a:lnTo>
                  <a:cubicBezTo>
                    <a:pt x="174" y="3"/>
                    <a:pt x="174" y="3"/>
                    <a:pt x="158" y="3"/>
                  </a:cubicBezTo>
                  <a:cubicBezTo>
                    <a:pt x="149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7" name="Google Shape;18007;p44"/>
            <p:cNvSpPr/>
            <p:nvPr/>
          </p:nvSpPr>
          <p:spPr>
            <a:xfrm>
              <a:off x="4191900" y="273502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20" y="0"/>
                    <a:pt x="87" y="0"/>
                    <a:pt x="66" y="17"/>
                  </a:cubicBezTo>
                  <a:cubicBezTo>
                    <a:pt x="33" y="33"/>
                    <a:pt x="17" y="70"/>
                    <a:pt x="0" y="103"/>
                  </a:cubicBezTo>
                  <a:cubicBezTo>
                    <a:pt x="0" y="136"/>
                    <a:pt x="0" y="173"/>
                    <a:pt x="17" y="206"/>
                  </a:cubicBezTo>
                  <a:cubicBezTo>
                    <a:pt x="33" y="239"/>
                    <a:pt x="50" y="260"/>
                    <a:pt x="87" y="260"/>
                  </a:cubicBezTo>
                  <a:cubicBezTo>
                    <a:pt x="136" y="260"/>
                    <a:pt x="190" y="223"/>
                    <a:pt x="223" y="157"/>
                  </a:cubicBezTo>
                  <a:cubicBezTo>
                    <a:pt x="223" y="103"/>
                    <a:pt x="223" y="54"/>
                    <a:pt x="190" y="33"/>
                  </a:cubicBezTo>
                  <a:cubicBezTo>
                    <a:pt x="169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8" name="Google Shape;18008;p44"/>
            <p:cNvSpPr/>
            <p:nvPr/>
          </p:nvSpPr>
          <p:spPr>
            <a:xfrm>
              <a:off x="4196125" y="2797375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42" y="1"/>
                  </a:moveTo>
                  <a:cubicBezTo>
                    <a:pt x="127" y="1"/>
                    <a:pt x="114" y="5"/>
                    <a:pt x="103" y="13"/>
                  </a:cubicBezTo>
                  <a:cubicBezTo>
                    <a:pt x="37" y="34"/>
                    <a:pt x="0" y="116"/>
                    <a:pt x="21" y="170"/>
                  </a:cubicBezTo>
                  <a:cubicBezTo>
                    <a:pt x="35" y="228"/>
                    <a:pt x="82" y="260"/>
                    <a:pt x="129" y="260"/>
                  </a:cubicBezTo>
                  <a:cubicBezTo>
                    <a:pt x="138" y="260"/>
                    <a:pt x="148" y="259"/>
                    <a:pt x="157" y="256"/>
                  </a:cubicBezTo>
                  <a:cubicBezTo>
                    <a:pt x="227" y="219"/>
                    <a:pt x="260" y="153"/>
                    <a:pt x="243" y="83"/>
                  </a:cubicBezTo>
                  <a:cubicBezTo>
                    <a:pt x="227" y="67"/>
                    <a:pt x="227" y="50"/>
                    <a:pt x="206" y="34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3" y="5"/>
                    <a:pt x="157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9" name="Google Shape;18009;p44"/>
            <p:cNvSpPr/>
            <p:nvPr/>
          </p:nvSpPr>
          <p:spPr>
            <a:xfrm>
              <a:off x="4188400" y="282872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2" y="0"/>
                  </a:moveTo>
                  <a:cubicBezTo>
                    <a:pt x="101" y="0"/>
                    <a:pt x="66" y="19"/>
                    <a:pt x="37" y="49"/>
                  </a:cubicBezTo>
                  <a:cubicBezTo>
                    <a:pt x="0" y="99"/>
                    <a:pt x="0" y="185"/>
                    <a:pt x="37" y="223"/>
                  </a:cubicBezTo>
                  <a:cubicBezTo>
                    <a:pt x="54" y="239"/>
                    <a:pt x="70" y="256"/>
                    <a:pt x="87" y="256"/>
                  </a:cubicBezTo>
                  <a:cubicBezTo>
                    <a:pt x="124" y="256"/>
                    <a:pt x="173" y="239"/>
                    <a:pt x="190" y="202"/>
                  </a:cubicBezTo>
                  <a:cubicBezTo>
                    <a:pt x="227" y="169"/>
                    <a:pt x="243" y="119"/>
                    <a:pt x="227" y="66"/>
                  </a:cubicBezTo>
                  <a:cubicBezTo>
                    <a:pt x="227" y="49"/>
                    <a:pt x="206" y="3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0" name="Google Shape;18010;p44"/>
            <p:cNvSpPr/>
            <p:nvPr/>
          </p:nvSpPr>
          <p:spPr>
            <a:xfrm>
              <a:off x="4093050" y="2845000"/>
              <a:ext cx="6100" cy="5575"/>
            </a:xfrm>
            <a:custGeom>
              <a:avLst/>
              <a:gdLst/>
              <a:ahLst/>
              <a:cxnLst/>
              <a:rect l="l" t="t" r="r" b="b"/>
              <a:pathLst>
                <a:path w="244" h="223" extrusionOk="0">
                  <a:moveTo>
                    <a:pt x="157" y="0"/>
                  </a:moveTo>
                  <a:cubicBezTo>
                    <a:pt x="87" y="0"/>
                    <a:pt x="37" y="33"/>
                    <a:pt x="21" y="120"/>
                  </a:cubicBezTo>
                  <a:cubicBezTo>
                    <a:pt x="0" y="136"/>
                    <a:pt x="21" y="169"/>
                    <a:pt x="21" y="206"/>
                  </a:cubicBezTo>
                  <a:cubicBezTo>
                    <a:pt x="37" y="206"/>
                    <a:pt x="37" y="223"/>
                    <a:pt x="37" y="223"/>
                  </a:cubicBezTo>
                  <a:lnTo>
                    <a:pt x="190" y="223"/>
                  </a:lnTo>
                  <a:cubicBezTo>
                    <a:pt x="206" y="206"/>
                    <a:pt x="227" y="190"/>
                    <a:pt x="227" y="153"/>
                  </a:cubicBezTo>
                  <a:cubicBezTo>
                    <a:pt x="244" y="120"/>
                    <a:pt x="244" y="87"/>
                    <a:pt x="227" y="50"/>
                  </a:cubicBezTo>
                  <a:cubicBezTo>
                    <a:pt x="206" y="50"/>
                    <a:pt x="206" y="33"/>
                    <a:pt x="206" y="33"/>
                  </a:cubicBezTo>
                  <a:cubicBezTo>
                    <a:pt x="190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1" name="Google Shape;18011;p44"/>
            <p:cNvSpPr/>
            <p:nvPr/>
          </p:nvSpPr>
          <p:spPr>
            <a:xfrm>
              <a:off x="4121900" y="2847575"/>
              <a:ext cx="5600" cy="3000"/>
            </a:xfrm>
            <a:custGeom>
              <a:avLst/>
              <a:gdLst/>
              <a:ahLst/>
              <a:cxnLst/>
              <a:rect l="l" t="t" r="r" b="b"/>
              <a:pathLst>
                <a:path w="224" h="120" extrusionOk="0">
                  <a:moveTo>
                    <a:pt x="137" y="0"/>
                  </a:moveTo>
                  <a:cubicBezTo>
                    <a:pt x="67" y="0"/>
                    <a:pt x="17" y="50"/>
                    <a:pt x="1" y="120"/>
                  </a:cubicBezTo>
                  <a:lnTo>
                    <a:pt x="223" y="120"/>
                  </a:lnTo>
                  <a:cubicBezTo>
                    <a:pt x="223" y="103"/>
                    <a:pt x="223" y="66"/>
                    <a:pt x="207" y="50"/>
                  </a:cubicBezTo>
                  <a:lnTo>
                    <a:pt x="186" y="33"/>
                  </a:lnTo>
                  <a:cubicBezTo>
                    <a:pt x="170" y="17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2" name="Google Shape;18012;p44"/>
            <p:cNvSpPr/>
            <p:nvPr/>
          </p:nvSpPr>
          <p:spPr>
            <a:xfrm>
              <a:off x="3918350" y="276677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82" y="0"/>
                    <a:pt x="49" y="21"/>
                  </a:cubicBezTo>
                  <a:cubicBezTo>
                    <a:pt x="16" y="54"/>
                    <a:pt x="0" y="70"/>
                    <a:pt x="0" y="103"/>
                  </a:cubicBezTo>
                  <a:cubicBezTo>
                    <a:pt x="0" y="140"/>
                    <a:pt x="0" y="173"/>
                    <a:pt x="16" y="206"/>
                  </a:cubicBezTo>
                  <a:cubicBezTo>
                    <a:pt x="33" y="243"/>
                    <a:pt x="49" y="260"/>
                    <a:pt x="82" y="260"/>
                  </a:cubicBezTo>
                  <a:cubicBezTo>
                    <a:pt x="136" y="260"/>
                    <a:pt x="206" y="227"/>
                    <a:pt x="223" y="157"/>
                  </a:cubicBezTo>
                  <a:cubicBezTo>
                    <a:pt x="223" y="124"/>
                    <a:pt x="223" y="87"/>
                    <a:pt x="206" y="54"/>
                  </a:cubicBezTo>
                  <a:lnTo>
                    <a:pt x="186" y="37"/>
                  </a:lnTo>
                  <a:cubicBezTo>
                    <a:pt x="169" y="21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3" name="Google Shape;18013;p44"/>
            <p:cNvSpPr/>
            <p:nvPr/>
          </p:nvSpPr>
          <p:spPr>
            <a:xfrm>
              <a:off x="3961625" y="2773775"/>
              <a:ext cx="6100" cy="6725"/>
            </a:xfrm>
            <a:custGeom>
              <a:avLst/>
              <a:gdLst/>
              <a:ahLst/>
              <a:cxnLst/>
              <a:rect l="l" t="t" r="r" b="b"/>
              <a:pathLst>
                <a:path w="244" h="269" extrusionOk="0">
                  <a:moveTo>
                    <a:pt x="138" y="0"/>
                  </a:moveTo>
                  <a:cubicBezTo>
                    <a:pt x="123" y="0"/>
                    <a:pt x="106" y="5"/>
                    <a:pt x="87" y="13"/>
                  </a:cubicBezTo>
                  <a:cubicBezTo>
                    <a:pt x="38" y="29"/>
                    <a:pt x="1" y="116"/>
                    <a:pt x="21" y="186"/>
                  </a:cubicBezTo>
                  <a:cubicBezTo>
                    <a:pt x="21" y="202"/>
                    <a:pt x="38" y="235"/>
                    <a:pt x="71" y="256"/>
                  </a:cubicBezTo>
                  <a:cubicBezTo>
                    <a:pt x="87" y="264"/>
                    <a:pt x="101" y="268"/>
                    <a:pt x="114" y="268"/>
                  </a:cubicBezTo>
                  <a:cubicBezTo>
                    <a:pt x="127" y="268"/>
                    <a:pt x="141" y="264"/>
                    <a:pt x="157" y="256"/>
                  </a:cubicBezTo>
                  <a:cubicBezTo>
                    <a:pt x="190" y="235"/>
                    <a:pt x="207" y="219"/>
                    <a:pt x="227" y="186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27" y="66"/>
                    <a:pt x="227" y="50"/>
                    <a:pt x="207" y="29"/>
                  </a:cubicBezTo>
                  <a:cubicBezTo>
                    <a:pt x="190" y="29"/>
                    <a:pt x="190" y="13"/>
                    <a:pt x="174" y="13"/>
                  </a:cubicBezTo>
                  <a:cubicBezTo>
                    <a:pt x="166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4" name="Google Shape;18014;p44"/>
            <p:cNvSpPr/>
            <p:nvPr/>
          </p:nvSpPr>
          <p:spPr>
            <a:xfrm>
              <a:off x="3964200" y="2790350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28" y="1"/>
                  </a:moveTo>
                  <a:cubicBezTo>
                    <a:pt x="73" y="1"/>
                    <a:pt x="35" y="49"/>
                    <a:pt x="21" y="108"/>
                  </a:cubicBezTo>
                  <a:cubicBezTo>
                    <a:pt x="1" y="141"/>
                    <a:pt x="21" y="174"/>
                    <a:pt x="21" y="191"/>
                  </a:cubicBezTo>
                  <a:cubicBezTo>
                    <a:pt x="38" y="228"/>
                    <a:pt x="71" y="244"/>
                    <a:pt x="87" y="244"/>
                  </a:cubicBezTo>
                  <a:cubicBezTo>
                    <a:pt x="96" y="247"/>
                    <a:pt x="106" y="248"/>
                    <a:pt x="115" y="248"/>
                  </a:cubicBezTo>
                  <a:cubicBezTo>
                    <a:pt x="175" y="248"/>
                    <a:pt x="227" y="202"/>
                    <a:pt x="227" y="141"/>
                  </a:cubicBezTo>
                  <a:cubicBezTo>
                    <a:pt x="244" y="108"/>
                    <a:pt x="244" y="71"/>
                    <a:pt x="227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0" y="5"/>
                    <a:pt x="174" y="5"/>
                    <a:pt x="157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5" name="Google Shape;18015;p44"/>
            <p:cNvSpPr/>
            <p:nvPr/>
          </p:nvSpPr>
          <p:spPr>
            <a:xfrm>
              <a:off x="3965550" y="274542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5" y="1"/>
                  </a:moveTo>
                  <a:cubicBezTo>
                    <a:pt x="120" y="1"/>
                    <a:pt x="103" y="5"/>
                    <a:pt x="87" y="13"/>
                  </a:cubicBezTo>
                  <a:cubicBezTo>
                    <a:pt x="50" y="29"/>
                    <a:pt x="33" y="50"/>
                    <a:pt x="17" y="83"/>
                  </a:cubicBezTo>
                  <a:cubicBezTo>
                    <a:pt x="0" y="116"/>
                    <a:pt x="0" y="153"/>
                    <a:pt x="17" y="186"/>
                  </a:cubicBezTo>
                  <a:cubicBezTo>
                    <a:pt x="17" y="219"/>
                    <a:pt x="33" y="236"/>
                    <a:pt x="70" y="256"/>
                  </a:cubicBezTo>
                  <a:cubicBezTo>
                    <a:pt x="79" y="264"/>
                    <a:pt x="91" y="269"/>
                    <a:pt x="105" y="269"/>
                  </a:cubicBezTo>
                  <a:cubicBezTo>
                    <a:pt x="120" y="269"/>
                    <a:pt x="136" y="264"/>
                    <a:pt x="153" y="256"/>
                  </a:cubicBezTo>
                  <a:cubicBezTo>
                    <a:pt x="206" y="219"/>
                    <a:pt x="239" y="153"/>
                    <a:pt x="223" y="83"/>
                  </a:cubicBezTo>
                  <a:cubicBezTo>
                    <a:pt x="223" y="67"/>
                    <a:pt x="206" y="50"/>
                    <a:pt x="206" y="29"/>
                  </a:cubicBezTo>
                  <a:cubicBezTo>
                    <a:pt x="190" y="29"/>
                    <a:pt x="190" y="13"/>
                    <a:pt x="173" y="13"/>
                  </a:cubicBezTo>
                  <a:cubicBezTo>
                    <a:pt x="163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6" name="Google Shape;18016;p44"/>
            <p:cNvSpPr/>
            <p:nvPr/>
          </p:nvSpPr>
          <p:spPr>
            <a:xfrm>
              <a:off x="3956475" y="28227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8" y="0"/>
                  </a:moveTo>
                  <a:cubicBezTo>
                    <a:pt x="103" y="0"/>
                    <a:pt x="67" y="19"/>
                    <a:pt x="38" y="50"/>
                  </a:cubicBezTo>
                  <a:cubicBezTo>
                    <a:pt x="0" y="100"/>
                    <a:pt x="0" y="186"/>
                    <a:pt x="38" y="236"/>
                  </a:cubicBezTo>
                  <a:cubicBezTo>
                    <a:pt x="58" y="251"/>
                    <a:pt x="83" y="260"/>
                    <a:pt x="108" y="260"/>
                  </a:cubicBezTo>
                  <a:cubicBezTo>
                    <a:pt x="142" y="260"/>
                    <a:pt x="178" y="243"/>
                    <a:pt x="207" y="203"/>
                  </a:cubicBezTo>
                  <a:cubicBezTo>
                    <a:pt x="244" y="153"/>
                    <a:pt x="244" y="67"/>
                    <a:pt x="207" y="30"/>
                  </a:cubicBezTo>
                  <a:cubicBezTo>
                    <a:pt x="186" y="9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7" name="Google Shape;18017;p44"/>
            <p:cNvSpPr/>
            <p:nvPr/>
          </p:nvSpPr>
          <p:spPr>
            <a:xfrm>
              <a:off x="3953900" y="2803350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03" y="1"/>
                  </a:moveTo>
                  <a:cubicBezTo>
                    <a:pt x="38" y="34"/>
                    <a:pt x="0" y="104"/>
                    <a:pt x="21" y="170"/>
                  </a:cubicBezTo>
                  <a:cubicBezTo>
                    <a:pt x="21" y="207"/>
                    <a:pt x="54" y="223"/>
                    <a:pt x="70" y="240"/>
                  </a:cubicBezTo>
                  <a:cubicBezTo>
                    <a:pt x="87" y="248"/>
                    <a:pt x="100" y="252"/>
                    <a:pt x="114" y="252"/>
                  </a:cubicBezTo>
                  <a:cubicBezTo>
                    <a:pt x="127" y="252"/>
                    <a:pt x="141" y="248"/>
                    <a:pt x="157" y="240"/>
                  </a:cubicBezTo>
                  <a:cubicBezTo>
                    <a:pt x="227" y="223"/>
                    <a:pt x="260" y="137"/>
                    <a:pt x="244" y="83"/>
                  </a:cubicBezTo>
                  <a:cubicBezTo>
                    <a:pt x="227" y="50"/>
                    <a:pt x="227" y="34"/>
                    <a:pt x="207" y="34"/>
                  </a:cubicBezTo>
                  <a:cubicBezTo>
                    <a:pt x="207" y="17"/>
                    <a:pt x="190" y="17"/>
                    <a:pt x="190" y="17"/>
                  </a:cubicBez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8" name="Google Shape;18018;p44"/>
            <p:cNvSpPr/>
            <p:nvPr/>
          </p:nvSpPr>
          <p:spPr>
            <a:xfrm>
              <a:off x="3951825" y="2741275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36" y="0"/>
                  </a:moveTo>
                  <a:cubicBezTo>
                    <a:pt x="102" y="0"/>
                    <a:pt x="68" y="14"/>
                    <a:pt x="50" y="43"/>
                  </a:cubicBezTo>
                  <a:cubicBezTo>
                    <a:pt x="1" y="113"/>
                    <a:pt x="1" y="179"/>
                    <a:pt x="50" y="233"/>
                  </a:cubicBezTo>
                  <a:cubicBezTo>
                    <a:pt x="67" y="249"/>
                    <a:pt x="83" y="249"/>
                    <a:pt x="104" y="249"/>
                  </a:cubicBezTo>
                  <a:cubicBezTo>
                    <a:pt x="113" y="253"/>
                    <a:pt x="122" y="256"/>
                    <a:pt x="131" y="256"/>
                  </a:cubicBezTo>
                  <a:cubicBezTo>
                    <a:pt x="155" y="256"/>
                    <a:pt x="180" y="240"/>
                    <a:pt x="207" y="216"/>
                  </a:cubicBezTo>
                  <a:cubicBezTo>
                    <a:pt x="240" y="162"/>
                    <a:pt x="240" y="113"/>
                    <a:pt x="240" y="76"/>
                  </a:cubicBezTo>
                  <a:cubicBezTo>
                    <a:pt x="224" y="59"/>
                    <a:pt x="224" y="43"/>
                    <a:pt x="207" y="26"/>
                  </a:cubicBezTo>
                  <a:cubicBezTo>
                    <a:pt x="190" y="10"/>
                    <a:pt x="16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9" name="Google Shape;18019;p44"/>
            <p:cNvSpPr/>
            <p:nvPr/>
          </p:nvSpPr>
          <p:spPr>
            <a:xfrm>
              <a:off x="3957400" y="27585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7" y="0"/>
                  </a:moveTo>
                  <a:cubicBezTo>
                    <a:pt x="71" y="0"/>
                    <a:pt x="15" y="49"/>
                    <a:pt x="1" y="106"/>
                  </a:cubicBezTo>
                  <a:cubicBezTo>
                    <a:pt x="1" y="144"/>
                    <a:pt x="1" y="177"/>
                    <a:pt x="17" y="209"/>
                  </a:cubicBezTo>
                  <a:cubicBezTo>
                    <a:pt x="34" y="226"/>
                    <a:pt x="50" y="247"/>
                    <a:pt x="87" y="263"/>
                  </a:cubicBezTo>
                  <a:cubicBezTo>
                    <a:pt x="153" y="263"/>
                    <a:pt x="207" y="209"/>
                    <a:pt x="223" y="144"/>
                  </a:cubicBezTo>
                  <a:cubicBezTo>
                    <a:pt x="240" y="106"/>
                    <a:pt x="223" y="57"/>
                    <a:pt x="190" y="20"/>
                  </a:cubicBezTo>
                  <a:cubicBezTo>
                    <a:pt x="170" y="20"/>
                    <a:pt x="153" y="3"/>
                    <a:pt x="137" y="3"/>
                  </a:cubicBezTo>
                  <a:cubicBezTo>
                    <a:pt x="131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0" name="Google Shape;18020;p44"/>
            <p:cNvSpPr/>
            <p:nvPr/>
          </p:nvSpPr>
          <p:spPr>
            <a:xfrm>
              <a:off x="3973275" y="2762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14" y="0"/>
                  </a:moveTo>
                  <a:cubicBezTo>
                    <a:pt x="68" y="0"/>
                    <a:pt x="15" y="48"/>
                    <a:pt x="1" y="108"/>
                  </a:cubicBezTo>
                  <a:cubicBezTo>
                    <a:pt x="1" y="141"/>
                    <a:pt x="1" y="174"/>
                    <a:pt x="17" y="211"/>
                  </a:cubicBezTo>
                  <a:cubicBezTo>
                    <a:pt x="33" y="227"/>
                    <a:pt x="50" y="244"/>
                    <a:pt x="87" y="260"/>
                  </a:cubicBezTo>
                  <a:cubicBezTo>
                    <a:pt x="120" y="260"/>
                    <a:pt x="153" y="244"/>
                    <a:pt x="174" y="227"/>
                  </a:cubicBezTo>
                  <a:cubicBezTo>
                    <a:pt x="207" y="211"/>
                    <a:pt x="223" y="174"/>
                    <a:pt x="223" y="141"/>
                  </a:cubicBezTo>
                  <a:cubicBezTo>
                    <a:pt x="240" y="108"/>
                    <a:pt x="223" y="70"/>
                    <a:pt x="207" y="54"/>
                  </a:cubicBezTo>
                  <a:cubicBezTo>
                    <a:pt x="207" y="38"/>
                    <a:pt x="207" y="38"/>
                    <a:pt x="190" y="21"/>
                  </a:cubicBezTo>
                  <a:cubicBezTo>
                    <a:pt x="190" y="21"/>
                    <a:pt x="174" y="5"/>
                    <a:pt x="137" y="5"/>
                  </a:cubicBezTo>
                  <a:cubicBezTo>
                    <a:pt x="129" y="1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1" name="Google Shape;18021;p44"/>
            <p:cNvSpPr/>
            <p:nvPr/>
          </p:nvSpPr>
          <p:spPr>
            <a:xfrm>
              <a:off x="3977100" y="2837925"/>
              <a:ext cx="6100" cy="6375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32" y="1"/>
                  </a:moveTo>
                  <a:cubicBezTo>
                    <a:pt x="101" y="1"/>
                    <a:pt x="72" y="13"/>
                    <a:pt x="54" y="40"/>
                  </a:cubicBezTo>
                  <a:cubicBezTo>
                    <a:pt x="0" y="110"/>
                    <a:pt x="0" y="180"/>
                    <a:pt x="54" y="230"/>
                  </a:cubicBezTo>
                  <a:cubicBezTo>
                    <a:pt x="70" y="246"/>
                    <a:pt x="70" y="246"/>
                    <a:pt x="87" y="246"/>
                  </a:cubicBezTo>
                  <a:cubicBezTo>
                    <a:pt x="101" y="252"/>
                    <a:pt x="115" y="254"/>
                    <a:pt x="127" y="254"/>
                  </a:cubicBezTo>
                  <a:cubicBezTo>
                    <a:pt x="158" y="254"/>
                    <a:pt x="182" y="237"/>
                    <a:pt x="206" y="213"/>
                  </a:cubicBezTo>
                  <a:cubicBezTo>
                    <a:pt x="243" y="164"/>
                    <a:pt x="243" y="110"/>
                    <a:pt x="243" y="77"/>
                  </a:cubicBezTo>
                  <a:cubicBezTo>
                    <a:pt x="227" y="61"/>
                    <a:pt x="227" y="40"/>
                    <a:pt x="206" y="24"/>
                  </a:cubicBezTo>
                  <a:cubicBezTo>
                    <a:pt x="184" y="9"/>
                    <a:pt x="158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2" name="Google Shape;18022;p44"/>
            <p:cNvSpPr/>
            <p:nvPr/>
          </p:nvSpPr>
          <p:spPr>
            <a:xfrm>
              <a:off x="3979250" y="27934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1"/>
                  </a:moveTo>
                  <a:cubicBezTo>
                    <a:pt x="104" y="1"/>
                    <a:pt x="87" y="17"/>
                    <a:pt x="54" y="34"/>
                  </a:cubicBezTo>
                  <a:cubicBezTo>
                    <a:pt x="38" y="50"/>
                    <a:pt x="1" y="87"/>
                    <a:pt x="1" y="120"/>
                  </a:cubicBezTo>
                  <a:cubicBezTo>
                    <a:pt x="1" y="153"/>
                    <a:pt x="1" y="191"/>
                    <a:pt x="17" y="207"/>
                  </a:cubicBezTo>
                  <a:cubicBezTo>
                    <a:pt x="38" y="240"/>
                    <a:pt x="54" y="257"/>
                    <a:pt x="87" y="257"/>
                  </a:cubicBezTo>
                  <a:cubicBezTo>
                    <a:pt x="94" y="259"/>
                    <a:pt x="101" y="260"/>
                    <a:pt x="109" y="260"/>
                  </a:cubicBezTo>
                  <a:cubicBezTo>
                    <a:pt x="157" y="260"/>
                    <a:pt x="209" y="214"/>
                    <a:pt x="223" y="153"/>
                  </a:cubicBezTo>
                  <a:cubicBezTo>
                    <a:pt x="223" y="120"/>
                    <a:pt x="223" y="87"/>
                    <a:pt x="207" y="50"/>
                  </a:cubicBezTo>
                  <a:lnTo>
                    <a:pt x="190" y="34"/>
                  </a:lnTo>
                  <a:cubicBezTo>
                    <a:pt x="174" y="17"/>
                    <a:pt x="157" y="17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3" name="Google Shape;18023;p44"/>
            <p:cNvSpPr/>
            <p:nvPr/>
          </p:nvSpPr>
          <p:spPr>
            <a:xfrm>
              <a:off x="3975450" y="2823275"/>
              <a:ext cx="5575" cy="6350"/>
            </a:xfrm>
            <a:custGeom>
              <a:avLst/>
              <a:gdLst/>
              <a:ahLst/>
              <a:cxnLst/>
              <a:rect l="l" t="t" r="r" b="b"/>
              <a:pathLst>
                <a:path w="223" h="254" extrusionOk="0">
                  <a:moveTo>
                    <a:pt x="111" y="1"/>
                  </a:moveTo>
                  <a:cubicBezTo>
                    <a:pt x="92" y="1"/>
                    <a:pt x="76" y="14"/>
                    <a:pt x="50" y="28"/>
                  </a:cubicBezTo>
                  <a:cubicBezTo>
                    <a:pt x="33" y="45"/>
                    <a:pt x="0" y="78"/>
                    <a:pt x="0" y="111"/>
                  </a:cubicBezTo>
                  <a:cubicBezTo>
                    <a:pt x="0" y="148"/>
                    <a:pt x="0" y="181"/>
                    <a:pt x="17" y="197"/>
                  </a:cubicBezTo>
                  <a:cubicBezTo>
                    <a:pt x="33" y="234"/>
                    <a:pt x="50" y="251"/>
                    <a:pt x="87" y="251"/>
                  </a:cubicBezTo>
                  <a:cubicBezTo>
                    <a:pt x="93" y="253"/>
                    <a:pt x="99" y="254"/>
                    <a:pt x="106" y="254"/>
                  </a:cubicBezTo>
                  <a:cubicBezTo>
                    <a:pt x="153" y="254"/>
                    <a:pt x="208" y="206"/>
                    <a:pt x="223" y="148"/>
                  </a:cubicBezTo>
                  <a:cubicBezTo>
                    <a:pt x="223" y="111"/>
                    <a:pt x="223" y="78"/>
                    <a:pt x="206" y="61"/>
                  </a:cubicBezTo>
                  <a:cubicBezTo>
                    <a:pt x="206" y="45"/>
                    <a:pt x="190" y="45"/>
                    <a:pt x="190" y="28"/>
                  </a:cubicBezTo>
                  <a:cubicBezTo>
                    <a:pt x="169" y="8"/>
                    <a:pt x="153" y="8"/>
                    <a:pt x="136" y="8"/>
                  </a:cubicBezTo>
                  <a:cubicBezTo>
                    <a:pt x="127" y="3"/>
                    <a:pt x="119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4" name="Google Shape;18024;p44"/>
            <p:cNvSpPr/>
            <p:nvPr/>
          </p:nvSpPr>
          <p:spPr>
            <a:xfrm>
              <a:off x="3935850" y="2726875"/>
              <a:ext cx="5700" cy="5700"/>
            </a:xfrm>
            <a:custGeom>
              <a:avLst/>
              <a:gdLst/>
              <a:ahLst/>
              <a:cxnLst/>
              <a:rect l="l" t="t" r="r" b="b"/>
              <a:pathLst>
                <a:path w="228" h="228" extrusionOk="0">
                  <a:moveTo>
                    <a:pt x="54" y="0"/>
                  </a:moveTo>
                  <a:cubicBezTo>
                    <a:pt x="38" y="17"/>
                    <a:pt x="38" y="33"/>
                    <a:pt x="22" y="50"/>
                  </a:cubicBezTo>
                  <a:cubicBezTo>
                    <a:pt x="1" y="87"/>
                    <a:pt x="1" y="120"/>
                    <a:pt x="1" y="137"/>
                  </a:cubicBezTo>
                  <a:cubicBezTo>
                    <a:pt x="18" y="195"/>
                    <a:pt x="66" y="227"/>
                    <a:pt x="113" y="227"/>
                  </a:cubicBezTo>
                  <a:cubicBezTo>
                    <a:pt x="122" y="227"/>
                    <a:pt x="132" y="226"/>
                    <a:pt x="141" y="223"/>
                  </a:cubicBezTo>
                  <a:cubicBezTo>
                    <a:pt x="174" y="207"/>
                    <a:pt x="207" y="174"/>
                    <a:pt x="228" y="137"/>
                  </a:cubicBezTo>
                  <a:cubicBezTo>
                    <a:pt x="158" y="87"/>
                    <a:pt x="104" y="5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5" name="Google Shape;18025;p44"/>
            <p:cNvSpPr/>
            <p:nvPr/>
          </p:nvSpPr>
          <p:spPr>
            <a:xfrm>
              <a:off x="3968525" y="28080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0"/>
                  </a:moveTo>
                  <a:cubicBezTo>
                    <a:pt x="71" y="21"/>
                    <a:pt x="34" y="54"/>
                    <a:pt x="17" y="124"/>
                  </a:cubicBezTo>
                  <a:cubicBezTo>
                    <a:pt x="1" y="157"/>
                    <a:pt x="17" y="190"/>
                    <a:pt x="34" y="206"/>
                  </a:cubicBezTo>
                  <a:cubicBezTo>
                    <a:pt x="54" y="243"/>
                    <a:pt x="71" y="260"/>
                    <a:pt x="104" y="260"/>
                  </a:cubicBezTo>
                  <a:cubicBezTo>
                    <a:pt x="111" y="262"/>
                    <a:pt x="118" y="263"/>
                    <a:pt x="125" y="263"/>
                  </a:cubicBezTo>
                  <a:cubicBezTo>
                    <a:pt x="174" y="263"/>
                    <a:pt x="226" y="218"/>
                    <a:pt x="240" y="157"/>
                  </a:cubicBezTo>
                  <a:lnTo>
                    <a:pt x="240" y="124"/>
                  </a:lnTo>
                  <a:cubicBezTo>
                    <a:pt x="240" y="87"/>
                    <a:pt x="223" y="54"/>
                    <a:pt x="207" y="37"/>
                  </a:cubicBezTo>
                  <a:cubicBezTo>
                    <a:pt x="191" y="21"/>
                    <a:pt x="174" y="21"/>
                    <a:pt x="158" y="21"/>
                  </a:cubicBezTo>
                  <a:cubicBezTo>
                    <a:pt x="137" y="0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6" name="Google Shape;18026;p44"/>
            <p:cNvSpPr/>
            <p:nvPr/>
          </p:nvSpPr>
          <p:spPr>
            <a:xfrm>
              <a:off x="3963800" y="28376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87" y="1"/>
                    <a:pt x="17" y="50"/>
                    <a:pt x="0" y="120"/>
                  </a:cubicBezTo>
                  <a:cubicBezTo>
                    <a:pt x="0" y="153"/>
                    <a:pt x="0" y="190"/>
                    <a:pt x="17" y="207"/>
                  </a:cubicBezTo>
                  <a:cubicBezTo>
                    <a:pt x="37" y="240"/>
                    <a:pt x="54" y="256"/>
                    <a:pt x="87" y="256"/>
                  </a:cubicBezTo>
                  <a:cubicBezTo>
                    <a:pt x="97" y="259"/>
                    <a:pt x="107" y="261"/>
                    <a:pt x="116" y="261"/>
                  </a:cubicBezTo>
                  <a:cubicBezTo>
                    <a:pt x="171" y="261"/>
                    <a:pt x="209" y="213"/>
                    <a:pt x="223" y="153"/>
                  </a:cubicBezTo>
                  <a:cubicBezTo>
                    <a:pt x="243" y="120"/>
                    <a:pt x="223" y="87"/>
                    <a:pt x="206" y="50"/>
                  </a:cubicBezTo>
                  <a:cubicBezTo>
                    <a:pt x="206" y="50"/>
                    <a:pt x="206" y="34"/>
                    <a:pt x="190" y="34"/>
                  </a:cubicBezTo>
                  <a:cubicBezTo>
                    <a:pt x="190" y="17"/>
                    <a:pt x="173" y="17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7" name="Google Shape;18027;p44"/>
            <p:cNvSpPr/>
            <p:nvPr/>
          </p:nvSpPr>
          <p:spPr>
            <a:xfrm>
              <a:off x="3977100" y="2776575"/>
              <a:ext cx="5675" cy="6350"/>
            </a:xfrm>
            <a:custGeom>
              <a:avLst/>
              <a:gdLst/>
              <a:ahLst/>
              <a:cxnLst/>
              <a:rect l="l" t="t" r="r" b="b"/>
              <a:pathLst>
                <a:path w="227" h="254" extrusionOk="0">
                  <a:moveTo>
                    <a:pt x="120" y="1"/>
                  </a:moveTo>
                  <a:cubicBezTo>
                    <a:pt x="71" y="1"/>
                    <a:pt x="18" y="49"/>
                    <a:pt x="0" y="107"/>
                  </a:cubicBezTo>
                  <a:cubicBezTo>
                    <a:pt x="0" y="144"/>
                    <a:pt x="0" y="177"/>
                    <a:pt x="21" y="194"/>
                  </a:cubicBezTo>
                  <a:cubicBezTo>
                    <a:pt x="37" y="226"/>
                    <a:pt x="54" y="247"/>
                    <a:pt x="87" y="247"/>
                  </a:cubicBezTo>
                  <a:cubicBezTo>
                    <a:pt x="97" y="252"/>
                    <a:pt x="106" y="254"/>
                    <a:pt x="114" y="254"/>
                  </a:cubicBezTo>
                  <a:cubicBezTo>
                    <a:pt x="135" y="254"/>
                    <a:pt x="150" y="241"/>
                    <a:pt x="173" y="226"/>
                  </a:cubicBezTo>
                  <a:cubicBezTo>
                    <a:pt x="190" y="210"/>
                    <a:pt x="206" y="177"/>
                    <a:pt x="227" y="144"/>
                  </a:cubicBezTo>
                  <a:cubicBezTo>
                    <a:pt x="227" y="107"/>
                    <a:pt x="227" y="74"/>
                    <a:pt x="206" y="57"/>
                  </a:cubicBezTo>
                  <a:cubicBezTo>
                    <a:pt x="206" y="41"/>
                    <a:pt x="206" y="41"/>
                    <a:pt x="190" y="20"/>
                  </a:cubicBezTo>
                  <a:cubicBezTo>
                    <a:pt x="173" y="4"/>
                    <a:pt x="157" y="4"/>
                    <a:pt x="140" y="4"/>
                  </a:cubicBezTo>
                  <a:cubicBezTo>
                    <a:pt x="134" y="2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028" name="Google Shape;18028;p44"/>
          <p:cNvSpPr/>
          <p:nvPr/>
        </p:nvSpPr>
        <p:spPr>
          <a:xfrm rot="-5400000" flipH="1">
            <a:off x="8090249" y="4027276"/>
            <a:ext cx="753101" cy="616198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BIG_NUMBER_2_1">
    <p:spTree>
      <p:nvGrpSpPr>
        <p:cNvPr id="1" name="Shape 18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30" name="Google Shape;18030;p45"/>
          <p:cNvSpPr txBox="1">
            <a:spLocks noGrp="1"/>
          </p:cNvSpPr>
          <p:nvPr>
            <p:ph type="title" hasCustomPrompt="1"/>
          </p:nvPr>
        </p:nvSpPr>
        <p:spPr>
          <a:xfrm>
            <a:off x="2564375" y="2238414"/>
            <a:ext cx="2473200" cy="85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56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8031" name="Google Shape;18031;p45"/>
          <p:cNvSpPr txBox="1">
            <a:spLocks noGrp="1"/>
          </p:cNvSpPr>
          <p:nvPr>
            <p:ph type="title" idx="2" hasCustomPrompt="1"/>
          </p:nvPr>
        </p:nvSpPr>
        <p:spPr>
          <a:xfrm>
            <a:off x="5024499" y="2176762"/>
            <a:ext cx="1398600" cy="56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36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032" name="Google Shape;18032;p45"/>
          <p:cNvSpPr txBox="1">
            <a:spLocks noGrp="1"/>
          </p:cNvSpPr>
          <p:nvPr>
            <p:ph type="title" idx="3" hasCustomPrompt="1"/>
          </p:nvPr>
        </p:nvSpPr>
        <p:spPr>
          <a:xfrm>
            <a:off x="4690362" y="3503587"/>
            <a:ext cx="972300" cy="34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033" name="Google Shape;18033;p45"/>
          <p:cNvSpPr txBox="1">
            <a:spLocks noGrp="1"/>
          </p:cNvSpPr>
          <p:nvPr>
            <p:ph type="title" idx="4"/>
          </p:nvPr>
        </p:nvSpPr>
        <p:spPr>
          <a:xfrm>
            <a:off x="720000" y="540000"/>
            <a:ext cx="7704000" cy="69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034" name="Google Shape;18034;p45"/>
          <p:cNvSpPr/>
          <p:nvPr/>
        </p:nvSpPr>
        <p:spPr>
          <a:xfrm rot="8405528" flipH="1">
            <a:off x="157178" y="1820773"/>
            <a:ext cx="513994" cy="420552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35" name="Google Shape;18035;p45"/>
          <p:cNvSpPr/>
          <p:nvPr/>
        </p:nvSpPr>
        <p:spPr>
          <a:xfrm flipH="1">
            <a:off x="-691437" y="4063624"/>
            <a:ext cx="1543786" cy="1693878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36" name="Google Shape;18036;p45"/>
          <p:cNvSpPr/>
          <p:nvPr/>
        </p:nvSpPr>
        <p:spPr>
          <a:xfrm rot="2394472">
            <a:off x="8935428" y="3060775"/>
            <a:ext cx="513994" cy="420552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37" name="Google Shape;18037;p45"/>
          <p:cNvSpPr/>
          <p:nvPr/>
        </p:nvSpPr>
        <p:spPr>
          <a:xfrm rot="10800000">
            <a:off x="8086813" y="-455402"/>
            <a:ext cx="1543786" cy="1693878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CUSTOM_17">
    <p:spTree>
      <p:nvGrpSpPr>
        <p:cNvPr id="1" name="Shape 18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10" name="Google Shape;18510;p4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953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8511" name="Google Shape;18511;p47"/>
          <p:cNvSpPr/>
          <p:nvPr/>
        </p:nvSpPr>
        <p:spPr>
          <a:xfrm>
            <a:off x="-976700" y="4260000"/>
            <a:ext cx="2769474" cy="2340126"/>
          </a:xfrm>
          <a:custGeom>
            <a:avLst/>
            <a:gdLst/>
            <a:ahLst/>
            <a:cxnLst/>
            <a:rect l="l" t="t" r="r" b="b"/>
            <a:pathLst>
              <a:path w="8521" h="7200" extrusionOk="0">
                <a:moveTo>
                  <a:pt x="6541" y="1"/>
                </a:moveTo>
                <a:cubicBezTo>
                  <a:pt x="6496" y="1"/>
                  <a:pt x="6453" y="4"/>
                  <a:pt x="6412" y="9"/>
                </a:cubicBezTo>
                <a:cubicBezTo>
                  <a:pt x="5770" y="94"/>
                  <a:pt x="4963" y="567"/>
                  <a:pt x="4013" y="567"/>
                </a:cubicBezTo>
                <a:cubicBezTo>
                  <a:pt x="3705" y="567"/>
                  <a:pt x="3382" y="517"/>
                  <a:pt x="3045" y="388"/>
                </a:cubicBezTo>
                <a:cubicBezTo>
                  <a:pt x="2461" y="149"/>
                  <a:pt x="1962" y="65"/>
                  <a:pt x="1611" y="65"/>
                </a:cubicBezTo>
                <a:cubicBezTo>
                  <a:pt x="1588" y="64"/>
                  <a:pt x="1566" y="63"/>
                  <a:pt x="1543" y="63"/>
                </a:cubicBezTo>
                <a:cubicBezTo>
                  <a:pt x="922" y="63"/>
                  <a:pt x="346" y="439"/>
                  <a:pt x="177" y="1063"/>
                </a:cubicBezTo>
                <a:cubicBezTo>
                  <a:pt x="1" y="1527"/>
                  <a:pt x="148" y="2026"/>
                  <a:pt x="324" y="2406"/>
                </a:cubicBezTo>
                <a:cubicBezTo>
                  <a:pt x="676" y="3109"/>
                  <a:pt x="465" y="4719"/>
                  <a:pt x="465" y="4754"/>
                </a:cubicBezTo>
                <a:cubicBezTo>
                  <a:pt x="385" y="5469"/>
                  <a:pt x="873" y="7199"/>
                  <a:pt x="2814" y="7199"/>
                </a:cubicBezTo>
                <a:cubicBezTo>
                  <a:pt x="2935" y="7199"/>
                  <a:pt x="3061" y="7193"/>
                  <a:pt x="3192" y="7179"/>
                </a:cubicBezTo>
                <a:cubicBezTo>
                  <a:pt x="5477" y="6919"/>
                  <a:pt x="7558" y="4754"/>
                  <a:pt x="8057" y="2673"/>
                </a:cubicBezTo>
                <a:cubicBezTo>
                  <a:pt x="8521" y="736"/>
                  <a:pt x="7295" y="1"/>
                  <a:pt x="65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512" name="Google Shape;18512;p47"/>
          <p:cNvGrpSpPr/>
          <p:nvPr/>
        </p:nvGrpSpPr>
        <p:grpSpPr>
          <a:xfrm>
            <a:off x="7676148" y="-63226"/>
            <a:ext cx="2192535" cy="1200546"/>
            <a:chOff x="4465450" y="2268625"/>
            <a:chExt cx="520125" cy="284800"/>
          </a:xfrm>
        </p:grpSpPr>
        <p:sp>
          <p:nvSpPr>
            <p:cNvPr id="18513" name="Google Shape;18513;p47"/>
            <p:cNvSpPr/>
            <p:nvPr/>
          </p:nvSpPr>
          <p:spPr>
            <a:xfrm>
              <a:off x="4729100" y="2352425"/>
              <a:ext cx="6925" cy="4650"/>
            </a:xfrm>
            <a:custGeom>
              <a:avLst/>
              <a:gdLst/>
              <a:ahLst/>
              <a:cxnLst/>
              <a:rect l="l" t="t" r="r" b="b"/>
              <a:pathLst>
                <a:path w="277" h="186" extrusionOk="0">
                  <a:moveTo>
                    <a:pt x="174" y="0"/>
                  </a:moveTo>
                  <a:cubicBezTo>
                    <a:pt x="141" y="0"/>
                    <a:pt x="104" y="17"/>
                    <a:pt x="87" y="33"/>
                  </a:cubicBezTo>
                  <a:cubicBezTo>
                    <a:pt x="54" y="49"/>
                    <a:pt x="38" y="66"/>
                    <a:pt x="17" y="103"/>
                  </a:cubicBezTo>
                  <a:cubicBezTo>
                    <a:pt x="1" y="153"/>
                    <a:pt x="38" y="186"/>
                    <a:pt x="104" y="186"/>
                  </a:cubicBezTo>
                  <a:lnTo>
                    <a:pt x="157" y="186"/>
                  </a:lnTo>
                  <a:cubicBezTo>
                    <a:pt x="174" y="169"/>
                    <a:pt x="174" y="169"/>
                    <a:pt x="190" y="169"/>
                  </a:cubicBezTo>
                  <a:cubicBezTo>
                    <a:pt x="223" y="153"/>
                    <a:pt x="244" y="120"/>
                    <a:pt x="244" y="103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4" name="Google Shape;18514;p47"/>
            <p:cNvSpPr/>
            <p:nvPr/>
          </p:nvSpPr>
          <p:spPr>
            <a:xfrm>
              <a:off x="4715800" y="2351900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37" y="0"/>
                  </a:moveTo>
                  <a:cubicBezTo>
                    <a:pt x="104" y="21"/>
                    <a:pt x="71" y="38"/>
                    <a:pt x="54" y="54"/>
                  </a:cubicBezTo>
                  <a:cubicBezTo>
                    <a:pt x="1" y="103"/>
                    <a:pt x="1" y="157"/>
                    <a:pt x="34" y="190"/>
                  </a:cubicBezTo>
                  <a:cubicBezTo>
                    <a:pt x="52" y="198"/>
                    <a:pt x="66" y="202"/>
                    <a:pt x="79" y="202"/>
                  </a:cubicBezTo>
                  <a:cubicBezTo>
                    <a:pt x="92" y="202"/>
                    <a:pt x="104" y="198"/>
                    <a:pt x="120" y="190"/>
                  </a:cubicBezTo>
                  <a:lnTo>
                    <a:pt x="158" y="190"/>
                  </a:lnTo>
                  <a:cubicBezTo>
                    <a:pt x="174" y="174"/>
                    <a:pt x="191" y="174"/>
                    <a:pt x="207" y="157"/>
                  </a:cubicBezTo>
                  <a:cubicBezTo>
                    <a:pt x="261" y="103"/>
                    <a:pt x="261" y="38"/>
                    <a:pt x="224" y="21"/>
                  </a:cubicBezTo>
                  <a:cubicBezTo>
                    <a:pt x="191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5" name="Google Shape;18515;p47"/>
            <p:cNvSpPr/>
            <p:nvPr/>
          </p:nvSpPr>
          <p:spPr>
            <a:xfrm>
              <a:off x="4711075" y="234035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20" y="17"/>
                    <a:pt x="87" y="34"/>
                  </a:cubicBezTo>
                  <a:cubicBezTo>
                    <a:pt x="54" y="50"/>
                    <a:pt x="37" y="87"/>
                    <a:pt x="17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0" y="207"/>
                    <a:pt x="140" y="190"/>
                    <a:pt x="157" y="190"/>
                  </a:cubicBezTo>
                  <a:cubicBezTo>
                    <a:pt x="173" y="190"/>
                    <a:pt x="190" y="174"/>
                    <a:pt x="190" y="174"/>
                  </a:cubicBezTo>
                  <a:cubicBezTo>
                    <a:pt x="223" y="153"/>
                    <a:pt x="243" y="137"/>
                    <a:pt x="260" y="104"/>
                  </a:cubicBezTo>
                  <a:cubicBezTo>
                    <a:pt x="260" y="71"/>
                    <a:pt x="260" y="50"/>
                    <a:pt x="243" y="34"/>
                  </a:cubicBezTo>
                  <a:cubicBezTo>
                    <a:pt x="223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6" name="Google Shape;18516;p47"/>
            <p:cNvSpPr/>
            <p:nvPr/>
          </p:nvSpPr>
          <p:spPr>
            <a:xfrm>
              <a:off x="4728700" y="23639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72" y="0"/>
                  </a:moveTo>
                  <a:cubicBezTo>
                    <a:pt x="152" y="0"/>
                    <a:pt x="128" y="6"/>
                    <a:pt x="103" y="17"/>
                  </a:cubicBezTo>
                  <a:cubicBezTo>
                    <a:pt x="33" y="54"/>
                    <a:pt x="0" y="104"/>
                    <a:pt x="17" y="157"/>
                  </a:cubicBezTo>
                  <a:cubicBezTo>
                    <a:pt x="29" y="182"/>
                    <a:pt x="61" y="197"/>
                    <a:pt x="105" y="197"/>
                  </a:cubicBezTo>
                  <a:cubicBezTo>
                    <a:pt x="121" y="197"/>
                    <a:pt x="138" y="195"/>
                    <a:pt x="157" y="190"/>
                  </a:cubicBezTo>
                  <a:cubicBezTo>
                    <a:pt x="223" y="157"/>
                    <a:pt x="260" y="104"/>
                    <a:pt x="239" y="54"/>
                  </a:cubicBezTo>
                  <a:cubicBezTo>
                    <a:pt x="239" y="19"/>
                    <a:pt x="211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7" name="Google Shape;18517;p47"/>
            <p:cNvSpPr/>
            <p:nvPr/>
          </p:nvSpPr>
          <p:spPr>
            <a:xfrm>
              <a:off x="4723550" y="2386975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68" y="0"/>
                  </a:moveTo>
                  <a:cubicBezTo>
                    <a:pt x="159" y="0"/>
                    <a:pt x="149" y="2"/>
                    <a:pt x="136" y="7"/>
                  </a:cubicBezTo>
                  <a:cubicBezTo>
                    <a:pt x="103" y="7"/>
                    <a:pt x="70" y="24"/>
                    <a:pt x="54" y="40"/>
                  </a:cubicBezTo>
                  <a:cubicBezTo>
                    <a:pt x="0" y="94"/>
                    <a:pt x="0" y="164"/>
                    <a:pt x="33" y="181"/>
                  </a:cubicBezTo>
                  <a:cubicBezTo>
                    <a:pt x="70" y="197"/>
                    <a:pt x="87" y="197"/>
                    <a:pt x="120" y="197"/>
                  </a:cubicBezTo>
                  <a:cubicBezTo>
                    <a:pt x="136" y="197"/>
                    <a:pt x="136" y="197"/>
                    <a:pt x="157" y="181"/>
                  </a:cubicBezTo>
                  <a:cubicBezTo>
                    <a:pt x="173" y="181"/>
                    <a:pt x="190" y="164"/>
                    <a:pt x="206" y="143"/>
                  </a:cubicBezTo>
                  <a:cubicBezTo>
                    <a:pt x="260" y="94"/>
                    <a:pt x="260" y="40"/>
                    <a:pt x="223" y="7"/>
                  </a:cubicBezTo>
                  <a:cubicBezTo>
                    <a:pt x="201" y="7"/>
                    <a:pt x="18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8" name="Google Shape;18518;p47"/>
            <p:cNvSpPr/>
            <p:nvPr/>
          </p:nvSpPr>
          <p:spPr>
            <a:xfrm>
              <a:off x="4733425" y="23051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53" y="1"/>
                  </a:moveTo>
                  <a:cubicBezTo>
                    <a:pt x="120" y="1"/>
                    <a:pt x="87" y="17"/>
                    <a:pt x="71" y="38"/>
                  </a:cubicBezTo>
                  <a:cubicBezTo>
                    <a:pt x="34" y="54"/>
                    <a:pt x="17" y="71"/>
                    <a:pt x="1" y="104"/>
                  </a:cubicBezTo>
                  <a:cubicBezTo>
                    <a:pt x="1" y="120"/>
                    <a:pt x="1" y="157"/>
                    <a:pt x="17" y="174"/>
                  </a:cubicBezTo>
                  <a:cubicBezTo>
                    <a:pt x="34" y="190"/>
                    <a:pt x="50" y="190"/>
                    <a:pt x="87" y="190"/>
                  </a:cubicBezTo>
                  <a:lnTo>
                    <a:pt x="137" y="190"/>
                  </a:lnTo>
                  <a:cubicBezTo>
                    <a:pt x="153" y="174"/>
                    <a:pt x="153" y="174"/>
                    <a:pt x="174" y="174"/>
                  </a:cubicBezTo>
                  <a:cubicBezTo>
                    <a:pt x="207" y="157"/>
                    <a:pt x="224" y="120"/>
                    <a:pt x="224" y="104"/>
                  </a:cubicBezTo>
                  <a:cubicBezTo>
                    <a:pt x="257" y="38"/>
                    <a:pt x="22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9" name="Google Shape;18519;p47"/>
            <p:cNvSpPr/>
            <p:nvPr/>
          </p:nvSpPr>
          <p:spPr>
            <a:xfrm>
              <a:off x="4718800" y="2375600"/>
              <a:ext cx="6925" cy="4675"/>
            </a:xfrm>
            <a:custGeom>
              <a:avLst/>
              <a:gdLst/>
              <a:ahLst/>
              <a:cxnLst/>
              <a:rect l="l" t="t" r="r" b="b"/>
              <a:pathLst>
                <a:path w="277" h="187" extrusionOk="0">
                  <a:moveTo>
                    <a:pt x="174" y="1"/>
                  </a:moveTo>
                  <a:cubicBezTo>
                    <a:pt x="157" y="1"/>
                    <a:pt x="120" y="1"/>
                    <a:pt x="87" y="34"/>
                  </a:cubicBezTo>
                  <a:cubicBezTo>
                    <a:pt x="54" y="50"/>
                    <a:pt x="38" y="67"/>
                    <a:pt x="38" y="104"/>
                  </a:cubicBezTo>
                  <a:cubicBezTo>
                    <a:pt x="0" y="153"/>
                    <a:pt x="38" y="186"/>
                    <a:pt x="104" y="186"/>
                  </a:cubicBezTo>
                  <a:cubicBezTo>
                    <a:pt x="120" y="186"/>
                    <a:pt x="141" y="186"/>
                    <a:pt x="174" y="170"/>
                  </a:cubicBezTo>
                  <a:lnTo>
                    <a:pt x="190" y="170"/>
                  </a:lnTo>
                  <a:cubicBezTo>
                    <a:pt x="223" y="137"/>
                    <a:pt x="244" y="120"/>
                    <a:pt x="260" y="83"/>
                  </a:cubicBezTo>
                  <a:cubicBezTo>
                    <a:pt x="277" y="34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0" name="Google Shape;18520;p47"/>
            <p:cNvSpPr/>
            <p:nvPr/>
          </p:nvSpPr>
          <p:spPr>
            <a:xfrm>
              <a:off x="4708500" y="228285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3" y="0"/>
                  </a:moveTo>
                  <a:cubicBezTo>
                    <a:pt x="157" y="0"/>
                    <a:pt x="120" y="17"/>
                    <a:pt x="87" y="33"/>
                  </a:cubicBezTo>
                  <a:cubicBezTo>
                    <a:pt x="54" y="50"/>
                    <a:pt x="37" y="83"/>
                    <a:pt x="37" y="103"/>
                  </a:cubicBezTo>
                  <a:cubicBezTo>
                    <a:pt x="0" y="153"/>
                    <a:pt x="37" y="206"/>
                    <a:pt x="103" y="206"/>
                  </a:cubicBezTo>
                  <a:cubicBezTo>
                    <a:pt x="120" y="206"/>
                    <a:pt x="140" y="206"/>
                    <a:pt x="173" y="186"/>
                  </a:cubicBezTo>
                  <a:lnTo>
                    <a:pt x="190" y="169"/>
                  </a:lnTo>
                  <a:cubicBezTo>
                    <a:pt x="223" y="153"/>
                    <a:pt x="243" y="136"/>
                    <a:pt x="260" y="103"/>
                  </a:cubicBezTo>
                  <a:cubicBezTo>
                    <a:pt x="276" y="50"/>
                    <a:pt x="24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1" name="Google Shape;18521;p47"/>
            <p:cNvSpPr/>
            <p:nvPr/>
          </p:nvSpPr>
          <p:spPr>
            <a:xfrm>
              <a:off x="4702925" y="2317575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37" y="0"/>
                  </a:moveTo>
                  <a:cubicBezTo>
                    <a:pt x="104" y="17"/>
                    <a:pt x="87" y="33"/>
                    <a:pt x="54" y="54"/>
                  </a:cubicBezTo>
                  <a:cubicBezTo>
                    <a:pt x="1" y="104"/>
                    <a:pt x="1" y="157"/>
                    <a:pt x="54" y="190"/>
                  </a:cubicBezTo>
                  <a:cubicBezTo>
                    <a:pt x="62" y="198"/>
                    <a:pt x="75" y="203"/>
                    <a:pt x="89" y="203"/>
                  </a:cubicBezTo>
                  <a:cubicBezTo>
                    <a:pt x="104" y="203"/>
                    <a:pt x="120" y="198"/>
                    <a:pt x="137" y="190"/>
                  </a:cubicBezTo>
                  <a:lnTo>
                    <a:pt x="157" y="190"/>
                  </a:lnTo>
                  <a:cubicBezTo>
                    <a:pt x="190" y="174"/>
                    <a:pt x="207" y="157"/>
                    <a:pt x="223" y="157"/>
                  </a:cubicBezTo>
                  <a:cubicBezTo>
                    <a:pt x="260" y="104"/>
                    <a:pt x="277" y="33"/>
                    <a:pt x="223" y="17"/>
                  </a:cubicBezTo>
                  <a:cubicBezTo>
                    <a:pt x="207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2" name="Google Shape;18522;p47"/>
            <p:cNvSpPr/>
            <p:nvPr/>
          </p:nvSpPr>
          <p:spPr>
            <a:xfrm>
              <a:off x="4708075" y="2294625"/>
              <a:ext cx="6925" cy="4950"/>
            </a:xfrm>
            <a:custGeom>
              <a:avLst/>
              <a:gdLst/>
              <a:ahLst/>
              <a:cxnLst/>
              <a:rect l="l" t="t" r="r" b="b"/>
              <a:pathLst>
                <a:path w="277" h="198" extrusionOk="0">
                  <a:moveTo>
                    <a:pt x="164" y="1"/>
                  </a:moveTo>
                  <a:cubicBezTo>
                    <a:pt x="149" y="1"/>
                    <a:pt x="134" y="3"/>
                    <a:pt x="120" y="7"/>
                  </a:cubicBezTo>
                  <a:cubicBezTo>
                    <a:pt x="54" y="44"/>
                    <a:pt x="1" y="94"/>
                    <a:pt x="17" y="147"/>
                  </a:cubicBezTo>
                  <a:cubicBezTo>
                    <a:pt x="28" y="179"/>
                    <a:pt x="61" y="198"/>
                    <a:pt x="97" y="198"/>
                  </a:cubicBezTo>
                  <a:cubicBezTo>
                    <a:pt x="117" y="198"/>
                    <a:pt x="138" y="192"/>
                    <a:pt x="157" y="180"/>
                  </a:cubicBezTo>
                  <a:cubicBezTo>
                    <a:pt x="223" y="164"/>
                    <a:pt x="277" y="94"/>
                    <a:pt x="260" y="44"/>
                  </a:cubicBezTo>
                  <a:cubicBezTo>
                    <a:pt x="245" y="17"/>
                    <a:pt x="205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3" name="Google Shape;18523;p47"/>
            <p:cNvSpPr/>
            <p:nvPr/>
          </p:nvSpPr>
          <p:spPr>
            <a:xfrm>
              <a:off x="4703750" y="237627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49" y="0"/>
                  </a:moveTo>
                  <a:cubicBezTo>
                    <a:pt x="133" y="0"/>
                    <a:pt x="118" y="2"/>
                    <a:pt x="104" y="7"/>
                  </a:cubicBezTo>
                  <a:cubicBezTo>
                    <a:pt x="38" y="40"/>
                    <a:pt x="1" y="110"/>
                    <a:pt x="1" y="143"/>
                  </a:cubicBezTo>
                  <a:cubicBezTo>
                    <a:pt x="14" y="178"/>
                    <a:pt x="47" y="197"/>
                    <a:pt x="87" y="197"/>
                  </a:cubicBezTo>
                  <a:cubicBezTo>
                    <a:pt x="109" y="197"/>
                    <a:pt x="133" y="191"/>
                    <a:pt x="157" y="180"/>
                  </a:cubicBezTo>
                  <a:cubicBezTo>
                    <a:pt x="207" y="159"/>
                    <a:pt x="260" y="93"/>
                    <a:pt x="244" y="40"/>
                  </a:cubicBezTo>
                  <a:cubicBezTo>
                    <a:pt x="232" y="15"/>
                    <a:pt x="191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4" name="Google Shape;18524;p47"/>
            <p:cNvSpPr/>
            <p:nvPr/>
          </p:nvSpPr>
          <p:spPr>
            <a:xfrm>
              <a:off x="4705925" y="232870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1"/>
                  </a:moveTo>
                  <a:cubicBezTo>
                    <a:pt x="157" y="1"/>
                    <a:pt x="120" y="1"/>
                    <a:pt x="87" y="21"/>
                  </a:cubicBezTo>
                  <a:cubicBezTo>
                    <a:pt x="54" y="54"/>
                    <a:pt x="37" y="71"/>
                    <a:pt x="37" y="87"/>
                  </a:cubicBezTo>
                  <a:cubicBezTo>
                    <a:pt x="0" y="157"/>
                    <a:pt x="37" y="190"/>
                    <a:pt x="103" y="190"/>
                  </a:cubicBezTo>
                  <a:cubicBezTo>
                    <a:pt x="120" y="190"/>
                    <a:pt x="140" y="190"/>
                    <a:pt x="173" y="174"/>
                  </a:cubicBezTo>
                  <a:cubicBezTo>
                    <a:pt x="173" y="174"/>
                    <a:pt x="190" y="174"/>
                    <a:pt x="190" y="157"/>
                  </a:cubicBezTo>
                  <a:cubicBezTo>
                    <a:pt x="223" y="141"/>
                    <a:pt x="243" y="124"/>
                    <a:pt x="260" y="87"/>
                  </a:cubicBezTo>
                  <a:cubicBezTo>
                    <a:pt x="276" y="38"/>
                    <a:pt x="24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5" name="Google Shape;18525;p47"/>
            <p:cNvSpPr/>
            <p:nvPr/>
          </p:nvSpPr>
          <p:spPr>
            <a:xfrm>
              <a:off x="4700350" y="23510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0"/>
                  </a:moveTo>
                  <a:cubicBezTo>
                    <a:pt x="137" y="0"/>
                    <a:pt x="104" y="0"/>
                    <a:pt x="87" y="17"/>
                  </a:cubicBezTo>
                  <a:cubicBezTo>
                    <a:pt x="54" y="33"/>
                    <a:pt x="33" y="71"/>
                    <a:pt x="17" y="87"/>
                  </a:cubicBezTo>
                  <a:cubicBezTo>
                    <a:pt x="0" y="157"/>
                    <a:pt x="33" y="190"/>
                    <a:pt x="104" y="190"/>
                  </a:cubicBezTo>
                  <a:cubicBezTo>
                    <a:pt x="120" y="190"/>
                    <a:pt x="137" y="190"/>
                    <a:pt x="157" y="174"/>
                  </a:cubicBezTo>
                  <a:cubicBezTo>
                    <a:pt x="174" y="174"/>
                    <a:pt x="174" y="174"/>
                    <a:pt x="190" y="157"/>
                  </a:cubicBezTo>
                  <a:cubicBezTo>
                    <a:pt x="223" y="136"/>
                    <a:pt x="240" y="120"/>
                    <a:pt x="240" y="87"/>
                  </a:cubicBezTo>
                  <a:cubicBezTo>
                    <a:pt x="260" y="71"/>
                    <a:pt x="260" y="33"/>
                    <a:pt x="240" y="17"/>
                  </a:cubicBezTo>
                  <a:cubicBezTo>
                    <a:pt x="223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6" name="Google Shape;18526;p47"/>
            <p:cNvSpPr/>
            <p:nvPr/>
          </p:nvSpPr>
          <p:spPr>
            <a:xfrm>
              <a:off x="4699925" y="23622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54" y="1"/>
                  </a:moveTo>
                  <a:cubicBezTo>
                    <a:pt x="104" y="1"/>
                    <a:pt x="34" y="54"/>
                    <a:pt x="17" y="104"/>
                  </a:cubicBezTo>
                  <a:cubicBezTo>
                    <a:pt x="1" y="157"/>
                    <a:pt x="34" y="190"/>
                    <a:pt x="88" y="190"/>
                  </a:cubicBezTo>
                  <a:lnTo>
                    <a:pt x="154" y="190"/>
                  </a:lnTo>
                  <a:cubicBezTo>
                    <a:pt x="154" y="174"/>
                    <a:pt x="174" y="174"/>
                    <a:pt x="174" y="174"/>
                  </a:cubicBezTo>
                  <a:cubicBezTo>
                    <a:pt x="207" y="157"/>
                    <a:pt x="224" y="124"/>
                    <a:pt x="240" y="104"/>
                  </a:cubicBezTo>
                  <a:cubicBezTo>
                    <a:pt x="257" y="71"/>
                    <a:pt x="240" y="54"/>
                    <a:pt x="240" y="38"/>
                  </a:cubicBezTo>
                  <a:cubicBezTo>
                    <a:pt x="224" y="21"/>
                    <a:pt x="191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7" name="Google Shape;18527;p47"/>
            <p:cNvSpPr/>
            <p:nvPr/>
          </p:nvSpPr>
          <p:spPr>
            <a:xfrm>
              <a:off x="4720975" y="2420225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57" y="1"/>
                  </a:moveTo>
                  <a:cubicBezTo>
                    <a:pt x="136" y="1"/>
                    <a:pt x="103" y="17"/>
                    <a:pt x="70" y="34"/>
                  </a:cubicBezTo>
                  <a:cubicBezTo>
                    <a:pt x="33" y="50"/>
                    <a:pt x="17" y="71"/>
                    <a:pt x="17" y="104"/>
                  </a:cubicBezTo>
                  <a:cubicBezTo>
                    <a:pt x="0" y="153"/>
                    <a:pt x="33" y="207"/>
                    <a:pt x="87" y="207"/>
                  </a:cubicBezTo>
                  <a:cubicBezTo>
                    <a:pt x="103" y="207"/>
                    <a:pt x="136" y="191"/>
                    <a:pt x="157" y="191"/>
                  </a:cubicBezTo>
                  <a:lnTo>
                    <a:pt x="173" y="174"/>
                  </a:lnTo>
                  <a:cubicBezTo>
                    <a:pt x="206" y="153"/>
                    <a:pt x="223" y="120"/>
                    <a:pt x="239" y="104"/>
                  </a:cubicBezTo>
                  <a:cubicBezTo>
                    <a:pt x="239" y="71"/>
                    <a:pt x="239" y="50"/>
                    <a:pt x="223" y="34"/>
                  </a:cubicBezTo>
                  <a:cubicBezTo>
                    <a:pt x="223" y="17"/>
                    <a:pt x="190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8" name="Google Shape;18528;p47"/>
            <p:cNvSpPr/>
            <p:nvPr/>
          </p:nvSpPr>
          <p:spPr>
            <a:xfrm>
              <a:off x="4709425" y="2271600"/>
              <a:ext cx="5575" cy="1775"/>
            </a:xfrm>
            <a:custGeom>
              <a:avLst/>
              <a:gdLst/>
              <a:ahLst/>
              <a:cxnLst/>
              <a:rect l="l" t="t" r="r" b="b"/>
              <a:pathLst>
                <a:path w="223" h="71" extrusionOk="0">
                  <a:moveTo>
                    <a:pt x="0" y="1"/>
                  </a:moveTo>
                  <a:cubicBezTo>
                    <a:pt x="0" y="17"/>
                    <a:pt x="17" y="54"/>
                    <a:pt x="33" y="54"/>
                  </a:cubicBezTo>
                  <a:cubicBezTo>
                    <a:pt x="50" y="71"/>
                    <a:pt x="83" y="71"/>
                    <a:pt x="120" y="71"/>
                  </a:cubicBezTo>
                  <a:cubicBezTo>
                    <a:pt x="120" y="71"/>
                    <a:pt x="136" y="71"/>
                    <a:pt x="136" y="54"/>
                  </a:cubicBezTo>
                  <a:cubicBezTo>
                    <a:pt x="169" y="54"/>
                    <a:pt x="186" y="38"/>
                    <a:pt x="206" y="17"/>
                  </a:cubicBezTo>
                  <a:cubicBezTo>
                    <a:pt x="206" y="17"/>
                    <a:pt x="206" y="1"/>
                    <a:pt x="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9" name="Google Shape;18529;p47"/>
            <p:cNvSpPr/>
            <p:nvPr/>
          </p:nvSpPr>
          <p:spPr>
            <a:xfrm>
              <a:off x="4742400" y="234077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57" y="0"/>
                  </a:moveTo>
                  <a:cubicBezTo>
                    <a:pt x="124" y="0"/>
                    <a:pt x="87" y="17"/>
                    <a:pt x="71" y="33"/>
                  </a:cubicBezTo>
                  <a:cubicBezTo>
                    <a:pt x="38" y="54"/>
                    <a:pt x="21" y="70"/>
                    <a:pt x="1" y="103"/>
                  </a:cubicBezTo>
                  <a:cubicBezTo>
                    <a:pt x="1" y="120"/>
                    <a:pt x="1" y="157"/>
                    <a:pt x="21" y="173"/>
                  </a:cubicBezTo>
                  <a:cubicBezTo>
                    <a:pt x="21" y="190"/>
                    <a:pt x="54" y="190"/>
                    <a:pt x="87" y="190"/>
                  </a:cubicBezTo>
                  <a:lnTo>
                    <a:pt x="141" y="190"/>
                  </a:lnTo>
                  <a:cubicBezTo>
                    <a:pt x="157" y="173"/>
                    <a:pt x="157" y="173"/>
                    <a:pt x="174" y="173"/>
                  </a:cubicBezTo>
                  <a:cubicBezTo>
                    <a:pt x="207" y="157"/>
                    <a:pt x="227" y="120"/>
                    <a:pt x="227" y="103"/>
                  </a:cubicBezTo>
                  <a:cubicBezTo>
                    <a:pt x="260" y="54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0" name="Google Shape;18530;p47"/>
            <p:cNvSpPr/>
            <p:nvPr/>
          </p:nvSpPr>
          <p:spPr>
            <a:xfrm>
              <a:off x="4737250" y="2271200"/>
              <a:ext cx="6525" cy="4350"/>
            </a:xfrm>
            <a:custGeom>
              <a:avLst/>
              <a:gdLst/>
              <a:ahLst/>
              <a:cxnLst/>
              <a:rect l="l" t="t" r="r" b="b"/>
              <a:pathLst>
                <a:path w="261" h="174" extrusionOk="0">
                  <a:moveTo>
                    <a:pt x="87" y="0"/>
                  </a:moveTo>
                  <a:cubicBezTo>
                    <a:pt x="54" y="17"/>
                    <a:pt x="38" y="33"/>
                    <a:pt x="21" y="70"/>
                  </a:cubicBezTo>
                  <a:cubicBezTo>
                    <a:pt x="0" y="120"/>
                    <a:pt x="38" y="173"/>
                    <a:pt x="104" y="173"/>
                  </a:cubicBezTo>
                  <a:cubicBezTo>
                    <a:pt x="124" y="173"/>
                    <a:pt x="141" y="157"/>
                    <a:pt x="141" y="157"/>
                  </a:cubicBezTo>
                  <a:lnTo>
                    <a:pt x="157" y="157"/>
                  </a:lnTo>
                  <a:cubicBezTo>
                    <a:pt x="174" y="157"/>
                    <a:pt x="190" y="136"/>
                    <a:pt x="190" y="136"/>
                  </a:cubicBezTo>
                  <a:cubicBezTo>
                    <a:pt x="227" y="120"/>
                    <a:pt x="244" y="87"/>
                    <a:pt x="260" y="70"/>
                  </a:cubicBezTo>
                  <a:cubicBezTo>
                    <a:pt x="260" y="33"/>
                    <a:pt x="260" y="17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1" name="Google Shape;18531;p47"/>
            <p:cNvSpPr/>
            <p:nvPr/>
          </p:nvSpPr>
          <p:spPr>
            <a:xfrm>
              <a:off x="4695200" y="2282600"/>
              <a:ext cx="6925" cy="4900"/>
            </a:xfrm>
            <a:custGeom>
              <a:avLst/>
              <a:gdLst/>
              <a:ahLst/>
              <a:cxnLst/>
              <a:rect l="l" t="t" r="r" b="b"/>
              <a:pathLst>
                <a:path w="277" h="196" extrusionOk="0">
                  <a:moveTo>
                    <a:pt x="172" y="1"/>
                  </a:moveTo>
                  <a:cubicBezTo>
                    <a:pt x="161" y="1"/>
                    <a:pt x="149" y="3"/>
                    <a:pt x="136" y="10"/>
                  </a:cubicBezTo>
                  <a:cubicBezTo>
                    <a:pt x="103" y="10"/>
                    <a:pt x="87" y="27"/>
                    <a:pt x="54" y="60"/>
                  </a:cubicBezTo>
                  <a:cubicBezTo>
                    <a:pt x="0" y="93"/>
                    <a:pt x="0" y="163"/>
                    <a:pt x="54" y="179"/>
                  </a:cubicBezTo>
                  <a:cubicBezTo>
                    <a:pt x="70" y="196"/>
                    <a:pt x="103" y="196"/>
                    <a:pt x="136" y="196"/>
                  </a:cubicBezTo>
                  <a:cubicBezTo>
                    <a:pt x="136" y="196"/>
                    <a:pt x="157" y="196"/>
                    <a:pt x="157" y="179"/>
                  </a:cubicBezTo>
                  <a:cubicBezTo>
                    <a:pt x="190" y="179"/>
                    <a:pt x="206" y="163"/>
                    <a:pt x="223" y="146"/>
                  </a:cubicBezTo>
                  <a:cubicBezTo>
                    <a:pt x="260" y="93"/>
                    <a:pt x="277" y="43"/>
                    <a:pt x="223" y="10"/>
                  </a:cubicBezTo>
                  <a:cubicBezTo>
                    <a:pt x="212" y="10"/>
                    <a:pt x="194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2" name="Google Shape;18532;p47"/>
            <p:cNvSpPr/>
            <p:nvPr/>
          </p:nvSpPr>
          <p:spPr>
            <a:xfrm>
              <a:off x="4663025" y="2282325"/>
              <a:ext cx="6850" cy="4775"/>
            </a:xfrm>
            <a:custGeom>
              <a:avLst/>
              <a:gdLst/>
              <a:ahLst/>
              <a:cxnLst/>
              <a:rect l="l" t="t" r="r" b="b"/>
              <a:pathLst>
                <a:path w="274" h="191" extrusionOk="0">
                  <a:moveTo>
                    <a:pt x="170" y="0"/>
                  </a:moveTo>
                  <a:cubicBezTo>
                    <a:pt x="137" y="0"/>
                    <a:pt x="121" y="0"/>
                    <a:pt x="83" y="21"/>
                  </a:cubicBezTo>
                  <a:cubicBezTo>
                    <a:pt x="50" y="38"/>
                    <a:pt x="34" y="71"/>
                    <a:pt x="17" y="87"/>
                  </a:cubicBezTo>
                  <a:cubicBezTo>
                    <a:pt x="1" y="157"/>
                    <a:pt x="34" y="190"/>
                    <a:pt x="104" y="190"/>
                  </a:cubicBezTo>
                  <a:cubicBezTo>
                    <a:pt x="121" y="190"/>
                    <a:pt x="137" y="190"/>
                    <a:pt x="154" y="174"/>
                  </a:cubicBezTo>
                  <a:cubicBezTo>
                    <a:pt x="207" y="157"/>
                    <a:pt x="240" y="124"/>
                    <a:pt x="257" y="87"/>
                  </a:cubicBezTo>
                  <a:cubicBezTo>
                    <a:pt x="273" y="38"/>
                    <a:pt x="240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3" name="Google Shape;18533;p47"/>
            <p:cNvSpPr/>
            <p:nvPr/>
          </p:nvSpPr>
          <p:spPr>
            <a:xfrm>
              <a:off x="4675000" y="2272025"/>
              <a:ext cx="6500" cy="4250"/>
            </a:xfrm>
            <a:custGeom>
              <a:avLst/>
              <a:gdLst/>
              <a:ahLst/>
              <a:cxnLst/>
              <a:rect l="l" t="t" r="r" b="b"/>
              <a:pathLst>
                <a:path w="260" h="170" extrusionOk="0">
                  <a:moveTo>
                    <a:pt x="87" y="0"/>
                  </a:moveTo>
                  <a:cubicBezTo>
                    <a:pt x="70" y="0"/>
                    <a:pt x="70" y="21"/>
                    <a:pt x="54" y="21"/>
                  </a:cubicBezTo>
                  <a:cubicBezTo>
                    <a:pt x="0" y="70"/>
                    <a:pt x="0" y="124"/>
                    <a:pt x="54" y="157"/>
                  </a:cubicBezTo>
                  <a:cubicBezTo>
                    <a:pt x="62" y="165"/>
                    <a:pt x="74" y="169"/>
                    <a:pt x="89" y="169"/>
                  </a:cubicBezTo>
                  <a:cubicBezTo>
                    <a:pt x="104" y="169"/>
                    <a:pt x="122" y="165"/>
                    <a:pt x="140" y="157"/>
                  </a:cubicBezTo>
                  <a:lnTo>
                    <a:pt x="157" y="157"/>
                  </a:lnTo>
                  <a:cubicBezTo>
                    <a:pt x="190" y="140"/>
                    <a:pt x="206" y="140"/>
                    <a:pt x="223" y="124"/>
                  </a:cubicBezTo>
                  <a:cubicBezTo>
                    <a:pt x="243" y="87"/>
                    <a:pt x="260" y="70"/>
                    <a:pt x="260" y="37"/>
                  </a:cubicBezTo>
                  <a:cubicBezTo>
                    <a:pt x="260" y="21"/>
                    <a:pt x="260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4" name="Google Shape;18534;p47"/>
            <p:cNvSpPr/>
            <p:nvPr/>
          </p:nvSpPr>
          <p:spPr>
            <a:xfrm>
              <a:off x="4688800" y="2317550"/>
              <a:ext cx="6425" cy="4800"/>
            </a:xfrm>
            <a:custGeom>
              <a:avLst/>
              <a:gdLst/>
              <a:ahLst/>
              <a:cxnLst/>
              <a:rect l="l" t="t" r="r" b="b"/>
              <a:pathLst>
                <a:path w="257" h="192" extrusionOk="0">
                  <a:moveTo>
                    <a:pt x="171" y="1"/>
                  </a:moveTo>
                  <a:cubicBezTo>
                    <a:pt x="150" y="1"/>
                    <a:pt x="127" y="6"/>
                    <a:pt x="104" y="18"/>
                  </a:cubicBezTo>
                  <a:cubicBezTo>
                    <a:pt x="34" y="34"/>
                    <a:pt x="1" y="105"/>
                    <a:pt x="17" y="138"/>
                  </a:cubicBezTo>
                  <a:cubicBezTo>
                    <a:pt x="28" y="172"/>
                    <a:pt x="53" y="192"/>
                    <a:pt x="88" y="192"/>
                  </a:cubicBezTo>
                  <a:cubicBezTo>
                    <a:pt x="107" y="192"/>
                    <a:pt x="129" y="186"/>
                    <a:pt x="153" y="175"/>
                  </a:cubicBezTo>
                  <a:cubicBezTo>
                    <a:pt x="223" y="158"/>
                    <a:pt x="256" y="88"/>
                    <a:pt x="240" y="55"/>
                  </a:cubicBezTo>
                  <a:cubicBezTo>
                    <a:pt x="240" y="20"/>
                    <a:pt x="210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5" name="Google Shape;18535;p47"/>
            <p:cNvSpPr/>
            <p:nvPr/>
          </p:nvSpPr>
          <p:spPr>
            <a:xfrm>
              <a:off x="4739825" y="23849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74" y="1"/>
                  </a:moveTo>
                  <a:cubicBezTo>
                    <a:pt x="141" y="1"/>
                    <a:pt x="104" y="17"/>
                    <a:pt x="71" y="38"/>
                  </a:cubicBezTo>
                  <a:cubicBezTo>
                    <a:pt x="54" y="54"/>
                    <a:pt x="21" y="71"/>
                    <a:pt x="21" y="104"/>
                  </a:cubicBezTo>
                  <a:cubicBezTo>
                    <a:pt x="1" y="141"/>
                    <a:pt x="21" y="191"/>
                    <a:pt x="71" y="191"/>
                  </a:cubicBezTo>
                  <a:cubicBezTo>
                    <a:pt x="71" y="191"/>
                    <a:pt x="78" y="198"/>
                    <a:pt x="83" y="198"/>
                  </a:cubicBezTo>
                  <a:cubicBezTo>
                    <a:pt x="85" y="198"/>
                    <a:pt x="87" y="196"/>
                    <a:pt x="87" y="191"/>
                  </a:cubicBezTo>
                  <a:lnTo>
                    <a:pt x="157" y="191"/>
                  </a:lnTo>
                  <a:cubicBezTo>
                    <a:pt x="190" y="174"/>
                    <a:pt x="207" y="158"/>
                    <a:pt x="227" y="120"/>
                  </a:cubicBezTo>
                  <a:cubicBezTo>
                    <a:pt x="244" y="120"/>
                    <a:pt x="244" y="104"/>
                    <a:pt x="244" y="104"/>
                  </a:cubicBezTo>
                  <a:cubicBezTo>
                    <a:pt x="260" y="54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6" name="Google Shape;18536;p47"/>
            <p:cNvSpPr/>
            <p:nvPr/>
          </p:nvSpPr>
          <p:spPr>
            <a:xfrm>
              <a:off x="4742925" y="2281475"/>
              <a:ext cx="6400" cy="5100"/>
            </a:xfrm>
            <a:custGeom>
              <a:avLst/>
              <a:gdLst/>
              <a:ahLst/>
              <a:cxnLst/>
              <a:rect l="l" t="t" r="r" b="b"/>
              <a:pathLst>
                <a:path w="256" h="204" extrusionOk="0">
                  <a:moveTo>
                    <a:pt x="167" y="1"/>
                  </a:moveTo>
                  <a:cubicBezTo>
                    <a:pt x="148" y="1"/>
                    <a:pt x="126" y="6"/>
                    <a:pt x="103" y="18"/>
                  </a:cubicBezTo>
                  <a:cubicBezTo>
                    <a:pt x="66" y="34"/>
                    <a:pt x="33" y="55"/>
                    <a:pt x="17" y="88"/>
                  </a:cubicBezTo>
                  <a:cubicBezTo>
                    <a:pt x="17" y="105"/>
                    <a:pt x="0" y="138"/>
                    <a:pt x="17" y="158"/>
                  </a:cubicBezTo>
                  <a:cubicBezTo>
                    <a:pt x="17" y="175"/>
                    <a:pt x="33" y="191"/>
                    <a:pt x="50" y="191"/>
                  </a:cubicBezTo>
                  <a:cubicBezTo>
                    <a:pt x="66" y="199"/>
                    <a:pt x="84" y="203"/>
                    <a:pt x="101" y="203"/>
                  </a:cubicBezTo>
                  <a:cubicBezTo>
                    <a:pt x="119" y="203"/>
                    <a:pt x="136" y="199"/>
                    <a:pt x="153" y="191"/>
                  </a:cubicBezTo>
                  <a:cubicBezTo>
                    <a:pt x="223" y="158"/>
                    <a:pt x="256" y="105"/>
                    <a:pt x="239" y="55"/>
                  </a:cubicBezTo>
                  <a:cubicBezTo>
                    <a:pt x="229" y="20"/>
                    <a:pt x="20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7" name="Google Shape;18537;p47"/>
            <p:cNvSpPr/>
            <p:nvPr/>
          </p:nvSpPr>
          <p:spPr>
            <a:xfrm>
              <a:off x="4729525" y="2337750"/>
              <a:ext cx="6500" cy="5100"/>
            </a:xfrm>
            <a:custGeom>
              <a:avLst/>
              <a:gdLst/>
              <a:ahLst/>
              <a:cxnLst/>
              <a:rect l="l" t="t" r="r" b="b"/>
              <a:pathLst>
                <a:path w="260" h="204" extrusionOk="0">
                  <a:moveTo>
                    <a:pt x="165" y="1"/>
                  </a:moveTo>
                  <a:cubicBezTo>
                    <a:pt x="126" y="1"/>
                    <a:pt x="86" y="19"/>
                    <a:pt x="54" y="51"/>
                  </a:cubicBezTo>
                  <a:cubicBezTo>
                    <a:pt x="21" y="72"/>
                    <a:pt x="21" y="105"/>
                    <a:pt x="21" y="121"/>
                  </a:cubicBezTo>
                  <a:cubicBezTo>
                    <a:pt x="0" y="154"/>
                    <a:pt x="21" y="175"/>
                    <a:pt x="37" y="191"/>
                  </a:cubicBezTo>
                  <a:cubicBezTo>
                    <a:pt x="54" y="199"/>
                    <a:pt x="66" y="204"/>
                    <a:pt x="79" y="204"/>
                  </a:cubicBezTo>
                  <a:cubicBezTo>
                    <a:pt x="92" y="204"/>
                    <a:pt x="105" y="199"/>
                    <a:pt x="124" y="191"/>
                  </a:cubicBezTo>
                  <a:lnTo>
                    <a:pt x="157" y="191"/>
                  </a:lnTo>
                  <a:cubicBezTo>
                    <a:pt x="173" y="175"/>
                    <a:pt x="190" y="175"/>
                    <a:pt x="206" y="154"/>
                  </a:cubicBezTo>
                  <a:cubicBezTo>
                    <a:pt x="260" y="105"/>
                    <a:pt x="260" y="51"/>
                    <a:pt x="227" y="18"/>
                  </a:cubicBezTo>
                  <a:cubicBezTo>
                    <a:pt x="208" y="6"/>
                    <a:pt x="187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8" name="Google Shape;18538;p47"/>
            <p:cNvSpPr/>
            <p:nvPr/>
          </p:nvSpPr>
          <p:spPr>
            <a:xfrm>
              <a:off x="4735175" y="231715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37" y="1"/>
                  </a:moveTo>
                  <a:cubicBezTo>
                    <a:pt x="104" y="1"/>
                    <a:pt x="67" y="17"/>
                    <a:pt x="50" y="50"/>
                  </a:cubicBezTo>
                  <a:cubicBezTo>
                    <a:pt x="1" y="88"/>
                    <a:pt x="1" y="154"/>
                    <a:pt x="50" y="191"/>
                  </a:cubicBezTo>
                  <a:lnTo>
                    <a:pt x="121" y="191"/>
                  </a:lnTo>
                  <a:cubicBezTo>
                    <a:pt x="137" y="191"/>
                    <a:pt x="154" y="191"/>
                    <a:pt x="154" y="174"/>
                  </a:cubicBezTo>
                  <a:cubicBezTo>
                    <a:pt x="170" y="174"/>
                    <a:pt x="187" y="154"/>
                    <a:pt x="207" y="137"/>
                  </a:cubicBezTo>
                  <a:cubicBezTo>
                    <a:pt x="240" y="121"/>
                    <a:pt x="240" y="88"/>
                    <a:pt x="257" y="71"/>
                  </a:cubicBezTo>
                  <a:cubicBezTo>
                    <a:pt x="257" y="50"/>
                    <a:pt x="240" y="17"/>
                    <a:pt x="224" y="17"/>
                  </a:cubicBezTo>
                  <a:cubicBezTo>
                    <a:pt x="207" y="1"/>
                    <a:pt x="170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9" name="Google Shape;18539;p47"/>
            <p:cNvSpPr/>
            <p:nvPr/>
          </p:nvSpPr>
          <p:spPr>
            <a:xfrm>
              <a:off x="4742400" y="229437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4" y="1"/>
                  </a:moveTo>
                  <a:cubicBezTo>
                    <a:pt x="157" y="1"/>
                    <a:pt x="124" y="1"/>
                    <a:pt x="104" y="17"/>
                  </a:cubicBezTo>
                  <a:cubicBezTo>
                    <a:pt x="54" y="34"/>
                    <a:pt x="1" y="104"/>
                    <a:pt x="21" y="157"/>
                  </a:cubicBezTo>
                  <a:cubicBezTo>
                    <a:pt x="33" y="182"/>
                    <a:pt x="72" y="197"/>
                    <a:pt x="113" y="197"/>
                  </a:cubicBezTo>
                  <a:cubicBezTo>
                    <a:pt x="128" y="197"/>
                    <a:pt x="143" y="195"/>
                    <a:pt x="157" y="190"/>
                  </a:cubicBezTo>
                  <a:cubicBezTo>
                    <a:pt x="174" y="174"/>
                    <a:pt x="190" y="174"/>
                    <a:pt x="207" y="157"/>
                  </a:cubicBezTo>
                  <a:cubicBezTo>
                    <a:pt x="244" y="120"/>
                    <a:pt x="260" y="87"/>
                    <a:pt x="260" y="54"/>
                  </a:cubicBezTo>
                  <a:cubicBezTo>
                    <a:pt x="244" y="17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0" name="Google Shape;18540;p47"/>
            <p:cNvSpPr/>
            <p:nvPr/>
          </p:nvSpPr>
          <p:spPr>
            <a:xfrm>
              <a:off x="4735600" y="2372525"/>
              <a:ext cx="6425" cy="5000"/>
            </a:xfrm>
            <a:custGeom>
              <a:avLst/>
              <a:gdLst/>
              <a:ahLst/>
              <a:cxnLst/>
              <a:rect l="l" t="t" r="r" b="b"/>
              <a:pathLst>
                <a:path w="257" h="200" extrusionOk="0">
                  <a:moveTo>
                    <a:pt x="170" y="1"/>
                  </a:moveTo>
                  <a:cubicBezTo>
                    <a:pt x="150" y="1"/>
                    <a:pt x="128" y="7"/>
                    <a:pt x="104" y="21"/>
                  </a:cubicBezTo>
                  <a:cubicBezTo>
                    <a:pt x="33" y="54"/>
                    <a:pt x="0" y="103"/>
                    <a:pt x="17" y="157"/>
                  </a:cubicBezTo>
                  <a:cubicBezTo>
                    <a:pt x="17" y="188"/>
                    <a:pt x="45" y="199"/>
                    <a:pt x="83" y="199"/>
                  </a:cubicBezTo>
                  <a:cubicBezTo>
                    <a:pt x="104" y="199"/>
                    <a:pt x="129" y="196"/>
                    <a:pt x="153" y="190"/>
                  </a:cubicBezTo>
                  <a:cubicBezTo>
                    <a:pt x="223" y="157"/>
                    <a:pt x="256" y="103"/>
                    <a:pt x="240" y="54"/>
                  </a:cubicBezTo>
                  <a:cubicBezTo>
                    <a:pt x="229" y="20"/>
                    <a:pt x="204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1" name="Google Shape;18541;p47"/>
            <p:cNvSpPr/>
            <p:nvPr/>
          </p:nvSpPr>
          <p:spPr>
            <a:xfrm>
              <a:off x="4740350" y="2327475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36" y="0"/>
                    <a:pt x="103" y="0"/>
                    <a:pt x="66" y="17"/>
                  </a:cubicBezTo>
                  <a:cubicBezTo>
                    <a:pt x="50" y="33"/>
                    <a:pt x="17" y="70"/>
                    <a:pt x="17" y="87"/>
                  </a:cubicBezTo>
                  <a:cubicBezTo>
                    <a:pt x="0" y="153"/>
                    <a:pt x="33" y="190"/>
                    <a:pt x="83" y="190"/>
                  </a:cubicBezTo>
                  <a:cubicBezTo>
                    <a:pt x="103" y="190"/>
                    <a:pt x="136" y="190"/>
                    <a:pt x="153" y="173"/>
                  </a:cubicBezTo>
                  <a:cubicBezTo>
                    <a:pt x="153" y="173"/>
                    <a:pt x="169" y="173"/>
                    <a:pt x="186" y="153"/>
                  </a:cubicBezTo>
                  <a:cubicBezTo>
                    <a:pt x="206" y="136"/>
                    <a:pt x="223" y="120"/>
                    <a:pt x="239" y="87"/>
                  </a:cubicBezTo>
                  <a:cubicBezTo>
                    <a:pt x="256" y="70"/>
                    <a:pt x="239" y="33"/>
                    <a:pt x="239" y="17"/>
                  </a:cubicBezTo>
                  <a:cubicBezTo>
                    <a:pt x="223" y="0"/>
                    <a:pt x="186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2" name="Google Shape;18542;p47"/>
            <p:cNvSpPr/>
            <p:nvPr/>
          </p:nvSpPr>
          <p:spPr>
            <a:xfrm>
              <a:off x="4671175" y="240992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3" y="1"/>
                  </a:moveTo>
                  <a:cubicBezTo>
                    <a:pt x="120" y="1"/>
                    <a:pt x="104" y="17"/>
                    <a:pt x="67" y="34"/>
                  </a:cubicBezTo>
                  <a:cubicBezTo>
                    <a:pt x="34" y="50"/>
                    <a:pt x="17" y="71"/>
                    <a:pt x="1" y="104"/>
                  </a:cubicBezTo>
                  <a:cubicBezTo>
                    <a:pt x="1" y="120"/>
                    <a:pt x="1" y="153"/>
                    <a:pt x="17" y="174"/>
                  </a:cubicBezTo>
                  <a:cubicBezTo>
                    <a:pt x="34" y="190"/>
                    <a:pt x="50" y="207"/>
                    <a:pt x="87" y="207"/>
                  </a:cubicBezTo>
                  <a:cubicBezTo>
                    <a:pt x="104" y="207"/>
                    <a:pt x="120" y="190"/>
                    <a:pt x="153" y="190"/>
                  </a:cubicBezTo>
                  <a:lnTo>
                    <a:pt x="170" y="174"/>
                  </a:lnTo>
                  <a:cubicBezTo>
                    <a:pt x="207" y="153"/>
                    <a:pt x="223" y="120"/>
                    <a:pt x="240" y="104"/>
                  </a:cubicBezTo>
                  <a:cubicBezTo>
                    <a:pt x="256" y="50"/>
                    <a:pt x="22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3" name="Google Shape;18543;p47"/>
            <p:cNvSpPr/>
            <p:nvPr/>
          </p:nvSpPr>
          <p:spPr>
            <a:xfrm>
              <a:off x="4652725" y="23525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78" y="0"/>
                  </a:moveTo>
                  <a:cubicBezTo>
                    <a:pt x="166" y="0"/>
                    <a:pt x="153" y="4"/>
                    <a:pt x="137" y="13"/>
                  </a:cubicBezTo>
                  <a:cubicBezTo>
                    <a:pt x="104" y="13"/>
                    <a:pt x="67" y="29"/>
                    <a:pt x="50" y="45"/>
                  </a:cubicBezTo>
                  <a:cubicBezTo>
                    <a:pt x="1" y="99"/>
                    <a:pt x="1" y="165"/>
                    <a:pt x="34" y="182"/>
                  </a:cubicBezTo>
                  <a:cubicBezTo>
                    <a:pt x="50" y="202"/>
                    <a:pt x="83" y="202"/>
                    <a:pt x="120" y="202"/>
                  </a:cubicBezTo>
                  <a:cubicBezTo>
                    <a:pt x="137" y="202"/>
                    <a:pt x="137" y="182"/>
                    <a:pt x="153" y="182"/>
                  </a:cubicBezTo>
                  <a:cubicBezTo>
                    <a:pt x="170" y="182"/>
                    <a:pt x="186" y="165"/>
                    <a:pt x="207" y="149"/>
                  </a:cubicBezTo>
                  <a:cubicBezTo>
                    <a:pt x="223" y="132"/>
                    <a:pt x="240" y="99"/>
                    <a:pt x="240" y="78"/>
                  </a:cubicBezTo>
                  <a:cubicBezTo>
                    <a:pt x="240" y="45"/>
                    <a:pt x="240" y="29"/>
                    <a:pt x="223" y="13"/>
                  </a:cubicBezTo>
                  <a:cubicBezTo>
                    <a:pt x="205" y="4"/>
                    <a:pt x="191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4" name="Google Shape;18544;p47"/>
            <p:cNvSpPr/>
            <p:nvPr/>
          </p:nvSpPr>
          <p:spPr>
            <a:xfrm>
              <a:off x="4665100" y="2341725"/>
              <a:ext cx="6525" cy="5100"/>
            </a:xfrm>
            <a:custGeom>
              <a:avLst/>
              <a:gdLst/>
              <a:ahLst/>
              <a:cxnLst/>
              <a:rect l="l" t="t" r="r" b="b"/>
              <a:pathLst>
                <a:path w="261" h="204" extrusionOk="0">
                  <a:moveTo>
                    <a:pt x="163" y="0"/>
                  </a:moveTo>
                  <a:cubicBezTo>
                    <a:pt x="144" y="0"/>
                    <a:pt x="122" y="5"/>
                    <a:pt x="103" y="16"/>
                  </a:cubicBezTo>
                  <a:cubicBezTo>
                    <a:pt x="54" y="32"/>
                    <a:pt x="21" y="65"/>
                    <a:pt x="0" y="119"/>
                  </a:cubicBezTo>
                  <a:lnTo>
                    <a:pt x="0" y="152"/>
                  </a:lnTo>
                  <a:cubicBezTo>
                    <a:pt x="14" y="184"/>
                    <a:pt x="46" y="204"/>
                    <a:pt x="86" y="204"/>
                  </a:cubicBezTo>
                  <a:cubicBezTo>
                    <a:pt x="108" y="204"/>
                    <a:pt x="132" y="198"/>
                    <a:pt x="157" y="185"/>
                  </a:cubicBezTo>
                  <a:cubicBezTo>
                    <a:pt x="207" y="168"/>
                    <a:pt x="260" y="98"/>
                    <a:pt x="244" y="49"/>
                  </a:cubicBezTo>
                  <a:cubicBezTo>
                    <a:pt x="244" y="32"/>
                    <a:pt x="227" y="32"/>
                    <a:pt x="207" y="16"/>
                  </a:cubicBezTo>
                  <a:cubicBezTo>
                    <a:pt x="198" y="5"/>
                    <a:pt x="182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5" name="Google Shape;18545;p47"/>
            <p:cNvSpPr/>
            <p:nvPr/>
          </p:nvSpPr>
          <p:spPr>
            <a:xfrm>
              <a:off x="4659950" y="23300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03" y="0"/>
                  </a:moveTo>
                  <a:cubicBezTo>
                    <a:pt x="37" y="33"/>
                    <a:pt x="0" y="103"/>
                    <a:pt x="21" y="136"/>
                  </a:cubicBezTo>
                  <a:cubicBezTo>
                    <a:pt x="32" y="171"/>
                    <a:pt x="56" y="190"/>
                    <a:pt x="92" y="190"/>
                  </a:cubicBezTo>
                  <a:cubicBezTo>
                    <a:pt x="111" y="190"/>
                    <a:pt x="133" y="185"/>
                    <a:pt x="157" y="174"/>
                  </a:cubicBezTo>
                  <a:cubicBezTo>
                    <a:pt x="173" y="174"/>
                    <a:pt x="190" y="153"/>
                    <a:pt x="206" y="136"/>
                  </a:cubicBezTo>
                  <a:cubicBezTo>
                    <a:pt x="244" y="120"/>
                    <a:pt x="260" y="70"/>
                    <a:pt x="244" y="33"/>
                  </a:cubicBezTo>
                  <a:cubicBezTo>
                    <a:pt x="244" y="0"/>
                    <a:pt x="206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6" name="Google Shape;18546;p47"/>
            <p:cNvSpPr/>
            <p:nvPr/>
          </p:nvSpPr>
          <p:spPr>
            <a:xfrm>
              <a:off x="4657375" y="23627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57" y="0"/>
                    <a:pt x="124" y="17"/>
                    <a:pt x="87" y="33"/>
                  </a:cubicBezTo>
                  <a:cubicBezTo>
                    <a:pt x="54" y="50"/>
                    <a:pt x="37" y="83"/>
                    <a:pt x="37" y="103"/>
                  </a:cubicBezTo>
                  <a:cubicBezTo>
                    <a:pt x="0" y="153"/>
                    <a:pt x="37" y="206"/>
                    <a:pt x="103" y="206"/>
                  </a:cubicBezTo>
                  <a:cubicBezTo>
                    <a:pt x="124" y="206"/>
                    <a:pt x="140" y="186"/>
                    <a:pt x="173" y="186"/>
                  </a:cubicBezTo>
                  <a:lnTo>
                    <a:pt x="190" y="169"/>
                  </a:lnTo>
                  <a:cubicBezTo>
                    <a:pt x="227" y="153"/>
                    <a:pt x="243" y="136"/>
                    <a:pt x="260" y="103"/>
                  </a:cubicBezTo>
                  <a:cubicBezTo>
                    <a:pt x="260" y="66"/>
                    <a:pt x="260" y="50"/>
                    <a:pt x="243" y="33"/>
                  </a:cubicBezTo>
                  <a:cubicBezTo>
                    <a:pt x="227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7" name="Google Shape;18547;p47"/>
            <p:cNvSpPr/>
            <p:nvPr/>
          </p:nvSpPr>
          <p:spPr>
            <a:xfrm>
              <a:off x="4650575" y="2340775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36" y="0"/>
                    <a:pt x="103" y="0"/>
                    <a:pt x="66" y="17"/>
                  </a:cubicBezTo>
                  <a:cubicBezTo>
                    <a:pt x="50" y="33"/>
                    <a:pt x="33" y="70"/>
                    <a:pt x="17" y="87"/>
                  </a:cubicBezTo>
                  <a:cubicBezTo>
                    <a:pt x="0" y="120"/>
                    <a:pt x="17" y="136"/>
                    <a:pt x="17" y="157"/>
                  </a:cubicBezTo>
                  <a:cubicBezTo>
                    <a:pt x="33" y="190"/>
                    <a:pt x="66" y="190"/>
                    <a:pt x="87" y="190"/>
                  </a:cubicBezTo>
                  <a:cubicBezTo>
                    <a:pt x="120" y="190"/>
                    <a:pt x="136" y="190"/>
                    <a:pt x="153" y="173"/>
                  </a:cubicBezTo>
                  <a:cubicBezTo>
                    <a:pt x="169" y="173"/>
                    <a:pt x="169" y="173"/>
                    <a:pt x="190" y="157"/>
                  </a:cubicBezTo>
                  <a:cubicBezTo>
                    <a:pt x="206" y="136"/>
                    <a:pt x="239" y="120"/>
                    <a:pt x="239" y="87"/>
                  </a:cubicBezTo>
                  <a:cubicBezTo>
                    <a:pt x="256" y="33"/>
                    <a:pt x="223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8" name="Google Shape;18548;p47"/>
            <p:cNvSpPr/>
            <p:nvPr/>
          </p:nvSpPr>
          <p:spPr>
            <a:xfrm>
              <a:off x="4641500" y="231917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9" y="0"/>
                  </a:moveTo>
                  <a:cubicBezTo>
                    <a:pt x="137" y="0"/>
                    <a:pt x="90" y="15"/>
                    <a:pt x="54" y="40"/>
                  </a:cubicBezTo>
                  <a:cubicBezTo>
                    <a:pt x="0" y="93"/>
                    <a:pt x="0" y="159"/>
                    <a:pt x="37" y="176"/>
                  </a:cubicBezTo>
                  <a:cubicBezTo>
                    <a:pt x="54" y="196"/>
                    <a:pt x="87" y="196"/>
                    <a:pt x="120" y="196"/>
                  </a:cubicBezTo>
                  <a:cubicBezTo>
                    <a:pt x="140" y="176"/>
                    <a:pt x="140" y="176"/>
                    <a:pt x="157" y="176"/>
                  </a:cubicBezTo>
                  <a:cubicBezTo>
                    <a:pt x="173" y="176"/>
                    <a:pt x="190" y="159"/>
                    <a:pt x="206" y="143"/>
                  </a:cubicBezTo>
                  <a:cubicBezTo>
                    <a:pt x="260" y="93"/>
                    <a:pt x="260" y="40"/>
                    <a:pt x="223" y="7"/>
                  </a:cubicBezTo>
                  <a:cubicBezTo>
                    <a:pt x="210" y="2"/>
                    <a:pt x="195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9" name="Google Shape;18549;p47"/>
            <p:cNvSpPr/>
            <p:nvPr/>
          </p:nvSpPr>
          <p:spPr>
            <a:xfrm>
              <a:off x="4647050" y="23283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17"/>
                    <a:pt x="71" y="37"/>
                  </a:cubicBezTo>
                  <a:cubicBezTo>
                    <a:pt x="55" y="54"/>
                    <a:pt x="22" y="70"/>
                    <a:pt x="22" y="103"/>
                  </a:cubicBezTo>
                  <a:cubicBezTo>
                    <a:pt x="1" y="157"/>
                    <a:pt x="38" y="190"/>
                    <a:pt x="87" y="190"/>
                  </a:cubicBezTo>
                  <a:lnTo>
                    <a:pt x="158" y="190"/>
                  </a:lnTo>
                  <a:cubicBezTo>
                    <a:pt x="158" y="173"/>
                    <a:pt x="174" y="173"/>
                    <a:pt x="191" y="173"/>
                  </a:cubicBezTo>
                  <a:cubicBezTo>
                    <a:pt x="207" y="157"/>
                    <a:pt x="228" y="120"/>
                    <a:pt x="244" y="103"/>
                  </a:cubicBezTo>
                  <a:cubicBezTo>
                    <a:pt x="261" y="37"/>
                    <a:pt x="228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0" name="Google Shape;18550;p47"/>
            <p:cNvSpPr/>
            <p:nvPr/>
          </p:nvSpPr>
          <p:spPr>
            <a:xfrm>
              <a:off x="4639325" y="236355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0"/>
                    <a:pt x="71" y="17"/>
                  </a:cubicBezTo>
                  <a:cubicBezTo>
                    <a:pt x="54" y="33"/>
                    <a:pt x="21" y="70"/>
                    <a:pt x="21" y="87"/>
                  </a:cubicBezTo>
                  <a:cubicBezTo>
                    <a:pt x="1" y="120"/>
                    <a:pt x="1" y="136"/>
                    <a:pt x="21" y="153"/>
                  </a:cubicBezTo>
                  <a:cubicBezTo>
                    <a:pt x="38" y="173"/>
                    <a:pt x="54" y="190"/>
                    <a:pt x="87" y="190"/>
                  </a:cubicBezTo>
                  <a:cubicBezTo>
                    <a:pt x="104" y="190"/>
                    <a:pt x="141" y="190"/>
                    <a:pt x="157" y="173"/>
                  </a:cubicBezTo>
                  <a:cubicBezTo>
                    <a:pt x="157" y="173"/>
                    <a:pt x="174" y="173"/>
                    <a:pt x="190" y="153"/>
                  </a:cubicBezTo>
                  <a:cubicBezTo>
                    <a:pt x="207" y="136"/>
                    <a:pt x="227" y="120"/>
                    <a:pt x="244" y="87"/>
                  </a:cubicBezTo>
                  <a:cubicBezTo>
                    <a:pt x="260" y="33"/>
                    <a:pt x="22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1" name="Google Shape;18551;p47"/>
            <p:cNvSpPr/>
            <p:nvPr/>
          </p:nvSpPr>
          <p:spPr>
            <a:xfrm>
              <a:off x="4666450" y="2351475"/>
              <a:ext cx="6400" cy="5200"/>
            </a:xfrm>
            <a:custGeom>
              <a:avLst/>
              <a:gdLst/>
              <a:ahLst/>
              <a:cxnLst/>
              <a:rect l="l" t="t" r="r" b="b"/>
              <a:pathLst>
                <a:path w="256" h="208" extrusionOk="0">
                  <a:moveTo>
                    <a:pt x="153" y="1"/>
                  </a:moveTo>
                  <a:cubicBezTo>
                    <a:pt x="136" y="17"/>
                    <a:pt x="120" y="17"/>
                    <a:pt x="103" y="17"/>
                  </a:cubicBezTo>
                  <a:cubicBezTo>
                    <a:pt x="33" y="55"/>
                    <a:pt x="0" y="104"/>
                    <a:pt x="17" y="158"/>
                  </a:cubicBezTo>
                  <a:cubicBezTo>
                    <a:pt x="27" y="190"/>
                    <a:pt x="53" y="208"/>
                    <a:pt x="88" y="208"/>
                  </a:cubicBezTo>
                  <a:cubicBezTo>
                    <a:pt x="107" y="208"/>
                    <a:pt x="129" y="202"/>
                    <a:pt x="153" y="191"/>
                  </a:cubicBezTo>
                  <a:cubicBezTo>
                    <a:pt x="173" y="191"/>
                    <a:pt x="190" y="174"/>
                    <a:pt x="206" y="158"/>
                  </a:cubicBezTo>
                  <a:cubicBezTo>
                    <a:pt x="239" y="141"/>
                    <a:pt x="256" y="87"/>
                    <a:pt x="239" y="55"/>
                  </a:cubicBezTo>
                  <a:cubicBezTo>
                    <a:pt x="239" y="17"/>
                    <a:pt x="206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2" name="Google Shape;18552;p47"/>
            <p:cNvSpPr/>
            <p:nvPr/>
          </p:nvSpPr>
          <p:spPr>
            <a:xfrm>
              <a:off x="4667275" y="2397800"/>
              <a:ext cx="6825" cy="4825"/>
            </a:xfrm>
            <a:custGeom>
              <a:avLst/>
              <a:gdLst/>
              <a:ahLst/>
              <a:cxnLst/>
              <a:rect l="l" t="t" r="r" b="b"/>
              <a:pathLst>
                <a:path w="273" h="193" extrusionOk="0">
                  <a:moveTo>
                    <a:pt x="198" y="0"/>
                  </a:moveTo>
                  <a:cubicBezTo>
                    <a:pt x="190" y="0"/>
                    <a:pt x="182" y="1"/>
                    <a:pt x="173" y="3"/>
                  </a:cubicBezTo>
                  <a:cubicBezTo>
                    <a:pt x="140" y="3"/>
                    <a:pt x="103" y="3"/>
                    <a:pt x="87" y="20"/>
                  </a:cubicBezTo>
                  <a:cubicBezTo>
                    <a:pt x="54" y="40"/>
                    <a:pt x="37" y="73"/>
                    <a:pt x="16" y="90"/>
                  </a:cubicBezTo>
                  <a:cubicBezTo>
                    <a:pt x="0" y="143"/>
                    <a:pt x="37" y="193"/>
                    <a:pt x="103" y="193"/>
                  </a:cubicBezTo>
                  <a:cubicBezTo>
                    <a:pt x="120" y="193"/>
                    <a:pt x="140" y="193"/>
                    <a:pt x="157" y="176"/>
                  </a:cubicBezTo>
                  <a:cubicBezTo>
                    <a:pt x="173" y="176"/>
                    <a:pt x="173" y="176"/>
                    <a:pt x="190" y="160"/>
                  </a:cubicBezTo>
                  <a:cubicBezTo>
                    <a:pt x="223" y="143"/>
                    <a:pt x="243" y="123"/>
                    <a:pt x="243" y="90"/>
                  </a:cubicBezTo>
                  <a:cubicBezTo>
                    <a:pt x="272" y="47"/>
                    <a:pt x="251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3" name="Google Shape;18553;p47"/>
            <p:cNvSpPr/>
            <p:nvPr/>
          </p:nvSpPr>
          <p:spPr>
            <a:xfrm>
              <a:off x="4661700" y="2388425"/>
              <a:ext cx="6925" cy="4950"/>
            </a:xfrm>
            <a:custGeom>
              <a:avLst/>
              <a:gdLst/>
              <a:ahLst/>
              <a:cxnLst/>
              <a:rect l="l" t="t" r="r" b="b"/>
              <a:pathLst>
                <a:path w="277" h="198" extrusionOk="0">
                  <a:moveTo>
                    <a:pt x="165" y="1"/>
                  </a:moveTo>
                  <a:cubicBezTo>
                    <a:pt x="127" y="1"/>
                    <a:pt x="86" y="20"/>
                    <a:pt x="54" y="53"/>
                  </a:cubicBezTo>
                  <a:cubicBezTo>
                    <a:pt x="0" y="106"/>
                    <a:pt x="0" y="156"/>
                    <a:pt x="54" y="189"/>
                  </a:cubicBezTo>
                  <a:cubicBezTo>
                    <a:pt x="65" y="189"/>
                    <a:pt x="83" y="198"/>
                    <a:pt x="104" y="198"/>
                  </a:cubicBezTo>
                  <a:cubicBezTo>
                    <a:pt x="114" y="198"/>
                    <a:pt x="125" y="195"/>
                    <a:pt x="136" y="189"/>
                  </a:cubicBezTo>
                  <a:lnTo>
                    <a:pt x="157" y="189"/>
                  </a:lnTo>
                  <a:cubicBezTo>
                    <a:pt x="190" y="172"/>
                    <a:pt x="207" y="156"/>
                    <a:pt x="223" y="139"/>
                  </a:cubicBezTo>
                  <a:cubicBezTo>
                    <a:pt x="260" y="106"/>
                    <a:pt x="277" y="36"/>
                    <a:pt x="223" y="20"/>
                  </a:cubicBezTo>
                  <a:cubicBezTo>
                    <a:pt x="206" y="6"/>
                    <a:pt x="186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4" name="Google Shape;18554;p47"/>
            <p:cNvSpPr/>
            <p:nvPr/>
          </p:nvSpPr>
          <p:spPr>
            <a:xfrm>
              <a:off x="4669850" y="23639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73" y="1"/>
                  </a:moveTo>
                  <a:cubicBezTo>
                    <a:pt x="157" y="1"/>
                    <a:pt x="120" y="1"/>
                    <a:pt x="103" y="17"/>
                  </a:cubicBezTo>
                  <a:cubicBezTo>
                    <a:pt x="54" y="34"/>
                    <a:pt x="0" y="104"/>
                    <a:pt x="17" y="157"/>
                  </a:cubicBezTo>
                  <a:cubicBezTo>
                    <a:pt x="32" y="182"/>
                    <a:pt x="62" y="197"/>
                    <a:pt x="105" y="197"/>
                  </a:cubicBezTo>
                  <a:cubicBezTo>
                    <a:pt x="121" y="197"/>
                    <a:pt x="138" y="195"/>
                    <a:pt x="157" y="190"/>
                  </a:cubicBezTo>
                  <a:cubicBezTo>
                    <a:pt x="173" y="174"/>
                    <a:pt x="190" y="157"/>
                    <a:pt x="206" y="157"/>
                  </a:cubicBezTo>
                  <a:cubicBezTo>
                    <a:pt x="243" y="120"/>
                    <a:pt x="260" y="87"/>
                    <a:pt x="260" y="54"/>
                  </a:cubicBezTo>
                  <a:cubicBezTo>
                    <a:pt x="243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5" name="Google Shape;18555;p47"/>
            <p:cNvSpPr/>
            <p:nvPr/>
          </p:nvSpPr>
          <p:spPr>
            <a:xfrm>
              <a:off x="4670250" y="230470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41" y="0"/>
                    <a:pt x="104" y="0"/>
                    <a:pt x="87" y="33"/>
                  </a:cubicBezTo>
                  <a:cubicBezTo>
                    <a:pt x="54" y="54"/>
                    <a:pt x="38" y="70"/>
                    <a:pt x="21" y="103"/>
                  </a:cubicBezTo>
                  <a:cubicBezTo>
                    <a:pt x="1" y="157"/>
                    <a:pt x="38" y="190"/>
                    <a:pt x="104" y="190"/>
                  </a:cubicBezTo>
                  <a:lnTo>
                    <a:pt x="157" y="190"/>
                  </a:lnTo>
                  <a:cubicBezTo>
                    <a:pt x="174" y="173"/>
                    <a:pt x="174" y="173"/>
                    <a:pt x="190" y="173"/>
                  </a:cubicBezTo>
                  <a:cubicBezTo>
                    <a:pt x="227" y="157"/>
                    <a:pt x="244" y="120"/>
                    <a:pt x="244" y="103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6" name="Google Shape;18556;p47"/>
            <p:cNvSpPr/>
            <p:nvPr/>
          </p:nvSpPr>
          <p:spPr>
            <a:xfrm>
              <a:off x="4672825" y="2318850"/>
              <a:ext cx="6525" cy="5225"/>
            </a:xfrm>
            <a:custGeom>
              <a:avLst/>
              <a:gdLst/>
              <a:ahLst/>
              <a:cxnLst/>
              <a:rect l="l" t="t" r="r" b="b"/>
              <a:pathLst>
                <a:path w="261" h="209" extrusionOk="0">
                  <a:moveTo>
                    <a:pt x="163" y="1"/>
                  </a:moveTo>
                  <a:cubicBezTo>
                    <a:pt x="144" y="1"/>
                    <a:pt x="123" y="6"/>
                    <a:pt x="104" y="20"/>
                  </a:cubicBezTo>
                  <a:cubicBezTo>
                    <a:pt x="38" y="53"/>
                    <a:pt x="1" y="106"/>
                    <a:pt x="1" y="156"/>
                  </a:cubicBezTo>
                  <a:cubicBezTo>
                    <a:pt x="14" y="190"/>
                    <a:pt x="45" y="209"/>
                    <a:pt x="84" y="209"/>
                  </a:cubicBezTo>
                  <a:cubicBezTo>
                    <a:pt x="106" y="209"/>
                    <a:pt x="132" y="202"/>
                    <a:pt x="157" y="189"/>
                  </a:cubicBezTo>
                  <a:cubicBezTo>
                    <a:pt x="207" y="156"/>
                    <a:pt x="260" y="106"/>
                    <a:pt x="244" y="53"/>
                  </a:cubicBezTo>
                  <a:cubicBezTo>
                    <a:pt x="233" y="21"/>
                    <a:pt x="200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7" name="Google Shape;18557;p47"/>
            <p:cNvSpPr/>
            <p:nvPr/>
          </p:nvSpPr>
          <p:spPr>
            <a:xfrm>
              <a:off x="4664675" y="2292925"/>
              <a:ext cx="6525" cy="4875"/>
            </a:xfrm>
            <a:custGeom>
              <a:avLst/>
              <a:gdLst/>
              <a:ahLst/>
              <a:cxnLst/>
              <a:rect l="l" t="t" r="r" b="b"/>
              <a:pathLst>
                <a:path w="261" h="195" extrusionOk="0">
                  <a:moveTo>
                    <a:pt x="156" y="0"/>
                  </a:moveTo>
                  <a:cubicBezTo>
                    <a:pt x="145" y="0"/>
                    <a:pt x="133" y="2"/>
                    <a:pt x="120" y="9"/>
                  </a:cubicBezTo>
                  <a:cubicBezTo>
                    <a:pt x="104" y="9"/>
                    <a:pt x="71" y="26"/>
                    <a:pt x="38" y="59"/>
                  </a:cubicBezTo>
                  <a:cubicBezTo>
                    <a:pt x="17" y="75"/>
                    <a:pt x="1" y="92"/>
                    <a:pt x="1" y="129"/>
                  </a:cubicBezTo>
                  <a:cubicBezTo>
                    <a:pt x="1" y="145"/>
                    <a:pt x="17" y="178"/>
                    <a:pt x="38" y="178"/>
                  </a:cubicBezTo>
                  <a:cubicBezTo>
                    <a:pt x="55" y="195"/>
                    <a:pt x="88" y="195"/>
                    <a:pt x="120" y="195"/>
                  </a:cubicBezTo>
                  <a:cubicBezTo>
                    <a:pt x="120" y="195"/>
                    <a:pt x="141" y="195"/>
                    <a:pt x="158" y="178"/>
                  </a:cubicBezTo>
                  <a:cubicBezTo>
                    <a:pt x="174" y="178"/>
                    <a:pt x="191" y="162"/>
                    <a:pt x="207" y="145"/>
                  </a:cubicBezTo>
                  <a:cubicBezTo>
                    <a:pt x="261" y="92"/>
                    <a:pt x="261" y="42"/>
                    <a:pt x="207" y="9"/>
                  </a:cubicBezTo>
                  <a:cubicBezTo>
                    <a:pt x="196" y="9"/>
                    <a:pt x="178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8" name="Google Shape;18558;p47"/>
            <p:cNvSpPr/>
            <p:nvPr/>
          </p:nvSpPr>
          <p:spPr>
            <a:xfrm>
              <a:off x="4660450" y="2317150"/>
              <a:ext cx="6425" cy="4950"/>
            </a:xfrm>
            <a:custGeom>
              <a:avLst/>
              <a:gdLst/>
              <a:ahLst/>
              <a:cxnLst/>
              <a:rect l="l" t="t" r="r" b="b"/>
              <a:pathLst>
                <a:path w="257" h="198" extrusionOk="0">
                  <a:moveTo>
                    <a:pt x="161" y="0"/>
                  </a:moveTo>
                  <a:cubicBezTo>
                    <a:pt x="142" y="0"/>
                    <a:pt x="121" y="6"/>
                    <a:pt x="104" y="17"/>
                  </a:cubicBezTo>
                  <a:cubicBezTo>
                    <a:pt x="67" y="34"/>
                    <a:pt x="34" y="50"/>
                    <a:pt x="17" y="88"/>
                  </a:cubicBezTo>
                  <a:cubicBezTo>
                    <a:pt x="1" y="104"/>
                    <a:pt x="1" y="121"/>
                    <a:pt x="1" y="154"/>
                  </a:cubicBezTo>
                  <a:cubicBezTo>
                    <a:pt x="17" y="174"/>
                    <a:pt x="34" y="174"/>
                    <a:pt x="50" y="191"/>
                  </a:cubicBezTo>
                  <a:cubicBezTo>
                    <a:pt x="56" y="196"/>
                    <a:pt x="64" y="198"/>
                    <a:pt x="73" y="198"/>
                  </a:cubicBezTo>
                  <a:cubicBezTo>
                    <a:pt x="93" y="198"/>
                    <a:pt x="120" y="191"/>
                    <a:pt x="153" y="191"/>
                  </a:cubicBezTo>
                  <a:cubicBezTo>
                    <a:pt x="207" y="154"/>
                    <a:pt x="257" y="88"/>
                    <a:pt x="240" y="50"/>
                  </a:cubicBezTo>
                  <a:cubicBezTo>
                    <a:pt x="229" y="19"/>
                    <a:pt x="196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9" name="Google Shape;18559;p47"/>
            <p:cNvSpPr/>
            <p:nvPr/>
          </p:nvSpPr>
          <p:spPr>
            <a:xfrm>
              <a:off x="4719200" y="2315400"/>
              <a:ext cx="6950" cy="5200"/>
            </a:xfrm>
            <a:custGeom>
              <a:avLst/>
              <a:gdLst/>
              <a:ahLst/>
              <a:cxnLst/>
              <a:rect l="l" t="t" r="r" b="b"/>
              <a:pathLst>
                <a:path w="278" h="208" extrusionOk="0">
                  <a:moveTo>
                    <a:pt x="174" y="1"/>
                  </a:moveTo>
                  <a:cubicBezTo>
                    <a:pt x="141" y="17"/>
                    <a:pt x="104" y="17"/>
                    <a:pt x="88" y="38"/>
                  </a:cubicBezTo>
                  <a:cubicBezTo>
                    <a:pt x="55" y="54"/>
                    <a:pt x="38" y="87"/>
                    <a:pt x="22" y="104"/>
                  </a:cubicBezTo>
                  <a:cubicBezTo>
                    <a:pt x="1" y="158"/>
                    <a:pt x="38" y="191"/>
                    <a:pt x="71" y="207"/>
                  </a:cubicBezTo>
                  <a:lnTo>
                    <a:pt x="104" y="207"/>
                  </a:lnTo>
                  <a:cubicBezTo>
                    <a:pt x="125" y="207"/>
                    <a:pt x="141" y="207"/>
                    <a:pt x="158" y="191"/>
                  </a:cubicBezTo>
                  <a:cubicBezTo>
                    <a:pt x="191" y="174"/>
                    <a:pt x="228" y="158"/>
                    <a:pt x="244" y="141"/>
                  </a:cubicBezTo>
                  <a:cubicBezTo>
                    <a:pt x="244" y="120"/>
                    <a:pt x="244" y="120"/>
                    <a:pt x="261" y="104"/>
                  </a:cubicBezTo>
                  <a:cubicBezTo>
                    <a:pt x="277" y="54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0" name="Google Shape;18560;p47"/>
            <p:cNvSpPr/>
            <p:nvPr/>
          </p:nvSpPr>
          <p:spPr>
            <a:xfrm>
              <a:off x="4714975" y="2303250"/>
              <a:ext cx="6850" cy="4925"/>
            </a:xfrm>
            <a:custGeom>
              <a:avLst/>
              <a:gdLst/>
              <a:ahLst/>
              <a:cxnLst/>
              <a:rect l="l" t="t" r="r" b="b"/>
              <a:pathLst>
                <a:path w="274" h="197" extrusionOk="0">
                  <a:moveTo>
                    <a:pt x="165" y="0"/>
                  </a:moveTo>
                  <a:cubicBezTo>
                    <a:pt x="149" y="0"/>
                    <a:pt x="134" y="3"/>
                    <a:pt x="120" y="9"/>
                  </a:cubicBezTo>
                  <a:cubicBezTo>
                    <a:pt x="50" y="42"/>
                    <a:pt x="1" y="112"/>
                    <a:pt x="17" y="145"/>
                  </a:cubicBezTo>
                  <a:cubicBezTo>
                    <a:pt x="28" y="177"/>
                    <a:pt x="61" y="197"/>
                    <a:pt x="97" y="197"/>
                  </a:cubicBezTo>
                  <a:cubicBezTo>
                    <a:pt x="116" y="197"/>
                    <a:pt x="136" y="191"/>
                    <a:pt x="153" y="178"/>
                  </a:cubicBezTo>
                  <a:cubicBezTo>
                    <a:pt x="224" y="161"/>
                    <a:pt x="273" y="91"/>
                    <a:pt x="257" y="42"/>
                  </a:cubicBezTo>
                  <a:cubicBezTo>
                    <a:pt x="245" y="18"/>
                    <a:pt x="205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1" name="Google Shape;18561;p47"/>
            <p:cNvSpPr/>
            <p:nvPr/>
          </p:nvSpPr>
          <p:spPr>
            <a:xfrm>
              <a:off x="4698600" y="23060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03" y="17"/>
                    <a:pt x="87" y="34"/>
                  </a:cubicBezTo>
                  <a:cubicBezTo>
                    <a:pt x="54" y="50"/>
                    <a:pt x="37" y="83"/>
                    <a:pt x="21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4" y="207"/>
                    <a:pt x="141" y="186"/>
                    <a:pt x="157" y="186"/>
                  </a:cubicBezTo>
                  <a:cubicBezTo>
                    <a:pt x="174" y="186"/>
                    <a:pt x="174" y="170"/>
                    <a:pt x="190" y="170"/>
                  </a:cubicBezTo>
                  <a:cubicBezTo>
                    <a:pt x="227" y="153"/>
                    <a:pt x="244" y="120"/>
                    <a:pt x="244" y="104"/>
                  </a:cubicBezTo>
                  <a:cubicBezTo>
                    <a:pt x="260" y="50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2" name="Google Shape;18562;p47"/>
            <p:cNvSpPr/>
            <p:nvPr/>
          </p:nvSpPr>
          <p:spPr>
            <a:xfrm>
              <a:off x="4695600" y="23405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70" y="1"/>
                  </a:moveTo>
                  <a:cubicBezTo>
                    <a:pt x="161" y="1"/>
                    <a:pt x="152" y="3"/>
                    <a:pt x="141" y="8"/>
                  </a:cubicBezTo>
                  <a:cubicBezTo>
                    <a:pt x="104" y="8"/>
                    <a:pt x="71" y="25"/>
                    <a:pt x="54" y="62"/>
                  </a:cubicBezTo>
                  <a:cubicBezTo>
                    <a:pt x="1" y="95"/>
                    <a:pt x="1" y="165"/>
                    <a:pt x="38" y="181"/>
                  </a:cubicBezTo>
                  <a:cubicBezTo>
                    <a:pt x="71" y="198"/>
                    <a:pt x="87" y="198"/>
                    <a:pt x="120" y="198"/>
                  </a:cubicBezTo>
                  <a:cubicBezTo>
                    <a:pt x="141" y="198"/>
                    <a:pt x="141" y="198"/>
                    <a:pt x="157" y="181"/>
                  </a:cubicBezTo>
                  <a:cubicBezTo>
                    <a:pt x="174" y="181"/>
                    <a:pt x="190" y="165"/>
                    <a:pt x="207" y="144"/>
                  </a:cubicBezTo>
                  <a:cubicBezTo>
                    <a:pt x="244" y="128"/>
                    <a:pt x="244" y="95"/>
                    <a:pt x="244" y="78"/>
                  </a:cubicBezTo>
                  <a:cubicBezTo>
                    <a:pt x="261" y="41"/>
                    <a:pt x="244" y="25"/>
                    <a:pt x="223" y="8"/>
                  </a:cubicBezTo>
                  <a:cubicBezTo>
                    <a:pt x="201" y="8"/>
                    <a:pt x="187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3" name="Google Shape;18563;p47"/>
            <p:cNvSpPr/>
            <p:nvPr/>
          </p:nvSpPr>
          <p:spPr>
            <a:xfrm>
              <a:off x="4721800" y="227120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57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37" y="54"/>
                    <a:pt x="21" y="87"/>
                    <a:pt x="21" y="103"/>
                  </a:cubicBezTo>
                  <a:cubicBezTo>
                    <a:pt x="0" y="136"/>
                    <a:pt x="0" y="157"/>
                    <a:pt x="21" y="173"/>
                  </a:cubicBezTo>
                  <a:cubicBezTo>
                    <a:pt x="37" y="190"/>
                    <a:pt x="54" y="206"/>
                    <a:pt x="87" y="206"/>
                  </a:cubicBezTo>
                  <a:cubicBezTo>
                    <a:pt x="103" y="206"/>
                    <a:pt x="140" y="206"/>
                    <a:pt x="157" y="190"/>
                  </a:cubicBezTo>
                  <a:cubicBezTo>
                    <a:pt x="157" y="190"/>
                    <a:pt x="173" y="190"/>
                    <a:pt x="173" y="173"/>
                  </a:cubicBezTo>
                  <a:cubicBezTo>
                    <a:pt x="206" y="157"/>
                    <a:pt x="227" y="136"/>
                    <a:pt x="243" y="103"/>
                  </a:cubicBezTo>
                  <a:cubicBezTo>
                    <a:pt x="260" y="54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4" name="Google Shape;18564;p47"/>
            <p:cNvSpPr/>
            <p:nvPr/>
          </p:nvSpPr>
          <p:spPr>
            <a:xfrm>
              <a:off x="4723950" y="228350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83" y="1"/>
                  </a:moveTo>
                  <a:cubicBezTo>
                    <a:pt x="140" y="1"/>
                    <a:pt x="91" y="19"/>
                    <a:pt x="54" y="57"/>
                  </a:cubicBezTo>
                  <a:cubicBezTo>
                    <a:pt x="1" y="94"/>
                    <a:pt x="1" y="160"/>
                    <a:pt x="38" y="180"/>
                  </a:cubicBezTo>
                  <a:cubicBezTo>
                    <a:pt x="71" y="197"/>
                    <a:pt x="87" y="197"/>
                    <a:pt x="120" y="197"/>
                  </a:cubicBezTo>
                  <a:cubicBezTo>
                    <a:pt x="141" y="197"/>
                    <a:pt x="157" y="197"/>
                    <a:pt x="157" y="180"/>
                  </a:cubicBezTo>
                  <a:cubicBezTo>
                    <a:pt x="174" y="180"/>
                    <a:pt x="190" y="160"/>
                    <a:pt x="207" y="143"/>
                  </a:cubicBezTo>
                  <a:cubicBezTo>
                    <a:pt x="260" y="110"/>
                    <a:pt x="260" y="40"/>
                    <a:pt x="223" y="7"/>
                  </a:cubicBezTo>
                  <a:cubicBezTo>
                    <a:pt x="211" y="3"/>
                    <a:pt x="197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5" name="Google Shape;18565;p47"/>
            <p:cNvSpPr/>
            <p:nvPr/>
          </p:nvSpPr>
          <p:spPr>
            <a:xfrm>
              <a:off x="4721800" y="2327875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73" y="1"/>
                  </a:moveTo>
                  <a:cubicBezTo>
                    <a:pt x="140" y="1"/>
                    <a:pt x="103" y="17"/>
                    <a:pt x="70" y="34"/>
                  </a:cubicBezTo>
                  <a:cubicBezTo>
                    <a:pt x="54" y="54"/>
                    <a:pt x="37" y="71"/>
                    <a:pt x="21" y="104"/>
                  </a:cubicBezTo>
                  <a:cubicBezTo>
                    <a:pt x="0" y="120"/>
                    <a:pt x="21" y="157"/>
                    <a:pt x="21" y="174"/>
                  </a:cubicBezTo>
                  <a:cubicBezTo>
                    <a:pt x="37" y="190"/>
                    <a:pt x="70" y="190"/>
                    <a:pt x="103" y="190"/>
                  </a:cubicBezTo>
                  <a:lnTo>
                    <a:pt x="157" y="190"/>
                  </a:lnTo>
                  <a:cubicBezTo>
                    <a:pt x="173" y="174"/>
                    <a:pt x="173" y="174"/>
                    <a:pt x="190" y="174"/>
                  </a:cubicBezTo>
                  <a:cubicBezTo>
                    <a:pt x="206" y="157"/>
                    <a:pt x="243" y="120"/>
                    <a:pt x="243" y="104"/>
                  </a:cubicBezTo>
                  <a:cubicBezTo>
                    <a:pt x="260" y="34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6" name="Google Shape;18566;p47"/>
            <p:cNvSpPr/>
            <p:nvPr/>
          </p:nvSpPr>
          <p:spPr>
            <a:xfrm>
              <a:off x="4685300" y="23622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87" y="21"/>
                    <a:pt x="54" y="38"/>
                    <a:pt x="38" y="54"/>
                  </a:cubicBezTo>
                  <a:cubicBezTo>
                    <a:pt x="17" y="71"/>
                    <a:pt x="1" y="104"/>
                    <a:pt x="1" y="124"/>
                  </a:cubicBezTo>
                  <a:cubicBezTo>
                    <a:pt x="1" y="157"/>
                    <a:pt x="1" y="174"/>
                    <a:pt x="17" y="190"/>
                  </a:cubicBezTo>
                  <a:cubicBezTo>
                    <a:pt x="36" y="199"/>
                    <a:pt x="49" y="203"/>
                    <a:pt x="62" y="203"/>
                  </a:cubicBezTo>
                  <a:cubicBezTo>
                    <a:pt x="75" y="203"/>
                    <a:pt x="87" y="199"/>
                    <a:pt x="104" y="190"/>
                  </a:cubicBezTo>
                  <a:lnTo>
                    <a:pt x="141" y="190"/>
                  </a:lnTo>
                  <a:cubicBezTo>
                    <a:pt x="157" y="174"/>
                    <a:pt x="174" y="174"/>
                    <a:pt x="190" y="157"/>
                  </a:cubicBezTo>
                  <a:cubicBezTo>
                    <a:pt x="244" y="104"/>
                    <a:pt x="244" y="38"/>
                    <a:pt x="207" y="21"/>
                  </a:cubicBezTo>
                  <a:cubicBezTo>
                    <a:pt x="174" y="1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7" name="Google Shape;18567;p47"/>
            <p:cNvSpPr/>
            <p:nvPr/>
          </p:nvSpPr>
          <p:spPr>
            <a:xfrm>
              <a:off x="4681075" y="2386575"/>
              <a:ext cx="6000" cy="4825"/>
            </a:xfrm>
            <a:custGeom>
              <a:avLst/>
              <a:gdLst/>
              <a:ahLst/>
              <a:cxnLst/>
              <a:rect l="l" t="t" r="r" b="b"/>
              <a:pathLst>
                <a:path w="240" h="193" extrusionOk="0">
                  <a:moveTo>
                    <a:pt x="138" y="0"/>
                  </a:moveTo>
                  <a:cubicBezTo>
                    <a:pt x="120" y="0"/>
                    <a:pt x="102" y="3"/>
                    <a:pt x="83" y="7"/>
                  </a:cubicBezTo>
                  <a:cubicBezTo>
                    <a:pt x="50" y="23"/>
                    <a:pt x="17" y="56"/>
                    <a:pt x="0" y="77"/>
                  </a:cubicBezTo>
                  <a:lnTo>
                    <a:pt x="0" y="143"/>
                  </a:lnTo>
                  <a:cubicBezTo>
                    <a:pt x="0" y="159"/>
                    <a:pt x="17" y="180"/>
                    <a:pt x="33" y="180"/>
                  </a:cubicBezTo>
                  <a:cubicBezTo>
                    <a:pt x="50" y="188"/>
                    <a:pt x="67" y="192"/>
                    <a:pt x="85" y="192"/>
                  </a:cubicBezTo>
                  <a:cubicBezTo>
                    <a:pt x="103" y="192"/>
                    <a:pt x="120" y="188"/>
                    <a:pt x="137" y="180"/>
                  </a:cubicBezTo>
                  <a:cubicBezTo>
                    <a:pt x="207" y="143"/>
                    <a:pt x="240" y="94"/>
                    <a:pt x="223" y="40"/>
                  </a:cubicBezTo>
                  <a:cubicBezTo>
                    <a:pt x="223" y="16"/>
                    <a:pt x="186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8" name="Google Shape;18568;p47"/>
            <p:cNvSpPr/>
            <p:nvPr/>
          </p:nvSpPr>
          <p:spPr>
            <a:xfrm>
              <a:off x="4693025" y="2388425"/>
              <a:ext cx="6525" cy="4800"/>
            </a:xfrm>
            <a:custGeom>
              <a:avLst/>
              <a:gdLst/>
              <a:ahLst/>
              <a:cxnLst/>
              <a:rect l="l" t="t" r="r" b="b"/>
              <a:pathLst>
                <a:path w="261" h="192" extrusionOk="0">
                  <a:moveTo>
                    <a:pt x="175" y="1"/>
                  </a:moveTo>
                  <a:cubicBezTo>
                    <a:pt x="153" y="1"/>
                    <a:pt x="129" y="6"/>
                    <a:pt x="104" y="20"/>
                  </a:cubicBezTo>
                  <a:cubicBezTo>
                    <a:pt x="38" y="36"/>
                    <a:pt x="1" y="106"/>
                    <a:pt x="17" y="139"/>
                  </a:cubicBezTo>
                  <a:cubicBezTo>
                    <a:pt x="31" y="171"/>
                    <a:pt x="56" y="191"/>
                    <a:pt x="91" y="191"/>
                  </a:cubicBezTo>
                  <a:cubicBezTo>
                    <a:pt x="111" y="191"/>
                    <a:pt x="133" y="185"/>
                    <a:pt x="157" y="172"/>
                  </a:cubicBezTo>
                  <a:cubicBezTo>
                    <a:pt x="223" y="156"/>
                    <a:pt x="260" y="85"/>
                    <a:pt x="244" y="53"/>
                  </a:cubicBezTo>
                  <a:cubicBezTo>
                    <a:pt x="244" y="20"/>
                    <a:pt x="215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9" name="Google Shape;18569;p47"/>
            <p:cNvSpPr/>
            <p:nvPr/>
          </p:nvSpPr>
          <p:spPr>
            <a:xfrm>
              <a:off x="4729525" y="22926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21"/>
                    <a:pt x="87" y="38"/>
                  </a:cubicBezTo>
                  <a:cubicBezTo>
                    <a:pt x="54" y="54"/>
                    <a:pt x="37" y="87"/>
                    <a:pt x="21" y="104"/>
                  </a:cubicBezTo>
                  <a:cubicBezTo>
                    <a:pt x="0" y="157"/>
                    <a:pt x="37" y="207"/>
                    <a:pt x="103" y="207"/>
                  </a:cubicBezTo>
                  <a:cubicBezTo>
                    <a:pt x="124" y="207"/>
                    <a:pt x="140" y="207"/>
                    <a:pt x="157" y="190"/>
                  </a:cubicBezTo>
                  <a:cubicBezTo>
                    <a:pt x="173" y="190"/>
                    <a:pt x="173" y="174"/>
                    <a:pt x="190" y="174"/>
                  </a:cubicBezTo>
                  <a:cubicBezTo>
                    <a:pt x="206" y="157"/>
                    <a:pt x="243" y="141"/>
                    <a:pt x="243" y="104"/>
                  </a:cubicBezTo>
                  <a:cubicBezTo>
                    <a:pt x="260" y="54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0" name="Google Shape;18570;p47"/>
            <p:cNvSpPr/>
            <p:nvPr/>
          </p:nvSpPr>
          <p:spPr>
            <a:xfrm>
              <a:off x="4675400" y="2375100"/>
              <a:ext cx="6100" cy="5175"/>
            </a:xfrm>
            <a:custGeom>
              <a:avLst/>
              <a:gdLst/>
              <a:ahLst/>
              <a:cxnLst/>
              <a:rect l="l" t="t" r="r" b="b"/>
              <a:pathLst>
                <a:path w="244" h="207" extrusionOk="0">
                  <a:moveTo>
                    <a:pt x="157" y="0"/>
                  </a:moveTo>
                  <a:cubicBezTo>
                    <a:pt x="141" y="0"/>
                    <a:pt x="104" y="21"/>
                    <a:pt x="87" y="37"/>
                  </a:cubicBezTo>
                  <a:cubicBezTo>
                    <a:pt x="54" y="54"/>
                    <a:pt x="21" y="70"/>
                    <a:pt x="21" y="103"/>
                  </a:cubicBezTo>
                  <a:cubicBezTo>
                    <a:pt x="1" y="157"/>
                    <a:pt x="38" y="206"/>
                    <a:pt x="87" y="206"/>
                  </a:cubicBezTo>
                  <a:cubicBezTo>
                    <a:pt x="104" y="206"/>
                    <a:pt x="124" y="206"/>
                    <a:pt x="141" y="190"/>
                  </a:cubicBezTo>
                  <a:lnTo>
                    <a:pt x="157" y="190"/>
                  </a:lnTo>
                  <a:lnTo>
                    <a:pt x="174" y="173"/>
                  </a:lnTo>
                  <a:cubicBezTo>
                    <a:pt x="207" y="157"/>
                    <a:pt x="227" y="140"/>
                    <a:pt x="244" y="103"/>
                  </a:cubicBezTo>
                  <a:cubicBezTo>
                    <a:pt x="244" y="87"/>
                    <a:pt x="244" y="54"/>
                    <a:pt x="227" y="37"/>
                  </a:cubicBezTo>
                  <a:cubicBezTo>
                    <a:pt x="227" y="21"/>
                    <a:pt x="19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1" name="Google Shape;18571;p47"/>
            <p:cNvSpPr/>
            <p:nvPr/>
          </p:nvSpPr>
          <p:spPr>
            <a:xfrm>
              <a:off x="4667675" y="2442850"/>
              <a:ext cx="6100" cy="4925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63" y="1"/>
                  </a:moveTo>
                  <a:cubicBezTo>
                    <a:pt x="121" y="1"/>
                    <a:pt x="74" y="16"/>
                    <a:pt x="38" y="40"/>
                  </a:cubicBezTo>
                  <a:cubicBezTo>
                    <a:pt x="21" y="73"/>
                    <a:pt x="0" y="94"/>
                    <a:pt x="0" y="127"/>
                  </a:cubicBezTo>
                  <a:cubicBezTo>
                    <a:pt x="0" y="143"/>
                    <a:pt x="0" y="160"/>
                    <a:pt x="38" y="176"/>
                  </a:cubicBezTo>
                  <a:cubicBezTo>
                    <a:pt x="54" y="197"/>
                    <a:pt x="87" y="197"/>
                    <a:pt x="104" y="197"/>
                  </a:cubicBezTo>
                  <a:cubicBezTo>
                    <a:pt x="124" y="197"/>
                    <a:pt x="141" y="176"/>
                    <a:pt x="141" y="176"/>
                  </a:cubicBezTo>
                  <a:cubicBezTo>
                    <a:pt x="157" y="176"/>
                    <a:pt x="174" y="160"/>
                    <a:pt x="190" y="143"/>
                  </a:cubicBezTo>
                  <a:cubicBezTo>
                    <a:pt x="244" y="94"/>
                    <a:pt x="244" y="40"/>
                    <a:pt x="207" y="7"/>
                  </a:cubicBezTo>
                  <a:cubicBezTo>
                    <a:pt x="193" y="3"/>
                    <a:pt x="179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2" name="Google Shape;18572;p47"/>
            <p:cNvSpPr/>
            <p:nvPr/>
          </p:nvSpPr>
          <p:spPr>
            <a:xfrm>
              <a:off x="4690875" y="237385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17"/>
                    <a:pt x="70" y="34"/>
                  </a:cubicBezTo>
                  <a:cubicBezTo>
                    <a:pt x="54" y="50"/>
                    <a:pt x="21" y="87"/>
                    <a:pt x="21" y="104"/>
                  </a:cubicBezTo>
                  <a:cubicBezTo>
                    <a:pt x="0" y="153"/>
                    <a:pt x="37" y="207"/>
                    <a:pt x="87" y="207"/>
                  </a:cubicBezTo>
                  <a:cubicBezTo>
                    <a:pt x="103" y="207"/>
                    <a:pt x="140" y="207"/>
                    <a:pt x="157" y="190"/>
                  </a:cubicBezTo>
                  <a:cubicBezTo>
                    <a:pt x="157" y="190"/>
                    <a:pt x="173" y="190"/>
                    <a:pt x="190" y="174"/>
                  </a:cubicBezTo>
                  <a:cubicBezTo>
                    <a:pt x="206" y="153"/>
                    <a:pt x="227" y="137"/>
                    <a:pt x="243" y="104"/>
                  </a:cubicBezTo>
                  <a:cubicBezTo>
                    <a:pt x="260" y="50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3" name="Google Shape;18573;p47"/>
            <p:cNvSpPr/>
            <p:nvPr/>
          </p:nvSpPr>
          <p:spPr>
            <a:xfrm>
              <a:off x="4715800" y="2409925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37" y="1"/>
                  </a:moveTo>
                  <a:cubicBezTo>
                    <a:pt x="120" y="17"/>
                    <a:pt x="87" y="34"/>
                    <a:pt x="54" y="50"/>
                  </a:cubicBezTo>
                  <a:cubicBezTo>
                    <a:pt x="17" y="104"/>
                    <a:pt x="1" y="153"/>
                    <a:pt x="54" y="190"/>
                  </a:cubicBezTo>
                  <a:cubicBezTo>
                    <a:pt x="63" y="198"/>
                    <a:pt x="75" y="203"/>
                    <a:pt x="90" y="203"/>
                  </a:cubicBezTo>
                  <a:cubicBezTo>
                    <a:pt x="104" y="203"/>
                    <a:pt x="120" y="198"/>
                    <a:pt x="137" y="190"/>
                  </a:cubicBezTo>
                  <a:lnTo>
                    <a:pt x="158" y="190"/>
                  </a:lnTo>
                  <a:cubicBezTo>
                    <a:pt x="191" y="174"/>
                    <a:pt x="207" y="174"/>
                    <a:pt x="224" y="153"/>
                  </a:cubicBezTo>
                  <a:cubicBezTo>
                    <a:pt x="240" y="120"/>
                    <a:pt x="261" y="104"/>
                    <a:pt x="261" y="71"/>
                  </a:cubicBezTo>
                  <a:cubicBezTo>
                    <a:pt x="261" y="50"/>
                    <a:pt x="240" y="34"/>
                    <a:pt x="224" y="17"/>
                  </a:cubicBezTo>
                  <a:cubicBezTo>
                    <a:pt x="207" y="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4" name="Google Shape;18574;p47"/>
            <p:cNvSpPr/>
            <p:nvPr/>
          </p:nvSpPr>
          <p:spPr>
            <a:xfrm>
              <a:off x="4720150" y="243160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96" y="1"/>
                  </a:moveTo>
                  <a:cubicBezTo>
                    <a:pt x="189" y="1"/>
                    <a:pt x="180" y="3"/>
                    <a:pt x="169" y="8"/>
                  </a:cubicBezTo>
                  <a:cubicBezTo>
                    <a:pt x="103" y="8"/>
                    <a:pt x="33" y="45"/>
                    <a:pt x="17" y="94"/>
                  </a:cubicBezTo>
                  <a:cubicBezTo>
                    <a:pt x="0" y="148"/>
                    <a:pt x="33" y="197"/>
                    <a:pt x="103" y="197"/>
                  </a:cubicBezTo>
                  <a:cubicBezTo>
                    <a:pt x="120" y="197"/>
                    <a:pt x="136" y="197"/>
                    <a:pt x="153" y="181"/>
                  </a:cubicBezTo>
                  <a:cubicBezTo>
                    <a:pt x="169" y="181"/>
                    <a:pt x="169" y="181"/>
                    <a:pt x="190" y="164"/>
                  </a:cubicBezTo>
                  <a:cubicBezTo>
                    <a:pt x="223" y="148"/>
                    <a:pt x="239" y="131"/>
                    <a:pt x="239" y="94"/>
                  </a:cubicBezTo>
                  <a:cubicBezTo>
                    <a:pt x="256" y="78"/>
                    <a:pt x="256" y="45"/>
                    <a:pt x="239" y="28"/>
                  </a:cubicBezTo>
                  <a:cubicBezTo>
                    <a:pt x="227" y="14"/>
                    <a:pt x="216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5" name="Google Shape;18575;p47"/>
            <p:cNvSpPr/>
            <p:nvPr/>
          </p:nvSpPr>
          <p:spPr>
            <a:xfrm>
              <a:off x="4768175" y="2375700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61" y="1"/>
                  </a:moveTo>
                  <a:cubicBezTo>
                    <a:pt x="139" y="1"/>
                    <a:pt x="114" y="5"/>
                    <a:pt x="87" y="13"/>
                  </a:cubicBezTo>
                  <a:cubicBezTo>
                    <a:pt x="54" y="30"/>
                    <a:pt x="21" y="63"/>
                    <a:pt x="0" y="100"/>
                  </a:cubicBezTo>
                  <a:lnTo>
                    <a:pt x="0" y="149"/>
                  </a:lnTo>
                  <a:cubicBezTo>
                    <a:pt x="13" y="183"/>
                    <a:pt x="45" y="202"/>
                    <a:pt x="79" y="202"/>
                  </a:cubicBezTo>
                  <a:cubicBezTo>
                    <a:pt x="100" y="202"/>
                    <a:pt x="121" y="196"/>
                    <a:pt x="141" y="182"/>
                  </a:cubicBezTo>
                  <a:cubicBezTo>
                    <a:pt x="206" y="149"/>
                    <a:pt x="260" y="100"/>
                    <a:pt x="244" y="46"/>
                  </a:cubicBezTo>
                  <a:cubicBezTo>
                    <a:pt x="227" y="30"/>
                    <a:pt x="227" y="30"/>
                    <a:pt x="206" y="13"/>
                  </a:cubicBezTo>
                  <a:cubicBezTo>
                    <a:pt x="198" y="5"/>
                    <a:pt x="182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6" name="Google Shape;18576;p47"/>
            <p:cNvSpPr/>
            <p:nvPr/>
          </p:nvSpPr>
          <p:spPr>
            <a:xfrm>
              <a:off x="4769500" y="2385400"/>
              <a:ext cx="6425" cy="5225"/>
            </a:xfrm>
            <a:custGeom>
              <a:avLst/>
              <a:gdLst/>
              <a:ahLst/>
              <a:cxnLst/>
              <a:rect l="l" t="t" r="r" b="b"/>
              <a:pathLst>
                <a:path w="257" h="209" extrusionOk="0">
                  <a:moveTo>
                    <a:pt x="153" y="0"/>
                  </a:moveTo>
                  <a:cubicBezTo>
                    <a:pt x="137" y="0"/>
                    <a:pt x="120" y="21"/>
                    <a:pt x="104" y="21"/>
                  </a:cubicBezTo>
                  <a:cubicBezTo>
                    <a:pt x="34" y="54"/>
                    <a:pt x="1" y="103"/>
                    <a:pt x="17" y="157"/>
                  </a:cubicBezTo>
                  <a:cubicBezTo>
                    <a:pt x="17" y="189"/>
                    <a:pt x="47" y="209"/>
                    <a:pt x="85" y="209"/>
                  </a:cubicBezTo>
                  <a:cubicBezTo>
                    <a:pt x="106" y="209"/>
                    <a:pt x="130" y="203"/>
                    <a:pt x="153" y="190"/>
                  </a:cubicBezTo>
                  <a:cubicBezTo>
                    <a:pt x="174" y="190"/>
                    <a:pt x="191" y="174"/>
                    <a:pt x="207" y="157"/>
                  </a:cubicBezTo>
                  <a:cubicBezTo>
                    <a:pt x="240" y="124"/>
                    <a:pt x="257" y="87"/>
                    <a:pt x="240" y="54"/>
                  </a:cubicBezTo>
                  <a:cubicBezTo>
                    <a:pt x="240" y="21"/>
                    <a:pt x="207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7" name="Google Shape;18577;p47"/>
            <p:cNvSpPr/>
            <p:nvPr/>
          </p:nvSpPr>
          <p:spPr>
            <a:xfrm>
              <a:off x="4774250" y="2443850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3" y="0"/>
                  </a:moveTo>
                  <a:cubicBezTo>
                    <a:pt x="120" y="0"/>
                    <a:pt x="87" y="17"/>
                    <a:pt x="67" y="33"/>
                  </a:cubicBezTo>
                  <a:cubicBezTo>
                    <a:pt x="34" y="54"/>
                    <a:pt x="17" y="70"/>
                    <a:pt x="1" y="103"/>
                  </a:cubicBezTo>
                  <a:cubicBezTo>
                    <a:pt x="1" y="120"/>
                    <a:pt x="1" y="157"/>
                    <a:pt x="17" y="173"/>
                  </a:cubicBezTo>
                  <a:cubicBezTo>
                    <a:pt x="34" y="190"/>
                    <a:pt x="50" y="206"/>
                    <a:pt x="87" y="206"/>
                  </a:cubicBezTo>
                  <a:cubicBezTo>
                    <a:pt x="104" y="206"/>
                    <a:pt x="120" y="190"/>
                    <a:pt x="137" y="190"/>
                  </a:cubicBezTo>
                  <a:cubicBezTo>
                    <a:pt x="153" y="173"/>
                    <a:pt x="153" y="173"/>
                    <a:pt x="170" y="173"/>
                  </a:cubicBezTo>
                  <a:cubicBezTo>
                    <a:pt x="207" y="157"/>
                    <a:pt x="223" y="120"/>
                    <a:pt x="223" y="103"/>
                  </a:cubicBezTo>
                  <a:cubicBezTo>
                    <a:pt x="256" y="54"/>
                    <a:pt x="22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8" name="Google Shape;18578;p47"/>
            <p:cNvSpPr/>
            <p:nvPr/>
          </p:nvSpPr>
          <p:spPr>
            <a:xfrm>
              <a:off x="4778075" y="240910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57" y="1"/>
                    <a:pt x="120" y="17"/>
                    <a:pt x="103" y="34"/>
                  </a:cubicBezTo>
                  <a:cubicBezTo>
                    <a:pt x="70" y="50"/>
                    <a:pt x="37" y="67"/>
                    <a:pt x="17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0" y="207"/>
                    <a:pt x="140" y="207"/>
                    <a:pt x="140" y="186"/>
                  </a:cubicBezTo>
                  <a:lnTo>
                    <a:pt x="173" y="186"/>
                  </a:lnTo>
                  <a:lnTo>
                    <a:pt x="190" y="170"/>
                  </a:lnTo>
                  <a:cubicBezTo>
                    <a:pt x="223" y="153"/>
                    <a:pt x="243" y="120"/>
                    <a:pt x="260" y="104"/>
                  </a:cubicBezTo>
                  <a:cubicBezTo>
                    <a:pt x="260" y="67"/>
                    <a:pt x="260" y="50"/>
                    <a:pt x="243" y="34"/>
                  </a:cubicBezTo>
                  <a:cubicBezTo>
                    <a:pt x="223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9" name="Google Shape;18579;p47"/>
            <p:cNvSpPr/>
            <p:nvPr/>
          </p:nvSpPr>
          <p:spPr>
            <a:xfrm>
              <a:off x="4783225" y="243312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3" y="0"/>
                  </a:moveTo>
                  <a:cubicBezTo>
                    <a:pt x="157" y="0"/>
                    <a:pt x="120" y="0"/>
                    <a:pt x="103" y="17"/>
                  </a:cubicBezTo>
                  <a:cubicBezTo>
                    <a:pt x="54" y="33"/>
                    <a:pt x="0" y="103"/>
                    <a:pt x="17" y="153"/>
                  </a:cubicBezTo>
                  <a:cubicBezTo>
                    <a:pt x="32" y="180"/>
                    <a:pt x="72" y="196"/>
                    <a:pt x="113" y="196"/>
                  </a:cubicBezTo>
                  <a:cubicBezTo>
                    <a:pt x="128" y="196"/>
                    <a:pt x="143" y="194"/>
                    <a:pt x="157" y="190"/>
                  </a:cubicBezTo>
                  <a:cubicBezTo>
                    <a:pt x="173" y="173"/>
                    <a:pt x="190" y="173"/>
                    <a:pt x="206" y="153"/>
                  </a:cubicBezTo>
                  <a:cubicBezTo>
                    <a:pt x="244" y="120"/>
                    <a:pt x="260" y="87"/>
                    <a:pt x="260" y="50"/>
                  </a:cubicBezTo>
                  <a:cubicBezTo>
                    <a:pt x="244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0" name="Google Shape;18580;p47"/>
            <p:cNvSpPr/>
            <p:nvPr/>
          </p:nvSpPr>
          <p:spPr>
            <a:xfrm>
              <a:off x="4787950" y="2396225"/>
              <a:ext cx="6525" cy="5050"/>
            </a:xfrm>
            <a:custGeom>
              <a:avLst/>
              <a:gdLst/>
              <a:ahLst/>
              <a:cxnLst/>
              <a:rect l="l" t="t" r="r" b="b"/>
              <a:pathLst>
                <a:path w="261" h="202" extrusionOk="0">
                  <a:moveTo>
                    <a:pt x="137" y="0"/>
                  </a:moveTo>
                  <a:cubicBezTo>
                    <a:pt x="104" y="17"/>
                    <a:pt x="71" y="33"/>
                    <a:pt x="55" y="50"/>
                  </a:cubicBezTo>
                  <a:cubicBezTo>
                    <a:pt x="17" y="66"/>
                    <a:pt x="17" y="103"/>
                    <a:pt x="1" y="120"/>
                  </a:cubicBezTo>
                  <a:cubicBezTo>
                    <a:pt x="1" y="153"/>
                    <a:pt x="17" y="169"/>
                    <a:pt x="34" y="186"/>
                  </a:cubicBezTo>
                  <a:cubicBezTo>
                    <a:pt x="44" y="196"/>
                    <a:pt x="58" y="201"/>
                    <a:pt x="73" y="201"/>
                  </a:cubicBezTo>
                  <a:cubicBezTo>
                    <a:pt x="88" y="201"/>
                    <a:pt x="104" y="196"/>
                    <a:pt x="120" y="186"/>
                  </a:cubicBezTo>
                  <a:lnTo>
                    <a:pt x="158" y="186"/>
                  </a:lnTo>
                  <a:cubicBezTo>
                    <a:pt x="174" y="169"/>
                    <a:pt x="191" y="153"/>
                    <a:pt x="207" y="153"/>
                  </a:cubicBezTo>
                  <a:cubicBezTo>
                    <a:pt x="261" y="103"/>
                    <a:pt x="261" y="33"/>
                    <a:pt x="224" y="17"/>
                  </a:cubicBezTo>
                  <a:cubicBezTo>
                    <a:pt x="191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1" name="Google Shape;18581;p47"/>
            <p:cNvSpPr/>
            <p:nvPr/>
          </p:nvSpPr>
          <p:spPr>
            <a:xfrm>
              <a:off x="4783625" y="2420225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71" y="0"/>
                  </a:moveTo>
                  <a:cubicBezTo>
                    <a:pt x="151" y="0"/>
                    <a:pt x="129" y="6"/>
                    <a:pt x="104" y="17"/>
                  </a:cubicBezTo>
                  <a:cubicBezTo>
                    <a:pt x="71" y="34"/>
                    <a:pt x="38" y="71"/>
                    <a:pt x="21" y="87"/>
                  </a:cubicBezTo>
                  <a:cubicBezTo>
                    <a:pt x="21" y="104"/>
                    <a:pt x="1" y="137"/>
                    <a:pt x="21" y="153"/>
                  </a:cubicBezTo>
                  <a:cubicBezTo>
                    <a:pt x="21" y="174"/>
                    <a:pt x="38" y="191"/>
                    <a:pt x="54" y="191"/>
                  </a:cubicBezTo>
                  <a:cubicBezTo>
                    <a:pt x="71" y="199"/>
                    <a:pt x="88" y="203"/>
                    <a:pt x="106" y="203"/>
                  </a:cubicBezTo>
                  <a:cubicBezTo>
                    <a:pt x="123" y="203"/>
                    <a:pt x="141" y="199"/>
                    <a:pt x="157" y="191"/>
                  </a:cubicBezTo>
                  <a:cubicBezTo>
                    <a:pt x="228" y="153"/>
                    <a:pt x="261" y="104"/>
                    <a:pt x="244" y="50"/>
                  </a:cubicBezTo>
                  <a:cubicBezTo>
                    <a:pt x="233" y="18"/>
                    <a:pt x="207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2" name="Google Shape;18582;p47"/>
            <p:cNvSpPr/>
            <p:nvPr/>
          </p:nvSpPr>
          <p:spPr>
            <a:xfrm>
              <a:off x="4726525" y="2397875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0"/>
                  </a:moveTo>
                  <a:cubicBezTo>
                    <a:pt x="141" y="0"/>
                    <a:pt x="104" y="17"/>
                    <a:pt x="87" y="37"/>
                  </a:cubicBezTo>
                  <a:cubicBezTo>
                    <a:pt x="54" y="54"/>
                    <a:pt x="38" y="87"/>
                    <a:pt x="17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0" y="206"/>
                    <a:pt x="141" y="190"/>
                    <a:pt x="157" y="190"/>
                  </a:cubicBezTo>
                  <a:cubicBezTo>
                    <a:pt x="174" y="190"/>
                    <a:pt x="174" y="173"/>
                    <a:pt x="190" y="173"/>
                  </a:cubicBezTo>
                  <a:cubicBezTo>
                    <a:pt x="223" y="157"/>
                    <a:pt x="244" y="120"/>
                    <a:pt x="244" y="103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3" name="Google Shape;18583;p47"/>
            <p:cNvSpPr/>
            <p:nvPr/>
          </p:nvSpPr>
          <p:spPr>
            <a:xfrm>
              <a:off x="4723950" y="2445575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75" y="0"/>
                  </a:moveTo>
                  <a:cubicBezTo>
                    <a:pt x="153" y="0"/>
                    <a:pt x="129" y="6"/>
                    <a:pt x="104" y="18"/>
                  </a:cubicBezTo>
                  <a:cubicBezTo>
                    <a:pt x="38" y="51"/>
                    <a:pt x="1" y="104"/>
                    <a:pt x="17" y="154"/>
                  </a:cubicBezTo>
                  <a:cubicBezTo>
                    <a:pt x="30" y="188"/>
                    <a:pt x="56" y="200"/>
                    <a:pt x="90" y="200"/>
                  </a:cubicBezTo>
                  <a:cubicBezTo>
                    <a:pt x="110" y="200"/>
                    <a:pt x="132" y="197"/>
                    <a:pt x="157" y="191"/>
                  </a:cubicBezTo>
                  <a:cubicBezTo>
                    <a:pt x="223" y="154"/>
                    <a:pt x="260" y="104"/>
                    <a:pt x="244" y="51"/>
                  </a:cubicBezTo>
                  <a:cubicBezTo>
                    <a:pt x="244" y="19"/>
                    <a:pt x="215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4" name="Google Shape;18584;p47"/>
            <p:cNvSpPr/>
            <p:nvPr/>
          </p:nvSpPr>
          <p:spPr>
            <a:xfrm>
              <a:off x="4760450" y="23966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17"/>
                    <a:pt x="87" y="34"/>
                  </a:cubicBezTo>
                  <a:cubicBezTo>
                    <a:pt x="54" y="50"/>
                    <a:pt x="37" y="67"/>
                    <a:pt x="21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4" y="207"/>
                    <a:pt x="140" y="190"/>
                    <a:pt x="157" y="190"/>
                  </a:cubicBezTo>
                  <a:cubicBezTo>
                    <a:pt x="173" y="190"/>
                    <a:pt x="190" y="170"/>
                    <a:pt x="190" y="170"/>
                  </a:cubicBezTo>
                  <a:cubicBezTo>
                    <a:pt x="227" y="153"/>
                    <a:pt x="243" y="120"/>
                    <a:pt x="260" y="104"/>
                  </a:cubicBezTo>
                  <a:cubicBezTo>
                    <a:pt x="260" y="67"/>
                    <a:pt x="260" y="50"/>
                    <a:pt x="243" y="34"/>
                  </a:cubicBezTo>
                  <a:cubicBezTo>
                    <a:pt x="227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5" name="Google Shape;18585;p47"/>
            <p:cNvSpPr/>
            <p:nvPr/>
          </p:nvSpPr>
          <p:spPr>
            <a:xfrm>
              <a:off x="4731675" y="24099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71" y="34"/>
                  </a:cubicBezTo>
                  <a:cubicBezTo>
                    <a:pt x="54" y="50"/>
                    <a:pt x="38" y="71"/>
                    <a:pt x="17" y="104"/>
                  </a:cubicBezTo>
                  <a:cubicBezTo>
                    <a:pt x="1" y="153"/>
                    <a:pt x="38" y="190"/>
                    <a:pt x="87" y="190"/>
                  </a:cubicBezTo>
                  <a:lnTo>
                    <a:pt x="157" y="190"/>
                  </a:lnTo>
                  <a:cubicBezTo>
                    <a:pt x="174" y="174"/>
                    <a:pt x="174" y="174"/>
                    <a:pt x="190" y="174"/>
                  </a:cubicBezTo>
                  <a:cubicBezTo>
                    <a:pt x="207" y="153"/>
                    <a:pt x="244" y="120"/>
                    <a:pt x="244" y="104"/>
                  </a:cubicBezTo>
                  <a:cubicBezTo>
                    <a:pt x="261" y="71"/>
                    <a:pt x="261" y="50"/>
                    <a:pt x="244" y="17"/>
                  </a:cubicBezTo>
                  <a:cubicBezTo>
                    <a:pt x="223" y="1"/>
                    <a:pt x="19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6" name="Google Shape;18586;p47"/>
            <p:cNvSpPr/>
            <p:nvPr/>
          </p:nvSpPr>
          <p:spPr>
            <a:xfrm>
              <a:off x="4757875" y="2339950"/>
              <a:ext cx="6500" cy="4750"/>
            </a:xfrm>
            <a:custGeom>
              <a:avLst/>
              <a:gdLst/>
              <a:ahLst/>
              <a:cxnLst/>
              <a:rect l="l" t="t" r="r" b="b"/>
              <a:pathLst>
                <a:path w="260" h="190" extrusionOk="0">
                  <a:moveTo>
                    <a:pt x="173" y="0"/>
                  </a:moveTo>
                  <a:cubicBezTo>
                    <a:pt x="140" y="0"/>
                    <a:pt x="103" y="0"/>
                    <a:pt x="87" y="17"/>
                  </a:cubicBezTo>
                  <a:cubicBezTo>
                    <a:pt x="54" y="33"/>
                    <a:pt x="37" y="66"/>
                    <a:pt x="21" y="103"/>
                  </a:cubicBezTo>
                  <a:cubicBezTo>
                    <a:pt x="0" y="153"/>
                    <a:pt x="37" y="190"/>
                    <a:pt x="87" y="190"/>
                  </a:cubicBezTo>
                  <a:lnTo>
                    <a:pt x="140" y="190"/>
                  </a:lnTo>
                  <a:cubicBezTo>
                    <a:pt x="140" y="190"/>
                    <a:pt x="157" y="190"/>
                    <a:pt x="157" y="169"/>
                  </a:cubicBezTo>
                  <a:cubicBezTo>
                    <a:pt x="173" y="169"/>
                    <a:pt x="173" y="169"/>
                    <a:pt x="190" y="153"/>
                  </a:cubicBezTo>
                  <a:cubicBezTo>
                    <a:pt x="206" y="136"/>
                    <a:pt x="243" y="120"/>
                    <a:pt x="243" y="87"/>
                  </a:cubicBezTo>
                  <a:cubicBezTo>
                    <a:pt x="260" y="66"/>
                    <a:pt x="260" y="33"/>
                    <a:pt x="243" y="17"/>
                  </a:cubicBezTo>
                  <a:cubicBezTo>
                    <a:pt x="227" y="0"/>
                    <a:pt x="190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7" name="Google Shape;18587;p47"/>
            <p:cNvSpPr/>
            <p:nvPr/>
          </p:nvSpPr>
          <p:spPr>
            <a:xfrm>
              <a:off x="4749725" y="236220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1"/>
                  </a:moveTo>
                  <a:cubicBezTo>
                    <a:pt x="157" y="1"/>
                    <a:pt x="120" y="1"/>
                    <a:pt x="87" y="38"/>
                  </a:cubicBezTo>
                  <a:cubicBezTo>
                    <a:pt x="54" y="54"/>
                    <a:pt x="37" y="71"/>
                    <a:pt x="37" y="104"/>
                  </a:cubicBezTo>
                  <a:cubicBezTo>
                    <a:pt x="0" y="157"/>
                    <a:pt x="37" y="190"/>
                    <a:pt x="103" y="190"/>
                  </a:cubicBezTo>
                  <a:lnTo>
                    <a:pt x="173" y="190"/>
                  </a:lnTo>
                  <a:cubicBezTo>
                    <a:pt x="173" y="174"/>
                    <a:pt x="190" y="174"/>
                    <a:pt x="190" y="174"/>
                  </a:cubicBezTo>
                  <a:cubicBezTo>
                    <a:pt x="223" y="157"/>
                    <a:pt x="244" y="124"/>
                    <a:pt x="260" y="104"/>
                  </a:cubicBezTo>
                  <a:cubicBezTo>
                    <a:pt x="277" y="38"/>
                    <a:pt x="244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8" name="Google Shape;18588;p47"/>
            <p:cNvSpPr/>
            <p:nvPr/>
          </p:nvSpPr>
          <p:spPr>
            <a:xfrm>
              <a:off x="4744150" y="2352800"/>
              <a:ext cx="6925" cy="5100"/>
            </a:xfrm>
            <a:custGeom>
              <a:avLst/>
              <a:gdLst/>
              <a:ahLst/>
              <a:cxnLst/>
              <a:rect l="l" t="t" r="r" b="b"/>
              <a:pathLst>
                <a:path w="277" h="204" extrusionOk="0">
                  <a:moveTo>
                    <a:pt x="173" y="1"/>
                  </a:moveTo>
                  <a:cubicBezTo>
                    <a:pt x="136" y="1"/>
                    <a:pt x="92" y="19"/>
                    <a:pt x="71" y="51"/>
                  </a:cubicBezTo>
                  <a:cubicBezTo>
                    <a:pt x="17" y="105"/>
                    <a:pt x="1" y="154"/>
                    <a:pt x="54" y="191"/>
                  </a:cubicBezTo>
                  <a:cubicBezTo>
                    <a:pt x="63" y="199"/>
                    <a:pt x="75" y="204"/>
                    <a:pt x="89" y="204"/>
                  </a:cubicBezTo>
                  <a:cubicBezTo>
                    <a:pt x="104" y="204"/>
                    <a:pt x="120" y="199"/>
                    <a:pt x="137" y="191"/>
                  </a:cubicBezTo>
                  <a:lnTo>
                    <a:pt x="174" y="191"/>
                  </a:lnTo>
                  <a:cubicBezTo>
                    <a:pt x="190" y="171"/>
                    <a:pt x="207" y="171"/>
                    <a:pt x="223" y="154"/>
                  </a:cubicBezTo>
                  <a:cubicBezTo>
                    <a:pt x="277" y="105"/>
                    <a:pt x="277" y="51"/>
                    <a:pt x="223" y="18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9" name="Google Shape;18589;p47"/>
            <p:cNvSpPr/>
            <p:nvPr/>
          </p:nvSpPr>
          <p:spPr>
            <a:xfrm>
              <a:off x="4770325" y="24313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17"/>
                    <a:pt x="87" y="37"/>
                  </a:cubicBezTo>
                  <a:cubicBezTo>
                    <a:pt x="55" y="54"/>
                    <a:pt x="38" y="87"/>
                    <a:pt x="17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0" y="206"/>
                    <a:pt x="141" y="206"/>
                    <a:pt x="158" y="190"/>
                  </a:cubicBezTo>
                  <a:cubicBezTo>
                    <a:pt x="174" y="190"/>
                    <a:pt x="174" y="190"/>
                    <a:pt x="191" y="173"/>
                  </a:cubicBezTo>
                  <a:cubicBezTo>
                    <a:pt x="207" y="157"/>
                    <a:pt x="244" y="140"/>
                    <a:pt x="244" y="103"/>
                  </a:cubicBezTo>
                  <a:cubicBezTo>
                    <a:pt x="261" y="54"/>
                    <a:pt x="22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0" name="Google Shape;18590;p47"/>
            <p:cNvSpPr/>
            <p:nvPr/>
          </p:nvSpPr>
          <p:spPr>
            <a:xfrm>
              <a:off x="4831775" y="2397850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68" y="1"/>
                  </a:moveTo>
                  <a:cubicBezTo>
                    <a:pt x="150" y="1"/>
                    <a:pt x="128" y="6"/>
                    <a:pt x="103" y="18"/>
                  </a:cubicBezTo>
                  <a:cubicBezTo>
                    <a:pt x="33" y="38"/>
                    <a:pt x="0" y="104"/>
                    <a:pt x="17" y="158"/>
                  </a:cubicBezTo>
                  <a:cubicBezTo>
                    <a:pt x="17" y="182"/>
                    <a:pt x="54" y="197"/>
                    <a:pt x="102" y="197"/>
                  </a:cubicBezTo>
                  <a:cubicBezTo>
                    <a:pt x="119" y="197"/>
                    <a:pt x="138" y="195"/>
                    <a:pt x="157" y="191"/>
                  </a:cubicBezTo>
                  <a:cubicBezTo>
                    <a:pt x="223" y="158"/>
                    <a:pt x="260" y="104"/>
                    <a:pt x="239" y="55"/>
                  </a:cubicBezTo>
                  <a:cubicBezTo>
                    <a:pt x="229" y="20"/>
                    <a:pt x="204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1" name="Google Shape;18591;p47"/>
            <p:cNvSpPr/>
            <p:nvPr/>
          </p:nvSpPr>
          <p:spPr>
            <a:xfrm>
              <a:off x="4826200" y="2420750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90" y="0"/>
                  </a:moveTo>
                  <a:cubicBezTo>
                    <a:pt x="177" y="0"/>
                    <a:pt x="163" y="5"/>
                    <a:pt x="153" y="13"/>
                  </a:cubicBezTo>
                  <a:cubicBezTo>
                    <a:pt x="120" y="13"/>
                    <a:pt x="87" y="29"/>
                    <a:pt x="71" y="50"/>
                  </a:cubicBezTo>
                  <a:cubicBezTo>
                    <a:pt x="17" y="99"/>
                    <a:pt x="1" y="170"/>
                    <a:pt x="50" y="186"/>
                  </a:cubicBezTo>
                  <a:cubicBezTo>
                    <a:pt x="71" y="203"/>
                    <a:pt x="104" y="203"/>
                    <a:pt x="137" y="203"/>
                  </a:cubicBezTo>
                  <a:cubicBezTo>
                    <a:pt x="137" y="203"/>
                    <a:pt x="153" y="186"/>
                    <a:pt x="174" y="186"/>
                  </a:cubicBezTo>
                  <a:cubicBezTo>
                    <a:pt x="190" y="186"/>
                    <a:pt x="207" y="170"/>
                    <a:pt x="223" y="153"/>
                  </a:cubicBezTo>
                  <a:cubicBezTo>
                    <a:pt x="277" y="99"/>
                    <a:pt x="277" y="50"/>
                    <a:pt x="223" y="13"/>
                  </a:cubicBezTo>
                  <a:cubicBezTo>
                    <a:pt x="215" y="5"/>
                    <a:pt x="203" y="0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2" name="Google Shape;18592;p47"/>
            <p:cNvSpPr/>
            <p:nvPr/>
          </p:nvSpPr>
          <p:spPr>
            <a:xfrm>
              <a:off x="4816725" y="239787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7"/>
                  </a:cubicBezTo>
                  <a:cubicBezTo>
                    <a:pt x="54" y="54"/>
                    <a:pt x="37" y="70"/>
                    <a:pt x="17" y="103"/>
                  </a:cubicBezTo>
                  <a:cubicBezTo>
                    <a:pt x="0" y="157"/>
                    <a:pt x="37" y="206"/>
                    <a:pt x="87" y="206"/>
                  </a:cubicBezTo>
                  <a:cubicBezTo>
                    <a:pt x="120" y="190"/>
                    <a:pt x="140" y="190"/>
                    <a:pt x="157" y="190"/>
                  </a:cubicBezTo>
                  <a:cubicBezTo>
                    <a:pt x="173" y="173"/>
                    <a:pt x="173" y="173"/>
                    <a:pt x="190" y="173"/>
                  </a:cubicBezTo>
                  <a:cubicBezTo>
                    <a:pt x="206" y="157"/>
                    <a:pt x="243" y="120"/>
                    <a:pt x="243" y="103"/>
                  </a:cubicBezTo>
                  <a:cubicBezTo>
                    <a:pt x="260" y="54"/>
                    <a:pt x="22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3" name="Google Shape;18593;p47"/>
            <p:cNvSpPr/>
            <p:nvPr/>
          </p:nvSpPr>
          <p:spPr>
            <a:xfrm>
              <a:off x="4821875" y="2409525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41" y="0"/>
                    <a:pt x="120" y="0"/>
                    <a:pt x="87" y="17"/>
                  </a:cubicBezTo>
                  <a:cubicBezTo>
                    <a:pt x="54" y="33"/>
                    <a:pt x="37" y="66"/>
                    <a:pt x="17" y="87"/>
                  </a:cubicBezTo>
                  <a:cubicBezTo>
                    <a:pt x="0" y="153"/>
                    <a:pt x="37" y="190"/>
                    <a:pt x="103" y="190"/>
                  </a:cubicBezTo>
                  <a:cubicBezTo>
                    <a:pt x="120" y="190"/>
                    <a:pt x="141" y="190"/>
                    <a:pt x="157" y="169"/>
                  </a:cubicBezTo>
                  <a:cubicBezTo>
                    <a:pt x="174" y="169"/>
                    <a:pt x="190" y="169"/>
                    <a:pt x="190" y="153"/>
                  </a:cubicBezTo>
                  <a:cubicBezTo>
                    <a:pt x="223" y="136"/>
                    <a:pt x="244" y="120"/>
                    <a:pt x="260" y="87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4" name="Google Shape;18594;p47"/>
            <p:cNvSpPr/>
            <p:nvPr/>
          </p:nvSpPr>
          <p:spPr>
            <a:xfrm>
              <a:off x="4838250" y="2351075"/>
              <a:ext cx="6025" cy="4775"/>
            </a:xfrm>
            <a:custGeom>
              <a:avLst/>
              <a:gdLst/>
              <a:ahLst/>
              <a:cxnLst/>
              <a:rect l="l" t="t" r="r" b="b"/>
              <a:pathLst>
                <a:path w="241" h="191" extrusionOk="0">
                  <a:moveTo>
                    <a:pt x="137" y="0"/>
                  </a:moveTo>
                  <a:cubicBezTo>
                    <a:pt x="104" y="0"/>
                    <a:pt x="67" y="17"/>
                    <a:pt x="50" y="54"/>
                  </a:cubicBezTo>
                  <a:cubicBezTo>
                    <a:pt x="1" y="87"/>
                    <a:pt x="1" y="157"/>
                    <a:pt x="34" y="174"/>
                  </a:cubicBezTo>
                  <a:cubicBezTo>
                    <a:pt x="67" y="190"/>
                    <a:pt x="83" y="190"/>
                    <a:pt x="120" y="190"/>
                  </a:cubicBezTo>
                  <a:cubicBezTo>
                    <a:pt x="137" y="190"/>
                    <a:pt x="137" y="190"/>
                    <a:pt x="153" y="174"/>
                  </a:cubicBezTo>
                  <a:cubicBezTo>
                    <a:pt x="170" y="174"/>
                    <a:pt x="186" y="157"/>
                    <a:pt x="207" y="136"/>
                  </a:cubicBezTo>
                  <a:cubicBezTo>
                    <a:pt x="224" y="120"/>
                    <a:pt x="240" y="87"/>
                    <a:pt x="240" y="71"/>
                  </a:cubicBezTo>
                  <a:cubicBezTo>
                    <a:pt x="240" y="33"/>
                    <a:pt x="240" y="17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5" name="Google Shape;18595;p47"/>
            <p:cNvSpPr/>
            <p:nvPr/>
          </p:nvSpPr>
          <p:spPr>
            <a:xfrm>
              <a:off x="4832175" y="23863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0"/>
                  </a:moveTo>
                  <a:cubicBezTo>
                    <a:pt x="141" y="0"/>
                    <a:pt x="104" y="0"/>
                    <a:pt x="71" y="17"/>
                  </a:cubicBezTo>
                  <a:cubicBezTo>
                    <a:pt x="54" y="50"/>
                    <a:pt x="17" y="66"/>
                    <a:pt x="17" y="104"/>
                  </a:cubicBezTo>
                  <a:cubicBezTo>
                    <a:pt x="1" y="153"/>
                    <a:pt x="38" y="190"/>
                    <a:pt x="87" y="190"/>
                  </a:cubicBezTo>
                  <a:cubicBezTo>
                    <a:pt x="120" y="190"/>
                    <a:pt x="141" y="190"/>
                    <a:pt x="157" y="169"/>
                  </a:cubicBezTo>
                  <a:lnTo>
                    <a:pt x="190" y="169"/>
                  </a:lnTo>
                  <a:cubicBezTo>
                    <a:pt x="207" y="137"/>
                    <a:pt x="244" y="120"/>
                    <a:pt x="244" y="87"/>
                  </a:cubicBezTo>
                  <a:cubicBezTo>
                    <a:pt x="260" y="33"/>
                    <a:pt x="223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6" name="Google Shape;18596;p47"/>
            <p:cNvSpPr/>
            <p:nvPr/>
          </p:nvSpPr>
          <p:spPr>
            <a:xfrm>
              <a:off x="4832600" y="2371675"/>
              <a:ext cx="6500" cy="5100"/>
            </a:xfrm>
            <a:custGeom>
              <a:avLst/>
              <a:gdLst/>
              <a:ahLst/>
              <a:cxnLst/>
              <a:rect l="l" t="t" r="r" b="b"/>
              <a:pathLst>
                <a:path w="260" h="204" extrusionOk="0">
                  <a:moveTo>
                    <a:pt x="157" y="1"/>
                  </a:moveTo>
                  <a:cubicBezTo>
                    <a:pt x="119" y="1"/>
                    <a:pt x="75" y="20"/>
                    <a:pt x="54" y="55"/>
                  </a:cubicBezTo>
                  <a:cubicBezTo>
                    <a:pt x="21" y="71"/>
                    <a:pt x="0" y="104"/>
                    <a:pt x="0" y="121"/>
                  </a:cubicBezTo>
                  <a:cubicBezTo>
                    <a:pt x="0" y="158"/>
                    <a:pt x="21" y="174"/>
                    <a:pt x="37" y="191"/>
                  </a:cubicBezTo>
                  <a:cubicBezTo>
                    <a:pt x="45" y="199"/>
                    <a:pt x="58" y="203"/>
                    <a:pt x="73" y="203"/>
                  </a:cubicBezTo>
                  <a:cubicBezTo>
                    <a:pt x="88" y="203"/>
                    <a:pt x="105" y="199"/>
                    <a:pt x="124" y="191"/>
                  </a:cubicBezTo>
                  <a:lnTo>
                    <a:pt x="157" y="191"/>
                  </a:lnTo>
                  <a:cubicBezTo>
                    <a:pt x="173" y="174"/>
                    <a:pt x="190" y="174"/>
                    <a:pt x="206" y="158"/>
                  </a:cubicBezTo>
                  <a:cubicBezTo>
                    <a:pt x="260" y="104"/>
                    <a:pt x="260" y="34"/>
                    <a:pt x="206" y="17"/>
                  </a:cubicBezTo>
                  <a:cubicBezTo>
                    <a:pt x="195" y="6"/>
                    <a:pt x="17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7" name="Google Shape;18597;p47"/>
            <p:cNvSpPr/>
            <p:nvPr/>
          </p:nvSpPr>
          <p:spPr>
            <a:xfrm>
              <a:off x="4798675" y="24327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41" y="1"/>
                  </a:moveTo>
                  <a:cubicBezTo>
                    <a:pt x="104" y="17"/>
                    <a:pt x="71" y="34"/>
                    <a:pt x="54" y="50"/>
                  </a:cubicBezTo>
                  <a:cubicBezTo>
                    <a:pt x="1" y="104"/>
                    <a:pt x="1" y="153"/>
                    <a:pt x="38" y="190"/>
                  </a:cubicBezTo>
                  <a:cubicBezTo>
                    <a:pt x="60" y="190"/>
                    <a:pt x="74" y="198"/>
                    <a:pt x="92" y="198"/>
                  </a:cubicBezTo>
                  <a:cubicBezTo>
                    <a:pt x="100" y="198"/>
                    <a:pt x="109" y="196"/>
                    <a:pt x="120" y="190"/>
                  </a:cubicBezTo>
                  <a:lnTo>
                    <a:pt x="157" y="190"/>
                  </a:lnTo>
                  <a:cubicBezTo>
                    <a:pt x="174" y="170"/>
                    <a:pt x="190" y="153"/>
                    <a:pt x="207" y="153"/>
                  </a:cubicBezTo>
                  <a:cubicBezTo>
                    <a:pt x="244" y="120"/>
                    <a:pt x="244" y="104"/>
                    <a:pt x="260" y="67"/>
                  </a:cubicBezTo>
                  <a:cubicBezTo>
                    <a:pt x="260" y="50"/>
                    <a:pt x="244" y="17"/>
                    <a:pt x="223" y="17"/>
                  </a:cubicBezTo>
                  <a:cubicBezTo>
                    <a:pt x="190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8" name="Google Shape;18598;p47"/>
            <p:cNvSpPr/>
            <p:nvPr/>
          </p:nvSpPr>
          <p:spPr>
            <a:xfrm>
              <a:off x="4793525" y="2407775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0"/>
                  </a:moveTo>
                  <a:cubicBezTo>
                    <a:pt x="157" y="0"/>
                    <a:pt x="120" y="17"/>
                    <a:pt x="87" y="33"/>
                  </a:cubicBezTo>
                  <a:cubicBezTo>
                    <a:pt x="54" y="54"/>
                    <a:pt x="38" y="87"/>
                    <a:pt x="38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0" y="206"/>
                    <a:pt x="141" y="190"/>
                    <a:pt x="174" y="190"/>
                  </a:cubicBezTo>
                  <a:lnTo>
                    <a:pt x="190" y="173"/>
                  </a:lnTo>
                  <a:cubicBezTo>
                    <a:pt x="223" y="157"/>
                    <a:pt x="244" y="136"/>
                    <a:pt x="260" y="103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9" name="Google Shape;18599;p47"/>
            <p:cNvSpPr/>
            <p:nvPr/>
          </p:nvSpPr>
          <p:spPr>
            <a:xfrm>
              <a:off x="4793525" y="2467025"/>
              <a:ext cx="6100" cy="5200"/>
            </a:xfrm>
            <a:custGeom>
              <a:avLst/>
              <a:gdLst/>
              <a:ahLst/>
              <a:cxnLst/>
              <a:rect l="l" t="t" r="r" b="b"/>
              <a:pathLst>
                <a:path w="244" h="208" extrusionOk="0">
                  <a:moveTo>
                    <a:pt x="157" y="1"/>
                  </a:moveTo>
                  <a:cubicBezTo>
                    <a:pt x="141" y="1"/>
                    <a:pt x="120" y="17"/>
                    <a:pt x="104" y="17"/>
                  </a:cubicBezTo>
                  <a:cubicBezTo>
                    <a:pt x="38" y="54"/>
                    <a:pt x="1" y="104"/>
                    <a:pt x="1" y="157"/>
                  </a:cubicBezTo>
                  <a:cubicBezTo>
                    <a:pt x="11" y="189"/>
                    <a:pt x="44" y="207"/>
                    <a:pt x="85" y="207"/>
                  </a:cubicBezTo>
                  <a:cubicBezTo>
                    <a:pt x="108" y="207"/>
                    <a:pt x="132" y="202"/>
                    <a:pt x="157" y="190"/>
                  </a:cubicBezTo>
                  <a:cubicBezTo>
                    <a:pt x="174" y="190"/>
                    <a:pt x="190" y="174"/>
                    <a:pt x="190" y="157"/>
                  </a:cubicBezTo>
                  <a:cubicBezTo>
                    <a:pt x="223" y="120"/>
                    <a:pt x="244" y="87"/>
                    <a:pt x="244" y="54"/>
                  </a:cubicBezTo>
                  <a:cubicBezTo>
                    <a:pt x="223" y="17"/>
                    <a:pt x="190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0" name="Google Shape;18600;p47"/>
            <p:cNvSpPr/>
            <p:nvPr/>
          </p:nvSpPr>
          <p:spPr>
            <a:xfrm>
              <a:off x="4803825" y="24438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0"/>
                  </a:moveTo>
                  <a:cubicBezTo>
                    <a:pt x="120" y="0"/>
                    <a:pt x="87" y="17"/>
                    <a:pt x="71" y="33"/>
                  </a:cubicBezTo>
                  <a:cubicBezTo>
                    <a:pt x="38" y="54"/>
                    <a:pt x="17" y="87"/>
                    <a:pt x="1" y="103"/>
                  </a:cubicBezTo>
                  <a:cubicBezTo>
                    <a:pt x="1" y="136"/>
                    <a:pt x="1" y="157"/>
                    <a:pt x="17" y="173"/>
                  </a:cubicBezTo>
                  <a:cubicBezTo>
                    <a:pt x="17" y="190"/>
                    <a:pt x="54" y="206"/>
                    <a:pt x="87" y="206"/>
                  </a:cubicBezTo>
                  <a:cubicBezTo>
                    <a:pt x="104" y="206"/>
                    <a:pt x="120" y="206"/>
                    <a:pt x="141" y="190"/>
                  </a:cubicBezTo>
                  <a:cubicBezTo>
                    <a:pt x="158" y="190"/>
                    <a:pt x="158" y="173"/>
                    <a:pt x="174" y="173"/>
                  </a:cubicBezTo>
                  <a:cubicBezTo>
                    <a:pt x="207" y="157"/>
                    <a:pt x="223" y="136"/>
                    <a:pt x="223" y="103"/>
                  </a:cubicBezTo>
                  <a:cubicBezTo>
                    <a:pt x="261" y="54"/>
                    <a:pt x="223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1" name="Google Shape;18601;p47"/>
            <p:cNvSpPr/>
            <p:nvPr/>
          </p:nvSpPr>
          <p:spPr>
            <a:xfrm>
              <a:off x="4811975" y="2420625"/>
              <a:ext cx="6925" cy="5025"/>
            </a:xfrm>
            <a:custGeom>
              <a:avLst/>
              <a:gdLst/>
              <a:ahLst/>
              <a:cxnLst/>
              <a:rect l="l" t="t" r="r" b="b"/>
              <a:pathLst>
                <a:path w="277" h="201" extrusionOk="0">
                  <a:moveTo>
                    <a:pt x="180" y="1"/>
                  </a:moveTo>
                  <a:cubicBezTo>
                    <a:pt x="161" y="1"/>
                    <a:pt x="141" y="6"/>
                    <a:pt x="124" y="18"/>
                  </a:cubicBezTo>
                  <a:cubicBezTo>
                    <a:pt x="54" y="55"/>
                    <a:pt x="1" y="104"/>
                    <a:pt x="21" y="158"/>
                  </a:cubicBezTo>
                  <a:cubicBezTo>
                    <a:pt x="32" y="189"/>
                    <a:pt x="62" y="201"/>
                    <a:pt x="96" y="201"/>
                  </a:cubicBezTo>
                  <a:cubicBezTo>
                    <a:pt x="116" y="201"/>
                    <a:pt x="138" y="197"/>
                    <a:pt x="157" y="191"/>
                  </a:cubicBezTo>
                  <a:cubicBezTo>
                    <a:pt x="227" y="158"/>
                    <a:pt x="277" y="104"/>
                    <a:pt x="260" y="55"/>
                  </a:cubicBezTo>
                  <a:cubicBezTo>
                    <a:pt x="250" y="20"/>
                    <a:pt x="216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2" name="Google Shape;18602;p47"/>
            <p:cNvSpPr/>
            <p:nvPr/>
          </p:nvSpPr>
          <p:spPr>
            <a:xfrm>
              <a:off x="4811575" y="2433125"/>
              <a:ext cx="6500" cy="4750"/>
            </a:xfrm>
            <a:custGeom>
              <a:avLst/>
              <a:gdLst/>
              <a:ahLst/>
              <a:cxnLst/>
              <a:rect l="l" t="t" r="r" b="b"/>
              <a:pathLst>
                <a:path w="260" h="190" extrusionOk="0">
                  <a:moveTo>
                    <a:pt x="173" y="0"/>
                  </a:moveTo>
                  <a:cubicBezTo>
                    <a:pt x="140" y="0"/>
                    <a:pt x="103" y="0"/>
                    <a:pt x="87" y="33"/>
                  </a:cubicBezTo>
                  <a:cubicBezTo>
                    <a:pt x="54" y="50"/>
                    <a:pt x="37" y="70"/>
                    <a:pt x="17" y="103"/>
                  </a:cubicBezTo>
                  <a:cubicBezTo>
                    <a:pt x="0" y="120"/>
                    <a:pt x="17" y="153"/>
                    <a:pt x="37" y="173"/>
                  </a:cubicBezTo>
                  <a:cubicBezTo>
                    <a:pt x="54" y="190"/>
                    <a:pt x="70" y="190"/>
                    <a:pt x="103" y="190"/>
                  </a:cubicBezTo>
                  <a:cubicBezTo>
                    <a:pt x="120" y="190"/>
                    <a:pt x="140" y="190"/>
                    <a:pt x="157" y="173"/>
                  </a:cubicBezTo>
                  <a:cubicBezTo>
                    <a:pt x="190" y="153"/>
                    <a:pt x="243" y="136"/>
                    <a:pt x="243" y="87"/>
                  </a:cubicBezTo>
                  <a:cubicBezTo>
                    <a:pt x="260" y="33"/>
                    <a:pt x="22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3" name="Google Shape;18603;p47"/>
            <p:cNvSpPr/>
            <p:nvPr/>
          </p:nvSpPr>
          <p:spPr>
            <a:xfrm>
              <a:off x="4806825" y="2454900"/>
              <a:ext cx="6825" cy="4825"/>
            </a:xfrm>
            <a:custGeom>
              <a:avLst/>
              <a:gdLst/>
              <a:ahLst/>
              <a:cxnLst/>
              <a:rect l="l" t="t" r="r" b="b"/>
              <a:pathLst>
                <a:path w="273" h="193" extrusionOk="0">
                  <a:moveTo>
                    <a:pt x="198" y="0"/>
                  </a:moveTo>
                  <a:cubicBezTo>
                    <a:pt x="191" y="0"/>
                    <a:pt x="182" y="1"/>
                    <a:pt x="174" y="3"/>
                  </a:cubicBezTo>
                  <a:cubicBezTo>
                    <a:pt x="141" y="3"/>
                    <a:pt x="103" y="3"/>
                    <a:pt x="87" y="24"/>
                  </a:cubicBezTo>
                  <a:cubicBezTo>
                    <a:pt x="54" y="40"/>
                    <a:pt x="38" y="73"/>
                    <a:pt x="21" y="90"/>
                  </a:cubicBezTo>
                  <a:cubicBezTo>
                    <a:pt x="0" y="143"/>
                    <a:pt x="38" y="193"/>
                    <a:pt x="103" y="193"/>
                  </a:cubicBezTo>
                  <a:cubicBezTo>
                    <a:pt x="124" y="193"/>
                    <a:pt x="141" y="193"/>
                    <a:pt x="157" y="176"/>
                  </a:cubicBezTo>
                  <a:cubicBezTo>
                    <a:pt x="207" y="160"/>
                    <a:pt x="244" y="127"/>
                    <a:pt x="244" y="90"/>
                  </a:cubicBezTo>
                  <a:cubicBezTo>
                    <a:pt x="272" y="47"/>
                    <a:pt x="251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4" name="Google Shape;18604;p47"/>
            <p:cNvSpPr/>
            <p:nvPr/>
          </p:nvSpPr>
          <p:spPr>
            <a:xfrm>
              <a:off x="4713650" y="236395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3" y="1"/>
                  </a:moveTo>
                  <a:cubicBezTo>
                    <a:pt x="140" y="1"/>
                    <a:pt x="103" y="17"/>
                    <a:pt x="87" y="34"/>
                  </a:cubicBezTo>
                  <a:cubicBezTo>
                    <a:pt x="54" y="54"/>
                    <a:pt x="37" y="71"/>
                    <a:pt x="17" y="104"/>
                  </a:cubicBezTo>
                  <a:cubicBezTo>
                    <a:pt x="0" y="157"/>
                    <a:pt x="37" y="207"/>
                    <a:pt x="103" y="207"/>
                  </a:cubicBezTo>
                  <a:cubicBezTo>
                    <a:pt x="120" y="207"/>
                    <a:pt x="140" y="190"/>
                    <a:pt x="157" y="190"/>
                  </a:cubicBezTo>
                  <a:cubicBezTo>
                    <a:pt x="173" y="190"/>
                    <a:pt x="173" y="174"/>
                    <a:pt x="190" y="174"/>
                  </a:cubicBezTo>
                  <a:cubicBezTo>
                    <a:pt x="223" y="157"/>
                    <a:pt x="244" y="120"/>
                    <a:pt x="244" y="104"/>
                  </a:cubicBezTo>
                  <a:cubicBezTo>
                    <a:pt x="277" y="54"/>
                    <a:pt x="244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5" name="Google Shape;18605;p47"/>
            <p:cNvSpPr/>
            <p:nvPr/>
          </p:nvSpPr>
          <p:spPr>
            <a:xfrm>
              <a:off x="4597700" y="2376425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57" y="1"/>
                  </a:moveTo>
                  <a:cubicBezTo>
                    <a:pt x="140" y="1"/>
                    <a:pt x="103" y="1"/>
                    <a:pt x="70" y="17"/>
                  </a:cubicBezTo>
                  <a:cubicBezTo>
                    <a:pt x="37" y="34"/>
                    <a:pt x="17" y="71"/>
                    <a:pt x="17" y="87"/>
                  </a:cubicBezTo>
                  <a:cubicBezTo>
                    <a:pt x="0" y="120"/>
                    <a:pt x="0" y="137"/>
                    <a:pt x="17" y="153"/>
                  </a:cubicBezTo>
                  <a:cubicBezTo>
                    <a:pt x="37" y="174"/>
                    <a:pt x="54" y="190"/>
                    <a:pt x="87" y="190"/>
                  </a:cubicBezTo>
                  <a:cubicBezTo>
                    <a:pt x="103" y="190"/>
                    <a:pt x="120" y="190"/>
                    <a:pt x="157" y="174"/>
                  </a:cubicBezTo>
                  <a:cubicBezTo>
                    <a:pt x="157" y="174"/>
                    <a:pt x="173" y="174"/>
                    <a:pt x="173" y="153"/>
                  </a:cubicBezTo>
                  <a:cubicBezTo>
                    <a:pt x="206" y="137"/>
                    <a:pt x="223" y="120"/>
                    <a:pt x="243" y="87"/>
                  </a:cubicBezTo>
                  <a:cubicBezTo>
                    <a:pt x="260" y="34"/>
                    <a:pt x="22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6" name="Google Shape;18606;p47"/>
            <p:cNvSpPr/>
            <p:nvPr/>
          </p:nvSpPr>
          <p:spPr>
            <a:xfrm>
              <a:off x="4623450" y="2363950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1"/>
                  </a:moveTo>
                  <a:cubicBezTo>
                    <a:pt x="141" y="1"/>
                    <a:pt x="104" y="17"/>
                    <a:pt x="87" y="34"/>
                  </a:cubicBezTo>
                  <a:cubicBezTo>
                    <a:pt x="54" y="54"/>
                    <a:pt x="38" y="87"/>
                    <a:pt x="17" y="104"/>
                  </a:cubicBezTo>
                  <a:cubicBezTo>
                    <a:pt x="1" y="157"/>
                    <a:pt x="38" y="207"/>
                    <a:pt x="104" y="207"/>
                  </a:cubicBezTo>
                  <a:cubicBezTo>
                    <a:pt x="120" y="207"/>
                    <a:pt x="141" y="207"/>
                    <a:pt x="157" y="190"/>
                  </a:cubicBezTo>
                  <a:cubicBezTo>
                    <a:pt x="174" y="190"/>
                    <a:pt x="190" y="174"/>
                    <a:pt x="190" y="174"/>
                  </a:cubicBezTo>
                  <a:cubicBezTo>
                    <a:pt x="223" y="157"/>
                    <a:pt x="244" y="137"/>
                    <a:pt x="261" y="104"/>
                  </a:cubicBezTo>
                  <a:cubicBezTo>
                    <a:pt x="277" y="54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7" name="Google Shape;18607;p47"/>
            <p:cNvSpPr/>
            <p:nvPr/>
          </p:nvSpPr>
          <p:spPr>
            <a:xfrm>
              <a:off x="4617075" y="2397875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20" y="0"/>
                    <a:pt x="50" y="37"/>
                    <a:pt x="17" y="87"/>
                  </a:cubicBezTo>
                  <a:cubicBezTo>
                    <a:pt x="0" y="157"/>
                    <a:pt x="33" y="190"/>
                    <a:pt x="103" y="190"/>
                  </a:cubicBezTo>
                  <a:cubicBezTo>
                    <a:pt x="120" y="190"/>
                    <a:pt x="136" y="190"/>
                    <a:pt x="153" y="173"/>
                  </a:cubicBezTo>
                  <a:cubicBezTo>
                    <a:pt x="169" y="173"/>
                    <a:pt x="190" y="173"/>
                    <a:pt x="190" y="157"/>
                  </a:cubicBezTo>
                  <a:cubicBezTo>
                    <a:pt x="223" y="140"/>
                    <a:pt x="239" y="120"/>
                    <a:pt x="256" y="87"/>
                  </a:cubicBezTo>
                  <a:cubicBezTo>
                    <a:pt x="256" y="70"/>
                    <a:pt x="256" y="37"/>
                    <a:pt x="239" y="17"/>
                  </a:cubicBezTo>
                  <a:cubicBezTo>
                    <a:pt x="223" y="0"/>
                    <a:pt x="206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8" name="Google Shape;18608;p47"/>
            <p:cNvSpPr/>
            <p:nvPr/>
          </p:nvSpPr>
          <p:spPr>
            <a:xfrm>
              <a:off x="4840325" y="23042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24" y="17"/>
                    <a:pt x="87" y="17"/>
                  </a:cubicBezTo>
                  <a:cubicBezTo>
                    <a:pt x="54" y="50"/>
                    <a:pt x="37" y="71"/>
                    <a:pt x="21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4" y="207"/>
                    <a:pt x="124" y="190"/>
                    <a:pt x="141" y="190"/>
                  </a:cubicBezTo>
                  <a:lnTo>
                    <a:pt x="157" y="190"/>
                  </a:lnTo>
                  <a:cubicBezTo>
                    <a:pt x="174" y="190"/>
                    <a:pt x="174" y="174"/>
                    <a:pt x="190" y="174"/>
                  </a:cubicBezTo>
                  <a:cubicBezTo>
                    <a:pt x="227" y="153"/>
                    <a:pt x="244" y="120"/>
                    <a:pt x="244" y="104"/>
                  </a:cubicBezTo>
                  <a:cubicBezTo>
                    <a:pt x="260" y="71"/>
                    <a:pt x="260" y="50"/>
                    <a:pt x="244" y="34"/>
                  </a:cubicBezTo>
                  <a:cubicBezTo>
                    <a:pt x="227" y="17"/>
                    <a:pt x="206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9" name="Google Shape;18609;p47"/>
            <p:cNvSpPr/>
            <p:nvPr/>
          </p:nvSpPr>
          <p:spPr>
            <a:xfrm>
              <a:off x="4612725" y="23760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0"/>
                  </a:moveTo>
                  <a:cubicBezTo>
                    <a:pt x="121" y="17"/>
                    <a:pt x="88" y="33"/>
                    <a:pt x="71" y="50"/>
                  </a:cubicBezTo>
                  <a:cubicBezTo>
                    <a:pt x="17" y="103"/>
                    <a:pt x="1" y="153"/>
                    <a:pt x="55" y="190"/>
                  </a:cubicBezTo>
                  <a:cubicBezTo>
                    <a:pt x="71" y="206"/>
                    <a:pt x="104" y="206"/>
                    <a:pt x="137" y="206"/>
                  </a:cubicBezTo>
                  <a:cubicBezTo>
                    <a:pt x="137" y="190"/>
                    <a:pt x="158" y="190"/>
                    <a:pt x="174" y="190"/>
                  </a:cubicBezTo>
                  <a:cubicBezTo>
                    <a:pt x="191" y="169"/>
                    <a:pt x="207" y="169"/>
                    <a:pt x="224" y="153"/>
                  </a:cubicBezTo>
                  <a:cubicBezTo>
                    <a:pt x="240" y="120"/>
                    <a:pt x="261" y="103"/>
                    <a:pt x="261" y="66"/>
                  </a:cubicBezTo>
                  <a:cubicBezTo>
                    <a:pt x="261" y="50"/>
                    <a:pt x="261" y="33"/>
                    <a:pt x="224" y="17"/>
                  </a:cubicBezTo>
                  <a:cubicBezTo>
                    <a:pt x="207" y="0"/>
                    <a:pt x="174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0" name="Google Shape;18610;p47"/>
            <p:cNvSpPr/>
            <p:nvPr/>
          </p:nvSpPr>
          <p:spPr>
            <a:xfrm>
              <a:off x="4601200" y="2387150"/>
              <a:ext cx="6400" cy="4775"/>
            </a:xfrm>
            <a:custGeom>
              <a:avLst/>
              <a:gdLst/>
              <a:ahLst/>
              <a:cxnLst/>
              <a:rect l="l" t="t" r="r" b="b"/>
              <a:pathLst>
                <a:path w="256" h="191" extrusionOk="0">
                  <a:moveTo>
                    <a:pt x="153" y="0"/>
                  </a:moveTo>
                  <a:cubicBezTo>
                    <a:pt x="136" y="0"/>
                    <a:pt x="103" y="0"/>
                    <a:pt x="66" y="17"/>
                  </a:cubicBezTo>
                  <a:cubicBezTo>
                    <a:pt x="33" y="54"/>
                    <a:pt x="17" y="71"/>
                    <a:pt x="17" y="104"/>
                  </a:cubicBezTo>
                  <a:cubicBezTo>
                    <a:pt x="0" y="157"/>
                    <a:pt x="33" y="190"/>
                    <a:pt x="83" y="190"/>
                  </a:cubicBezTo>
                  <a:cubicBezTo>
                    <a:pt x="103" y="190"/>
                    <a:pt x="136" y="190"/>
                    <a:pt x="153" y="174"/>
                  </a:cubicBezTo>
                  <a:cubicBezTo>
                    <a:pt x="186" y="157"/>
                    <a:pt x="223" y="136"/>
                    <a:pt x="239" y="87"/>
                  </a:cubicBezTo>
                  <a:cubicBezTo>
                    <a:pt x="256" y="33"/>
                    <a:pt x="22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1" name="Google Shape;18611;p47"/>
            <p:cNvSpPr/>
            <p:nvPr/>
          </p:nvSpPr>
          <p:spPr>
            <a:xfrm>
              <a:off x="4636750" y="24107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24" y="1"/>
                    <a:pt x="87" y="17"/>
                    <a:pt x="71" y="38"/>
                  </a:cubicBezTo>
                  <a:cubicBezTo>
                    <a:pt x="38" y="54"/>
                    <a:pt x="21" y="87"/>
                    <a:pt x="1" y="104"/>
                  </a:cubicBezTo>
                  <a:lnTo>
                    <a:pt x="1" y="157"/>
                  </a:lnTo>
                  <a:cubicBezTo>
                    <a:pt x="38" y="174"/>
                    <a:pt x="54" y="190"/>
                    <a:pt x="87" y="207"/>
                  </a:cubicBezTo>
                  <a:cubicBezTo>
                    <a:pt x="104" y="207"/>
                    <a:pt x="124" y="207"/>
                    <a:pt x="141" y="190"/>
                  </a:cubicBezTo>
                  <a:cubicBezTo>
                    <a:pt x="157" y="190"/>
                    <a:pt x="174" y="190"/>
                    <a:pt x="174" y="174"/>
                  </a:cubicBezTo>
                  <a:cubicBezTo>
                    <a:pt x="207" y="157"/>
                    <a:pt x="227" y="141"/>
                    <a:pt x="244" y="104"/>
                  </a:cubicBezTo>
                  <a:cubicBezTo>
                    <a:pt x="260" y="54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2" name="Google Shape;18612;p47"/>
            <p:cNvSpPr/>
            <p:nvPr/>
          </p:nvSpPr>
          <p:spPr>
            <a:xfrm>
              <a:off x="4628600" y="237602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17"/>
                    <a:pt x="87" y="33"/>
                  </a:cubicBezTo>
                  <a:cubicBezTo>
                    <a:pt x="55" y="50"/>
                    <a:pt x="38" y="66"/>
                    <a:pt x="17" y="103"/>
                  </a:cubicBezTo>
                  <a:cubicBezTo>
                    <a:pt x="1" y="153"/>
                    <a:pt x="38" y="190"/>
                    <a:pt x="104" y="190"/>
                  </a:cubicBezTo>
                  <a:lnTo>
                    <a:pt x="158" y="190"/>
                  </a:lnTo>
                  <a:cubicBezTo>
                    <a:pt x="174" y="169"/>
                    <a:pt x="174" y="169"/>
                    <a:pt x="191" y="169"/>
                  </a:cubicBezTo>
                  <a:cubicBezTo>
                    <a:pt x="224" y="153"/>
                    <a:pt x="244" y="120"/>
                    <a:pt x="244" y="103"/>
                  </a:cubicBezTo>
                  <a:cubicBezTo>
                    <a:pt x="261" y="66"/>
                    <a:pt x="261" y="50"/>
                    <a:pt x="244" y="33"/>
                  </a:cubicBezTo>
                  <a:cubicBezTo>
                    <a:pt x="224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3" name="Google Shape;18613;p47"/>
            <p:cNvSpPr/>
            <p:nvPr/>
          </p:nvSpPr>
          <p:spPr>
            <a:xfrm>
              <a:off x="4659950" y="24327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24" y="1"/>
                    <a:pt x="87" y="17"/>
                    <a:pt x="70" y="34"/>
                  </a:cubicBezTo>
                  <a:cubicBezTo>
                    <a:pt x="37" y="50"/>
                    <a:pt x="21" y="67"/>
                    <a:pt x="0" y="104"/>
                  </a:cubicBezTo>
                  <a:cubicBezTo>
                    <a:pt x="0" y="120"/>
                    <a:pt x="0" y="153"/>
                    <a:pt x="21" y="170"/>
                  </a:cubicBezTo>
                  <a:cubicBezTo>
                    <a:pt x="37" y="190"/>
                    <a:pt x="54" y="207"/>
                    <a:pt x="87" y="207"/>
                  </a:cubicBezTo>
                  <a:cubicBezTo>
                    <a:pt x="103" y="207"/>
                    <a:pt x="124" y="190"/>
                    <a:pt x="140" y="190"/>
                  </a:cubicBezTo>
                  <a:cubicBezTo>
                    <a:pt x="157" y="190"/>
                    <a:pt x="157" y="170"/>
                    <a:pt x="173" y="170"/>
                  </a:cubicBezTo>
                  <a:cubicBezTo>
                    <a:pt x="206" y="153"/>
                    <a:pt x="227" y="120"/>
                    <a:pt x="227" y="104"/>
                  </a:cubicBezTo>
                  <a:cubicBezTo>
                    <a:pt x="260" y="5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4" name="Google Shape;18614;p47"/>
            <p:cNvSpPr/>
            <p:nvPr/>
          </p:nvSpPr>
          <p:spPr>
            <a:xfrm>
              <a:off x="4649625" y="2294375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58" y="1"/>
                  </a:moveTo>
                  <a:cubicBezTo>
                    <a:pt x="141" y="1"/>
                    <a:pt x="125" y="17"/>
                    <a:pt x="104" y="17"/>
                  </a:cubicBezTo>
                  <a:cubicBezTo>
                    <a:pt x="38" y="54"/>
                    <a:pt x="1" y="104"/>
                    <a:pt x="1" y="157"/>
                  </a:cubicBezTo>
                  <a:cubicBezTo>
                    <a:pt x="14" y="189"/>
                    <a:pt x="47" y="208"/>
                    <a:pt x="87" y="208"/>
                  </a:cubicBezTo>
                  <a:cubicBezTo>
                    <a:pt x="109" y="208"/>
                    <a:pt x="133" y="202"/>
                    <a:pt x="158" y="190"/>
                  </a:cubicBezTo>
                  <a:cubicBezTo>
                    <a:pt x="174" y="190"/>
                    <a:pt x="191" y="174"/>
                    <a:pt x="207" y="157"/>
                  </a:cubicBezTo>
                  <a:cubicBezTo>
                    <a:pt x="244" y="120"/>
                    <a:pt x="261" y="87"/>
                    <a:pt x="244" y="54"/>
                  </a:cubicBezTo>
                  <a:cubicBezTo>
                    <a:pt x="228" y="17"/>
                    <a:pt x="191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5" name="Google Shape;18615;p47"/>
            <p:cNvSpPr/>
            <p:nvPr/>
          </p:nvSpPr>
          <p:spPr>
            <a:xfrm>
              <a:off x="4645000" y="2272625"/>
              <a:ext cx="6000" cy="4775"/>
            </a:xfrm>
            <a:custGeom>
              <a:avLst/>
              <a:gdLst/>
              <a:ahLst/>
              <a:cxnLst/>
              <a:rect l="l" t="t" r="r" b="b"/>
              <a:pathLst>
                <a:path w="240" h="191" extrusionOk="0">
                  <a:moveTo>
                    <a:pt x="151" y="1"/>
                  </a:moveTo>
                  <a:cubicBezTo>
                    <a:pt x="131" y="1"/>
                    <a:pt x="110" y="5"/>
                    <a:pt x="83" y="13"/>
                  </a:cubicBezTo>
                  <a:cubicBezTo>
                    <a:pt x="50" y="30"/>
                    <a:pt x="17" y="63"/>
                    <a:pt x="0" y="100"/>
                  </a:cubicBezTo>
                  <a:lnTo>
                    <a:pt x="0" y="149"/>
                  </a:lnTo>
                  <a:cubicBezTo>
                    <a:pt x="12" y="173"/>
                    <a:pt x="42" y="191"/>
                    <a:pt x="83" y="191"/>
                  </a:cubicBezTo>
                  <a:cubicBezTo>
                    <a:pt x="99" y="191"/>
                    <a:pt x="117" y="188"/>
                    <a:pt x="137" y="182"/>
                  </a:cubicBezTo>
                  <a:cubicBezTo>
                    <a:pt x="207" y="149"/>
                    <a:pt x="240" y="79"/>
                    <a:pt x="223" y="46"/>
                  </a:cubicBezTo>
                  <a:cubicBezTo>
                    <a:pt x="223" y="30"/>
                    <a:pt x="223" y="13"/>
                    <a:pt x="207" y="13"/>
                  </a:cubicBezTo>
                  <a:cubicBezTo>
                    <a:pt x="188" y="5"/>
                    <a:pt x="171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6" name="Google Shape;18616;p47"/>
            <p:cNvSpPr/>
            <p:nvPr/>
          </p:nvSpPr>
          <p:spPr>
            <a:xfrm>
              <a:off x="4645825" y="2282325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74" y="0"/>
                  </a:moveTo>
                  <a:cubicBezTo>
                    <a:pt x="153" y="0"/>
                    <a:pt x="136" y="0"/>
                    <a:pt x="120" y="21"/>
                  </a:cubicBezTo>
                  <a:cubicBezTo>
                    <a:pt x="50" y="38"/>
                    <a:pt x="0" y="104"/>
                    <a:pt x="17" y="157"/>
                  </a:cubicBezTo>
                  <a:cubicBezTo>
                    <a:pt x="29" y="181"/>
                    <a:pt x="70" y="197"/>
                    <a:pt x="110" y="197"/>
                  </a:cubicBezTo>
                  <a:cubicBezTo>
                    <a:pt x="125" y="197"/>
                    <a:pt x="140" y="195"/>
                    <a:pt x="153" y="190"/>
                  </a:cubicBezTo>
                  <a:cubicBezTo>
                    <a:pt x="190" y="174"/>
                    <a:pt x="190" y="157"/>
                    <a:pt x="207" y="157"/>
                  </a:cubicBezTo>
                  <a:cubicBezTo>
                    <a:pt x="240" y="124"/>
                    <a:pt x="256" y="87"/>
                    <a:pt x="256" y="54"/>
                  </a:cubicBezTo>
                  <a:cubicBezTo>
                    <a:pt x="240" y="21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7" name="Google Shape;18617;p47"/>
            <p:cNvSpPr/>
            <p:nvPr/>
          </p:nvSpPr>
          <p:spPr>
            <a:xfrm>
              <a:off x="4637275" y="2293550"/>
              <a:ext cx="6400" cy="4775"/>
            </a:xfrm>
            <a:custGeom>
              <a:avLst/>
              <a:gdLst/>
              <a:ahLst/>
              <a:cxnLst/>
              <a:rect l="l" t="t" r="r" b="b"/>
              <a:pathLst>
                <a:path w="256" h="191" extrusionOk="0">
                  <a:moveTo>
                    <a:pt x="169" y="1"/>
                  </a:moveTo>
                  <a:cubicBezTo>
                    <a:pt x="136" y="1"/>
                    <a:pt x="103" y="1"/>
                    <a:pt x="66" y="17"/>
                  </a:cubicBezTo>
                  <a:cubicBezTo>
                    <a:pt x="50" y="50"/>
                    <a:pt x="33" y="67"/>
                    <a:pt x="17" y="104"/>
                  </a:cubicBezTo>
                  <a:cubicBezTo>
                    <a:pt x="0" y="153"/>
                    <a:pt x="33" y="190"/>
                    <a:pt x="103" y="190"/>
                  </a:cubicBezTo>
                  <a:cubicBezTo>
                    <a:pt x="120" y="190"/>
                    <a:pt x="136" y="190"/>
                    <a:pt x="153" y="170"/>
                  </a:cubicBezTo>
                  <a:lnTo>
                    <a:pt x="186" y="170"/>
                  </a:lnTo>
                  <a:cubicBezTo>
                    <a:pt x="206" y="137"/>
                    <a:pt x="239" y="120"/>
                    <a:pt x="239" y="87"/>
                  </a:cubicBezTo>
                  <a:cubicBezTo>
                    <a:pt x="256" y="67"/>
                    <a:pt x="256" y="34"/>
                    <a:pt x="239" y="17"/>
                  </a:cubicBezTo>
                  <a:cubicBezTo>
                    <a:pt x="223" y="1"/>
                    <a:pt x="206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8" name="Google Shape;18618;p47"/>
            <p:cNvSpPr/>
            <p:nvPr/>
          </p:nvSpPr>
          <p:spPr>
            <a:xfrm>
              <a:off x="4639325" y="23068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24" y="1"/>
                    <a:pt x="87" y="17"/>
                    <a:pt x="71" y="34"/>
                  </a:cubicBezTo>
                  <a:cubicBezTo>
                    <a:pt x="38" y="50"/>
                    <a:pt x="21" y="71"/>
                    <a:pt x="1" y="104"/>
                  </a:cubicBezTo>
                  <a:cubicBezTo>
                    <a:pt x="1" y="120"/>
                    <a:pt x="1" y="153"/>
                    <a:pt x="21" y="174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04" y="207"/>
                    <a:pt x="124" y="190"/>
                    <a:pt x="141" y="190"/>
                  </a:cubicBezTo>
                  <a:cubicBezTo>
                    <a:pt x="157" y="190"/>
                    <a:pt x="174" y="174"/>
                    <a:pt x="174" y="174"/>
                  </a:cubicBezTo>
                  <a:cubicBezTo>
                    <a:pt x="207" y="153"/>
                    <a:pt x="227" y="120"/>
                    <a:pt x="244" y="104"/>
                  </a:cubicBezTo>
                  <a:cubicBezTo>
                    <a:pt x="260" y="5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9" name="Google Shape;18619;p47"/>
            <p:cNvSpPr/>
            <p:nvPr/>
          </p:nvSpPr>
          <p:spPr>
            <a:xfrm>
              <a:off x="4632525" y="2338775"/>
              <a:ext cx="6425" cy="5025"/>
            </a:xfrm>
            <a:custGeom>
              <a:avLst/>
              <a:gdLst/>
              <a:ahLst/>
              <a:cxnLst/>
              <a:rect l="l" t="t" r="r" b="b"/>
              <a:pathLst>
                <a:path w="257" h="201" extrusionOk="0">
                  <a:moveTo>
                    <a:pt x="172" y="0"/>
                  </a:moveTo>
                  <a:cubicBezTo>
                    <a:pt x="151" y="0"/>
                    <a:pt x="127" y="4"/>
                    <a:pt x="104" y="10"/>
                  </a:cubicBezTo>
                  <a:cubicBezTo>
                    <a:pt x="34" y="47"/>
                    <a:pt x="1" y="97"/>
                    <a:pt x="17" y="150"/>
                  </a:cubicBezTo>
                  <a:cubicBezTo>
                    <a:pt x="28" y="182"/>
                    <a:pt x="54" y="200"/>
                    <a:pt x="89" y="200"/>
                  </a:cubicBezTo>
                  <a:cubicBezTo>
                    <a:pt x="108" y="200"/>
                    <a:pt x="130" y="195"/>
                    <a:pt x="153" y="183"/>
                  </a:cubicBezTo>
                  <a:cubicBezTo>
                    <a:pt x="223" y="150"/>
                    <a:pt x="256" y="97"/>
                    <a:pt x="240" y="47"/>
                  </a:cubicBezTo>
                  <a:cubicBezTo>
                    <a:pt x="240" y="13"/>
                    <a:pt x="211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0" name="Google Shape;18620;p47"/>
            <p:cNvSpPr/>
            <p:nvPr/>
          </p:nvSpPr>
          <p:spPr>
            <a:xfrm>
              <a:off x="4700750" y="24099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1"/>
                  </a:moveTo>
                  <a:cubicBezTo>
                    <a:pt x="121" y="1"/>
                    <a:pt x="88" y="17"/>
                    <a:pt x="71" y="34"/>
                  </a:cubicBezTo>
                  <a:cubicBezTo>
                    <a:pt x="38" y="50"/>
                    <a:pt x="17" y="87"/>
                    <a:pt x="1" y="104"/>
                  </a:cubicBezTo>
                  <a:cubicBezTo>
                    <a:pt x="1" y="137"/>
                    <a:pt x="1" y="153"/>
                    <a:pt x="17" y="174"/>
                  </a:cubicBezTo>
                  <a:cubicBezTo>
                    <a:pt x="38" y="190"/>
                    <a:pt x="55" y="207"/>
                    <a:pt x="88" y="207"/>
                  </a:cubicBezTo>
                  <a:cubicBezTo>
                    <a:pt x="104" y="207"/>
                    <a:pt x="121" y="207"/>
                    <a:pt x="141" y="190"/>
                  </a:cubicBezTo>
                  <a:cubicBezTo>
                    <a:pt x="158" y="190"/>
                    <a:pt x="174" y="190"/>
                    <a:pt x="174" y="174"/>
                  </a:cubicBezTo>
                  <a:cubicBezTo>
                    <a:pt x="207" y="153"/>
                    <a:pt x="224" y="137"/>
                    <a:pt x="244" y="104"/>
                  </a:cubicBezTo>
                  <a:cubicBezTo>
                    <a:pt x="261" y="50"/>
                    <a:pt x="224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1" name="Google Shape;18621;p47"/>
            <p:cNvSpPr/>
            <p:nvPr/>
          </p:nvSpPr>
          <p:spPr>
            <a:xfrm>
              <a:off x="4703750" y="242105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4" y="1"/>
                  </a:moveTo>
                  <a:cubicBezTo>
                    <a:pt x="141" y="1"/>
                    <a:pt x="124" y="1"/>
                    <a:pt x="87" y="17"/>
                  </a:cubicBezTo>
                  <a:cubicBezTo>
                    <a:pt x="54" y="38"/>
                    <a:pt x="38" y="71"/>
                    <a:pt x="21" y="87"/>
                  </a:cubicBezTo>
                  <a:cubicBezTo>
                    <a:pt x="1" y="158"/>
                    <a:pt x="38" y="191"/>
                    <a:pt x="104" y="191"/>
                  </a:cubicBezTo>
                  <a:cubicBezTo>
                    <a:pt x="124" y="191"/>
                    <a:pt x="141" y="191"/>
                    <a:pt x="174" y="174"/>
                  </a:cubicBezTo>
                  <a:cubicBezTo>
                    <a:pt x="207" y="158"/>
                    <a:pt x="244" y="120"/>
                    <a:pt x="260" y="87"/>
                  </a:cubicBezTo>
                  <a:cubicBezTo>
                    <a:pt x="277" y="38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2" name="Google Shape;18622;p47"/>
            <p:cNvSpPr/>
            <p:nvPr/>
          </p:nvSpPr>
          <p:spPr>
            <a:xfrm>
              <a:off x="4690450" y="24331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0"/>
                  </a:moveTo>
                  <a:cubicBezTo>
                    <a:pt x="141" y="17"/>
                    <a:pt x="120" y="17"/>
                    <a:pt x="104" y="17"/>
                  </a:cubicBezTo>
                  <a:cubicBezTo>
                    <a:pt x="38" y="50"/>
                    <a:pt x="1" y="103"/>
                    <a:pt x="17" y="153"/>
                  </a:cubicBezTo>
                  <a:cubicBezTo>
                    <a:pt x="17" y="188"/>
                    <a:pt x="47" y="207"/>
                    <a:pt x="87" y="207"/>
                  </a:cubicBezTo>
                  <a:cubicBezTo>
                    <a:pt x="108" y="207"/>
                    <a:pt x="133" y="201"/>
                    <a:pt x="157" y="190"/>
                  </a:cubicBezTo>
                  <a:cubicBezTo>
                    <a:pt x="174" y="190"/>
                    <a:pt x="190" y="173"/>
                    <a:pt x="207" y="153"/>
                  </a:cubicBezTo>
                  <a:cubicBezTo>
                    <a:pt x="244" y="120"/>
                    <a:pt x="260" y="87"/>
                    <a:pt x="244" y="50"/>
                  </a:cubicBezTo>
                  <a:cubicBezTo>
                    <a:pt x="244" y="17"/>
                    <a:pt x="20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3" name="Google Shape;18623;p47"/>
            <p:cNvSpPr/>
            <p:nvPr/>
          </p:nvSpPr>
          <p:spPr>
            <a:xfrm>
              <a:off x="4695600" y="2398800"/>
              <a:ext cx="6525" cy="5050"/>
            </a:xfrm>
            <a:custGeom>
              <a:avLst/>
              <a:gdLst/>
              <a:ahLst/>
              <a:cxnLst/>
              <a:rect l="l" t="t" r="r" b="b"/>
              <a:pathLst>
                <a:path w="261" h="202" extrusionOk="0">
                  <a:moveTo>
                    <a:pt x="141" y="0"/>
                  </a:moveTo>
                  <a:cubicBezTo>
                    <a:pt x="104" y="17"/>
                    <a:pt x="87" y="33"/>
                    <a:pt x="54" y="50"/>
                  </a:cubicBezTo>
                  <a:cubicBezTo>
                    <a:pt x="1" y="103"/>
                    <a:pt x="1" y="153"/>
                    <a:pt x="54" y="186"/>
                  </a:cubicBezTo>
                  <a:cubicBezTo>
                    <a:pt x="63" y="196"/>
                    <a:pt x="75" y="201"/>
                    <a:pt x="87" y="201"/>
                  </a:cubicBezTo>
                  <a:cubicBezTo>
                    <a:pt x="100" y="201"/>
                    <a:pt x="112" y="196"/>
                    <a:pt x="120" y="186"/>
                  </a:cubicBezTo>
                  <a:lnTo>
                    <a:pt x="157" y="186"/>
                  </a:lnTo>
                  <a:cubicBezTo>
                    <a:pt x="174" y="169"/>
                    <a:pt x="207" y="169"/>
                    <a:pt x="207" y="153"/>
                  </a:cubicBezTo>
                  <a:cubicBezTo>
                    <a:pt x="244" y="120"/>
                    <a:pt x="261" y="103"/>
                    <a:pt x="261" y="66"/>
                  </a:cubicBezTo>
                  <a:cubicBezTo>
                    <a:pt x="261" y="50"/>
                    <a:pt x="244" y="33"/>
                    <a:pt x="223" y="17"/>
                  </a:cubicBezTo>
                  <a:cubicBezTo>
                    <a:pt x="207" y="0"/>
                    <a:pt x="174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4" name="Google Shape;18624;p47"/>
            <p:cNvSpPr/>
            <p:nvPr/>
          </p:nvSpPr>
          <p:spPr>
            <a:xfrm>
              <a:off x="4654800" y="2306025"/>
              <a:ext cx="6500" cy="4675"/>
            </a:xfrm>
            <a:custGeom>
              <a:avLst/>
              <a:gdLst/>
              <a:ahLst/>
              <a:cxnLst/>
              <a:rect l="l" t="t" r="r" b="b"/>
              <a:pathLst>
                <a:path w="260" h="187" extrusionOk="0">
                  <a:moveTo>
                    <a:pt x="173" y="1"/>
                  </a:moveTo>
                  <a:cubicBezTo>
                    <a:pt x="140" y="1"/>
                    <a:pt x="124" y="1"/>
                    <a:pt x="87" y="17"/>
                  </a:cubicBezTo>
                  <a:cubicBezTo>
                    <a:pt x="54" y="34"/>
                    <a:pt x="37" y="67"/>
                    <a:pt x="21" y="104"/>
                  </a:cubicBezTo>
                  <a:cubicBezTo>
                    <a:pt x="0" y="153"/>
                    <a:pt x="37" y="186"/>
                    <a:pt x="103" y="186"/>
                  </a:cubicBezTo>
                  <a:lnTo>
                    <a:pt x="157" y="186"/>
                  </a:lnTo>
                  <a:cubicBezTo>
                    <a:pt x="173" y="170"/>
                    <a:pt x="173" y="170"/>
                    <a:pt x="190" y="170"/>
                  </a:cubicBezTo>
                  <a:cubicBezTo>
                    <a:pt x="227" y="137"/>
                    <a:pt x="243" y="120"/>
                    <a:pt x="243" y="104"/>
                  </a:cubicBezTo>
                  <a:cubicBezTo>
                    <a:pt x="260" y="67"/>
                    <a:pt x="260" y="50"/>
                    <a:pt x="243" y="17"/>
                  </a:cubicBezTo>
                  <a:cubicBezTo>
                    <a:pt x="227" y="1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5" name="Google Shape;18625;p47"/>
            <p:cNvSpPr/>
            <p:nvPr/>
          </p:nvSpPr>
          <p:spPr>
            <a:xfrm>
              <a:off x="4708900" y="2399200"/>
              <a:ext cx="6100" cy="4775"/>
            </a:xfrm>
            <a:custGeom>
              <a:avLst/>
              <a:gdLst/>
              <a:ahLst/>
              <a:cxnLst/>
              <a:rect l="l" t="t" r="r" b="b"/>
              <a:pathLst>
                <a:path w="244" h="191" extrusionOk="0">
                  <a:moveTo>
                    <a:pt x="157" y="1"/>
                  </a:moveTo>
                  <a:cubicBezTo>
                    <a:pt x="124" y="1"/>
                    <a:pt x="87" y="17"/>
                    <a:pt x="71" y="34"/>
                  </a:cubicBezTo>
                  <a:cubicBezTo>
                    <a:pt x="38" y="50"/>
                    <a:pt x="21" y="67"/>
                    <a:pt x="1" y="104"/>
                  </a:cubicBezTo>
                  <a:cubicBezTo>
                    <a:pt x="1" y="137"/>
                    <a:pt x="1" y="153"/>
                    <a:pt x="21" y="170"/>
                  </a:cubicBezTo>
                  <a:cubicBezTo>
                    <a:pt x="38" y="190"/>
                    <a:pt x="54" y="190"/>
                    <a:pt x="87" y="190"/>
                  </a:cubicBezTo>
                  <a:lnTo>
                    <a:pt x="141" y="190"/>
                  </a:lnTo>
                  <a:cubicBezTo>
                    <a:pt x="190" y="170"/>
                    <a:pt x="227" y="137"/>
                    <a:pt x="244" y="104"/>
                  </a:cubicBezTo>
                  <a:lnTo>
                    <a:pt x="244" y="87"/>
                  </a:lnTo>
                  <a:cubicBezTo>
                    <a:pt x="244" y="34"/>
                    <a:pt x="20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6" name="Google Shape;18626;p47"/>
            <p:cNvSpPr/>
            <p:nvPr/>
          </p:nvSpPr>
          <p:spPr>
            <a:xfrm>
              <a:off x="4709425" y="2386725"/>
              <a:ext cx="6400" cy="5200"/>
            </a:xfrm>
            <a:custGeom>
              <a:avLst/>
              <a:gdLst/>
              <a:ahLst/>
              <a:cxnLst/>
              <a:rect l="l" t="t" r="r" b="b"/>
              <a:pathLst>
                <a:path w="256" h="208" extrusionOk="0">
                  <a:moveTo>
                    <a:pt x="160" y="0"/>
                  </a:moveTo>
                  <a:cubicBezTo>
                    <a:pt x="141" y="0"/>
                    <a:pt x="121" y="6"/>
                    <a:pt x="103" y="17"/>
                  </a:cubicBezTo>
                  <a:cubicBezTo>
                    <a:pt x="33" y="50"/>
                    <a:pt x="0" y="104"/>
                    <a:pt x="0" y="153"/>
                  </a:cubicBezTo>
                  <a:cubicBezTo>
                    <a:pt x="11" y="188"/>
                    <a:pt x="43" y="208"/>
                    <a:pt x="83" y="208"/>
                  </a:cubicBezTo>
                  <a:cubicBezTo>
                    <a:pt x="104" y="208"/>
                    <a:pt x="128" y="202"/>
                    <a:pt x="153" y="191"/>
                  </a:cubicBezTo>
                  <a:cubicBezTo>
                    <a:pt x="206" y="153"/>
                    <a:pt x="256" y="104"/>
                    <a:pt x="239" y="50"/>
                  </a:cubicBezTo>
                  <a:cubicBezTo>
                    <a:pt x="229" y="18"/>
                    <a:pt x="196" y="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7" name="Google Shape;18627;p47"/>
            <p:cNvSpPr/>
            <p:nvPr/>
          </p:nvSpPr>
          <p:spPr>
            <a:xfrm>
              <a:off x="4686650" y="2421050"/>
              <a:ext cx="6400" cy="4925"/>
            </a:xfrm>
            <a:custGeom>
              <a:avLst/>
              <a:gdLst/>
              <a:ahLst/>
              <a:cxnLst/>
              <a:rect l="l" t="t" r="r" b="b"/>
              <a:pathLst>
                <a:path w="256" h="197" extrusionOk="0">
                  <a:moveTo>
                    <a:pt x="169" y="1"/>
                  </a:moveTo>
                  <a:cubicBezTo>
                    <a:pt x="153" y="1"/>
                    <a:pt x="136" y="1"/>
                    <a:pt x="120" y="17"/>
                  </a:cubicBezTo>
                  <a:cubicBezTo>
                    <a:pt x="50" y="38"/>
                    <a:pt x="0" y="104"/>
                    <a:pt x="17" y="158"/>
                  </a:cubicBezTo>
                  <a:cubicBezTo>
                    <a:pt x="29" y="182"/>
                    <a:pt x="69" y="197"/>
                    <a:pt x="116" y="197"/>
                  </a:cubicBezTo>
                  <a:cubicBezTo>
                    <a:pt x="134" y="197"/>
                    <a:pt x="151" y="195"/>
                    <a:pt x="169" y="191"/>
                  </a:cubicBezTo>
                  <a:cubicBezTo>
                    <a:pt x="190" y="174"/>
                    <a:pt x="206" y="174"/>
                    <a:pt x="206" y="158"/>
                  </a:cubicBezTo>
                  <a:cubicBezTo>
                    <a:pt x="239" y="120"/>
                    <a:pt x="256" y="87"/>
                    <a:pt x="256" y="54"/>
                  </a:cubicBezTo>
                  <a:cubicBezTo>
                    <a:pt x="239" y="17"/>
                    <a:pt x="206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8" name="Google Shape;18628;p47"/>
            <p:cNvSpPr/>
            <p:nvPr/>
          </p:nvSpPr>
          <p:spPr>
            <a:xfrm>
              <a:off x="4672825" y="2421975"/>
              <a:ext cx="6525" cy="4900"/>
            </a:xfrm>
            <a:custGeom>
              <a:avLst/>
              <a:gdLst/>
              <a:ahLst/>
              <a:cxnLst/>
              <a:rect l="l" t="t" r="r" b="b"/>
              <a:pathLst>
                <a:path w="261" h="196" extrusionOk="0">
                  <a:moveTo>
                    <a:pt x="141" y="1"/>
                  </a:moveTo>
                  <a:cubicBezTo>
                    <a:pt x="104" y="17"/>
                    <a:pt x="87" y="34"/>
                    <a:pt x="54" y="50"/>
                  </a:cubicBezTo>
                  <a:cubicBezTo>
                    <a:pt x="1" y="104"/>
                    <a:pt x="1" y="154"/>
                    <a:pt x="54" y="187"/>
                  </a:cubicBezTo>
                  <a:cubicBezTo>
                    <a:pt x="65" y="187"/>
                    <a:pt x="84" y="196"/>
                    <a:pt x="106" y="196"/>
                  </a:cubicBezTo>
                  <a:cubicBezTo>
                    <a:pt x="117" y="196"/>
                    <a:pt x="128" y="193"/>
                    <a:pt x="141" y="187"/>
                  </a:cubicBezTo>
                  <a:lnTo>
                    <a:pt x="157" y="187"/>
                  </a:lnTo>
                  <a:cubicBezTo>
                    <a:pt x="190" y="170"/>
                    <a:pt x="207" y="154"/>
                    <a:pt x="227" y="154"/>
                  </a:cubicBezTo>
                  <a:cubicBezTo>
                    <a:pt x="244" y="121"/>
                    <a:pt x="260" y="104"/>
                    <a:pt x="260" y="67"/>
                  </a:cubicBezTo>
                  <a:cubicBezTo>
                    <a:pt x="260" y="50"/>
                    <a:pt x="244" y="34"/>
                    <a:pt x="227" y="17"/>
                  </a:cubicBezTo>
                  <a:cubicBezTo>
                    <a:pt x="207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9" name="Google Shape;18629;p47"/>
            <p:cNvSpPr/>
            <p:nvPr/>
          </p:nvSpPr>
          <p:spPr>
            <a:xfrm>
              <a:off x="4677975" y="2432300"/>
              <a:ext cx="6525" cy="4650"/>
            </a:xfrm>
            <a:custGeom>
              <a:avLst/>
              <a:gdLst/>
              <a:ahLst/>
              <a:cxnLst/>
              <a:rect l="l" t="t" r="r" b="b"/>
              <a:pathLst>
                <a:path w="261" h="186" extrusionOk="0">
                  <a:moveTo>
                    <a:pt x="174" y="0"/>
                  </a:moveTo>
                  <a:cubicBezTo>
                    <a:pt x="141" y="0"/>
                    <a:pt x="104" y="0"/>
                    <a:pt x="87" y="33"/>
                  </a:cubicBezTo>
                  <a:cubicBezTo>
                    <a:pt x="54" y="50"/>
                    <a:pt x="38" y="66"/>
                    <a:pt x="21" y="103"/>
                  </a:cubicBezTo>
                  <a:cubicBezTo>
                    <a:pt x="1" y="153"/>
                    <a:pt x="38" y="186"/>
                    <a:pt x="104" y="186"/>
                  </a:cubicBezTo>
                  <a:lnTo>
                    <a:pt x="157" y="186"/>
                  </a:lnTo>
                  <a:cubicBezTo>
                    <a:pt x="174" y="169"/>
                    <a:pt x="174" y="169"/>
                    <a:pt x="190" y="169"/>
                  </a:cubicBezTo>
                  <a:cubicBezTo>
                    <a:pt x="207" y="153"/>
                    <a:pt x="244" y="120"/>
                    <a:pt x="244" y="103"/>
                  </a:cubicBezTo>
                  <a:cubicBezTo>
                    <a:pt x="261" y="66"/>
                    <a:pt x="261" y="50"/>
                    <a:pt x="244" y="17"/>
                  </a:cubicBezTo>
                  <a:cubicBezTo>
                    <a:pt x="228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0" name="Google Shape;18630;p47"/>
            <p:cNvSpPr/>
            <p:nvPr/>
          </p:nvSpPr>
          <p:spPr>
            <a:xfrm>
              <a:off x="4669025" y="2457125"/>
              <a:ext cx="4750" cy="4775"/>
            </a:xfrm>
            <a:custGeom>
              <a:avLst/>
              <a:gdLst/>
              <a:ahLst/>
              <a:cxnLst/>
              <a:rect l="l" t="t" r="r" b="b"/>
              <a:pathLst>
                <a:path w="190" h="191" extrusionOk="0">
                  <a:moveTo>
                    <a:pt x="87" y="1"/>
                  </a:moveTo>
                  <a:cubicBezTo>
                    <a:pt x="50" y="1"/>
                    <a:pt x="17" y="17"/>
                    <a:pt x="0" y="38"/>
                  </a:cubicBezTo>
                  <a:cubicBezTo>
                    <a:pt x="17" y="87"/>
                    <a:pt x="33" y="141"/>
                    <a:pt x="50" y="191"/>
                  </a:cubicBezTo>
                  <a:lnTo>
                    <a:pt x="70" y="191"/>
                  </a:lnTo>
                  <a:cubicBezTo>
                    <a:pt x="87" y="191"/>
                    <a:pt x="103" y="174"/>
                    <a:pt x="103" y="174"/>
                  </a:cubicBezTo>
                  <a:cubicBezTo>
                    <a:pt x="136" y="158"/>
                    <a:pt x="153" y="120"/>
                    <a:pt x="173" y="104"/>
                  </a:cubicBezTo>
                  <a:cubicBezTo>
                    <a:pt x="190" y="54"/>
                    <a:pt x="15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1" name="Google Shape;18631;p47"/>
            <p:cNvSpPr/>
            <p:nvPr/>
          </p:nvSpPr>
          <p:spPr>
            <a:xfrm>
              <a:off x="4685725" y="2411300"/>
              <a:ext cx="6100" cy="4800"/>
            </a:xfrm>
            <a:custGeom>
              <a:avLst/>
              <a:gdLst/>
              <a:ahLst/>
              <a:cxnLst/>
              <a:rect l="l" t="t" r="r" b="b"/>
              <a:pathLst>
                <a:path w="244" h="192" extrusionOk="0">
                  <a:moveTo>
                    <a:pt x="154" y="0"/>
                  </a:moveTo>
                  <a:cubicBezTo>
                    <a:pt x="135" y="0"/>
                    <a:pt x="113" y="5"/>
                    <a:pt x="87" y="16"/>
                  </a:cubicBezTo>
                  <a:cubicBezTo>
                    <a:pt x="54" y="32"/>
                    <a:pt x="21" y="65"/>
                    <a:pt x="0" y="98"/>
                  </a:cubicBezTo>
                  <a:lnTo>
                    <a:pt x="0" y="152"/>
                  </a:lnTo>
                  <a:cubicBezTo>
                    <a:pt x="15" y="176"/>
                    <a:pt x="46" y="191"/>
                    <a:pt x="88" y="191"/>
                  </a:cubicBezTo>
                  <a:cubicBezTo>
                    <a:pt x="104" y="191"/>
                    <a:pt x="121" y="189"/>
                    <a:pt x="140" y="185"/>
                  </a:cubicBezTo>
                  <a:cubicBezTo>
                    <a:pt x="206" y="152"/>
                    <a:pt x="243" y="98"/>
                    <a:pt x="227" y="49"/>
                  </a:cubicBezTo>
                  <a:cubicBezTo>
                    <a:pt x="227" y="32"/>
                    <a:pt x="227" y="16"/>
                    <a:pt x="206" y="16"/>
                  </a:cubicBezTo>
                  <a:cubicBezTo>
                    <a:pt x="190" y="5"/>
                    <a:pt x="173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2" name="Google Shape;18632;p47"/>
            <p:cNvSpPr/>
            <p:nvPr/>
          </p:nvSpPr>
          <p:spPr>
            <a:xfrm>
              <a:off x="4680150" y="2399200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74" y="1"/>
                  </a:moveTo>
                  <a:cubicBezTo>
                    <a:pt x="157" y="1"/>
                    <a:pt x="141" y="1"/>
                    <a:pt x="120" y="17"/>
                  </a:cubicBezTo>
                  <a:cubicBezTo>
                    <a:pt x="54" y="50"/>
                    <a:pt x="0" y="104"/>
                    <a:pt x="17" y="153"/>
                  </a:cubicBezTo>
                  <a:cubicBezTo>
                    <a:pt x="30" y="188"/>
                    <a:pt x="62" y="200"/>
                    <a:pt x="102" y="200"/>
                  </a:cubicBezTo>
                  <a:cubicBezTo>
                    <a:pt x="124" y="200"/>
                    <a:pt x="149" y="196"/>
                    <a:pt x="174" y="190"/>
                  </a:cubicBezTo>
                  <a:cubicBezTo>
                    <a:pt x="190" y="170"/>
                    <a:pt x="207" y="170"/>
                    <a:pt x="207" y="153"/>
                  </a:cubicBezTo>
                  <a:cubicBezTo>
                    <a:pt x="244" y="120"/>
                    <a:pt x="260" y="87"/>
                    <a:pt x="260" y="50"/>
                  </a:cubicBezTo>
                  <a:cubicBezTo>
                    <a:pt x="244" y="17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3" name="Google Shape;18633;p47"/>
            <p:cNvSpPr/>
            <p:nvPr/>
          </p:nvSpPr>
          <p:spPr>
            <a:xfrm>
              <a:off x="4606750" y="2397875"/>
              <a:ext cx="1275" cy="425"/>
            </a:xfrm>
            <a:custGeom>
              <a:avLst/>
              <a:gdLst/>
              <a:ahLst/>
              <a:cxnLst/>
              <a:rect l="l" t="t" r="r" b="b"/>
              <a:pathLst>
                <a:path w="51" h="17" extrusionOk="0">
                  <a:moveTo>
                    <a:pt x="1" y="0"/>
                  </a:moveTo>
                  <a:cubicBezTo>
                    <a:pt x="12" y="0"/>
                    <a:pt x="23" y="7"/>
                    <a:pt x="33" y="12"/>
                  </a:cubicBezTo>
                  <a:lnTo>
                    <a:pt x="33" y="12"/>
                  </a:lnTo>
                  <a:cubicBezTo>
                    <a:pt x="31" y="0"/>
                    <a:pt x="16" y="0"/>
                    <a:pt x="1" y="0"/>
                  </a:cubicBezTo>
                  <a:close/>
                  <a:moveTo>
                    <a:pt x="33" y="12"/>
                  </a:moveTo>
                  <a:cubicBezTo>
                    <a:pt x="34" y="14"/>
                    <a:pt x="34" y="15"/>
                    <a:pt x="34" y="17"/>
                  </a:cubicBezTo>
                  <a:lnTo>
                    <a:pt x="50" y="17"/>
                  </a:lnTo>
                  <a:cubicBezTo>
                    <a:pt x="45" y="17"/>
                    <a:pt x="39" y="15"/>
                    <a:pt x="33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4" name="Google Shape;18634;p47"/>
            <p:cNvSpPr/>
            <p:nvPr/>
          </p:nvSpPr>
          <p:spPr>
            <a:xfrm>
              <a:off x="4617900" y="23863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36" y="0"/>
                    <a:pt x="103" y="17"/>
                    <a:pt x="70" y="33"/>
                  </a:cubicBezTo>
                  <a:cubicBezTo>
                    <a:pt x="54" y="50"/>
                    <a:pt x="17" y="87"/>
                    <a:pt x="17" y="104"/>
                  </a:cubicBezTo>
                  <a:cubicBezTo>
                    <a:pt x="0" y="153"/>
                    <a:pt x="33" y="207"/>
                    <a:pt x="87" y="207"/>
                  </a:cubicBezTo>
                  <a:cubicBezTo>
                    <a:pt x="120" y="207"/>
                    <a:pt x="136" y="190"/>
                    <a:pt x="157" y="190"/>
                  </a:cubicBezTo>
                  <a:cubicBezTo>
                    <a:pt x="173" y="190"/>
                    <a:pt x="173" y="169"/>
                    <a:pt x="190" y="169"/>
                  </a:cubicBezTo>
                  <a:cubicBezTo>
                    <a:pt x="206" y="153"/>
                    <a:pt x="239" y="137"/>
                    <a:pt x="239" y="104"/>
                  </a:cubicBezTo>
                  <a:cubicBezTo>
                    <a:pt x="260" y="66"/>
                    <a:pt x="260" y="50"/>
                    <a:pt x="239" y="33"/>
                  </a:cubicBezTo>
                  <a:cubicBezTo>
                    <a:pt x="223" y="17"/>
                    <a:pt x="190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5" name="Google Shape;18635;p47"/>
            <p:cNvSpPr/>
            <p:nvPr/>
          </p:nvSpPr>
          <p:spPr>
            <a:xfrm>
              <a:off x="4572325" y="2295500"/>
              <a:ext cx="6125" cy="4875"/>
            </a:xfrm>
            <a:custGeom>
              <a:avLst/>
              <a:gdLst/>
              <a:ahLst/>
              <a:cxnLst/>
              <a:rect l="l" t="t" r="r" b="b"/>
              <a:pathLst>
                <a:path w="245" h="195" extrusionOk="0">
                  <a:moveTo>
                    <a:pt x="170" y="0"/>
                  </a:moveTo>
                  <a:cubicBezTo>
                    <a:pt x="161" y="0"/>
                    <a:pt x="152" y="3"/>
                    <a:pt x="141" y="9"/>
                  </a:cubicBezTo>
                  <a:cubicBezTo>
                    <a:pt x="104" y="9"/>
                    <a:pt x="71" y="26"/>
                    <a:pt x="54" y="59"/>
                  </a:cubicBezTo>
                  <a:cubicBezTo>
                    <a:pt x="1" y="92"/>
                    <a:pt x="1" y="162"/>
                    <a:pt x="38" y="178"/>
                  </a:cubicBezTo>
                  <a:cubicBezTo>
                    <a:pt x="71" y="195"/>
                    <a:pt x="87" y="195"/>
                    <a:pt x="124" y="195"/>
                  </a:cubicBezTo>
                  <a:cubicBezTo>
                    <a:pt x="141" y="195"/>
                    <a:pt x="141" y="195"/>
                    <a:pt x="157" y="178"/>
                  </a:cubicBezTo>
                  <a:cubicBezTo>
                    <a:pt x="174" y="178"/>
                    <a:pt x="190" y="162"/>
                    <a:pt x="207" y="145"/>
                  </a:cubicBezTo>
                  <a:cubicBezTo>
                    <a:pt x="228" y="129"/>
                    <a:pt x="244" y="92"/>
                    <a:pt x="244" y="75"/>
                  </a:cubicBezTo>
                  <a:cubicBezTo>
                    <a:pt x="244" y="42"/>
                    <a:pt x="244" y="26"/>
                    <a:pt x="228" y="9"/>
                  </a:cubicBezTo>
                  <a:cubicBezTo>
                    <a:pt x="203" y="9"/>
                    <a:pt x="187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6" name="Google Shape;18636;p47"/>
            <p:cNvSpPr/>
            <p:nvPr/>
          </p:nvSpPr>
          <p:spPr>
            <a:xfrm>
              <a:off x="4572325" y="23411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7"/>
                    <a:pt x="104" y="17"/>
                    <a:pt x="87" y="38"/>
                  </a:cubicBezTo>
                  <a:cubicBezTo>
                    <a:pt x="54" y="54"/>
                    <a:pt x="38" y="87"/>
                    <a:pt x="21" y="104"/>
                  </a:cubicBezTo>
                  <a:cubicBezTo>
                    <a:pt x="1" y="157"/>
                    <a:pt x="38" y="207"/>
                    <a:pt x="87" y="207"/>
                  </a:cubicBezTo>
                  <a:lnTo>
                    <a:pt x="141" y="207"/>
                  </a:lnTo>
                  <a:cubicBezTo>
                    <a:pt x="141" y="190"/>
                    <a:pt x="157" y="190"/>
                    <a:pt x="157" y="190"/>
                  </a:cubicBezTo>
                  <a:cubicBezTo>
                    <a:pt x="174" y="190"/>
                    <a:pt x="174" y="190"/>
                    <a:pt x="190" y="174"/>
                  </a:cubicBezTo>
                  <a:cubicBezTo>
                    <a:pt x="207" y="157"/>
                    <a:pt x="244" y="141"/>
                    <a:pt x="244" y="104"/>
                  </a:cubicBezTo>
                  <a:cubicBezTo>
                    <a:pt x="261" y="87"/>
                    <a:pt x="261" y="54"/>
                    <a:pt x="244" y="38"/>
                  </a:cubicBezTo>
                  <a:cubicBezTo>
                    <a:pt x="228" y="17"/>
                    <a:pt x="19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7" name="Google Shape;18637;p47"/>
            <p:cNvSpPr/>
            <p:nvPr/>
          </p:nvSpPr>
          <p:spPr>
            <a:xfrm>
              <a:off x="4585225" y="22957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0"/>
                    <a:pt x="37" y="83"/>
                    <a:pt x="21" y="103"/>
                  </a:cubicBezTo>
                  <a:cubicBezTo>
                    <a:pt x="0" y="136"/>
                    <a:pt x="21" y="169"/>
                    <a:pt x="37" y="186"/>
                  </a:cubicBezTo>
                  <a:cubicBezTo>
                    <a:pt x="54" y="207"/>
                    <a:pt x="70" y="207"/>
                    <a:pt x="87" y="207"/>
                  </a:cubicBezTo>
                  <a:cubicBezTo>
                    <a:pt x="124" y="207"/>
                    <a:pt x="140" y="207"/>
                    <a:pt x="157" y="186"/>
                  </a:cubicBezTo>
                  <a:cubicBezTo>
                    <a:pt x="190" y="169"/>
                    <a:pt x="227" y="136"/>
                    <a:pt x="243" y="103"/>
                  </a:cubicBezTo>
                  <a:cubicBezTo>
                    <a:pt x="260" y="50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8" name="Google Shape;18638;p47"/>
            <p:cNvSpPr/>
            <p:nvPr/>
          </p:nvSpPr>
          <p:spPr>
            <a:xfrm>
              <a:off x="4881150" y="2339025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40" y="0"/>
                  </a:moveTo>
                  <a:cubicBezTo>
                    <a:pt x="103" y="0"/>
                    <a:pt x="70" y="21"/>
                    <a:pt x="54" y="54"/>
                  </a:cubicBezTo>
                  <a:cubicBezTo>
                    <a:pt x="0" y="103"/>
                    <a:pt x="0" y="157"/>
                    <a:pt x="37" y="190"/>
                  </a:cubicBezTo>
                  <a:cubicBezTo>
                    <a:pt x="59" y="190"/>
                    <a:pt x="74" y="197"/>
                    <a:pt x="91" y="197"/>
                  </a:cubicBezTo>
                  <a:cubicBezTo>
                    <a:pt x="99" y="197"/>
                    <a:pt x="109" y="195"/>
                    <a:pt x="120" y="190"/>
                  </a:cubicBezTo>
                  <a:lnTo>
                    <a:pt x="157" y="190"/>
                  </a:lnTo>
                  <a:cubicBezTo>
                    <a:pt x="173" y="173"/>
                    <a:pt x="190" y="157"/>
                    <a:pt x="206" y="140"/>
                  </a:cubicBezTo>
                  <a:cubicBezTo>
                    <a:pt x="243" y="124"/>
                    <a:pt x="243" y="103"/>
                    <a:pt x="243" y="70"/>
                  </a:cubicBezTo>
                  <a:cubicBezTo>
                    <a:pt x="260" y="54"/>
                    <a:pt x="243" y="21"/>
                    <a:pt x="223" y="21"/>
                  </a:cubicBezTo>
                  <a:cubicBezTo>
                    <a:pt x="190" y="0"/>
                    <a:pt x="173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9" name="Google Shape;18639;p47"/>
            <p:cNvSpPr/>
            <p:nvPr/>
          </p:nvSpPr>
          <p:spPr>
            <a:xfrm>
              <a:off x="4818875" y="2385900"/>
              <a:ext cx="6525" cy="5050"/>
            </a:xfrm>
            <a:custGeom>
              <a:avLst/>
              <a:gdLst/>
              <a:ahLst/>
              <a:cxnLst/>
              <a:rect l="l" t="t" r="r" b="b"/>
              <a:pathLst>
                <a:path w="261" h="202" extrusionOk="0">
                  <a:moveTo>
                    <a:pt x="137" y="1"/>
                  </a:moveTo>
                  <a:cubicBezTo>
                    <a:pt x="104" y="17"/>
                    <a:pt x="71" y="34"/>
                    <a:pt x="54" y="50"/>
                  </a:cubicBezTo>
                  <a:cubicBezTo>
                    <a:pt x="1" y="104"/>
                    <a:pt x="1" y="154"/>
                    <a:pt x="34" y="186"/>
                  </a:cubicBezTo>
                  <a:cubicBezTo>
                    <a:pt x="44" y="197"/>
                    <a:pt x="57" y="202"/>
                    <a:pt x="72" y="202"/>
                  </a:cubicBezTo>
                  <a:cubicBezTo>
                    <a:pt x="87" y="202"/>
                    <a:pt x="104" y="197"/>
                    <a:pt x="120" y="186"/>
                  </a:cubicBezTo>
                  <a:lnTo>
                    <a:pt x="157" y="186"/>
                  </a:lnTo>
                  <a:cubicBezTo>
                    <a:pt x="174" y="170"/>
                    <a:pt x="190" y="154"/>
                    <a:pt x="207" y="154"/>
                  </a:cubicBezTo>
                  <a:cubicBezTo>
                    <a:pt x="261" y="104"/>
                    <a:pt x="261" y="34"/>
                    <a:pt x="207" y="17"/>
                  </a:cubicBezTo>
                  <a:cubicBezTo>
                    <a:pt x="190" y="1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0" name="Google Shape;18640;p47"/>
            <p:cNvSpPr/>
            <p:nvPr/>
          </p:nvSpPr>
          <p:spPr>
            <a:xfrm>
              <a:off x="4762600" y="2410250"/>
              <a:ext cx="6475" cy="4850"/>
            </a:xfrm>
            <a:custGeom>
              <a:avLst/>
              <a:gdLst/>
              <a:ahLst/>
              <a:cxnLst/>
              <a:rect l="l" t="t" r="r" b="b"/>
              <a:pathLst>
                <a:path w="259" h="194" extrusionOk="0">
                  <a:moveTo>
                    <a:pt x="182" y="1"/>
                  </a:moveTo>
                  <a:cubicBezTo>
                    <a:pt x="174" y="1"/>
                    <a:pt x="166" y="2"/>
                    <a:pt x="157" y="4"/>
                  </a:cubicBezTo>
                  <a:cubicBezTo>
                    <a:pt x="141" y="4"/>
                    <a:pt x="104" y="4"/>
                    <a:pt x="71" y="21"/>
                  </a:cubicBezTo>
                  <a:cubicBezTo>
                    <a:pt x="38" y="37"/>
                    <a:pt x="17" y="74"/>
                    <a:pt x="17" y="91"/>
                  </a:cubicBezTo>
                  <a:cubicBezTo>
                    <a:pt x="1" y="124"/>
                    <a:pt x="1" y="140"/>
                    <a:pt x="17" y="161"/>
                  </a:cubicBezTo>
                  <a:cubicBezTo>
                    <a:pt x="38" y="177"/>
                    <a:pt x="54" y="194"/>
                    <a:pt x="87" y="194"/>
                  </a:cubicBezTo>
                  <a:cubicBezTo>
                    <a:pt x="104" y="194"/>
                    <a:pt x="141" y="194"/>
                    <a:pt x="157" y="177"/>
                  </a:cubicBezTo>
                  <a:cubicBezTo>
                    <a:pt x="157" y="177"/>
                    <a:pt x="174" y="177"/>
                    <a:pt x="174" y="161"/>
                  </a:cubicBezTo>
                  <a:cubicBezTo>
                    <a:pt x="207" y="140"/>
                    <a:pt x="223" y="124"/>
                    <a:pt x="244" y="91"/>
                  </a:cubicBezTo>
                  <a:cubicBezTo>
                    <a:pt x="258" y="44"/>
                    <a:pt x="232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1" name="Google Shape;18641;p47"/>
            <p:cNvSpPr/>
            <p:nvPr/>
          </p:nvSpPr>
          <p:spPr>
            <a:xfrm>
              <a:off x="4550075" y="237425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67" y="1"/>
                  </a:moveTo>
                  <a:cubicBezTo>
                    <a:pt x="148" y="1"/>
                    <a:pt x="126" y="6"/>
                    <a:pt x="103" y="18"/>
                  </a:cubicBezTo>
                  <a:cubicBezTo>
                    <a:pt x="33" y="34"/>
                    <a:pt x="0" y="104"/>
                    <a:pt x="17" y="158"/>
                  </a:cubicBezTo>
                  <a:cubicBezTo>
                    <a:pt x="17" y="182"/>
                    <a:pt x="54" y="197"/>
                    <a:pt x="100" y="197"/>
                  </a:cubicBezTo>
                  <a:cubicBezTo>
                    <a:pt x="117" y="197"/>
                    <a:pt x="135" y="195"/>
                    <a:pt x="153" y="191"/>
                  </a:cubicBezTo>
                  <a:cubicBezTo>
                    <a:pt x="223" y="158"/>
                    <a:pt x="256" y="104"/>
                    <a:pt x="239" y="55"/>
                  </a:cubicBezTo>
                  <a:cubicBezTo>
                    <a:pt x="229" y="20"/>
                    <a:pt x="20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2" name="Google Shape;18642;p47"/>
            <p:cNvSpPr/>
            <p:nvPr/>
          </p:nvSpPr>
          <p:spPr>
            <a:xfrm>
              <a:off x="4626950" y="2303850"/>
              <a:ext cx="6025" cy="5200"/>
            </a:xfrm>
            <a:custGeom>
              <a:avLst/>
              <a:gdLst/>
              <a:ahLst/>
              <a:cxnLst/>
              <a:rect l="l" t="t" r="r" b="b"/>
              <a:pathLst>
                <a:path w="241" h="208" extrusionOk="0">
                  <a:moveTo>
                    <a:pt x="146" y="0"/>
                  </a:moveTo>
                  <a:cubicBezTo>
                    <a:pt x="106" y="0"/>
                    <a:pt x="66" y="19"/>
                    <a:pt x="34" y="51"/>
                  </a:cubicBezTo>
                  <a:cubicBezTo>
                    <a:pt x="17" y="88"/>
                    <a:pt x="1" y="104"/>
                    <a:pt x="1" y="137"/>
                  </a:cubicBezTo>
                  <a:cubicBezTo>
                    <a:pt x="1" y="154"/>
                    <a:pt x="1" y="170"/>
                    <a:pt x="34" y="191"/>
                  </a:cubicBezTo>
                  <a:cubicBezTo>
                    <a:pt x="50" y="207"/>
                    <a:pt x="67" y="207"/>
                    <a:pt x="104" y="207"/>
                  </a:cubicBezTo>
                  <a:cubicBezTo>
                    <a:pt x="121" y="191"/>
                    <a:pt x="137" y="191"/>
                    <a:pt x="137" y="191"/>
                  </a:cubicBezTo>
                  <a:cubicBezTo>
                    <a:pt x="153" y="170"/>
                    <a:pt x="170" y="170"/>
                    <a:pt x="186" y="154"/>
                  </a:cubicBezTo>
                  <a:cubicBezTo>
                    <a:pt x="240" y="104"/>
                    <a:pt x="240" y="51"/>
                    <a:pt x="207" y="18"/>
                  </a:cubicBezTo>
                  <a:cubicBezTo>
                    <a:pt x="188" y="6"/>
                    <a:pt x="167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3" name="Google Shape;18643;p47"/>
            <p:cNvSpPr/>
            <p:nvPr/>
          </p:nvSpPr>
          <p:spPr>
            <a:xfrm>
              <a:off x="4528125" y="2365700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73" y="1"/>
                  </a:moveTo>
                  <a:cubicBezTo>
                    <a:pt x="140" y="1"/>
                    <a:pt x="103" y="17"/>
                    <a:pt x="87" y="34"/>
                  </a:cubicBezTo>
                  <a:cubicBezTo>
                    <a:pt x="54" y="50"/>
                    <a:pt x="37" y="67"/>
                    <a:pt x="17" y="104"/>
                  </a:cubicBezTo>
                  <a:cubicBezTo>
                    <a:pt x="0" y="153"/>
                    <a:pt x="37" y="191"/>
                    <a:pt x="103" y="191"/>
                  </a:cubicBezTo>
                  <a:lnTo>
                    <a:pt x="157" y="191"/>
                  </a:lnTo>
                  <a:cubicBezTo>
                    <a:pt x="173" y="170"/>
                    <a:pt x="173" y="170"/>
                    <a:pt x="190" y="170"/>
                  </a:cubicBezTo>
                  <a:cubicBezTo>
                    <a:pt x="206" y="153"/>
                    <a:pt x="243" y="120"/>
                    <a:pt x="243" y="104"/>
                  </a:cubicBezTo>
                  <a:cubicBezTo>
                    <a:pt x="260" y="34"/>
                    <a:pt x="22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4" name="Google Shape;18644;p47"/>
            <p:cNvSpPr/>
            <p:nvPr/>
          </p:nvSpPr>
          <p:spPr>
            <a:xfrm>
              <a:off x="4510075" y="23422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82" y="1"/>
                  </a:moveTo>
                  <a:cubicBezTo>
                    <a:pt x="170" y="1"/>
                    <a:pt x="157" y="5"/>
                    <a:pt x="141" y="13"/>
                  </a:cubicBezTo>
                  <a:cubicBezTo>
                    <a:pt x="104" y="13"/>
                    <a:pt x="71" y="30"/>
                    <a:pt x="54" y="46"/>
                  </a:cubicBezTo>
                  <a:cubicBezTo>
                    <a:pt x="1" y="100"/>
                    <a:pt x="1" y="166"/>
                    <a:pt x="38" y="182"/>
                  </a:cubicBezTo>
                  <a:cubicBezTo>
                    <a:pt x="71" y="203"/>
                    <a:pt x="87" y="203"/>
                    <a:pt x="120" y="203"/>
                  </a:cubicBezTo>
                  <a:cubicBezTo>
                    <a:pt x="141" y="182"/>
                    <a:pt x="141" y="182"/>
                    <a:pt x="157" y="182"/>
                  </a:cubicBezTo>
                  <a:cubicBezTo>
                    <a:pt x="174" y="182"/>
                    <a:pt x="190" y="166"/>
                    <a:pt x="207" y="149"/>
                  </a:cubicBezTo>
                  <a:cubicBezTo>
                    <a:pt x="223" y="133"/>
                    <a:pt x="244" y="100"/>
                    <a:pt x="244" y="79"/>
                  </a:cubicBezTo>
                  <a:cubicBezTo>
                    <a:pt x="244" y="46"/>
                    <a:pt x="244" y="30"/>
                    <a:pt x="223" y="13"/>
                  </a:cubicBezTo>
                  <a:cubicBezTo>
                    <a:pt x="207" y="5"/>
                    <a:pt x="194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5" name="Google Shape;18645;p47"/>
            <p:cNvSpPr/>
            <p:nvPr/>
          </p:nvSpPr>
          <p:spPr>
            <a:xfrm>
              <a:off x="4514000" y="2363950"/>
              <a:ext cx="6400" cy="4775"/>
            </a:xfrm>
            <a:custGeom>
              <a:avLst/>
              <a:gdLst/>
              <a:ahLst/>
              <a:cxnLst/>
              <a:rect l="l" t="t" r="r" b="b"/>
              <a:pathLst>
                <a:path w="256" h="191" extrusionOk="0">
                  <a:moveTo>
                    <a:pt x="169" y="1"/>
                  </a:moveTo>
                  <a:cubicBezTo>
                    <a:pt x="120" y="1"/>
                    <a:pt x="50" y="34"/>
                    <a:pt x="33" y="104"/>
                  </a:cubicBezTo>
                  <a:cubicBezTo>
                    <a:pt x="0" y="157"/>
                    <a:pt x="33" y="190"/>
                    <a:pt x="103" y="190"/>
                  </a:cubicBezTo>
                  <a:cubicBezTo>
                    <a:pt x="120" y="190"/>
                    <a:pt x="153" y="190"/>
                    <a:pt x="169" y="174"/>
                  </a:cubicBezTo>
                  <a:cubicBezTo>
                    <a:pt x="169" y="174"/>
                    <a:pt x="190" y="174"/>
                    <a:pt x="190" y="157"/>
                  </a:cubicBezTo>
                  <a:cubicBezTo>
                    <a:pt x="223" y="137"/>
                    <a:pt x="239" y="120"/>
                    <a:pt x="256" y="87"/>
                  </a:cubicBezTo>
                  <a:cubicBezTo>
                    <a:pt x="256" y="71"/>
                    <a:pt x="256" y="34"/>
                    <a:pt x="239" y="17"/>
                  </a:cubicBezTo>
                  <a:cubicBezTo>
                    <a:pt x="239" y="1"/>
                    <a:pt x="206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6" name="Google Shape;18646;p47"/>
            <p:cNvSpPr/>
            <p:nvPr/>
          </p:nvSpPr>
          <p:spPr>
            <a:xfrm>
              <a:off x="4543175" y="236570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69" y="0"/>
                  </a:moveTo>
                  <a:cubicBezTo>
                    <a:pt x="150" y="0"/>
                    <a:pt x="128" y="6"/>
                    <a:pt x="103" y="17"/>
                  </a:cubicBezTo>
                  <a:cubicBezTo>
                    <a:pt x="33" y="34"/>
                    <a:pt x="0" y="104"/>
                    <a:pt x="17" y="153"/>
                  </a:cubicBezTo>
                  <a:cubicBezTo>
                    <a:pt x="17" y="181"/>
                    <a:pt x="55" y="197"/>
                    <a:pt x="103" y="197"/>
                  </a:cubicBezTo>
                  <a:cubicBezTo>
                    <a:pt x="120" y="197"/>
                    <a:pt x="138" y="195"/>
                    <a:pt x="157" y="191"/>
                  </a:cubicBezTo>
                  <a:cubicBezTo>
                    <a:pt x="223" y="153"/>
                    <a:pt x="260" y="87"/>
                    <a:pt x="239" y="50"/>
                  </a:cubicBezTo>
                  <a:cubicBezTo>
                    <a:pt x="229" y="18"/>
                    <a:pt x="204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7" name="Google Shape;18647;p47"/>
            <p:cNvSpPr/>
            <p:nvPr/>
          </p:nvSpPr>
          <p:spPr>
            <a:xfrm>
              <a:off x="4544000" y="2339475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66" y="0"/>
                  </a:moveTo>
                  <a:cubicBezTo>
                    <a:pt x="126" y="0"/>
                    <a:pt x="86" y="20"/>
                    <a:pt x="54" y="52"/>
                  </a:cubicBezTo>
                  <a:cubicBezTo>
                    <a:pt x="21" y="69"/>
                    <a:pt x="21" y="106"/>
                    <a:pt x="0" y="122"/>
                  </a:cubicBezTo>
                  <a:cubicBezTo>
                    <a:pt x="0" y="155"/>
                    <a:pt x="21" y="172"/>
                    <a:pt x="37" y="188"/>
                  </a:cubicBezTo>
                  <a:cubicBezTo>
                    <a:pt x="48" y="188"/>
                    <a:pt x="66" y="197"/>
                    <a:pt x="88" y="197"/>
                  </a:cubicBezTo>
                  <a:cubicBezTo>
                    <a:pt x="99" y="197"/>
                    <a:pt x="111" y="195"/>
                    <a:pt x="124" y="188"/>
                  </a:cubicBezTo>
                  <a:lnTo>
                    <a:pt x="157" y="188"/>
                  </a:lnTo>
                  <a:cubicBezTo>
                    <a:pt x="173" y="172"/>
                    <a:pt x="190" y="155"/>
                    <a:pt x="206" y="155"/>
                  </a:cubicBezTo>
                  <a:cubicBezTo>
                    <a:pt x="260" y="106"/>
                    <a:pt x="260" y="36"/>
                    <a:pt x="227" y="19"/>
                  </a:cubicBezTo>
                  <a:cubicBezTo>
                    <a:pt x="208" y="6"/>
                    <a:pt x="187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8" name="Google Shape;18648;p47"/>
            <p:cNvSpPr/>
            <p:nvPr/>
          </p:nvSpPr>
          <p:spPr>
            <a:xfrm>
              <a:off x="4543575" y="23540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87" y="17"/>
                  </a:cubicBezTo>
                  <a:cubicBezTo>
                    <a:pt x="54" y="38"/>
                    <a:pt x="38" y="71"/>
                    <a:pt x="17" y="88"/>
                  </a:cubicBezTo>
                  <a:cubicBezTo>
                    <a:pt x="1" y="158"/>
                    <a:pt x="38" y="191"/>
                    <a:pt x="104" y="191"/>
                  </a:cubicBezTo>
                  <a:cubicBezTo>
                    <a:pt x="120" y="191"/>
                    <a:pt x="141" y="191"/>
                    <a:pt x="157" y="174"/>
                  </a:cubicBezTo>
                  <a:cubicBezTo>
                    <a:pt x="174" y="174"/>
                    <a:pt x="174" y="174"/>
                    <a:pt x="190" y="158"/>
                  </a:cubicBezTo>
                  <a:cubicBezTo>
                    <a:pt x="207" y="141"/>
                    <a:pt x="244" y="121"/>
                    <a:pt x="244" y="88"/>
                  </a:cubicBezTo>
                  <a:cubicBezTo>
                    <a:pt x="260" y="38"/>
                    <a:pt x="22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9" name="Google Shape;18649;p47"/>
            <p:cNvSpPr/>
            <p:nvPr/>
          </p:nvSpPr>
          <p:spPr>
            <a:xfrm>
              <a:off x="4530275" y="235365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37" y="0"/>
                  </a:moveTo>
                  <a:cubicBezTo>
                    <a:pt x="104" y="17"/>
                    <a:pt x="71" y="33"/>
                    <a:pt x="54" y="54"/>
                  </a:cubicBezTo>
                  <a:cubicBezTo>
                    <a:pt x="1" y="104"/>
                    <a:pt x="1" y="157"/>
                    <a:pt x="34" y="190"/>
                  </a:cubicBezTo>
                  <a:cubicBezTo>
                    <a:pt x="47" y="190"/>
                    <a:pt x="67" y="197"/>
                    <a:pt x="88" y="197"/>
                  </a:cubicBezTo>
                  <a:cubicBezTo>
                    <a:pt x="98" y="197"/>
                    <a:pt x="109" y="196"/>
                    <a:pt x="120" y="190"/>
                  </a:cubicBezTo>
                  <a:lnTo>
                    <a:pt x="157" y="190"/>
                  </a:lnTo>
                  <a:cubicBezTo>
                    <a:pt x="174" y="174"/>
                    <a:pt x="190" y="157"/>
                    <a:pt x="207" y="137"/>
                  </a:cubicBezTo>
                  <a:cubicBezTo>
                    <a:pt x="260" y="104"/>
                    <a:pt x="260" y="33"/>
                    <a:pt x="223" y="17"/>
                  </a:cubicBezTo>
                  <a:cubicBezTo>
                    <a:pt x="190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0" name="Google Shape;18650;p47"/>
            <p:cNvSpPr/>
            <p:nvPr/>
          </p:nvSpPr>
          <p:spPr>
            <a:xfrm>
              <a:off x="4739425" y="2444675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3" y="0"/>
                  </a:moveTo>
                  <a:cubicBezTo>
                    <a:pt x="140" y="0"/>
                    <a:pt x="103" y="21"/>
                    <a:pt x="87" y="37"/>
                  </a:cubicBezTo>
                  <a:cubicBezTo>
                    <a:pt x="54" y="54"/>
                    <a:pt x="37" y="87"/>
                    <a:pt x="17" y="103"/>
                  </a:cubicBezTo>
                  <a:cubicBezTo>
                    <a:pt x="0" y="157"/>
                    <a:pt x="37" y="206"/>
                    <a:pt x="103" y="206"/>
                  </a:cubicBezTo>
                  <a:cubicBezTo>
                    <a:pt x="120" y="206"/>
                    <a:pt x="140" y="206"/>
                    <a:pt x="157" y="190"/>
                  </a:cubicBezTo>
                  <a:cubicBezTo>
                    <a:pt x="173" y="190"/>
                    <a:pt x="173" y="173"/>
                    <a:pt x="190" y="173"/>
                  </a:cubicBezTo>
                  <a:cubicBezTo>
                    <a:pt x="223" y="157"/>
                    <a:pt x="243" y="140"/>
                    <a:pt x="243" y="103"/>
                  </a:cubicBezTo>
                  <a:cubicBezTo>
                    <a:pt x="276" y="54"/>
                    <a:pt x="24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1" name="Google Shape;18651;p47"/>
            <p:cNvSpPr/>
            <p:nvPr/>
          </p:nvSpPr>
          <p:spPr>
            <a:xfrm>
              <a:off x="4850225" y="2291400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20" y="0"/>
                  </a:moveTo>
                  <a:cubicBezTo>
                    <a:pt x="103" y="0"/>
                    <a:pt x="70" y="17"/>
                    <a:pt x="37" y="50"/>
                  </a:cubicBezTo>
                  <a:cubicBezTo>
                    <a:pt x="17" y="70"/>
                    <a:pt x="0" y="103"/>
                    <a:pt x="0" y="120"/>
                  </a:cubicBezTo>
                  <a:cubicBezTo>
                    <a:pt x="0" y="153"/>
                    <a:pt x="17" y="173"/>
                    <a:pt x="37" y="190"/>
                  </a:cubicBezTo>
                  <a:cubicBezTo>
                    <a:pt x="48" y="190"/>
                    <a:pt x="67" y="197"/>
                    <a:pt x="87" y="197"/>
                  </a:cubicBezTo>
                  <a:cubicBezTo>
                    <a:pt x="98" y="197"/>
                    <a:pt x="109" y="195"/>
                    <a:pt x="120" y="190"/>
                  </a:cubicBezTo>
                  <a:lnTo>
                    <a:pt x="157" y="190"/>
                  </a:lnTo>
                  <a:cubicBezTo>
                    <a:pt x="173" y="173"/>
                    <a:pt x="190" y="153"/>
                    <a:pt x="206" y="136"/>
                  </a:cubicBezTo>
                  <a:cubicBezTo>
                    <a:pt x="260" y="103"/>
                    <a:pt x="260" y="33"/>
                    <a:pt x="206" y="17"/>
                  </a:cubicBezTo>
                  <a:cubicBezTo>
                    <a:pt x="190" y="0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2" name="Google Shape;18652;p47"/>
            <p:cNvSpPr/>
            <p:nvPr/>
          </p:nvSpPr>
          <p:spPr>
            <a:xfrm>
              <a:off x="4848575" y="2280675"/>
              <a:ext cx="6825" cy="4775"/>
            </a:xfrm>
            <a:custGeom>
              <a:avLst/>
              <a:gdLst/>
              <a:ahLst/>
              <a:cxnLst/>
              <a:rect l="l" t="t" r="r" b="b"/>
              <a:pathLst>
                <a:path w="273" h="191" extrusionOk="0">
                  <a:moveTo>
                    <a:pt x="169" y="0"/>
                  </a:moveTo>
                  <a:cubicBezTo>
                    <a:pt x="136" y="0"/>
                    <a:pt x="120" y="0"/>
                    <a:pt x="83" y="33"/>
                  </a:cubicBezTo>
                  <a:cubicBezTo>
                    <a:pt x="50" y="50"/>
                    <a:pt x="33" y="66"/>
                    <a:pt x="33" y="104"/>
                  </a:cubicBezTo>
                  <a:cubicBezTo>
                    <a:pt x="0" y="153"/>
                    <a:pt x="33" y="190"/>
                    <a:pt x="103" y="190"/>
                  </a:cubicBezTo>
                  <a:cubicBezTo>
                    <a:pt x="120" y="190"/>
                    <a:pt x="136" y="190"/>
                    <a:pt x="169" y="170"/>
                  </a:cubicBezTo>
                  <a:cubicBezTo>
                    <a:pt x="206" y="153"/>
                    <a:pt x="239" y="137"/>
                    <a:pt x="256" y="87"/>
                  </a:cubicBezTo>
                  <a:cubicBezTo>
                    <a:pt x="272" y="33"/>
                    <a:pt x="239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3" name="Google Shape;18653;p47"/>
            <p:cNvSpPr/>
            <p:nvPr/>
          </p:nvSpPr>
          <p:spPr>
            <a:xfrm>
              <a:off x="4659525" y="23764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71" y="17"/>
                  </a:cubicBezTo>
                  <a:cubicBezTo>
                    <a:pt x="54" y="34"/>
                    <a:pt x="17" y="71"/>
                    <a:pt x="17" y="87"/>
                  </a:cubicBezTo>
                  <a:cubicBezTo>
                    <a:pt x="1" y="120"/>
                    <a:pt x="1" y="137"/>
                    <a:pt x="17" y="153"/>
                  </a:cubicBezTo>
                  <a:cubicBezTo>
                    <a:pt x="38" y="190"/>
                    <a:pt x="71" y="190"/>
                    <a:pt x="87" y="190"/>
                  </a:cubicBezTo>
                  <a:cubicBezTo>
                    <a:pt x="120" y="190"/>
                    <a:pt x="141" y="190"/>
                    <a:pt x="157" y="174"/>
                  </a:cubicBezTo>
                  <a:cubicBezTo>
                    <a:pt x="174" y="174"/>
                    <a:pt x="174" y="174"/>
                    <a:pt x="190" y="153"/>
                  </a:cubicBezTo>
                  <a:cubicBezTo>
                    <a:pt x="207" y="137"/>
                    <a:pt x="244" y="120"/>
                    <a:pt x="244" y="87"/>
                  </a:cubicBezTo>
                  <a:cubicBezTo>
                    <a:pt x="261" y="34"/>
                    <a:pt x="22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4" name="Google Shape;18654;p47"/>
            <p:cNvSpPr/>
            <p:nvPr/>
          </p:nvSpPr>
          <p:spPr>
            <a:xfrm>
              <a:off x="4845475" y="2269950"/>
              <a:ext cx="6525" cy="4675"/>
            </a:xfrm>
            <a:custGeom>
              <a:avLst/>
              <a:gdLst/>
              <a:ahLst/>
              <a:cxnLst/>
              <a:rect l="l" t="t" r="r" b="b"/>
              <a:pathLst>
                <a:path w="261" h="187" extrusionOk="0">
                  <a:moveTo>
                    <a:pt x="104" y="1"/>
                  </a:moveTo>
                  <a:cubicBezTo>
                    <a:pt x="104" y="1"/>
                    <a:pt x="87" y="17"/>
                    <a:pt x="71" y="17"/>
                  </a:cubicBezTo>
                  <a:cubicBezTo>
                    <a:pt x="38" y="34"/>
                    <a:pt x="21" y="67"/>
                    <a:pt x="0" y="83"/>
                  </a:cubicBezTo>
                  <a:cubicBezTo>
                    <a:pt x="0" y="120"/>
                    <a:pt x="0" y="137"/>
                    <a:pt x="21" y="153"/>
                  </a:cubicBezTo>
                  <a:cubicBezTo>
                    <a:pt x="38" y="186"/>
                    <a:pt x="54" y="186"/>
                    <a:pt x="87" y="186"/>
                  </a:cubicBezTo>
                  <a:cubicBezTo>
                    <a:pt x="104" y="186"/>
                    <a:pt x="124" y="186"/>
                    <a:pt x="141" y="170"/>
                  </a:cubicBezTo>
                  <a:cubicBezTo>
                    <a:pt x="157" y="170"/>
                    <a:pt x="174" y="170"/>
                    <a:pt x="174" y="153"/>
                  </a:cubicBezTo>
                  <a:cubicBezTo>
                    <a:pt x="207" y="137"/>
                    <a:pt x="227" y="120"/>
                    <a:pt x="244" y="83"/>
                  </a:cubicBezTo>
                  <a:cubicBezTo>
                    <a:pt x="260" y="50"/>
                    <a:pt x="244" y="17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5" name="Google Shape;18655;p47"/>
            <p:cNvSpPr/>
            <p:nvPr/>
          </p:nvSpPr>
          <p:spPr>
            <a:xfrm>
              <a:off x="4824850" y="23618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0"/>
                    <a:pt x="71" y="37"/>
                  </a:cubicBezTo>
                  <a:cubicBezTo>
                    <a:pt x="55" y="54"/>
                    <a:pt x="22" y="70"/>
                    <a:pt x="22" y="103"/>
                  </a:cubicBezTo>
                  <a:cubicBezTo>
                    <a:pt x="1" y="120"/>
                    <a:pt x="1" y="157"/>
                    <a:pt x="22" y="173"/>
                  </a:cubicBezTo>
                  <a:cubicBezTo>
                    <a:pt x="38" y="190"/>
                    <a:pt x="71" y="190"/>
                    <a:pt x="88" y="190"/>
                  </a:cubicBezTo>
                  <a:lnTo>
                    <a:pt x="158" y="190"/>
                  </a:lnTo>
                  <a:cubicBezTo>
                    <a:pt x="158" y="173"/>
                    <a:pt x="174" y="173"/>
                    <a:pt x="191" y="173"/>
                  </a:cubicBezTo>
                  <a:cubicBezTo>
                    <a:pt x="207" y="140"/>
                    <a:pt x="228" y="120"/>
                    <a:pt x="244" y="103"/>
                  </a:cubicBezTo>
                  <a:cubicBezTo>
                    <a:pt x="261" y="37"/>
                    <a:pt x="228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6" name="Google Shape;18656;p47"/>
            <p:cNvSpPr/>
            <p:nvPr/>
          </p:nvSpPr>
          <p:spPr>
            <a:xfrm>
              <a:off x="4836100" y="2339025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36" y="0"/>
                    <a:pt x="103" y="0"/>
                    <a:pt x="66" y="37"/>
                  </a:cubicBezTo>
                  <a:cubicBezTo>
                    <a:pt x="50" y="54"/>
                    <a:pt x="33" y="70"/>
                    <a:pt x="17" y="103"/>
                  </a:cubicBezTo>
                  <a:cubicBezTo>
                    <a:pt x="0" y="124"/>
                    <a:pt x="17" y="157"/>
                    <a:pt x="17" y="173"/>
                  </a:cubicBezTo>
                  <a:cubicBezTo>
                    <a:pt x="33" y="190"/>
                    <a:pt x="66" y="190"/>
                    <a:pt x="103" y="190"/>
                  </a:cubicBezTo>
                  <a:lnTo>
                    <a:pt x="153" y="190"/>
                  </a:lnTo>
                  <a:cubicBezTo>
                    <a:pt x="169" y="173"/>
                    <a:pt x="169" y="173"/>
                    <a:pt x="190" y="173"/>
                  </a:cubicBezTo>
                  <a:cubicBezTo>
                    <a:pt x="206" y="157"/>
                    <a:pt x="239" y="124"/>
                    <a:pt x="239" y="103"/>
                  </a:cubicBezTo>
                  <a:cubicBezTo>
                    <a:pt x="256" y="37"/>
                    <a:pt x="223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7" name="Google Shape;18657;p47"/>
            <p:cNvSpPr/>
            <p:nvPr/>
          </p:nvSpPr>
          <p:spPr>
            <a:xfrm>
              <a:off x="4865675" y="22797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0"/>
                  </a:moveTo>
                  <a:cubicBezTo>
                    <a:pt x="141" y="0"/>
                    <a:pt x="104" y="21"/>
                    <a:pt x="71" y="37"/>
                  </a:cubicBezTo>
                  <a:cubicBezTo>
                    <a:pt x="54" y="54"/>
                    <a:pt x="17" y="87"/>
                    <a:pt x="17" y="103"/>
                  </a:cubicBezTo>
                  <a:cubicBezTo>
                    <a:pt x="1" y="157"/>
                    <a:pt x="38" y="207"/>
                    <a:pt x="87" y="207"/>
                  </a:cubicBezTo>
                  <a:cubicBezTo>
                    <a:pt x="104" y="207"/>
                    <a:pt x="141" y="207"/>
                    <a:pt x="157" y="190"/>
                  </a:cubicBezTo>
                  <a:lnTo>
                    <a:pt x="174" y="174"/>
                  </a:lnTo>
                  <a:cubicBezTo>
                    <a:pt x="207" y="157"/>
                    <a:pt x="223" y="141"/>
                    <a:pt x="244" y="103"/>
                  </a:cubicBezTo>
                  <a:cubicBezTo>
                    <a:pt x="260" y="70"/>
                    <a:pt x="244" y="54"/>
                    <a:pt x="244" y="37"/>
                  </a:cubicBezTo>
                  <a:cubicBezTo>
                    <a:pt x="223" y="21"/>
                    <a:pt x="19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8" name="Google Shape;18658;p47"/>
            <p:cNvSpPr/>
            <p:nvPr/>
          </p:nvSpPr>
          <p:spPr>
            <a:xfrm>
              <a:off x="4605825" y="2365300"/>
              <a:ext cx="6525" cy="4650"/>
            </a:xfrm>
            <a:custGeom>
              <a:avLst/>
              <a:gdLst/>
              <a:ahLst/>
              <a:cxnLst/>
              <a:rect l="l" t="t" r="r" b="b"/>
              <a:pathLst>
                <a:path w="261" h="186" extrusionOk="0">
                  <a:moveTo>
                    <a:pt x="157" y="0"/>
                  </a:moveTo>
                  <a:cubicBezTo>
                    <a:pt x="124" y="0"/>
                    <a:pt x="104" y="17"/>
                    <a:pt x="71" y="33"/>
                  </a:cubicBezTo>
                  <a:cubicBezTo>
                    <a:pt x="38" y="50"/>
                    <a:pt x="21" y="66"/>
                    <a:pt x="21" y="103"/>
                  </a:cubicBezTo>
                  <a:cubicBezTo>
                    <a:pt x="1" y="136"/>
                    <a:pt x="1" y="153"/>
                    <a:pt x="38" y="169"/>
                  </a:cubicBezTo>
                  <a:cubicBezTo>
                    <a:pt x="38" y="186"/>
                    <a:pt x="71" y="186"/>
                    <a:pt x="87" y="186"/>
                  </a:cubicBezTo>
                  <a:lnTo>
                    <a:pt x="157" y="186"/>
                  </a:lnTo>
                  <a:cubicBezTo>
                    <a:pt x="190" y="169"/>
                    <a:pt x="228" y="136"/>
                    <a:pt x="244" y="103"/>
                  </a:cubicBezTo>
                  <a:lnTo>
                    <a:pt x="244" y="83"/>
                  </a:lnTo>
                  <a:cubicBezTo>
                    <a:pt x="260" y="33"/>
                    <a:pt x="228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9" name="Google Shape;18659;p47"/>
            <p:cNvSpPr/>
            <p:nvPr/>
          </p:nvSpPr>
          <p:spPr>
            <a:xfrm>
              <a:off x="4742400" y="23970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0"/>
                  </a:moveTo>
                  <a:cubicBezTo>
                    <a:pt x="141" y="17"/>
                    <a:pt x="104" y="17"/>
                    <a:pt x="71" y="33"/>
                  </a:cubicBezTo>
                  <a:cubicBezTo>
                    <a:pt x="38" y="50"/>
                    <a:pt x="21" y="87"/>
                    <a:pt x="21" y="103"/>
                  </a:cubicBezTo>
                  <a:cubicBezTo>
                    <a:pt x="1" y="136"/>
                    <a:pt x="1" y="153"/>
                    <a:pt x="21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104" y="206"/>
                    <a:pt x="124" y="206"/>
                    <a:pt x="157" y="190"/>
                  </a:cubicBezTo>
                  <a:cubicBezTo>
                    <a:pt x="157" y="190"/>
                    <a:pt x="174" y="190"/>
                    <a:pt x="174" y="173"/>
                  </a:cubicBezTo>
                  <a:cubicBezTo>
                    <a:pt x="207" y="153"/>
                    <a:pt x="227" y="136"/>
                    <a:pt x="244" y="103"/>
                  </a:cubicBezTo>
                  <a:cubicBezTo>
                    <a:pt x="260" y="50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0" name="Google Shape;18660;p47"/>
            <p:cNvSpPr/>
            <p:nvPr/>
          </p:nvSpPr>
          <p:spPr>
            <a:xfrm>
              <a:off x="4736000" y="2421300"/>
              <a:ext cx="6950" cy="4925"/>
            </a:xfrm>
            <a:custGeom>
              <a:avLst/>
              <a:gdLst/>
              <a:ahLst/>
              <a:cxnLst/>
              <a:rect l="l" t="t" r="r" b="b"/>
              <a:pathLst>
                <a:path w="278" h="197" extrusionOk="0">
                  <a:moveTo>
                    <a:pt x="172" y="0"/>
                  </a:moveTo>
                  <a:cubicBezTo>
                    <a:pt x="161" y="0"/>
                    <a:pt x="149" y="2"/>
                    <a:pt x="137" y="7"/>
                  </a:cubicBezTo>
                  <a:cubicBezTo>
                    <a:pt x="121" y="7"/>
                    <a:pt x="88" y="28"/>
                    <a:pt x="50" y="61"/>
                  </a:cubicBezTo>
                  <a:cubicBezTo>
                    <a:pt x="17" y="94"/>
                    <a:pt x="1" y="164"/>
                    <a:pt x="50" y="181"/>
                  </a:cubicBezTo>
                  <a:cubicBezTo>
                    <a:pt x="71" y="197"/>
                    <a:pt x="104" y="197"/>
                    <a:pt x="137" y="197"/>
                  </a:cubicBezTo>
                  <a:cubicBezTo>
                    <a:pt x="137" y="197"/>
                    <a:pt x="154" y="197"/>
                    <a:pt x="154" y="181"/>
                  </a:cubicBezTo>
                  <a:cubicBezTo>
                    <a:pt x="191" y="181"/>
                    <a:pt x="207" y="164"/>
                    <a:pt x="224" y="148"/>
                  </a:cubicBezTo>
                  <a:cubicBezTo>
                    <a:pt x="257" y="110"/>
                    <a:pt x="277" y="44"/>
                    <a:pt x="224" y="7"/>
                  </a:cubicBezTo>
                  <a:cubicBezTo>
                    <a:pt x="213" y="7"/>
                    <a:pt x="194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1" name="Google Shape;18661;p47"/>
            <p:cNvSpPr/>
            <p:nvPr/>
          </p:nvSpPr>
          <p:spPr>
            <a:xfrm>
              <a:off x="4520375" y="2330050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0"/>
                  </a:moveTo>
                  <a:cubicBezTo>
                    <a:pt x="158" y="0"/>
                    <a:pt x="120" y="17"/>
                    <a:pt x="87" y="33"/>
                  </a:cubicBezTo>
                  <a:cubicBezTo>
                    <a:pt x="54" y="50"/>
                    <a:pt x="38" y="87"/>
                    <a:pt x="38" y="103"/>
                  </a:cubicBezTo>
                  <a:cubicBezTo>
                    <a:pt x="1" y="153"/>
                    <a:pt x="38" y="206"/>
                    <a:pt x="104" y="206"/>
                  </a:cubicBezTo>
                  <a:cubicBezTo>
                    <a:pt x="120" y="206"/>
                    <a:pt x="141" y="206"/>
                    <a:pt x="174" y="190"/>
                  </a:cubicBezTo>
                  <a:cubicBezTo>
                    <a:pt x="174" y="190"/>
                    <a:pt x="191" y="190"/>
                    <a:pt x="191" y="174"/>
                  </a:cubicBezTo>
                  <a:cubicBezTo>
                    <a:pt x="224" y="153"/>
                    <a:pt x="244" y="136"/>
                    <a:pt x="261" y="103"/>
                  </a:cubicBezTo>
                  <a:cubicBezTo>
                    <a:pt x="277" y="50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2" name="Google Shape;18662;p47"/>
            <p:cNvSpPr/>
            <p:nvPr/>
          </p:nvSpPr>
          <p:spPr>
            <a:xfrm>
              <a:off x="4796100" y="232830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0"/>
                  </a:moveTo>
                  <a:cubicBezTo>
                    <a:pt x="141" y="17"/>
                    <a:pt x="120" y="17"/>
                    <a:pt x="87" y="37"/>
                  </a:cubicBezTo>
                  <a:cubicBezTo>
                    <a:pt x="54" y="54"/>
                    <a:pt x="38" y="87"/>
                    <a:pt x="17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0" y="206"/>
                    <a:pt x="141" y="206"/>
                    <a:pt x="157" y="190"/>
                  </a:cubicBezTo>
                  <a:cubicBezTo>
                    <a:pt x="174" y="190"/>
                    <a:pt x="190" y="190"/>
                    <a:pt x="190" y="173"/>
                  </a:cubicBezTo>
                  <a:cubicBezTo>
                    <a:pt x="223" y="157"/>
                    <a:pt x="244" y="140"/>
                    <a:pt x="260" y="103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3" name="Google Shape;18663;p47"/>
            <p:cNvSpPr/>
            <p:nvPr/>
          </p:nvSpPr>
          <p:spPr>
            <a:xfrm>
              <a:off x="4811575" y="231675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3" y="0"/>
                  </a:moveTo>
                  <a:cubicBezTo>
                    <a:pt x="140" y="0"/>
                    <a:pt x="120" y="17"/>
                    <a:pt x="87" y="33"/>
                  </a:cubicBezTo>
                  <a:cubicBezTo>
                    <a:pt x="54" y="50"/>
                    <a:pt x="37" y="66"/>
                    <a:pt x="17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0" y="207"/>
                    <a:pt x="140" y="190"/>
                    <a:pt x="157" y="190"/>
                  </a:cubicBezTo>
                  <a:cubicBezTo>
                    <a:pt x="173" y="190"/>
                    <a:pt x="190" y="170"/>
                    <a:pt x="190" y="170"/>
                  </a:cubicBezTo>
                  <a:cubicBezTo>
                    <a:pt x="223" y="153"/>
                    <a:pt x="243" y="120"/>
                    <a:pt x="260" y="104"/>
                  </a:cubicBezTo>
                  <a:cubicBezTo>
                    <a:pt x="276" y="50"/>
                    <a:pt x="24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4" name="Google Shape;18664;p47"/>
            <p:cNvSpPr/>
            <p:nvPr/>
          </p:nvSpPr>
          <p:spPr>
            <a:xfrm>
              <a:off x="4693025" y="229480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57" y="0"/>
                    <a:pt x="120" y="0"/>
                    <a:pt x="87" y="17"/>
                  </a:cubicBezTo>
                  <a:cubicBezTo>
                    <a:pt x="54" y="37"/>
                    <a:pt x="38" y="70"/>
                    <a:pt x="38" y="87"/>
                  </a:cubicBezTo>
                  <a:cubicBezTo>
                    <a:pt x="1" y="157"/>
                    <a:pt x="38" y="190"/>
                    <a:pt x="104" y="190"/>
                  </a:cubicBezTo>
                  <a:cubicBezTo>
                    <a:pt x="120" y="190"/>
                    <a:pt x="141" y="190"/>
                    <a:pt x="174" y="173"/>
                  </a:cubicBezTo>
                  <a:cubicBezTo>
                    <a:pt x="174" y="173"/>
                    <a:pt x="190" y="173"/>
                    <a:pt x="190" y="157"/>
                  </a:cubicBezTo>
                  <a:cubicBezTo>
                    <a:pt x="223" y="140"/>
                    <a:pt x="244" y="120"/>
                    <a:pt x="260" y="87"/>
                  </a:cubicBezTo>
                  <a:cubicBezTo>
                    <a:pt x="277" y="37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5" name="Google Shape;18665;p47"/>
            <p:cNvSpPr/>
            <p:nvPr/>
          </p:nvSpPr>
          <p:spPr>
            <a:xfrm>
              <a:off x="4753625" y="2374600"/>
              <a:ext cx="6375" cy="4850"/>
            </a:xfrm>
            <a:custGeom>
              <a:avLst/>
              <a:gdLst/>
              <a:ahLst/>
              <a:cxnLst/>
              <a:rect l="l" t="t" r="r" b="b"/>
              <a:pathLst>
                <a:path w="255" h="194" extrusionOk="0">
                  <a:moveTo>
                    <a:pt x="189" y="1"/>
                  </a:moveTo>
                  <a:cubicBezTo>
                    <a:pt x="183" y="1"/>
                    <a:pt x="177" y="1"/>
                    <a:pt x="170" y="4"/>
                  </a:cubicBezTo>
                  <a:cubicBezTo>
                    <a:pt x="137" y="4"/>
                    <a:pt x="104" y="4"/>
                    <a:pt x="67" y="20"/>
                  </a:cubicBezTo>
                  <a:cubicBezTo>
                    <a:pt x="50" y="41"/>
                    <a:pt x="17" y="74"/>
                    <a:pt x="17" y="90"/>
                  </a:cubicBezTo>
                  <a:cubicBezTo>
                    <a:pt x="1" y="123"/>
                    <a:pt x="1" y="144"/>
                    <a:pt x="17" y="160"/>
                  </a:cubicBezTo>
                  <a:cubicBezTo>
                    <a:pt x="34" y="177"/>
                    <a:pt x="50" y="193"/>
                    <a:pt x="88" y="193"/>
                  </a:cubicBezTo>
                  <a:cubicBezTo>
                    <a:pt x="104" y="193"/>
                    <a:pt x="137" y="193"/>
                    <a:pt x="154" y="177"/>
                  </a:cubicBezTo>
                  <a:cubicBezTo>
                    <a:pt x="154" y="177"/>
                    <a:pt x="170" y="177"/>
                    <a:pt x="191" y="160"/>
                  </a:cubicBezTo>
                  <a:cubicBezTo>
                    <a:pt x="207" y="144"/>
                    <a:pt x="224" y="123"/>
                    <a:pt x="240" y="90"/>
                  </a:cubicBezTo>
                  <a:cubicBezTo>
                    <a:pt x="255" y="47"/>
                    <a:pt x="231" y="1"/>
                    <a:pt x="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6" name="Google Shape;18666;p47"/>
            <p:cNvSpPr/>
            <p:nvPr/>
          </p:nvSpPr>
          <p:spPr>
            <a:xfrm>
              <a:off x="4514825" y="23524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36" y="0"/>
                    <a:pt x="103" y="17"/>
                    <a:pt x="87" y="33"/>
                  </a:cubicBezTo>
                  <a:cubicBezTo>
                    <a:pt x="54" y="49"/>
                    <a:pt x="33" y="82"/>
                    <a:pt x="17" y="103"/>
                  </a:cubicBezTo>
                  <a:cubicBezTo>
                    <a:pt x="0" y="153"/>
                    <a:pt x="33" y="206"/>
                    <a:pt x="103" y="206"/>
                  </a:cubicBezTo>
                  <a:cubicBezTo>
                    <a:pt x="120" y="206"/>
                    <a:pt x="136" y="206"/>
                    <a:pt x="157" y="186"/>
                  </a:cubicBezTo>
                  <a:cubicBezTo>
                    <a:pt x="173" y="186"/>
                    <a:pt x="173" y="186"/>
                    <a:pt x="190" y="169"/>
                  </a:cubicBezTo>
                  <a:cubicBezTo>
                    <a:pt x="223" y="153"/>
                    <a:pt x="239" y="136"/>
                    <a:pt x="239" y="103"/>
                  </a:cubicBezTo>
                  <a:cubicBezTo>
                    <a:pt x="260" y="82"/>
                    <a:pt x="260" y="49"/>
                    <a:pt x="239" y="33"/>
                  </a:cubicBezTo>
                  <a:cubicBezTo>
                    <a:pt x="223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7" name="Google Shape;18667;p47"/>
            <p:cNvSpPr/>
            <p:nvPr/>
          </p:nvSpPr>
          <p:spPr>
            <a:xfrm>
              <a:off x="4948550" y="2303775"/>
              <a:ext cx="6400" cy="4850"/>
            </a:xfrm>
            <a:custGeom>
              <a:avLst/>
              <a:gdLst/>
              <a:ahLst/>
              <a:cxnLst/>
              <a:rect l="l" t="t" r="r" b="b"/>
              <a:pathLst>
                <a:path w="256" h="194" extrusionOk="0">
                  <a:moveTo>
                    <a:pt x="183" y="1"/>
                  </a:moveTo>
                  <a:cubicBezTo>
                    <a:pt x="175" y="1"/>
                    <a:pt x="166" y="2"/>
                    <a:pt x="157" y="4"/>
                  </a:cubicBezTo>
                  <a:cubicBezTo>
                    <a:pt x="124" y="4"/>
                    <a:pt x="87" y="4"/>
                    <a:pt x="70" y="21"/>
                  </a:cubicBezTo>
                  <a:cubicBezTo>
                    <a:pt x="38" y="37"/>
                    <a:pt x="21" y="70"/>
                    <a:pt x="0" y="91"/>
                  </a:cubicBezTo>
                  <a:cubicBezTo>
                    <a:pt x="0" y="124"/>
                    <a:pt x="0" y="140"/>
                    <a:pt x="21" y="157"/>
                  </a:cubicBezTo>
                  <a:cubicBezTo>
                    <a:pt x="38" y="173"/>
                    <a:pt x="54" y="194"/>
                    <a:pt x="87" y="194"/>
                  </a:cubicBezTo>
                  <a:cubicBezTo>
                    <a:pt x="103" y="194"/>
                    <a:pt x="124" y="194"/>
                    <a:pt x="141" y="173"/>
                  </a:cubicBezTo>
                  <a:cubicBezTo>
                    <a:pt x="157" y="173"/>
                    <a:pt x="157" y="173"/>
                    <a:pt x="174" y="157"/>
                  </a:cubicBezTo>
                  <a:cubicBezTo>
                    <a:pt x="207" y="140"/>
                    <a:pt x="227" y="124"/>
                    <a:pt x="227" y="91"/>
                  </a:cubicBezTo>
                  <a:cubicBezTo>
                    <a:pt x="256" y="44"/>
                    <a:pt x="23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8" name="Google Shape;18668;p47"/>
            <p:cNvSpPr/>
            <p:nvPr/>
          </p:nvSpPr>
          <p:spPr>
            <a:xfrm>
              <a:off x="4951125" y="2269750"/>
              <a:ext cx="6925" cy="4925"/>
            </a:xfrm>
            <a:custGeom>
              <a:avLst/>
              <a:gdLst/>
              <a:ahLst/>
              <a:cxnLst/>
              <a:rect l="l" t="t" r="r" b="b"/>
              <a:pathLst>
                <a:path w="277" h="197" extrusionOk="0">
                  <a:moveTo>
                    <a:pt x="161" y="0"/>
                  </a:moveTo>
                  <a:cubicBezTo>
                    <a:pt x="142" y="0"/>
                    <a:pt x="123" y="3"/>
                    <a:pt x="104" y="9"/>
                  </a:cubicBezTo>
                  <a:cubicBezTo>
                    <a:pt x="54" y="42"/>
                    <a:pt x="0" y="112"/>
                    <a:pt x="21" y="145"/>
                  </a:cubicBezTo>
                  <a:cubicBezTo>
                    <a:pt x="32" y="177"/>
                    <a:pt x="63" y="197"/>
                    <a:pt x="99" y="197"/>
                  </a:cubicBezTo>
                  <a:cubicBezTo>
                    <a:pt x="118" y="197"/>
                    <a:pt x="138" y="191"/>
                    <a:pt x="157" y="178"/>
                  </a:cubicBezTo>
                  <a:cubicBezTo>
                    <a:pt x="227" y="161"/>
                    <a:pt x="277" y="91"/>
                    <a:pt x="260" y="42"/>
                  </a:cubicBezTo>
                  <a:cubicBezTo>
                    <a:pt x="248" y="18"/>
                    <a:pt x="208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9" name="Google Shape;18669;p47"/>
            <p:cNvSpPr/>
            <p:nvPr/>
          </p:nvSpPr>
          <p:spPr>
            <a:xfrm>
              <a:off x="4934425" y="2314575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74" y="1"/>
                  </a:moveTo>
                  <a:cubicBezTo>
                    <a:pt x="153" y="1"/>
                    <a:pt x="137" y="1"/>
                    <a:pt x="104" y="17"/>
                  </a:cubicBezTo>
                  <a:cubicBezTo>
                    <a:pt x="50" y="34"/>
                    <a:pt x="1" y="104"/>
                    <a:pt x="17" y="153"/>
                  </a:cubicBezTo>
                  <a:cubicBezTo>
                    <a:pt x="29" y="181"/>
                    <a:pt x="70" y="197"/>
                    <a:pt x="111" y="197"/>
                  </a:cubicBezTo>
                  <a:cubicBezTo>
                    <a:pt x="126" y="197"/>
                    <a:pt x="140" y="195"/>
                    <a:pt x="153" y="191"/>
                  </a:cubicBezTo>
                  <a:cubicBezTo>
                    <a:pt x="174" y="174"/>
                    <a:pt x="190" y="174"/>
                    <a:pt x="207" y="153"/>
                  </a:cubicBezTo>
                  <a:cubicBezTo>
                    <a:pt x="240" y="120"/>
                    <a:pt x="256" y="87"/>
                    <a:pt x="256" y="50"/>
                  </a:cubicBezTo>
                  <a:cubicBezTo>
                    <a:pt x="240" y="17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0" name="Google Shape;18670;p47"/>
            <p:cNvSpPr/>
            <p:nvPr/>
          </p:nvSpPr>
          <p:spPr>
            <a:xfrm>
              <a:off x="4956800" y="2280425"/>
              <a:ext cx="6825" cy="5000"/>
            </a:xfrm>
            <a:custGeom>
              <a:avLst/>
              <a:gdLst/>
              <a:ahLst/>
              <a:cxnLst/>
              <a:rect l="l" t="t" r="r" b="b"/>
              <a:pathLst>
                <a:path w="273" h="200" extrusionOk="0">
                  <a:moveTo>
                    <a:pt x="179" y="1"/>
                  </a:moveTo>
                  <a:cubicBezTo>
                    <a:pt x="159" y="1"/>
                    <a:pt x="138" y="4"/>
                    <a:pt x="120" y="10"/>
                  </a:cubicBezTo>
                  <a:cubicBezTo>
                    <a:pt x="50" y="43"/>
                    <a:pt x="0" y="97"/>
                    <a:pt x="17" y="147"/>
                  </a:cubicBezTo>
                  <a:cubicBezTo>
                    <a:pt x="27" y="180"/>
                    <a:pt x="59" y="200"/>
                    <a:pt x="94" y="200"/>
                  </a:cubicBezTo>
                  <a:cubicBezTo>
                    <a:pt x="114" y="200"/>
                    <a:pt x="135" y="193"/>
                    <a:pt x="153" y="180"/>
                  </a:cubicBezTo>
                  <a:cubicBezTo>
                    <a:pt x="223" y="147"/>
                    <a:pt x="272" y="97"/>
                    <a:pt x="256" y="43"/>
                  </a:cubicBezTo>
                  <a:cubicBezTo>
                    <a:pt x="245" y="12"/>
                    <a:pt x="213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1" name="Google Shape;18671;p47"/>
            <p:cNvSpPr/>
            <p:nvPr/>
          </p:nvSpPr>
          <p:spPr>
            <a:xfrm>
              <a:off x="4940825" y="228190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70" y="0"/>
                  </a:moveTo>
                  <a:cubicBezTo>
                    <a:pt x="150" y="0"/>
                    <a:pt x="128" y="6"/>
                    <a:pt x="103" y="17"/>
                  </a:cubicBezTo>
                  <a:cubicBezTo>
                    <a:pt x="37" y="38"/>
                    <a:pt x="0" y="104"/>
                    <a:pt x="21" y="141"/>
                  </a:cubicBezTo>
                  <a:cubicBezTo>
                    <a:pt x="21" y="178"/>
                    <a:pt x="58" y="197"/>
                    <a:pt x="106" y="197"/>
                  </a:cubicBezTo>
                  <a:cubicBezTo>
                    <a:pt x="122" y="197"/>
                    <a:pt x="139" y="195"/>
                    <a:pt x="157" y="191"/>
                  </a:cubicBezTo>
                  <a:cubicBezTo>
                    <a:pt x="227" y="158"/>
                    <a:pt x="260" y="88"/>
                    <a:pt x="243" y="55"/>
                  </a:cubicBezTo>
                  <a:cubicBezTo>
                    <a:pt x="233" y="20"/>
                    <a:pt x="206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2" name="Google Shape;18672;p47"/>
            <p:cNvSpPr/>
            <p:nvPr/>
          </p:nvSpPr>
          <p:spPr>
            <a:xfrm>
              <a:off x="4938250" y="232690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84" y="0"/>
                  </a:moveTo>
                  <a:cubicBezTo>
                    <a:pt x="175" y="0"/>
                    <a:pt x="166" y="2"/>
                    <a:pt x="157" y="7"/>
                  </a:cubicBezTo>
                  <a:lnTo>
                    <a:pt x="103" y="7"/>
                  </a:lnTo>
                  <a:cubicBezTo>
                    <a:pt x="37" y="40"/>
                    <a:pt x="0" y="93"/>
                    <a:pt x="0" y="143"/>
                  </a:cubicBezTo>
                  <a:cubicBezTo>
                    <a:pt x="13" y="177"/>
                    <a:pt x="44" y="196"/>
                    <a:pt x="83" y="196"/>
                  </a:cubicBezTo>
                  <a:cubicBezTo>
                    <a:pt x="106" y="196"/>
                    <a:pt x="131" y="189"/>
                    <a:pt x="157" y="176"/>
                  </a:cubicBezTo>
                  <a:cubicBezTo>
                    <a:pt x="173" y="176"/>
                    <a:pt x="190" y="159"/>
                    <a:pt x="206" y="143"/>
                  </a:cubicBezTo>
                  <a:cubicBezTo>
                    <a:pt x="227" y="126"/>
                    <a:pt x="243" y="73"/>
                    <a:pt x="243" y="40"/>
                  </a:cubicBezTo>
                  <a:cubicBezTo>
                    <a:pt x="231" y="16"/>
                    <a:pt x="208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3" name="Google Shape;18673;p47"/>
            <p:cNvSpPr/>
            <p:nvPr/>
          </p:nvSpPr>
          <p:spPr>
            <a:xfrm>
              <a:off x="4956275" y="22926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21"/>
                    <a:pt x="87" y="38"/>
                  </a:cubicBezTo>
                  <a:cubicBezTo>
                    <a:pt x="54" y="54"/>
                    <a:pt x="38" y="71"/>
                    <a:pt x="21" y="104"/>
                  </a:cubicBezTo>
                  <a:cubicBezTo>
                    <a:pt x="1" y="141"/>
                    <a:pt x="21" y="157"/>
                    <a:pt x="38" y="174"/>
                  </a:cubicBezTo>
                  <a:cubicBezTo>
                    <a:pt x="54" y="190"/>
                    <a:pt x="71" y="190"/>
                    <a:pt x="104" y="190"/>
                  </a:cubicBezTo>
                  <a:lnTo>
                    <a:pt x="157" y="190"/>
                  </a:lnTo>
                  <a:cubicBezTo>
                    <a:pt x="207" y="174"/>
                    <a:pt x="244" y="141"/>
                    <a:pt x="244" y="104"/>
                  </a:cubicBezTo>
                  <a:lnTo>
                    <a:pt x="244" y="87"/>
                  </a:lnTo>
                  <a:cubicBezTo>
                    <a:pt x="260" y="38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4" name="Google Shape;18674;p47"/>
            <p:cNvSpPr/>
            <p:nvPr/>
          </p:nvSpPr>
          <p:spPr>
            <a:xfrm>
              <a:off x="4757450" y="2548675"/>
              <a:ext cx="5600" cy="3000"/>
            </a:xfrm>
            <a:custGeom>
              <a:avLst/>
              <a:gdLst/>
              <a:ahLst/>
              <a:cxnLst/>
              <a:rect l="l" t="t" r="r" b="b"/>
              <a:pathLst>
                <a:path w="224" h="120" extrusionOk="0">
                  <a:moveTo>
                    <a:pt x="104" y="0"/>
                  </a:moveTo>
                  <a:cubicBezTo>
                    <a:pt x="87" y="17"/>
                    <a:pt x="54" y="33"/>
                    <a:pt x="17" y="49"/>
                  </a:cubicBezTo>
                  <a:cubicBezTo>
                    <a:pt x="17" y="66"/>
                    <a:pt x="1" y="66"/>
                    <a:pt x="1" y="87"/>
                  </a:cubicBezTo>
                  <a:cubicBezTo>
                    <a:pt x="71" y="103"/>
                    <a:pt x="141" y="120"/>
                    <a:pt x="207" y="120"/>
                  </a:cubicBezTo>
                  <a:cubicBezTo>
                    <a:pt x="207" y="120"/>
                    <a:pt x="223" y="87"/>
                    <a:pt x="223" y="66"/>
                  </a:cubicBezTo>
                  <a:cubicBezTo>
                    <a:pt x="223" y="49"/>
                    <a:pt x="207" y="33"/>
                    <a:pt x="190" y="17"/>
                  </a:cubicBezTo>
                  <a:cubicBezTo>
                    <a:pt x="174" y="0"/>
                    <a:pt x="14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5" name="Google Shape;18675;p47"/>
            <p:cNvSpPr/>
            <p:nvPr/>
          </p:nvSpPr>
          <p:spPr>
            <a:xfrm>
              <a:off x="4536250" y="2273350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228" y="1"/>
                  </a:moveTo>
                  <a:cubicBezTo>
                    <a:pt x="174" y="1"/>
                    <a:pt x="141" y="17"/>
                    <a:pt x="87" y="17"/>
                  </a:cubicBezTo>
                  <a:lnTo>
                    <a:pt x="71" y="17"/>
                  </a:lnTo>
                  <a:cubicBezTo>
                    <a:pt x="38" y="34"/>
                    <a:pt x="21" y="50"/>
                    <a:pt x="21" y="87"/>
                  </a:cubicBezTo>
                  <a:cubicBezTo>
                    <a:pt x="1" y="120"/>
                    <a:pt x="1" y="137"/>
                    <a:pt x="21" y="153"/>
                  </a:cubicBezTo>
                  <a:cubicBezTo>
                    <a:pt x="38" y="174"/>
                    <a:pt x="54" y="190"/>
                    <a:pt x="87" y="190"/>
                  </a:cubicBezTo>
                  <a:cubicBezTo>
                    <a:pt x="104" y="190"/>
                    <a:pt x="124" y="174"/>
                    <a:pt x="157" y="174"/>
                  </a:cubicBezTo>
                  <a:lnTo>
                    <a:pt x="174" y="153"/>
                  </a:lnTo>
                  <a:cubicBezTo>
                    <a:pt x="207" y="137"/>
                    <a:pt x="228" y="104"/>
                    <a:pt x="244" y="87"/>
                  </a:cubicBezTo>
                  <a:cubicBezTo>
                    <a:pt x="244" y="50"/>
                    <a:pt x="244" y="17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6" name="Google Shape;18676;p47"/>
            <p:cNvSpPr/>
            <p:nvPr/>
          </p:nvSpPr>
          <p:spPr>
            <a:xfrm>
              <a:off x="4959375" y="2336950"/>
              <a:ext cx="5175" cy="3425"/>
            </a:xfrm>
            <a:custGeom>
              <a:avLst/>
              <a:gdLst/>
              <a:ahLst/>
              <a:cxnLst/>
              <a:rect l="l" t="t" r="r" b="b"/>
              <a:pathLst>
                <a:path w="207" h="137" extrusionOk="0">
                  <a:moveTo>
                    <a:pt x="153" y="1"/>
                  </a:moveTo>
                  <a:cubicBezTo>
                    <a:pt x="120" y="1"/>
                    <a:pt x="83" y="17"/>
                    <a:pt x="66" y="34"/>
                  </a:cubicBezTo>
                  <a:cubicBezTo>
                    <a:pt x="33" y="50"/>
                    <a:pt x="17" y="67"/>
                    <a:pt x="0" y="104"/>
                  </a:cubicBezTo>
                  <a:lnTo>
                    <a:pt x="0" y="137"/>
                  </a:lnTo>
                  <a:cubicBezTo>
                    <a:pt x="66" y="104"/>
                    <a:pt x="136" y="67"/>
                    <a:pt x="206" y="17"/>
                  </a:cubicBezTo>
                  <a:cubicBezTo>
                    <a:pt x="206" y="1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7" name="Google Shape;18677;p47"/>
            <p:cNvSpPr/>
            <p:nvPr/>
          </p:nvSpPr>
          <p:spPr>
            <a:xfrm>
              <a:off x="4951650" y="2314575"/>
              <a:ext cx="6825" cy="4775"/>
            </a:xfrm>
            <a:custGeom>
              <a:avLst/>
              <a:gdLst/>
              <a:ahLst/>
              <a:cxnLst/>
              <a:rect l="l" t="t" r="r" b="b"/>
              <a:pathLst>
                <a:path w="273" h="191" extrusionOk="0">
                  <a:moveTo>
                    <a:pt x="169" y="1"/>
                  </a:moveTo>
                  <a:cubicBezTo>
                    <a:pt x="136" y="1"/>
                    <a:pt x="103" y="1"/>
                    <a:pt x="83" y="17"/>
                  </a:cubicBezTo>
                  <a:cubicBezTo>
                    <a:pt x="50" y="34"/>
                    <a:pt x="33" y="71"/>
                    <a:pt x="17" y="87"/>
                  </a:cubicBezTo>
                  <a:cubicBezTo>
                    <a:pt x="0" y="153"/>
                    <a:pt x="33" y="191"/>
                    <a:pt x="103" y="191"/>
                  </a:cubicBezTo>
                  <a:cubicBezTo>
                    <a:pt x="120" y="191"/>
                    <a:pt x="136" y="191"/>
                    <a:pt x="153" y="174"/>
                  </a:cubicBezTo>
                  <a:cubicBezTo>
                    <a:pt x="206" y="153"/>
                    <a:pt x="239" y="120"/>
                    <a:pt x="256" y="87"/>
                  </a:cubicBezTo>
                  <a:cubicBezTo>
                    <a:pt x="272" y="34"/>
                    <a:pt x="239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8" name="Google Shape;18678;p47"/>
            <p:cNvSpPr/>
            <p:nvPr/>
          </p:nvSpPr>
          <p:spPr>
            <a:xfrm>
              <a:off x="4943400" y="2338200"/>
              <a:ext cx="6500" cy="4750"/>
            </a:xfrm>
            <a:custGeom>
              <a:avLst/>
              <a:gdLst/>
              <a:ahLst/>
              <a:cxnLst/>
              <a:rect l="l" t="t" r="r" b="b"/>
              <a:pathLst>
                <a:path w="260" h="190" extrusionOk="0">
                  <a:moveTo>
                    <a:pt x="173" y="0"/>
                  </a:moveTo>
                  <a:cubicBezTo>
                    <a:pt x="140" y="0"/>
                    <a:pt x="124" y="17"/>
                    <a:pt x="87" y="17"/>
                  </a:cubicBezTo>
                  <a:cubicBezTo>
                    <a:pt x="54" y="33"/>
                    <a:pt x="37" y="70"/>
                    <a:pt x="21" y="103"/>
                  </a:cubicBezTo>
                  <a:cubicBezTo>
                    <a:pt x="0" y="157"/>
                    <a:pt x="37" y="190"/>
                    <a:pt x="103" y="190"/>
                  </a:cubicBezTo>
                  <a:lnTo>
                    <a:pt x="157" y="190"/>
                  </a:lnTo>
                  <a:cubicBezTo>
                    <a:pt x="173" y="173"/>
                    <a:pt x="173" y="173"/>
                    <a:pt x="190" y="173"/>
                  </a:cubicBezTo>
                  <a:cubicBezTo>
                    <a:pt x="206" y="157"/>
                    <a:pt x="244" y="120"/>
                    <a:pt x="244" y="103"/>
                  </a:cubicBezTo>
                  <a:cubicBezTo>
                    <a:pt x="260" y="70"/>
                    <a:pt x="260" y="54"/>
                    <a:pt x="244" y="33"/>
                  </a:cubicBezTo>
                  <a:cubicBezTo>
                    <a:pt x="227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9" name="Google Shape;18679;p47"/>
            <p:cNvSpPr/>
            <p:nvPr/>
          </p:nvSpPr>
          <p:spPr>
            <a:xfrm>
              <a:off x="4953300" y="2325300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20" y="1"/>
                  </a:moveTo>
                  <a:cubicBezTo>
                    <a:pt x="87" y="1"/>
                    <a:pt x="70" y="17"/>
                    <a:pt x="37" y="54"/>
                  </a:cubicBezTo>
                  <a:cubicBezTo>
                    <a:pt x="17" y="71"/>
                    <a:pt x="0" y="104"/>
                    <a:pt x="0" y="120"/>
                  </a:cubicBezTo>
                  <a:cubicBezTo>
                    <a:pt x="0" y="137"/>
                    <a:pt x="17" y="174"/>
                    <a:pt x="37" y="174"/>
                  </a:cubicBezTo>
                  <a:cubicBezTo>
                    <a:pt x="54" y="190"/>
                    <a:pt x="87" y="190"/>
                    <a:pt x="120" y="190"/>
                  </a:cubicBezTo>
                  <a:cubicBezTo>
                    <a:pt x="120" y="190"/>
                    <a:pt x="140" y="190"/>
                    <a:pt x="140" y="174"/>
                  </a:cubicBezTo>
                  <a:cubicBezTo>
                    <a:pt x="173" y="174"/>
                    <a:pt x="190" y="157"/>
                    <a:pt x="206" y="137"/>
                  </a:cubicBezTo>
                  <a:cubicBezTo>
                    <a:pt x="243" y="104"/>
                    <a:pt x="260" y="34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0" name="Google Shape;18680;p47"/>
            <p:cNvSpPr/>
            <p:nvPr/>
          </p:nvSpPr>
          <p:spPr>
            <a:xfrm>
              <a:off x="4933075" y="2304800"/>
              <a:ext cx="6525" cy="4825"/>
            </a:xfrm>
            <a:custGeom>
              <a:avLst/>
              <a:gdLst/>
              <a:ahLst/>
              <a:cxnLst/>
              <a:rect l="l" t="t" r="r" b="b"/>
              <a:pathLst>
                <a:path w="261" h="193" extrusionOk="0">
                  <a:moveTo>
                    <a:pt x="172" y="0"/>
                  </a:moveTo>
                  <a:cubicBezTo>
                    <a:pt x="152" y="0"/>
                    <a:pt x="131" y="4"/>
                    <a:pt x="104" y="13"/>
                  </a:cubicBezTo>
                  <a:cubicBezTo>
                    <a:pt x="55" y="29"/>
                    <a:pt x="22" y="66"/>
                    <a:pt x="22" y="99"/>
                  </a:cubicBezTo>
                  <a:cubicBezTo>
                    <a:pt x="22" y="116"/>
                    <a:pt x="1" y="132"/>
                    <a:pt x="22" y="153"/>
                  </a:cubicBezTo>
                  <a:cubicBezTo>
                    <a:pt x="34" y="177"/>
                    <a:pt x="63" y="192"/>
                    <a:pt x="106" y="192"/>
                  </a:cubicBezTo>
                  <a:cubicBezTo>
                    <a:pt x="122" y="192"/>
                    <a:pt x="139" y="190"/>
                    <a:pt x="158" y="186"/>
                  </a:cubicBezTo>
                  <a:cubicBezTo>
                    <a:pt x="228" y="153"/>
                    <a:pt x="261" y="99"/>
                    <a:pt x="244" y="50"/>
                  </a:cubicBezTo>
                  <a:cubicBezTo>
                    <a:pt x="244" y="29"/>
                    <a:pt x="244" y="13"/>
                    <a:pt x="228" y="13"/>
                  </a:cubicBezTo>
                  <a:cubicBezTo>
                    <a:pt x="209" y="4"/>
                    <a:pt x="192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1" name="Google Shape;18681;p47"/>
            <p:cNvSpPr/>
            <p:nvPr/>
          </p:nvSpPr>
          <p:spPr>
            <a:xfrm>
              <a:off x="4943400" y="2292225"/>
              <a:ext cx="6500" cy="5075"/>
            </a:xfrm>
            <a:custGeom>
              <a:avLst/>
              <a:gdLst/>
              <a:ahLst/>
              <a:cxnLst/>
              <a:rect l="l" t="t" r="r" b="b"/>
              <a:pathLst>
                <a:path w="260" h="203" extrusionOk="0">
                  <a:moveTo>
                    <a:pt x="140" y="0"/>
                  </a:moveTo>
                  <a:cubicBezTo>
                    <a:pt x="103" y="17"/>
                    <a:pt x="70" y="37"/>
                    <a:pt x="54" y="54"/>
                  </a:cubicBezTo>
                  <a:cubicBezTo>
                    <a:pt x="0" y="103"/>
                    <a:pt x="0" y="157"/>
                    <a:pt x="37" y="190"/>
                  </a:cubicBezTo>
                  <a:cubicBezTo>
                    <a:pt x="54" y="198"/>
                    <a:pt x="66" y="202"/>
                    <a:pt x="79" y="202"/>
                  </a:cubicBezTo>
                  <a:cubicBezTo>
                    <a:pt x="92" y="202"/>
                    <a:pt x="105" y="198"/>
                    <a:pt x="124" y="190"/>
                  </a:cubicBezTo>
                  <a:lnTo>
                    <a:pt x="157" y="190"/>
                  </a:lnTo>
                  <a:cubicBezTo>
                    <a:pt x="173" y="173"/>
                    <a:pt x="190" y="173"/>
                    <a:pt x="206" y="157"/>
                  </a:cubicBezTo>
                  <a:cubicBezTo>
                    <a:pt x="244" y="120"/>
                    <a:pt x="244" y="103"/>
                    <a:pt x="260" y="70"/>
                  </a:cubicBezTo>
                  <a:cubicBezTo>
                    <a:pt x="260" y="54"/>
                    <a:pt x="244" y="37"/>
                    <a:pt x="227" y="17"/>
                  </a:cubicBezTo>
                  <a:cubicBezTo>
                    <a:pt x="206" y="0"/>
                    <a:pt x="173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2" name="Google Shape;18682;p47"/>
            <p:cNvSpPr/>
            <p:nvPr/>
          </p:nvSpPr>
          <p:spPr>
            <a:xfrm>
              <a:off x="4866100" y="2397450"/>
              <a:ext cx="6100" cy="5200"/>
            </a:xfrm>
            <a:custGeom>
              <a:avLst/>
              <a:gdLst/>
              <a:ahLst/>
              <a:cxnLst/>
              <a:rect l="l" t="t" r="r" b="b"/>
              <a:pathLst>
                <a:path w="244" h="208" extrusionOk="0">
                  <a:moveTo>
                    <a:pt x="157" y="1"/>
                  </a:moveTo>
                  <a:cubicBezTo>
                    <a:pt x="140" y="1"/>
                    <a:pt x="124" y="17"/>
                    <a:pt x="103" y="17"/>
                  </a:cubicBezTo>
                  <a:cubicBezTo>
                    <a:pt x="37" y="54"/>
                    <a:pt x="0" y="104"/>
                    <a:pt x="0" y="157"/>
                  </a:cubicBezTo>
                  <a:cubicBezTo>
                    <a:pt x="13" y="189"/>
                    <a:pt x="46" y="208"/>
                    <a:pt x="86" y="208"/>
                  </a:cubicBezTo>
                  <a:cubicBezTo>
                    <a:pt x="108" y="208"/>
                    <a:pt x="132" y="202"/>
                    <a:pt x="157" y="190"/>
                  </a:cubicBezTo>
                  <a:cubicBezTo>
                    <a:pt x="173" y="190"/>
                    <a:pt x="190" y="174"/>
                    <a:pt x="190" y="157"/>
                  </a:cubicBezTo>
                  <a:cubicBezTo>
                    <a:pt x="227" y="120"/>
                    <a:pt x="243" y="87"/>
                    <a:pt x="243" y="54"/>
                  </a:cubicBezTo>
                  <a:cubicBezTo>
                    <a:pt x="227" y="17"/>
                    <a:pt x="190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3" name="Google Shape;18683;p47"/>
            <p:cNvSpPr/>
            <p:nvPr/>
          </p:nvSpPr>
          <p:spPr>
            <a:xfrm>
              <a:off x="4866600" y="238482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37" y="0"/>
                  </a:moveTo>
                  <a:cubicBezTo>
                    <a:pt x="120" y="0"/>
                    <a:pt x="102" y="3"/>
                    <a:pt x="83" y="7"/>
                  </a:cubicBezTo>
                  <a:cubicBezTo>
                    <a:pt x="50" y="23"/>
                    <a:pt x="17" y="60"/>
                    <a:pt x="17" y="93"/>
                  </a:cubicBezTo>
                  <a:cubicBezTo>
                    <a:pt x="1" y="110"/>
                    <a:pt x="1" y="126"/>
                    <a:pt x="1" y="147"/>
                  </a:cubicBezTo>
                  <a:cubicBezTo>
                    <a:pt x="1" y="164"/>
                    <a:pt x="17" y="180"/>
                    <a:pt x="34" y="197"/>
                  </a:cubicBezTo>
                  <a:cubicBezTo>
                    <a:pt x="67" y="197"/>
                    <a:pt x="104" y="197"/>
                    <a:pt x="137" y="180"/>
                  </a:cubicBezTo>
                  <a:cubicBezTo>
                    <a:pt x="207" y="164"/>
                    <a:pt x="240" y="93"/>
                    <a:pt x="240" y="44"/>
                  </a:cubicBezTo>
                  <a:cubicBezTo>
                    <a:pt x="228" y="17"/>
                    <a:pt x="186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4" name="Google Shape;18684;p47"/>
            <p:cNvSpPr/>
            <p:nvPr/>
          </p:nvSpPr>
          <p:spPr>
            <a:xfrm>
              <a:off x="4907825" y="2326125"/>
              <a:ext cx="6000" cy="5175"/>
            </a:xfrm>
            <a:custGeom>
              <a:avLst/>
              <a:gdLst/>
              <a:ahLst/>
              <a:cxnLst/>
              <a:rect l="l" t="t" r="r" b="b"/>
              <a:pathLst>
                <a:path w="240" h="207" extrusionOk="0">
                  <a:moveTo>
                    <a:pt x="153" y="1"/>
                  </a:moveTo>
                  <a:cubicBezTo>
                    <a:pt x="120" y="1"/>
                    <a:pt x="83" y="21"/>
                    <a:pt x="67" y="38"/>
                  </a:cubicBezTo>
                  <a:cubicBezTo>
                    <a:pt x="34" y="54"/>
                    <a:pt x="17" y="71"/>
                    <a:pt x="1" y="104"/>
                  </a:cubicBezTo>
                  <a:cubicBezTo>
                    <a:pt x="1" y="141"/>
                    <a:pt x="1" y="157"/>
                    <a:pt x="17" y="174"/>
                  </a:cubicBezTo>
                  <a:cubicBezTo>
                    <a:pt x="17" y="190"/>
                    <a:pt x="50" y="207"/>
                    <a:pt x="83" y="207"/>
                  </a:cubicBezTo>
                  <a:cubicBezTo>
                    <a:pt x="104" y="207"/>
                    <a:pt x="120" y="190"/>
                    <a:pt x="137" y="190"/>
                  </a:cubicBezTo>
                  <a:cubicBezTo>
                    <a:pt x="153" y="190"/>
                    <a:pt x="153" y="174"/>
                    <a:pt x="170" y="174"/>
                  </a:cubicBezTo>
                  <a:cubicBezTo>
                    <a:pt x="207" y="157"/>
                    <a:pt x="223" y="124"/>
                    <a:pt x="223" y="104"/>
                  </a:cubicBezTo>
                  <a:cubicBezTo>
                    <a:pt x="240" y="54"/>
                    <a:pt x="207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5" name="Google Shape;18685;p47"/>
            <p:cNvSpPr/>
            <p:nvPr/>
          </p:nvSpPr>
          <p:spPr>
            <a:xfrm>
              <a:off x="4756625" y="2490625"/>
              <a:ext cx="6425" cy="5075"/>
            </a:xfrm>
            <a:custGeom>
              <a:avLst/>
              <a:gdLst/>
              <a:ahLst/>
              <a:cxnLst/>
              <a:rect l="l" t="t" r="r" b="b"/>
              <a:pathLst>
                <a:path w="257" h="203" extrusionOk="0">
                  <a:moveTo>
                    <a:pt x="137" y="1"/>
                  </a:moveTo>
                  <a:cubicBezTo>
                    <a:pt x="104" y="17"/>
                    <a:pt x="71" y="38"/>
                    <a:pt x="50" y="54"/>
                  </a:cubicBezTo>
                  <a:cubicBezTo>
                    <a:pt x="1" y="104"/>
                    <a:pt x="1" y="157"/>
                    <a:pt x="34" y="190"/>
                  </a:cubicBezTo>
                  <a:cubicBezTo>
                    <a:pt x="52" y="199"/>
                    <a:pt x="65" y="203"/>
                    <a:pt x="78" y="203"/>
                  </a:cubicBezTo>
                  <a:cubicBezTo>
                    <a:pt x="91" y="203"/>
                    <a:pt x="104" y="199"/>
                    <a:pt x="120" y="190"/>
                  </a:cubicBezTo>
                  <a:lnTo>
                    <a:pt x="153" y="190"/>
                  </a:lnTo>
                  <a:cubicBezTo>
                    <a:pt x="174" y="174"/>
                    <a:pt x="190" y="174"/>
                    <a:pt x="207" y="157"/>
                  </a:cubicBezTo>
                  <a:cubicBezTo>
                    <a:pt x="256" y="104"/>
                    <a:pt x="256" y="54"/>
                    <a:pt x="223" y="17"/>
                  </a:cubicBezTo>
                  <a:cubicBezTo>
                    <a:pt x="190" y="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6" name="Google Shape;18686;p47"/>
            <p:cNvSpPr/>
            <p:nvPr/>
          </p:nvSpPr>
          <p:spPr>
            <a:xfrm>
              <a:off x="4790525" y="2500950"/>
              <a:ext cx="6950" cy="4750"/>
            </a:xfrm>
            <a:custGeom>
              <a:avLst/>
              <a:gdLst/>
              <a:ahLst/>
              <a:cxnLst/>
              <a:rect l="l" t="t" r="r" b="b"/>
              <a:pathLst>
                <a:path w="278" h="190" extrusionOk="0">
                  <a:moveTo>
                    <a:pt x="174" y="0"/>
                  </a:moveTo>
                  <a:cubicBezTo>
                    <a:pt x="158" y="0"/>
                    <a:pt x="121" y="17"/>
                    <a:pt x="88" y="37"/>
                  </a:cubicBezTo>
                  <a:cubicBezTo>
                    <a:pt x="55" y="54"/>
                    <a:pt x="34" y="70"/>
                    <a:pt x="34" y="103"/>
                  </a:cubicBezTo>
                  <a:cubicBezTo>
                    <a:pt x="1" y="157"/>
                    <a:pt x="34" y="190"/>
                    <a:pt x="104" y="190"/>
                  </a:cubicBezTo>
                  <a:lnTo>
                    <a:pt x="174" y="190"/>
                  </a:lnTo>
                  <a:cubicBezTo>
                    <a:pt x="174" y="173"/>
                    <a:pt x="191" y="173"/>
                    <a:pt x="191" y="173"/>
                  </a:cubicBezTo>
                  <a:cubicBezTo>
                    <a:pt x="224" y="157"/>
                    <a:pt x="240" y="120"/>
                    <a:pt x="261" y="103"/>
                  </a:cubicBezTo>
                  <a:cubicBezTo>
                    <a:pt x="277" y="37"/>
                    <a:pt x="24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7" name="Google Shape;18687;p47"/>
            <p:cNvSpPr/>
            <p:nvPr/>
          </p:nvSpPr>
          <p:spPr>
            <a:xfrm>
              <a:off x="4502750" y="23312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1"/>
                  </a:moveTo>
                  <a:cubicBezTo>
                    <a:pt x="141" y="1"/>
                    <a:pt x="104" y="21"/>
                    <a:pt x="71" y="38"/>
                  </a:cubicBezTo>
                  <a:cubicBezTo>
                    <a:pt x="54" y="54"/>
                    <a:pt x="21" y="71"/>
                    <a:pt x="21" y="104"/>
                  </a:cubicBezTo>
                  <a:cubicBezTo>
                    <a:pt x="1" y="141"/>
                    <a:pt x="1" y="157"/>
                    <a:pt x="38" y="190"/>
                  </a:cubicBezTo>
                  <a:cubicBezTo>
                    <a:pt x="54" y="190"/>
                    <a:pt x="71" y="207"/>
                    <a:pt x="87" y="207"/>
                  </a:cubicBezTo>
                  <a:cubicBezTo>
                    <a:pt x="104" y="207"/>
                    <a:pt x="141" y="190"/>
                    <a:pt x="158" y="190"/>
                  </a:cubicBezTo>
                  <a:cubicBezTo>
                    <a:pt x="191" y="174"/>
                    <a:pt x="228" y="141"/>
                    <a:pt x="244" y="104"/>
                  </a:cubicBezTo>
                  <a:lnTo>
                    <a:pt x="244" y="87"/>
                  </a:lnTo>
                  <a:cubicBezTo>
                    <a:pt x="261" y="38"/>
                    <a:pt x="228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8" name="Google Shape;18688;p47"/>
            <p:cNvSpPr/>
            <p:nvPr/>
          </p:nvSpPr>
          <p:spPr>
            <a:xfrm>
              <a:off x="4920725" y="2315400"/>
              <a:ext cx="6400" cy="5075"/>
            </a:xfrm>
            <a:custGeom>
              <a:avLst/>
              <a:gdLst/>
              <a:ahLst/>
              <a:cxnLst/>
              <a:rect l="l" t="t" r="r" b="b"/>
              <a:pathLst>
                <a:path w="256" h="203" extrusionOk="0">
                  <a:moveTo>
                    <a:pt x="136" y="1"/>
                  </a:moveTo>
                  <a:cubicBezTo>
                    <a:pt x="103" y="17"/>
                    <a:pt x="66" y="38"/>
                    <a:pt x="50" y="54"/>
                  </a:cubicBezTo>
                  <a:cubicBezTo>
                    <a:pt x="0" y="104"/>
                    <a:pt x="0" y="158"/>
                    <a:pt x="50" y="191"/>
                  </a:cubicBezTo>
                  <a:cubicBezTo>
                    <a:pt x="58" y="199"/>
                    <a:pt x="71" y="203"/>
                    <a:pt x="85" y="203"/>
                  </a:cubicBezTo>
                  <a:cubicBezTo>
                    <a:pt x="98" y="203"/>
                    <a:pt x="112" y="199"/>
                    <a:pt x="120" y="191"/>
                  </a:cubicBezTo>
                  <a:lnTo>
                    <a:pt x="153" y="191"/>
                  </a:lnTo>
                  <a:cubicBezTo>
                    <a:pt x="169" y="174"/>
                    <a:pt x="186" y="158"/>
                    <a:pt x="206" y="158"/>
                  </a:cubicBezTo>
                  <a:cubicBezTo>
                    <a:pt x="239" y="120"/>
                    <a:pt x="256" y="104"/>
                    <a:pt x="256" y="71"/>
                  </a:cubicBezTo>
                  <a:cubicBezTo>
                    <a:pt x="256" y="54"/>
                    <a:pt x="239" y="38"/>
                    <a:pt x="223" y="17"/>
                  </a:cubicBezTo>
                  <a:cubicBezTo>
                    <a:pt x="206" y="1"/>
                    <a:pt x="169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9" name="Google Shape;18689;p47"/>
            <p:cNvSpPr/>
            <p:nvPr/>
          </p:nvSpPr>
          <p:spPr>
            <a:xfrm>
              <a:off x="4538425" y="2285200"/>
              <a:ext cx="6525" cy="4875"/>
            </a:xfrm>
            <a:custGeom>
              <a:avLst/>
              <a:gdLst/>
              <a:ahLst/>
              <a:cxnLst/>
              <a:rect l="l" t="t" r="r" b="b"/>
              <a:pathLst>
                <a:path w="261" h="195" extrusionOk="0">
                  <a:moveTo>
                    <a:pt x="178" y="1"/>
                  </a:moveTo>
                  <a:cubicBezTo>
                    <a:pt x="136" y="1"/>
                    <a:pt x="90" y="18"/>
                    <a:pt x="54" y="42"/>
                  </a:cubicBezTo>
                  <a:cubicBezTo>
                    <a:pt x="0" y="92"/>
                    <a:pt x="0" y="162"/>
                    <a:pt x="37" y="178"/>
                  </a:cubicBezTo>
                  <a:cubicBezTo>
                    <a:pt x="70" y="195"/>
                    <a:pt x="87" y="195"/>
                    <a:pt x="120" y="195"/>
                  </a:cubicBezTo>
                  <a:cubicBezTo>
                    <a:pt x="141" y="195"/>
                    <a:pt x="141" y="178"/>
                    <a:pt x="157" y="178"/>
                  </a:cubicBezTo>
                  <a:cubicBezTo>
                    <a:pt x="174" y="178"/>
                    <a:pt x="190" y="162"/>
                    <a:pt x="207" y="145"/>
                  </a:cubicBezTo>
                  <a:cubicBezTo>
                    <a:pt x="260" y="92"/>
                    <a:pt x="260" y="42"/>
                    <a:pt x="223" y="9"/>
                  </a:cubicBezTo>
                  <a:cubicBezTo>
                    <a:pt x="209" y="3"/>
                    <a:pt x="194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0" name="Google Shape;18690;p47"/>
            <p:cNvSpPr/>
            <p:nvPr/>
          </p:nvSpPr>
          <p:spPr>
            <a:xfrm>
              <a:off x="4465450" y="2342100"/>
              <a:ext cx="6000" cy="4675"/>
            </a:xfrm>
            <a:custGeom>
              <a:avLst/>
              <a:gdLst/>
              <a:ahLst/>
              <a:cxnLst/>
              <a:rect l="l" t="t" r="r" b="b"/>
              <a:pathLst>
                <a:path w="240" h="187" extrusionOk="0">
                  <a:moveTo>
                    <a:pt x="153" y="1"/>
                  </a:moveTo>
                  <a:cubicBezTo>
                    <a:pt x="120" y="1"/>
                    <a:pt x="87" y="17"/>
                    <a:pt x="50" y="34"/>
                  </a:cubicBezTo>
                  <a:cubicBezTo>
                    <a:pt x="33" y="50"/>
                    <a:pt x="17" y="67"/>
                    <a:pt x="0" y="104"/>
                  </a:cubicBezTo>
                  <a:cubicBezTo>
                    <a:pt x="33" y="137"/>
                    <a:pt x="87" y="170"/>
                    <a:pt x="120" y="186"/>
                  </a:cubicBezTo>
                  <a:lnTo>
                    <a:pt x="136" y="186"/>
                  </a:lnTo>
                  <a:cubicBezTo>
                    <a:pt x="153" y="186"/>
                    <a:pt x="153" y="186"/>
                    <a:pt x="174" y="170"/>
                  </a:cubicBezTo>
                  <a:cubicBezTo>
                    <a:pt x="190" y="153"/>
                    <a:pt x="223" y="137"/>
                    <a:pt x="223" y="104"/>
                  </a:cubicBezTo>
                  <a:cubicBezTo>
                    <a:pt x="239" y="50"/>
                    <a:pt x="207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1" name="Google Shape;18691;p47"/>
            <p:cNvSpPr/>
            <p:nvPr/>
          </p:nvSpPr>
          <p:spPr>
            <a:xfrm>
              <a:off x="4925875" y="2325725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36" y="0"/>
                    <a:pt x="103" y="17"/>
                    <a:pt x="66" y="37"/>
                  </a:cubicBezTo>
                  <a:cubicBezTo>
                    <a:pt x="50" y="54"/>
                    <a:pt x="17" y="70"/>
                    <a:pt x="17" y="103"/>
                  </a:cubicBezTo>
                  <a:cubicBezTo>
                    <a:pt x="0" y="157"/>
                    <a:pt x="33" y="190"/>
                    <a:pt x="83" y="190"/>
                  </a:cubicBezTo>
                  <a:lnTo>
                    <a:pt x="153" y="190"/>
                  </a:lnTo>
                  <a:cubicBezTo>
                    <a:pt x="169" y="173"/>
                    <a:pt x="169" y="173"/>
                    <a:pt x="186" y="173"/>
                  </a:cubicBezTo>
                  <a:cubicBezTo>
                    <a:pt x="207" y="157"/>
                    <a:pt x="239" y="120"/>
                    <a:pt x="239" y="103"/>
                  </a:cubicBezTo>
                  <a:cubicBezTo>
                    <a:pt x="256" y="70"/>
                    <a:pt x="256" y="54"/>
                    <a:pt x="239" y="37"/>
                  </a:cubicBezTo>
                  <a:cubicBezTo>
                    <a:pt x="223" y="0"/>
                    <a:pt x="186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2" name="Google Shape;18692;p47"/>
            <p:cNvSpPr/>
            <p:nvPr/>
          </p:nvSpPr>
          <p:spPr>
            <a:xfrm>
              <a:off x="4467200" y="2332200"/>
              <a:ext cx="425" cy="850"/>
            </a:xfrm>
            <a:custGeom>
              <a:avLst/>
              <a:gdLst/>
              <a:ahLst/>
              <a:cxnLst/>
              <a:rect l="l" t="t" r="r" b="b"/>
              <a:pathLst>
                <a:path w="17" h="34" extrusionOk="0">
                  <a:moveTo>
                    <a:pt x="0" y="34"/>
                  </a:moveTo>
                  <a:cubicBezTo>
                    <a:pt x="0" y="34"/>
                    <a:pt x="17" y="17"/>
                    <a:pt x="17" y="1"/>
                  </a:cubicBezTo>
                  <a:lnTo>
                    <a:pt x="17" y="1"/>
                  </a:lnTo>
                  <a:cubicBezTo>
                    <a:pt x="17" y="17"/>
                    <a:pt x="0" y="34"/>
                    <a:pt x="0" y="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3" name="Google Shape;18693;p47"/>
            <p:cNvSpPr/>
            <p:nvPr/>
          </p:nvSpPr>
          <p:spPr>
            <a:xfrm>
              <a:off x="4522950" y="2284500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0"/>
                  </a:moveTo>
                  <a:cubicBezTo>
                    <a:pt x="158" y="0"/>
                    <a:pt x="121" y="17"/>
                    <a:pt x="88" y="37"/>
                  </a:cubicBezTo>
                  <a:cubicBezTo>
                    <a:pt x="55" y="54"/>
                    <a:pt x="38" y="70"/>
                    <a:pt x="38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1" y="206"/>
                    <a:pt x="141" y="190"/>
                    <a:pt x="174" y="190"/>
                  </a:cubicBezTo>
                  <a:lnTo>
                    <a:pt x="191" y="173"/>
                  </a:lnTo>
                  <a:cubicBezTo>
                    <a:pt x="224" y="157"/>
                    <a:pt x="244" y="120"/>
                    <a:pt x="261" y="103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4" name="Google Shape;18694;p47"/>
            <p:cNvSpPr/>
            <p:nvPr/>
          </p:nvSpPr>
          <p:spPr>
            <a:xfrm>
              <a:off x="4928450" y="2280050"/>
              <a:ext cx="6425" cy="4875"/>
            </a:xfrm>
            <a:custGeom>
              <a:avLst/>
              <a:gdLst/>
              <a:ahLst/>
              <a:cxnLst/>
              <a:rect l="l" t="t" r="r" b="b"/>
              <a:pathLst>
                <a:path w="257" h="195" extrusionOk="0">
                  <a:moveTo>
                    <a:pt x="155" y="1"/>
                  </a:moveTo>
                  <a:cubicBezTo>
                    <a:pt x="139" y="1"/>
                    <a:pt x="122" y="3"/>
                    <a:pt x="104" y="9"/>
                  </a:cubicBezTo>
                  <a:cubicBezTo>
                    <a:pt x="66" y="25"/>
                    <a:pt x="33" y="58"/>
                    <a:pt x="17" y="75"/>
                  </a:cubicBezTo>
                  <a:cubicBezTo>
                    <a:pt x="17" y="112"/>
                    <a:pt x="0" y="129"/>
                    <a:pt x="17" y="145"/>
                  </a:cubicBezTo>
                  <a:cubicBezTo>
                    <a:pt x="17" y="162"/>
                    <a:pt x="33" y="178"/>
                    <a:pt x="50" y="195"/>
                  </a:cubicBezTo>
                  <a:cubicBezTo>
                    <a:pt x="83" y="195"/>
                    <a:pt x="120" y="195"/>
                    <a:pt x="153" y="178"/>
                  </a:cubicBezTo>
                  <a:cubicBezTo>
                    <a:pt x="223" y="162"/>
                    <a:pt x="256" y="91"/>
                    <a:pt x="240" y="42"/>
                  </a:cubicBezTo>
                  <a:cubicBezTo>
                    <a:pt x="228" y="18"/>
                    <a:pt x="196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5" name="Google Shape;18695;p47"/>
            <p:cNvSpPr/>
            <p:nvPr/>
          </p:nvSpPr>
          <p:spPr>
            <a:xfrm>
              <a:off x="4927925" y="2292625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74" y="1"/>
                  </a:moveTo>
                  <a:cubicBezTo>
                    <a:pt x="157" y="1"/>
                    <a:pt x="141" y="21"/>
                    <a:pt x="104" y="21"/>
                  </a:cubicBezTo>
                  <a:cubicBezTo>
                    <a:pt x="54" y="54"/>
                    <a:pt x="1" y="104"/>
                    <a:pt x="21" y="157"/>
                  </a:cubicBezTo>
                  <a:cubicBezTo>
                    <a:pt x="32" y="189"/>
                    <a:pt x="62" y="200"/>
                    <a:pt x="97" y="200"/>
                  </a:cubicBezTo>
                  <a:cubicBezTo>
                    <a:pt x="117" y="200"/>
                    <a:pt x="138" y="196"/>
                    <a:pt x="157" y="190"/>
                  </a:cubicBezTo>
                  <a:cubicBezTo>
                    <a:pt x="174" y="174"/>
                    <a:pt x="190" y="174"/>
                    <a:pt x="207" y="157"/>
                  </a:cubicBezTo>
                  <a:cubicBezTo>
                    <a:pt x="244" y="124"/>
                    <a:pt x="261" y="87"/>
                    <a:pt x="261" y="54"/>
                  </a:cubicBezTo>
                  <a:cubicBezTo>
                    <a:pt x="244" y="2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6" name="Google Shape;18696;p47"/>
            <p:cNvSpPr/>
            <p:nvPr/>
          </p:nvSpPr>
          <p:spPr>
            <a:xfrm>
              <a:off x="4846000" y="2315400"/>
              <a:ext cx="6400" cy="5075"/>
            </a:xfrm>
            <a:custGeom>
              <a:avLst/>
              <a:gdLst/>
              <a:ahLst/>
              <a:cxnLst/>
              <a:rect l="l" t="t" r="r" b="b"/>
              <a:pathLst>
                <a:path w="256" h="203" extrusionOk="0">
                  <a:moveTo>
                    <a:pt x="159" y="0"/>
                  </a:moveTo>
                  <a:cubicBezTo>
                    <a:pt x="140" y="0"/>
                    <a:pt x="120" y="6"/>
                    <a:pt x="103" y="17"/>
                  </a:cubicBezTo>
                  <a:cubicBezTo>
                    <a:pt x="66" y="38"/>
                    <a:pt x="33" y="54"/>
                    <a:pt x="17" y="87"/>
                  </a:cubicBezTo>
                  <a:cubicBezTo>
                    <a:pt x="0" y="104"/>
                    <a:pt x="0" y="141"/>
                    <a:pt x="0" y="158"/>
                  </a:cubicBezTo>
                  <a:cubicBezTo>
                    <a:pt x="17" y="174"/>
                    <a:pt x="33" y="191"/>
                    <a:pt x="50" y="191"/>
                  </a:cubicBezTo>
                  <a:cubicBezTo>
                    <a:pt x="58" y="199"/>
                    <a:pt x="75" y="203"/>
                    <a:pt x="95" y="203"/>
                  </a:cubicBezTo>
                  <a:cubicBezTo>
                    <a:pt x="115" y="203"/>
                    <a:pt x="136" y="199"/>
                    <a:pt x="153" y="191"/>
                  </a:cubicBezTo>
                  <a:cubicBezTo>
                    <a:pt x="206" y="158"/>
                    <a:pt x="256" y="104"/>
                    <a:pt x="239" y="54"/>
                  </a:cubicBezTo>
                  <a:cubicBezTo>
                    <a:pt x="228" y="20"/>
                    <a:pt x="195" y="0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7" name="Google Shape;18697;p47"/>
            <p:cNvSpPr/>
            <p:nvPr/>
          </p:nvSpPr>
          <p:spPr>
            <a:xfrm>
              <a:off x="4775500" y="2352800"/>
              <a:ext cx="6925" cy="5025"/>
            </a:xfrm>
            <a:custGeom>
              <a:avLst/>
              <a:gdLst/>
              <a:ahLst/>
              <a:cxnLst/>
              <a:rect l="l" t="t" r="r" b="b"/>
              <a:pathLst>
                <a:path w="277" h="201" extrusionOk="0">
                  <a:moveTo>
                    <a:pt x="175" y="1"/>
                  </a:moveTo>
                  <a:cubicBezTo>
                    <a:pt x="153" y="1"/>
                    <a:pt x="128" y="6"/>
                    <a:pt x="103" y="18"/>
                  </a:cubicBezTo>
                  <a:cubicBezTo>
                    <a:pt x="54" y="51"/>
                    <a:pt x="0" y="105"/>
                    <a:pt x="17" y="154"/>
                  </a:cubicBezTo>
                  <a:cubicBezTo>
                    <a:pt x="30" y="189"/>
                    <a:pt x="62" y="201"/>
                    <a:pt x="97" y="201"/>
                  </a:cubicBezTo>
                  <a:cubicBezTo>
                    <a:pt x="117" y="201"/>
                    <a:pt x="138" y="197"/>
                    <a:pt x="157" y="191"/>
                  </a:cubicBezTo>
                  <a:cubicBezTo>
                    <a:pt x="223" y="154"/>
                    <a:pt x="276" y="105"/>
                    <a:pt x="260" y="51"/>
                  </a:cubicBezTo>
                  <a:cubicBezTo>
                    <a:pt x="249" y="19"/>
                    <a:pt x="216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8" name="Google Shape;18698;p47"/>
            <p:cNvSpPr/>
            <p:nvPr/>
          </p:nvSpPr>
          <p:spPr>
            <a:xfrm>
              <a:off x="4765600" y="2271375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176" y="0"/>
                  </a:moveTo>
                  <a:cubicBezTo>
                    <a:pt x="153" y="0"/>
                    <a:pt x="128" y="4"/>
                    <a:pt x="103" y="10"/>
                  </a:cubicBezTo>
                  <a:cubicBezTo>
                    <a:pt x="54" y="47"/>
                    <a:pt x="0" y="96"/>
                    <a:pt x="21" y="150"/>
                  </a:cubicBezTo>
                  <a:cubicBezTo>
                    <a:pt x="32" y="182"/>
                    <a:pt x="63" y="200"/>
                    <a:pt x="98" y="200"/>
                  </a:cubicBezTo>
                  <a:cubicBezTo>
                    <a:pt x="117" y="200"/>
                    <a:pt x="138" y="195"/>
                    <a:pt x="157" y="183"/>
                  </a:cubicBezTo>
                  <a:cubicBezTo>
                    <a:pt x="227" y="150"/>
                    <a:pt x="260" y="96"/>
                    <a:pt x="260" y="47"/>
                  </a:cubicBezTo>
                  <a:cubicBezTo>
                    <a:pt x="249" y="12"/>
                    <a:pt x="217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9" name="Google Shape;18699;p47"/>
            <p:cNvSpPr/>
            <p:nvPr/>
          </p:nvSpPr>
          <p:spPr>
            <a:xfrm>
              <a:off x="4755275" y="22835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56" y="1"/>
                  </a:moveTo>
                  <a:cubicBezTo>
                    <a:pt x="140" y="1"/>
                    <a:pt x="123" y="3"/>
                    <a:pt x="104" y="7"/>
                  </a:cubicBezTo>
                  <a:cubicBezTo>
                    <a:pt x="38" y="40"/>
                    <a:pt x="1" y="110"/>
                    <a:pt x="22" y="143"/>
                  </a:cubicBezTo>
                  <a:cubicBezTo>
                    <a:pt x="22" y="178"/>
                    <a:pt x="50" y="197"/>
                    <a:pt x="88" y="197"/>
                  </a:cubicBezTo>
                  <a:cubicBezTo>
                    <a:pt x="109" y="197"/>
                    <a:pt x="133" y="192"/>
                    <a:pt x="158" y="180"/>
                  </a:cubicBezTo>
                  <a:cubicBezTo>
                    <a:pt x="228" y="160"/>
                    <a:pt x="261" y="94"/>
                    <a:pt x="244" y="40"/>
                  </a:cubicBezTo>
                  <a:cubicBezTo>
                    <a:pt x="232" y="16"/>
                    <a:pt x="200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0" name="Google Shape;18700;p47"/>
            <p:cNvSpPr/>
            <p:nvPr/>
          </p:nvSpPr>
          <p:spPr>
            <a:xfrm>
              <a:off x="4763025" y="230510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57" y="1"/>
                  </a:moveTo>
                  <a:cubicBezTo>
                    <a:pt x="124" y="1"/>
                    <a:pt x="87" y="17"/>
                    <a:pt x="70" y="38"/>
                  </a:cubicBezTo>
                  <a:cubicBezTo>
                    <a:pt x="37" y="54"/>
                    <a:pt x="21" y="87"/>
                    <a:pt x="0" y="104"/>
                  </a:cubicBezTo>
                  <a:cubicBezTo>
                    <a:pt x="0" y="141"/>
                    <a:pt x="0" y="157"/>
                    <a:pt x="21" y="174"/>
                  </a:cubicBezTo>
                  <a:cubicBezTo>
                    <a:pt x="21" y="190"/>
                    <a:pt x="54" y="207"/>
                    <a:pt x="87" y="207"/>
                  </a:cubicBezTo>
                  <a:cubicBezTo>
                    <a:pt x="103" y="207"/>
                    <a:pt x="124" y="190"/>
                    <a:pt x="140" y="190"/>
                  </a:cubicBezTo>
                  <a:cubicBezTo>
                    <a:pt x="157" y="190"/>
                    <a:pt x="157" y="174"/>
                    <a:pt x="173" y="174"/>
                  </a:cubicBezTo>
                  <a:cubicBezTo>
                    <a:pt x="206" y="157"/>
                    <a:pt x="227" y="120"/>
                    <a:pt x="227" y="104"/>
                  </a:cubicBezTo>
                  <a:cubicBezTo>
                    <a:pt x="260" y="54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1" name="Google Shape;18701;p47"/>
            <p:cNvSpPr/>
            <p:nvPr/>
          </p:nvSpPr>
          <p:spPr>
            <a:xfrm>
              <a:off x="4747550" y="2306375"/>
              <a:ext cx="6525" cy="4825"/>
            </a:xfrm>
            <a:custGeom>
              <a:avLst/>
              <a:gdLst/>
              <a:ahLst/>
              <a:cxnLst/>
              <a:rect l="l" t="t" r="r" b="b"/>
              <a:pathLst>
                <a:path w="261" h="193" extrusionOk="0">
                  <a:moveTo>
                    <a:pt x="163" y="1"/>
                  </a:moveTo>
                  <a:cubicBezTo>
                    <a:pt x="145" y="1"/>
                    <a:pt x="126" y="6"/>
                    <a:pt x="104" y="20"/>
                  </a:cubicBezTo>
                  <a:cubicBezTo>
                    <a:pt x="54" y="36"/>
                    <a:pt x="21" y="69"/>
                    <a:pt x="21" y="106"/>
                  </a:cubicBezTo>
                  <a:cubicBezTo>
                    <a:pt x="1" y="123"/>
                    <a:pt x="1" y="139"/>
                    <a:pt x="21" y="139"/>
                  </a:cubicBezTo>
                  <a:cubicBezTo>
                    <a:pt x="21" y="173"/>
                    <a:pt x="48" y="192"/>
                    <a:pt x="85" y="192"/>
                  </a:cubicBezTo>
                  <a:cubicBezTo>
                    <a:pt x="107" y="192"/>
                    <a:pt x="132" y="186"/>
                    <a:pt x="157" y="172"/>
                  </a:cubicBezTo>
                  <a:cubicBezTo>
                    <a:pt x="228" y="156"/>
                    <a:pt x="260" y="90"/>
                    <a:pt x="244" y="53"/>
                  </a:cubicBezTo>
                  <a:cubicBezTo>
                    <a:pt x="244" y="36"/>
                    <a:pt x="228" y="20"/>
                    <a:pt x="228" y="20"/>
                  </a:cubicBezTo>
                  <a:cubicBezTo>
                    <a:pt x="206" y="10"/>
                    <a:pt x="186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2" name="Google Shape;18702;p47"/>
            <p:cNvSpPr/>
            <p:nvPr/>
          </p:nvSpPr>
          <p:spPr>
            <a:xfrm>
              <a:off x="4748900" y="2316350"/>
              <a:ext cx="6400" cy="4725"/>
            </a:xfrm>
            <a:custGeom>
              <a:avLst/>
              <a:gdLst/>
              <a:ahLst/>
              <a:cxnLst/>
              <a:rect l="l" t="t" r="r" b="b"/>
              <a:pathLst>
                <a:path w="256" h="189" extrusionOk="0">
                  <a:moveTo>
                    <a:pt x="153" y="0"/>
                  </a:moveTo>
                  <a:cubicBezTo>
                    <a:pt x="153" y="0"/>
                    <a:pt x="120" y="0"/>
                    <a:pt x="103" y="16"/>
                  </a:cubicBezTo>
                  <a:cubicBezTo>
                    <a:pt x="50" y="33"/>
                    <a:pt x="0" y="103"/>
                    <a:pt x="17" y="136"/>
                  </a:cubicBezTo>
                  <a:cubicBezTo>
                    <a:pt x="28" y="168"/>
                    <a:pt x="61" y="188"/>
                    <a:pt x="96" y="188"/>
                  </a:cubicBezTo>
                  <a:cubicBezTo>
                    <a:pt x="115" y="188"/>
                    <a:pt x="135" y="182"/>
                    <a:pt x="153" y="169"/>
                  </a:cubicBezTo>
                  <a:cubicBezTo>
                    <a:pt x="174" y="169"/>
                    <a:pt x="190" y="153"/>
                    <a:pt x="206" y="153"/>
                  </a:cubicBezTo>
                  <a:cubicBezTo>
                    <a:pt x="239" y="120"/>
                    <a:pt x="256" y="82"/>
                    <a:pt x="256" y="49"/>
                  </a:cubicBezTo>
                  <a:cubicBezTo>
                    <a:pt x="239" y="16"/>
                    <a:pt x="206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3" name="Google Shape;18703;p47"/>
            <p:cNvSpPr/>
            <p:nvPr/>
          </p:nvSpPr>
          <p:spPr>
            <a:xfrm>
              <a:off x="4631175" y="239962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0"/>
                    <a:pt x="71" y="33"/>
                  </a:cubicBezTo>
                  <a:cubicBezTo>
                    <a:pt x="55" y="50"/>
                    <a:pt x="17" y="70"/>
                    <a:pt x="17" y="103"/>
                  </a:cubicBezTo>
                  <a:cubicBezTo>
                    <a:pt x="1" y="153"/>
                    <a:pt x="38" y="190"/>
                    <a:pt x="88" y="190"/>
                  </a:cubicBezTo>
                  <a:cubicBezTo>
                    <a:pt x="121" y="190"/>
                    <a:pt x="141" y="190"/>
                    <a:pt x="158" y="173"/>
                  </a:cubicBezTo>
                  <a:lnTo>
                    <a:pt x="191" y="173"/>
                  </a:lnTo>
                  <a:cubicBezTo>
                    <a:pt x="207" y="136"/>
                    <a:pt x="244" y="120"/>
                    <a:pt x="244" y="87"/>
                  </a:cubicBezTo>
                  <a:cubicBezTo>
                    <a:pt x="261" y="33"/>
                    <a:pt x="22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4" name="Google Shape;18704;p47"/>
            <p:cNvSpPr/>
            <p:nvPr/>
          </p:nvSpPr>
          <p:spPr>
            <a:xfrm>
              <a:off x="4752300" y="2328300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74" y="0"/>
                  </a:moveTo>
                  <a:cubicBezTo>
                    <a:pt x="157" y="0"/>
                    <a:pt x="141" y="17"/>
                    <a:pt x="120" y="17"/>
                  </a:cubicBezTo>
                  <a:cubicBezTo>
                    <a:pt x="54" y="54"/>
                    <a:pt x="0" y="103"/>
                    <a:pt x="17" y="157"/>
                  </a:cubicBezTo>
                  <a:cubicBezTo>
                    <a:pt x="30" y="189"/>
                    <a:pt x="62" y="207"/>
                    <a:pt x="102" y="207"/>
                  </a:cubicBezTo>
                  <a:cubicBezTo>
                    <a:pt x="124" y="207"/>
                    <a:pt x="149" y="202"/>
                    <a:pt x="174" y="190"/>
                  </a:cubicBezTo>
                  <a:cubicBezTo>
                    <a:pt x="190" y="173"/>
                    <a:pt x="207" y="173"/>
                    <a:pt x="207" y="157"/>
                  </a:cubicBezTo>
                  <a:cubicBezTo>
                    <a:pt x="244" y="120"/>
                    <a:pt x="260" y="87"/>
                    <a:pt x="260" y="54"/>
                  </a:cubicBezTo>
                  <a:cubicBezTo>
                    <a:pt x="244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5" name="Google Shape;18705;p47"/>
            <p:cNvSpPr/>
            <p:nvPr/>
          </p:nvSpPr>
          <p:spPr>
            <a:xfrm>
              <a:off x="4763525" y="2351050"/>
              <a:ext cx="6425" cy="4800"/>
            </a:xfrm>
            <a:custGeom>
              <a:avLst/>
              <a:gdLst/>
              <a:ahLst/>
              <a:cxnLst/>
              <a:rect l="l" t="t" r="r" b="b"/>
              <a:pathLst>
                <a:path w="257" h="192" extrusionOk="0">
                  <a:moveTo>
                    <a:pt x="154" y="1"/>
                  </a:moveTo>
                  <a:cubicBezTo>
                    <a:pt x="132" y="1"/>
                    <a:pt x="108" y="6"/>
                    <a:pt x="83" y="18"/>
                  </a:cubicBezTo>
                  <a:cubicBezTo>
                    <a:pt x="50" y="18"/>
                    <a:pt x="34" y="55"/>
                    <a:pt x="17" y="88"/>
                  </a:cubicBezTo>
                  <a:cubicBezTo>
                    <a:pt x="1" y="104"/>
                    <a:pt x="1" y="121"/>
                    <a:pt x="1" y="137"/>
                  </a:cubicBezTo>
                  <a:cubicBezTo>
                    <a:pt x="1" y="175"/>
                    <a:pt x="17" y="175"/>
                    <a:pt x="50" y="191"/>
                  </a:cubicBezTo>
                  <a:cubicBezTo>
                    <a:pt x="67" y="191"/>
                    <a:pt x="104" y="191"/>
                    <a:pt x="137" y="175"/>
                  </a:cubicBezTo>
                  <a:cubicBezTo>
                    <a:pt x="207" y="158"/>
                    <a:pt x="256" y="88"/>
                    <a:pt x="240" y="55"/>
                  </a:cubicBezTo>
                  <a:cubicBezTo>
                    <a:pt x="229" y="20"/>
                    <a:pt x="196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6" name="Google Shape;18706;p47"/>
            <p:cNvSpPr/>
            <p:nvPr/>
          </p:nvSpPr>
          <p:spPr>
            <a:xfrm>
              <a:off x="4763025" y="236380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93" y="0"/>
                  </a:moveTo>
                  <a:cubicBezTo>
                    <a:pt x="182" y="0"/>
                    <a:pt x="170" y="2"/>
                    <a:pt x="157" y="7"/>
                  </a:cubicBezTo>
                  <a:lnTo>
                    <a:pt x="103" y="7"/>
                  </a:lnTo>
                  <a:cubicBezTo>
                    <a:pt x="37" y="40"/>
                    <a:pt x="0" y="93"/>
                    <a:pt x="21" y="143"/>
                  </a:cubicBezTo>
                  <a:cubicBezTo>
                    <a:pt x="21" y="178"/>
                    <a:pt x="49" y="197"/>
                    <a:pt x="88" y="197"/>
                  </a:cubicBezTo>
                  <a:cubicBezTo>
                    <a:pt x="108" y="197"/>
                    <a:pt x="132" y="191"/>
                    <a:pt x="157" y="180"/>
                  </a:cubicBezTo>
                  <a:cubicBezTo>
                    <a:pt x="173" y="180"/>
                    <a:pt x="190" y="163"/>
                    <a:pt x="206" y="143"/>
                  </a:cubicBezTo>
                  <a:cubicBezTo>
                    <a:pt x="243" y="126"/>
                    <a:pt x="260" y="77"/>
                    <a:pt x="243" y="40"/>
                  </a:cubicBezTo>
                  <a:cubicBezTo>
                    <a:pt x="243" y="16"/>
                    <a:pt x="224" y="0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7" name="Google Shape;18707;p47"/>
            <p:cNvSpPr/>
            <p:nvPr/>
          </p:nvSpPr>
          <p:spPr>
            <a:xfrm>
              <a:off x="4773325" y="23386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87" y="17"/>
                  </a:cubicBezTo>
                  <a:cubicBezTo>
                    <a:pt x="54" y="54"/>
                    <a:pt x="38" y="71"/>
                    <a:pt x="21" y="104"/>
                  </a:cubicBezTo>
                  <a:cubicBezTo>
                    <a:pt x="0" y="157"/>
                    <a:pt x="38" y="190"/>
                    <a:pt x="104" y="190"/>
                  </a:cubicBezTo>
                  <a:cubicBezTo>
                    <a:pt x="124" y="190"/>
                    <a:pt x="141" y="190"/>
                    <a:pt x="157" y="174"/>
                  </a:cubicBezTo>
                  <a:lnTo>
                    <a:pt x="190" y="174"/>
                  </a:lnTo>
                  <a:cubicBezTo>
                    <a:pt x="207" y="141"/>
                    <a:pt x="244" y="120"/>
                    <a:pt x="244" y="87"/>
                  </a:cubicBezTo>
                  <a:cubicBezTo>
                    <a:pt x="260" y="38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8" name="Google Shape;18708;p47"/>
            <p:cNvSpPr/>
            <p:nvPr/>
          </p:nvSpPr>
          <p:spPr>
            <a:xfrm>
              <a:off x="4766100" y="2315825"/>
              <a:ext cx="6825" cy="5175"/>
            </a:xfrm>
            <a:custGeom>
              <a:avLst/>
              <a:gdLst/>
              <a:ahLst/>
              <a:cxnLst/>
              <a:rect l="l" t="t" r="r" b="b"/>
              <a:pathLst>
                <a:path w="273" h="207" extrusionOk="0">
                  <a:moveTo>
                    <a:pt x="170" y="0"/>
                  </a:moveTo>
                  <a:cubicBezTo>
                    <a:pt x="137" y="0"/>
                    <a:pt x="104" y="21"/>
                    <a:pt x="83" y="37"/>
                  </a:cubicBezTo>
                  <a:cubicBezTo>
                    <a:pt x="50" y="54"/>
                    <a:pt x="34" y="87"/>
                    <a:pt x="17" y="103"/>
                  </a:cubicBezTo>
                  <a:cubicBezTo>
                    <a:pt x="1" y="157"/>
                    <a:pt x="34" y="207"/>
                    <a:pt x="104" y="207"/>
                  </a:cubicBezTo>
                  <a:cubicBezTo>
                    <a:pt x="120" y="207"/>
                    <a:pt x="137" y="207"/>
                    <a:pt x="153" y="190"/>
                  </a:cubicBezTo>
                  <a:cubicBezTo>
                    <a:pt x="207" y="174"/>
                    <a:pt x="240" y="141"/>
                    <a:pt x="240" y="103"/>
                  </a:cubicBezTo>
                  <a:cubicBezTo>
                    <a:pt x="273" y="54"/>
                    <a:pt x="240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9" name="Google Shape;18709;p47"/>
            <p:cNvSpPr/>
            <p:nvPr/>
          </p:nvSpPr>
          <p:spPr>
            <a:xfrm>
              <a:off x="4767750" y="23268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56" y="0"/>
                  </a:moveTo>
                  <a:cubicBezTo>
                    <a:pt x="145" y="0"/>
                    <a:pt x="133" y="2"/>
                    <a:pt x="120" y="8"/>
                  </a:cubicBezTo>
                  <a:cubicBezTo>
                    <a:pt x="87" y="8"/>
                    <a:pt x="71" y="24"/>
                    <a:pt x="38" y="41"/>
                  </a:cubicBezTo>
                  <a:cubicBezTo>
                    <a:pt x="17" y="74"/>
                    <a:pt x="1" y="94"/>
                    <a:pt x="1" y="127"/>
                  </a:cubicBezTo>
                  <a:cubicBezTo>
                    <a:pt x="1" y="144"/>
                    <a:pt x="1" y="160"/>
                    <a:pt x="38" y="177"/>
                  </a:cubicBezTo>
                  <a:cubicBezTo>
                    <a:pt x="54" y="197"/>
                    <a:pt x="87" y="197"/>
                    <a:pt x="120" y="197"/>
                  </a:cubicBezTo>
                  <a:lnTo>
                    <a:pt x="141" y="177"/>
                  </a:lnTo>
                  <a:cubicBezTo>
                    <a:pt x="158" y="177"/>
                    <a:pt x="190" y="160"/>
                    <a:pt x="207" y="144"/>
                  </a:cubicBezTo>
                  <a:cubicBezTo>
                    <a:pt x="244" y="94"/>
                    <a:pt x="261" y="41"/>
                    <a:pt x="207" y="8"/>
                  </a:cubicBezTo>
                  <a:cubicBezTo>
                    <a:pt x="196" y="8"/>
                    <a:pt x="178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0" name="Google Shape;18710;p47"/>
            <p:cNvSpPr/>
            <p:nvPr/>
          </p:nvSpPr>
          <p:spPr>
            <a:xfrm>
              <a:off x="4771275" y="2281900"/>
              <a:ext cx="6825" cy="4950"/>
            </a:xfrm>
            <a:custGeom>
              <a:avLst/>
              <a:gdLst/>
              <a:ahLst/>
              <a:cxnLst/>
              <a:rect l="l" t="t" r="r" b="b"/>
              <a:pathLst>
                <a:path w="273" h="198" extrusionOk="0">
                  <a:moveTo>
                    <a:pt x="171" y="0"/>
                  </a:moveTo>
                  <a:cubicBezTo>
                    <a:pt x="150" y="0"/>
                    <a:pt x="126" y="6"/>
                    <a:pt x="103" y="17"/>
                  </a:cubicBezTo>
                  <a:cubicBezTo>
                    <a:pt x="49" y="55"/>
                    <a:pt x="0" y="104"/>
                    <a:pt x="17" y="158"/>
                  </a:cubicBezTo>
                  <a:cubicBezTo>
                    <a:pt x="29" y="182"/>
                    <a:pt x="69" y="197"/>
                    <a:pt x="110" y="197"/>
                  </a:cubicBezTo>
                  <a:cubicBezTo>
                    <a:pt x="125" y="197"/>
                    <a:pt x="139" y="195"/>
                    <a:pt x="153" y="191"/>
                  </a:cubicBezTo>
                  <a:cubicBezTo>
                    <a:pt x="223" y="158"/>
                    <a:pt x="272" y="104"/>
                    <a:pt x="256" y="55"/>
                  </a:cubicBezTo>
                  <a:cubicBezTo>
                    <a:pt x="245" y="20"/>
                    <a:pt x="211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1" name="Google Shape;18711;p47"/>
            <p:cNvSpPr/>
            <p:nvPr/>
          </p:nvSpPr>
          <p:spPr>
            <a:xfrm>
              <a:off x="4770750" y="22943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3" y="1"/>
                    <a:pt x="87" y="17"/>
                  </a:cubicBezTo>
                  <a:cubicBezTo>
                    <a:pt x="54" y="54"/>
                    <a:pt x="38" y="71"/>
                    <a:pt x="21" y="87"/>
                  </a:cubicBezTo>
                  <a:cubicBezTo>
                    <a:pt x="0" y="120"/>
                    <a:pt x="21" y="157"/>
                    <a:pt x="38" y="174"/>
                  </a:cubicBezTo>
                  <a:cubicBezTo>
                    <a:pt x="54" y="190"/>
                    <a:pt x="70" y="190"/>
                    <a:pt x="103" y="190"/>
                  </a:cubicBezTo>
                  <a:cubicBezTo>
                    <a:pt x="124" y="190"/>
                    <a:pt x="141" y="190"/>
                    <a:pt x="157" y="174"/>
                  </a:cubicBezTo>
                  <a:cubicBezTo>
                    <a:pt x="190" y="157"/>
                    <a:pt x="227" y="137"/>
                    <a:pt x="244" y="87"/>
                  </a:cubicBezTo>
                  <a:cubicBezTo>
                    <a:pt x="260" y="34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2" name="Google Shape;18712;p47"/>
            <p:cNvSpPr/>
            <p:nvPr/>
          </p:nvSpPr>
          <p:spPr>
            <a:xfrm>
              <a:off x="4757875" y="2293975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40" y="0"/>
                  </a:moveTo>
                  <a:cubicBezTo>
                    <a:pt x="103" y="17"/>
                    <a:pt x="70" y="33"/>
                    <a:pt x="54" y="50"/>
                  </a:cubicBezTo>
                  <a:cubicBezTo>
                    <a:pt x="0" y="103"/>
                    <a:pt x="0" y="153"/>
                    <a:pt x="37" y="190"/>
                  </a:cubicBezTo>
                  <a:cubicBezTo>
                    <a:pt x="59" y="190"/>
                    <a:pt x="74" y="197"/>
                    <a:pt x="92" y="197"/>
                  </a:cubicBezTo>
                  <a:cubicBezTo>
                    <a:pt x="101" y="197"/>
                    <a:pt x="111" y="195"/>
                    <a:pt x="124" y="190"/>
                  </a:cubicBezTo>
                  <a:lnTo>
                    <a:pt x="157" y="190"/>
                  </a:lnTo>
                  <a:cubicBezTo>
                    <a:pt x="173" y="173"/>
                    <a:pt x="190" y="153"/>
                    <a:pt x="206" y="136"/>
                  </a:cubicBezTo>
                  <a:cubicBezTo>
                    <a:pt x="243" y="120"/>
                    <a:pt x="243" y="103"/>
                    <a:pt x="243" y="70"/>
                  </a:cubicBezTo>
                  <a:cubicBezTo>
                    <a:pt x="260" y="50"/>
                    <a:pt x="243" y="17"/>
                    <a:pt x="227" y="17"/>
                  </a:cubicBezTo>
                  <a:cubicBezTo>
                    <a:pt x="190" y="0"/>
                    <a:pt x="173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3" name="Google Shape;18713;p47"/>
            <p:cNvSpPr/>
            <p:nvPr/>
          </p:nvSpPr>
          <p:spPr>
            <a:xfrm>
              <a:off x="4646650" y="23879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0"/>
                  </a:moveTo>
                  <a:cubicBezTo>
                    <a:pt x="141" y="0"/>
                    <a:pt x="103" y="0"/>
                    <a:pt x="71" y="21"/>
                  </a:cubicBezTo>
                  <a:cubicBezTo>
                    <a:pt x="54" y="38"/>
                    <a:pt x="17" y="71"/>
                    <a:pt x="17" y="87"/>
                  </a:cubicBezTo>
                  <a:cubicBezTo>
                    <a:pt x="0" y="141"/>
                    <a:pt x="38" y="190"/>
                    <a:pt x="87" y="190"/>
                  </a:cubicBezTo>
                  <a:cubicBezTo>
                    <a:pt x="103" y="190"/>
                    <a:pt x="141" y="190"/>
                    <a:pt x="157" y="174"/>
                  </a:cubicBezTo>
                  <a:cubicBezTo>
                    <a:pt x="157" y="174"/>
                    <a:pt x="174" y="174"/>
                    <a:pt x="190" y="157"/>
                  </a:cubicBezTo>
                  <a:cubicBezTo>
                    <a:pt x="207" y="141"/>
                    <a:pt x="223" y="124"/>
                    <a:pt x="244" y="87"/>
                  </a:cubicBezTo>
                  <a:cubicBezTo>
                    <a:pt x="260" y="38"/>
                    <a:pt x="223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4" name="Google Shape;18714;p47"/>
            <p:cNvSpPr/>
            <p:nvPr/>
          </p:nvSpPr>
          <p:spPr>
            <a:xfrm>
              <a:off x="4647050" y="2373425"/>
              <a:ext cx="6525" cy="4975"/>
            </a:xfrm>
            <a:custGeom>
              <a:avLst/>
              <a:gdLst/>
              <a:ahLst/>
              <a:cxnLst/>
              <a:rect l="l" t="t" r="r" b="b"/>
              <a:pathLst>
                <a:path w="261" h="199" extrusionOk="0">
                  <a:moveTo>
                    <a:pt x="157" y="0"/>
                  </a:moveTo>
                  <a:cubicBezTo>
                    <a:pt x="119" y="0"/>
                    <a:pt x="76" y="19"/>
                    <a:pt x="55" y="51"/>
                  </a:cubicBezTo>
                  <a:cubicBezTo>
                    <a:pt x="22" y="67"/>
                    <a:pt x="1" y="104"/>
                    <a:pt x="1" y="121"/>
                  </a:cubicBezTo>
                  <a:cubicBezTo>
                    <a:pt x="1" y="154"/>
                    <a:pt x="22" y="170"/>
                    <a:pt x="38" y="191"/>
                  </a:cubicBezTo>
                  <a:cubicBezTo>
                    <a:pt x="49" y="191"/>
                    <a:pt x="67" y="198"/>
                    <a:pt x="89" y="198"/>
                  </a:cubicBezTo>
                  <a:cubicBezTo>
                    <a:pt x="100" y="198"/>
                    <a:pt x="112" y="196"/>
                    <a:pt x="125" y="191"/>
                  </a:cubicBezTo>
                  <a:lnTo>
                    <a:pt x="158" y="191"/>
                  </a:lnTo>
                  <a:cubicBezTo>
                    <a:pt x="174" y="170"/>
                    <a:pt x="191" y="154"/>
                    <a:pt x="207" y="137"/>
                  </a:cubicBezTo>
                  <a:cubicBezTo>
                    <a:pt x="261" y="104"/>
                    <a:pt x="261" y="34"/>
                    <a:pt x="207" y="18"/>
                  </a:cubicBezTo>
                  <a:cubicBezTo>
                    <a:pt x="195" y="6"/>
                    <a:pt x="17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5" name="Google Shape;18715;p47"/>
            <p:cNvSpPr/>
            <p:nvPr/>
          </p:nvSpPr>
          <p:spPr>
            <a:xfrm>
              <a:off x="4675400" y="2329450"/>
              <a:ext cx="6100" cy="4950"/>
            </a:xfrm>
            <a:custGeom>
              <a:avLst/>
              <a:gdLst/>
              <a:ahLst/>
              <a:cxnLst/>
              <a:rect l="l" t="t" r="r" b="b"/>
              <a:pathLst>
                <a:path w="244" h="198" extrusionOk="0">
                  <a:moveTo>
                    <a:pt x="162" y="1"/>
                  </a:moveTo>
                  <a:cubicBezTo>
                    <a:pt x="154" y="1"/>
                    <a:pt x="146" y="2"/>
                    <a:pt x="141" y="8"/>
                  </a:cubicBezTo>
                  <a:cubicBezTo>
                    <a:pt x="104" y="8"/>
                    <a:pt x="71" y="24"/>
                    <a:pt x="54" y="41"/>
                  </a:cubicBezTo>
                  <a:cubicBezTo>
                    <a:pt x="1" y="94"/>
                    <a:pt x="1" y="160"/>
                    <a:pt x="38" y="177"/>
                  </a:cubicBezTo>
                  <a:cubicBezTo>
                    <a:pt x="54" y="198"/>
                    <a:pt x="87" y="198"/>
                    <a:pt x="124" y="198"/>
                  </a:cubicBezTo>
                  <a:cubicBezTo>
                    <a:pt x="141" y="198"/>
                    <a:pt x="141" y="177"/>
                    <a:pt x="157" y="177"/>
                  </a:cubicBezTo>
                  <a:cubicBezTo>
                    <a:pt x="174" y="177"/>
                    <a:pt x="190" y="160"/>
                    <a:pt x="207" y="144"/>
                  </a:cubicBezTo>
                  <a:cubicBezTo>
                    <a:pt x="227" y="127"/>
                    <a:pt x="244" y="94"/>
                    <a:pt x="244" y="74"/>
                  </a:cubicBezTo>
                  <a:cubicBezTo>
                    <a:pt x="244" y="41"/>
                    <a:pt x="244" y="24"/>
                    <a:pt x="207" y="8"/>
                  </a:cubicBezTo>
                  <a:cubicBezTo>
                    <a:pt x="196" y="8"/>
                    <a:pt x="178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6" name="Google Shape;18716;p47"/>
            <p:cNvSpPr/>
            <p:nvPr/>
          </p:nvSpPr>
          <p:spPr>
            <a:xfrm>
              <a:off x="4646225" y="2399600"/>
              <a:ext cx="6525" cy="4800"/>
            </a:xfrm>
            <a:custGeom>
              <a:avLst/>
              <a:gdLst/>
              <a:ahLst/>
              <a:cxnLst/>
              <a:rect l="l" t="t" r="r" b="b"/>
              <a:pathLst>
                <a:path w="261" h="192" extrusionOk="0">
                  <a:moveTo>
                    <a:pt x="170" y="1"/>
                  </a:moveTo>
                  <a:cubicBezTo>
                    <a:pt x="151" y="1"/>
                    <a:pt x="129" y="6"/>
                    <a:pt x="104" y="18"/>
                  </a:cubicBezTo>
                  <a:cubicBezTo>
                    <a:pt x="34" y="34"/>
                    <a:pt x="1" y="104"/>
                    <a:pt x="1" y="137"/>
                  </a:cubicBezTo>
                  <a:cubicBezTo>
                    <a:pt x="12" y="172"/>
                    <a:pt x="45" y="191"/>
                    <a:pt x="87" y="191"/>
                  </a:cubicBezTo>
                  <a:cubicBezTo>
                    <a:pt x="109" y="191"/>
                    <a:pt x="133" y="186"/>
                    <a:pt x="158" y="174"/>
                  </a:cubicBezTo>
                  <a:cubicBezTo>
                    <a:pt x="207" y="154"/>
                    <a:pt x="261" y="88"/>
                    <a:pt x="240" y="51"/>
                  </a:cubicBezTo>
                  <a:cubicBezTo>
                    <a:pt x="229" y="19"/>
                    <a:pt x="205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7" name="Google Shape;18717;p47"/>
            <p:cNvSpPr/>
            <p:nvPr/>
          </p:nvSpPr>
          <p:spPr>
            <a:xfrm>
              <a:off x="4679325" y="2292625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74" y="1"/>
                  </a:moveTo>
                  <a:cubicBezTo>
                    <a:pt x="103" y="1"/>
                    <a:pt x="33" y="54"/>
                    <a:pt x="17" y="104"/>
                  </a:cubicBezTo>
                  <a:cubicBezTo>
                    <a:pt x="0" y="157"/>
                    <a:pt x="33" y="207"/>
                    <a:pt x="103" y="207"/>
                  </a:cubicBezTo>
                  <a:cubicBezTo>
                    <a:pt x="120" y="207"/>
                    <a:pt x="136" y="207"/>
                    <a:pt x="153" y="190"/>
                  </a:cubicBezTo>
                  <a:cubicBezTo>
                    <a:pt x="174" y="190"/>
                    <a:pt x="174" y="190"/>
                    <a:pt x="190" y="174"/>
                  </a:cubicBezTo>
                  <a:cubicBezTo>
                    <a:pt x="223" y="157"/>
                    <a:pt x="240" y="141"/>
                    <a:pt x="240" y="104"/>
                  </a:cubicBezTo>
                  <a:cubicBezTo>
                    <a:pt x="256" y="87"/>
                    <a:pt x="256" y="54"/>
                    <a:pt x="240" y="38"/>
                  </a:cubicBezTo>
                  <a:cubicBezTo>
                    <a:pt x="223" y="2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8" name="Google Shape;18718;p47"/>
            <p:cNvSpPr/>
            <p:nvPr/>
          </p:nvSpPr>
          <p:spPr>
            <a:xfrm>
              <a:off x="4657375" y="2420650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57" y="0"/>
                  </a:moveTo>
                  <a:cubicBezTo>
                    <a:pt x="140" y="0"/>
                    <a:pt x="103" y="0"/>
                    <a:pt x="70" y="17"/>
                  </a:cubicBezTo>
                  <a:cubicBezTo>
                    <a:pt x="37" y="33"/>
                    <a:pt x="21" y="70"/>
                    <a:pt x="21" y="87"/>
                  </a:cubicBezTo>
                  <a:cubicBezTo>
                    <a:pt x="0" y="136"/>
                    <a:pt x="21" y="174"/>
                    <a:pt x="54" y="190"/>
                  </a:cubicBezTo>
                  <a:lnTo>
                    <a:pt x="87" y="190"/>
                  </a:lnTo>
                  <a:cubicBezTo>
                    <a:pt x="103" y="190"/>
                    <a:pt x="124" y="190"/>
                    <a:pt x="157" y="174"/>
                  </a:cubicBezTo>
                  <a:cubicBezTo>
                    <a:pt x="173" y="174"/>
                    <a:pt x="206" y="136"/>
                    <a:pt x="227" y="120"/>
                  </a:cubicBezTo>
                  <a:cubicBezTo>
                    <a:pt x="227" y="103"/>
                    <a:pt x="243" y="103"/>
                    <a:pt x="243" y="87"/>
                  </a:cubicBezTo>
                  <a:cubicBezTo>
                    <a:pt x="260" y="33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9" name="Google Shape;18719;p47"/>
            <p:cNvSpPr/>
            <p:nvPr/>
          </p:nvSpPr>
          <p:spPr>
            <a:xfrm>
              <a:off x="4653150" y="2408175"/>
              <a:ext cx="6400" cy="4925"/>
            </a:xfrm>
            <a:custGeom>
              <a:avLst/>
              <a:gdLst/>
              <a:ahLst/>
              <a:cxnLst/>
              <a:rect l="l" t="t" r="r" b="b"/>
              <a:pathLst>
                <a:path w="256" h="197" extrusionOk="0">
                  <a:moveTo>
                    <a:pt x="159" y="0"/>
                  </a:moveTo>
                  <a:cubicBezTo>
                    <a:pt x="140" y="0"/>
                    <a:pt x="120" y="6"/>
                    <a:pt x="103" y="17"/>
                  </a:cubicBezTo>
                  <a:cubicBezTo>
                    <a:pt x="33" y="38"/>
                    <a:pt x="0" y="104"/>
                    <a:pt x="0" y="157"/>
                  </a:cubicBezTo>
                  <a:cubicBezTo>
                    <a:pt x="12" y="181"/>
                    <a:pt x="53" y="197"/>
                    <a:pt x="100" y="197"/>
                  </a:cubicBezTo>
                  <a:cubicBezTo>
                    <a:pt x="117" y="197"/>
                    <a:pt x="135" y="195"/>
                    <a:pt x="153" y="190"/>
                  </a:cubicBezTo>
                  <a:cubicBezTo>
                    <a:pt x="206" y="157"/>
                    <a:pt x="256" y="87"/>
                    <a:pt x="239" y="54"/>
                  </a:cubicBezTo>
                  <a:cubicBezTo>
                    <a:pt x="229" y="19"/>
                    <a:pt x="195" y="0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0" name="Google Shape;18720;p47"/>
            <p:cNvSpPr/>
            <p:nvPr/>
          </p:nvSpPr>
          <p:spPr>
            <a:xfrm>
              <a:off x="4680150" y="234077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3" y="17"/>
                    <a:pt x="70" y="33"/>
                  </a:cubicBezTo>
                  <a:cubicBezTo>
                    <a:pt x="54" y="54"/>
                    <a:pt x="17" y="70"/>
                    <a:pt x="17" y="103"/>
                  </a:cubicBezTo>
                  <a:cubicBezTo>
                    <a:pt x="0" y="120"/>
                    <a:pt x="0" y="157"/>
                    <a:pt x="17" y="173"/>
                  </a:cubicBezTo>
                  <a:cubicBezTo>
                    <a:pt x="37" y="190"/>
                    <a:pt x="70" y="190"/>
                    <a:pt x="87" y="190"/>
                  </a:cubicBezTo>
                  <a:lnTo>
                    <a:pt x="157" y="190"/>
                  </a:lnTo>
                  <a:cubicBezTo>
                    <a:pt x="174" y="173"/>
                    <a:pt x="174" y="173"/>
                    <a:pt x="190" y="173"/>
                  </a:cubicBezTo>
                  <a:cubicBezTo>
                    <a:pt x="207" y="157"/>
                    <a:pt x="244" y="120"/>
                    <a:pt x="244" y="103"/>
                  </a:cubicBezTo>
                  <a:cubicBezTo>
                    <a:pt x="260" y="33"/>
                    <a:pt x="223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1" name="Google Shape;18721;p47"/>
            <p:cNvSpPr/>
            <p:nvPr/>
          </p:nvSpPr>
          <p:spPr>
            <a:xfrm>
              <a:off x="4632950" y="238755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53" y="1"/>
                  </a:moveTo>
                  <a:cubicBezTo>
                    <a:pt x="120" y="1"/>
                    <a:pt x="87" y="17"/>
                    <a:pt x="70" y="55"/>
                  </a:cubicBezTo>
                  <a:cubicBezTo>
                    <a:pt x="17" y="88"/>
                    <a:pt x="0" y="158"/>
                    <a:pt x="50" y="191"/>
                  </a:cubicBezTo>
                  <a:lnTo>
                    <a:pt x="136" y="191"/>
                  </a:lnTo>
                  <a:cubicBezTo>
                    <a:pt x="136" y="191"/>
                    <a:pt x="153" y="191"/>
                    <a:pt x="173" y="174"/>
                  </a:cubicBezTo>
                  <a:cubicBezTo>
                    <a:pt x="190" y="174"/>
                    <a:pt x="206" y="158"/>
                    <a:pt x="223" y="141"/>
                  </a:cubicBezTo>
                  <a:cubicBezTo>
                    <a:pt x="276" y="104"/>
                    <a:pt x="276" y="38"/>
                    <a:pt x="223" y="17"/>
                  </a:cubicBezTo>
                  <a:cubicBezTo>
                    <a:pt x="206" y="1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2" name="Google Shape;18722;p47"/>
            <p:cNvSpPr/>
            <p:nvPr/>
          </p:nvSpPr>
          <p:spPr>
            <a:xfrm>
              <a:off x="4683650" y="2351475"/>
              <a:ext cx="6425" cy="5200"/>
            </a:xfrm>
            <a:custGeom>
              <a:avLst/>
              <a:gdLst/>
              <a:ahLst/>
              <a:cxnLst/>
              <a:rect l="l" t="t" r="r" b="b"/>
              <a:pathLst>
                <a:path w="257" h="208" extrusionOk="0">
                  <a:moveTo>
                    <a:pt x="170" y="1"/>
                  </a:moveTo>
                  <a:cubicBezTo>
                    <a:pt x="137" y="1"/>
                    <a:pt x="104" y="17"/>
                    <a:pt x="67" y="38"/>
                  </a:cubicBezTo>
                  <a:cubicBezTo>
                    <a:pt x="50" y="55"/>
                    <a:pt x="34" y="71"/>
                    <a:pt x="17" y="104"/>
                  </a:cubicBezTo>
                  <a:cubicBezTo>
                    <a:pt x="1" y="158"/>
                    <a:pt x="34" y="207"/>
                    <a:pt x="83" y="207"/>
                  </a:cubicBezTo>
                  <a:cubicBezTo>
                    <a:pt x="120" y="207"/>
                    <a:pt x="137" y="191"/>
                    <a:pt x="153" y="191"/>
                  </a:cubicBezTo>
                  <a:cubicBezTo>
                    <a:pt x="186" y="174"/>
                    <a:pt x="223" y="141"/>
                    <a:pt x="240" y="104"/>
                  </a:cubicBezTo>
                  <a:cubicBezTo>
                    <a:pt x="256" y="55"/>
                    <a:pt x="223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3" name="Google Shape;18723;p47"/>
            <p:cNvSpPr/>
            <p:nvPr/>
          </p:nvSpPr>
          <p:spPr>
            <a:xfrm>
              <a:off x="4636750" y="23510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17"/>
                    <a:pt x="71" y="33"/>
                  </a:cubicBezTo>
                  <a:cubicBezTo>
                    <a:pt x="54" y="54"/>
                    <a:pt x="38" y="71"/>
                    <a:pt x="21" y="103"/>
                  </a:cubicBezTo>
                  <a:cubicBezTo>
                    <a:pt x="1" y="157"/>
                    <a:pt x="21" y="190"/>
                    <a:pt x="71" y="190"/>
                  </a:cubicBezTo>
                  <a:cubicBezTo>
                    <a:pt x="71" y="207"/>
                    <a:pt x="87" y="207"/>
                    <a:pt x="104" y="207"/>
                  </a:cubicBezTo>
                  <a:cubicBezTo>
                    <a:pt x="124" y="207"/>
                    <a:pt x="141" y="190"/>
                    <a:pt x="157" y="190"/>
                  </a:cubicBezTo>
                  <a:cubicBezTo>
                    <a:pt x="190" y="174"/>
                    <a:pt x="207" y="157"/>
                    <a:pt x="227" y="120"/>
                  </a:cubicBezTo>
                  <a:cubicBezTo>
                    <a:pt x="244" y="120"/>
                    <a:pt x="244" y="103"/>
                    <a:pt x="244" y="103"/>
                  </a:cubicBezTo>
                  <a:cubicBezTo>
                    <a:pt x="260" y="54"/>
                    <a:pt x="22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4" name="Google Shape;18724;p47"/>
            <p:cNvSpPr/>
            <p:nvPr/>
          </p:nvSpPr>
          <p:spPr>
            <a:xfrm>
              <a:off x="4688300" y="23296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17"/>
                    <a:pt x="70" y="34"/>
                  </a:cubicBezTo>
                  <a:cubicBezTo>
                    <a:pt x="54" y="50"/>
                    <a:pt x="21" y="87"/>
                    <a:pt x="21" y="104"/>
                  </a:cubicBezTo>
                  <a:cubicBezTo>
                    <a:pt x="0" y="137"/>
                    <a:pt x="21" y="170"/>
                    <a:pt x="37" y="191"/>
                  </a:cubicBezTo>
                  <a:cubicBezTo>
                    <a:pt x="54" y="191"/>
                    <a:pt x="70" y="207"/>
                    <a:pt x="87" y="207"/>
                  </a:cubicBezTo>
                  <a:cubicBezTo>
                    <a:pt x="103" y="207"/>
                    <a:pt x="140" y="207"/>
                    <a:pt x="157" y="191"/>
                  </a:cubicBezTo>
                  <a:cubicBezTo>
                    <a:pt x="190" y="170"/>
                    <a:pt x="227" y="137"/>
                    <a:pt x="243" y="104"/>
                  </a:cubicBezTo>
                  <a:lnTo>
                    <a:pt x="243" y="87"/>
                  </a:lnTo>
                  <a:cubicBezTo>
                    <a:pt x="260" y="50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5" name="Google Shape;18725;p47"/>
            <p:cNvSpPr/>
            <p:nvPr/>
          </p:nvSpPr>
          <p:spPr>
            <a:xfrm>
              <a:off x="4679725" y="22815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58" y="0"/>
                    <a:pt x="120" y="17"/>
                    <a:pt x="87" y="33"/>
                  </a:cubicBezTo>
                  <a:cubicBezTo>
                    <a:pt x="54" y="54"/>
                    <a:pt x="34" y="71"/>
                    <a:pt x="34" y="104"/>
                  </a:cubicBezTo>
                  <a:cubicBezTo>
                    <a:pt x="1" y="157"/>
                    <a:pt x="34" y="207"/>
                    <a:pt x="104" y="207"/>
                  </a:cubicBezTo>
                  <a:cubicBezTo>
                    <a:pt x="120" y="207"/>
                    <a:pt x="158" y="190"/>
                    <a:pt x="174" y="190"/>
                  </a:cubicBezTo>
                  <a:lnTo>
                    <a:pt x="191" y="174"/>
                  </a:lnTo>
                  <a:cubicBezTo>
                    <a:pt x="224" y="157"/>
                    <a:pt x="240" y="120"/>
                    <a:pt x="261" y="104"/>
                  </a:cubicBezTo>
                  <a:cubicBezTo>
                    <a:pt x="261" y="71"/>
                    <a:pt x="261" y="54"/>
                    <a:pt x="240" y="33"/>
                  </a:cubicBezTo>
                  <a:cubicBezTo>
                    <a:pt x="240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6" name="Google Shape;18726;p47"/>
            <p:cNvSpPr/>
            <p:nvPr/>
          </p:nvSpPr>
          <p:spPr>
            <a:xfrm>
              <a:off x="4683125" y="230685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5" y="0"/>
                  </a:moveTo>
                  <a:cubicBezTo>
                    <a:pt x="154" y="0"/>
                    <a:pt x="129" y="6"/>
                    <a:pt x="104" y="17"/>
                  </a:cubicBezTo>
                  <a:cubicBezTo>
                    <a:pt x="38" y="34"/>
                    <a:pt x="1" y="104"/>
                    <a:pt x="22" y="153"/>
                  </a:cubicBezTo>
                  <a:cubicBezTo>
                    <a:pt x="34" y="181"/>
                    <a:pt x="64" y="197"/>
                    <a:pt x="107" y="197"/>
                  </a:cubicBezTo>
                  <a:cubicBezTo>
                    <a:pt x="122" y="197"/>
                    <a:pt x="139" y="195"/>
                    <a:pt x="158" y="190"/>
                  </a:cubicBezTo>
                  <a:cubicBezTo>
                    <a:pt x="228" y="153"/>
                    <a:pt x="261" y="104"/>
                    <a:pt x="244" y="50"/>
                  </a:cubicBezTo>
                  <a:cubicBezTo>
                    <a:pt x="244" y="18"/>
                    <a:pt x="215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7" name="Google Shape;18727;p47"/>
            <p:cNvSpPr/>
            <p:nvPr/>
          </p:nvSpPr>
          <p:spPr>
            <a:xfrm>
              <a:off x="4778075" y="2363225"/>
              <a:ext cx="6500" cy="5075"/>
            </a:xfrm>
            <a:custGeom>
              <a:avLst/>
              <a:gdLst/>
              <a:ahLst/>
              <a:cxnLst/>
              <a:rect l="l" t="t" r="r" b="b"/>
              <a:pathLst>
                <a:path w="260" h="203" extrusionOk="0">
                  <a:moveTo>
                    <a:pt x="188" y="1"/>
                  </a:moveTo>
                  <a:cubicBezTo>
                    <a:pt x="173" y="1"/>
                    <a:pt x="157" y="5"/>
                    <a:pt x="140" y="13"/>
                  </a:cubicBezTo>
                  <a:cubicBezTo>
                    <a:pt x="120" y="13"/>
                    <a:pt x="87" y="30"/>
                    <a:pt x="54" y="46"/>
                  </a:cubicBezTo>
                  <a:cubicBezTo>
                    <a:pt x="17" y="100"/>
                    <a:pt x="0" y="166"/>
                    <a:pt x="54" y="186"/>
                  </a:cubicBezTo>
                  <a:cubicBezTo>
                    <a:pt x="70" y="203"/>
                    <a:pt x="103" y="203"/>
                    <a:pt x="140" y="203"/>
                  </a:cubicBezTo>
                  <a:cubicBezTo>
                    <a:pt x="140" y="203"/>
                    <a:pt x="157" y="186"/>
                    <a:pt x="173" y="186"/>
                  </a:cubicBezTo>
                  <a:cubicBezTo>
                    <a:pt x="190" y="186"/>
                    <a:pt x="206" y="166"/>
                    <a:pt x="223" y="149"/>
                  </a:cubicBezTo>
                  <a:cubicBezTo>
                    <a:pt x="243" y="133"/>
                    <a:pt x="260" y="100"/>
                    <a:pt x="260" y="83"/>
                  </a:cubicBezTo>
                  <a:cubicBezTo>
                    <a:pt x="260" y="46"/>
                    <a:pt x="243" y="30"/>
                    <a:pt x="223" y="13"/>
                  </a:cubicBezTo>
                  <a:cubicBezTo>
                    <a:pt x="215" y="5"/>
                    <a:pt x="202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8" name="Google Shape;18728;p47"/>
            <p:cNvSpPr/>
            <p:nvPr/>
          </p:nvSpPr>
          <p:spPr>
            <a:xfrm>
              <a:off x="4824850" y="23051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1"/>
                  </a:moveTo>
                  <a:cubicBezTo>
                    <a:pt x="125" y="1"/>
                    <a:pt x="104" y="17"/>
                    <a:pt x="71" y="38"/>
                  </a:cubicBezTo>
                  <a:cubicBezTo>
                    <a:pt x="38" y="54"/>
                    <a:pt x="22" y="87"/>
                    <a:pt x="1" y="104"/>
                  </a:cubicBezTo>
                  <a:cubicBezTo>
                    <a:pt x="1" y="141"/>
                    <a:pt x="1" y="157"/>
                    <a:pt x="22" y="174"/>
                  </a:cubicBezTo>
                  <a:cubicBezTo>
                    <a:pt x="38" y="190"/>
                    <a:pt x="55" y="207"/>
                    <a:pt x="88" y="207"/>
                  </a:cubicBezTo>
                  <a:cubicBezTo>
                    <a:pt x="104" y="207"/>
                    <a:pt x="125" y="207"/>
                    <a:pt x="141" y="190"/>
                  </a:cubicBezTo>
                  <a:cubicBezTo>
                    <a:pt x="158" y="190"/>
                    <a:pt x="174" y="174"/>
                    <a:pt x="174" y="174"/>
                  </a:cubicBezTo>
                  <a:cubicBezTo>
                    <a:pt x="207" y="157"/>
                    <a:pt x="228" y="141"/>
                    <a:pt x="244" y="104"/>
                  </a:cubicBezTo>
                  <a:cubicBezTo>
                    <a:pt x="261" y="54"/>
                    <a:pt x="228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9" name="Google Shape;18729;p47"/>
            <p:cNvSpPr/>
            <p:nvPr/>
          </p:nvSpPr>
          <p:spPr>
            <a:xfrm>
              <a:off x="4831775" y="2280675"/>
              <a:ext cx="6000" cy="500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157" y="0"/>
                  </a:moveTo>
                  <a:cubicBezTo>
                    <a:pt x="136" y="0"/>
                    <a:pt x="120" y="0"/>
                    <a:pt x="103" y="17"/>
                  </a:cubicBezTo>
                  <a:cubicBezTo>
                    <a:pt x="33" y="50"/>
                    <a:pt x="0" y="104"/>
                    <a:pt x="0" y="153"/>
                  </a:cubicBezTo>
                  <a:cubicBezTo>
                    <a:pt x="11" y="188"/>
                    <a:pt x="44" y="200"/>
                    <a:pt x="84" y="200"/>
                  </a:cubicBezTo>
                  <a:cubicBezTo>
                    <a:pt x="107" y="200"/>
                    <a:pt x="132" y="196"/>
                    <a:pt x="157" y="190"/>
                  </a:cubicBezTo>
                  <a:cubicBezTo>
                    <a:pt x="173" y="170"/>
                    <a:pt x="190" y="170"/>
                    <a:pt x="190" y="153"/>
                  </a:cubicBezTo>
                  <a:cubicBezTo>
                    <a:pt x="223" y="120"/>
                    <a:pt x="239" y="87"/>
                    <a:pt x="239" y="50"/>
                  </a:cubicBezTo>
                  <a:cubicBezTo>
                    <a:pt x="223" y="17"/>
                    <a:pt x="19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0" name="Google Shape;18730;p47"/>
            <p:cNvSpPr/>
            <p:nvPr/>
          </p:nvSpPr>
          <p:spPr>
            <a:xfrm>
              <a:off x="4822850" y="2291800"/>
              <a:ext cx="6375" cy="4850"/>
            </a:xfrm>
            <a:custGeom>
              <a:avLst/>
              <a:gdLst/>
              <a:ahLst/>
              <a:cxnLst/>
              <a:rect l="l" t="t" r="r" b="b"/>
              <a:pathLst>
                <a:path w="255" h="194" extrusionOk="0">
                  <a:moveTo>
                    <a:pt x="168" y="1"/>
                  </a:moveTo>
                  <a:cubicBezTo>
                    <a:pt x="135" y="1"/>
                    <a:pt x="102" y="17"/>
                    <a:pt x="81" y="34"/>
                  </a:cubicBezTo>
                  <a:cubicBezTo>
                    <a:pt x="48" y="54"/>
                    <a:pt x="31" y="71"/>
                    <a:pt x="15" y="104"/>
                  </a:cubicBezTo>
                  <a:cubicBezTo>
                    <a:pt x="1" y="150"/>
                    <a:pt x="24" y="194"/>
                    <a:pt x="76" y="194"/>
                  </a:cubicBezTo>
                  <a:cubicBezTo>
                    <a:pt x="84" y="194"/>
                    <a:pt x="92" y="193"/>
                    <a:pt x="102" y="190"/>
                  </a:cubicBezTo>
                  <a:lnTo>
                    <a:pt x="151" y="190"/>
                  </a:lnTo>
                  <a:cubicBezTo>
                    <a:pt x="168" y="174"/>
                    <a:pt x="168" y="174"/>
                    <a:pt x="184" y="174"/>
                  </a:cubicBezTo>
                  <a:cubicBezTo>
                    <a:pt x="221" y="157"/>
                    <a:pt x="238" y="120"/>
                    <a:pt x="238" y="104"/>
                  </a:cubicBezTo>
                  <a:cubicBezTo>
                    <a:pt x="254" y="71"/>
                    <a:pt x="254" y="54"/>
                    <a:pt x="238" y="34"/>
                  </a:cubicBezTo>
                  <a:cubicBezTo>
                    <a:pt x="221" y="17"/>
                    <a:pt x="205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1" name="Google Shape;18731;p47"/>
            <p:cNvSpPr/>
            <p:nvPr/>
          </p:nvSpPr>
          <p:spPr>
            <a:xfrm>
              <a:off x="4832600" y="232665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0"/>
                    <a:pt x="21" y="66"/>
                    <a:pt x="21" y="103"/>
                  </a:cubicBezTo>
                  <a:cubicBezTo>
                    <a:pt x="0" y="153"/>
                    <a:pt x="37" y="206"/>
                    <a:pt x="87" y="206"/>
                  </a:cubicBezTo>
                  <a:cubicBezTo>
                    <a:pt x="103" y="206"/>
                    <a:pt x="140" y="186"/>
                    <a:pt x="157" y="186"/>
                  </a:cubicBezTo>
                  <a:cubicBezTo>
                    <a:pt x="157" y="186"/>
                    <a:pt x="173" y="169"/>
                    <a:pt x="190" y="169"/>
                  </a:cubicBezTo>
                  <a:cubicBezTo>
                    <a:pt x="206" y="153"/>
                    <a:pt x="227" y="120"/>
                    <a:pt x="243" y="103"/>
                  </a:cubicBezTo>
                  <a:cubicBezTo>
                    <a:pt x="260" y="50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2" name="Google Shape;18732;p47"/>
            <p:cNvSpPr/>
            <p:nvPr/>
          </p:nvSpPr>
          <p:spPr>
            <a:xfrm>
              <a:off x="4827025" y="231742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83" y="0"/>
                  </a:moveTo>
                  <a:cubicBezTo>
                    <a:pt x="140" y="0"/>
                    <a:pt x="91" y="20"/>
                    <a:pt x="54" y="60"/>
                  </a:cubicBezTo>
                  <a:cubicBezTo>
                    <a:pt x="1" y="93"/>
                    <a:pt x="1" y="163"/>
                    <a:pt x="38" y="180"/>
                  </a:cubicBezTo>
                  <a:cubicBezTo>
                    <a:pt x="71" y="196"/>
                    <a:pt x="87" y="196"/>
                    <a:pt x="120" y="196"/>
                  </a:cubicBezTo>
                  <a:cubicBezTo>
                    <a:pt x="141" y="196"/>
                    <a:pt x="141" y="196"/>
                    <a:pt x="157" y="180"/>
                  </a:cubicBezTo>
                  <a:cubicBezTo>
                    <a:pt x="174" y="180"/>
                    <a:pt x="190" y="163"/>
                    <a:pt x="207" y="143"/>
                  </a:cubicBezTo>
                  <a:cubicBezTo>
                    <a:pt x="260" y="93"/>
                    <a:pt x="260" y="39"/>
                    <a:pt x="223" y="6"/>
                  </a:cubicBezTo>
                  <a:cubicBezTo>
                    <a:pt x="211" y="2"/>
                    <a:pt x="198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3" name="Google Shape;18733;p47"/>
            <p:cNvSpPr/>
            <p:nvPr/>
          </p:nvSpPr>
          <p:spPr>
            <a:xfrm>
              <a:off x="4822275" y="23493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21"/>
                    <a:pt x="87" y="37"/>
                  </a:cubicBezTo>
                  <a:cubicBezTo>
                    <a:pt x="54" y="54"/>
                    <a:pt x="38" y="87"/>
                    <a:pt x="21" y="103"/>
                  </a:cubicBezTo>
                  <a:cubicBezTo>
                    <a:pt x="1" y="157"/>
                    <a:pt x="21" y="190"/>
                    <a:pt x="71" y="206"/>
                  </a:cubicBezTo>
                  <a:lnTo>
                    <a:pt x="104" y="206"/>
                  </a:lnTo>
                  <a:cubicBezTo>
                    <a:pt x="125" y="206"/>
                    <a:pt x="141" y="206"/>
                    <a:pt x="158" y="190"/>
                  </a:cubicBezTo>
                  <a:cubicBezTo>
                    <a:pt x="191" y="173"/>
                    <a:pt x="228" y="157"/>
                    <a:pt x="244" y="141"/>
                  </a:cubicBezTo>
                  <a:lnTo>
                    <a:pt x="244" y="103"/>
                  </a:lnTo>
                  <a:cubicBezTo>
                    <a:pt x="261" y="54"/>
                    <a:pt x="228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4" name="Google Shape;18734;p47"/>
            <p:cNvSpPr/>
            <p:nvPr/>
          </p:nvSpPr>
          <p:spPr>
            <a:xfrm>
              <a:off x="4818050" y="2337200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57" y="1"/>
                  </a:moveTo>
                  <a:cubicBezTo>
                    <a:pt x="140" y="1"/>
                    <a:pt x="122" y="3"/>
                    <a:pt x="104" y="7"/>
                  </a:cubicBezTo>
                  <a:cubicBezTo>
                    <a:pt x="50" y="40"/>
                    <a:pt x="1" y="94"/>
                    <a:pt x="17" y="143"/>
                  </a:cubicBezTo>
                  <a:cubicBezTo>
                    <a:pt x="28" y="177"/>
                    <a:pt x="53" y="196"/>
                    <a:pt x="87" y="196"/>
                  </a:cubicBezTo>
                  <a:cubicBezTo>
                    <a:pt x="107" y="196"/>
                    <a:pt x="129" y="190"/>
                    <a:pt x="153" y="176"/>
                  </a:cubicBezTo>
                  <a:cubicBezTo>
                    <a:pt x="223" y="160"/>
                    <a:pt x="256" y="94"/>
                    <a:pt x="256" y="40"/>
                  </a:cubicBezTo>
                  <a:cubicBezTo>
                    <a:pt x="244" y="16"/>
                    <a:pt x="20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5" name="Google Shape;18735;p47"/>
            <p:cNvSpPr/>
            <p:nvPr/>
          </p:nvSpPr>
          <p:spPr>
            <a:xfrm>
              <a:off x="4830525" y="2270875"/>
              <a:ext cx="6000" cy="4900"/>
            </a:xfrm>
            <a:custGeom>
              <a:avLst/>
              <a:gdLst/>
              <a:ahLst/>
              <a:cxnLst/>
              <a:rect l="l" t="t" r="r" b="b"/>
              <a:pathLst>
                <a:path w="240" h="196" extrusionOk="0">
                  <a:moveTo>
                    <a:pt x="151" y="1"/>
                  </a:moveTo>
                  <a:cubicBezTo>
                    <a:pt x="132" y="1"/>
                    <a:pt x="110" y="5"/>
                    <a:pt x="83" y="13"/>
                  </a:cubicBezTo>
                  <a:cubicBezTo>
                    <a:pt x="50" y="30"/>
                    <a:pt x="17" y="67"/>
                    <a:pt x="1" y="100"/>
                  </a:cubicBezTo>
                  <a:lnTo>
                    <a:pt x="1" y="149"/>
                  </a:lnTo>
                  <a:cubicBezTo>
                    <a:pt x="11" y="184"/>
                    <a:pt x="36" y="196"/>
                    <a:pt x="70" y="196"/>
                  </a:cubicBezTo>
                  <a:cubicBezTo>
                    <a:pt x="89" y="196"/>
                    <a:pt x="112" y="192"/>
                    <a:pt x="137" y="186"/>
                  </a:cubicBezTo>
                  <a:cubicBezTo>
                    <a:pt x="207" y="149"/>
                    <a:pt x="240" y="100"/>
                    <a:pt x="223" y="46"/>
                  </a:cubicBezTo>
                  <a:cubicBezTo>
                    <a:pt x="223" y="30"/>
                    <a:pt x="223" y="30"/>
                    <a:pt x="207" y="13"/>
                  </a:cubicBezTo>
                  <a:cubicBezTo>
                    <a:pt x="188" y="5"/>
                    <a:pt x="171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6" name="Google Shape;18736;p47"/>
            <p:cNvSpPr/>
            <p:nvPr/>
          </p:nvSpPr>
          <p:spPr>
            <a:xfrm>
              <a:off x="4814150" y="237427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87" y="33"/>
                  </a:cubicBezTo>
                  <a:cubicBezTo>
                    <a:pt x="54" y="54"/>
                    <a:pt x="37" y="70"/>
                    <a:pt x="17" y="103"/>
                  </a:cubicBezTo>
                  <a:cubicBezTo>
                    <a:pt x="0" y="157"/>
                    <a:pt x="37" y="206"/>
                    <a:pt x="103" y="206"/>
                  </a:cubicBezTo>
                  <a:cubicBezTo>
                    <a:pt x="120" y="206"/>
                    <a:pt x="140" y="190"/>
                    <a:pt x="157" y="190"/>
                  </a:cubicBezTo>
                  <a:cubicBezTo>
                    <a:pt x="173" y="190"/>
                    <a:pt x="173" y="173"/>
                    <a:pt x="190" y="173"/>
                  </a:cubicBezTo>
                  <a:cubicBezTo>
                    <a:pt x="223" y="157"/>
                    <a:pt x="243" y="120"/>
                    <a:pt x="243" y="103"/>
                  </a:cubicBezTo>
                  <a:cubicBezTo>
                    <a:pt x="260" y="70"/>
                    <a:pt x="260" y="54"/>
                    <a:pt x="243" y="33"/>
                  </a:cubicBezTo>
                  <a:cubicBezTo>
                    <a:pt x="223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7" name="Google Shape;18737;p47"/>
            <p:cNvSpPr/>
            <p:nvPr/>
          </p:nvSpPr>
          <p:spPr>
            <a:xfrm>
              <a:off x="4796100" y="242222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55" y="1"/>
                  </a:moveTo>
                  <a:cubicBezTo>
                    <a:pt x="140" y="1"/>
                    <a:pt x="122" y="3"/>
                    <a:pt x="104" y="7"/>
                  </a:cubicBezTo>
                  <a:cubicBezTo>
                    <a:pt x="38" y="40"/>
                    <a:pt x="1" y="111"/>
                    <a:pt x="17" y="144"/>
                  </a:cubicBezTo>
                  <a:cubicBezTo>
                    <a:pt x="17" y="177"/>
                    <a:pt x="45" y="197"/>
                    <a:pt x="84" y="197"/>
                  </a:cubicBezTo>
                  <a:cubicBezTo>
                    <a:pt x="106" y="197"/>
                    <a:pt x="132" y="190"/>
                    <a:pt x="157" y="177"/>
                  </a:cubicBezTo>
                  <a:cubicBezTo>
                    <a:pt x="223" y="160"/>
                    <a:pt x="260" y="94"/>
                    <a:pt x="244" y="40"/>
                  </a:cubicBezTo>
                  <a:cubicBezTo>
                    <a:pt x="229" y="16"/>
                    <a:pt x="198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8" name="Google Shape;18738;p47"/>
            <p:cNvSpPr/>
            <p:nvPr/>
          </p:nvSpPr>
          <p:spPr>
            <a:xfrm>
              <a:off x="4802600" y="2396225"/>
              <a:ext cx="6400" cy="4650"/>
            </a:xfrm>
            <a:custGeom>
              <a:avLst/>
              <a:gdLst/>
              <a:ahLst/>
              <a:cxnLst/>
              <a:rect l="l" t="t" r="r" b="b"/>
              <a:pathLst>
                <a:path w="256" h="186" extrusionOk="0">
                  <a:moveTo>
                    <a:pt x="169" y="0"/>
                  </a:moveTo>
                  <a:cubicBezTo>
                    <a:pt x="120" y="0"/>
                    <a:pt x="50" y="33"/>
                    <a:pt x="33" y="103"/>
                  </a:cubicBezTo>
                  <a:cubicBezTo>
                    <a:pt x="0" y="153"/>
                    <a:pt x="33" y="186"/>
                    <a:pt x="103" y="186"/>
                  </a:cubicBezTo>
                  <a:lnTo>
                    <a:pt x="169" y="186"/>
                  </a:lnTo>
                  <a:cubicBezTo>
                    <a:pt x="169" y="169"/>
                    <a:pt x="190" y="169"/>
                    <a:pt x="190" y="169"/>
                  </a:cubicBezTo>
                  <a:cubicBezTo>
                    <a:pt x="223" y="153"/>
                    <a:pt x="240" y="120"/>
                    <a:pt x="256" y="103"/>
                  </a:cubicBezTo>
                  <a:cubicBezTo>
                    <a:pt x="256" y="66"/>
                    <a:pt x="256" y="50"/>
                    <a:pt x="240" y="17"/>
                  </a:cubicBezTo>
                  <a:cubicBezTo>
                    <a:pt x="223" y="0"/>
                    <a:pt x="207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9" name="Google Shape;18739;p47"/>
            <p:cNvSpPr/>
            <p:nvPr/>
          </p:nvSpPr>
          <p:spPr>
            <a:xfrm>
              <a:off x="4803425" y="23849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36" y="1"/>
                    <a:pt x="103" y="1"/>
                    <a:pt x="70" y="17"/>
                  </a:cubicBezTo>
                  <a:cubicBezTo>
                    <a:pt x="54" y="38"/>
                    <a:pt x="33" y="71"/>
                    <a:pt x="17" y="87"/>
                  </a:cubicBezTo>
                  <a:cubicBezTo>
                    <a:pt x="0" y="141"/>
                    <a:pt x="33" y="191"/>
                    <a:pt x="87" y="191"/>
                  </a:cubicBezTo>
                  <a:cubicBezTo>
                    <a:pt x="120" y="191"/>
                    <a:pt x="136" y="191"/>
                    <a:pt x="157" y="174"/>
                  </a:cubicBezTo>
                  <a:cubicBezTo>
                    <a:pt x="174" y="174"/>
                    <a:pt x="174" y="174"/>
                    <a:pt x="190" y="158"/>
                  </a:cubicBezTo>
                  <a:cubicBezTo>
                    <a:pt x="207" y="141"/>
                    <a:pt x="239" y="120"/>
                    <a:pt x="239" y="87"/>
                  </a:cubicBezTo>
                  <a:cubicBezTo>
                    <a:pt x="260" y="71"/>
                    <a:pt x="260" y="38"/>
                    <a:pt x="239" y="17"/>
                  </a:cubicBezTo>
                  <a:cubicBezTo>
                    <a:pt x="223" y="1"/>
                    <a:pt x="19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0" name="Google Shape;18740;p47"/>
            <p:cNvSpPr/>
            <p:nvPr/>
          </p:nvSpPr>
          <p:spPr>
            <a:xfrm>
              <a:off x="4808975" y="2362725"/>
              <a:ext cx="6950" cy="4650"/>
            </a:xfrm>
            <a:custGeom>
              <a:avLst/>
              <a:gdLst/>
              <a:ahLst/>
              <a:cxnLst/>
              <a:rect l="l" t="t" r="r" b="b"/>
              <a:pathLst>
                <a:path w="278" h="186" extrusionOk="0">
                  <a:moveTo>
                    <a:pt x="174" y="0"/>
                  </a:moveTo>
                  <a:cubicBezTo>
                    <a:pt x="141" y="0"/>
                    <a:pt x="121" y="0"/>
                    <a:pt x="88" y="17"/>
                  </a:cubicBezTo>
                  <a:cubicBezTo>
                    <a:pt x="55" y="33"/>
                    <a:pt x="38" y="66"/>
                    <a:pt x="17" y="83"/>
                  </a:cubicBezTo>
                  <a:cubicBezTo>
                    <a:pt x="1" y="153"/>
                    <a:pt x="38" y="186"/>
                    <a:pt x="104" y="186"/>
                  </a:cubicBezTo>
                  <a:cubicBezTo>
                    <a:pt x="121" y="186"/>
                    <a:pt x="141" y="186"/>
                    <a:pt x="158" y="169"/>
                  </a:cubicBezTo>
                  <a:cubicBezTo>
                    <a:pt x="174" y="169"/>
                    <a:pt x="191" y="169"/>
                    <a:pt x="191" y="153"/>
                  </a:cubicBezTo>
                  <a:cubicBezTo>
                    <a:pt x="224" y="136"/>
                    <a:pt x="244" y="120"/>
                    <a:pt x="261" y="83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1" name="Google Shape;18741;p47"/>
            <p:cNvSpPr/>
            <p:nvPr/>
          </p:nvSpPr>
          <p:spPr>
            <a:xfrm>
              <a:off x="4806400" y="24101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59" y="1"/>
                  </a:moveTo>
                  <a:cubicBezTo>
                    <a:pt x="142" y="1"/>
                    <a:pt x="123" y="3"/>
                    <a:pt x="104" y="7"/>
                  </a:cubicBezTo>
                  <a:cubicBezTo>
                    <a:pt x="55" y="40"/>
                    <a:pt x="1" y="94"/>
                    <a:pt x="17" y="143"/>
                  </a:cubicBezTo>
                  <a:cubicBezTo>
                    <a:pt x="31" y="178"/>
                    <a:pt x="64" y="197"/>
                    <a:pt x="99" y="197"/>
                  </a:cubicBezTo>
                  <a:cubicBezTo>
                    <a:pt x="119" y="197"/>
                    <a:pt x="139" y="192"/>
                    <a:pt x="158" y="180"/>
                  </a:cubicBezTo>
                  <a:cubicBezTo>
                    <a:pt x="224" y="164"/>
                    <a:pt x="261" y="94"/>
                    <a:pt x="261" y="40"/>
                  </a:cubicBezTo>
                  <a:cubicBezTo>
                    <a:pt x="249" y="16"/>
                    <a:pt x="208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2" name="Google Shape;18742;p47"/>
            <p:cNvSpPr/>
            <p:nvPr/>
          </p:nvSpPr>
          <p:spPr>
            <a:xfrm>
              <a:off x="4835175" y="2293150"/>
              <a:ext cx="6500" cy="4725"/>
            </a:xfrm>
            <a:custGeom>
              <a:avLst/>
              <a:gdLst/>
              <a:ahLst/>
              <a:cxnLst/>
              <a:rect l="l" t="t" r="r" b="b"/>
              <a:pathLst>
                <a:path w="260" h="189" extrusionOk="0">
                  <a:moveTo>
                    <a:pt x="103" y="0"/>
                  </a:moveTo>
                  <a:cubicBezTo>
                    <a:pt x="37" y="33"/>
                    <a:pt x="0" y="103"/>
                    <a:pt x="21" y="136"/>
                  </a:cubicBezTo>
                  <a:cubicBezTo>
                    <a:pt x="21" y="168"/>
                    <a:pt x="48" y="188"/>
                    <a:pt x="87" y="188"/>
                  </a:cubicBezTo>
                  <a:cubicBezTo>
                    <a:pt x="108" y="188"/>
                    <a:pt x="132" y="182"/>
                    <a:pt x="157" y="169"/>
                  </a:cubicBezTo>
                  <a:cubicBezTo>
                    <a:pt x="173" y="169"/>
                    <a:pt x="190" y="153"/>
                    <a:pt x="206" y="136"/>
                  </a:cubicBezTo>
                  <a:cubicBezTo>
                    <a:pt x="243" y="120"/>
                    <a:pt x="260" y="66"/>
                    <a:pt x="243" y="33"/>
                  </a:cubicBezTo>
                  <a:cubicBezTo>
                    <a:pt x="243" y="17"/>
                    <a:pt x="206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3" name="Google Shape;18743;p47"/>
            <p:cNvSpPr/>
            <p:nvPr/>
          </p:nvSpPr>
          <p:spPr>
            <a:xfrm>
              <a:off x="4783225" y="23746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7" y="1"/>
                  </a:moveTo>
                  <a:cubicBezTo>
                    <a:pt x="140" y="1"/>
                    <a:pt x="103" y="1"/>
                    <a:pt x="70" y="38"/>
                  </a:cubicBezTo>
                  <a:cubicBezTo>
                    <a:pt x="37" y="54"/>
                    <a:pt x="17" y="71"/>
                    <a:pt x="17" y="104"/>
                  </a:cubicBezTo>
                  <a:cubicBezTo>
                    <a:pt x="0" y="120"/>
                    <a:pt x="0" y="157"/>
                    <a:pt x="17" y="174"/>
                  </a:cubicBezTo>
                  <a:cubicBezTo>
                    <a:pt x="37" y="190"/>
                    <a:pt x="54" y="190"/>
                    <a:pt x="87" y="190"/>
                  </a:cubicBezTo>
                  <a:cubicBezTo>
                    <a:pt x="103" y="190"/>
                    <a:pt x="140" y="190"/>
                    <a:pt x="157" y="174"/>
                  </a:cubicBezTo>
                  <a:lnTo>
                    <a:pt x="173" y="174"/>
                  </a:lnTo>
                  <a:cubicBezTo>
                    <a:pt x="206" y="141"/>
                    <a:pt x="223" y="120"/>
                    <a:pt x="244" y="87"/>
                  </a:cubicBezTo>
                  <a:cubicBezTo>
                    <a:pt x="260" y="38"/>
                    <a:pt x="22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4" name="Google Shape;18744;p47"/>
            <p:cNvSpPr/>
            <p:nvPr/>
          </p:nvSpPr>
          <p:spPr>
            <a:xfrm>
              <a:off x="4791350" y="23635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0"/>
                  </a:moveTo>
                  <a:cubicBezTo>
                    <a:pt x="141" y="0"/>
                    <a:pt x="104" y="17"/>
                    <a:pt x="71" y="33"/>
                  </a:cubicBezTo>
                  <a:cubicBezTo>
                    <a:pt x="38" y="50"/>
                    <a:pt x="22" y="87"/>
                    <a:pt x="22" y="103"/>
                  </a:cubicBezTo>
                  <a:cubicBezTo>
                    <a:pt x="1" y="136"/>
                    <a:pt x="1" y="173"/>
                    <a:pt x="38" y="190"/>
                  </a:cubicBezTo>
                  <a:cubicBezTo>
                    <a:pt x="38" y="190"/>
                    <a:pt x="71" y="206"/>
                    <a:pt x="88" y="206"/>
                  </a:cubicBezTo>
                  <a:cubicBezTo>
                    <a:pt x="104" y="206"/>
                    <a:pt x="125" y="190"/>
                    <a:pt x="158" y="190"/>
                  </a:cubicBezTo>
                  <a:cubicBezTo>
                    <a:pt x="191" y="173"/>
                    <a:pt x="228" y="136"/>
                    <a:pt x="244" y="103"/>
                  </a:cubicBezTo>
                  <a:lnTo>
                    <a:pt x="244" y="87"/>
                  </a:lnTo>
                  <a:cubicBezTo>
                    <a:pt x="261" y="33"/>
                    <a:pt x="228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5" name="Google Shape;18745;p47"/>
            <p:cNvSpPr/>
            <p:nvPr/>
          </p:nvSpPr>
          <p:spPr>
            <a:xfrm>
              <a:off x="4786725" y="2385400"/>
              <a:ext cx="6425" cy="4750"/>
            </a:xfrm>
            <a:custGeom>
              <a:avLst/>
              <a:gdLst/>
              <a:ahLst/>
              <a:cxnLst/>
              <a:rect l="l" t="t" r="r" b="b"/>
              <a:pathLst>
                <a:path w="257" h="190" extrusionOk="0">
                  <a:moveTo>
                    <a:pt x="153" y="0"/>
                  </a:moveTo>
                  <a:cubicBezTo>
                    <a:pt x="137" y="0"/>
                    <a:pt x="104" y="21"/>
                    <a:pt x="66" y="37"/>
                  </a:cubicBezTo>
                  <a:cubicBezTo>
                    <a:pt x="50" y="54"/>
                    <a:pt x="17" y="70"/>
                    <a:pt x="17" y="103"/>
                  </a:cubicBezTo>
                  <a:cubicBezTo>
                    <a:pt x="0" y="157"/>
                    <a:pt x="33" y="190"/>
                    <a:pt x="83" y="190"/>
                  </a:cubicBezTo>
                  <a:lnTo>
                    <a:pt x="153" y="190"/>
                  </a:lnTo>
                  <a:cubicBezTo>
                    <a:pt x="186" y="174"/>
                    <a:pt x="223" y="141"/>
                    <a:pt x="240" y="103"/>
                  </a:cubicBezTo>
                  <a:cubicBezTo>
                    <a:pt x="256" y="37"/>
                    <a:pt x="22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6" name="Google Shape;18746;p47"/>
            <p:cNvSpPr/>
            <p:nvPr/>
          </p:nvSpPr>
          <p:spPr>
            <a:xfrm>
              <a:off x="4772900" y="23978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8" y="0"/>
                  </a:moveTo>
                  <a:cubicBezTo>
                    <a:pt x="141" y="0"/>
                    <a:pt x="121" y="0"/>
                    <a:pt x="104" y="17"/>
                  </a:cubicBezTo>
                  <a:cubicBezTo>
                    <a:pt x="38" y="37"/>
                    <a:pt x="1" y="103"/>
                    <a:pt x="17" y="140"/>
                  </a:cubicBezTo>
                  <a:cubicBezTo>
                    <a:pt x="31" y="172"/>
                    <a:pt x="56" y="191"/>
                    <a:pt x="91" y="191"/>
                  </a:cubicBezTo>
                  <a:cubicBezTo>
                    <a:pt x="111" y="191"/>
                    <a:pt x="133" y="185"/>
                    <a:pt x="158" y="173"/>
                  </a:cubicBezTo>
                  <a:cubicBezTo>
                    <a:pt x="174" y="173"/>
                    <a:pt x="191" y="157"/>
                    <a:pt x="207" y="157"/>
                  </a:cubicBezTo>
                  <a:cubicBezTo>
                    <a:pt x="244" y="120"/>
                    <a:pt x="261" y="87"/>
                    <a:pt x="244" y="54"/>
                  </a:cubicBezTo>
                  <a:cubicBezTo>
                    <a:pt x="244" y="17"/>
                    <a:pt x="207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7" name="Google Shape;18747;p47"/>
            <p:cNvSpPr/>
            <p:nvPr/>
          </p:nvSpPr>
          <p:spPr>
            <a:xfrm>
              <a:off x="4791875" y="2351325"/>
              <a:ext cx="6425" cy="4950"/>
            </a:xfrm>
            <a:custGeom>
              <a:avLst/>
              <a:gdLst/>
              <a:ahLst/>
              <a:cxnLst/>
              <a:rect l="l" t="t" r="r" b="b"/>
              <a:pathLst>
                <a:path w="257" h="198" extrusionOk="0">
                  <a:moveTo>
                    <a:pt x="153" y="1"/>
                  </a:moveTo>
                  <a:cubicBezTo>
                    <a:pt x="138" y="1"/>
                    <a:pt x="121" y="3"/>
                    <a:pt x="104" y="7"/>
                  </a:cubicBezTo>
                  <a:cubicBezTo>
                    <a:pt x="34" y="44"/>
                    <a:pt x="1" y="110"/>
                    <a:pt x="17" y="147"/>
                  </a:cubicBezTo>
                  <a:cubicBezTo>
                    <a:pt x="17" y="179"/>
                    <a:pt x="45" y="197"/>
                    <a:pt x="83" y="197"/>
                  </a:cubicBezTo>
                  <a:cubicBezTo>
                    <a:pt x="104" y="197"/>
                    <a:pt x="128" y="192"/>
                    <a:pt x="153" y="180"/>
                  </a:cubicBezTo>
                  <a:cubicBezTo>
                    <a:pt x="223" y="164"/>
                    <a:pt x="256" y="93"/>
                    <a:pt x="240" y="44"/>
                  </a:cubicBezTo>
                  <a:cubicBezTo>
                    <a:pt x="228" y="17"/>
                    <a:pt x="195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8" name="Google Shape;18748;p47"/>
            <p:cNvSpPr/>
            <p:nvPr/>
          </p:nvSpPr>
          <p:spPr>
            <a:xfrm>
              <a:off x="4798675" y="237437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74" y="0"/>
                  </a:moveTo>
                  <a:cubicBezTo>
                    <a:pt x="161" y="0"/>
                    <a:pt x="149" y="4"/>
                    <a:pt x="141" y="13"/>
                  </a:cubicBezTo>
                  <a:cubicBezTo>
                    <a:pt x="104" y="13"/>
                    <a:pt x="71" y="29"/>
                    <a:pt x="54" y="50"/>
                  </a:cubicBezTo>
                  <a:cubicBezTo>
                    <a:pt x="1" y="99"/>
                    <a:pt x="1" y="169"/>
                    <a:pt x="38" y="186"/>
                  </a:cubicBezTo>
                  <a:cubicBezTo>
                    <a:pt x="54" y="202"/>
                    <a:pt x="87" y="202"/>
                    <a:pt x="120" y="202"/>
                  </a:cubicBezTo>
                  <a:cubicBezTo>
                    <a:pt x="141" y="202"/>
                    <a:pt x="141" y="186"/>
                    <a:pt x="157" y="186"/>
                  </a:cubicBezTo>
                  <a:cubicBezTo>
                    <a:pt x="174" y="186"/>
                    <a:pt x="190" y="169"/>
                    <a:pt x="207" y="153"/>
                  </a:cubicBezTo>
                  <a:cubicBezTo>
                    <a:pt x="223" y="132"/>
                    <a:pt x="244" y="99"/>
                    <a:pt x="244" y="83"/>
                  </a:cubicBezTo>
                  <a:cubicBezTo>
                    <a:pt x="244" y="50"/>
                    <a:pt x="244" y="29"/>
                    <a:pt x="207" y="13"/>
                  </a:cubicBezTo>
                  <a:cubicBezTo>
                    <a:pt x="199" y="4"/>
                    <a:pt x="186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9" name="Google Shape;18749;p47"/>
            <p:cNvSpPr/>
            <p:nvPr/>
          </p:nvSpPr>
          <p:spPr>
            <a:xfrm>
              <a:off x="4782400" y="2326650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73" y="0"/>
                  </a:moveTo>
                  <a:cubicBezTo>
                    <a:pt x="103" y="0"/>
                    <a:pt x="33" y="50"/>
                    <a:pt x="17" y="103"/>
                  </a:cubicBezTo>
                  <a:cubicBezTo>
                    <a:pt x="0" y="153"/>
                    <a:pt x="33" y="206"/>
                    <a:pt x="87" y="206"/>
                  </a:cubicBezTo>
                  <a:cubicBezTo>
                    <a:pt x="120" y="206"/>
                    <a:pt x="136" y="206"/>
                    <a:pt x="153" y="186"/>
                  </a:cubicBezTo>
                  <a:cubicBezTo>
                    <a:pt x="173" y="186"/>
                    <a:pt x="173" y="169"/>
                    <a:pt x="190" y="169"/>
                  </a:cubicBezTo>
                  <a:cubicBezTo>
                    <a:pt x="206" y="153"/>
                    <a:pt x="239" y="136"/>
                    <a:pt x="239" y="103"/>
                  </a:cubicBezTo>
                  <a:cubicBezTo>
                    <a:pt x="256" y="66"/>
                    <a:pt x="256" y="50"/>
                    <a:pt x="239" y="33"/>
                  </a:cubicBezTo>
                  <a:cubicBezTo>
                    <a:pt x="223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0" name="Google Shape;18750;p47"/>
            <p:cNvSpPr/>
            <p:nvPr/>
          </p:nvSpPr>
          <p:spPr>
            <a:xfrm>
              <a:off x="4786200" y="234075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70" y="1"/>
                  </a:moveTo>
                  <a:cubicBezTo>
                    <a:pt x="151" y="1"/>
                    <a:pt x="128" y="6"/>
                    <a:pt x="104" y="18"/>
                  </a:cubicBezTo>
                  <a:cubicBezTo>
                    <a:pt x="38" y="34"/>
                    <a:pt x="1" y="104"/>
                    <a:pt x="21" y="158"/>
                  </a:cubicBezTo>
                  <a:cubicBezTo>
                    <a:pt x="21" y="182"/>
                    <a:pt x="57" y="197"/>
                    <a:pt x="103" y="197"/>
                  </a:cubicBezTo>
                  <a:cubicBezTo>
                    <a:pt x="120" y="197"/>
                    <a:pt x="139" y="195"/>
                    <a:pt x="158" y="191"/>
                  </a:cubicBezTo>
                  <a:cubicBezTo>
                    <a:pt x="228" y="158"/>
                    <a:pt x="261" y="88"/>
                    <a:pt x="244" y="55"/>
                  </a:cubicBezTo>
                  <a:cubicBezTo>
                    <a:pt x="233" y="20"/>
                    <a:pt x="207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1" name="Google Shape;18751;p47"/>
            <p:cNvSpPr/>
            <p:nvPr/>
          </p:nvSpPr>
          <p:spPr>
            <a:xfrm>
              <a:off x="4812500" y="230237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61" y="0"/>
                  </a:moveTo>
                  <a:cubicBezTo>
                    <a:pt x="117" y="0"/>
                    <a:pt x="70" y="16"/>
                    <a:pt x="33" y="44"/>
                  </a:cubicBezTo>
                  <a:cubicBezTo>
                    <a:pt x="17" y="77"/>
                    <a:pt x="0" y="93"/>
                    <a:pt x="0" y="126"/>
                  </a:cubicBezTo>
                  <a:cubicBezTo>
                    <a:pt x="0" y="147"/>
                    <a:pt x="0" y="180"/>
                    <a:pt x="33" y="180"/>
                  </a:cubicBezTo>
                  <a:cubicBezTo>
                    <a:pt x="50" y="196"/>
                    <a:pt x="83" y="196"/>
                    <a:pt x="103" y="196"/>
                  </a:cubicBezTo>
                  <a:cubicBezTo>
                    <a:pt x="120" y="196"/>
                    <a:pt x="136" y="180"/>
                    <a:pt x="136" y="180"/>
                  </a:cubicBezTo>
                  <a:cubicBezTo>
                    <a:pt x="153" y="180"/>
                    <a:pt x="169" y="163"/>
                    <a:pt x="186" y="147"/>
                  </a:cubicBezTo>
                  <a:cubicBezTo>
                    <a:pt x="239" y="93"/>
                    <a:pt x="239" y="44"/>
                    <a:pt x="206" y="7"/>
                  </a:cubicBezTo>
                  <a:cubicBezTo>
                    <a:pt x="192" y="2"/>
                    <a:pt x="177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2" name="Google Shape;18752;p47"/>
            <p:cNvSpPr/>
            <p:nvPr/>
          </p:nvSpPr>
          <p:spPr>
            <a:xfrm>
              <a:off x="4811150" y="232855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57" y="0"/>
                  </a:moveTo>
                  <a:cubicBezTo>
                    <a:pt x="140" y="0"/>
                    <a:pt x="122" y="2"/>
                    <a:pt x="104" y="7"/>
                  </a:cubicBezTo>
                  <a:cubicBezTo>
                    <a:pt x="54" y="44"/>
                    <a:pt x="1" y="93"/>
                    <a:pt x="17" y="147"/>
                  </a:cubicBezTo>
                  <a:cubicBezTo>
                    <a:pt x="28" y="179"/>
                    <a:pt x="61" y="197"/>
                    <a:pt x="97" y="197"/>
                  </a:cubicBezTo>
                  <a:cubicBezTo>
                    <a:pt x="117" y="197"/>
                    <a:pt x="138" y="192"/>
                    <a:pt x="157" y="180"/>
                  </a:cubicBezTo>
                  <a:cubicBezTo>
                    <a:pt x="223" y="163"/>
                    <a:pt x="260" y="93"/>
                    <a:pt x="260" y="44"/>
                  </a:cubicBezTo>
                  <a:cubicBezTo>
                    <a:pt x="245" y="17"/>
                    <a:pt x="205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3" name="Google Shape;18753;p47"/>
            <p:cNvSpPr/>
            <p:nvPr/>
          </p:nvSpPr>
          <p:spPr>
            <a:xfrm>
              <a:off x="4817650" y="2281500"/>
              <a:ext cx="6400" cy="5075"/>
            </a:xfrm>
            <a:custGeom>
              <a:avLst/>
              <a:gdLst/>
              <a:ahLst/>
              <a:cxnLst/>
              <a:rect l="l" t="t" r="r" b="b"/>
              <a:pathLst>
                <a:path w="256" h="203" extrusionOk="0">
                  <a:moveTo>
                    <a:pt x="136" y="0"/>
                  </a:moveTo>
                  <a:cubicBezTo>
                    <a:pt x="103" y="17"/>
                    <a:pt x="83" y="33"/>
                    <a:pt x="50" y="54"/>
                  </a:cubicBezTo>
                  <a:cubicBezTo>
                    <a:pt x="0" y="104"/>
                    <a:pt x="0" y="157"/>
                    <a:pt x="50" y="190"/>
                  </a:cubicBezTo>
                  <a:cubicBezTo>
                    <a:pt x="58" y="198"/>
                    <a:pt x="71" y="202"/>
                    <a:pt x="87" y="202"/>
                  </a:cubicBezTo>
                  <a:cubicBezTo>
                    <a:pt x="102" y="202"/>
                    <a:pt x="120" y="198"/>
                    <a:pt x="136" y="190"/>
                  </a:cubicBezTo>
                  <a:lnTo>
                    <a:pt x="153" y="190"/>
                  </a:lnTo>
                  <a:cubicBezTo>
                    <a:pt x="186" y="174"/>
                    <a:pt x="206" y="174"/>
                    <a:pt x="223" y="157"/>
                  </a:cubicBezTo>
                  <a:cubicBezTo>
                    <a:pt x="239" y="120"/>
                    <a:pt x="256" y="104"/>
                    <a:pt x="256" y="71"/>
                  </a:cubicBezTo>
                  <a:cubicBezTo>
                    <a:pt x="256" y="54"/>
                    <a:pt x="239" y="33"/>
                    <a:pt x="223" y="17"/>
                  </a:cubicBezTo>
                  <a:cubicBezTo>
                    <a:pt x="206" y="0"/>
                    <a:pt x="169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4" name="Google Shape;18754;p47"/>
            <p:cNvSpPr/>
            <p:nvPr/>
          </p:nvSpPr>
          <p:spPr>
            <a:xfrm>
              <a:off x="4806000" y="23514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36" y="1"/>
                  </a:moveTo>
                  <a:cubicBezTo>
                    <a:pt x="104" y="17"/>
                    <a:pt x="71" y="38"/>
                    <a:pt x="54" y="55"/>
                  </a:cubicBezTo>
                  <a:cubicBezTo>
                    <a:pt x="0" y="104"/>
                    <a:pt x="0" y="158"/>
                    <a:pt x="54" y="191"/>
                  </a:cubicBezTo>
                  <a:cubicBezTo>
                    <a:pt x="65" y="191"/>
                    <a:pt x="76" y="198"/>
                    <a:pt x="92" y="198"/>
                  </a:cubicBezTo>
                  <a:cubicBezTo>
                    <a:pt x="100" y="198"/>
                    <a:pt x="109" y="196"/>
                    <a:pt x="120" y="191"/>
                  </a:cubicBezTo>
                  <a:lnTo>
                    <a:pt x="157" y="191"/>
                  </a:lnTo>
                  <a:cubicBezTo>
                    <a:pt x="174" y="174"/>
                    <a:pt x="190" y="158"/>
                    <a:pt x="207" y="141"/>
                  </a:cubicBezTo>
                  <a:cubicBezTo>
                    <a:pt x="260" y="104"/>
                    <a:pt x="260" y="38"/>
                    <a:pt x="223" y="17"/>
                  </a:cubicBezTo>
                  <a:cubicBezTo>
                    <a:pt x="207" y="1"/>
                    <a:pt x="174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5" name="Google Shape;18755;p47"/>
            <p:cNvSpPr/>
            <p:nvPr/>
          </p:nvSpPr>
          <p:spPr>
            <a:xfrm>
              <a:off x="4801675" y="23399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0"/>
                    <a:pt x="21" y="66"/>
                    <a:pt x="21" y="103"/>
                  </a:cubicBezTo>
                  <a:cubicBezTo>
                    <a:pt x="0" y="153"/>
                    <a:pt x="37" y="206"/>
                    <a:pt x="87" y="206"/>
                  </a:cubicBezTo>
                  <a:cubicBezTo>
                    <a:pt x="124" y="206"/>
                    <a:pt x="140" y="190"/>
                    <a:pt x="157" y="190"/>
                  </a:cubicBezTo>
                  <a:cubicBezTo>
                    <a:pt x="173" y="190"/>
                    <a:pt x="173" y="169"/>
                    <a:pt x="190" y="169"/>
                  </a:cubicBezTo>
                  <a:cubicBezTo>
                    <a:pt x="206" y="153"/>
                    <a:pt x="244" y="120"/>
                    <a:pt x="244" y="103"/>
                  </a:cubicBezTo>
                  <a:cubicBezTo>
                    <a:pt x="260" y="50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6" name="Google Shape;18756;p47"/>
            <p:cNvSpPr/>
            <p:nvPr/>
          </p:nvSpPr>
          <p:spPr>
            <a:xfrm>
              <a:off x="4804750" y="229222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4" y="0"/>
                  </a:moveTo>
                  <a:cubicBezTo>
                    <a:pt x="121" y="0"/>
                    <a:pt x="83" y="17"/>
                    <a:pt x="67" y="37"/>
                  </a:cubicBezTo>
                  <a:cubicBezTo>
                    <a:pt x="34" y="54"/>
                    <a:pt x="17" y="87"/>
                    <a:pt x="1" y="103"/>
                  </a:cubicBezTo>
                  <a:cubicBezTo>
                    <a:pt x="1" y="140"/>
                    <a:pt x="1" y="157"/>
                    <a:pt x="17" y="173"/>
                  </a:cubicBezTo>
                  <a:cubicBezTo>
                    <a:pt x="34" y="190"/>
                    <a:pt x="50" y="206"/>
                    <a:pt x="83" y="206"/>
                  </a:cubicBezTo>
                  <a:cubicBezTo>
                    <a:pt x="104" y="206"/>
                    <a:pt x="121" y="190"/>
                    <a:pt x="137" y="190"/>
                  </a:cubicBezTo>
                  <a:cubicBezTo>
                    <a:pt x="154" y="190"/>
                    <a:pt x="170" y="173"/>
                    <a:pt x="170" y="173"/>
                  </a:cubicBezTo>
                  <a:cubicBezTo>
                    <a:pt x="207" y="157"/>
                    <a:pt x="224" y="140"/>
                    <a:pt x="240" y="103"/>
                  </a:cubicBezTo>
                  <a:cubicBezTo>
                    <a:pt x="257" y="54"/>
                    <a:pt x="224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7" name="Google Shape;18757;p47"/>
            <p:cNvSpPr/>
            <p:nvPr/>
          </p:nvSpPr>
          <p:spPr>
            <a:xfrm>
              <a:off x="4558625" y="2354500"/>
              <a:ext cx="6925" cy="4925"/>
            </a:xfrm>
            <a:custGeom>
              <a:avLst/>
              <a:gdLst/>
              <a:ahLst/>
              <a:cxnLst/>
              <a:rect l="l" t="t" r="r" b="b"/>
              <a:pathLst>
                <a:path w="277" h="197" extrusionOk="0">
                  <a:moveTo>
                    <a:pt x="170" y="0"/>
                  </a:moveTo>
                  <a:cubicBezTo>
                    <a:pt x="132" y="0"/>
                    <a:pt x="85" y="19"/>
                    <a:pt x="54" y="53"/>
                  </a:cubicBezTo>
                  <a:cubicBezTo>
                    <a:pt x="17" y="103"/>
                    <a:pt x="0" y="156"/>
                    <a:pt x="54" y="189"/>
                  </a:cubicBezTo>
                  <a:cubicBezTo>
                    <a:pt x="65" y="189"/>
                    <a:pt x="83" y="196"/>
                    <a:pt x="104" y="196"/>
                  </a:cubicBezTo>
                  <a:cubicBezTo>
                    <a:pt x="115" y="196"/>
                    <a:pt x="126" y="195"/>
                    <a:pt x="137" y="189"/>
                  </a:cubicBezTo>
                  <a:lnTo>
                    <a:pt x="174" y="189"/>
                  </a:lnTo>
                  <a:cubicBezTo>
                    <a:pt x="190" y="173"/>
                    <a:pt x="207" y="156"/>
                    <a:pt x="223" y="156"/>
                  </a:cubicBezTo>
                  <a:cubicBezTo>
                    <a:pt x="277" y="103"/>
                    <a:pt x="277" y="37"/>
                    <a:pt x="223" y="20"/>
                  </a:cubicBezTo>
                  <a:cubicBezTo>
                    <a:pt x="211" y="6"/>
                    <a:pt x="192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8" name="Google Shape;18758;p47"/>
            <p:cNvSpPr/>
            <p:nvPr/>
          </p:nvSpPr>
          <p:spPr>
            <a:xfrm>
              <a:off x="4493800" y="2294375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73" y="1"/>
                  </a:moveTo>
                  <a:cubicBezTo>
                    <a:pt x="103" y="1"/>
                    <a:pt x="33" y="54"/>
                    <a:pt x="17" y="104"/>
                  </a:cubicBezTo>
                  <a:cubicBezTo>
                    <a:pt x="0" y="157"/>
                    <a:pt x="33" y="207"/>
                    <a:pt x="103" y="207"/>
                  </a:cubicBezTo>
                  <a:cubicBezTo>
                    <a:pt x="120" y="207"/>
                    <a:pt x="136" y="190"/>
                    <a:pt x="153" y="190"/>
                  </a:cubicBezTo>
                  <a:cubicBezTo>
                    <a:pt x="173" y="190"/>
                    <a:pt x="173" y="174"/>
                    <a:pt x="190" y="174"/>
                  </a:cubicBezTo>
                  <a:cubicBezTo>
                    <a:pt x="223" y="157"/>
                    <a:pt x="239" y="120"/>
                    <a:pt x="239" y="104"/>
                  </a:cubicBezTo>
                  <a:cubicBezTo>
                    <a:pt x="256" y="71"/>
                    <a:pt x="256" y="54"/>
                    <a:pt x="239" y="34"/>
                  </a:cubicBezTo>
                  <a:cubicBezTo>
                    <a:pt x="223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9" name="Google Shape;18759;p47"/>
            <p:cNvSpPr/>
            <p:nvPr/>
          </p:nvSpPr>
          <p:spPr>
            <a:xfrm>
              <a:off x="4497600" y="23085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1" y="0"/>
                  </a:moveTo>
                  <a:cubicBezTo>
                    <a:pt x="151" y="0"/>
                    <a:pt x="128" y="6"/>
                    <a:pt x="104" y="19"/>
                  </a:cubicBezTo>
                  <a:cubicBezTo>
                    <a:pt x="38" y="36"/>
                    <a:pt x="1" y="106"/>
                    <a:pt x="21" y="139"/>
                  </a:cubicBezTo>
                  <a:cubicBezTo>
                    <a:pt x="32" y="171"/>
                    <a:pt x="57" y="191"/>
                    <a:pt x="91" y="191"/>
                  </a:cubicBezTo>
                  <a:cubicBezTo>
                    <a:pt x="111" y="191"/>
                    <a:pt x="133" y="185"/>
                    <a:pt x="157" y="172"/>
                  </a:cubicBezTo>
                  <a:cubicBezTo>
                    <a:pt x="227" y="155"/>
                    <a:pt x="260" y="85"/>
                    <a:pt x="244" y="52"/>
                  </a:cubicBezTo>
                  <a:cubicBezTo>
                    <a:pt x="233" y="20"/>
                    <a:pt x="207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0" name="Google Shape;18760;p47"/>
            <p:cNvSpPr/>
            <p:nvPr/>
          </p:nvSpPr>
          <p:spPr>
            <a:xfrm>
              <a:off x="4503275" y="2319175"/>
              <a:ext cx="6425" cy="4900"/>
            </a:xfrm>
            <a:custGeom>
              <a:avLst/>
              <a:gdLst/>
              <a:ahLst/>
              <a:cxnLst/>
              <a:rect l="l" t="t" r="r" b="b"/>
              <a:pathLst>
                <a:path w="257" h="196" extrusionOk="0">
                  <a:moveTo>
                    <a:pt x="156" y="0"/>
                  </a:moveTo>
                  <a:cubicBezTo>
                    <a:pt x="139" y="0"/>
                    <a:pt x="121" y="2"/>
                    <a:pt x="104" y="7"/>
                  </a:cubicBezTo>
                  <a:cubicBezTo>
                    <a:pt x="33" y="40"/>
                    <a:pt x="0" y="93"/>
                    <a:pt x="17" y="143"/>
                  </a:cubicBezTo>
                  <a:cubicBezTo>
                    <a:pt x="27" y="177"/>
                    <a:pt x="51" y="196"/>
                    <a:pt x="85" y="196"/>
                  </a:cubicBezTo>
                  <a:cubicBezTo>
                    <a:pt x="104" y="196"/>
                    <a:pt x="127" y="189"/>
                    <a:pt x="153" y="176"/>
                  </a:cubicBezTo>
                  <a:cubicBezTo>
                    <a:pt x="223" y="159"/>
                    <a:pt x="256" y="93"/>
                    <a:pt x="240" y="40"/>
                  </a:cubicBezTo>
                  <a:cubicBezTo>
                    <a:pt x="240" y="15"/>
                    <a:pt x="202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1" name="Google Shape;18761;p47"/>
            <p:cNvSpPr/>
            <p:nvPr/>
          </p:nvSpPr>
          <p:spPr>
            <a:xfrm>
              <a:off x="4489475" y="2330975"/>
              <a:ext cx="6500" cy="5075"/>
            </a:xfrm>
            <a:custGeom>
              <a:avLst/>
              <a:gdLst/>
              <a:ahLst/>
              <a:cxnLst/>
              <a:rect l="l" t="t" r="r" b="b"/>
              <a:pathLst>
                <a:path w="260" h="203" extrusionOk="0">
                  <a:moveTo>
                    <a:pt x="190" y="0"/>
                  </a:moveTo>
                  <a:cubicBezTo>
                    <a:pt x="177" y="0"/>
                    <a:pt x="165" y="5"/>
                    <a:pt x="157" y="13"/>
                  </a:cubicBezTo>
                  <a:cubicBezTo>
                    <a:pt x="120" y="13"/>
                    <a:pt x="87" y="33"/>
                    <a:pt x="70" y="50"/>
                  </a:cubicBezTo>
                  <a:cubicBezTo>
                    <a:pt x="16" y="99"/>
                    <a:pt x="0" y="169"/>
                    <a:pt x="54" y="186"/>
                  </a:cubicBezTo>
                  <a:cubicBezTo>
                    <a:pt x="70" y="202"/>
                    <a:pt x="103" y="202"/>
                    <a:pt x="140" y="202"/>
                  </a:cubicBezTo>
                  <a:cubicBezTo>
                    <a:pt x="140" y="186"/>
                    <a:pt x="157" y="186"/>
                    <a:pt x="173" y="186"/>
                  </a:cubicBezTo>
                  <a:cubicBezTo>
                    <a:pt x="190" y="169"/>
                    <a:pt x="206" y="169"/>
                    <a:pt x="223" y="153"/>
                  </a:cubicBezTo>
                  <a:cubicBezTo>
                    <a:pt x="243" y="137"/>
                    <a:pt x="260" y="99"/>
                    <a:pt x="260" y="83"/>
                  </a:cubicBezTo>
                  <a:cubicBezTo>
                    <a:pt x="260" y="50"/>
                    <a:pt x="260" y="33"/>
                    <a:pt x="223" y="13"/>
                  </a:cubicBezTo>
                  <a:cubicBezTo>
                    <a:pt x="214" y="5"/>
                    <a:pt x="202" y="0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2" name="Google Shape;18762;p47"/>
            <p:cNvSpPr/>
            <p:nvPr/>
          </p:nvSpPr>
          <p:spPr>
            <a:xfrm>
              <a:off x="4507500" y="2296125"/>
              <a:ext cx="6925" cy="5200"/>
            </a:xfrm>
            <a:custGeom>
              <a:avLst/>
              <a:gdLst/>
              <a:ahLst/>
              <a:cxnLst/>
              <a:rect l="l" t="t" r="r" b="b"/>
              <a:pathLst>
                <a:path w="277" h="208" extrusionOk="0">
                  <a:moveTo>
                    <a:pt x="174" y="1"/>
                  </a:moveTo>
                  <a:cubicBezTo>
                    <a:pt x="157" y="1"/>
                    <a:pt x="120" y="17"/>
                    <a:pt x="87" y="34"/>
                  </a:cubicBezTo>
                  <a:cubicBezTo>
                    <a:pt x="54" y="50"/>
                    <a:pt x="38" y="87"/>
                    <a:pt x="38" y="104"/>
                  </a:cubicBezTo>
                  <a:cubicBezTo>
                    <a:pt x="1" y="153"/>
                    <a:pt x="38" y="207"/>
                    <a:pt x="104" y="207"/>
                  </a:cubicBezTo>
                  <a:cubicBezTo>
                    <a:pt x="120" y="207"/>
                    <a:pt x="141" y="207"/>
                    <a:pt x="174" y="191"/>
                  </a:cubicBezTo>
                  <a:lnTo>
                    <a:pt x="190" y="170"/>
                  </a:lnTo>
                  <a:cubicBezTo>
                    <a:pt x="223" y="153"/>
                    <a:pt x="244" y="137"/>
                    <a:pt x="260" y="104"/>
                  </a:cubicBezTo>
                  <a:cubicBezTo>
                    <a:pt x="277" y="50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3" name="Google Shape;18763;p47"/>
            <p:cNvSpPr/>
            <p:nvPr/>
          </p:nvSpPr>
          <p:spPr>
            <a:xfrm>
              <a:off x="4484725" y="230645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41" y="0"/>
                    <a:pt x="103" y="0"/>
                    <a:pt x="87" y="17"/>
                  </a:cubicBezTo>
                  <a:cubicBezTo>
                    <a:pt x="54" y="33"/>
                    <a:pt x="37" y="66"/>
                    <a:pt x="21" y="87"/>
                  </a:cubicBezTo>
                  <a:cubicBezTo>
                    <a:pt x="0" y="153"/>
                    <a:pt x="37" y="190"/>
                    <a:pt x="103" y="190"/>
                  </a:cubicBezTo>
                  <a:cubicBezTo>
                    <a:pt x="124" y="190"/>
                    <a:pt x="141" y="190"/>
                    <a:pt x="157" y="169"/>
                  </a:cubicBezTo>
                  <a:cubicBezTo>
                    <a:pt x="174" y="169"/>
                    <a:pt x="174" y="169"/>
                    <a:pt x="190" y="153"/>
                  </a:cubicBezTo>
                  <a:cubicBezTo>
                    <a:pt x="227" y="136"/>
                    <a:pt x="244" y="120"/>
                    <a:pt x="244" y="87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4" name="Google Shape;18764;p47"/>
            <p:cNvSpPr/>
            <p:nvPr/>
          </p:nvSpPr>
          <p:spPr>
            <a:xfrm>
              <a:off x="4486875" y="2320550"/>
              <a:ext cx="6950" cy="4950"/>
            </a:xfrm>
            <a:custGeom>
              <a:avLst/>
              <a:gdLst/>
              <a:ahLst/>
              <a:cxnLst/>
              <a:rect l="l" t="t" r="r" b="b"/>
              <a:pathLst>
                <a:path w="278" h="198" extrusionOk="0">
                  <a:moveTo>
                    <a:pt x="180" y="1"/>
                  </a:moveTo>
                  <a:cubicBezTo>
                    <a:pt x="160" y="1"/>
                    <a:pt x="139" y="6"/>
                    <a:pt x="120" y="18"/>
                  </a:cubicBezTo>
                  <a:cubicBezTo>
                    <a:pt x="55" y="38"/>
                    <a:pt x="1" y="104"/>
                    <a:pt x="17" y="158"/>
                  </a:cubicBezTo>
                  <a:cubicBezTo>
                    <a:pt x="33" y="182"/>
                    <a:pt x="72" y="197"/>
                    <a:pt x="119" y="197"/>
                  </a:cubicBezTo>
                  <a:cubicBezTo>
                    <a:pt x="137" y="197"/>
                    <a:pt x="155" y="195"/>
                    <a:pt x="174" y="191"/>
                  </a:cubicBezTo>
                  <a:cubicBezTo>
                    <a:pt x="224" y="158"/>
                    <a:pt x="277" y="104"/>
                    <a:pt x="261" y="55"/>
                  </a:cubicBezTo>
                  <a:cubicBezTo>
                    <a:pt x="250" y="20"/>
                    <a:pt x="216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5" name="Google Shape;18765;p47"/>
            <p:cNvSpPr/>
            <p:nvPr/>
          </p:nvSpPr>
          <p:spPr>
            <a:xfrm>
              <a:off x="4522550" y="2296300"/>
              <a:ext cx="6925" cy="5025"/>
            </a:xfrm>
            <a:custGeom>
              <a:avLst/>
              <a:gdLst/>
              <a:ahLst/>
              <a:cxnLst/>
              <a:rect l="l" t="t" r="r" b="b"/>
              <a:pathLst>
                <a:path w="277" h="201" extrusionOk="0">
                  <a:moveTo>
                    <a:pt x="177" y="1"/>
                  </a:moveTo>
                  <a:cubicBezTo>
                    <a:pt x="154" y="1"/>
                    <a:pt x="129" y="4"/>
                    <a:pt x="104" y="10"/>
                  </a:cubicBezTo>
                  <a:cubicBezTo>
                    <a:pt x="54" y="43"/>
                    <a:pt x="0" y="97"/>
                    <a:pt x="17" y="146"/>
                  </a:cubicBezTo>
                  <a:cubicBezTo>
                    <a:pt x="28" y="181"/>
                    <a:pt x="61" y="201"/>
                    <a:pt x="98" y="201"/>
                  </a:cubicBezTo>
                  <a:cubicBezTo>
                    <a:pt x="118" y="201"/>
                    <a:pt x="138" y="195"/>
                    <a:pt x="157" y="184"/>
                  </a:cubicBezTo>
                  <a:cubicBezTo>
                    <a:pt x="223" y="146"/>
                    <a:pt x="277" y="97"/>
                    <a:pt x="260" y="43"/>
                  </a:cubicBezTo>
                  <a:cubicBezTo>
                    <a:pt x="247" y="12"/>
                    <a:pt x="216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6" name="Google Shape;18766;p47"/>
            <p:cNvSpPr/>
            <p:nvPr/>
          </p:nvSpPr>
          <p:spPr>
            <a:xfrm>
              <a:off x="4509675" y="2284175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87" y="1"/>
                  </a:moveTo>
                  <a:cubicBezTo>
                    <a:pt x="172" y="1"/>
                    <a:pt x="155" y="5"/>
                    <a:pt x="136" y="13"/>
                  </a:cubicBezTo>
                  <a:cubicBezTo>
                    <a:pt x="103" y="13"/>
                    <a:pt x="87" y="30"/>
                    <a:pt x="54" y="50"/>
                  </a:cubicBezTo>
                  <a:cubicBezTo>
                    <a:pt x="0" y="100"/>
                    <a:pt x="0" y="170"/>
                    <a:pt x="54" y="186"/>
                  </a:cubicBezTo>
                  <a:cubicBezTo>
                    <a:pt x="70" y="203"/>
                    <a:pt x="103" y="203"/>
                    <a:pt x="136" y="203"/>
                  </a:cubicBezTo>
                  <a:lnTo>
                    <a:pt x="157" y="186"/>
                  </a:lnTo>
                  <a:cubicBezTo>
                    <a:pt x="190" y="186"/>
                    <a:pt x="206" y="170"/>
                    <a:pt x="223" y="153"/>
                  </a:cubicBezTo>
                  <a:cubicBezTo>
                    <a:pt x="260" y="100"/>
                    <a:pt x="276" y="50"/>
                    <a:pt x="223" y="13"/>
                  </a:cubicBezTo>
                  <a:cubicBezTo>
                    <a:pt x="214" y="5"/>
                    <a:pt x="202" y="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7" name="Google Shape;18767;p47"/>
            <p:cNvSpPr/>
            <p:nvPr/>
          </p:nvSpPr>
          <p:spPr>
            <a:xfrm>
              <a:off x="4529450" y="2304950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56" y="0"/>
                  </a:moveTo>
                  <a:cubicBezTo>
                    <a:pt x="139" y="0"/>
                    <a:pt x="121" y="2"/>
                    <a:pt x="104" y="7"/>
                  </a:cubicBezTo>
                  <a:cubicBezTo>
                    <a:pt x="50" y="44"/>
                    <a:pt x="1" y="93"/>
                    <a:pt x="17" y="147"/>
                  </a:cubicBezTo>
                  <a:cubicBezTo>
                    <a:pt x="28" y="179"/>
                    <a:pt x="61" y="197"/>
                    <a:pt x="96" y="197"/>
                  </a:cubicBezTo>
                  <a:cubicBezTo>
                    <a:pt x="116" y="197"/>
                    <a:pt x="136" y="191"/>
                    <a:pt x="153" y="180"/>
                  </a:cubicBezTo>
                  <a:cubicBezTo>
                    <a:pt x="223" y="147"/>
                    <a:pt x="256" y="93"/>
                    <a:pt x="256" y="44"/>
                  </a:cubicBezTo>
                  <a:cubicBezTo>
                    <a:pt x="244" y="16"/>
                    <a:pt x="203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8" name="Google Shape;18768;p47"/>
            <p:cNvSpPr/>
            <p:nvPr/>
          </p:nvSpPr>
          <p:spPr>
            <a:xfrm>
              <a:off x="4533675" y="2317150"/>
              <a:ext cx="6925" cy="5200"/>
            </a:xfrm>
            <a:custGeom>
              <a:avLst/>
              <a:gdLst/>
              <a:ahLst/>
              <a:cxnLst/>
              <a:rect l="l" t="t" r="r" b="b"/>
              <a:pathLst>
                <a:path w="277" h="208" extrusionOk="0">
                  <a:moveTo>
                    <a:pt x="174" y="1"/>
                  </a:moveTo>
                  <a:cubicBezTo>
                    <a:pt x="141" y="1"/>
                    <a:pt x="104" y="17"/>
                    <a:pt x="87" y="34"/>
                  </a:cubicBezTo>
                  <a:cubicBezTo>
                    <a:pt x="54" y="50"/>
                    <a:pt x="38" y="88"/>
                    <a:pt x="21" y="104"/>
                  </a:cubicBezTo>
                  <a:cubicBezTo>
                    <a:pt x="1" y="154"/>
                    <a:pt x="38" y="191"/>
                    <a:pt x="71" y="207"/>
                  </a:cubicBezTo>
                  <a:lnTo>
                    <a:pt x="104" y="207"/>
                  </a:lnTo>
                  <a:cubicBezTo>
                    <a:pt x="124" y="207"/>
                    <a:pt x="141" y="191"/>
                    <a:pt x="157" y="191"/>
                  </a:cubicBezTo>
                  <a:cubicBezTo>
                    <a:pt x="190" y="174"/>
                    <a:pt x="227" y="154"/>
                    <a:pt x="244" y="121"/>
                  </a:cubicBezTo>
                  <a:lnTo>
                    <a:pt x="244" y="104"/>
                  </a:lnTo>
                  <a:cubicBezTo>
                    <a:pt x="277" y="50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9" name="Google Shape;18769;p47"/>
            <p:cNvSpPr/>
            <p:nvPr/>
          </p:nvSpPr>
          <p:spPr>
            <a:xfrm>
              <a:off x="4525550" y="234210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17"/>
                    <a:pt x="87" y="34"/>
                  </a:cubicBezTo>
                  <a:cubicBezTo>
                    <a:pt x="54" y="50"/>
                    <a:pt x="37" y="67"/>
                    <a:pt x="17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0" y="207"/>
                    <a:pt x="140" y="186"/>
                    <a:pt x="157" y="186"/>
                  </a:cubicBezTo>
                  <a:cubicBezTo>
                    <a:pt x="173" y="186"/>
                    <a:pt x="190" y="170"/>
                    <a:pt x="190" y="170"/>
                  </a:cubicBezTo>
                  <a:cubicBezTo>
                    <a:pt x="223" y="153"/>
                    <a:pt x="243" y="120"/>
                    <a:pt x="260" y="104"/>
                  </a:cubicBezTo>
                  <a:cubicBezTo>
                    <a:pt x="260" y="67"/>
                    <a:pt x="260" y="50"/>
                    <a:pt x="243" y="34"/>
                  </a:cubicBezTo>
                  <a:cubicBezTo>
                    <a:pt x="223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0" name="Google Shape;18770;p47"/>
            <p:cNvSpPr/>
            <p:nvPr/>
          </p:nvSpPr>
          <p:spPr>
            <a:xfrm>
              <a:off x="4479575" y="2343450"/>
              <a:ext cx="6500" cy="5100"/>
            </a:xfrm>
            <a:custGeom>
              <a:avLst/>
              <a:gdLst/>
              <a:ahLst/>
              <a:cxnLst/>
              <a:rect l="l" t="t" r="r" b="b"/>
              <a:pathLst>
                <a:path w="260" h="204" extrusionOk="0">
                  <a:moveTo>
                    <a:pt x="163" y="0"/>
                  </a:moveTo>
                  <a:cubicBezTo>
                    <a:pt x="143" y="0"/>
                    <a:pt x="122" y="4"/>
                    <a:pt x="103" y="13"/>
                  </a:cubicBezTo>
                  <a:cubicBezTo>
                    <a:pt x="54" y="29"/>
                    <a:pt x="21" y="66"/>
                    <a:pt x="0" y="99"/>
                  </a:cubicBezTo>
                  <a:lnTo>
                    <a:pt x="0" y="153"/>
                  </a:lnTo>
                  <a:cubicBezTo>
                    <a:pt x="14" y="185"/>
                    <a:pt x="46" y="203"/>
                    <a:pt x="86" y="203"/>
                  </a:cubicBezTo>
                  <a:cubicBezTo>
                    <a:pt x="108" y="203"/>
                    <a:pt x="132" y="198"/>
                    <a:pt x="157" y="186"/>
                  </a:cubicBezTo>
                  <a:cubicBezTo>
                    <a:pt x="206" y="153"/>
                    <a:pt x="260" y="99"/>
                    <a:pt x="243" y="50"/>
                  </a:cubicBezTo>
                  <a:cubicBezTo>
                    <a:pt x="243" y="29"/>
                    <a:pt x="227" y="29"/>
                    <a:pt x="206" y="13"/>
                  </a:cubicBezTo>
                  <a:cubicBezTo>
                    <a:pt x="198" y="4"/>
                    <a:pt x="182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1" name="Google Shape;18771;p47"/>
            <p:cNvSpPr/>
            <p:nvPr/>
          </p:nvSpPr>
          <p:spPr>
            <a:xfrm>
              <a:off x="4513125" y="2307675"/>
              <a:ext cx="6450" cy="4850"/>
            </a:xfrm>
            <a:custGeom>
              <a:avLst/>
              <a:gdLst/>
              <a:ahLst/>
              <a:cxnLst/>
              <a:rect l="l" t="t" r="r" b="b"/>
              <a:pathLst>
                <a:path w="258" h="194" extrusionOk="0">
                  <a:moveTo>
                    <a:pt x="171" y="1"/>
                  </a:moveTo>
                  <a:cubicBezTo>
                    <a:pt x="138" y="1"/>
                    <a:pt x="101" y="17"/>
                    <a:pt x="68" y="38"/>
                  </a:cubicBezTo>
                  <a:cubicBezTo>
                    <a:pt x="52" y="54"/>
                    <a:pt x="35" y="71"/>
                    <a:pt x="19" y="104"/>
                  </a:cubicBezTo>
                  <a:cubicBezTo>
                    <a:pt x="1" y="150"/>
                    <a:pt x="26" y="194"/>
                    <a:pt x="66" y="194"/>
                  </a:cubicBezTo>
                  <a:cubicBezTo>
                    <a:pt x="72" y="194"/>
                    <a:pt x="78" y="193"/>
                    <a:pt x="85" y="190"/>
                  </a:cubicBezTo>
                  <a:lnTo>
                    <a:pt x="155" y="190"/>
                  </a:lnTo>
                  <a:cubicBezTo>
                    <a:pt x="171" y="174"/>
                    <a:pt x="171" y="174"/>
                    <a:pt x="188" y="174"/>
                  </a:cubicBezTo>
                  <a:cubicBezTo>
                    <a:pt x="204" y="157"/>
                    <a:pt x="241" y="120"/>
                    <a:pt x="241" y="104"/>
                  </a:cubicBezTo>
                  <a:cubicBezTo>
                    <a:pt x="258" y="54"/>
                    <a:pt x="225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2" name="Google Shape;18772;p47"/>
            <p:cNvSpPr/>
            <p:nvPr/>
          </p:nvSpPr>
          <p:spPr>
            <a:xfrm>
              <a:off x="4517400" y="231932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36" y="1"/>
                  </a:moveTo>
                  <a:cubicBezTo>
                    <a:pt x="103" y="1"/>
                    <a:pt x="87" y="17"/>
                    <a:pt x="54" y="50"/>
                  </a:cubicBezTo>
                  <a:cubicBezTo>
                    <a:pt x="0" y="87"/>
                    <a:pt x="0" y="153"/>
                    <a:pt x="54" y="190"/>
                  </a:cubicBezTo>
                  <a:lnTo>
                    <a:pt x="120" y="190"/>
                  </a:lnTo>
                  <a:cubicBezTo>
                    <a:pt x="136" y="190"/>
                    <a:pt x="157" y="190"/>
                    <a:pt x="157" y="170"/>
                  </a:cubicBezTo>
                  <a:cubicBezTo>
                    <a:pt x="173" y="170"/>
                    <a:pt x="206" y="153"/>
                    <a:pt x="206" y="137"/>
                  </a:cubicBezTo>
                  <a:cubicBezTo>
                    <a:pt x="260" y="104"/>
                    <a:pt x="277" y="34"/>
                    <a:pt x="223" y="17"/>
                  </a:cubicBezTo>
                  <a:cubicBezTo>
                    <a:pt x="206" y="1"/>
                    <a:pt x="17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3" name="Google Shape;18773;p47"/>
            <p:cNvSpPr/>
            <p:nvPr/>
          </p:nvSpPr>
          <p:spPr>
            <a:xfrm>
              <a:off x="4544000" y="229437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17"/>
                    <a:pt x="70" y="34"/>
                  </a:cubicBezTo>
                  <a:cubicBezTo>
                    <a:pt x="54" y="54"/>
                    <a:pt x="37" y="71"/>
                    <a:pt x="21" y="104"/>
                  </a:cubicBezTo>
                  <a:cubicBezTo>
                    <a:pt x="0" y="157"/>
                    <a:pt x="37" y="207"/>
                    <a:pt x="87" y="207"/>
                  </a:cubicBezTo>
                  <a:cubicBezTo>
                    <a:pt x="124" y="207"/>
                    <a:pt x="140" y="190"/>
                    <a:pt x="157" y="190"/>
                  </a:cubicBezTo>
                  <a:cubicBezTo>
                    <a:pt x="173" y="190"/>
                    <a:pt x="173" y="174"/>
                    <a:pt x="190" y="174"/>
                  </a:cubicBezTo>
                  <a:cubicBezTo>
                    <a:pt x="206" y="157"/>
                    <a:pt x="243" y="120"/>
                    <a:pt x="243" y="104"/>
                  </a:cubicBezTo>
                  <a:cubicBezTo>
                    <a:pt x="260" y="54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4" name="Google Shape;18774;p47"/>
            <p:cNvSpPr/>
            <p:nvPr/>
          </p:nvSpPr>
          <p:spPr>
            <a:xfrm>
              <a:off x="4474425" y="2331275"/>
              <a:ext cx="6500" cy="5250"/>
            </a:xfrm>
            <a:custGeom>
              <a:avLst/>
              <a:gdLst/>
              <a:ahLst/>
              <a:cxnLst/>
              <a:rect l="l" t="t" r="r" b="b"/>
              <a:pathLst>
                <a:path w="260" h="210" extrusionOk="0">
                  <a:moveTo>
                    <a:pt x="157" y="1"/>
                  </a:moveTo>
                  <a:cubicBezTo>
                    <a:pt x="140" y="1"/>
                    <a:pt x="124" y="21"/>
                    <a:pt x="103" y="21"/>
                  </a:cubicBezTo>
                  <a:cubicBezTo>
                    <a:pt x="37" y="54"/>
                    <a:pt x="0" y="104"/>
                    <a:pt x="21" y="157"/>
                  </a:cubicBezTo>
                  <a:cubicBezTo>
                    <a:pt x="21" y="190"/>
                    <a:pt x="48" y="209"/>
                    <a:pt x="87" y="209"/>
                  </a:cubicBezTo>
                  <a:cubicBezTo>
                    <a:pt x="108" y="209"/>
                    <a:pt x="132" y="204"/>
                    <a:pt x="157" y="190"/>
                  </a:cubicBezTo>
                  <a:cubicBezTo>
                    <a:pt x="173" y="190"/>
                    <a:pt x="190" y="174"/>
                    <a:pt x="206" y="157"/>
                  </a:cubicBezTo>
                  <a:cubicBezTo>
                    <a:pt x="243" y="125"/>
                    <a:pt x="260" y="87"/>
                    <a:pt x="243" y="54"/>
                  </a:cubicBezTo>
                  <a:cubicBezTo>
                    <a:pt x="243" y="21"/>
                    <a:pt x="206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5" name="Google Shape;18775;p47"/>
            <p:cNvSpPr/>
            <p:nvPr/>
          </p:nvSpPr>
          <p:spPr>
            <a:xfrm>
              <a:off x="4716225" y="2513825"/>
              <a:ext cx="6100" cy="5175"/>
            </a:xfrm>
            <a:custGeom>
              <a:avLst/>
              <a:gdLst/>
              <a:ahLst/>
              <a:cxnLst/>
              <a:rect l="l" t="t" r="r" b="b"/>
              <a:pathLst>
                <a:path w="244" h="207" extrusionOk="0">
                  <a:moveTo>
                    <a:pt x="157" y="0"/>
                  </a:moveTo>
                  <a:cubicBezTo>
                    <a:pt x="141" y="0"/>
                    <a:pt x="103" y="17"/>
                    <a:pt x="87" y="38"/>
                  </a:cubicBezTo>
                  <a:cubicBezTo>
                    <a:pt x="54" y="54"/>
                    <a:pt x="17" y="71"/>
                    <a:pt x="17" y="104"/>
                  </a:cubicBezTo>
                  <a:cubicBezTo>
                    <a:pt x="0" y="157"/>
                    <a:pt x="37" y="207"/>
                    <a:pt x="87" y="207"/>
                  </a:cubicBezTo>
                  <a:lnTo>
                    <a:pt x="141" y="207"/>
                  </a:lnTo>
                  <a:cubicBezTo>
                    <a:pt x="141" y="190"/>
                    <a:pt x="141" y="190"/>
                    <a:pt x="157" y="190"/>
                  </a:cubicBezTo>
                  <a:cubicBezTo>
                    <a:pt x="157" y="190"/>
                    <a:pt x="174" y="190"/>
                    <a:pt x="174" y="174"/>
                  </a:cubicBezTo>
                  <a:cubicBezTo>
                    <a:pt x="207" y="157"/>
                    <a:pt x="223" y="141"/>
                    <a:pt x="244" y="104"/>
                  </a:cubicBezTo>
                  <a:lnTo>
                    <a:pt x="244" y="38"/>
                  </a:lnTo>
                  <a:cubicBezTo>
                    <a:pt x="223" y="17"/>
                    <a:pt x="19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6" name="Google Shape;18776;p47"/>
            <p:cNvSpPr/>
            <p:nvPr/>
          </p:nvSpPr>
          <p:spPr>
            <a:xfrm>
              <a:off x="4710650" y="250270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4" y="0"/>
                  </a:moveTo>
                  <a:cubicBezTo>
                    <a:pt x="157" y="0"/>
                    <a:pt x="120" y="0"/>
                    <a:pt x="104" y="17"/>
                  </a:cubicBezTo>
                  <a:cubicBezTo>
                    <a:pt x="54" y="33"/>
                    <a:pt x="1" y="103"/>
                    <a:pt x="17" y="153"/>
                  </a:cubicBezTo>
                  <a:cubicBezTo>
                    <a:pt x="29" y="180"/>
                    <a:pt x="71" y="196"/>
                    <a:pt x="113" y="196"/>
                  </a:cubicBezTo>
                  <a:cubicBezTo>
                    <a:pt x="128" y="196"/>
                    <a:pt x="143" y="194"/>
                    <a:pt x="157" y="190"/>
                  </a:cubicBezTo>
                  <a:cubicBezTo>
                    <a:pt x="174" y="173"/>
                    <a:pt x="190" y="173"/>
                    <a:pt x="207" y="153"/>
                  </a:cubicBezTo>
                  <a:cubicBezTo>
                    <a:pt x="240" y="120"/>
                    <a:pt x="260" y="87"/>
                    <a:pt x="260" y="50"/>
                  </a:cubicBezTo>
                  <a:cubicBezTo>
                    <a:pt x="240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7" name="Google Shape;18777;p47"/>
            <p:cNvSpPr/>
            <p:nvPr/>
          </p:nvSpPr>
          <p:spPr>
            <a:xfrm>
              <a:off x="4721800" y="2525300"/>
              <a:ext cx="6100" cy="4925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42" y="1"/>
                  </a:moveTo>
                  <a:cubicBezTo>
                    <a:pt x="124" y="1"/>
                    <a:pt x="105" y="3"/>
                    <a:pt x="87" y="7"/>
                  </a:cubicBezTo>
                  <a:cubicBezTo>
                    <a:pt x="54" y="24"/>
                    <a:pt x="21" y="57"/>
                    <a:pt x="21" y="73"/>
                  </a:cubicBezTo>
                  <a:cubicBezTo>
                    <a:pt x="0" y="110"/>
                    <a:pt x="0" y="127"/>
                    <a:pt x="0" y="143"/>
                  </a:cubicBezTo>
                  <a:cubicBezTo>
                    <a:pt x="0" y="160"/>
                    <a:pt x="21" y="176"/>
                    <a:pt x="37" y="197"/>
                  </a:cubicBezTo>
                  <a:cubicBezTo>
                    <a:pt x="70" y="197"/>
                    <a:pt x="103" y="197"/>
                    <a:pt x="140" y="176"/>
                  </a:cubicBezTo>
                  <a:cubicBezTo>
                    <a:pt x="206" y="160"/>
                    <a:pt x="243" y="94"/>
                    <a:pt x="227" y="40"/>
                  </a:cubicBezTo>
                  <a:cubicBezTo>
                    <a:pt x="227" y="16"/>
                    <a:pt x="189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8" name="Google Shape;18778;p47"/>
            <p:cNvSpPr/>
            <p:nvPr/>
          </p:nvSpPr>
          <p:spPr>
            <a:xfrm>
              <a:off x="4733850" y="252712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6" y="1"/>
                  </a:moveTo>
                  <a:cubicBezTo>
                    <a:pt x="154" y="1"/>
                    <a:pt x="129" y="7"/>
                    <a:pt x="103" y="21"/>
                  </a:cubicBezTo>
                  <a:cubicBezTo>
                    <a:pt x="33" y="37"/>
                    <a:pt x="0" y="103"/>
                    <a:pt x="17" y="157"/>
                  </a:cubicBezTo>
                  <a:cubicBezTo>
                    <a:pt x="29" y="181"/>
                    <a:pt x="61" y="196"/>
                    <a:pt x="105" y="196"/>
                  </a:cubicBezTo>
                  <a:cubicBezTo>
                    <a:pt x="121" y="196"/>
                    <a:pt x="138" y="194"/>
                    <a:pt x="157" y="190"/>
                  </a:cubicBezTo>
                  <a:cubicBezTo>
                    <a:pt x="223" y="157"/>
                    <a:pt x="260" y="87"/>
                    <a:pt x="240" y="54"/>
                  </a:cubicBezTo>
                  <a:cubicBezTo>
                    <a:pt x="240" y="20"/>
                    <a:pt x="213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9" name="Google Shape;18779;p47"/>
            <p:cNvSpPr/>
            <p:nvPr/>
          </p:nvSpPr>
          <p:spPr>
            <a:xfrm>
              <a:off x="4726125" y="25009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0" y="0"/>
                  </a:moveTo>
                  <a:cubicBezTo>
                    <a:pt x="87" y="17"/>
                    <a:pt x="54" y="37"/>
                    <a:pt x="33" y="54"/>
                  </a:cubicBezTo>
                  <a:cubicBezTo>
                    <a:pt x="17" y="70"/>
                    <a:pt x="0" y="103"/>
                    <a:pt x="0" y="140"/>
                  </a:cubicBezTo>
                  <a:cubicBezTo>
                    <a:pt x="0" y="157"/>
                    <a:pt x="0" y="173"/>
                    <a:pt x="17" y="190"/>
                  </a:cubicBezTo>
                  <a:cubicBezTo>
                    <a:pt x="35" y="198"/>
                    <a:pt x="49" y="202"/>
                    <a:pt x="62" y="202"/>
                  </a:cubicBezTo>
                  <a:cubicBezTo>
                    <a:pt x="74" y="202"/>
                    <a:pt x="87" y="198"/>
                    <a:pt x="103" y="190"/>
                  </a:cubicBezTo>
                  <a:lnTo>
                    <a:pt x="136" y="190"/>
                  </a:lnTo>
                  <a:cubicBezTo>
                    <a:pt x="157" y="173"/>
                    <a:pt x="173" y="173"/>
                    <a:pt x="190" y="157"/>
                  </a:cubicBezTo>
                  <a:cubicBezTo>
                    <a:pt x="239" y="103"/>
                    <a:pt x="239" y="54"/>
                    <a:pt x="206" y="17"/>
                  </a:cubicBezTo>
                  <a:cubicBezTo>
                    <a:pt x="190" y="0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0" name="Google Shape;18780;p47"/>
            <p:cNvSpPr/>
            <p:nvPr/>
          </p:nvSpPr>
          <p:spPr>
            <a:xfrm>
              <a:off x="4731675" y="2512575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74" y="1"/>
                  </a:moveTo>
                  <a:cubicBezTo>
                    <a:pt x="141" y="17"/>
                    <a:pt x="104" y="17"/>
                    <a:pt x="71" y="34"/>
                  </a:cubicBezTo>
                  <a:cubicBezTo>
                    <a:pt x="54" y="50"/>
                    <a:pt x="17" y="88"/>
                    <a:pt x="17" y="104"/>
                  </a:cubicBezTo>
                  <a:cubicBezTo>
                    <a:pt x="1" y="154"/>
                    <a:pt x="38" y="207"/>
                    <a:pt x="87" y="207"/>
                  </a:cubicBezTo>
                  <a:cubicBezTo>
                    <a:pt x="104" y="207"/>
                    <a:pt x="141" y="207"/>
                    <a:pt x="157" y="191"/>
                  </a:cubicBezTo>
                  <a:cubicBezTo>
                    <a:pt x="157" y="191"/>
                    <a:pt x="174" y="191"/>
                    <a:pt x="190" y="170"/>
                  </a:cubicBezTo>
                  <a:cubicBezTo>
                    <a:pt x="207" y="154"/>
                    <a:pt x="223" y="137"/>
                    <a:pt x="244" y="104"/>
                  </a:cubicBezTo>
                  <a:cubicBezTo>
                    <a:pt x="261" y="50"/>
                    <a:pt x="22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1" name="Google Shape;18781;p47"/>
            <p:cNvSpPr/>
            <p:nvPr/>
          </p:nvSpPr>
          <p:spPr>
            <a:xfrm>
              <a:off x="4707250" y="2490475"/>
              <a:ext cx="6425" cy="4950"/>
            </a:xfrm>
            <a:custGeom>
              <a:avLst/>
              <a:gdLst/>
              <a:ahLst/>
              <a:cxnLst/>
              <a:rect l="l" t="t" r="r" b="b"/>
              <a:pathLst>
                <a:path w="257" h="198" extrusionOk="0">
                  <a:moveTo>
                    <a:pt x="191" y="0"/>
                  </a:moveTo>
                  <a:cubicBezTo>
                    <a:pt x="180" y="0"/>
                    <a:pt x="167" y="2"/>
                    <a:pt x="153" y="7"/>
                  </a:cubicBezTo>
                  <a:lnTo>
                    <a:pt x="104" y="7"/>
                  </a:lnTo>
                  <a:cubicBezTo>
                    <a:pt x="34" y="44"/>
                    <a:pt x="1" y="93"/>
                    <a:pt x="17" y="147"/>
                  </a:cubicBezTo>
                  <a:cubicBezTo>
                    <a:pt x="28" y="179"/>
                    <a:pt x="54" y="197"/>
                    <a:pt x="89" y="197"/>
                  </a:cubicBezTo>
                  <a:cubicBezTo>
                    <a:pt x="108" y="197"/>
                    <a:pt x="130" y="192"/>
                    <a:pt x="153" y="180"/>
                  </a:cubicBezTo>
                  <a:cubicBezTo>
                    <a:pt x="170" y="180"/>
                    <a:pt x="190" y="163"/>
                    <a:pt x="207" y="147"/>
                  </a:cubicBezTo>
                  <a:cubicBezTo>
                    <a:pt x="240" y="126"/>
                    <a:pt x="256" y="77"/>
                    <a:pt x="240" y="44"/>
                  </a:cubicBezTo>
                  <a:cubicBezTo>
                    <a:pt x="240" y="17"/>
                    <a:pt x="222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2" name="Google Shape;18782;p47"/>
            <p:cNvSpPr/>
            <p:nvPr/>
          </p:nvSpPr>
          <p:spPr>
            <a:xfrm>
              <a:off x="4705925" y="2480425"/>
              <a:ext cx="6500" cy="5100"/>
            </a:xfrm>
            <a:custGeom>
              <a:avLst/>
              <a:gdLst/>
              <a:ahLst/>
              <a:cxnLst/>
              <a:rect l="l" t="t" r="r" b="b"/>
              <a:pathLst>
                <a:path w="260" h="204" extrusionOk="0">
                  <a:moveTo>
                    <a:pt x="164" y="1"/>
                  </a:moveTo>
                  <a:cubicBezTo>
                    <a:pt x="143" y="1"/>
                    <a:pt x="122" y="5"/>
                    <a:pt x="103" y="13"/>
                  </a:cubicBezTo>
                  <a:cubicBezTo>
                    <a:pt x="54" y="34"/>
                    <a:pt x="17" y="83"/>
                    <a:pt x="0" y="116"/>
                  </a:cubicBezTo>
                  <a:lnTo>
                    <a:pt x="0" y="153"/>
                  </a:lnTo>
                  <a:cubicBezTo>
                    <a:pt x="11" y="185"/>
                    <a:pt x="44" y="203"/>
                    <a:pt x="85" y="203"/>
                  </a:cubicBezTo>
                  <a:cubicBezTo>
                    <a:pt x="107" y="203"/>
                    <a:pt x="132" y="198"/>
                    <a:pt x="157" y="186"/>
                  </a:cubicBezTo>
                  <a:cubicBezTo>
                    <a:pt x="206" y="170"/>
                    <a:pt x="260" y="100"/>
                    <a:pt x="243" y="50"/>
                  </a:cubicBezTo>
                  <a:cubicBezTo>
                    <a:pt x="243" y="50"/>
                    <a:pt x="223" y="34"/>
                    <a:pt x="223" y="13"/>
                  </a:cubicBezTo>
                  <a:cubicBezTo>
                    <a:pt x="206" y="5"/>
                    <a:pt x="186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3" name="Google Shape;18783;p47"/>
            <p:cNvSpPr/>
            <p:nvPr/>
          </p:nvSpPr>
          <p:spPr>
            <a:xfrm>
              <a:off x="4481325" y="2353250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36" y="0"/>
                  </a:moveTo>
                  <a:cubicBezTo>
                    <a:pt x="120" y="0"/>
                    <a:pt x="103" y="16"/>
                    <a:pt x="87" y="16"/>
                  </a:cubicBezTo>
                  <a:cubicBezTo>
                    <a:pt x="54" y="33"/>
                    <a:pt x="17" y="70"/>
                    <a:pt x="0" y="103"/>
                  </a:cubicBezTo>
                  <a:cubicBezTo>
                    <a:pt x="54" y="120"/>
                    <a:pt x="103" y="153"/>
                    <a:pt x="136" y="190"/>
                  </a:cubicBezTo>
                  <a:cubicBezTo>
                    <a:pt x="157" y="173"/>
                    <a:pt x="173" y="173"/>
                    <a:pt x="190" y="153"/>
                  </a:cubicBezTo>
                  <a:cubicBezTo>
                    <a:pt x="223" y="120"/>
                    <a:pt x="239" y="87"/>
                    <a:pt x="223" y="49"/>
                  </a:cubicBezTo>
                  <a:cubicBezTo>
                    <a:pt x="223" y="16"/>
                    <a:pt x="190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4" name="Google Shape;18784;p47"/>
            <p:cNvSpPr/>
            <p:nvPr/>
          </p:nvSpPr>
          <p:spPr>
            <a:xfrm>
              <a:off x="4474925" y="2318700"/>
              <a:ext cx="6425" cy="4875"/>
            </a:xfrm>
            <a:custGeom>
              <a:avLst/>
              <a:gdLst/>
              <a:ahLst/>
              <a:cxnLst/>
              <a:rect l="l" t="t" r="r" b="b"/>
              <a:pathLst>
                <a:path w="257" h="195" extrusionOk="0">
                  <a:moveTo>
                    <a:pt x="148" y="1"/>
                  </a:moveTo>
                  <a:cubicBezTo>
                    <a:pt x="133" y="1"/>
                    <a:pt x="117" y="3"/>
                    <a:pt x="104" y="9"/>
                  </a:cubicBezTo>
                  <a:cubicBezTo>
                    <a:pt x="50" y="26"/>
                    <a:pt x="34" y="59"/>
                    <a:pt x="17" y="92"/>
                  </a:cubicBezTo>
                  <a:cubicBezTo>
                    <a:pt x="1" y="112"/>
                    <a:pt x="1" y="129"/>
                    <a:pt x="1" y="145"/>
                  </a:cubicBezTo>
                  <a:cubicBezTo>
                    <a:pt x="17" y="162"/>
                    <a:pt x="17" y="178"/>
                    <a:pt x="50" y="195"/>
                  </a:cubicBezTo>
                  <a:cubicBezTo>
                    <a:pt x="67" y="195"/>
                    <a:pt x="104" y="195"/>
                    <a:pt x="137" y="178"/>
                  </a:cubicBezTo>
                  <a:cubicBezTo>
                    <a:pt x="207" y="162"/>
                    <a:pt x="256" y="92"/>
                    <a:pt x="240" y="42"/>
                  </a:cubicBezTo>
                  <a:cubicBezTo>
                    <a:pt x="228" y="18"/>
                    <a:pt x="188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5" name="Google Shape;18785;p47"/>
            <p:cNvSpPr/>
            <p:nvPr/>
          </p:nvSpPr>
          <p:spPr>
            <a:xfrm>
              <a:off x="4681475" y="2489800"/>
              <a:ext cx="2625" cy="3425"/>
            </a:xfrm>
            <a:custGeom>
              <a:avLst/>
              <a:gdLst/>
              <a:ahLst/>
              <a:cxnLst/>
              <a:rect l="l" t="t" r="r" b="b"/>
              <a:pathLst>
                <a:path w="105" h="137" extrusionOk="0">
                  <a:moveTo>
                    <a:pt x="1" y="1"/>
                  </a:moveTo>
                  <a:cubicBezTo>
                    <a:pt x="17" y="50"/>
                    <a:pt x="34" y="104"/>
                    <a:pt x="50" y="137"/>
                  </a:cubicBezTo>
                  <a:lnTo>
                    <a:pt x="67" y="137"/>
                  </a:lnTo>
                  <a:lnTo>
                    <a:pt x="67" y="120"/>
                  </a:lnTo>
                  <a:cubicBezTo>
                    <a:pt x="88" y="120"/>
                    <a:pt x="88" y="104"/>
                    <a:pt x="88" y="104"/>
                  </a:cubicBezTo>
                  <a:cubicBezTo>
                    <a:pt x="104" y="50"/>
                    <a:pt x="67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6" name="Google Shape;18786;p47"/>
            <p:cNvSpPr/>
            <p:nvPr/>
          </p:nvSpPr>
          <p:spPr>
            <a:xfrm>
              <a:off x="4700750" y="246877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04" y="1"/>
                  </a:moveTo>
                  <a:cubicBezTo>
                    <a:pt x="38" y="34"/>
                    <a:pt x="1" y="104"/>
                    <a:pt x="17" y="137"/>
                  </a:cubicBezTo>
                  <a:cubicBezTo>
                    <a:pt x="30" y="171"/>
                    <a:pt x="55" y="190"/>
                    <a:pt x="89" y="190"/>
                  </a:cubicBezTo>
                  <a:cubicBezTo>
                    <a:pt x="109" y="190"/>
                    <a:pt x="132" y="183"/>
                    <a:pt x="158" y="170"/>
                  </a:cubicBezTo>
                  <a:cubicBezTo>
                    <a:pt x="174" y="170"/>
                    <a:pt x="191" y="153"/>
                    <a:pt x="207" y="153"/>
                  </a:cubicBezTo>
                  <a:cubicBezTo>
                    <a:pt x="244" y="120"/>
                    <a:pt x="261" y="67"/>
                    <a:pt x="244" y="50"/>
                  </a:cubicBezTo>
                  <a:cubicBezTo>
                    <a:pt x="244" y="17"/>
                    <a:pt x="207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7" name="Google Shape;18787;p47"/>
            <p:cNvSpPr/>
            <p:nvPr/>
          </p:nvSpPr>
          <p:spPr>
            <a:xfrm>
              <a:off x="4698175" y="25013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58" y="1"/>
                    <a:pt x="120" y="21"/>
                    <a:pt x="87" y="38"/>
                  </a:cubicBezTo>
                  <a:cubicBezTo>
                    <a:pt x="54" y="54"/>
                    <a:pt x="38" y="87"/>
                    <a:pt x="38" y="104"/>
                  </a:cubicBezTo>
                  <a:cubicBezTo>
                    <a:pt x="1" y="157"/>
                    <a:pt x="38" y="207"/>
                    <a:pt x="104" y="207"/>
                  </a:cubicBezTo>
                  <a:cubicBezTo>
                    <a:pt x="120" y="207"/>
                    <a:pt x="141" y="207"/>
                    <a:pt x="174" y="190"/>
                  </a:cubicBezTo>
                  <a:cubicBezTo>
                    <a:pt x="174" y="190"/>
                    <a:pt x="191" y="190"/>
                    <a:pt x="191" y="174"/>
                  </a:cubicBezTo>
                  <a:cubicBezTo>
                    <a:pt x="224" y="157"/>
                    <a:pt x="244" y="141"/>
                    <a:pt x="261" y="104"/>
                  </a:cubicBezTo>
                  <a:cubicBezTo>
                    <a:pt x="261" y="87"/>
                    <a:pt x="261" y="54"/>
                    <a:pt x="244" y="38"/>
                  </a:cubicBezTo>
                  <a:cubicBezTo>
                    <a:pt x="244" y="2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8" name="Google Shape;18788;p47"/>
            <p:cNvSpPr/>
            <p:nvPr/>
          </p:nvSpPr>
          <p:spPr>
            <a:xfrm>
              <a:off x="4630375" y="2272525"/>
              <a:ext cx="6000" cy="3850"/>
            </a:xfrm>
            <a:custGeom>
              <a:avLst/>
              <a:gdLst/>
              <a:ahLst/>
              <a:cxnLst/>
              <a:rect l="l" t="t" r="r" b="b"/>
              <a:pathLst>
                <a:path w="240" h="154" extrusionOk="0">
                  <a:moveTo>
                    <a:pt x="33" y="1"/>
                  </a:moveTo>
                  <a:cubicBezTo>
                    <a:pt x="33" y="17"/>
                    <a:pt x="16" y="34"/>
                    <a:pt x="0" y="50"/>
                  </a:cubicBezTo>
                  <a:cubicBezTo>
                    <a:pt x="0" y="67"/>
                    <a:pt x="0" y="104"/>
                    <a:pt x="16" y="120"/>
                  </a:cubicBezTo>
                  <a:cubicBezTo>
                    <a:pt x="33" y="137"/>
                    <a:pt x="49" y="153"/>
                    <a:pt x="87" y="153"/>
                  </a:cubicBezTo>
                  <a:cubicBezTo>
                    <a:pt x="103" y="153"/>
                    <a:pt x="120" y="137"/>
                    <a:pt x="153" y="137"/>
                  </a:cubicBezTo>
                  <a:lnTo>
                    <a:pt x="173" y="120"/>
                  </a:lnTo>
                  <a:cubicBezTo>
                    <a:pt x="206" y="104"/>
                    <a:pt x="223" y="67"/>
                    <a:pt x="239" y="5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9" name="Google Shape;18789;p47"/>
            <p:cNvSpPr/>
            <p:nvPr/>
          </p:nvSpPr>
          <p:spPr>
            <a:xfrm>
              <a:off x="4797850" y="2270375"/>
              <a:ext cx="6000" cy="2350"/>
            </a:xfrm>
            <a:custGeom>
              <a:avLst/>
              <a:gdLst/>
              <a:ahLst/>
              <a:cxnLst/>
              <a:rect l="l" t="t" r="r" b="b"/>
              <a:pathLst>
                <a:path w="240" h="94" extrusionOk="0">
                  <a:moveTo>
                    <a:pt x="1" y="0"/>
                  </a:moveTo>
                  <a:lnTo>
                    <a:pt x="1" y="50"/>
                  </a:lnTo>
                  <a:cubicBezTo>
                    <a:pt x="13" y="77"/>
                    <a:pt x="54" y="93"/>
                    <a:pt x="101" y="93"/>
                  </a:cubicBezTo>
                  <a:cubicBezTo>
                    <a:pt x="118" y="93"/>
                    <a:pt x="136" y="91"/>
                    <a:pt x="153" y="87"/>
                  </a:cubicBezTo>
                  <a:cubicBezTo>
                    <a:pt x="190" y="66"/>
                    <a:pt x="223" y="33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0" name="Google Shape;18790;p47"/>
            <p:cNvSpPr/>
            <p:nvPr/>
          </p:nvSpPr>
          <p:spPr>
            <a:xfrm>
              <a:off x="4894950" y="2269450"/>
              <a:ext cx="6000" cy="2350"/>
            </a:xfrm>
            <a:custGeom>
              <a:avLst/>
              <a:gdLst/>
              <a:ahLst/>
              <a:cxnLst/>
              <a:rect l="l" t="t" r="r" b="b"/>
              <a:pathLst>
                <a:path w="240" h="94" extrusionOk="0">
                  <a:moveTo>
                    <a:pt x="0" y="0"/>
                  </a:moveTo>
                  <a:lnTo>
                    <a:pt x="0" y="21"/>
                  </a:lnTo>
                  <a:cubicBezTo>
                    <a:pt x="0" y="54"/>
                    <a:pt x="17" y="70"/>
                    <a:pt x="33" y="87"/>
                  </a:cubicBezTo>
                  <a:cubicBezTo>
                    <a:pt x="44" y="87"/>
                    <a:pt x="63" y="94"/>
                    <a:pt x="85" y="94"/>
                  </a:cubicBezTo>
                  <a:cubicBezTo>
                    <a:pt x="96" y="94"/>
                    <a:pt x="108" y="92"/>
                    <a:pt x="120" y="87"/>
                  </a:cubicBezTo>
                  <a:lnTo>
                    <a:pt x="137" y="87"/>
                  </a:lnTo>
                  <a:cubicBezTo>
                    <a:pt x="170" y="70"/>
                    <a:pt x="186" y="54"/>
                    <a:pt x="207" y="37"/>
                  </a:cubicBezTo>
                  <a:cubicBezTo>
                    <a:pt x="223" y="37"/>
                    <a:pt x="223" y="21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1" name="Google Shape;18791;p47"/>
            <p:cNvSpPr/>
            <p:nvPr/>
          </p:nvSpPr>
          <p:spPr>
            <a:xfrm>
              <a:off x="4918975" y="2303450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53" y="1"/>
                  </a:moveTo>
                  <a:cubicBezTo>
                    <a:pt x="120" y="1"/>
                    <a:pt x="87" y="17"/>
                    <a:pt x="70" y="34"/>
                  </a:cubicBezTo>
                  <a:cubicBezTo>
                    <a:pt x="33" y="50"/>
                    <a:pt x="17" y="67"/>
                    <a:pt x="0" y="104"/>
                  </a:cubicBezTo>
                  <a:cubicBezTo>
                    <a:pt x="0" y="137"/>
                    <a:pt x="0" y="153"/>
                    <a:pt x="17" y="170"/>
                  </a:cubicBezTo>
                  <a:cubicBezTo>
                    <a:pt x="33" y="186"/>
                    <a:pt x="50" y="207"/>
                    <a:pt x="87" y="207"/>
                  </a:cubicBezTo>
                  <a:cubicBezTo>
                    <a:pt x="103" y="207"/>
                    <a:pt x="120" y="186"/>
                    <a:pt x="136" y="186"/>
                  </a:cubicBezTo>
                  <a:cubicBezTo>
                    <a:pt x="153" y="186"/>
                    <a:pt x="173" y="170"/>
                    <a:pt x="173" y="170"/>
                  </a:cubicBezTo>
                  <a:cubicBezTo>
                    <a:pt x="206" y="153"/>
                    <a:pt x="223" y="120"/>
                    <a:pt x="239" y="104"/>
                  </a:cubicBezTo>
                  <a:cubicBezTo>
                    <a:pt x="256" y="50"/>
                    <a:pt x="22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2" name="Google Shape;18792;p47"/>
            <p:cNvSpPr/>
            <p:nvPr/>
          </p:nvSpPr>
          <p:spPr>
            <a:xfrm>
              <a:off x="4612725" y="2317975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37" y="1"/>
                  </a:moveTo>
                  <a:cubicBezTo>
                    <a:pt x="104" y="17"/>
                    <a:pt x="71" y="38"/>
                    <a:pt x="55" y="55"/>
                  </a:cubicBezTo>
                  <a:cubicBezTo>
                    <a:pt x="1" y="104"/>
                    <a:pt x="1" y="158"/>
                    <a:pt x="55" y="191"/>
                  </a:cubicBezTo>
                  <a:cubicBezTo>
                    <a:pt x="71" y="207"/>
                    <a:pt x="88" y="207"/>
                    <a:pt x="121" y="207"/>
                  </a:cubicBezTo>
                  <a:cubicBezTo>
                    <a:pt x="137" y="191"/>
                    <a:pt x="158" y="191"/>
                    <a:pt x="158" y="191"/>
                  </a:cubicBezTo>
                  <a:cubicBezTo>
                    <a:pt x="174" y="174"/>
                    <a:pt x="191" y="174"/>
                    <a:pt x="207" y="158"/>
                  </a:cubicBezTo>
                  <a:cubicBezTo>
                    <a:pt x="261" y="104"/>
                    <a:pt x="261" y="55"/>
                    <a:pt x="224" y="17"/>
                  </a:cubicBezTo>
                  <a:cubicBezTo>
                    <a:pt x="207" y="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3" name="Google Shape;18793;p47"/>
            <p:cNvSpPr/>
            <p:nvPr/>
          </p:nvSpPr>
          <p:spPr>
            <a:xfrm>
              <a:off x="4616650" y="22819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53" y="1"/>
                  </a:moveTo>
                  <a:cubicBezTo>
                    <a:pt x="137" y="1"/>
                    <a:pt x="104" y="1"/>
                    <a:pt x="67" y="17"/>
                  </a:cubicBezTo>
                  <a:cubicBezTo>
                    <a:pt x="34" y="38"/>
                    <a:pt x="17" y="71"/>
                    <a:pt x="17" y="88"/>
                  </a:cubicBezTo>
                  <a:cubicBezTo>
                    <a:pt x="1" y="141"/>
                    <a:pt x="17" y="174"/>
                    <a:pt x="50" y="191"/>
                  </a:cubicBezTo>
                  <a:lnTo>
                    <a:pt x="83" y="191"/>
                  </a:lnTo>
                  <a:cubicBezTo>
                    <a:pt x="104" y="191"/>
                    <a:pt x="120" y="191"/>
                    <a:pt x="153" y="174"/>
                  </a:cubicBezTo>
                  <a:cubicBezTo>
                    <a:pt x="170" y="174"/>
                    <a:pt x="207" y="141"/>
                    <a:pt x="223" y="121"/>
                  </a:cubicBezTo>
                  <a:cubicBezTo>
                    <a:pt x="223" y="104"/>
                    <a:pt x="240" y="104"/>
                    <a:pt x="240" y="88"/>
                  </a:cubicBezTo>
                  <a:cubicBezTo>
                    <a:pt x="256" y="38"/>
                    <a:pt x="22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4" name="Google Shape;18794;p47"/>
            <p:cNvSpPr/>
            <p:nvPr/>
          </p:nvSpPr>
          <p:spPr>
            <a:xfrm>
              <a:off x="4915575" y="233627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61" y="1"/>
                  </a:moveTo>
                  <a:cubicBezTo>
                    <a:pt x="117" y="1"/>
                    <a:pt x="70" y="17"/>
                    <a:pt x="33" y="44"/>
                  </a:cubicBezTo>
                  <a:cubicBezTo>
                    <a:pt x="17" y="77"/>
                    <a:pt x="0" y="94"/>
                    <a:pt x="0" y="131"/>
                  </a:cubicBezTo>
                  <a:cubicBezTo>
                    <a:pt x="0" y="147"/>
                    <a:pt x="0" y="164"/>
                    <a:pt x="17" y="180"/>
                  </a:cubicBezTo>
                  <a:cubicBezTo>
                    <a:pt x="50" y="197"/>
                    <a:pt x="66" y="197"/>
                    <a:pt x="103" y="197"/>
                  </a:cubicBezTo>
                  <a:cubicBezTo>
                    <a:pt x="120" y="197"/>
                    <a:pt x="120" y="180"/>
                    <a:pt x="136" y="180"/>
                  </a:cubicBezTo>
                  <a:cubicBezTo>
                    <a:pt x="153" y="180"/>
                    <a:pt x="169" y="164"/>
                    <a:pt x="186" y="147"/>
                  </a:cubicBezTo>
                  <a:cubicBezTo>
                    <a:pt x="239" y="94"/>
                    <a:pt x="239" y="44"/>
                    <a:pt x="206" y="7"/>
                  </a:cubicBezTo>
                  <a:cubicBezTo>
                    <a:pt x="192" y="3"/>
                    <a:pt x="177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5" name="Google Shape;18795;p47"/>
            <p:cNvSpPr/>
            <p:nvPr/>
          </p:nvSpPr>
          <p:spPr>
            <a:xfrm>
              <a:off x="4781050" y="227077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57" y="1"/>
                  </a:moveTo>
                  <a:cubicBezTo>
                    <a:pt x="124" y="1"/>
                    <a:pt x="104" y="1"/>
                    <a:pt x="87" y="17"/>
                  </a:cubicBezTo>
                  <a:cubicBezTo>
                    <a:pt x="54" y="34"/>
                    <a:pt x="38" y="71"/>
                    <a:pt x="21" y="87"/>
                  </a:cubicBezTo>
                  <a:cubicBezTo>
                    <a:pt x="1" y="153"/>
                    <a:pt x="38" y="190"/>
                    <a:pt x="104" y="190"/>
                  </a:cubicBezTo>
                  <a:cubicBezTo>
                    <a:pt x="124" y="190"/>
                    <a:pt x="141" y="190"/>
                    <a:pt x="157" y="174"/>
                  </a:cubicBezTo>
                  <a:cubicBezTo>
                    <a:pt x="174" y="174"/>
                    <a:pt x="190" y="174"/>
                    <a:pt x="190" y="153"/>
                  </a:cubicBezTo>
                  <a:cubicBezTo>
                    <a:pt x="227" y="137"/>
                    <a:pt x="244" y="120"/>
                    <a:pt x="260" y="87"/>
                  </a:cubicBezTo>
                  <a:cubicBezTo>
                    <a:pt x="277" y="50"/>
                    <a:pt x="244" y="1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6" name="Google Shape;18796;p47"/>
            <p:cNvSpPr/>
            <p:nvPr/>
          </p:nvSpPr>
          <p:spPr>
            <a:xfrm>
              <a:off x="4736425" y="2537425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37" y="1"/>
                  </a:moveTo>
                  <a:cubicBezTo>
                    <a:pt x="104" y="21"/>
                    <a:pt x="87" y="38"/>
                    <a:pt x="54" y="54"/>
                  </a:cubicBezTo>
                  <a:cubicBezTo>
                    <a:pt x="0" y="104"/>
                    <a:pt x="0" y="157"/>
                    <a:pt x="54" y="190"/>
                  </a:cubicBezTo>
                  <a:cubicBezTo>
                    <a:pt x="62" y="199"/>
                    <a:pt x="75" y="203"/>
                    <a:pt x="87" y="203"/>
                  </a:cubicBezTo>
                  <a:cubicBezTo>
                    <a:pt x="99" y="203"/>
                    <a:pt x="112" y="199"/>
                    <a:pt x="120" y="190"/>
                  </a:cubicBezTo>
                  <a:lnTo>
                    <a:pt x="157" y="190"/>
                  </a:lnTo>
                  <a:cubicBezTo>
                    <a:pt x="174" y="174"/>
                    <a:pt x="207" y="174"/>
                    <a:pt x="207" y="157"/>
                  </a:cubicBezTo>
                  <a:cubicBezTo>
                    <a:pt x="240" y="124"/>
                    <a:pt x="260" y="104"/>
                    <a:pt x="260" y="71"/>
                  </a:cubicBezTo>
                  <a:cubicBezTo>
                    <a:pt x="260" y="54"/>
                    <a:pt x="240" y="38"/>
                    <a:pt x="223" y="21"/>
                  </a:cubicBezTo>
                  <a:cubicBezTo>
                    <a:pt x="207" y="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7" name="Google Shape;18797;p47"/>
            <p:cNvSpPr/>
            <p:nvPr/>
          </p:nvSpPr>
          <p:spPr>
            <a:xfrm>
              <a:off x="4907325" y="2269950"/>
              <a:ext cx="6500" cy="4675"/>
            </a:xfrm>
            <a:custGeom>
              <a:avLst/>
              <a:gdLst/>
              <a:ahLst/>
              <a:cxnLst/>
              <a:rect l="l" t="t" r="r" b="b"/>
              <a:pathLst>
                <a:path w="260" h="187" extrusionOk="0">
                  <a:moveTo>
                    <a:pt x="157" y="1"/>
                  </a:moveTo>
                  <a:cubicBezTo>
                    <a:pt x="140" y="1"/>
                    <a:pt x="103" y="1"/>
                    <a:pt x="70" y="17"/>
                  </a:cubicBezTo>
                  <a:cubicBezTo>
                    <a:pt x="54" y="34"/>
                    <a:pt x="21" y="67"/>
                    <a:pt x="21" y="83"/>
                  </a:cubicBezTo>
                  <a:cubicBezTo>
                    <a:pt x="0" y="120"/>
                    <a:pt x="0" y="137"/>
                    <a:pt x="21" y="170"/>
                  </a:cubicBezTo>
                  <a:cubicBezTo>
                    <a:pt x="37" y="186"/>
                    <a:pt x="54" y="186"/>
                    <a:pt x="87" y="186"/>
                  </a:cubicBezTo>
                  <a:cubicBezTo>
                    <a:pt x="103" y="186"/>
                    <a:pt x="140" y="186"/>
                    <a:pt x="157" y="170"/>
                  </a:cubicBezTo>
                  <a:cubicBezTo>
                    <a:pt x="157" y="170"/>
                    <a:pt x="173" y="170"/>
                    <a:pt x="173" y="153"/>
                  </a:cubicBezTo>
                  <a:cubicBezTo>
                    <a:pt x="206" y="137"/>
                    <a:pt x="227" y="120"/>
                    <a:pt x="243" y="83"/>
                  </a:cubicBezTo>
                  <a:cubicBezTo>
                    <a:pt x="260" y="34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8" name="Google Shape;18798;p47"/>
            <p:cNvSpPr/>
            <p:nvPr/>
          </p:nvSpPr>
          <p:spPr>
            <a:xfrm>
              <a:off x="4904750" y="231417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0"/>
                  </a:moveTo>
                  <a:cubicBezTo>
                    <a:pt x="140" y="0"/>
                    <a:pt x="124" y="0"/>
                    <a:pt x="87" y="17"/>
                  </a:cubicBezTo>
                  <a:cubicBezTo>
                    <a:pt x="54" y="50"/>
                    <a:pt x="37" y="66"/>
                    <a:pt x="21" y="103"/>
                  </a:cubicBezTo>
                  <a:cubicBezTo>
                    <a:pt x="0" y="136"/>
                    <a:pt x="37" y="169"/>
                    <a:pt x="70" y="190"/>
                  </a:cubicBezTo>
                  <a:lnTo>
                    <a:pt x="103" y="190"/>
                  </a:lnTo>
                  <a:cubicBezTo>
                    <a:pt x="124" y="190"/>
                    <a:pt x="140" y="190"/>
                    <a:pt x="157" y="169"/>
                  </a:cubicBezTo>
                  <a:cubicBezTo>
                    <a:pt x="190" y="169"/>
                    <a:pt x="227" y="136"/>
                    <a:pt x="243" y="120"/>
                  </a:cubicBezTo>
                  <a:cubicBezTo>
                    <a:pt x="243" y="103"/>
                    <a:pt x="243" y="103"/>
                    <a:pt x="260" y="87"/>
                  </a:cubicBezTo>
                  <a:cubicBezTo>
                    <a:pt x="276" y="33"/>
                    <a:pt x="24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9" name="Google Shape;18799;p47"/>
            <p:cNvSpPr/>
            <p:nvPr/>
          </p:nvSpPr>
          <p:spPr>
            <a:xfrm>
              <a:off x="4901350" y="2350350"/>
              <a:ext cx="6500" cy="5075"/>
            </a:xfrm>
            <a:custGeom>
              <a:avLst/>
              <a:gdLst/>
              <a:ahLst/>
              <a:cxnLst/>
              <a:rect l="l" t="t" r="r" b="b"/>
              <a:pathLst>
                <a:path w="260" h="203" extrusionOk="0">
                  <a:moveTo>
                    <a:pt x="181" y="1"/>
                  </a:moveTo>
                  <a:cubicBezTo>
                    <a:pt x="168" y="1"/>
                    <a:pt x="155" y="5"/>
                    <a:pt x="136" y="13"/>
                  </a:cubicBezTo>
                  <a:cubicBezTo>
                    <a:pt x="103" y="13"/>
                    <a:pt x="70" y="29"/>
                    <a:pt x="54" y="46"/>
                  </a:cubicBezTo>
                  <a:cubicBezTo>
                    <a:pt x="0" y="100"/>
                    <a:pt x="0" y="165"/>
                    <a:pt x="33" y="186"/>
                  </a:cubicBezTo>
                  <a:cubicBezTo>
                    <a:pt x="70" y="203"/>
                    <a:pt x="87" y="203"/>
                    <a:pt x="120" y="203"/>
                  </a:cubicBezTo>
                  <a:cubicBezTo>
                    <a:pt x="136" y="203"/>
                    <a:pt x="136" y="186"/>
                    <a:pt x="157" y="186"/>
                  </a:cubicBezTo>
                  <a:cubicBezTo>
                    <a:pt x="173" y="186"/>
                    <a:pt x="190" y="165"/>
                    <a:pt x="206" y="149"/>
                  </a:cubicBezTo>
                  <a:cubicBezTo>
                    <a:pt x="260" y="100"/>
                    <a:pt x="260" y="46"/>
                    <a:pt x="223" y="13"/>
                  </a:cubicBezTo>
                  <a:cubicBezTo>
                    <a:pt x="206" y="5"/>
                    <a:pt x="194" y="1"/>
                    <a:pt x="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0" name="Google Shape;18800;p47"/>
            <p:cNvSpPr/>
            <p:nvPr/>
          </p:nvSpPr>
          <p:spPr>
            <a:xfrm>
              <a:off x="4914625" y="2350650"/>
              <a:ext cx="6950" cy="5200"/>
            </a:xfrm>
            <a:custGeom>
              <a:avLst/>
              <a:gdLst/>
              <a:ahLst/>
              <a:cxnLst/>
              <a:rect l="l" t="t" r="r" b="b"/>
              <a:pathLst>
                <a:path w="278" h="208" extrusionOk="0">
                  <a:moveTo>
                    <a:pt x="174" y="1"/>
                  </a:moveTo>
                  <a:cubicBezTo>
                    <a:pt x="141" y="1"/>
                    <a:pt x="104" y="17"/>
                    <a:pt x="88" y="34"/>
                  </a:cubicBezTo>
                  <a:cubicBezTo>
                    <a:pt x="55" y="50"/>
                    <a:pt x="38" y="71"/>
                    <a:pt x="17" y="104"/>
                  </a:cubicBezTo>
                  <a:cubicBezTo>
                    <a:pt x="1" y="153"/>
                    <a:pt x="38" y="207"/>
                    <a:pt x="104" y="207"/>
                  </a:cubicBezTo>
                  <a:cubicBezTo>
                    <a:pt x="121" y="207"/>
                    <a:pt x="141" y="191"/>
                    <a:pt x="158" y="191"/>
                  </a:cubicBezTo>
                  <a:cubicBezTo>
                    <a:pt x="174" y="191"/>
                    <a:pt x="174" y="174"/>
                    <a:pt x="191" y="174"/>
                  </a:cubicBezTo>
                  <a:cubicBezTo>
                    <a:pt x="224" y="153"/>
                    <a:pt x="244" y="120"/>
                    <a:pt x="244" y="104"/>
                  </a:cubicBezTo>
                  <a:cubicBezTo>
                    <a:pt x="277" y="50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1" name="Google Shape;18801;p47"/>
            <p:cNvSpPr/>
            <p:nvPr/>
          </p:nvSpPr>
          <p:spPr>
            <a:xfrm>
              <a:off x="4909475" y="22819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66" y="0"/>
                  </a:moveTo>
                  <a:cubicBezTo>
                    <a:pt x="128" y="0"/>
                    <a:pt x="87" y="20"/>
                    <a:pt x="54" y="55"/>
                  </a:cubicBezTo>
                  <a:cubicBezTo>
                    <a:pt x="1" y="104"/>
                    <a:pt x="1" y="158"/>
                    <a:pt x="54" y="191"/>
                  </a:cubicBezTo>
                  <a:cubicBezTo>
                    <a:pt x="65" y="191"/>
                    <a:pt x="84" y="198"/>
                    <a:pt x="100" y="198"/>
                  </a:cubicBezTo>
                  <a:cubicBezTo>
                    <a:pt x="108" y="198"/>
                    <a:pt x="115" y="196"/>
                    <a:pt x="120" y="191"/>
                  </a:cubicBezTo>
                  <a:lnTo>
                    <a:pt x="157" y="191"/>
                  </a:lnTo>
                  <a:cubicBezTo>
                    <a:pt x="174" y="174"/>
                    <a:pt x="190" y="158"/>
                    <a:pt x="207" y="141"/>
                  </a:cubicBezTo>
                  <a:cubicBezTo>
                    <a:pt x="261" y="104"/>
                    <a:pt x="261" y="38"/>
                    <a:pt x="223" y="17"/>
                  </a:cubicBezTo>
                  <a:cubicBezTo>
                    <a:pt x="206" y="6"/>
                    <a:pt x="186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2" name="Google Shape;18802;p47"/>
            <p:cNvSpPr/>
            <p:nvPr/>
          </p:nvSpPr>
          <p:spPr>
            <a:xfrm>
              <a:off x="4915050" y="229140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41" y="0"/>
                    <a:pt x="104" y="0"/>
                    <a:pt x="87" y="17"/>
                  </a:cubicBezTo>
                  <a:cubicBezTo>
                    <a:pt x="54" y="33"/>
                    <a:pt x="38" y="70"/>
                    <a:pt x="21" y="87"/>
                  </a:cubicBezTo>
                  <a:cubicBezTo>
                    <a:pt x="0" y="153"/>
                    <a:pt x="38" y="190"/>
                    <a:pt x="104" y="190"/>
                  </a:cubicBezTo>
                  <a:cubicBezTo>
                    <a:pt x="124" y="190"/>
                    <a:pt x="141" y="190"/>
                    <a:pt x="157" y="173"/>
                  </a:cubicBezTo>
                  <a:cubicBezTo>
                    <a:pt x="174" y="173"/>
                    <a:pt x="174" y="173"/>
                    <a:pt x="190" y="153"/>
                  </a:cubicBezTo>
                  <a:cubicBezTo>
                    <a:pt x="227" y="136"/>
                    <a:pt x="244" y="120"/>
                    <a:pt x="244" y="87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3" name="Google Shape;18803;p47"/>
            <p:cNvSpPr/>
            <p:nvPr/>
          </p:nvSpPr>
          <p:spPr>
            <a:xfrm>
              <a:off x="4569750" y="2285100"/>
              <a:ext cx="6525" cy="5050"/>
            </a:xfrm>
            <a:custGeom>
              <a:avLst/>
              <a:gdLst/>
              <a:ahLst/>
              <a:cxnLst/>
              <a:rect l="l" t="t" r="r" b="b"/>
              <a:pathLst>
                <a:path w="261" h="202" extrusionOk="0">
                  <a:moveTo>
                    <a:pt x="176" y="0"/>
                  </a:moveTo>
                  <a:cubicBezTo>
                    <a:pt x="155" y="0"/>
                    <a:pt x="131" y="5"/>
                    <a:pt x="104" y="13"/>
                  </a:cubicBezTo>
                  <a:cubicBezTo>
                    <a:pt x="38" y="46"/>
                    <a:pt x="1" y="96"/>
                    <a:pt x="21" y="149"/>
                  </a:cubicBezTo>
                  <a:cubicBezTo>
                    <a:pt x="21" y="181"/>
                    <a:pt x="49" y="201"/>
                    <a:pt x="88" y="201"/>
                  </a:cubicBezTo>
                  <a:cubicBezTo>
                    <a:pt x="109" y="201"/>
                    <a:pt x="133" y="195"/>
                    <a:pt x="157" y="182"/>
                  </a:cubicBezTo>
                  <a:cubicBezTo>
                    <a:pt x="227" y="149"/>
                    <a:pt x="260" y="96"/>
                    <a:pt x="244" y="46"/>
                  </a:cubicBezTo>
                  <a:cubicBezTo>
                    <a:pt x="234" y="13"/>
                    <a:pt x="209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4" name="Google Shape;18804;p47"/>
            <p:cNvSpPr/>
            <p:nvPr/>
          </p:nvSpPr>
          <p:spPr>
            <a:xfrm>
              <a:off x="4557375" y="2283225"/>
              <a:ext cx="6425" cy="5100"/>
            </a:xfrm>
            <a:custGeom>
              <a:avLst/>
              <a:gdLst/>
              <a:ahLst/>
              <a:cxnLst/>
              <a:rect l="l" t="t" r="r" b="b"/>
              <a:pathLst>
                <a:path w="257" h="204" extrusionOk="0">
                  <a:moveTo>
                    <a:pt x="168" y="1"/>
                  </a:moveTo>
                  <a:cubicBezTo>
                    <a:pt x="149" y="1"/>
                    <a:pt x="127" y="6"/>
                    <a:pt x="104" y="18"/>
                  </a:cubicBezTo>
                  <a:cubicBezTo>
                    <a:pt x="67" y="35"/>
                    <a:pt x="34" y="51"/>
                    <a:pt x="17" y="88"/>
                  </a:cubicBezTo>
                  <a:cubicBezTo>
                    <a:pt x="1" y="105"/>
                    <a:pt x="1" y="121"/>
                    <a:pt x="17" y="154"/>
                  </a:cubicBezTo>
                  <a:cubicBezTo>
                    <a:pt x="17" y="171"/>
                    <a:pt x="34" y="191"/>
                    <a:pt x="50" y="191"/>
                  </a:cubicBezTo>
                  <a:cubicBezTo>
                    <a:pt x="67" y="199"/>
                    <a:pt x="84" y="204"/>
                    <a:pt x="102" y="204"/>
                  </a:cubicBezTo>
                  <a:cubicBezTo>
                    <a:pt x="120" y="204"/>
                    <a:pt x="137" y="199"/>
                    <a:pt x="154" y="191"/>
                  </a:cubicBezTo>
                  <a:cubicBezTo>
                    <a:pt x="224" y="154"/>
                    <a:pt x="257" y="105"/>
                    <a:pt x="240" y="51"/>
                  </a:cubicBezTo>
                  <a:cubicBezTo>
                    <a:pt x="229" y="19"/>
                    <a:pt x="203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5" name="Google Shape;18805;p47"/>
            <p:cNvSpPr/>
            <p:nvPr/>
          </p:nvSpPr>
          <p:spPr>
            <a:xfrm>
              <a:off x="4562025" y="2307775"/>
              <a:ext cx="6525" cy="5100"/>
            </a:xfrm>
            <a:custGeom>
              <a:avLst/>
              <a:gdLst/>
              <a:ahLst/>
              <a:cxnLst/>
              <a:rect l="l" t="t" r="r" b="b"/>
              <a:pathLst>
                <a:path w="261" h="204" extrusionOk="0">
                  <a:moveTo>
                    <a:pt x="172" y="1"/>
                  </a:moveTo>
                  <a:cubicBezTo>
                    <a:pt x="152" y="1"/>
                    <a:pt x="130" y="5"/>
                    <a:pt x="104" y="13"/>
                  </a:cubicBezTo>
                  <a:cubicBezTo>
                    <a:pt x="54" y="50"/>
                    <a:pt x="21" y="83"/>
                    <a:pt x="21" y="116"/>
                  </a:cubicBezTo>
                  <a:cubicBezTo>
                    <a:pt x="1" y="137"/>
                    <a:pt x="1" y="137"/>
                    <a:pt x="21" y="153"/>
                  </a:cubicBezTo>
                  <a:cubicBezTo>
                    <a:pt x="21" y="185"/>
                    <a:pt x="49" y="203"/>
                    <a:pt x="87" y="203"/>
                  </a:cubicBezTo>
                  <a:cubicBezTo>
                    <a:pt x="108" y="203"/>
                    <a:pt x="132" y="198"/>
                    <a:pt x="157" y="186"/>
                  </a:cubicBezTo>
                  <a:cubicBezTo>
                    <a:pt x="227" y="170"/>
                    <a:pt x="260" y="100"/>
                    <a:pt x="244" y="50"/>
                  </a:cubicBezTo>
                  <a:cubicBezTo>
                    <a:pt x="244" y="50"/>
                    <a:pt x="227" y="34"/>
                    <a:pt x="227" y="13"/>
                  </a:cubicBezTo>
                  <a:cubicBezTo>
                    <a:pt x="209" y="5"/>
                    <a:pt x="191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6" name="Google Shape;18806;p47"/>
            <p:cNvSpPr/>
            <p:nvPr/>
          </p:nvSpPr>
          <p:spPr>
            <a:xfrm>
              <a:off x="4563375" y="231782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91" y="1"/>
                  </a:moveTo>
                  <a:cubicBezTo>
                    <a:pt x="179" y="1"/>
                    <a:pt x="167" y="3"/>
                    <a:pt x="153" y="7"/>
                  </a:cubicBezTo>
                  <a:lnTo>
                    <a:pt x="103" y="7"/>
                  </a:lnTo>
                  <a:cubicBezTo>
                    <a:pt x="50" y="44"/>
                    <a:pt x="0" y="94"/>
                    <a:pt x="17" y="147"/>
                  </a:cubicBezTo>
                  <a:cubicBezTo>
                    <a:pt x="27" y="179"/>
                    <a:pt x="53" y="197"/>
                    <a:pt x="88" y="197"/>
                  </a:cubicBezTo>
                  <a:cubicBezTo>
                    <a:pt x="107" y="197"/>
                    <a:pt x="129" y="192"/>
                    <a:pt x="153" y="180"/>
                  </a:cubicBezTo>
                  <a:cubicBezTo>
                    <a:pt x="173" y="180"/>
                    <a:pt x="190" y="164"/>
                    <a:pt x="206" y="147"/>
                  </a:cubicBezTo>
                  <a:cubicBezTo>
                    <a:pt x="239" y="127"/>
                    <a:pt x="256" y="77"/>
                    <a:pt x="256" y="44"/>
                  </a:cubicBezTo>
                  <a:cubicBezTo>
                    <a:pt x="244" y="17"/>
                    <a:pt x="222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7" name="Google Shape;18807;p47"/>
            <p:cNvSpPr/>
            <p:nvPr/>
          </p:nvSpPr>
          <p:spPr>
            <a:xfrm>
              <a:off x="4566775" y="23300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73" y="0"/>
                  </a:moveTo>
                  <a:cubicBezTo>
                    <a:pt x="157" y="0"/>
                    <a:pt x="140" y="0"/>
                    <a:pt x="120" y="17"/>
                  </a:cubicBezTo>
                  <a:cubicBezTo>
                    <a:pt x="54" y="33"/>
                    <a:pt x="0" y="103"/>
                    <a:pt x="17" y="153"/>
                  </a:cubicBezTo>
                  <a:cubicBezTo>
                    <a:pt x="32" y="180"/>
                    <a:pt x="72" y="196"/>
                    <a:pt x="113" y="196"/>
                  </a:cubicBezTo>
                  <a:cubicBezTo>
                    <a:pt x="128" y="196"/>
                    <a:pt x="143" y="194"/>
                    <a:pt x="157" y="190"/>
                  </a:cubicBezTo>
                  <a:cubicBezTo>
                    <a:pt x="190" y="174"/>
                    <a:pt x="206" y="174"/>
                    <a:pt x="206" y="153"/>
                  </a:cubicBezTo>
                  <a:cubicBezTo>
                    <a:pt x="243" y="120"/>
                    <a:pt x="260" y="87"/>
                    <a:pt x="260" y="50"/>
                  </a:cubicBezTo>
                  <a:cubicBezTo>
                    <a:pt x="243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8" name="Google Shape;18808;p47"/>
            <p:cNvSpPr/>
            <p:nvPr/>
          </p:nvSpPr>
          <p:spPr>
            <a:xfrm>
              <a:off x="4556875" y="229612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57" y="1"/>
                  </a:moveTo>
                  <a:cubicBezTo>
                    <a:pt x="141" y="1"/>
                    <a:pt x="124" y="1"/>
                    <a:pt x="103" y="17"/>
                  </a:cubicBezTo>
                  <a:cubicBezTo>
                    <a:pt x="54" y="34"/>
                    <a:pt x="0" y="104"/>
                    <a:pt x="21" y="137"/>
                  </a:cubicBezTo>
                  <a:cubicBezTo>
                    <a:pt x="31" y="171"/>
                    <a:pt x="55" y="190"/>
                    <a:pt x="89" y="190"/>
                  </a:cubicBezTo>
                  <a:cubicBezTo>
                    <a:pt x="108" y="190"/>
                    <a:pt x="131" y="184"/>
                    <a:pt x="157" y="170"/>
                  </a:cubicBezTo>
                  <a:cubicBezTo>
                    <a:pt x="174" y="170"/>
                    <a:pt x="190" y="153"/>
                    <a:pt x="207" y="153"/>
                  </a:cubicBezTo>
                  <a:cubicBezTo>
                    <a:pt x="244" y="120"/>
                    <a:pt x="260" y="67"/>
                    <a:pt x="260" y="50"/>
                  </a:cubicBezTo>
                  <a:cubicBezTo>
                    <a:pt x="244" y="17"/>
                    <a:pt x="20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9" name="Google Shape;18809;p47"/>
            <p:cNvSpPr/>
            <p:nvPr/>
          </p:nvSpPr>
          <p:spPr>
            <a:xfrm>
              <a:off x="4549650" y="2318675"/>
              <a:ext cx="6425" cy="4900"/>
            </a:xfrm>
            <a:custGeom>
              <a:avLst/>
              <a:gdLst/>
              <a:ahLst/>
              <a:cxnLst/>
              <a:rect l="l" t="t" r="r" b="b"/>
              <a:pathLst>
                <a:path w="257" h="196" extrusionOk="0">
                  <a:moveTo>
                    <a:pt x="170" y="1"/>
                  </a:moveTo>
                  <a:cubicBezTo>
                    <a:pt x="159" y="1"/>
                    <a:pt x="148" y="3"/>
                    <a:pt x="137" y="10"/>
                  </a:cubicBezTo>
                  <a:cubicBezTo>
                    <a:pt x="104" y="10"/>
                    <a:pt x="67" y="27"/>
                    <a:pt x="50" y="60"/>
                  </a:cubicBezTo>
                  <a:cubicBezTo>
                    <a:pt x="1" y="93"/>
                    <a:pt x="1" y="163"/>
                    <a:pt x="34" y="179"/>
                  </a:cubicBezTo>
                  <a:cubicBezTo>
                    <a:pt x="67" y="196"/>
                    <a:pt x="83" y="196"/>
                    <a:pt x="120" y="196"/>
                  </a:cubicBezTo>
                  <a:cubicBezTo>
                    <a:pt x="137" y="196"/>
                    <a:pt x="137" y="196"/>
                    <a:pt x="153" y="179"/>
                  </a:cubicBezTo>
                  <a:cubicBezTo>
                    <a:pt x="170" y="179"/>
                    <a:pt x="186" y="163"/>
                    <a:pt x="207" y="146"/>
                  </a:cubicBezTo>
                  <a:cubicBezTo>
                    <a:pt x="240" y="130"/>
                    <a:pt x="240" y="93"/>
                    <a:pt x="256" y="76"/>
                  </a:cubicBezTo>
                  <a:cubicBezTo>
                    <a:pt x="256" y="43"/>
                    <a:pt x="240" y="27"/>
                    <a:pt x="223" y="10"/>
                  </a:cubicBezTo>
                  <a:cubicBezTo>
                    <a:pt x="212" y="10"/>
                    <a:pt x="192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0" name="Google Shape;18810;p47"/>
            <p:cNvSpPr/>
            <p:nvPr/>
          </p:nvSpPr>
          <p:spPr>
            <a:xfrm>
              <a:off x="4608000" y="23064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3" y="0"/>
                  </a:moveTo>
                  <a:cubicBezTo>
                    <a:pt x="157" y="0"/>
                    <a:pt x="120" y="17"/>
                    <a:pt x="87" y="33"/>
                  </a:cubicBezTo>
                  <a:cubicBezTo>
                    <a:pt x="54" y="50"/>
                    <a:pt x="37" y="87"/>
                    <a:pt x="37" y="103"/>
                  </a:cubicBezTo>
                  <a:cubicBezTo>
                    <a:pt x="0" y="153"/>
                    <a:pt x="37" y="206"/>
                    <a:pt x="103" y="206"/>
                  </a:cubicBezTo>
                  <a:cubicBezTo>
                    <a:pt x="120" y="206"/>
                    <a:pt x="157" y="206"/>
                    <a:pt x="173" y="190"/>
                  </a:cubicBezTo>
                  <a:cubicBezTo>
                    <a:pt x="173" y="190"/>
                    <a:pt x="190" y="190"/>
                    <a:pt x="190" y="169"/>
                  </a:cubicBezTo>
                  <a:cubicBezTo>
                    <a:pt x="223" y="153"/>
                    <a:pt x="244" y="136"/>
                    <a:pt x="260" y="103"/>
                  </a:cubicBezTo>
                  <a:cubicBezTo>
                    <a:pt x="260" y="87"/>
                    <a:pt x="260" y="50"/>
                    <a:pt x="244" y="33"/>
                  </a:cubicBezTo>
                  <a:cubicBezTo>
                    <a:pt x="244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1" name="Google Shape;18811;p47"/>
            <p:cNvSpPr/>
            <p:nvPr/>
          </p:nvSpPr>
          <p:spPr>
            <a:xfrm>
              <a:off x="4554800" y="2328700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70" y="1"/>
                  </a:moveTo>
                  <a:cubicBezTo>
                    <a:pt x="137" y="1"/>
                    <a:pt x="104" y="21"/>
                    <a:pt x="67" y="38"/>
                  </a:cubicBezTo>
                  <a:cubicBezTo>
                    <a:pt x="50" y="54"/>
                    <a:pt x="17" y="87"/>
                    <a:pt x="17" y="104"/>
                  </a:cubicBezTo>
                  <a:cubicBezTo>
                    <a:pt x="1" y="157"/>
                    <a:pt x="34" y="207"/>
                    <a:pt x="83" y="207"/>
                  </a:cubicBezTo>
                  <a:cubicBezTo>
                    <a:pt x="104" y="207"/>
                    <a:pt x="137" y="207"/>
                    <a:pt x="153" y="190"/>
                  </a:cubicBezTo>
                  <a:cubicBezTo>
                    <a:pt x="153" y="190"/>
                    <a:pt x="170" y="190"/>
                    <a:pt x="186" y="174"/>
                  </a:cubicBezTo>
                  <a:cubicBezTo>
                    <a:pt x="207" y="157"/>
                    <a:pt x="224" y="141"/>
                    <a:pt x="240" y="104"/>
                  </a:cubicBezTo>
                  <a:cubicBezTo>
                    <a:pt x="257" y="87"/>
                    <a:pt x="240" y="54"/>
                    <a:pt x="240" y="38"/>
                  </a:cubicBezTo>
                  <a:cubicBezTo>
                    <a:pt x="224" y="21"/>
                    <a:pt x="186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2" name="Google Shape;18812;p47"/>
            <p:cNvSpPr/>
            <p:nvPr/>
          </p:nvSpPr>
          <p:spPr>
            <a:xfrm>
              <a:off x="4599850" y="2283675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37" y="0"/>
                  </a:moveTo>
                  <a:cubicBezTo>
                    <a:pt x="120" y="17"/>
                    <a:pt x="87" y="33"/>
                    <a:pt x="54" y="50"/>
                  </a:cubicBezTo>
                  <a:cubicBezTo>
                    <a:pt x="17" y="103"/>
                    <a:pt x="1" y="153"/>
                    <a:pt x="54" y="190"/>
                  </a:cubicBezTo>
                  <a:cubicBezTo>
                    <a:pt x="62" y="198"/>
                    <a:pt x="75" y="202"/>
                    <a:pt x="89" y="202"/>
                  </a:cubicBezTo>
                  <a:cubicBezTo>
                    <a:pt x="104" y="202"/>
                    <a:pt x="120" y="198"/>
                    <a:pt x="137" y="190"/>
                  </a:cubicBezTo>
                  <a:lnTo>
                    <a:pt x="174" y="190"/>
                  </a:lnTo>
                  <a:cubicBezTo>
                    <a:pt x="190" y="173"/>
                    <a:pt x="207" y="173"/>
                    <a:pt x="223" y="153"/>
                  </a:cubicBezTo>
                  <a:cubicBezTo>
                    <a:pt x="277" y="103"/>
                    <a:pt x="277" y="33"/>
                    <a:pt x="223" y="17"/>
                  </a:cubicBezTo>
                  <a:cubicBezTo>
                    <a:pt x="207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3" name="Google Shape;18813;p47"/>
            <p:cNvSpPr/>
            <p:nvPr/>
          </p:nvSpPr>
          <p:spPr>
            <a:xfrm>
              <a:off x="4597275" y="23171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37" y="1"/>
                    <a:pt x="104" y="1"/>
                    <a:pt x="87" y="17"/>
                  </a:cubicBezTo>
                  <a:cubicBezTo>
                    <a:pt x="54" y="50"/>
                    <a:pt x="34" y="71"/>
                    <a:pt x="17" y="104"/>
                  </a:cubicBezTo>
                  <a:cubicBezTo>
                    <a:pt x="1" y="154"/>
                    <a:pt x="34" y="191"/>
                    <a:pt x="104" y="191"/>
                  </a:cubicBezTo>
                  <a:cubicBezTo>
                    <a:pt x="120" y="191"/>
                    <a:pt x="137" y="191"/>
                    <a:pt x="157" y="174"/>
                  </a:cubicBezTo>
                  <a:lnTo>
                    <a:pt x="190" y="174"/>
                  </a:lnTo>
                  <a:cubicBezTo>
                    <a:pt x="223" y="137"/>
                    <a:pt x="240" y="121"/>
                    <a:pt x="260" y="88"/>
                  </a:cubicBezTo>
                  <a:cubicBezTo>
                    <a:pt x="260" y="71"/>
                    <a:pt x="260" y="34"/>
                    <a:pt x="240" y="17"/>
                  </a:cubicBezTo>
                  <a:cubicBezTo>
                    <a:pt x="223" y="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4" name="Google Shape;18814;p47"/>
            <p:cNvSpPr/>
            <p:nvPr/>
          </p:nvSpPr>
          <p:spPr>
            <a:xfrm>
              <a:off x="4547900" y="230685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53" y="1"/>
                  </a:moveTo>
                  <a:cubicBezTo>
                    <a:pt x="120" y="1"/>
                    <a:pt x="87" y="1"/>
                    <a:pt x="71" y="17"/>
                  </a:cubicBezTo>
                  <a:cubicBezTo>
                    <a:pt x="34" y="50"/>
                    <a:pt x="17" y="71"/>
                    <a:pt x="1" y="104"/>
                  </a:cubicBezTo>
                  <a:cubicBezTo>
                    <a:pt x="1" y="120"/>
                    <a:pt x="1" y="137"/>
                    <a:pt x="17" y="174"/>
                  </a:cubicBezTo>
                  <a:cubicBezTo>
                    <a:pt x="17" y="190"/>
                    <a:pt x="50" y="190"/>
                    <a:pt x="87" y="190"/>
                  </a:cubicBezTo>
                  <a:cubicBezTo>
                    <a:pt x="104" y="190"/>
                    <a:pt x="120" y="190"/>
                    <a:pt x="137" y="174"/>
                  </a:cubicBezTo>
                  <a:cubicBezTo>
                    <a:pt x="153" y="174"/>
                    <a:pt x="153" y="174"/>
                    <a:pt x="174" y="153"/>
                  </a:cubicBezTo>
                  <a:cubicBezTo>
                    <a:pt x="207" y="137"/>
                    <a:pt x="223" y="120"/>
                    <a:pt x="223" y="87"/>
                  </a:cubicBezTo>
                  <a:cubicBezTo>
                    <a:pt x="256" y="34"/>
                    <a:pt x="22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5" name="Google Shape;18815;p47"/>
            <p:cNvSpPr/>
            <p:nvPr/>
          </p:nvSpPr>
          <p:spPr>
            <a:xfrm>
              <a:off x="4603250" y="22948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0"/>
                    <a:pt x="71" y="37"/>
                  </a:cubicBezTo>
                  <a:cubicBezTo>
                    <a:pt x="54" y="54"/>
                    <a:pt x="21" y="70"/>
                    <a:pt x="21" y="103"/>
                  </a:cubicBezTo>
                  <a:cubicBezTo>
                    <a:pt x="1" y="157"/>
                    <a:pt x="38" y="190"/>
                    <a:pt x="87" y="190"/>
                  </a:cubicBezTo>
                  <a:cubicBezTo>
                    <a:pt x="104" y="190"/>
                    <a:pt x="141" y="190"/>
                    <a:pt x="157" y="173"/>
                  </a:cubicBezTo>
                  <a:lnTo>
                    <a:pt x="190" y="173"/>
                  </a:lnTo>
                  <a:cubicBezTo>
                    <a:pt x="207" y="140"/>
                    <a:pt x="227" y="120"/>
                    <a:pt x="244" y="87"/>
                  </a:cubicBezTo>
                  <a:cubicBezTo>
                    <a:pt x="260" y="37"/>
                    <a:pt x="22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6" name="Google Shape;18816;p47"/>
            <p:cNvSpPr/>
            <p:nvPr/>
          </p:nvSpPr>
          <p:spPr>
            <a:xfrm>
              <a:off x="4580075" y="2272950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157" y="0"/>
                  </a:moveTo>
                  <a:cubicBezTo>
                    <a:pt x="140" y="0"/>
                    <a:pt x="124" y="17"/>
                    <a:pt x="103" y="17"/>
                  </a:cubicBezTo>
                  <a:cubicBezTo>
                    <a:pt x="54" y="50"/>
                    <a:pt x="0" y="103"/>
                    <a:pt x="21" y="153"/>
                  </a:cubicBezTo>
                  <a:cubicBezTo>
                    <a:pt x="31" y="187"/>
                    <a:pt x="56" y="200"/>
                    <a:pt x="90" y="200"/>
                  </a:cubicBezTo>
                  <a:cubicBezTo>
                    <a:pt x="109" y="200"/>
                    <a:pt x="132" y="196"/>
                    <a:pt x="157" y="190"/>
                  </a:cubicBezTo>
                  <a:cubicBezTo>
                    <a:pt x="227" y="153"/>
                    <a:pt x="260" y="103"/>
                    <a:pt x="260" y="50"/>
                  </a:cubicBezTo>
                  <a:cubicBezTo>
                    <a:pt x="243" y="17"/>
                    <a:pt x="227" y="17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7" name="Google Shape;18817;p47"/>
            <p:cNvSpPr/>
            <p:nvPr/>
          </p:nvSpPr>
          <p:spPr>
            <a:xfrm>
              <a:off x="4592525" y="23068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41" y="1"/>
                  </a:moveTo>
                  <a:cubicBezTo>
                    <a:pt x="104" y="1"/>
                    <a:pt x="71" y="17"/>
                    <a:pt x="54" y="50"/>
                  </a:cubicBezTo>
                  <a:cubicBezTo>
                    <a:pt x="1" y="87"/>
                    <a:pt x="1" y="153"/>
                    <a:pt x="54" y="174"/>
                  </a:cubicBezTo>
                  <a:cubicBezTo>
                    <a:pt x="71" y="190"/>
                    <a:pt x="87" y="190"/>
                    <a:pt x="120" y="190"/>
                  </a:cubicBezTo>
                  <a:cubicBezTo>
                    <a:pt x="141" y="190"/>
                    <a:pt x="158" y="190"/>
                    <a:pt x="158" y="174"/>
                  </a:cubicBezTo>
                  <a:cubicBezTo>
                    <a:pt x="174" y="174"/>
                    <a:pt x="191" y="153"/>
                    <a:pt x="207" y="137"/>
                  </a:cubicBezTo>
                  <a:cubicBezTo>
                    <a:pt x="244" y="120"/>
                    <a:pt x="261" y="87"/>
                    <a:pt x="261" y="71"/>
                  </a:cubicBezTo>
                  <a:cubicBezTo>
                    <a:pt x="261" y="34"/>
                    <a:pt x="244" y="17"/>
                    <a:pt x="2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8" name="Google Shape;18818;p47"/>
            <p:cNvSpPr/>
            <p:nvPr/>
          </p:nvSpPr>
          <p:spPr>
            <a:xfrm>
              <a:off x="4963600" y="2303450"/>
              <a:ext cx="6525" cy="5050"/>
            </a:xfrm>
            <a:custGeom>
              <a:avLst/>
              <a:gdLst/>
              <a:ahLst/>
              <a:cxnLst/>
              <a:rect l="l" t="t" r="r" b="b"/>
              <a:pathLst>
                <a:path w="261" h="202" extrusionOk="0">
                  <a:moveTo>
                    <a:pt x="141" y="1"/>
                  </a:moveTo>
                  <a:cubicBezTo>
                    <a:pt x="103" y="17"/>
                    <a:pt x="87" y="34"/>
                    <a:pt x="54" y="50"/>
                  </a:cubicBezTo>
                  <a:cubicBezTo>
                    <a:pt x="0" y="104"/>
                    <a:pt x="0" y="153"/>
                    <a:pt x="54" y="186"/>
                  </a:cubicBezTo>
                  <a:cubicBezTo>
                    <a:pt x="62" y="196"/>
                    <a:pt x="75" y="202"/>
                    <a:pt x="87" y="202"/>
                  </a:cubicBezTo>
                  <a:cubicBezTo>
                    <a:pt x="99" y="202"/>
                    <a:pt x="112" y="196"/>
                    <a:pt x="120" y="186"/>
                  </a:cubicBezTo>
                  <a:lnTo>
                    <a:pt x="157" y="186"/>
                  </a:lnTo>
                  <a:cubicBezTo>
                    <a:pt x="174" y="170"/>
                    <a:pt x="206" y="170"/>
                    <a:pt x="206" y="153"/>
                  </a:cubicBezTo>
                  <a:cubicBezTo>
                    <a:pt x="244" y="120"/>
                    <a:pt x="260" y="104"/>
                    <a:pt x="260" y="67"/>
                  </a:cubicBezTo>
                  <a:cubicBezTo>
                    <a:pt x="260" y="50"/>
                    <a:pt x="244" y="34"/>
                    <a:pt x="223" y="17"/>
                  </a:cubicBezTo>
                  <a:cubicBezTo>
                    <a:pt x="206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9" name="Google Shape;18819;p47"/>
            <p:cNvSpPr/>
            <p:nvPr/>
          </p:nvSpPr>
          <p:spPr>
            <a:xfrm>
              <a:off x="4523900" y="2273775"/>
              <a:ext cx="5175" cy="1350"/>
            </a:xfrm>
            <a:custGeom>
              <a:avLst/>
              <a:gdLst/>
              <a:ahLst/>
              <a:cxnLst/>
              <a:rect l="l" t="t" r="r" b="b"/>
              <a:pathLst>
                <a:path w="207" h="54" extrusionOk="0">
                  <a:moveTo>
                    <a:pt x="0" y="0"/>
                  </a:moveTo>
                  <a:cubicBezTo>
                    <a:pt x="0" y="17"/>
                    <a:pt x="17" y="33"/>
                    <a:pt x="33" y="33"/>
                  </a:cubicBezTo>
                  <a:cubicBezTo>
                    <a:pt x="50" y="54"/>
                    <a:pt x="83" y="54"/>
                    <a:pt x="120" y="54"/>
                  </a:cubicBezTo>
                  <a:lnTo>
                    <a:pt x="136" y="33"/>
                  </a:lnTo>
                  <a:cubicBezTo>
                    <a:pt x="169" y="33"/>
                    <a:pt x="186" y="17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0" name="Google Shape;18820;p47"/>
            <p:cNvSpPr/>
            <p:nvPr/>
          </p:nvSpPr>
          <p:spPr>
            <a:xfrm>
              <a:off x="4551725" y="2273350"/>
              <a:ext cx="6500" cy="3425"/>
            </a:xfrm>
            <a:custGeom>
              <a:avLst/>
              <a:gdLst/>
              <a:ahLst/>
              <a:cxnLst/>
              <a:rect l="l" t="t" r="r" b="b"/>
              <a:pathLst>
                <a:path w="260" h="137" extrusionOk="0">
                  <a:moveTo>
                    <a:pt x="54" y="1"/>
                  </a:moveTo>
                  <a:cubicBezTo>
                    <a:pt x="37" y="17"/>
                    <a:pt x="37" y="34"/>
                    <a:pt x="21" y="50"/>
                  </a:cubicBezTo>
                  <a:cubicBezTo>
                    <a:pt x="0" y="104"/>
                    <a:pt x="37" y="137"/>
                    <a:pt x="103" y="137"/>
                  </a:cubicBezTo>
                  <a:lnTo>
                    <a:pt x="157" y="137"/>
                  </a:lnTo>
                  <a:cubicBezTo>
                    <a:pt x="173" y="120"/>
                    <a:pt x="190" y="120"/>
                    <a:pt x="190" y="120"/>
                  </a:cubicBezTo>
                  <a:cubicBezTo>
                    <a:pt x="227" y="104"/>
                    <a:pt x="243" y="71"/>
                    <a:pt x="260" y="50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1" name="Google Shape;18821;p47"/>
            <p:cNvSpPr/>
            <p:nvPr/>
          </p:nvSpPr>
          <p:spPr>
            <a:xfrm>
              <a:off x="4567175" y="2273350"/>
              <a:ext cx="6525" cy="2200"/>
            </a:xfrm>
            <a:custGeom>
              <a:avLst/>
              <a:gdLst/>
              <a:ahLst/>
              <a:cxnLst/>
              <a:rect l="l" t="t" r="r" b="b"/>
              <a:pathLst>
                <a:path w="261" h="88" extrusionOk="0">
                  <a:moveTo>
                    <a:pt x="21" y="1"/>
                  </a:moveTo>
                  <a:cubicBezTo>
                    <a:pt x="1" y="50"/>
                    <a:pt x="38" y="87"/>
                    <a:pt x="104" y="87"/>
                  </a:cubicBezTo>
                  <a:lnTo>
                    <a:pt x="174" y="87"/>
                  </a:lnTo>
                  <a:cubicBezTo>
                    <a:pt x="174" y="71"/>
                    <a:pt x="190" y="71"/>
                    <a:pt x="190" y="71"/>
                  </a:cubicBezTo>
                  <a:cubicBezTo>
                    <a:pt x="227" y="50"/>
                    <a:pt x="244" y="17"/>
                    <a:pt x="2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2" name="Google Shape;18822;p47"/>
            <p:cNvSpPr/>
            <p:nvPr/>
          </p:nvSpPr>
          <p:spPr>
            <a:xfrm>
              <a:off x="4595525" y="2272950"/>
              <a:ext cx="6525" cy="4250"/>
            </a:xfrm>
            <a:custGeom>
              <a:avLst/>
              <a:gdLst/>
              <a:ahLst/>
              <a:cxnLst/>
              <a:rect l="l" t="t" r="r" b="b"/>
              <a:pathLst>
                <a:path w="261" h="170" extrusionOk="0">
                  <a:moveTo>
                    <a:pt x="87" y="0"/>
                  </a:moveTo>
                  <a:cubicBezTo>
                    <a:pt x="54" y="17"/>
                    <a:pt x="38" y="50"/>
                    <a:pt x="21" y="66"/>
                  </a:cubicBezTo>
                  <a:cubicBezTo>
                    <a:pt x="0" y="120"/>
                    <a:pt x="38" y="169"/>
                    <a:pt x="104" y="169"/>
                  </a:cubicBezTo>
                  <a:cubicBezTo>
                    <a:pt x="124" y="169"/>
                    <a:pt x="141" y="169"/>
                    <a:pt x="157" y="153"/>
                  </a:cubicBezTo>
                  <a:cubicBezTo>
                    <a:pt x="174" y="153"/>
                    <a:pt x="190" y="136"/>
                    <a:pt x="190" y="136"/>
                  </a:cubicBezTo>
                  <a:cubicBezTo>
                    <a:pt x="227" y="120"/>
                    <a:pt x="244" y="103"/>
                    <a:pt x="260" y="66"/>
                  </a:cubicBezTo>
                  <a:cubicBezTo>
                    <a:pt x="260" y="33"/>
                    <a:pt x="260" y="17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3" name="Google Shape;18823;p47"/>
            <p:cNvSpPr/>
            <p:nvPr/>
          </p:nvSpPr>
          <p:spPr>
            <a:xfrm>
              <a:off x="4852375" y="2455475"/>
              <a:ext cx="6925" cy="5200"/>
            </a:xfrm>
            <a:custGeom>
              <a:avLst/>
              <a:gdLst/>
              <a:ahLst/>
              <a:cxnLst/>
              <a:rect l="l" t="t" r="r" b="b"/>
              <a:pathLst>
                <a:path w="277" h="208" extrusionOk="0">
                  <a:moveTo>
                    <a:pt x="174" y="1"/>
                  </a:moveTo>
                  <a:cubicBezTo>
                    <a:pt x="137" y="1"/>
                    <a:pt x="120" y="17"/>
                    <a:pt x="87" y="34"/>
                  </a:cubicBezTo>
                  <a:cubicBezTo>
                    <a:pt x="54" y="50"/>
                    <a:pt x="34" y="83"/>
                    <a:pt x="17" y="104"/>
                  </a:cubicBezTo>
                  <a:cubicBezTo>
                    <a:pt x="1" y="153"/>
                    <a:pt x="34" y="207"/>
                    <a:pt x="104" y="207"/>
                  </a:cubicBezTo>
                  <a:cubicBezTo>
                    <a:pt x="120" y="207"/>
                    <a:pt x="137" y="186"/>
                    <a:pt x="157" y="186"/>
                  </a:cubicBezTo>
                  <a:cubicBezTo>
                    <a:pt x="174" y="186"/>
                    <a:pt x="190" y="170"/>
                    <a:pt x="190" y="170"/>
                  </a:cubicBezTo>
                  <a:cubicBezTo>
                    <a:pt x="223" y="153"/>
                    <a:pt x="240" y="137"/>
                    <a:pt x="260" y="104"/>
                  </a:cubicBezTo>
                  <a:cubicBezTo>
                    <a:pt x="277" y="50"/>
                    <a:pt x="24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4" name="Google Shape;18824;p47"/>
            <p:cNvSpPr/>
            <p:nvPr/>
          </p:nvSpPr>
          <p:spPr>
            <a:xfrm>
              <a:off x="4750125" y="2525625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66" y="1"/>
                  </a:moveTo>
                  <a:cubicBezTo>
                    <a:pt x="145" y="1"/>
                    <a:pt x="124" y="5"/>
                    <a:pt x="104" y="11"/>
                  </a:cubicBezTo>
                  <a:cubicBezTo>
                    <a:pt x="38" y="44"/>
                    <a:pt x="1" y="97"/>
                    <a:pt x="1" y="147"/>
                  </a:cubicBezTo>
                  <a:cubicBezTo>
                    <a:pt x="14" y="182"/>
                    <a:pt x="47" y="201"/>
                    <a:pt x="87" y="201"/>
                  </a:cubicBezTo>
                  <a:cubicBezTo>
                    <a:pt x="109" y="201"/>
                    <a:pt x="133" y="196"/>
                    <a:pt x="157" y="184"/>
                  </a:cubicBezTo>
                  <a:cubicBezTo>
                    <a:pt x="207" y="147"/>
                    <a:pt x="261" y="97"/>
                    <a:pt x="244" y="44"/>
                  </a:cubicBezTo>
                  <a:cubicBezTo>
                    <a:pt x="234" y="12"/>
                    <a:pt x="202" y="1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5" name="Google Shape;18825;p47"/>
            <p:cNvSpPr/>
            <p:nvPr/>
          </p:nvSpPr>
          <p:spPr>
            <a:xfrm>
              <a:off x="4749725" y="2537950"/>
              <a:ext cx="6100" cy="4650"/>
            </a:xfrm>
            <a:custGeom>
              <a:avLst/>
              <a:gdLst/>
              <a:ahLst/>
              <a:cxnLst/>
              <a:rect l="l" t="t" r="r" b="b"/>
              <a:pathLst>
                <a:path w="244" h="186" extrusionOk="0">
                  <a:moveTo>
                    <a:pt x="157" y="0"/>
                  </a:moveTo>
                  <a:cubicBezTo>
                    <a:pt x="120" y="0"/>
                    <a:pt x="87" y="17"/>
                    <a:pt x="70" y="33"/>
                  </a:cubicBezTo>
                  <a:cubicBezTo>
                    <a:pt x="37" y="50"/>
                    <a:pt x="17" y="66"/>
                    <a:pt x="0" y="103"/>
                  </a:cubicBezTo>
                  <a:cubicBezTo>
                    <a:pt x="0" y="136"/>
                    <a:pt x="0" y="153"/>
                    <a:pt x="17" y="169"/>
                  </a:cubicBezTo>
                  <a:cubicBezTo>
                    <a:pt x="37" y="186"/>
                    <a:pt x="54" y="186"/>
                    <a:pt x="87" y="186"/>
                  </a:cubicBezTo>
                  <a:lnTo>
                    <a:pt x="141" y="186"/>
                  </a:lnTo>
                  <a:cubicBezTo>
                    <a:pt x="190" y="169"/>
                    <a:pt x="223" y="136"/>
                    <a:pt x="244" y="103"/>
                  </a:cubicBezTo>
                  <a:lnTo>
                    <a:pt x="244" y="83"/>
                  </a:lnTo>
                  <a:cubicBezTo>
                    <a:pt x="244" y="33"/>
                    <a:pt x="206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6" name="Google Shape;18826;p47"/>
            <p:cNvSpPr/>
            <p:nvPr/>
          </p:nvSpPr>
          <p:spPr>
            <a:xfrm>
              <a:off x="4889275" y="2374675"/>
              <a:ext cx="4775" cy="4350"/>
            </a:xfrm>
            <a:custGeom>
              <a:avLst/>
              <a:gdLst/>
              <a:ahLst/>
              <a:cxnLst/>
              <a:rect l="l" t="t" r="r" b="b"/>
              <a:pathLst>
                <a:path w="191" h="174" extrusionOk="0">
                  <a:moveTo>
                    <a:pt x="190" y="1"/>
                  </a:moveTo>
                  <a:cubicBezTo>
                    <a:pt x="174" y="1"/>
                    <a:pt x="141" y="1"/>
                    <a:pt x="104" y="17"/>
                  </a:cubicBezTo>
                  <a:cubicBezTo>
                    <a:pt x="38" y="38"/>
                    <a:pt x="1" y="104"/>
                    <a:pt x="1" y="141"/>
                  </a:cubicBezTo>
                  <a:cubicBezTo>
                    <a:pt x="21" y="157"/>
                    <a:pt x="21" y="157"/>
                    <a:pt x="21" y="174"/>
                  </a:cubicBezTo>
                  <a:cubicBezTo>
                    <a:pt x="71" y="104"/>
                    <a:pt x="141" y="54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7" name="Google Shape;18827;p47"/>
            <p:cNvSpPr/>
            <p:nvPr/>
          </p:nvSpPr>
          <p:spPr>
            <a:xfrm>
              <a:off x="4612325" y="2272525"/>
              <a:ext cx="5600" cy="1700"/>
            </a:xfrm>
            <a:custGeom>
              <a:avLst/>
              <a:gdLst/>
              <a:ahLst/>
              <a:cxnLst/>
              <a:rect l="l" t="t" r="r" b="b"/>
              <a:pathLst>
                <a:path w="224" h="68" extrusionOk="0">
                  <a:moveTo>
                    <a:pt x="223" y="1"/>
                  </a:moveTo>
                  <a:cubicBezTo>
                    <a:pt x="137" y="1"/>
                    <a:pt x="71" y="1"/>
                    <a:pt x="0" y="17"/>
                  </a:cubicBezTo>
                  <a:cubicBezTo>
                    <a:pt x="11" y="49"/>
                    <a:pt x="44" y="67"/>
                    <a:pt x="84" y="67"/>
                  </a:cubicBezTo>
                  <a:cubicBezTo>
                    <a:pt x="106" y="67"/>
                    <a:pt x="130" y="62"/>
                    <a:pt x="153" y="50"/>
                  </a:cubicBezTo>
                  <a:cubicBezTo>
                    <a:pt x="174" y="50"/>
                    <a:pt x="207" y="34"/>
                    <a:pt x="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8" name="Google Shape;18828;p47"/>
            <p:cNvSpPr/>
            <p:nvPr/>
          </p:nvSpPr>
          <p:spPr>
            <a:xfrm>
              <a:off x="4853200" y="2441100"/>
              <a:ext cx="6100" cy="4925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67" y="1"/>
                  </a:moveTo>
                  <a:cubicBezTo>
                    <a:pt x="124" y="1"/>
                    <a:pt x="75" y="20"/>
                    <a:pt x="38" y="61"/>
                  </a:cubicBezTo>
                  <a:cubicBezTo>
                    <a:pt x="21" y="77"/>
                    <a:pt x="1" y="94"/>
                    <a:pt x="1" y="127"/>
                  </a:cubicBezTo>
                  <a:cubicBezTo>
                    <a:pt x="1" y="143"/>
                    <a:pt x="1" y="180"/>
                    <a:pt x="38" y="180"/>
                  </a:cubicBezTo>
                  <a:cubicBezTo>
                    <a:pt x="54" y="197"/>
                    <a:pt x="87" y="197"/>
                    <a:pt x="104" y="197"/>
                  </a:cubicBezTo>
                  <a:cubicBezTo>
                    <a:pt x="124" y="197"/>
                    <a:pt x="141" y="197"/>
                    <a:pt x="141" y="180"/>
                  </a:cubicBezTo>
                  <a:cubicBezTo>
                    <a:pt x="157" y="180"/>
                    <a:pt x="190" y="164"/>
                    <a:pt x="190" y="143"/>
                  </a:cubicBezTo>
                  <a:cubicBezTo>
                    <a:pt x="244" y="94"/>
                    <a:pt x="244" y="40"/>
                    <a:pt x="207" y="7"/>
                  </a:cubicBezTo>
                  <a:cubicBezTo>
                    <a:pt x="195" y="3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9" name="Google Shape;18829;p47"/>
            <p:cNvSpPr/>
            <p:nvPr/>
          </p:nvSpPr>
          <p:spPr>
            <a:xfrm>
              <a:off x="4860925" y="23738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8" y="1"/>
                  </a:moveTo>
                  <a:cubicBezTo>
                    <a:pt x="141" y="1"/>
                    <a:pt x="104" y="1"/>
                    <a:pt x="88" y="17"/>
                  </a:cubicBezTo>
                  <a:cubicBezTo>
                    <a:pt x="55" y="34"/>
                    <a:pt x="22" y="71"/>
                    <a:pt x="22" y="87"/>
                  </a:cubicBezTo>
                  <a:cubicBezTo>
                    <a:pt x="1" y="153"/>
                    <a:pt x="38" y="190"/>
                    <a:pt x="88" y="190"/>
                  </a:cubicBezTo>
                  <a:lnTo>
                    <a:pt x="141" y="190"/>
                  </a:lnTo>
                  <a:cubicBezTo>
                    <a:pt x="141" y="190"/>
                    <a:pt x="141" y="174"/>
                    <a:pt x="158" y="174"/>
                  </a:cubicBezTo>
                  <a:cubicBezTo>
                    <a:pt x="158" y="174"/>
                    <a:pt x="174" y="174"/>
                    <a:pt x="191" y="153"/>
                  </a:cubicBezTo>
                  <a:cubicBezTo>
                    <a:pt x="207" y="137"/>
                    <a:pt x="228" y="120"/>
                    <a:pt x="244" y="87"/>
                  </a:cubicBezTo>
                  <a:cubicBezTo>
                    <a:pt x="261" y="71"/>
                    <a:pt x="244" y="34"/>
                    <a:pt x="244" y="17"/>
                  </a:cubicBezTo>
                  <a:cubicBezTo>
                    <a:pt x="228" y="1"/>
                    <a:pt x="191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0" name="Google Shape;18830;p47"/>
            <p:cNvSpPr/>
            <p:nvPr/>
          </p:nvSpPr>
          <p:spPr>
            <a:xfrm>
              <a:off x="4858350" y="2420225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41" y="1"/>
                  </a:moveTo>
                  <a:cubicBezTo>
                    <a:pt x="104" y="17"/>
                    <a:pt x="87" y="34"/>
                    <a:pt x="54" y="50"/>
                  </a:cubicBezTo>
                  <a:cubicBezTo>
                    <a:pt x="1" y="104"/>
                    <a:pt x="1" y="153"/>
                    <a:pt x="54" y="191"/>
                  </a:cubicBezTo>
                  <a:cubicBezTo>
                    <a:pt x="71" y="207"/>
                    <a:pt x="104" y="207"/>
                    <a:pt x="141" y="207"/>
                  </a:cubicBezTo>
                  <a:cubicBezTo>
                    <a:pt x="141" y="191"/>
                    <a:pt x="158" y="191"/>
                    <a:pt x="158" y="191"/>
                  </a:cubicBezTo>
                  <a:cubicBezTo>
                    <a:pt x="191" y="174"/>
                    <a:pt x="207" y="174"/>
                    <a:pt x="228" y="153"/>
                  </a:cubicBezTo>
                  <a:cubicBezTo>
                    <a:pt x="244" y="120"/>
                    <a:pt x="261" y="104"/>
                    <a:pt x="261" y="71"/>
                  </a:cubicBezTo>
                  <a:cubicBezTo>
                    <a:pt x="261" y="50"/>
                    <a:pt x="244" y="34"/>
                    <a:pt x="228" y="17"/>
                  </a:cubicBezTo>
                  <a:cubicBezTo>
                    <a:pt x="207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1" name="Google Shape;18831;p47"/>
            <p:cNvSpPr/>
            <p:nvPr/>
          </p:nvSpPr>
          <p:spPr>
            <a:xfrm>
              <a:off x="4783225" y="25362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57" y="0"/>
                  </a:moveTo>
                  <a:cubicBezTo>
                    <a:pt x="140" y="0"/>
                    <a:pt x="103" y="0"/>
                    <a:pt x="70" y="17"/>
                  </a:cubicBezTo>
                  <a:cubicBezTo>
                    <a:pt x="37" y="33"/>
                    <a:pt x="17" y="70"/>
                    <a:pt x="17" y="87"/>
                  </a:cubicBezTo>
                  <a:cubicBezTo>
                    <a:pt x="0" y="120"/>
                    <a:pt x="0" y="136"/>
                    <a:pt x="17" y="153"/>
                  </a:cubicBezTo>
                  <a:cubicBezTo>
                    <a:pt x="37" y="173"/>
                    <a:pt x="54" y="190"/>
                    <a:pt x="87" y="190"/>
                  </a:cubicBezTo>
                  <a:cubicBezTo>
                    <a:pt x="103" y="190"/>
                    <a:pt x="120" y="190"/>
                    <a:pt x="157" y="173"/>
                  </a:cubicBezTo>
                  <a:cubicBezTo>
                    <a:pt x="157" y="173"/>
                    <a:pt x="173" y="173"/>
                    <a:pt x="173" y="153"/>
                  </a:cubicBezTo>
                  <a:cubicBezTo>
                    <a:pt x="206" y="136"/>
                    <a:pt x="223" y="120"/>
                    <a:pt x="244" y="87"/>
                  </a:cubicBezTo>
                  <a:cubicBezTo>
                    <a:pt x="260" y="33"/>
                    <a:pt x="22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2" name="Google Shape;18832;p47"/>
            <p:cNvSpPr/>
            <p:nvPr/>
          </p:nvSpPr>
          <p:spPr>
            <a:xfrm>
              <a:off x="4922775" y="22690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41" y="1"/>
                  </a:moveTo>
                  <a:cubicBezTo>
                    <a:pt x="124" y="1"/>
                    <a:pt x="104" y="1"/>
                    <a:pt x="104" y="17"/>
                  </a:cubicBezTo>
                  <a:cubicBezTo>
                    <a:pt x="71" y="38"/>
                    <a:pt x="38" y="54"/>
                    <a:pt x="38" y="87"/>
                  </a:cubicBezTo>
                  <a:cubicBezTo>
                    <a:pt x="1" y="141"/>
                    <a:pt x="38" y="190"/>
                    <a:pt x="104" y="190"/>
                  </a:cubicBezTo>
                  <a:cubicBezTo>
                    <a:pt x="124" y="190"/>
                    <a:pt x="141" y="190"/>
                    <a:pt x="141" y="174"/>
                  </a:cubicBezTo>
                  <a:lnTo>
                    <a:pt x="174" y="174"/>
                  </a:lnTo>
                  <a:cubicBezTo>
                    <a:pt x="174" y="174"/>
                    <a:pt x="190" y="174"/>
                    <a:pt x="190" y="157"/>
                  </a:cubicBezTo>
                  <a:cubicBezTo>
                    <a:pt x="227" y="141"/>
                    <a:pt x="244" y="120"/>
                    <a:pt x="260" y="87"/>
                  </a:cubicBezTo>
                  <a:cubicBezTo>
                    <a:pt x="260" y="71"/>
                    <a:pt x="260" y="38"/>
                    <a:pt x="244" y="17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3" name="Google Shape;18833;p47"/>
            <p:cNvSpPr/>
            <p:nvPr/>
          </p:nvSpPr>
          <p:spPr>
            <a:xfrm>
              <a:off x="4927925" y="23390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0"/>
                  </a:moveTo>
                  <a:cubicBezTo>
                    <a:pt x="125" y="0"/>
                    <a:pt x="87" y="21"/>
                    <a:pt x="71" y="37"/>
                  </a:cubicBezTo>
                  <a:cubicBezTo>
                    <a:pt x="38" y="54"/>
                    <a:pt x="21" y="70"/>
                    <a:pt x="1" y="103"/>
                  </a:cubicBezTo>
                  <a:cubicBezTo>
                    <a:pt x="1" y="140"/>
                    <a:pt x="1" y="157"/>
                    <a:pt x="21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104" y="206"/>
                    <a:pt x="125" y="190"/>
                    <a:pt x="141" y="190"/>
                  </a:cubicBezTo>
                  <a:cubicBezTo>
                    <a:pt x="157" y="190"/>
                    <a:pt x="157" y="173"/>
                    <a:pt x="174" y="173"/>
                  </a:cubicBezTo>
                  <a:cubicBezTo>
                    <a:pt x="207" y="157"/>
                    <a:pt x="228" y="124"/>
                    <a:pt x="228" y="103"/>
                  </a:cubicBezTo>
                  <a:cubicBezTo>
                    <a:pt x="261" y="54"/>
                    <a:pt x="228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4" name="Google Shape;18834;p47"/>
            <p:cNvSpPr/>
            <p:nvPr/>
          </p:nvSpPr>
          <p:spPr>
            <a:xfrm>
              <a:off x="4700750" y="2515175"/>
              <a:ext cx="6125" cy="4750"/>
            </a:xfrm>
            <a:custGeom>
              <a:avLst/>
              <a:gdLst/>
              <a:ahLst/>
              <a:cxnLst/>
              <a:rect l="l" t="t" r="r" b="b"/>
              <a:pathLst>
                <a:path w="245" h="190" extrusionOk="0">
                  <a:moveTo>
                    <a:pt x="158" y="0"/>
                  </a:moveTo>
                  <a:cubicBezTo>
                    <a:pt x="121" y="0"/>
                    <a:pt x="88" y="0"/>
                    <a:pt x="55" y="17"/>
                  </a:cubicBezTo>
                  <a:cubicBezTo>
                    <a:pt x="38" y="50"/>
                    <a:pt x="1" y="66"/>
                    <a:pt x="1" y="103"/>
                  </a:cubicBezTo>
                  <a:cubicBezTo>
                    <a:pt x="17" y="136"/>
                    <a:pt x="55" y="169"/>
                    <a:pt x="71" y="190"/>
                  </a:cubicBezTo>
                  <a:cubicBezTo>
                    <a:pt x="104" y="190"/>
                    <a:pt x="121" y="190"/>
                    <a:pt x="141" y="169"/>
                  </a:cubicBezTo>
                  <a:cubicBezTo>
                    <a:pt x="158" y="169"/>
                    <a:pt x="158" y="169"/>
                    <a:pt x="174" y="153"/>
                  </a:cubicBezTo>
                  <a:cubicBezTo>
                    <a:pt x="191" y="136"/>
                    <a:pt x="224" y="120"/>
                    <a:pt x="224" y="87"/>
                  </a:cubicBezTo>
                  <a:cubicBezTo>
                    <a:pt x="244" y="33"/>
                    <a:pt x="207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5" name="Google Shape;18835;p47"/>
            <p:cNvSpPr/>
            <p:nvPr/>
          </p:nvSpPr>
          <p:spPr>
            <a:xfrm>
              <a:off x="4845475" y="232830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57" y="0"/>
                  </a:moveTo>
                  <a:cubicBezTo>
                    <a:pt x="141" y="0"/>
                    <a:pt x="124" y="0"/>
                    <a:pt x="104" y="17"/>
                  </a:cubicBezTo>
                  <a:cubicBezTo>
                    <a:pt x="38" y="37"/>
                    <a:pt x="0" y="103"/>
                    <a:pt x="21" y="140"/>
                  </a:cubicBezTo>
                  <a:cubicBezTo>
                    <a:pt x="33" y="178"/>
                    <a:pt x="64" y="196"/>
                    <a:pt x="109" y="196"/>
                  </a:cubicBezTo>
                  <a:cubicBezTo>
                    <a:pt x="123" y="196"/>
                    <a:pt x="140" y="194"/>
                    <a:pt x="157" y="190"/>
                  </a:cubicBezTo>
                  <a:cubicBezTo>
                    <a:pt x="174" y="173"/>
                    <a:pt x="190" y="157"/>
                    <a:pt x="207" y="157"/>
                  </a:cubicBezTo>
                  <a:cubicBezTo>
                    <a:pt x="244" y="120"/>
                    <a:pt x="260" y="87"/>
                    <a:pt x="244" y="54"/>
                  </a:cubicBezTo>
                  <a:cubicBezTo>
                    <a:pt x="244" y="17"/>
                    <a:pt x="20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6" name="Google Shape;18836;p47"/>
            <p:cNvSpPr/>
            <p:nvPr/>
          </p:nvSpPr>
          <p:spPr>
            <a:xfrm>
              <a:off x="4968325" y="2313750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74" y="1"/>
                  </a:moveTo>
                  <a:cubicBezTo>
                    <a:pt x="158" y="1"/>
                    <a:pt x="121" y="17"/>
                    <a:pt x="88" y="34"/>
                  </a:cubicBezTo>
                  <a:cubicBezTo>
                    <a:pt x="55" y="50"/>
                    <a:pt x="34" y="67"/>
                    <a:pt x="34" y="104"/>
                  </a:cubicBezTo>
                  <a:cubicBezTo>
                    <a:pt x="1" y="153"/>
                    <a:pt x="34" y="207"/>
                    <a:pt x="104" y="207"/>
                  </a:cubicBezTo>
                  <a:cubicBezTo>
                    <a:pt x="121" y="207"/>
                    <a:pt x="137" y="186"/>
                    <a:pt x="174" y="186"/>
                  </a:cubicBezTo>
                  <a:lnTo>
                    <a:pt x="191" y="170"/>
                  </a:lnTo>
                  <a:cubicBezTo>
                    <a:pt x="224" y="153"/>
                    <a:pt x="240" y="120"/>
                    <a:pt x="261" y="104"/>
                  </a:cubicBezTo>
                  <a:cubicBezTo>
                    <a:pt x="261" y="67"/>
                    <a:pt x="261" y="50"/>
                    <a:pt x="240" y="34"/>
                  </a:cubicBezTo>
                  <a:cubicBezTo>
                    <a:pt x="224" y="17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7" name="Google Shape;18837;p47"/>
            <p:cNvSpPr/>
            <p:nvPr/>
          </p:nvSpPr>
          <p:spPr>
            <a:xfrm>
              <a:off x="4967925" y="23253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74" y="1"/>
                  </a:moveTo>
                  <a:cubicBezTo>
                    <a:pt x="104" y="1"/>
                    <a:pt x="33" y="34"/>
                    <a:pt x="17" y="87"/>
                  </a:cubicBezTo>
                  <a:cubicBezTo>
                    <a:pt x="1" y="157"/>
                    <a:pt x="33" y="190"/>
                    <a:pt x="104" y="190"/>
                  </a:cubicBezTo>
                  <a:cubicBezTo>
                    <a:pt x="120" y="190"/>
                    <a:pt x="137" y="190"/>
                    <a:pt x="153" y="174"/>
                  </a:cubicBezTo>
                  <a:cubicBezTo>
                    <a:pt x="174" y="174"/>
                    <a:pt x="174" y="174"/>
                    <a:pt x="190" y="157"/>
                  </a:cubicBezTo>
                  <a:cubicBezTo>
                    <a:pt x="207" y="137"/>
                    <a:pt x="240" y="120"/>
                    <a:pt x="240" y="87"/>
                  </a:cubicBezTo>
                  <a:cubicBezTo>
                    <a:pt x="256" y="71"/>
                    <a:pt x="256" y="34"/>
                    <a:pt x="240" y="17"/>
                  </a:cubicBezTo>
                  <a:cubicBezTo>
                    <a:pt x="223" y="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8" name="Google Shape;18838;p47"/>
            <p:cNvSpPr/>
            <p:nvPr/>
          </p:nvSpPr>
          <p:spPr>
            <a:xfrm>
              <a:off x="4974325" y="229140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0"/>
                    <a:pt x="37" y="87"/>
                    <a:pt x="21" y="103"/>
                  </a:cubicBezTo>
                  <a:cubicBezTo>
                    <a:pt x="0" y="153"/>
                    <a:pt x="37" y="206"/>
                    <a:pt x="87" y="206"/>
                  </a:cubicBezTo>
                  <a:cubicBezTo>
                    <a:pt x="124" y="206"/>
                    <a:pt x="140" y="190"/>
                    <a:pt x="157" y="190"/>
                  </a:cubicBezTo>
                  <a:cubicBezTo>
                    <a:pt x="173" y="190"/>
                    <a:pt x="173" y="173"/>
                    <a:pt x="190" y="173"/>
                  </a:cubicBezTo>
                  <a:cubicBezTo>
                    <a:pt x="206" y="153"/>
                    <a:pt x="243" y="136"/>
                    <a:pt x="243" y="103"/>
                  </a:cubicBezTo>
                  <a:cubicBezTo>
                    <a:pt x="260" y="50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9" name="Google Shape;18839;p47"/>
            <p:cNvSpPr/>
            <p:nvPr/>
          </p:nvSpPr>
          <p:spPr>
            <a:xfrm>
              <a:off x="4938250" y="2268625"/>
              <a:ext cx="6500" cy="3925"/>
            </a:xfrm>
            <a:custGeom>
              <a:avLst/>
              <a:gdLst/>
              <a:ahLst/>
              <a:cxnLst/>
              <a:rect l="l" t="t" r="r" b="b"/>
              <a:pathLst>
                <a:path w="260" h="157" extrusionOk="0">
                  <a:moveTo>
                    <a:pt x="260" y="0"/>
                  </a:moveTo>
                  <a:cubicBezTo>
                    <a:pt x="190" y="17"/>
                    <a:pt x="124" y="17"/>
                    <a:pt x="54" y="17"/>
                  </a:cubicBezTo>
                  <a:cubicBezTo>
                    <a:pt x="54" y="17"/>
                    <a:pt x="37" y="33"/>
                    <a:pt x="37" y="54"/>
                  </a:cubicBezTo>
                  <a:cubicBezTo>
                    <a:pt x="0" y="103"/>
                    <a:pt x="37" y="157"/>
                    <a:pt x="103" y="157"/>
                  </a:cubicBezTo>
                  <a:cubicBezTo>
                    <a:pt x="124" y="157"/>
                    <a:pt x="140" y="157"/>
                    <a:pt x="173" y="136"/>
                  </a:cubicBezTo>
                  <a:cubicBezTo>
                    <a:pt x="173" y="136"/>
                    <a:pt x="190" y="136"/>
                    <a:pt x="190" y="120"/>
                  </a:cubicBezTo>
                  <a:cubicBezTo>
                    <a:pt x="227" y="103"/>
                    <a:pt x="243" y="87"/>
                    <a:pt x="260" y="54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0" name="Google Shape;18840;p47"/>
            <p:cNvSpPr/>
            <p:nvPr/>
          </p:nvSpPr>
          <p:spPr>
            <a:xfrm>
              <a:off x="4979475" y="2303450"/>
              <a:ext cx="6100" cy="4675"/>
            </a:xfrm>
            <a:custGeom>
              <a:avLst/>
              <a:gdLst/>
              <a:ahLst/>
              <a:cxnLst/>
              <a:rect l="l" t="t" r="r" b="b"/>
              <a:pathLst>
                <a:path w="244" h="187" extrusionOk="0">
                  <a:moveTo>
                    <a:pt x="173" y="1"/>
                  </a:moveTo>
                  <a:cubicBezTo>
                    <a:pt x="140" y="1"/>
                    <a:pt x="103" y="17"/>
                    <a:pt x="70" y="34"/>
                  </a:cubicBezTo>
                  <a:cubicBezTo>
                    <a:pt x="54" y="50"/>
                    <a:pt x="21" y="67"/>
                    <a:pt x="21" y="104"/>
                  </a:cubicBezTo>
                  <a:cubicBezTo>
                    <a:pt x="0" y="153"/>
                    <a:pt x="37" y="186"/>
                    <a:pt x="87" y="186"/>
                  </a:cubicBezTo>
                  <a:lnTo>
                    <a:pt x="157" y="186"/>
                  </a:lnTo>
                  <a:cubicBezTo>
                    <a:pt x="157" y="170"/>
                    <a:pt x="173" y="170"/>
                    <a:pt x="190" y="170"/>
                  </a:cubicBezTo>
                  <a:cubicBezTo>
                    <a:pt x="206" y="153"/>
                    <a:pt x="227" y="137"/>
                    <a:pt x="244" y="104"/>
                  </a:cubicBezTo>
                  <a:lnTo>
                    <a:pt x="244" y="34"/>
                  </a:lnTo>
                  <a:cubicBezTo>
                    <a:pt x="227" y="1"/>
                    <a:pt x="190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1" name="Google Shape;18841;p47"/>
            <p:cNvSpPr/>
            <p:nvPr/>
          </p:nvSpPr>
          <p:spPr>
            <a:xfrm>
              <a:off x="4899175" y="236220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1"/>
                  </a:moveTo>
                  <a:cubicBezTo>
                    <a:pt x="141" y="1"/>
                    <a:pt x="104" y="21"/>
                    <a:pt x="87" y="38"/>
                  </a:cubicBezTo>
                  <a:cubicBezTo>
                    <a:pt x="54" y="54"/>
                    <a:pt x="38" y="87"/>
                    <a:pt x="17" y="104"/>
                  </a:cubicBezTo>
                  <a:cubicBezTo>
                    <a:pt x="1" y="157"/>
                    <a:pt x="38" y="207"/>
                    <a:pt x="104" y="207"/>
                  </a:cubicBezTo>
                  <a:cubicBezTo>
                    <a:pt x="120" y="207"/>
                    <a:pt x="141" y="207"/>
                    <a:pt x="157" y="190"/>
                  </a:cubicBezTo>
                  <a:cubicBezTo>
                    <a:pt x="174" y="190"/>
                    <a:pt x="174" y="174"/>
                    <a:pt x="190" y="174"/>
                  </a:cubicBezTo>
                  <a:cubicBezTo>
                    <a:pt x="223" y="157"/>
                    <a:pt x="244" y="141"/>
                    <a:pt x="244" y="104"/>
                  </a:cubicBezTo>
                  <a:cubicBezTo>
                    <a:pt x="277" y="54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2" name="Google Shape;18842;p47"/>
            <p:cNvSpPr/>
            <p:nvPr/>
          </p:nvSpPr>
          <p:spPr>
            <a:xfrm>
              <a:off x="4930500" y="2351325"/>
              <a:ext cx="4375" cy="1925"/>
            </a:xfrm>
            <a:custGeom>
              <a:avLst/>
              <a:gdLst/>
              <a:ahLst/>
              <a:cxnLst/>
              <a:rect l="l" t="t" r="r" b="b"/>
              <a:pathLst>
                <a:path w="175" h="77" extrusionOk="0">
                  <a:moveTo>
                    <a:pt x="142" y="1"/>
                  </a:moveTo>
                  <a:cubicBezTo>
                    <a:pt x="107" y="1"/>
                    <a:pt x="62" y="17"/>
                    <a:pt x="38" y="44"/>
                  </a:cubicBezTo>
                  <a:cubicBezTo>
                    <a:pt x="26" y="56"/>
                    <a:pt x="23" y="68"/>
                    <a:pt x="14" y="74"/>
                  </a:cubicBezTo>
                  <a:lnTo>
                    <a:pt x="14" y="74"/>
                  </a:lnTo>
                  <a:cubicBezTo>
                    <a:pt x="78" y="56"/>
                    <a:pt x="128" y="22"/>
                    <a:pt x="174" y="7"/>
                  </a:cubicBezTo>
                  <a:cubicBezTo>
                    <a:pt x="165" y="3"/>
                    <a:pt x="154" y="1"/>
                    <a:pt x="142" y="1"/>
                  </a:cubicBezTo>
                  <a:close/>
                  <a:moveTo>
                    <a:pt x="14" y="74"/>
                  </a:moveTo>
                  <a:lnTo>
                    <a:pt x="14" y="74"/>
                  </a:lnTo>
                  <a:cubicBezTo>
                    <a:pt x="10" y="75"/>
                    <a:pt x="5" y="76"/>
                    <a:pt x="1" y="77"/>
                  </a:cubicBezTo>
                  <a:cubicBezTo>
                    <a:pt x="7" y="77"/>
                    <a:pt x="11" y="76"/>
                    <a:pt x="14" y="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3" name="Google Shape;18843;p47"/>
            <p:cNvSpPr/>
            <p:nvPr/>
          </p:nvSpPr>
          <p:spPr>
            <a:xfrm>
              <a:off x="4740750" y="2500950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70" y="0"/>
                  </a:moveTo>
                  <a:cubicBezTo>
                    <a:pt x="104" y="0"/>
                    <a:pt x="34" y="54"/>
                    <a:pt x="17" y="103"/>
                  </a:cubicBezTo>
                  <a:cubicBezTo>
                    <a:pt x="1" y="157"/>
                    <a:pt x="34" y="206"/>
                    <a:pt x="87" y="206"/>
                  </a:cubicBezTo>
                  <a:cubicBezTo>
                    <a:pt x="104" y="206"/>
                    <a:pt x="137" y="190"/>
                    <a:pt x="153" y="190"/>
                  </a:cubicBezTo>
                  <a:cubicBezTo>
                    <a:pt x="153" y="173"/>
                    <a:pt x="170" y="173"/>
                    <a:pt x="190" y="173"/>
                  </a:cubicBezTo>
                  <a:cubicBezTo>
                    <a:pt x="207" y="157"/>
                    <a:pt x="223" y="120"/>
                    <a:pt x="240" y="103"/>
                  </a:cubicBezTo>
                  <a:cubicBezTo>
                    <a:pt x="256" y="70"/>
                    <a:pt x="240" y="54"/>
                    <a:pt x="240" y="37"/>
                  </a:cubicBezTo>
                  <a:cubicBezTo>
                    <a:pt x="223" y="17"/>
                    <a:pt x="190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4" name="Google Shape;18844;p47"/>
            <p:cNvSpPr/>
            <p:nvPr/>
          </p:nvSpPr>
          <p:spPr>
            <a:xfrm>
              <a:off x="4849800" y="2501350"/>
              <a:ext cx="3950" cy="4775"/>
            </a:xfrm>
            <a:custGeom>
              <a:avLst/>
              <a:gdLst/>
              <a:ahLst/>
              <a:cxnLst/>
              <a:rect l="l" t="t" r="r" b="b"/>
              <a:pathLst>
                <a:path w="158" h="191" extrusionOk="0">
                  <a:moveTo>
                    <a:pt x="157" y="1"/>
                  </a:moveTo>
                  <a:cubicBezTo>
                    <a:pt x="137" y="1"/>
                    <a:pt x="104" y="1"/>
                    <a:pt x="87" y="21"/>
                  </a:cubicBezTo>
                  <a:cubicBezTo>
                    <a:pt x="54" y="38"/>
                    <a:pt x="34" y="71"/>
                    <a:pt x="17" y="87"/>
                  </a:cubicBezTo>
                  <a:cubicBezTo>
                    <a:pt x="1" y="157"/>
                    <a:pt x="34" y="190"/>
                    <a:pt x="104" y="190"/>
                  </a:cubicBezTo>
                  <a:cubicBezTo>
                    <a:pt x="120" y="124"/>
                    <a:pt x="137" y="7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5" name="Google Shape;18845;p47"/>
            <p:cNvSpPr/>
            <p:nvPr/>
          </p:nvSpPr>
          <p:spPr>
            <a:xfrm>
              <a:off x="4839500" y="2513225"/>
              <a:ext cx="6000" cy="4950"/>
            </a:xfrm>
            <a:custGeom>
              <a:avLst/>
              <a:gdLst/>
              <a:ahLst/>
              <a:cxnLst/>
              <a:rect l="l" t="t" r="r" b="b"/>
              <a:pathLst>
                <a:path w="240" h="198" extrusionOk="0">
                  <a:moveTo>
                    <a:pt x="167" y="1"/>
                  </a:moveTo>
                  <a:cubicBezTo>
                    <a:pt x="159" y="1"/>
                    <a:pt x="149" y="2"/>
                    <a:pt x="136" y="8"/>
                  </a:cubicBezTo>
                  <a:cubicBezTo>
                    <a:pt x="103" y="8"/>
                    <a:pt x="70" y="24"/>
                    <a:pt x="54" y="41"/>
                  </a:cubicBezTo>
                  <a:cubicBezTo>
                    <a:pt x="0" y="95"/>
                    <a:pt x="0" y="165"/>
                    <a:pt x="33" y="181"/>
                  </a:cubicBezTo>
                  <a:cubicBezTo>
                    <a:pt x="54" y="198"/>
                    <a:pt x="87" y="198"/>
                    <a:pt x="120" y="198"/>
                  </a:cubicBezTo>
                  <a:cubicBezTo>
                    <a:pt x="136" y="198"/>
                    <a:pt x="136" y="181"/>
                    <a:pt x="157" y="181"/>
                  </a:cubicBezTo>
                  <a:cubicBezTo>
                    <a:pt x="174" y="181"/>
                    <a:pt x="190" y="165"/>
                    <a:pt x="207" y="144"/>
                  </a:cubicBezTo>
                  <a:cubicBezTo>
                    <a:pt x="223" y="128"/>
                    <a:pt x="239" y="95"/>
                    <a:pt x="239" y="78"/>
                  </a:cubicBezTo>
                  <a:cubicBezTo>
                    <a:pt x="239" y="41"/>
                    <a:pt x="239" y="24"/>
                    <a:pt x="207" y="8"/>
                  </a:cubicBezTo>
                  <a:cubicBezTo>
                    <a:pt x="196" y="8"/>
                    <a:pt x="185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6" name="Google Shape;18846;p47"/>
            <p:cNvSpPr/>
            <p:nvPr/>
          </p:nvSpPr>
          <p:spPr>
            <a:xfrm>
              <a:off x="4827425" y="25241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04" y="17"/>
                    <a:pt x="71" y="38"/>
                  </a:cubicBezTo>
                  <a:cubicBezTo>
                    <a:pt x="55" y="54"/>
                    <a:pt x="22" y="71"/>
                    <a:pt x="22" y="104"/>
                  </a:cubicBezTo>
                  <a:cubicBezTo>
                    <a:pt x="1" y="157"/>
                    <a:pt x="38" y="207"/>
                    <a:pt x="88" y="207"/>
                  </a:cubicBezTo>
                  <a:cubicBezTo>
                    <a:pt x="104" y="207"/>
                    <a:pt x="141" y="190"/>
                    <a:pt x="158" y="190"/>
                  </a:cubicBezTo>
                  <a:cubicBezTo>
                    <a:pt x="191" y="174"/>
                    <a:pt x="228" y="141"/>
                    <a:pt x="244" y="104"/>
                  </a:cubicBezTo>
                  <a:cubicBezTo>
                    <a:pt x="261" y="54"/>
                    <a:pt x="228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7" name="Google Shape;18847;p47"/>
            <p:cNvSpPr/>
            <p:nvPr/>
          </p:nvSpPr>
          <p:spPr>
            <a:xfrm>
              <a:off x="4863525" y="2431775"/>
              <a:ext cx="1350" cy="3125"/>
            </a:xfrm>
            <a:custGeom>
              <a:avLst/>
              <a:gdLst/>
              <a:ahLst/>
              <a:cxnLst/>
              <a:rect l="l" t="t" r="r" b="b"/>
              <a:pathLst>
                <a:path w="54" h="125" extrusionOk="0">
                  <a:moveTo>
                    <a:pt x="54" y="1"/>
                  </a:moveTo>
                  <a:lnTo>
                    <a:pt x="54" y="1"/>
                  </a:lnTo>
                  <a:cubicBezTo>
                    <a:pt x="37" y="21"/>
                    <a:pt x="37" y="38"/>
                    <a:pt x="21" y="54"/>
                  </a:cubicBezTo>
                  <a:cubicBezTo>
                    <a:pt x="0" y="87"/>
                    <a:pt x="21" y="104"/>
                    <a:pt x="37" y="124"/>
                  </a:cubicBezTo>
                  <a:cubicBezTo>
                    <a:pt x="37" y="87"/>
                    <a:pt x="54" y="38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8" name="Google Shape;18848;p47"/>
            <p:cNvSpPr/>
            <p:nvPr/>
          </p:nvSpPr>
          <p:spPr>
            <a:xfrm>
              <a:off x="4966575" y="2269025"/>
              <a:ext cx="6950" cy="4775"/>
            </a:xfrm>
            <a:custGeom>
              <a:avLst/>
              <a:gdLst/>
              <a:ahLst/>
              <a:cxnLst/>
              <a:rect l="l" t="t" r="r" b="b"/>
              <a:pathLst>
                <a:path w="278" h="191" extrusionOk="0">
                  <a:moveTo>
                    <a:pt x="174" y="1"/>
                  </a:moveTo>
                  <a:cubicBezTo>
                    <a:pt x="141" y="1"/>
                    <a:pt x="125" y="1"/>
                    <a:pt x="87" y="38"/>
                  </a:cubicBezTo>
                  <a:cubicBezTo>
                    <a:pt x="55" y="54"/>
                    <a:pt x="38" y="71"/>
                    <a:pt x="22" y="104"/>
                  </a:cubicBezTo>
                  <a:cubicBezTo>
                    <a:pt x="1" y="157"/>
                    <a:pt x="38" y="190"/>
                    <a:pt x="104" y="190"/>
                  </a:cubicBezTo>
                  <a:lnTo>
                    <a:pt x="158" y="190"/>
                  </a:lnTo>
                  <a:cubicBezTo>
                    <a:pt x="174" y="174"/>
                    <a:pt x="191" y="174"/>
                    <a:pt x="191" y="174"/>
                  </a:cubicBezTo>
                  <a:cubicBezTo>
                    <a:pt x="228" y="141"/>
                    <a:pt x="244" y="120"/>
                    <a:pt x="261" y="104"/>
                  </a:cubicBezTo>
                  <a:cubicBezTo>
                    <a:pt x="277" y="38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9" name="Google Shape;18849;p47"/>
            <p:cNvSpPr/>
            <p:nvPr/>
          </p:nvSpPr>
          <p:spPr>
            <a:xfrm>
              <a:off x="4842475" y="24786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04" y="17"/>
                    <a:pt x="71" y="34"/>
                  </a:cubicBezTo>
                  <a:cubicBezTo>
                    <a:pt x="55" y="50"/>
                    <a:pt x="38" y="67"/>
                    <a:pt x="17" y="104"/>
                  </a:cubicBezTo>
                  <a:cubicBezTo>
                    <a:pt x="1" y="153"/>
                    <a:pt x="38" y="207"/>
                    <a:pt x="88" y="207"/>
                  </a:cubicBezTo>
                  <a:cubicBezTo>
                    <a:pt x="120" y="207"/>
                    <a:pt x="141" y="186"/>
                    <a:pt x="158" y="186"/>
                  </a:cubicBezTo>
                  <a:cubicBezTo>
                    <a:pt x="174" y="186"/>
                    <a:pt x="174" y="170"/>
                    <a:pt x="191" y="170"/>
                  </a:cubicBezTo>
                  <a:cubicBezTo>
                    <a:pt x="207" y="153"/>
                    <a:pt x="244" y="120"/>
                    <a:pt x="244" y="104"/>
                  </a:cubicBezTo>
                  <a:cubicBezTo>
                    <a:pt x="261" y="50"/>
                    <a:pt x="22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0" name="Google Shape;18850;p47"/>
            <p:cNvSpPr/>
            <p:nvPr/>
          </p:nvSpPr>
          <p:spPr>
            <a:xfrm>
              <a:off x="4776425" y="2511225"/>
              <a:ext cx="6400" cy="5225"/>
            </a:xfrm>
            <a:custGeom>
              <a:avLst/>
              <a:gdLst/>
              <a:ahLst/>
              <a:cxnLst/>
              <a:rect l="l" t="t" r="r" b="b"/>
              <a:pathLst>
                <a:path w="256" h="209" extrusionOk="0">
                  <a:moveTo>
                    <a:pt x="167" y="1"/>
                  </a:moveTo>
                  <a:cubicBezTo>
                    <a:pt x="148" y="1"/>
                    <a:pt x="126" y="6"/>
                    <a:pt x="103" y="18"/>
                  </a:cubicBezTo>
                  <a:cubicBezTo>
                    <a:pt x="33" y="55"/>
                    <a:pt x="0" y="104"/>
                    <a:pt x="17" y="158"/>
                  </a:cubicBezTo>
                  <a:cubicBezTo>
                    <a:pt x="27" y="190"/>
                    <a:pt x="52" y="208"/>
                    <a:pt x="87" y="208"/>
                  </a:cubicBezTo>
                  <a:cubicBezTo>
                    <a:pt x="106" y="208"/>
                    <a:pt x="128" y="203"/>
                    <a:pt x="153" y="191"/>
                  </a:cubicBezTo>
                  <a:cubicBezTo>
                    <a:pt x="223" y="158"/>
                    <a:pt x="256" y="104"/>
                    <a:pt x="239" y="55"/>
                  </a:cubicBezTo>
                  <a:cubicBezTo>
                    <a:pt x="229" y="20"/>
                    <a:pt x="20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1" name="Google Shape;18851;p47"/>
            <p:cNvSpPr/>
            <p:nvPr/>
          </p:nvSpPr>
          <p:spPr>
            <a:xfrm>
              <a:off x="4767350" y="253660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1"/>
                  </a:moveTo>
                  <a:cubicBezTo>
                    <a:pt x="136" y="1"/>
                    <a:pt x="103" y="17"/>
                    <a:pt x="87" y="34"/>
                  </a:cubicBezTo>
                  <a:cubicBezTo>
                    <a:pt x="54" y="54"/>
                    <a:pt x="33" y="87"/>
                    <a:pt x="17" y="104"/>
                  </a:cubicBezTo>
                  <a:cubicBezTo>
                    <a:pt x="0" y="157"/>
                    <a:pt x="33" y="207"/>
                    <a:pt x="103" y="207"/>
                  </a:cubicBezTo>
                  <a:cubicBezTo>
                    <a:pt x="120" y="207"/>
                    <a:pt x="136" y="207"/>
                    <a:pt x="157" y="190"/>
                  </a:cubicBezTo>
                  <a:cubicBezTo>
                    <a:pt x="174" y="190"/>
                    <a:pt x="174" y="174"/>
                    <a:pt x="190" y="174"/>
                  </a:cubicBezTo>
                  <a:cubicBezTo>
                    <a:pt x="223" y="157"/>
                    <a:pt x="239" y="137"/>
                    <a:pt x="239" y="104"/>
                  </a:cubicBezTo>
                  <a:cubicBezTo>
                    <a:pt x="277" y="54"/>
                    <a:pt x="239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2" name="Google Shape;18852;p47"/>
            <p:cNvSpPr/>
            <p:nvPr/>
          </p:nvSpPr>
          <p:spPr>
            <a:xfrm>
              <a:off x="4780650" y="25237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4"/>
                    <a:pt x="17" y="70"/>
                    <a:pt x="17" y="103"/>
                  </a:cubicBezTo>
                  <a:cubicBezTo>
                    <a:pt x="0" y="157"/>
                    <a:pt x="17" y="190"/>
                    <a:pt x="70" y="190"/>
                  </a:cubicBezTo>
                  <a:cubicBezTo>
                    <a:pt x="70" y="206"/>
                    <a:pt x="87" y="206"/>
                    <a:pt x="87" y="206"/>
                  </a:cubicBezTo>
                  <a:cubicBezTo>
                    <a:pt x="120" y="206"/>
                    <a:pt x="140" y="190"/>
                    <a:pt x="157" y="190"/>
                  </a:cubicBezTo>
                  <a:cubicBezTo>
                    <a:pt x="190" y="173"/>
                    <a:pt x="206" y="157"/>
                    <a:pt x="223" y="120"/>
                  </a:cubicBezTo>
                  <a:cubicBezTo>
                    <a:pt x="243" y="120"/>
                    <a:pt x="243" y="103"/>
                    <a:pt x="243" y="103"/>
                  </a:cubicBezTo>
                  <a:cubicBezTo>
                    <a:pt x="260" y="54"/>
                    <a:pt x="22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3" name="Google Shape;18853;p47"/>
            <p:cNvSpPr/>
            <p:nvPr/>
          </p:nvSpPr>
          <p:spPr>
            <a:xfrm>
              <a:off x="4772500" y="254867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37" y="0"/>
                    <a:pt x="104" y="17"/>
                    <a:pt x="71" y="33"/>
                  </a:cubicBezTo>
                  <a:cubicBezTo>
                    <a:pt x="54" y="49"/>
                    <a:pt x="33" y="66"/>
                    <a:pt x="17" y="103"/>
                  </a:cubicBezTo>
                  <a:cubicBezTo>
                    <a:pt x="0" y="153"/>
                    <a:pt x="33" y="190"/>
                    <a:pt x="87" y="190"/>
                  </a:cubicBezTo>
                  <a:lnTo>
                    <a:pt x="157" y="190"/>
                  </a:lnTo>
                  <a:cubicBezTo>
                    <a:pt x="174" y="169"/>
                    <a:pt x="174" y="169"/>
                    <a:pt x="190" y="169"/>
                  </a:cubicBezTo>
                  <a:cubicBezTo>
                    <a:pt x="207" y="153"/>
                    <a:pt x="240" y="120"/>
                    <a:pt x="240" y="103"/>
                  </a:cubicBezTo>
                  <a:cubicBezTo>
                    <a:pt x="260" y="66"/>
                    <a:pt x="260" y="49"/>
                    <a:pt x="240" y="33"/>
                  </a:cubicBezTo>
                  <a:cubicBezTo>
                    <a:pt x="223" y="17"/>
                    <a:pt x="19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4" name="Google Shape;18854;p47"/>
            <p:cNvSpPr/>
            <p:nvPr/>
          </p:nvSpPr>
          <p:spPr>
            <a:xfrm>
              <a:off x="4796525" y="252515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73" y="1"/>
                  </a:moveTo>
                  <a:cubicBezTo>
                    <a:pt x="161" y="1"/>
                    <a:pt x="149" y="5"/>
                    <a:pt x="140" y="13"/>
                  </a:cubicBezTo>
                  <a:cubicBezTo>
                    <a:pt x="103" y="13"/>
                    <a:pt x="70" y="30"/>
                    <a:pt x="54" y="46"/>
                  </a:cubicBezTo>
                  <a:cubicBezTo>
                    <a:pt x="0" y="100"/>
                    <a:pt x="0" y="166"/>
                    <a:pt x="37" y="182"/>
                  </a:cubicBezTo>
                  <a:cubicBezTo>
                    <a:pt x="54" y="203"/>
                    <a:pt x="87" y="203"/>
                    <a:pt x="124" y="203"/>
                  </a:cubicBezTo>
                  <a:cubicBezTo>
                    <a:pt x="124" y="203"/>
                    <a:pt x="140" y="182"/>
                    <a:pt x="157" y="182"/>
                  </a:cubicBezTo>
                  <a:cubicBezTo>
                    <a:pt x="173" y="182"/>
                    <a:pt x="190" y="166"/>
                    <a:pt x="206" y="149"/>
                  </a:cubicBezTo>
                  <a:cubicBezTo>
                    <a:pt x="227" y="133"/>
                    <a:pt x="243" y="100"/>
                    <a:pt x="243" y="79"/>
                  </a:cubicBezTo>
                  <a:cubicBezTo>
                    <a:pt x="243" y="46"/>
                    <a:pt x="243" y="30"/>
                    <a:pt x="206" y="13"/>
                  </a:cubicBezTo>
                  <a:cubicBezTo>
                    <a:pt x="198" y="5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5" name="Google Shape;18855;p47"/>
            <p:cNvSpPr/>
            <p:nvPr/>
          </p:nvSpPr>
          <p:spPr>
            <a:xfrm>
              <a:off x="4790950" y="25460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5" y="0"/>
                  </a:moveTo>
                  <a:cubicBezTo>
                    <a:pt x="117" y="0"/>
                    <a:pt x="70" y="18"/>
                    <a:pt x="38" y="50"/>
                  </a:cubicBezTo>
                  <a:cubicBezTo>
                    <a:pt x="17" y="67"/>
                    <a:pt x="0" y="104"/>
                    <a:pt x="0" y="121"/>
                  </a:cubicBezTo>
                  <a:cubicBezTo>
                    <a:pt x="0" y="153"/>
                    <a:pt x="17" y="170"/>
                    <a:pt x="38" y="191"/>
                  </a:cubicBezTo>
                  <a:lnTo>
                    <a:pt x="120" y="191"/>
                  </a:lnTo>
                  <a:cubicBezTo>
                    <a:pt x="120" y="191"/>
                    <a:pt x="141" y="191"/>
                    <a:pt x="141" y="170"/>
                  </a:cubicBezTo>
                  <a:cubicBezTo>
                    <a:pt x="174" y="170"/>
                    <a:pt x="190" y="153"/>
                    <a:pt x="207" y="137"/>
                  </a:cubicBezTo>
                  <a:cubicBezTo>
                    <a:pt x="260" y="104"/>
                    <a:pt x="260" y="34"/>
                    <a:pt x="207" y="17"/>
                  </a:cubicBezTo>
                  <a:cubicBezTo>
                    <a:pt x="195" y="6"/>
                    <a:pt x="177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6" name="Google Shape;18856;p47"/>
            <p:cNvSpPr/>
            <p:nvPr/>
          </p:nvSpPr>
          <p:spPr>
            <a:xfrm>
              <a:off x="4784975" y="2491725"/>
              <a:ext cx="6925" cy="5025"/>
            </a:xfrm>
            <a:custGeom>
              <a:avLst/>
              <a:gdLst/>
              <a:ahLst/>
              <a:cxnLst/>
              <a:rect l="l" t="t" r="r" b="b"/>
              <a:pathLst>
                <a:path w="277" h="201" extrusionOk="0">
                  <a:moveTo>
                    <a:pt x="170" y="1"/>
                  </a:moveTo>
                  <a:cubicBezTo>
                    <a:pt x="134" y="1"/>
                    <a:pt x="91" y="12"/>
                    <a:pt x="70" y="43"/>
                  </a:cubicBezTo>
                  <a:cubicBezTo>
                    <a:pt x="17" y="97"/>
                    <a:pt x="0" y="146"/>
                    <a:pt x="50" y="179"/>
                  </a:cubicBezTo>
                  <a:cubicBezTo>
                    <a:pt x="70" y="200"/>
                    <a:pt x="103" y="200"/>
                    <a:pt x="136" y="200"/>
                  </a:cubicBezTo>
                  <a:cubicBezTo>
                    <a:pt x="136" y="179"/>
                    <a:pt x="153" y="179"/>
                    <a:pt x="174" y="179"/>
                  </a:cubicBezTo>
                  <a:cubicBezTo>
                    <a:pt x="190" y="163"/>
                    <a:pt x="207" y="163"/>
                    <a:pt x="223" y="146"/>
                  </a:cubicBezTo>
                  <a:cubicBezTo>
                    <a:pt x="277" y="97"/>
                    <a:pt x="277" y="43"/>
                    <a:pt x="223" y="10"/>
                  </a:cubicBezTo>
                  <a:cubicBezTo>
                    <a:pt x="211" y="4"/>
                    <a:pt x="192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7" name="Google Shape;18857;p47"/>
            <p:cNvSpPr/>
            <p:nvPr/>
          </p:nvSpPr>
          <p:spPr>
            <a:xfrm>
              <a:off x="4744575" y="251500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48" y="1"/>
                  </a:moveTo>
                  <a:cubicBezTo>
                    <a:pt x="133" y="1"/>
                    <a:pt x="118" y="3"/>
                    <a:pt x="103" y="7"/>
                  </a:cubicBezTo>
                  <a:cubicBezTo>
                    <a:pt x="37" y="40"/>
                    <a:pt x="0" y="110"/>
                    <a:pt x="0" y="143"/>
                  </a:cubicBezTo>
                  <a:cubicBezTo>
                    <a:pt x="11" y="177"/>
                    <a:pt x="43" y="196"/>
                    <a:pt x="82" y="196"/>
                  </a:cubicBezTo>
                  <a:cubicBezTo>
                    <a:pt x="105" y="196"/>
                    <a:pt x="131" y="190"/>
                    <a:pt x="157" y="176"/>
                  </a:cubicBezTo>
                  <a:cubicBezTo>
                    <a:pt x="206" y="160"/>
                    <a:pt x="260" y="94"/>
                    <a:pt x="243" y="40"/>
                  </a:cubicBezTo>
                  <a:cubicBezTo>
                    <a:pt x="228" y="16"/>
                    <a:pt x="189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8" name="Google Shape;18858;p47"/>
            <p:cNvSpPr/>
            <p:nvPr/>
          </p:nvSpPr>
          <p:spPr>
            <a:xfrm>
              <a:off x="4746725" y="246745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57" y="0"/>
                    <a:pt x="120" y="0"/>
                    <a:pt x="87" y="37"/>
                  </a:cubicBezTo>
                  <a:cubicBezTo>
                    <a:pt x="54" y="54"/>
                    <a:pt x="34" y="70"/>
                    <a:pt x="34" y="103"/>
                  </a:cubicBezTo>
                  <a:cubicBezTo>
                    <a:pt x="1" y="157"/>
                    <a:pt x="34" y="190"/>
                    <a:pt x="104" y="190"/>
                  </a:cubicBezTo>
                  <a:cubicBezTo>
                    <a:pt x="120" y="190"/>
                    <a:pt x="157" y="190"/>
                    <a:pt x="174" y="173"/>
                  </a:cubicBezTo>
                  <a:lnTo>
                    <a:pt x="190" y="173"/>
                  </a:lnTo>
                  <a:cubicBezTo>
                    <a:pt x="223" y="140"/>
                    <a:pt x="240" y="120"/>
                    <a:pt x="261" y="87"/>
                  </a:cubicBezTo>
                  <a:cubicBezTo>
                    <a:pt x="277" y="37"/>
                    <a:pt x="24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9" name="Google Shape;18859;p47"/>
            <p:cNvSpPr/>
            <p:nvPr/>
          </p:nvSpPr>
          <p:spPr>
            <a:xfrm>
              <a:off x="4751875" y="24791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37" y="0"/>
                    <a:pt x="120" y="17"/>
                    <a:pt x="87" y="33"/>
                  </a:cubicBezTo>
                  <a:cubicBezTo>
                    <a:pt x="55" y="50"/>
                    <a:pt x="34" y="87"/>
                    <a:pt x="17" y="103"/>
                  </a:cubicBezTo>
                  <a:cubicBezTo>
                    <a:pt x="1" y="153"/>
                    <a:pt x="34" y="206"/>
                    <a:pt x="104" y="206"/>
                  </a:cubicBezTo>
                  <a:cubicBezTo>
                    <a:pt x="120" y="206"/>
                    <a:pt x="137" y="206"/>
                    <a:pt x="174" y="190"/>
                  </a:cubicBezTo>
                  <a:cubicBezTo>
                    <a:pt x="174" y="190"/>
                    <a:pt x="191" y="190"/>
                    <a:pt x="191" y="169"/>
                  </a:cubicBezTo>
                  <a:cubicBezTo>
                    <a:pt x="224" y="153"/>
                    <a:pt x="240" y="136"/>
                    <a:pt x="261" y="103"/>
                  </a:cubicBezTo>
                  <a:cubicBezTo>
                    <a:pt x="261" y="87"/>
                    <a:pt x="261" y="50"/>
                    <a:pt x="240" y="33"/>
                  </a:cubicBezTo>
                  <a:cubicBezTo>
                    <a:pt x="224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0" name="Google Shape;18860;p47"/>
            <p:cNvSpPr/>
            <p:nvPr/>
          </p:nvSpPr>
          <p:spPr>
            <a:xfrm>
              <a:off x="4851975" y="24672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57" y="1"/>
                  </a:moveTo>
                  <a:cubicBezTo>
                    <a:pt x="140" y="1"/>
                    <a:pt x="122" y="3"/>
                    <a:pt x="103" y="7"/>
                  </a:cubicBezTo>
                  <a:cubicBezTo>
                    <a:pt x="50" y="44"/>
                    <a:pt x="0" y="94"/>
                    <a:pt x="17" y="147"/>
                  </a:cubicBezTo>
                  <a:cubicBezTo>
                    <a:pt x="27" y="179"/>
                    <a:pt x="60" y="197"/>
                    <a:pt x="96" y="197"/>
                  </a:cubicBezTo>
                  <a:cubicBezTo>
                    <a:pt x="115" y="197"/>
                    <a:pt x="135" y="192"/>
                    <a:pt x="153" y="180"/>
                  </a:cubicBezTo>
                  <a:cubicBezTo>
                    <a:pt x="223" y="164"/>
                    <a:pt x="256" y="94"/>
                    <a:pt x="256" y="44"/>
                  </a:cubicBezTo>
                  <a:cubicBezTo>
                    <a:pt x="244" y="17"/>
                    <a:pt x="205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1" name="Google Shape;18861;p47"/>
            <p:cNvSpPr/>
            <p:nvPr/>
          </p:nvSpPr>
          <p:spPr>
            <a:xfrm>
              <a:off x="4801250" y="25353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17"/>
                    <a:pt x="87" y="33"/>
                  </a:cubicBezTo>
                  <a:cubicBezTo>
                    <a:pt x="54" y="50"/>
                    <a:pt x="38" y="83"/>
                    <a:pt x="17" y="103"/>
                  </a:cubicBezTo>
                  <a:cubicBezTo>
                    <a:pt x="1" y="153"/>
                    <a:pt x="38" y="206"/>
                    <a:pt x="104" y="206"/>
                  </a:cubicBezTo>
                  <a:cubicBezTo>
                    <a:pt x="120" y="206"/>
                    <a:pt x="141" y="186"/>
                    <a:pt x="157" y="186"/>
                  </a:cubicBezTo>
                  <a:cubicBezTo>
                    <a:pt x="174" y="186"/>
                    <a:pt x="190" y="169"/>
                    <a:pt x="190" y="169"/>
                  </a:cubicBezTo>
                  <a:cubicBezTo>
                    <a:pt x="223" y="153"/>
                    <a:pt x="244" y="120"/>
                    <a:pt x="261" y="103"/>
                  </a:cubicBezTo>
                  <a:cubicBezTo>
                    <a:pt x="261" y="66"/>
                    <a:pt x="261" y="50"/>
                    <a:pt x="244" y="33"/>
                  </a:cubicBezTo>
                  <a:cubicBezTo>
                    <a:pt x="223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2" name="Google Shape;18862;p47"/>
            <p:cNvSpPr/>
            <p:nvPr/>
          </p:nvSpPr>
          <p:spPr>
            <a:xfrm>
              <a:off x="4754450" y="2502700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0"/>
                  </a:moveTo>
                  <a:cubicBezTo>
                    <a:pt x="137" y="0"/>
                    <a:pt x="104" y="17"/>
                    <a:pt x="88" y="33"/>
                  </a:cubicBezTo>
                  <a:cubicBezTo>
                    <a:pt x="55" y="50"/>
                    <a:pt x="34" y="70"/>
                    <a:pt x="17" y="103"/>
                  </a:cubicBezTo>
                  <a:cubicBezTo>
                    <a:pt x="1" y="153"/>
                    <a:pt x="34" y="206"/>
                    <a:pt x="104" y="206"/>
                  </a:cubicBezTo>
                  <a:cubicBezTo>
                    <a:pt x="121" y="206"/>
                    <a:pt x="137" y="190"/>
                    <a:pt x="158" y="190"/>
                  </a:cubicBezTo>
                  <a:cubicBezTo>
                    <a:pt x="174" y="190"/>
                    <a:pt x="174" y="173"/>
                    <a:pt x="191" y="173"/>
                  </a:cubicBezTo>
                  <a:cubicBezTo>
                    <a:pt x="224" y="153"/>
                    <a:pt x="240" y="120"/>
                    <a:pt x="240" y="103"/>
                  </a:cubicBezTo>
                  <a:cubicBezTo>
                    <a:pt x="277" y="50"/>
                    <a:pt x="24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3" name="Google Shape;18863;p47"/>
            <p:cNvSpPr/>
            <p:nvPr/>
          </p:nvSpPr>
          <p:spPr>
            <a:xfrm>
              <a:off x="4759625" y="251422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1"/>
                  </a:moveTo>
                  <a:cubicBezTo>
                    <a:pt x="157" y="1"/>
                    <a:pt x="120" y="1"/>
                    <a:pt x="87" y="38"/>
                  </a:cubicBezTo>
                  <a:cubicBezTo>
                    <a:pt x="54" y="55"/>
                    <a:pt x="33" y="71"/>
                    <a:pt x="33" y="104"/>
                  </a:cubicBezTo>
                  <a:cubicBezTo>
                    <a:pt x="0" y="158"/>
                    <a:pt x="33" y="191"/>
                    <a:pt x="103" y="191"/>
                  </a:cubicBezTo>
                  <a:lnTo>
                    <a:pt x="173" y="191"/>
                  </a:lnTo>
                  <a:cubicBezTo>
                    <a:pt x="173" y="174"/>
                    <a:pt x="190" y="174"/>
                    <a:pt x="190" y="174"/>
                  </a:cubicBezTo>
                  <a:cubicBezTo>
                    <a:pt x="223" y="158"/>
                    <a:pt x="239" y="125"/>
                    <a:pt x="260" y="104"/>
                  </a:cubicBezTo>
                  <a:cubicBezTo>
                    <a:pt x="276" y="38"/>
                    <a:pt x="239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4" name="Google Shape;18864;p47"/>
            <p:cNvSpPr/>
            <p:nvPr/>
          </p:nvSpPr>
          <p:spPr>
            <a:xfrm>
              <a:off x="4764350" y="2525700"/>
              <a:ext cx="6425" cy="4950"/>
            </a:xfrm>
            <a:custGeom>
              <a:avLst/>
              <a:gdLst/>
              <a:ahLst/>
              <a:cxnLst/>
              <a:rect l="l" t="t" r="r" b="b"/>
              <a:pathLst>
                <a:path w="257" h="198" extrusionOk="0">
                  <a:moveTo>
                    <a:pt x="168" y="1"/>
                  </a:moveTo>
                  <a:cubicBezTo>
                    <a:pt x="159" y="1"/>
                    <a:pt x="149" y="2"/>
                    <a:pt x="137" y="8"/>
                  </a:cubicBezTo>
                  <a:cubicBezTo>
                    <a:pt x="104" y="8"/>
                    <a:pt x="71" y="24"/>
                    <a:pt x="50" y="57"/>
                  </a:cubicBezTo>
                  <a:cubicBezTo>
                    <a:pt x="1" y="94"/>
                    <a:pt x="1" y="160"/>
                    <a:pt x="34" y="181"/>
                  </a:cubicBezTo>
                  <a:cubicBezTo>
                    <a:pt x="71" y="198"/>
                    <a:pt x="87" y="198"/>
                    <a:pt x="120" y="198"/>
                  </a:cubicBezTo>
                  <a:cubicBezTo>
                    <a:pt x="137" y="198"/>
                    <a:pt x="137" y="198"/>
                    <a:pt x="153" y="181"/>
                  </a:cubicBezTo>
                  <a:cubicBezTo>
                    <a:pt x="174" y="181"/>
                    <a:pt x="190" y="160"/>
                    <a:pt x="207" y="144"/>
                  </a:cubicBezTo>
                  <a:cubicBezTo>
                    <a:pt x="256" y="94"/>
                    <a:pt x="256" y="41"/>
                    <a:pt x="223" y="8"/>
                  </a:cubicBezTo>
                  <a:cubicBezTo>
                    <a:pt x="201" y="8"/>
                    <a:pt x="187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5" name="Google Shape;18865;p47"/>
            <p:cNvSpPr/>
            <p:nvPr/>
          </p:nvSpPr>
          <p:spPr>
            <a:xfrm>
              <a:off x="4836925" y="246745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3" y="0"/>
                  </a:moveTo>
                  <a:cubicBezTo>
                    <a:pt x="136" y="0"/>
                    <a:pt x="120" y="0"/>
                    <a:pt x="87" y="17"/>
                  </a:cubicBezTo>
                  <a:cubicBezTo>
                    <a:pt x="54" y="37"/>
                    <a:pt x="33" y="70"/>
                    <a:pt x="17" y="87"/>
                  </a:cubicBezTo>
                  <a:cubicBezTo>
                    <a:pt x="0" y="157"/>
                    <a:pt x="33" y="190"/>
                    <a:pt x="103" y="190"/>
                  </a:cubicBezTo>
                  <a:cubicBezTo>
                    <a:pt x="120" y="190"/>
                    <a:pt x="136" y="190"/>
                    <a:pt x="157" y="173"/>
                  </a:cubicBezTo>
                  <a:cubicBezTo>
                    <a:pt x="173" y="173"/>
                    <a:pt x="190" y="173"/>
                    <a:pt x="190" y="157"/>
                  </a:cubicBezTo>
                  <a:cubicBezTo>
                    <a:pt x="223" y="140"/>
                    <a:pt x="239" y="120"/>
                    <a:pt x="260" y="87"/>
                  </a:cubicBezTo>
                  <a:cubicBezTo>
                    <a:pt x="277" y="37"/>
                    <a:pt x="239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6" name="Google Shape;18866;p47"/>
            <p:cNvSpPr/>
            <p:nvPr/>
          </p:nvSpPr>
          <p:spPr>
            <a:xfrm>
              <a:off x="4803825" y="250252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94" y="1"/>
                  </a:moveTo>
                  <a:cubicBezTo>
                    <a:pt x="183" y="1"/>
                    <a:pt x="171" y="3"/>
                    <a:pt x="158" y="7"/>
                  </a:cubicBezTo>
                  <a:lnTo>
                    <a:pt x="104" y="7"/>
                  </a:lnTo>
                  <a:cubicBezTo>
                    <a:pt x="38" y="40"/>
                    <a:pt x="1" y="110"/>
                    <a:pt x="17" y="143"/>
                  </a:cubicBezTo>
                  <a:cubicBezTo>
                    <a:pt x="17" y="178"/>
                    <a:pt x="47" y="197"/>
                    <a:pt x="87" y="197"/>
                  </a:cubicBezTo>
                  <a:cubicBezTo>
                    <a:pt x="109" y="197"/>
                    <a:pt x="133" y="192"/>
                    <a:pt x="158" y="180"/>
                  </a:cubicBezTo>
                  <a:cubicBezTo>
                    <a:pt x="174" y="180"/>
                    <a:pt x="191" y="160"/>
                    <a:pt x="207" y="143"/>
                  </a:cubicBezTo>
                  <a:cubicBezTo>
                    <a:pt x="244" y="127"/>
                    <a:pt x="261" y="77"/>
                    <a:pt x="244" y="40"/>
                  </a:cubicBezTo>
                  <a:cubicBezTo>
                    <a:pt x="244" y="16"/>
                    <a:pt x="224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7" name="Google Shape;18867;p47"/>
            <p:cNvSpPr/>
            <p:nvPr/>
          </p:nvSpPr>
          <p:spPr>
            <a:xfrm>
              <a:off x="4832600" y="2490200"/>
              <a:ext cx="6500" cy="4800"/>
            </a:xfrm>
            <a:custGeom>
              <a:avLst/>
              <a:gdLst/>
              <a:ahLst/>
              <a:cxnLst/>
              <a:rect l="l" t="t" r="r" b="b"/>
              <a:pathLst>
                <a:path w="260" h="192" extrusionOk="0">
                  <a:moveTo>
                    <a:pt x="170" y="1"/>
                  </a:moveTo>
                  <a:cubicBezTo>
                    <a:pt x="150" y="1"/>
                    <a:pt x="128" y="6"/>
                    <a:pt x="103" y="18"/>
                  </a:cubicBezTo>
                  <a:cubicBezTo>
                    <a:pt x="37" y="34"/>
                    <a:pt x="0" y="104"/>
                    <a:pt x="21" y="137"/>
                  </a:cubicBezTo>
                  <a:cubicBezTo>
                    <a:pt x="21" y="172"/>
                    <a:pt x="49" y="191"/>
                    <a:pt x="88" y="191"/>
                  </a:cubicBezTo>
                  <a:cubicBezTo>
                    <a:pt x="108" y="191"/>
                    <a:pt x="132" y="186"/>
                    <a:pt x="157" y="174"/>
                  </a:cubicBezTo>
                  <a:cubicBezTo>
                    <a:pt x="227" y="158"/>
                    <a:pt x="260" y="88"/>
                    <a:pt x="243" y="55"/>
                  </a:cubicBezTo>
                  <a:cubicBezTo>
                    <a:pt x="233" y="20"/>
                    <a:pt x="206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8" name="Google Shape;18868;p47"/>
            <p:cNvSpPr/>
            <p:nvPr/>
          </p:nvSpPr>
          <p:spPr>
            <a:xfrm>
              <a:off x="4842900" y="24189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57" y="0"/>
                  </a:moveTo>
                  <a:cubicBezTo>
                    <a:pt x="141" y="0"/>
                    <a:pt x="103" y="21"/>
                    <a:pt x="71" y="37"/>
                  </a:cubicBezTo>
                  <a:cubicBezTo>
                    <a:pt x="38" y="54"/>
                    <a:pt x="21" y="70"/>
                    <a:pt x="21" y="103"/>
                  </a:cubicBezTo>
                  <a:cubicBezTo>
                    <a:pt x="0" y="140"/>
                    <a:pt x="21" y="190"/>
                    <a:pt x="71" y="190"/>
                  </a:cubicBezTo>
                  <a:lnTo>
                    <a:pt x="157" y="190"/>
                  </a:lnTo>
                  <a:cubicBezTo>
                    <a:pt x="174" y="173"/>
                    <a:pt x="207" y="157"/>
                    <a:pt x="227" y="124"/>
                  </a:cubicBezTo>
                  <a:lnTo>
                    <a:pt x="244" y="103"/>
                  </a:lnTo>
                  <a:cubicBezTo>
                    <a:pt x="260" y="37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9" name="Google Shape;18869;p47"/>
            <p:cNvSpPr/>
            <p:nvPr/>
          </p:nvSpPr>
          <p:spPr>
            <a:xfrm>
              <a:off x="4832175" y="25022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41" y="1"/>
                    <a:pt x="104" y="17"/>
                    <a:pt x="71" y="34"/>
                  </a:cubicBezTo>
                  <a:cubicBezTo>
                    <a:pt x="38" y="50"/>
                    <a:pt x="17" y="87"/>
                    <a:pt x="17" y="104"/>
                  </a:cubicBezTo>
                  <a:cubicBezTo>
                    <a:pt x="1" y="137"/>
                    <a:pt x="1" y="170"/>
                    <a:pt x="38" y="190"/>
                  </a:cubicBezTo>
                  <a:cubicBezTo>
                    <a:pt x="38" y="190"/>
                    <a:pt x="71" y="207"/>
                    <a:pt x="87" y="207"/>
                  </a:cubicBezTo>
                  <a:cubicBezTo>
                    <a:pt x="104" y="207"/>
                    <a:pt x="141" y="190"/>
                    <a:pt x="157" y="190"/>
                  </a:cubicBezTo>
                  <a:cubicBezTo>
                    <a:pt x="190" y="170"/>
                    <a:pt x="223" y="137"/>
                    <a:pt x="244" y="104"/>
                  </a:cubicBezTo>
                  <a:lnTo>
                    <a:pt x="244" y="87"/>
                  </a:lnTo>
                  <a:cubicBezTo>
                    <a:pt x="260" y="50"/>
                    <a:pt x="22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0" name="Google Shape;18870;p47"/>
            <p:cNvSpPr/>
            <p:nvPr/>
          </p:nvSpPr>
          <p:spPr>
            <a:xfrm>
              <a:off x="4846825" y="249022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36" y="0"/>
                  </a:moveTo>
                  <a:cubicBezTo>
                    <a:pt x="103" y="17"/>
                    <a:pt x="70" y="33"/>
                    <a:pt x="50" y="54"/>
                  </a:cubicBezTo>
                  <a:cubicBezTo>
                    <a:pt x="0" y="103"/>
                    <a:pt x="0" y="157"/>
                    <a:pt x="50" y="190"/>
                  </a:cubicBezTo>
                  <a:cubicBezTo>
                    <a:pt x="63" y="190"/>
                    <a:pt x="83" y="197"/>
                    <a:pt x="99" y="197"/>
                  </a:cubicBezTo>
                  <a:cubicBezTo>
                    <a:pt x="107" y="197"/>
                    <a:pt x="114" y="195"/>
                    <a:pt x="120" y="190"/>
                  </a:cubicBezTo>
                  <a:lnTo>
                    <a:pt x="153" y="190"/>
                  </a:lnTo>
                  <a:cubicBezTo>
                    <a:pt x="173" y="173"/>
                    <a:pt x="190" y="157"/>
                    <a:pt x="206" y="157"/>
                  </a:cubicBezTo>
                  <a:cubicBezTo>
                    <a:pt x="256" y="103"/>
                    <a:pt x="256" y="33"/>
                    <a:pt x="223" y="17"/>
                  </a:cubicBezTo>
                  <a:cubicBezTo>
                    <a:pt x="206" y="0"/>
                    <a:pt x="17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1" name="Google Shape;18871;p47"/>
            <p:cNvSpPr/>
            <p:nvPr/>
          </p:nvSpPr>
          <p:spPr>
            <a:xfrm>
              <a:off x="4845475" y="24309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24" y="1"/>
                    <a:pt x="87" y="17"/>
                    <a:pt x="71" y="34"/>
                  </a:cubicBezTo>
                  <a:cubicBezTo>
                    <a:pt x="38" y="54"/>
                    <a:pt x="21" y="87"/>
                    <a:pt x="0" y="104"/>
                  </a:cubicBezTo>
                  <a:cubicBezTo>
                    <a:pt x="0" y="137"/>
                    <a:pt x="0" y="157"/>
                    <a:pt x="21" y="174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04" y="207"/>
                    <a:pt x="124" y="207"/>
                    <a:pt x="141" y="190"/>
                  </a:cubicBezTo>
                  <a:cubicBezTo>
                    <a:pt x="157" y="190"/>
                    <a:pt x="174" y="174"/>
                    <a:pt x="174" y="174"/>
                  </a:cubicBezTo>
                  <a:cubicBezTo>
                    <a:pt x="207" y="157"/>
                    <a:pt x="227" y="137"/>
                    <a:pt x="244" y="104"/>
                  </a:cubicBezTo>
                  <a:cubicBezTo>
                    <a:pt x="260" y="54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2" name="Google Shape;18872;p47"/>
            <p:cNvSpPr/>
            <p:nvPr/>
          </p:nvSpPr>
          <p:spPr>
            <a:xfrm>
              <a:off x="4839075" y="2455250"/>
              <a:ext cx="6950" cy="4900"/>
            </a:xfrm>
            <a:custGeom>
              <a:avLst/>
              <a:gdLst/>
              <a:ahLst/>
              <a:cxnLst/>
              <a:rect l="l" t="t" r="r" b="b"/>
              <a:pathLst>
                <a:path w="278" h="196" extrusionOk="0">
                  <a:moveTo>
                    <a:pt x="172" y="1"/>
                  </a:moveTo>
                  <a:cubicBezTo>
                    <a:pt x="161" y="1"/>
                    <a:pt x="149" y="3"/>
                    <a:pt x="137" y="10"/>
                  </a:cubicBezTo>
                  <a:cubicBezTo>
                    <a:pt x="104" y="10"/>
                    <a:pt x="87" y="26"/>
                    <a:pt x="50" y="59"/>
                  </a:cubicBezTo>
                  <a:cubicBezTo>
                    <a:pt x="1" y="92"/>
                    <a:pt x="1" y="162"/>
                    <a:pt x="50" y="179"/>
                  </a:cubicBezTo>
                  <a:cubicBezTo>
                    <a:pt x="71" y="195"/>
                    <a:pt x="104" y="195"/>
                    <a:pt x="120" y="195"/>
                  </a:cubicBezTo>
                  <a:cubicBezTo>
                    <a:pt x="137" y="195"/>
                    <a:pt x="153" y="195"/>
                    <a:pt x="153" y="179"/>
                  </a:cubicBezTo>
                  <a:cubicBezTo>
                    <a:pt x="174" y="179"/>
                    <a:pt x="207" y="162"/>
                    <a:pt x="207" y="146"/>
                  </a:cubicBezTo>
                  <a:cubicBezTo>
                    <a:pt x="256" y="92"/>
                    <a:pt x="277" y="43"/>
                    <a:pt x="224" y="10"/>
                  </a:cubicBezTo>
                  <a:cubicBezTo>
                    <a:pt x="213" y="10"/>
                    <a:pt x="194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3" name="Google Shape;18873;p47"/>
            <p:cNvSpPr/>
            <p:nvPr/>
          </p:nvSpPr>
          <p:spPr>
            <a:xfrm>
              <a:off x="4813725" y="253660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57" y="1"/>
                  </a:moveTo>
                  <a:cubicBezTo>
                    <a:pt x="137" y="1"/>
                    <a:pt x="120" y="1"/>
                    <a:pt x="104" y="17"/>
                  </a:cubicBezTo>
                  <a:cubicBezTo>
                    <a:pt x="34" y="34"/>
                    <a:pt x="1" y="104"/>
                    <a:pt x="17" y="157"/>
                  </a:cubicBezTo>
                  <a:cubicBezTo>
                    <a:pt x="29" y="181"/>
                    <a:pt x="61" y="197"/>
                    <a:pt x="105" y="197"/>
                  </a:cubicBezTo>
                  <a:cubicBezTo>
                    <a:pt x="121" y="197"/>
                    <a:pt x="139" y="195"/>
                    <a:pt x="157" y="190"/>
                  </a:cubicBezTo>
                  <a:cubicBezTo>
                    <a:pt x="174" y="174"/>
                    <a:pt x="190" y="157"/>
                    <a:pt x="207" y="157"/>
                  </a:cubicBezTo>
                  <a:cubicBezTo>
                    <a:pt x="240" y="120"/>
                    <a:pt x="260" y="87"/>
                    <a:pt x="240" y="54"/>
                  </a:cubicBezTo>
                  <a:cubicBezTo>
                    <a:pt x="240" y="17"/>
                    <a:pt x="20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4" name="Google Shape;18874;p47"/>
            <p:cNvSpPr/>
            <p:nvPr/>
          </p:nvSpPr>
          <p:spPr>
            <a:xfrm>
              <a:off x="4827025" y="24794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70" y="1"/>
                  </a:moveTo>
                  <a:cubicBezTo>
                    <a:pt x="151" y="1"/>
                    <a:pt x="128" y="6"/>
                    <a:pt x="104" y="18"/>
                  </a:cubicBezTo>
                  <a:cubicBezTo>
                    <a:pt x="38" y="35"/>
                    <a:pt x="1" y="105"/>
                    <a:pt x="17" y="154"/>
                  </a:cubicBezTo>
                  <a:cubicBezTo>
                    <a:pt x="17" y="181"/>
                    <a:pt x="55" y="198"/>
                    <a:pt x="103" y="198"/>
                  </a:cubicBezTo>
                  <a:cubicBezTo>
                    <a:pt x="120" y="198"/>
                    <a:pt x="139" y="196"/>
                    <a:pt x="157" y="191"/>
                  </a:cubicBezTo>
                  <a:cubicBezTo>
                    <a:pt x="223" y="154"/>
                    <a:pt x="260" y="105"/>
                    <a:pt x="244" y="51"/>
                  </a:cubicBezTo>
                  <a:cubicBezTo>
                    <a:pt x="230" y="19"/>
                    <a:pt x="205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5" name="Google Shape;18875;p47"/>
            <p:cNvSpPr/>
            <p:nvPr/>
          </p:nvSpPr>
          <p:spPr>
            <a:xfrm>
              <a:off x="4808975" y="2514375"/>
              <a:ext cx="6525" cy="5100"/>
            </a:xfrm>
            <a:custGeom>
              <a:avLst/>
              <a:gdLst/>
              <a:ahLst/>
              <a:cxnLst/>
              <a:rect l="l" t="t" r="r" b="b"/>
              <a:pathLst>
                <a:path w="261" h="204" extrusionOk="0">
                  <a:moveTo>
                    <a:pt x="163" y="0"/>
                  </a:moveTo>
                  <a:cubicBezTo>
                    <a:pt x="144" y="0"/>
                    <a:pt x="123" y="5"/>
                    <a:pt x="104" y="16"/>
                  </a:cubicBezTo>
                  <a:cubicBezTo>
                    <a:pt x="55" y="32"/>
                    <a:pt x="17" y="65"/>
                    <a:pt x="1" y="119"/>
                  </a:cubicBezTo>
                  <a:lnTo>
                    <a:pt x="1" y="152"/>
                  </a:lnTo>
                  <a:cubicBezTo>
                    <a:pt x="12" y="184"/>
                    <a:pt x="45" y="204"/>
                    <a:pt x="81" y="204"/>
                  </a:cubicBezTo>
                  <a:cubicBezTo>
                    <a:pt x="101" y="204"/>
                    <a:pt x="122" y="198"/>
                    <a:pt x="141" y="185"/>
                  </a:cubicBezTo>
                  <a:cubicBezTo>
                    <a:pt x="207" y="168"/>
                    <a:pt x="261" y="98"/>
                    <a:pt x="244" y="49"/>
                  </a:cubicBezTo>
                  <a:cubicBezTo>
                    <a:pt x="244" y="32"/>
                    <a:pt x="224" y="32"/>
                    <a:pt x="207" y="16"/>
                  </a:cubicBezTo>
                  <a:cubicBezTo>
                    <a:pt x="199" y="5"/>
                    <a:pt x="182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6" name="Google Shape;18876;p47"/>
            <p:cNvSpPr/>
            <p:nvPr/>
          </p:nvSpPr>
          <p:spPr>
            <a:xfrm>
              <a:off x="4810325" y="2524125"/>
              <a:ext cx="6425" cy="5200"/>
            </a:xfrm>
            <a:custGeom>
              <a:avLst/>
              <a:gdLst/>
              <a:ahLst/>
              <a:cxnLst/>
              <a:rect l="l" t="t" r="r" b="b"/>
              <a:pathLst>
                <a:path w="257" h="208" extrusionOk="0">
                  <a:moveTo>
                    <a:pt x="153" y="1"/>
                  </a:moveTo>
                  <a:cubicBezTo>
                    <a:pt x="137" y="17"/>
                    <a:pt x="120" y="17"/>
                    <a:pt x="104" y="17"/>
                  </a:cubicBezTo>
                  <a:cubicBezTo>
                    <a:pt x="34" y="54"/>
                    <a:pt x="1" y="104"/>
                    <a:pt x="17" y="157"/>
                  </a:cubicBezTo>
                  <a:cubicBezTo>
                    <a:pt x="17" y="189"/>
                    <a:pt x="46" y="208"/>
                    <a:pt x="85" y="208"/>
                  </a:cubicBezTo>
                  <a:cubicBezTo>
                    <a:pt x="106" y="208"/>
                    <a:pt x="130" y="202"/>
                    <a:pt x="153" y="190"/>
                  </a:cubicBezTo>
                  <a:cubicBezTo>
                    <a:pt x="170" y="190"/>
                    <a:pt x="190" y="174"/>
                    <a:pt x="207" y="157"/>
                  </a:cubicBezTo>
                  <a:cubicBezTo>
                    <a:pt x="240" y="141"/>
                    <a:pt x="256" y="87"/>
                    <a:pt x="240" y="54"/>
                  </a:cubicBezTo>
                  <a:cubicBezTo>
                    <a:pt x="240" y="17"/>
                    <a:pt x="207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7" name="Google Shape;18877;p47"/>
            <p:cNvSpPr/>
            <p:nvPr/>
          </p:nvSpPr>
          <p:spPr>
            <a:xfrm>
              <a:off x="4818875" y="25021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72" y="0"/>
                  </a:moveTo>
                  <a:cubicBezTo>
                    <a:pt x="161" y="0"/>
                    <a:pt x="149" y="2"/>
                    <a:pt x="137" y="8"/>
                  </a:cubicBezTo>
                  <a:cubicBezTo>
                    <a:pt x="120" y="8"/>
                    <a:pt x="87" y="24"/>
                    <a:pt x="54" y="41"/>
                  </a:cubicBezTo>
                  <a:cubicBezTo>
                    <a:pt x="17" y="94"/>
                    <a:pt x="1" y="160"/>
                    <a:pt x="54" y="177"/>
                  </a:cubicBezTo>
                  <a:cubicBezTo>
                    <a:pt x="71" y="197"/>
                    <a:pt x="104" y="197"/>
                    <a:pt x="137" y="197"/>
                  </a:cubicBezTo>
                  <a:cubicBezTo>
                    <a:pt x="137" y="197"/>
                    <a:pt x="157" y="177"/>
                    <a:pt x="174" y="177"/>
                  </a:cubicBezTo>
                  <a:cubicBezTo>
                    <a:pt x="190" y="177"/>
                    <a:pt x="207" y="160"/>
                    <a:pt x="223" y="144"/>
                  </a:cubicBezTo>
                  <a:cubicBezTo>
                    <a:pt x="240" y="127"/>
                    <a:pt x="261" y="94"/>
                    <a:pt x="261" y="74"/>
                  </a:cubicBezTo>
                  <a:cubicBezTo>
                    <a:pt x="261" y="41"/>
                    <a:pt x="240" y="24"/>
                    <a:pt x="223" y="8"/>
                  </a:cubicBezTo>
                  <a:cubicBezTo>
                    <a:pt x="212" y="8"/>
                    <a:pt x="194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8" name="Google Shape;18878;p47"/>
            <p:cNvSpPr/>
            <p:nvPr/>
          </p:nvSpPr>
          <p:spPr>
            <a:xfrm>
              <a:off x="4824025" y="25134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8" y="1"/>
                  </a:moveTo>
                  <a:cubicBezTo>
                    <a:pt x="137" y="1"/>
                    <a:pt x="104" y="17"/>
                    <a:pt x="71" y="34"/>
                  </a:cubicBezTo>
                  <a:cubicBezTo>
                    <a:pt x="55" y="55"/>
                    <a:pt x="17" y="71"/>
                    <a:pt x="17" y="104"/>
                  </a:cubicBezTo>
                  <a:cubicBezTo>
                    <a:pt x="1" y="121"/>
                    <a:pt x="1" y="158"/>
                    <a:pt x="17" y="174"/>
                  </a:cubicBezTo>
                  <a:cubicBezTo>
                    <a:pt x="34" y="191"/>
                    <a:pt x="55" y="191"/>
                    <a:pt x="88" y="191"/>
                  </a:cubicBezTo>
                  <a:lnTo>
                    <a:pt x="158" y="191"/>
                  </a:lnTo>
                  <a:cubicBezTo>
                    <a:pt x="158" y="174"/>
                    <a:pt x="174" y="174"/>
                    <a:pt x="174" y="174"/>
                  </a:cubicBezTo>
                  <a:cubicBezTo>
                    <a:pt x="207" y="158"/>
                    <a:pt x="224" y="121"/>
                    <a:pt x="240" y="104"/>
                  </a:cubicBezTo>
                  <a:cubicBezTo>
                    <a:pt x="261" y="34"/>
                    <a:pt x="224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9" name="Google Shape;18879;p47"/>
            <p:cNvSpPr/>
            <p:nvPr/>
          </p:nvSpPr>
          <p:spPr>
            <a:xfrm>
              <a:off x="4971325" y="22805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62" y="0"/>
                  </a:moveTo>
                  <a:cubicBezTo>
                    <a:pt x="154" y="0"/>
                    <a:pt x="146" y="2"/>
                    <a:pt x="141" y="7"/>
                  </a:cubicBezTo>
                  <a:cubicBezTo>
                    <a:pt x="104" y="7"/>
                    <a:pt x="71" y="24"/>
                    <a:pt x="54" y="57"/>
                  </a:cubicBezTo>
                  <a:cubicBezTo>
                    <a:pt x="1" y="94"/>
                    <a:pt x="1" y="160"/>
                    <a:pt x="38" y="177"/>
                  </a:cubicBezTo>
                  <a:cubicBezTo>
                    <a:pt x="54" y="197"/>
                    <a:pt x="87" y="197"/>
                    <a:pt x="120" y="197"/>
                  </a:cubicBezTo>
                  <a:cubicBezTo>
                    <a:pt x="141" y="197"/>
                    <a:pt x="141" y="197"/>
                    <a:pt x="157" y="177"/>
                  </a:cubicBezTo>
                  <a:cubicBezTo>
                    <a:pt x="174" y="177"/>
                    <a:pt x="190" y="160"/>
                    <a:pt x="207" y="144"/>
                  </a:cubicBezTo>
                  <a:cubicBezTo>
                    <a:pt x="260" y="94"/>
                    <a:pt x="260" y="40"/>
                    <a:pt x="207" y="7"/>
                  </a:cubicBezTo>
                  <a:cubicBezTo>
                    <a:pt x="196" y="7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0" name="Google Shape;18880;p47"/>
            <p:cNvSpPr/>
            <p:nvPr/>
          </p:nvSpPr>
          <p:spPr>
            <a:xfrm>
              <a:off x="4589950" y="2354500"/>
              <a:ext cx="6525" cy="4900"/>
            </a:xfrm>
            <a:custGeom>
              <a:avLst/>
              <a:gdLst/>
              <a:ahLst/>
              <a:cxnLst/>
              <a:rect l="l" t="t" r="r" b="b"/>
              <a:pathLst>
                <a:path w="261" h="196" extrusionOk="0">
                  <a:moveTo>
                    <a:pt x="178" y="0"/>
                  </a:moveTo>
                  <a:cubicBezTo>
                    <a:pt x="155" y="0"/>
                    <a:pt x="130" y="6"/>
                    <a:pt x="104" y="20"/>
                  </a:cubicBezTo>
                  <a:cubicBezTo>
                    <a:pt x="54" y="37"/>
                    <a:pt x="1" y="103"/>
                    <a:pt x="17" y="156"/>
                  </a:cubicBezTo>
                  <a:cubicBezTo>
                    <a:pt x="32" y="180"/>
                    <a:pt x="72" y="196"/>
                    <a:pt x="113" y="196"/>
                  </a:cubicBezTo>
                  <a:cubicBezTo>
                    <a:pt x="128" y="196"/>
                    <a:pt x="143" y="194"/>
                    <a:pt x="157" y="189"/>
                  </a:cubicBezTo>
                  <a:cubicBezTo>
                    <a:pt x="223" y="156"/>
                    <a:pt x="261" y="86"/>
                    <a:pt x="261" y="53"/>
                  </a:cubicBezTo>
                  <a:cubicBezTo>
                    <a:pt x="250" y="19"/>
                    <a:pt x="218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1" name="Google Shape;18881;p47"/>
            <p:cNvSpPr/>
            <p:nvPr/>
          </p:nvSpPr>
          <p:spPr>
            <a:xfrm>
              <a:off x="4592525" y="2364775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41" y="1"/>
                  </a:moveTo>
                  <a:cubicBezTo>
                    <a:pt x="104" y="21"/>
                    <a:pt x="87" y="38"/>
                    <a:pt x="54" y="54"/>
                  </a:cubicBezTo>
                  <a:cubicBezTo>
                    <a:pt x="1" y="104"/>
                    <a:pt x="1" y="157"/>
                    <a:pt x="54" y="190"/>
                  </a:cubicBezTo>
                  <a:cubicBezTo>
                    <a:pt x="63" y="199"/>
                    <a:pt x="75" y="203"/>
                    <a:pt x="90" y="203"/>
                  </a:cubicBezTo>
                  <a:cubicBezTo>
                    <a:pt x="105" y="203"/>
                    <a:pt x="123" y="199"/>
                    <a:pt x="141" y="190"/>
                  </a:cubicBezTo>
                  <a:lnTo>
                    <a:pt x="158" y="190"/>
                  </a:lnTo>
                  <a:cubicBezTo>
                    <a:pt x="191" y="174"/>
                    <a:pt x="207" y="174"/>
                    <a:pt x="224" y="157"/>
                  </a:cubicBezTo>
                  <a:cubicBezTo>
                    <a:pt x="244" y="124"/>
                    <a:pt x="261" y="104"/>
                    <a:pt x="261" y="71"/>
                  </a:cubicBezTo>
                  <a:cubicBezTo>
                    <a:pt x="261" y="54"/>
                    <a:pt x="244" y="38"/>
                    <a:pt x="224" y="21"/>
                  </a:cubicBezTo>
                  <a:cubicBezTo>
                    <a:pt x="207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2" name="Google Shape;18882;p47"/>
            <p:cNvSpPr/>
            <p:nvPr/>
          </p:nvSpPr>
          <p:spPr>
            <a:xfrm>
              <a:off x="4587800" y="2340275"/>
              <a:ext cx="6450" cy="4850"/>
            </a:xfrm>
            <a:custGeom>
              <a:avLst/>
              <a:gdLst/>
              <a:ahLst/>
              <a:cxnLst/>
              <a:rect l="l" t="t" r="r" b="b"/>
              <a:pathLst>
                <a:path w="258" h="194" extrusionOk="0">
                  <a:moveTo>
                    <a:pt x="194" y="0"/>
                  </a:moveTo>
                  <a:cubicBezTo>
                    <a:pt x="187" y="0"/>
                    <a:pt x="181" y="1"/>
                    <a:pt x="173" y="4"/>
                  </a:cubicBezTo>
                  <a:cubicBezTo>
                    <a:pt x="140" y="4"/>
                    <a:pt x="103" y="4"/>
                    <a:pt x="70" y="20"/>
                  </a:cubicBezTo>
                  <a:cubicBezTo>
                    <a:pt x="54" y="37"/>
                    <a:pt x="37" y="74"/>
                    <a:pt x="21" y="90"/>
                  </a:cubicBezTo>
                  <a:cubicBezTo>
                    <a:pt x="0" y="140"/>
                    <a:pt x="37" y="193"/>
                    <a:pt x="87" y="193"/>
                  </a:cubicBezTo>
                  <a:cubicBezTo>
                    <a:pt x="124" y="193"/>
                    <a:pt x="140" y="193"/>
                    <a:pt x="157" y="177"/>
                  </a:cubicBezTo>
                  <a:cubicBezTo>
                    <a:pt x="173" y="177"/>
                    <a:pt x="173" y="177"/>
                    <a:pt x="190" y="156"/>
                  </a:cubicBezTo>
                  <a:cubicBezTo>
                    <a:pt x="206" y="140"/>
                    <a:pt x="243" y="123"/>
                    <a:pt x="243" y="90"/>
                  </a:cubicBezTo>
                  <a:cubicBezTo>
                    <a:pt x="258" y="44"/>
                    <a:pt x="235" y="0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3" name="Google Shape;18883;p47"/>
            <p:cNvSpPr/>
            <p:nvPr/>
          </p:nvSpPr>
          <p:spPr>
            <a:xfrm>
              <a:off x="4577475" y="2365300"/>
              <a:ext cx="6525" cy="5150"/>
            </a:xfrm>
            <a:custGeom>
              <a:avLst/>
              <a:gdLst/>
              <a:ahLst/>
              <a:cxnLst/>
              <a:rect l="l" t="t" r="r" b="b"/>
              <a:pathLst>
                <a:path w="261" h="206" extrusionOk="0">
                  <a:moveTo>
                    <a:pt x="158" y="0"/>
                  </a:moveTo>
                  <a:cubicBezTo>
                    <a:pt x="141" y="0"/>
                    <a:pt x="125" y="17"/>
                    <a:pt x="104" y="17"/>
                  </a:cubicBezTo>
                  <a:cubicBezTo>
                    <a:pt x="38" y="50"/>
                    <a:pt x="1" y="103"/>
                    <a:pt x="1" y="153"/>
                  </a:cubicBezTo>
                  <a:cubicBezTo>
                    <a:pt x="14" y="187"/>
                    <a:pt x="45" y="206"/>
                    <a:pt x="84" y="206"/>
                  </a:cubicBezTo>
                  <a:cubicBezTo>
                    <a:pt x="107" y="206"/>
                    <a:pt x="132" y="200"/>
                    <a:pt x="158" y="186"/>
                  </a:cubicBezTo>
                  <a:cubicBezTo>
                    <a:pt x="174" y="169"/>
                    <a:pt x="191" y="169"/>
                    <a:pt x="207" y="153"/>
                  </a:cubicBezTo>
                  <a:cubicBezTo>
                    <a:pt x="244" y="120"/>
                    <a:pt x="261" y="83"/>
                    <a:pt x="244" y="50"/>
                  </a:cubicBezTo>
                  <a:cubicBezTo>
                    <a:pt x="228" y="17"/>
                    <a:pt x="191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4" name="Google Shape;18884;p47"/>
            <p:cNvSpPr/>
            <p:nvPr/>
          </p:nvSpPr>
          <p:spPr>
            <a:xfrm>
              <a:off x="4578000" y="235267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38" y="0"/>
                  </a:moveTo>
                  <a:cubicBezTo>
                    <a:pt x="121" y="0"/>
                    <a:pt x="102" y="2"/>
                    <a:pt x="83" y="7"/>
                  </a:cubicBezTo>
                  <a:cubicBezTo>
                    <a:pt x="50" y="23"/>
                    <a:pt x="34" y="56"/>
                    <a:pt x="17" y="72"/>
                  </a:cubicBezTo>
                  <a:cubicBezTo>
                    <a:pt x="1" y="110"/>
                    <a:pt x="1" y="126"/>
                    <a:pt x="1" y="143"/>
                  </a:cubicBezTo>
                  <a:cubicBezTo>
                    <a:pt x="1" y="159"/>
                    <a:pt x="17" y="176"/>
                    <a:pt x="34" y="196"/>
                  </a:cubicBezTo>
                  <a:cubicBezTo>
                    <a:pt x="67" y="196"/>
                    <a:pt x="104" y="196"/>
                    <a:pt x="137" y="176"/>
                  </a:cubicBezTo>
                  <a:cubicBezTo>
                    <a:pt x="207" y="159"/>
                    <a:pt x="240" y="93"/>
                    <a:pt x="240" y="39"/>
                  </a:cubicBezTo>
                  <a:cubicBezTo>
                    <a:pt x="228" y="15"/>
                    <a:pt x="187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5" name="Google Shape;18885;p47"/>
            <p:cNvSpPr/>
            <p:nvPr/>
          </p:nvSpPr>
          <p:spPr>
            <a:xfrm>
              <a:off x="4596875" y="2328300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73" y="0"/>
                  </a:moveTo>
                  <a:cubicBezTo>
                    <a:pt x="103" y="0"/>
                    <a:pt x="33" y="54"/>
                    <a:pt x="17" y="103"/>
                  </a:cubicBezTo>
                  <a:cubicBezTo>
                    <a:pt x="0" y="157"/>
                    <a:pt x="33" y="206"/>
                    <a:pt x="87" y="206"/>
                  </a:cubicBezTo>
                  <a:cubicBezTo>
                    <a:pt x="120" y="206"/>
                    <a:pt x="136" y="190"/>
                    <a:pt x="153" y="190"/>
                  </a:cubicBezTo>
                  <a:cubicBezTo>
                    <a:pt x="173" y="190"/>
                    <a:pt x="173" y="173"/>
                    <a:pt x="190" y="173"/>
                  </a:cubicBezTo>
                  <a:cubicBezTo>
                    <a:pt x="206" y="157"/>
                    <a:pt x="239" y="120"/>
                    <a:pt x="239" y="103"/>
                  </a:cubicBezTo>
                  <a:cubicBezTo>
                    <a:pt x="256" y="70"/>
                    <a:pt x="256" y="54"/>
                    <a:pt x="239" y="37"/>
                  </a:cubicBezTo>
                  <a:cubicBezTo>
                    <a:pt x="223" y="17"/>
                    <a:pt x="190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6" name="Google Shape;18886;p47"/>
            <p:cNvSpPr/>
            <p:nvPr/>
          </p:nvSpPr>
          <p:spPr>
            <a:xfrm>
              <a:off x="4582225" y="2328300"/>
              <a:ext cx="6100" cy="5175"/>
            </a:xfrm>
            <a:custGeom>
              <a:avLst/>
              <a:gdLst/>
              <a:ahLst/>
              <a:cxnLst/>
              <a:rect l="l" t="t" r="r" b="b"/>
              <a:pathLst>
                <a:path w="244" h="207" extrusionOk="0">
                  <a:moveTo>
                    <a:pt x="120" y="0"/>
                  </a:moveTo>
                  <a:cubicBezTo>
                    <a:pt x="87" y="17"/>
                    <a:pt x="71" y="37"/>
                    <a:pt x="38" y="54"/>
                  </a:cubicBezTo>
                  <a:cubicBezTo>
                    <a:pt x="17" y="87"/>
                    <a:pt x="1" y="103"/>
                    <a:pt x="1" y="140"/>
                  </a:cubicBezTo>
                  <a:cubicBezTo>
                    <a:pt x="1" y="157"/>
                    <a:pt x="1" y="173"/>
                    <a:pt x="38" y="190"/>
                  </a:cubicBezTo>
                  <a:cubicBezTo>
                    <a:pt x="54" y="206"/>
                    <a:pt x="87" y="206"/>
                    <a:pt x="104" y="206"/>
                  </a:cubicBezTo>
                  <a:cubicBezTo>
                    <a:pt x="120" y="190"/>
                    <a:pt x="141" y="190"/>
                    <a:pt x="141" y="190"/>
                  </a:cubicBezTo>
                  <a:cubicBezTo>
                    <a:pt x="157" y="173"/>
                    <a:pt x="190" y="173"/>
                    <a:pt x="190" y="157"/>
                  </a:cubicBezTo>
                  <a:cubicBezTo>
                    <a:pt x="244" y="103"/>
                    <a:pt x="244" y="54"/>
                    <a:pt x="207" y="17"/>
                  </a:cubicBezTo>
                  <a:cubicBezTo>
                    <a:pt x="190" y="0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7" name="Google Shape;18887;p47"/>
            <p:cNvSpPr/>
            <p:nvPr/>
          </p:nvSpPr>
          <p:spPr>
            <a:xfrm>
              <a:off x="4620475" y="2353050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72" y="1"/>
                  </a:moveTo>
                  <a:cubicBezTo>
                    <a:pt x="161" y="1"/>
                    <a:pt x="149" y="3"/>
                    <a:pt x="136" y="8"/>
                  </a:cubicBezTo>
                  <a:cubicBezTo>
                    <a:pt x="103" y="8"/>
                    <a:pt x="70" y="24"/>
                    <a:pt x="54" y="57"/>
                  </a:cubicBezTo>
                  <a:cubicBezTo>
                    <a:pt x="0" y="95"/>
                    <a:pt x="0" y="161"/>
                    <a:pt x="33" y="181"/>
                  </a:cubicBezTo>
                  <a:cubicBezTo>
                    <a:pt x="70" y="198"/>
                    <a:pt x="87" y="198"/>
                    <a:pt x="120" y="198"/>
                  </a:cubicBezTo>
                  <a:cubicBezTo>
                    <a:pt x="136" y="198"/>
                    <a:pt x="136" y="198"/>
                    <a:pt x="157" y="181"/>
                  </a:cubicBezTo>
                  <a:cubicBezTo>
                    <a:pt x="173" y="181"/>
                    <a:pt x="190" y="161"/>
                    <a:pt x="206" y="144"/>
                  </a:cubicBezTo>
                  <a:cubicBezTo>
                    <a:pt x="260" y="95"/>
                    <a:pt x="260" y="41"/>
                    <a:pt x="223" y="8"/>
                  </a:cubicBezTo>
                  <a:cubicBezTo>
                    <a:pt x="212" y="8"/>
                    <a:pt x="194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8" name="Google Shape;18888;p47"/>
            <p:cNvSpPr/>
            <p:nvPr/>
          </p:nvSpPr>
          <p:spPr>
            <a:xfrm>
              <a:off x="4682300" y="2457850"/>
              <a:ext cx="6525" cy="4875"/>
            </a:xfrm>
            <a:custGeom>
              <a:avLst/>
              <a:gdLst/>
              <a:ahLst/>
              <a:cxnLst/>
              <a:rect l="l" t="t" r="r" b="b"/>
              <a:pathLst>
                <a:path w="261" h="195" extrusionOk="0">
                  <a:moveTo>
                    <a:pt x="179" y="1"/>
                  </a:moveTo>
                  <a:cubicBezTo>
                    <a:pt x="137" y="1"/>
                    <a:pt x="90" y="18"/>
                    <a:pt x="55" y="42"/>
                  </a:cubicBezTo>
                  <a:cubicBezTo>
                    <a:pt x="1" y="91"/>
                    <a:pt x="1" y="162"/>
                    <a:pt x="34" y="178"/>
                  </a:cubicBezTo>
                  <a:cubicBezTo>
                    <a:pt x="55" y="195"/>
                    <a:pt x="88" y="195"/>
                    <a:pt x="121" y="195"/>
                  </a:cubicBezTo>
                  <a:cubicBezTo>
                    <a:pt x="137" y="195"/>
                    <a:pt x="137" y="178"/>
                    <a:pt x="158" y="178"/>
                  </a:cubicBezTo>
                  <a:cubicBezTo>
                    <a:pt x="174" y="178"/>
                    <a:pt x="191" y="162"/>
                    <a:pt x="207" y="145"/>
                  </a:cubicBezTo>
                  <a:cubicBezTo>
                    <a:pt x="261" y="91"/>
                    <a:pt x="261" y="42"/>
                    <a:pt x="224" y="9"/>
                  </a:cubicBezTo>
                  <a:cubicBezTo>
                    <a:pt x="210" y="3"/>
                    <a:pt x="195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9" name="Google Shape;18889;p47"/>
            <p:cNvSpPr/>
            <p:nvPr/>
          </p:nvSpPr>
          <p:spPr>
            <a:xfrm>
              <a:off x="4626025" y="2318400"/>
              <a:ext cx="6950" cy="4775"/>
            </a:xfrm>
            <a:custGeom>
              <a:avLst/>
              <a:gdLst/>
              <a:ahLst/>
              <a:cxnLst/>
              <a:rect l="l" t="t" r="r" b="b"/>
              <a:pathLst>
                <a:path w="278" h="191" extrusionOk="0">
                  <a:moveTo>
                    <a:pt x="174" y="0"/>
                  </a:moveTo>
                  <a:cubicBezTo>
                    <a:pt x="141" y="0"/>
                    <a:pt x="104" y="21"/>
                    <a:pt x="87" y="38"/>
                  </a:cubicBezTo>
                  <a:cubicBezTo>
                    <a:pt x="54" y="54"/>
                    <a:pt x="38" y="71"/>
                    <a:pt x="17" y="104"/>
                  </a:cubicBezTo>
                  <a:cubicBezTo>
                    <a:pt x="1" y="157"/>
                    <a:pt x="38" y="190"/>
                    <a:pt x="104" y="190"/>
                  </a:cubicBezTo>
                  <a:lnTo>
                    <a:pt x="158" y="190"/>
                  </a:lnTo>
                  <a:cubicBezTo>
                    <a:pt x="174" y="174"/>
                    <a:pt x="190" y="174"/>
                    <a:pt x="190" y="174"/>
                  </a:cubicBezTo>
                  <a:cubicBezTo>
                    <a:pt x="223" y="157"/>
                    <a:pt x="244" y="124"/>
                    <a:pt x="261" y="104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0" name="Google Shape;18890;p47"/>
            <p:cNvSpPr/>
            <p:nvPr/>
          </p:nvSpPr>
          <p:spPr>
            <a:xfrm>
              <a:off x="4600675" y="23425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1" y="1"/>
                  </a:moveTo>
                  <a:cubicBezTo>
                    <a:pt x="151" y="1"/>
                    <a:pt x="129" y="6"/>
                    <a:pt x="104" y="18"/>
                  </a:cubicBezTo>
                  <a:cubicBezTo>
                    <a:pt x="38" y="34"/>
                    <a:pt x="1" y="104"/>
                    <a:pt x="21" y="137"/>
                  </a:cubicBezTo>
                  <a:cubicBezTo>
                    <a:pt x="21" y="171"/>
                    <a:pt x="48" y="190"/>
                    <a:pt x="85" y="190"/>
                  </a:cubicBezTo>
                  <a:cubicBezTo>
                    <a:pt x="106" y="190"/>
                    <a:pt x="132" y="184"/>
                    <a:pt x="157" y="170"/>
                  </a:cubicBezTo>
                  <a:cubicBezTo>
                    <a:pt x="227" y="154"/>
                    <a:pt x="260" y="88"/>
                    <a:pt x="244" y="51"/>
                  </a:cubicBezTo>
                  <a:cubicBezTo>
                    <a:pt x="233" y="19"/>
                    <a:pt x="207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1" name="Google Shape;18891;p47"/>
            <p:cNvSpPr/>
            <p:nvPr/>
          </p:nvSpPr>
          <p:spPr>
            <a:xfrm>
              <a:off x="4625625" y="2330025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75" y="1"/>
                  </a:moveTo>
                  <a:cubicBezTo>
                    <a:pt x="153" y="1"/>
                    <a:pt x="128" y="6"/>
                    <a:pt x="103" y="18"/>
                  </a:cubicBezTo>
                  <a:cubicBezTo>
                    <a:pt x="54" y="51"/>
                    <a:pt x="0" y="104"/>
                    <a:pt x="17" y="154"/>
                  </a:cubicBezTo>
                  <a:cubicBezTo>
                    <a:pt x="27" y="188"/>
                    <a:pt x="53" y="201"/>
                    <a:pt x="89" y="201"/>
                  </a:cubicBezTo>
                  <a:cubicBezTo>
                    <a:pt x="109" y="201"/>
                    <a:pt x="132" y="197"/>
                    <a:pt x="157" y="191"/>
                  </a:cubicBezTo>
                  <a:cubicBezTo>
                    <a:pt x="223" y="154"/>
                    <a:pt x="260" y="104"/>
                    <a:pt x="260" y="51"/>
                  </a:cubicBezTo>
                  <a:cubicBezTo>
                    <a:pt x="247" y="19"/>
                    <a:pt x="215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2" name="Google Shape;18892;p47"/>
            <p:cNvSpPr/>
            <p:nvPr/>
          </p:nvSpPr>
          <p:spPr>
            <a:xfrm>
              <a:off x="4606350" y="23530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53" y="1"/>
                  </a:moveTo>
                  <a:cubicBezTo>
                    <a:pt x="138" y="1"/>
                    <a:pt x="121" y="3"/>
                    <a:pt x="103" y="7"/>
                  </a:cubicBezTo>
                  <a:cubicBezTo>
                    <a:pt x="33" y="40"/>
                    <a:pt x="0" y="94"/>
                    <a:pt x="17" y="143"/>
                  </a:cubicBezTo>
                  <a:cubicBezTo>
                    <a:pt x="17" y="178"/>
                    <a:pt x="45" y="197"/>
                    <a:pt x="84" y="197"/>
                  </a:cubicBezTo>
                  <a:cubicBezTo>
                    <a:pt x="105" y="197"/>
                    <a:pt x="128" y="192"/>
                    <a:pt x="153" y="180"/>
                  </a:cubicBezTo>
                  <a:cubicBezTo>
                    <a:pt x="223" y="143"/>
                    <a:pt x="256" y="94"/>
                    <a:pt x="239" y="40"/>
                  </a:cubicBezTo>
                  <a:cubicBezTo>
                    <a:pt x="227" y="16"/>
                    <a:pt x="195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3" name="Google Shape;18893;p47"/>
            <p:cNvSpPr/>
            <p:nvPr/>
          </p:nvSpPr>
          <p:spPr>
            <a:xfrm>
              <a:off x="4610575" y="233005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0"/>
                  </a:moveTo>
                  <a:cubicBezTo>
                    <a:pt x="141" y="0"/>
                    <a:pt x="103" y="17"/>
                    <a:pt x="87" y="33"/>
                  </a:cubicBezTo>
                  <a:cubicBezTo>
                    <a:pt x="54" y="50"/>
                    <a:pt x="38" y="87"/>
                    <a:pt x="17" y="103"/>
                  </a:cubicBezTo>
                  <a:cubicBezTo>
                    <a:pt x="0" y="153"/>
                    <a:pt x="38" y="206"/>
                    <a:pt x="103" y="206"/>
                  </a:cubicBezTo>
                  <a:cubicBezTo>
                    <a:pt x="120" y="206"/>
                    <a:pt x="141" y="190"/>
                    <a:pt x="157" y="190"/>
                  </a:cubicBezTo>
                  <a:cubicBezTo>
                    <a:pt x="174" y="190"/>
                    <a:pt x="190" y="174"/>
                    <a:pt x="190" y="174"/>
                  </a:cubicBezTo>
                  <a:cubicBezTo>
                    <a:pt x="223" y="153"/>
                    <a:pt x="244" y="120"/>
                    <a:pt x="260" y="103"/>
                  </a:cubicBezTo>
                  <a:cubicBezTo>
                    <a:pt x="277" y="50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4" name="Google Shape;18894;p47"/>
            <p:cNvSpPr/>
            <p:nvPr/>
          </p:nvSpPr>
          <p:spPr>
            <a:xfrm>
              <a:off x="4616150" y="2341600"/>
              <a:ext cx="6500" cy="4750"/>
            </a:xfrm>
            <a:custGeom>
              <a:avLst/>
              <a:gdLst/>
              <a:ahLst/>
              <a:cxnLst/>
              <a:rect l="l" t="t" r="r" b="b"/>
              <a:pathLst>
                <a:path w="260" h="190" extrusionOk="0">
                  <a:moveTo>
                    <a:pt x="173" y="0"/>
                  </a:moveTo>
                  <a:cubicBezTo>
                    <a:pt x="140" y="0"/>
                    <a:pt x="103" y="21"/>
                    <a:pt x="70" y="37"/>
                  </a:cubicBezTo>
                  <a:cubicBezTo>
                    <a:pt x="54" y="54"/>
                    <a:pt x="21" y="70"/>
                    <a:pt x="21" y="103"/>
                  </a:cubicBezTo>
                  <a:cubicBezTo>
                    <a:pt x="0" y="157"/>
                    <a:pt x="37" y="190"/>
                    <a:pt x="87" y="190"/>
                  </a:cubicBezTo>
                  <a:lnTo>
                    <a:pt x="157" y="190"/>
                  </a:lnTo>
                  <a:cubicBezTo>
                    <a:pt x="157" y="173"/>
                    <a:pt x="173" y="173"/>
                    <a:pt x="190" y="173"/>
                  </a:cubicBezTo>
                  <a:cubicBezTo>
                    <a:pt x="206" y="157"/>
                    <a:pt x="227" y="124"/>
                    <a:pt x="243" y="103"/>
                  </a:cubicBezTo>
                  <a:cubicBezTo>
                    <a:pt x="260" y="37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5" name="Google Shape;18895;p47"/>
            <p:cNvSpPr/>
            <p:nvPr/>
          </p:nvSpPr>
          <p:spPr>
            <a:xfrm>
              <a:off x="4619225" y="229397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3" y="0"/>
                  </a:moveTo>
                  <a:cubicBezTo>
                    <a:pt x="120" y="0"/>
                    <a:pt x="83" y="17"/>
                    <a:pt x="67" y="33"/>
                  </a:cubicBezTo>
                  <a:cubicBezTo>
                    <a:pt x="34" y="50"/>
                    <a:pt x="17" y="70"/>
                    <a:pt x="1" y="103"/>
                  </a:cubicBezTo>
                  <a:cubicBezTo>
                    <a:pt x="1" y="120"/>
                    <a:pt x="1" y="153"/>
                    <a:pt x="17" y="173"/>
                  </a:cubicBezTo>
                  <a:cubicBezTo>
                    <a:pt x="34" y="190"/>
                    <a:pt x="50" y="206"/>
                    <a:pt x="83" y="206"/>
                  </a:cubicBezTo>
                  <a:cubicBezTo>
                    <a:pt x="104" y="206"/>
                    <a:pt x="120" y="190"/>
                    <a:pt x="137" y="190"/>
                  </a:cubicBezTo>
                  <a:cubicBezTo>
                    <a:pt x="153" y="173"/>
                    <a:pt x="153" y="173"/>
                    <a:pt x="170" y="173"/>
                  </a:cubicBezTo>
                  <a:cubicBezTo>
                    <a:pt x="207" y="153"/>
                    <a:pt x="223" y="120"/>
                    <a:pt x="223" y="103"/>
                  </a:cubicBezTo>
                  <a:cubicBezTo>
                    <a:pt x="256" y="50"/>
                    <a:pt x="22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6" name="Google Shape;18896;p47"/>
            <p:cNvSpPr/>
            <p:nvPr/>
          </p:nvSpPr>
          <p:spPr>
            <a:xfrm>
              <a:off x="4498125" y="2353250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36" y="0"/>
                    <a:pt x="103" y="0"/>
                    <a:pt x="66" y="33"/>
                  </a:cubicBezTo>
                  <a:cubicBezTo>
                    <a:pt x="50" y="49"/>
                    <a:pt x="17" y="70"/>
                    <a:pt x="17" y="103"/>
                  </a:cubicBezTo>
                  <a:cubicBezTo>
                    <a:pt x="0" y="153"/>
                    <a:pt x="33" y="190"/>
                    <a:pt x="83" y="190"/>
                  </a:cubicBezTo>
                  <a:lnTo>
                    <a:pt x="153" y="190"/>
                  </a:lnTo>
                  <a:cubicBezTo>
                    <a:pt x="186" y="173"/>
                    <a:pt x="223" y="136"/>
                    <a:pt x="239" y="103"/>
                  </a:cubicBezTo>
                  <a:cubicBezTo>
                    <a:pt x="256" y="33"/>
                    <a:pt x="223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7" name="Google Shape;18897;p47"/>
            <p:cNvSpPr/>
            <p:nvPr/>
          </p:nvSpPr>
          <p:spPr>
            <a:xfrm>
              <a:off x="4494625" y="2342525"/>
              <a:ext cx="6500" cy="4750"/>
            </a:xfrm>
            <a:custGeom>
              <a:avLst/>
              <a:gdLst/>
              <a:ahLst/>
              <a:cxnLst/>
              <a:rect l="l" t="t" r="r" b="b"/>
              <a:pathLst>
                <a:path w="260" h="190" extrusionOk="0">
                  <a:moveTo>
                    <a:pt x="173" y="0"/>
                  </a:moveTo>
                  <a:cubicBezTo>
                    <a:pt x="140" y="0"/>
                    <a:pt x="103" y="0"/>
                    <a:pt x="70" y="17"/>
                  </a:cubicBezTo>
                  <a:cubicBezTo>
                    <a:pt x="54" y="33"/>
                    <a:pt x="17" y="66"/>
                    <a:pt x="17" y="87"/>
                  </a:cubicBezTo>
                  <a:cubicBezTo>
                    <a:pt x="0" y="120"/>
                    <a:pt x="0" y="136"/>
                    <a:pt x="17" y="169"/>
                  </a:cubicBezTo>
                  <a:cubicBezTo>
                    <a:pt x="37" y="190"/>
                    <a:pt x="70" y="190"/>
                    <a:pt x="87" y="190"/>
                  </a:cubicBezTo>
                  <a:cubicBezTo>
                    <a:pt x="103" y="190"/>
                    <a:pt x="140" y="190"/>
                    <a:pt x="157" y="169"/>
                  </a:cubicBezTo>
                  <a:cubicBezTo>
                    <a:pt x="157" y="169"/>
                    <a:pt x="173" y="169"/>
                    <a:pt x="190" y="153"/>
                  </a:cubicBezTo>
                  <a:cubicBezTo>
                    <a:pt x="206" y="136"/>
                    <a:pt x="223" y="120"/>
                    <a:pt x="243" y="87"/>
                  </a:cubicBezTo>
                  <a:cubicBezTo>
                    <a:pt x="260" y="33"/>
                    <a:pt x="22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8" name="Google Shape;18898;p47"/>
            <p:cNvSpPr/>
            <p:nvPr/>
          </p:nvSpPr>
          <p:spPr>
            <a:xfrm>
              <a:off x="4537175" y="2377250"/>
              <a:ext cx="2200" cy="450"/>
            </a:xfrm>
            <a:custGeom>
              <a:avLst/>
              <a:gdLst/>
              <a:ahLst/>
              <a:cxnLst/>
              <a:rect l="l" t="t" r="r" b="b"/>
              <a:pathLst>
                <a:path w="88" h="18" extrusionOk="0">
                  <a:moveTo>
                    <a:pt x="1" y="1"/>
                  </a:moveTo>
                  <a:cubicBezTo>
                    <a:pt x="34" y="1"/>
                    <a:pt x="50" y="17"/>
                    <a:pt x="87" y="17"/>
                  </a:cubicBezTo>
                  <a:cubicBezTo>
                    <a:pt x="87" y="1"/>
                    <a:pt x="50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9" name="Google Shape;18899;p47"/>
            <p:cNvSpPr/>
            <p:nvPr/>
          </p:nvSpPr>
          <p:spPr>
            <a:xfrm>
              <a:off x="4680150" y="24456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0"/>
                  </a:moveTo>
                  <a:cubicBezTo>
                    <a:pt x="120" y="0"/>
                    <a:pt x="87" y="17"/>
                    <a:pt x="70" y="33"/>
                  </a:cubicBezTo>
                  <a:cubicBezTo>
                    <a:pt x="37" y="50"/>
                    <a:pt x="17" y="66"/>
                    <a:pt x="0" y="103"/>
                  </a:cubicBezTo>
                  <a:cubicBezTo>
                    <a:pt x="0" y="120"/>
                    <a:pt x="0" y="153"/>
                    <a:pt x="17" y="169"/>
                  </a:cubicBezTo>
                  <a:cubicBezTo>
                    <a:pt x="37" y="190"/>
                    <a:pt x="54" y="206"/>
                    <a:pt x="87" y="206"/>
                  </a:cubicBezTo>
                  <a:cubicBezTo>
                    <a:pt x="103" y="206"/>
                    <a:pt x="120" y="190"/>
                    <a:pt x="141" y="190"/>
                  </a:cubicBezTo>
                  <a:cubicBezTo>
                    <a:pt x="157" y="190"/>
                    <a:pt x="174" y="169"/>
                    <a:pt x="174" y="169"/>
                  </a:cubicBezTo>
                  <a:cubicBezTo>
                    <a:pt x="207" y="153"/>
                    <a:pt x="223" y="120"/>
                    <a:pt x="244" y="103"/>
                  </a:cubicBezTo>
                  <a:cubicBezTo>
                    <a:pt x="260" y="50"/>
                    <a:pt x="22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0" name="Google Shape;18900;p47"/>
            <p:cNvSpPr/>
            <p:nvPr/>
          </p:nvSpPr>
          <p:spPr>
            <a:xfrm>
              <a:off x="4536250" y="23296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71" y="17"/>
                  </a:cubicBezTo>
                  <a:cubicBezTo>
                    <a:pt x="54" y="50"/>
                    <a:pt x="38" y="67"/>
                    <a:pt x="21" y="104"/>
                  </a:cubicBezTo>
                  <a:cubicBezTo>
                    <a:pt x="1" y="120"/>
                    <a:pt x="21" y="137"/>
                    <a:pt x="21" y="170"/>
                  </a:cubicBezTo>
                  <a:cubicBezTo>
                    <a:pt x="38" y="191"/>
                    <a:pt x="71" y="191"/>
                    <a:pt x="87" y="191"/>
                  </a:cubicBezTo>
                  <a:cubicBezTo>
                    <a:pt x="124" y="191"/>
                    <a:pt x="141" y="191"/>
                    <a:pt x="157" y="170"/>
                  </a:cubicBezTo>
                  <a:cubicBezTo>
                    <a:pt x="174" y="170"/>
                    <a:pt x="174" y="170"/>
                    <a:pt x="190" y="153"/>
                  </a:cubicBezTo>
                  <a:cubicBezTo>
                    <a:pt x="207" y="137"/>
                    <a:pt x="244" y="120"/>
                    <a:pt x="244" y="87"/>
                  </a:cubicBezTo>
                  <a:cubicBezTo>
                    <a:pt x="261" y="34"/>
                    <a:pt x="228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1" name="Google Shape;18901;p47"/>
            <p:cNvSpPr/>
            <p:nvPr/>
          </p:nvSpPr>
          <p:spPr>
            <a:xfrm>
              <a:off x="4500700" y="2363950"/>
              <a:ext cx="5175" cy="3025"/>
            </a:xfrm>
            <a:custGeom>
              <a:avLst/>
              <a:gdLst/>
              <a:ahLst/>
              <a:cxnLst/>
              <a:rect l="l" t="t" r="r" b="b"/>
              <a:pathLst>
                <a:path w="207" h="121" extrusionOk="0">
                  <a:moveTo>
                    <a:pt x="83" y="1"/>
                  </a:moveTo>
                  <a:cubicBezTo>
                    <a:pt x="50" y="17"/>
                    <a:pt x="17" y="34"/>
                    <a:pt x="0" y="54"/>
                  </a:cubicBezTo>
                  <a:cubicBezTo>
                    <a:pt x="50" y="71"/>
                    <a:pt x="120" y="104"/>
                    <a:pt x="169" y="120"/>
                  </a:cubicBezTo>
                  <a:cubicBezTo>
                    <a:pt x="207" y="87"/>
                    <a:pt x="207" y="34"/>
                    <a:pt x="169" y="17"/>
                  </a:cubicBezTo>
                  <a:cubicBezTo>
                    <a:pt x="136" y="1"/>
                    <a:pt x="120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2" name="Google Shape;18902;p47"/>
            <p:cNvSpPr/>
            <p:nvPr/>
          </p:nvSpPr>
          <p:spPr>
            <a:xfrm>
              <a:off x="4676325" y="2477600"/>
              <a:ext cx="3425" cy="4500"/>
            </a:xfrm>
            <a:custGeom>
              <a:avLst/>
              <a:gdLst/>
              <a:ahLst/>
              <a:cxnLst/>
              <a:rect l="l" t="t" r="r" b="b"/>
              <a:pathLst>
                <a:path w="137" h="180" extrusionOk="0">
                  <a:moveTo>
                    <a:pt x="42" y="0"/>
                  </a:moveTo>
                  <a:cubicBezTo>
                    <a:pt x="28" y="0"/>
                    <a:pt x="14" y="2"/>
                    <a:pt x="1" y="6"/>
                  </a:cubicBezTo>
                  <a:cubicBezTo>
                    <a:pt x="17" y="60"/>
                    <a:pt x="34" y="110"/>
                    <a:pt x="50" y="180"/>
                  </a:cubicBezTo>
                  <a:cubicBezTo>
                    <a:pt x="104" y="147"/>
                    <a:pt x="137" y="93"/>
                    <a:pt x="120" y="44"/>
                  </a:cubicBezTo>
                  <a:cubicBezTo>
                    <a:pt x="120" y="16"/>
                    <a:pt x="82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3" name="Google Shape;18903;p47"/>
            <p:cNvSpPr/>
            <p:nvPr/>
          </p:nvSpPr>
          <p:spPr>
            <a:xfrm>
              <a:off x="4556875" y="2342525"/>
              <a:ext cx="6100" cy="4750"/>
            </a:xfrm>
            <a:custGeom>
              <a:avLst/>
              <a:gdLst/>
              <a:ahLst/>
              <a:cxnLst/>
              <a:rect l="l" t="t" r="r" b="b"/>
              <a:pathLst>
                <a:path w="244" h="190" extrusionOk="0">
                  <a:moveTo>
                    <a:pt x="157" y="0"/>
                  </a:moveTo>
                  <a:cubicBezTo>
                    <a:pt x="124" y="0"/>
                    <a:pt x="87" y="0"/>
                    <a:pt x="70" y="17"/>
                  </a:cubicBezTo>
                  <a:cubicBezTo>
                    <a:pt x="37" y="50"/>
                    <a:pt x="21" y="66"/>
                    <a:pt x="0" y="103"/>
                  </a:cubicBezTo>
                  <a:cubicBezTo>
                    <a:pt x="0" y="120"/>
                    <a:pt x="0" y="153"/>
                    <a:pt x="21" y="169"/>
                  </a:cubicBezTo>
                  <a:cubicBezTo>
                    <a:pt x="21" y="190"/>
                    <a:pt x="54" y="190"/>
                    <a:pt x="87" y="190"/>
                  </a:cubicBezTo>
                  <a:cubicBezTo>
                    <a:pt x="103" y="190"/>
                    <a:pt x="124" y="190"/>
                    <a:pt x="141" y="169"/>
                  </a:cubicBezTo>
                  <a:cubicBezTo>
                    <a:pt x="157" y="169"/>
                    <a:pt x="157" y="169"/>
                    <a:pt x="174" y="153"/>
                  </a:cubicBezTo>
                  <a:cubicBezTo>
                    <a:pt x="190" y="136"/>
                    <a:pt x="227" y="120"/>
                    <a:pt x="227" y="87"/>
                  </a:cubicBezTo>
                  <a:cubicBezTo>
                    <a:pt x="244" y="33"/>
                    <a:pt x="20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4" name="Google Shape;18904;p47"/>
            <p:cNvSpPr/>
            <p:nvPr/>
          </p:nvSpPr>
          <p:spPr>
            <a:xfrm>
              <a:off x="4577475" y="2306850"/>
              <a:ext cx="6125" cy="4950"/>
            </a:xfrm>
            <a:custGeom>
              <a:avLst/>
              <a:gdLst/>
              <a:ahLst/>
              <a:cxnLst/>
              <a:rect l="l" t="t" r="r" b="b"/>
              <a:pathLst>
                <a:path w="245" h="198" extrusionOk="0">
                  <a:moveTo>
                    <a:pt x="158" y="1"/>
                  </a:moveTo>
                  <a:cubicBezTo>
                    <a:pt x="125" y="1"/>
                    <a:pt x="88" y="17"/>
                    <a:pt x="71" y="34"/>
                  </a:cubicBezTo>
                  <a:cubicBezTo>
                    <a:pt x="38" y="50"/>
                    <a:pt x="22" y="71"/>
                    <a:pt x="1" y="104"/>
                  </a:cubicBezTo>
                  <a:cubicBezTo>
                    <a:pt x="1" y="120"/>
                    <a:pt x="1" y="153"/>
                    <a:pt x="22" y="174"/>
                  </a:cubicBezTo>
                  <a:cubicBezTo>
                    <a:pt x="22" y="186"/>
                    <a:pt x="38" y="197"/>
                    <a:pt x="59" y="197"/>
                  </a:cubicBezTo>
                  <a:cubicBezTo>
                    <a:pt x="68" y="197"/>
                    <a:pt x="78" y="195"/>
                    <a:pt x="88" y="190"/>
                  </a:cubicBezTo>
                  <a:lnTo>
                    <a:pt x="141" y="190"/>
                  </a:lnTo>
                  <a:cubicBezTo>
                    <a:pt x="158" y="174"/>
                    <a:pt x="158" y="174"/>
                    <a:pt x="174" y="174"/>
                  </a:cubicBezTo>
                  <a:cubicBezTo>
                    <a:pt x="191" y="153"/>
                    <a:pt x="228" y="120"/>
                    <a:pt x="228" y="104"/>
                  </a:cubicBezTo>
                  <a:cubicBezTo>
                    <a:pt x="244" y="50"/>
                    <a:pt x="207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5" name="Google Shape;18905;p47"/>
            <p:cNvSpPr/>
            <p:nvPr/>
          </p:nvSpPr>
          <p:spPr>
            <a:xfrm>
              <a:off x="4580575" y="2317575"/>
              <a:ext cx="6825" cy="5175"/>
            </a:xfrm>
            <a:custGeom>
              <a:avLst/>
              <a:gdLst/>
              <a:ahLst/>
              <a:cxnLst/>
              <a:rect l="l" t="t" r="r" b="b"/>
              <a:pathLst>
                <a:path w="273" h="207" extrusionOk="0">
                  <a:moveTo>
                    <a:pt x="170" y="0"/>
                  </a:moveTo>
                  <a:cubicBezTo>
                    <a:pt x="137" y="0"/>
                    <a:pt x="104" y="17"/>
                    <a:pt x="83" y="33"/>
                  </a:cubicBezTo>
                  <a:cubicBezTo>
                    <a:pt x="50" y="54"/>
                    <a:pt x="34" y="71"/>
                    <a:pt x="17" y="104"/>
                  </a:cubicBezTo>
                  <a:cubicBezTo>
                    <a:pt x="1" y="157"/>
                    <a:pt x="34" y="207"/>
                    <a:pt x="104" y="207"/>
                  </a:cubicBezTo>
                  <a:cubicBezTo>
                    <a:pt x="120" y="207"/>
                    <a:pt x="137" y="190"/>
                    <a:pt x="153" y="190"/>
                  </a:cubicBezTo>
                  <a:cubicBezTo>
                    <a:pt x="207" y="174"/>
                    <a:pt x="240" y="137"/>
                    <a:pt x="240" y="104"/>
                  </a:cubicBezTo>
                  <a:cubicBezTo>
                    <a:pt x="273" y="54"/>
                    <a:pt x="240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6" name="Google Shape;18906;p47"/>
            <p:cNvSpPr/>
            <p:nvPr/>
          </p:nvSpPr>
          <p:spPr>
            <a:xfrm>
              <a:off x="4568100" y="237602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3" y="0"/>
                  </a:moveTo>
                  <a:cubicBezTo>
                    <a:pt x="137" y="0"/>
                    <a:pt x="104" y="17"/>
                    <a:pt x="67" y="33"/>
                  </a:cubicBezTo>
                  <a:cubicBezTo>
                    <a:pt x="34" y="50"/>
                    <a:pt x="17" y="87"/>
                    <a:pt x="17" y="103"/>
                  </a:cubicBezTo>
                  <a:cubicBezTo>
                    <a:pt x="1" y="136"/>
                    <a:pt x="1" y="153"/>
                    <a:pt x="17" y="169"/>
                  </a:cubicBezTo>
                  <a:cubicBezTo>
                    <a:pt x="34" y="190"/>
                    <a:pt x="50" y="206"/>
                    <a:pt x="87" y="206"/>
                  </a:cubicBezTo>
                  <a:cubicBezTo>
                    <a:pt x="104" y="206"/>
                    <a:pt x="137" y="190"/>
                    <a:pt x="153" y="190"/>
                  </a:cubicBezTo>
                  <a:lnTo>
                    <a:pt x="170" y="169"/>
                  </a:lnTo>
                  <a:cubicBezTo>
                    <a:pt x="207" y="153"/>
                    <a:pt x="223" y="120"/>
                    <a:pt x="240" y="103"/>
                  </a:cubicBezTo>
                  <a:cubicBezTo>
                    <a:pt x="256" y="50"/>
                    <a:pt x="22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7" name="Google Shape;18907;p47"/>
            <p:cNvSpPr/>
            <p:nvPr/>
          </p:nvSpPr>
          <p:spPr>
            <a:xfrm>
              <a:off x="4564200" y="236395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1"/>
                  </a:moveTo>
                  <a:cubicBezTo>
                    <a:pt x="140" y="1"/>
                    <a:pt x="120" y="1"/>
                    <a:pt x="87" y="17"/>
                  </a:cubicBezTo>
                  <a:cubicBezTo>
                    <a:pt x="54" y="34"/>
                    <a:pt x="37" y="71"/>
                    <a:pt x="17" y="87"/>
                  </a:cubicBezTo>
                  <a:cubicBezTo>
                    <a:pt x="0" y="157"/>
                    <a:pt x="37" y="190"/>
                    <a:pt x="103" y="190"/>
                  </a:cubicBezTo>
                  <a:cubicBezTo>
                    <a:pt x="120" y="190"/>
                    <a:pt x="140" y="190"/>
                    <a:pt x="173" y="174"/>
                  </a:cubicBezTo>
                  <a:cubicBezTo>
                    <a:pt x="173" y="174"/>
                    <a:pt x="190" y="174"/>
                    <a:pt x="190" y="157"/>
                  </a:cubicBezTo>
                  <a:cubicBezTo>
                    <a:pt x="223" y="137"/>
                    <a:pt x="243" y="120"/>
                    <a:pt x="260" y="87"/>
                  </a:cubicBezTo>
                  <a:cubicBezTo>
                    <a:pt x="276" y="34"/>
                    <a:pt x="24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8" name="Google Shape;18908;p47"/>
            <p:cNvSpPr/>
            <p:nvPr/>
          </p:nvSpPr>
          <p:spPr>
            <a:xfrm>
              <a:off x="4585725" y="2283650"/>
              <a:ext cx="6425" cy="4950"/>
            </a:xfrm>
            <a:custGeom>
              <a:avLst/>
              <a:gdLst/>
              <a:ahLst/>
              <a:cxnLst/>
              <a:rect l="l" t="t" r="r" b="b"/>
              <a:pathLst>
                <a:path w="257" h="198" extrusionOk="0">
                  <a:moveTo>
                    <a:pt x="173" y="0"/>
                  </a:moveTo>
                  <a:cubicBezTo>
                    <a:pt x="151" y="0"/>
                    <a:pt x="127" y="6"/>
                    <a:pt x="104" y="18"/>
                  </a:cubicBezTo>
                  <a:cubicBezTo>
                    <a:pt x="50" y="34"/>
                    <a:pt x="1" y="104"/>
                    <a:pt x="17" y="154"/>
                  </a:cubicBezTo>
                  <a:cubicBezTo>
                    <a:pt x="29" y="181"/>
                    <a:pt x="71" y="197"/>
                    <a:pt x="111" y="197"/>
                  </a:cubicBezTo>
                  <a:cubicBezTo>
                    <a:pt x="126" y="197"/>
                    <a:pt x="140" y="195"/>
                    <a:pt x="153" y="191"/>
                  </a:cubicBezTo>
                  <a:cubicBezTo>
                    <a:pt x="223" y="154"/>
                    <a:pt x="256" y="88"/>
                    <a:pt x="256" y="51"/>
                  </a:cubicBezTo>
                  <a:cubicBezTo>
                    <a:pt x="246" y="19"/>
                    <a:pt x="21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9" name="Google Shape;18909;p47"/>
            <p:cNvSpPr/>
            <p:nvPr/>
          </p:nvSpPr>
          <p:spPr>
            <a:xfrm>
              <a:off x="4584400" y="2387150"/>
              <a:ext cx="6000" cy="4350"/>
            </a:xfrm>
            <a:custGeom>
              <a:avLst/>
              <a:gdLst/>
              <a:ahLst/>
              <a:cxnLst/>
              <a:rect l="l" t="t" r="r" b="b"/>
              <a:pathLst>
                <a:path w="240" h="174" extrusionOk="0">
                  <a:moveTo>
                    <a:pt x="136" y="0"/>
                  </a:moveTo>
                  <a:cubicBezTo>
                    <a:pt x="120" y="0"/>
                    <a:pt x="103" y="0"/>
                    <a:pt x="87" y="17"/>
                  </a:cubicBezTo>
                  <a:cubicBezTo>
                    <a:pt x="33" y="33"/>
                    <a:pt x="0" y="71"/>
                    <a:pt x="0" y="104"/>
                  </a:cubicBezTo>
                  <a:cubicBezTo>
                    <a:pt x="33" y="120"/>
                    <a:pt x="87" y="136"/>
                    <a:pt x="136" y="157"/>
                  </a:cubicBezTo>
                  <a:cubicBezTo>
                    <a:pt x="157" y="157"/>
                    <a:pt x="157" y="157"/>
                    <a:pt x="173" y="174"/>
                  </a:cubicBezTo>
                  <a:cubicBezTo>
                    <a:pt x="173" y="157"/>
                    <a:pt x="173" y="157"/>
                    <a:pt x="190" y="157"/>
                  </a:cubicBezTo>
                  <a:cubicBezTo>
                    <a:pt x="223" y="120"/>
                    <a:pt x="239" y="87"/>
                    <a:pt x="223" y="54"/>
                  </a:cubicBezTo>
                  <a:cubicBezTo>
                    <a:pt x="206" y="17"/>
                    <a:pt x="17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0" name="Google Shape;18910;p47"/>
            <p:cNvSpPr/>
            <p:nvPr/>
          </p:nvSpPr>
          <p:spPr>
            <a:xfrm>
              <a:off x="4582650" y="2377350"/>
              <a:ext cx="6100" cy="4925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60" y="1"/>
                  </a:moveTo>
                  <a:cubicBezTo>
                    <a:pt x="139" y="1"/>
                    <a:pt x="113" y="5"/>
                    <a:pt x="87" y="13"/>
                  </a:cubicBezTo>
                  <a:cubicBezTo>
                    <a:pt x="54" y="34"/>
                    <a:pt x="21" y="67"/>
                    <a:pt x="0" y="100"/>
                  </a:cubicBezTo>
                  <a:lnTo>
                    <a:pt x="0" y="153"/>
                  </a:lnTo>
                  <a:cubicBezTo>
                    <a:pt x="13" y="185"/>
                    <a:pt x="44" y="196"/>
                    <a:pt x="79" y="196"/>
                  </a:cubicBezTo>
                  <a:cubicBezTo>
                    <a:pt x="99" y="196"/>
                    <a:pt x="121" y="192"/>
                    <a:pt x="140" y="186"/>
                  </a:cubicBezTo>
                  <a:cubicBezTo>
                    <a:pt x="206" y="153"/>
                    <a:pt x="243" y="100"/>
                    <a:pt x="243" y="50"/>
                  </a:cubicBezTo>
                  <a:lnTo>
                    <a:pt x="206" y="13"/>
                  </a:lnTo>
                  <a:cubicBezTo>
                    <a:pt x="198" y="5"/>
                    <a:pt x="182" y="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1" name="Google Shape;18911;p47"/>
            <p:cNvSpPr/>
            <p:nvPr/>
          </p:nvSpPr>
          <p:spPr>
            <a:xfrm>
              <a:off x="4873825" y="23283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3" y="0"/>
                  </a:moveTo>
                  <a:cubicBezTo>
                    <a:pt x="140" y="0"/>
                    <a:pt x="103" y="0"/>
                    <a:pt x="70" y="17"/>
                  </a:cubicBezTo>
                  <a:cubicBezTo>
                    <a:pt x="54" y="37"/>
                    <a:pt x="21" y="70"/>
                    <a:pt x="21" y="87"/>
                  </a:cubicBezTo>
                  <a:cubicBezTo>
                    <a:pt x="0" y="120"/>
                    <a:pt x="21" y="157"/>
                    <a:pt x="37" y="173"/>
                  </a:cubicBezTo>
                  <a:cubicBezTo>
                    <a:pt x="54" y="190"/>
                    <a:pt x="70" y="190"/>
                    <a:pt x="87" y="190"/>
                  </a:cubicBezTo>
                  <a:cubicBezTo>
                    <a:pt x="124" y="190"/>
                    <a:pt x="140" y="190"/>
                    <a:pt x="157" y="173"/>
                  </a:cubicBezTo>
                  <a:cubicBezTo>
                    <a:pt x="190" y="157"/>
                    <a:pt x="227" y="120"/>
                    <a:pt x="244" y="87"/>
                  </a:cubicBezTo>
                  <a:cubicBezTo>
                    <a:pt x="260" y="37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2" name="Google Shape;18912;p47"/>
            <p:cNvSpPr/>
            <p:nvPr/>
          </p:nvSpPr>
          <p:spPr>
            <a:xfrm>
              <a:off x="4874325" y="2315825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75" y="1"/>
                  </a:moveTo>
                  <a:cubicBezTo>
                    <a:pt x="153" y="1"/>
                    <a:pt x="128" y="7"/>
                    <a:pt x="104" y="21"/>
                  </a:cubicBezTo>
                  <a:cubicBezTo>
                    <a:pt x="50" y="37"/>
                    <a:pt x="1" y="103"/>
                    <a:pt x="17" y="157"/>
                  </a:cubicBezTo>
                  <a:cubicBezTo>
                    <a:pt x="29" y="181"/>
                    <a:pt x="59" y="197"/>
                    <a:pt x="102" y="197"/>
                  </a:cubicBezTo>
                  <a:cubicBezTo>
                    <a:pt x="117" y="197"/>
                    <a:pt x="135" y="194"/>
                    <a:pt x="153" y="190"/>
                  </a:cubicBezTo>
                  <a:cubicBezTo>
                    <a:pt x="224" y="157"/>
                    <a:pt x="257" y="103"/>
                    <a:pt x="257" y="54"/>
                  </a:cubicBezTo>
                  <a:cubicBezTo>
                    <a:pt x="246" y="20"/>
                    <a:pt x="214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3" name="Google Shape;18913;p47"/>
            <p:cNvSpPr/>
            <p:nvPr/>
          </p:nvSpPr>
          <p:spPr>
            <a:xfrm>
              <a:off x="4869175" y="2349825"/>
              <a:ext cx="6425" cy="5200"/>
            </a:xfrm>
            <a:custGeom>
              <a:avLst/>
              <a:gdLst/>
              <a:ahLst/>
              <a:cxnLst/>
              <a:rect l="l" t="t" r="r" b="b"/>
              <a:pathLst>
                <a:path w="257" h="208" extrusionOk="0">
                  <a:moveTo>
                    <a:pt x="170" y="1"/>
                  </a:moveTo>
                  <a:cubicBezTo>
                    <a:pt x="137" y="1"/>
                    <a:pt x="104" y="17"/>
                    <a:pt x="67" y="34"/>
                  </a:cubicBezTo>
                  <a:cubicBezTo>
                    <a:pt x="50" y="50"/>
                    <a:pt x="34" y="83"/>
                    <a:pt x="17" y="104"/>
                  </a:cubicBezTo>
                  <a:cubicBezTo>
                    <a:pt x="1" y="153"/>
                    <a:pt x="34" y="207"/>
                    <a:pt x="83" y="207"/>
                  </a:cubicBezTo>
                  <a:cubicBezTo>
                    <a:pt x="120" y="207"/>
                    <a:pt x="137" y="186"/>
                    <a:pt x="153" y="186"/>
                  </a:cubicBezTo>
                  <a:cubicBezTo>
                    <a:pt x="186" y="170"/>
                    <a:pt x="223" y="137"/>
                    <a:pt x="240" y="104"/>
                  </a:cubicBezTo>
                  <a:cubicBezTo>
                    <a:pt x="256" y="50"/>
                    <a:pt x="223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4" name="Google Shape;18914;p47"/>
            <p:cNvSpPr/>
            <p:nvPr/>
          </p:nvSpPr>
          <p:spPr>
            <a:xfrm>
              <a:off x="4880725" y="2281075"/>
              <a:ext cx="6925" cy="4950"/>
            </a:xfrm>
            <a:custGeom>
              <a:avLst/>
              <a:gdLst/>
              <a:ahLst/>
              <a:cxnLst/>
              <a:rect l="l" t="t" r="r" b="b"/>
              <a:pathLst>
                <a:path w="277" h="198" extrusionOk="0">
                  <a:moveTo>
                    <a:pt x="137" y="1"/>
                  </a:moveTo>
                  <a:cubicBezTo>
                    <a:pt x="120" y="1"/>
                    <a:pt x="87" y="17"/>
                    <a:pt x="54" y="50"/>
                  </a:cubicBezTo>
                  <a:cubicBezTo>
                    <a:pt x="17" y="104"/>
                    <a:pt x="1" y="154"/>
                    <a:pt x="54" y="191"/>
                  </a:cubicBezTo>
                  <a:cubicBezTo>
                    <a:pt x="65" y="191"/>
                    <a:pt x="83" y="198"/>
                    <a:pt x="104" y="198"/>
                  </a:cubicBezTo>
                  <a:cubicBezTo>
                    <a:pt x="115" y="198"/>
                    <a:pt x="126" y="196"/>
                    <a:pt x="137" y="191"/>
                  </a:cubicBezTo>
                  <a:lnTo>
                    <a:pt x="174" y="191"/>
                  </a:lnTo>
                  <a:cubicBezTo>
                    <a:pt x="190" y="174"/>
                    <a:pt x="207" y="154"/>
                    <a:pt x="223" y="137"/>
                  </a:cubicBezTo>
                  <a:cubicBezTo>
                    <a:pt x="277" y="104"/>
                    <a:pt x="277" y="34"/>
                    <a:pt x="223" y="17"/>
                  </a:cubicBezTo>
                  <a:cubicBezTo>
                    <a:pt x="207" y="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5" name="Google Shape;18915;p47"/>
            <p:cNvSpPr/>
            <p:nvPr/>
          </p:nvSpPr>
          <p:spPr>
            <a:xfrm>
              <a:off x="4878975" y="2293150"/>
              <a:ext cx="6525" cy="4650"/>
            </a:xfrm>
            <a:custGeom>
              <a:avLst/>
              <a:gdLst/>
              <a:ahLst/>
              <a:cxnLst/>
              <a:rect l="l" t="t" r="r" b="b"/>
              <a:pathLst>
                <a:path w="261" h="186" extrusionOk="0">
                  <a:moveTo>
                    <a:pt x="157" y="0"/>
                  </a:moveTo>
                  <a:cubicBezTo>
                    <a:pt x="141" y="0"/>
                    <a:pt x="104" y="0"/>
                    <a:pt x="71" y="33"/>
                  </a:cubicBezTo>
                  <a:cubicBezTo>
                    <a:pt x="54" y="50"/>
                    <a:pt x="21" y="66"/>
                    <a:pt x="21" y="103"/>
                  </a:cubicBezTo>
                  <a:cubicBezTo>
                    <a:pt x="0" y="153"/>
                    <a:pt x="38" y="186"/>
                    <a:pt x="87" y="186"/>
                  </a:cubicBezTo>
                  <a:lnTo>
                    <a:pt x="157" y="186"/>
                  </a:lnTo>
                  <a:cubicBezTo>
                    <a:pt x="157" y="169"/>
                    <a:pt x="174" y="169"/>
                    <a:pt x="174" y="169"/>
                  </a:cubicBezTo>
                  <a:cubicBezTo>
                    <a:pt x="207" y="136"/>
                    <a:pt x="227" y="120"/>
                    <a:pt x="244" y="103"/>
                  </a:cubicBezTo>
                  <a:cubicBezTo>
                    <a:pt x="260" y="33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6" name="Google Shape;18916;p47"/>
            <p:cNvSpPr/>
            <p:nvPr/>
          </p:nvSpPr>
          <p:spPr>
            <a:xfrm>
              <a:off x="4884125" y="2304275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1"/>
                  </a:moveTo>
                  <a:cubicBezTo>
                    <a:pt x="141" y="17"/>
                    <a:pt x="104" y="17"/>
                    <a:pt x="87" y="34"/>
                  </a:cubicBezTo>
                  <a:cubicBezTo>
                    <a:pt x="54" y="50"/>
                    <a:pt x="38" y="87"/>
                    <a:pt x="21" y="104"/>
                  </a:cubicBezTo>
                  <a:cubicBezTo>
                    <a:pt x="1" y="153"/>
                    <a:pt x="38" y="207"/>
                    <a:pt x="104" y="207"/>
                  </a:cubicBezTo>
                  <a:cubicBezTo>
                    <a:pt x="124" y="207"/>
                    <a:pt x="141" y="207"/>
                    <a:pt x="157" y="190"/>
                  </a:cubicBezTo>
                  <a:cubicBezTo>
                    <a:pt x="174" y="190"/>
                    <a:pt x="174" y="190"/>
                    <a:pt x="190" y="174"/>
                  </a:cubicBezTo>
                  <a:cubicBezTo>
                    <a:pt x="227" y="153"/>
                    <a:pt x="244" y="137"/>
                    <a:pt x="244" y="104"/>
                  </a:cubicBezTo>
                  <a:cubicBezTo>
                    <a:pt x="277" y="50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7" name="Google Shape;18917;p47"/>
            <p:cNvSpPr/>
            <p:nvPr/>
          </p:nvSpPr>
          <p:spPr>
            <a:xfrm>
              <a:off x="4868675" y="2305100"/>
              <a:ext cx="6500" cy="5200"/>
            </a:xfrm>
            <a:custGeom>
              <a:avLst/>
              <a:gdLst/>
              <a:ahLst/>
              <a:cxnLst/>
              <a:rect l="l" t="t" r="r" b="b"/>
              <a:pathLst>
                <a:path w="260" h="208" extrusionOk="0">
                  <a:moveTo>
                    <a:pt x="174" y="0"/>
                  </a:moveTo>
                  <a:cubicBezTo>
                    <a:pt x="152" y="0"/>
                    <a:pt x="128" y="6"/>
                    <a:pt x="103" y="17"/>
                  </a:cubicBezTo>
                  <a:cubicBezTo>
                    <a:pt x="37" y="54"/>
                    <a:pt x="0" y="104"/>
                    <a:pt x="21" y="157"/>
                  </a:cubicBezTo>
                  <a:cubicBezTo>
                    <a:pt x="31" y="189"/>
                    <a:pt x="56" y="207"/>
                    <a:pt x="91" y="207"/>
                  </a:cubicBezTo>
                  <a:cubicBezTo>
                    <a:pt x="110" y="207"/>
                    <a:pt x="132" y="202"/>
                    <a:pt x="157" y="190"/>
                  </a:cubicBezTo>
                  <a:cubicBezTo>
                    <a:pt x="227" y="157"/>
                    <a:pt x="260" y="104"/>
                    <a:pt x="243" y="54"/>
                  </a:cubicBezTo>
                  <a:cubicBezTo>
                    <a:pt x="243" y="19"/>
                    <a:pt x="21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8" name="Google Shape;18918;p47"/>
            <p:cNvSpPr/>
            <p:nvPr/>
          </p:nvSpPr>
          <p:spPr>
            <a:xfrm>
              <a:off x="4851975" y="2350250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03" y="0"/>
                  </a:moveTo>
                  <a:cubicBezTo>
                    <a:pt x="33" y="33"/>
                    <a:pt x="0" y="104"/>
                    <a:pt x="17" y="136"/>
                  </a:cubicBezTo>
                  <a:cubicBezTo>
                    <a:pt x="27" y="170"/>
                    <a:pt x="52" y="189"/>
                    <a:pt x="86" y="189"/>
                  </a:cubicBezTo>
                  <a:cubicBezTo>
                    <a:pt x="106" y="189"/>
                    <a:pt x="129" y="183"/>
                    <a:pt x="153" y="169"/>
                  </a:cubicBezTo>
                  <a:cubicBezTo>
                    <a:pt x="173" y="169"/>
                    <a:pt x="190" y="153"/>
                    <a:pt x="206" y="153"/>
                  </a:cubicBezTo>
                  <a:cubicBezTo>
                    <a:pt x="239" y="120"/>
                    <a:pt x="256" y="66"/>
                    <a:pt x="239" y="33"/>
                  </a:cubicBezTo>
                  <a:cubicBezTo>
                    <a:pt x="239" y="17"/>
                    <a:pt x="206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9" name="Google Shape;18919;p47"/>
            <p:cNvSpPr/>
            <p:nvPr/>
          </p:nvSpPr>
          <p:spPr>
            <a:xfrm>
              <a:off x="4888450" y="2315825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37" y="0"/>
                  </a:moveTo>
                  <a:cubicBezTo>
                    <a:pt x="104" y="21"/>
                    <a:pt x="87" y="37"/>
                    <a:pt x="54" y="54"/>
                  </a:cubicBezTo>
                  <a:cubicBezTo>
                    <a:pt x="1" y="103"/>
                    <a:pt x="1" y="157"/>
                    <a:pt x="54" y="190"/>
                  </a:cubicBezTo>
                  <a:cubicBezTo>
                    <a:pt x="71" y="207"/>
                    <a:pt x="104" y="207"/>
                    <a:pt x="137" y="207"/>
                  </a:cubicBezTo>
                  <a:cubicBezTo>
                    <a:pt x="137" y="190"/>
                    <a:pt x="157" y="190"/>
                    <a:pt x="157" y="190"/>
                  </a:cubicBezTo>
                  <a:cubicBezTo>
                    <a:pt x="190" y="174"/>
                    <a:pt x="207" y="174"/>
                    <a:pt x="223" y="157"/>
                  </a:cubicBezTo>
                  <a:cubicBezTo>
                    <a:pt x="260" y="103"/>
                    <a:pt x="277" y="54"/>
                    <a:pt x="223" y="21"/>
                  </a:cubicBezTo>
                  <a:cubicBezTo>
                    <a:pt x="207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0" name="Google Shape;18920;p47"/>
            <p:cNvSpPr/>
            <p:nvPr/>
          </p:nvSpPr>
          <p:spPr>
            <a:xfrm>
              <a:off x="4850625" y="2340300"/>
              <a:ext cx="6525" cy="4825"/>
            </a:xfrm>
            <a:custGeom>
              <a:avLst/>
              <a:gdLst/>
              <a:ahLst/>
              <a:cxnLst/>
              <a:rect l="l" t="t" r="r" b="b"/>
              <a:pathLst>
                <a:path w="261" h="193" extrusionOk="0">
                  <a:moveTo>
                    <a:pt x="156" y="0"/>
                  </a:moveTo>
                  <a:cubicBezTo>
                    <a:pt x="137" y="0"/>
                    <a:pt x="119" y="5"/>
                    <a:pt x="104" y="19"/>
                  </a:cubicBezTo>
                  <a:cubicBezTo>
                    <a:pt x="54" y="36"/>
                    <a:pt x="21" y="73"/>
                    <a:pt x="21" y="106"/>
                  </a:cubicBezTo>
                  <a:cubicBezTo>
                    <a:pt x="1" y="122"/>
                    <a:pt x="1" y="139"/>
                    <a:pt x="1" y="139"/>
                  </a:cubicBezTo>
                  <a:cubicBezTo>
                    <a:pt x="14" y="174"/>
                    <a:pt x="47" y="193"/>
                    <a:pt x="87" y="193"/>
                  </a:cubicBezTo>
                  <a:cubicBezTo>
                    <a:pt x="109" y="193"/>
                    <a:pt x="133" y="187"/>
                    <a:pt x="157" y="176"/>
                  </a:cubicBezTo>
                  <a:cubicBezTo>
                    <a:pt x="207" y="155"/>
                    <a:pt x="260" y="89"/>
                    <a:pt x="244" y="52"/>
                  </a:cubicBezTo>
                  <a:cubicBezTo>
                    <a:pt x="244" y="36"/>
                    <a:pt x="227" y="19"/>
                    <a:pt x="227" y="19"/>
                  </a:cubicBezTo>
                  <a:cubicBezTo>
                    <a:pt x="206" y="10"/>
                    <a:pt x="180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1" name="Google Shape;18921;p47"/>
            <p:cNvSpPr/>
            <p:nvPr/>
          </p:nvSpPr>
          <p:spPr>
            <a:xfrm>
              <a:off x="4855775" y="2302950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0"/>
                  </a:moveTo>
                  <a:cubicBezTo>
                    <a:pt x="141" y="0"/>
                    <a:pt x="104" y="21"/>
                    <a:pt x="87" y="37"/>
                  </a:cubicBezTo>
                  <a:cubicBezTo>
                    <a:pt x="54" y="54"/>
                    <a:pt x="38" y="70"/>
                    <a:pt x="21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4" y="206"/>
                    <a:pt x="141" y="190"/>
                    <a:pt x="157" y="190"/>
                  </a:cubicBezTo>
                  <a:cubicBezTo>
                    <a:pt x="174" y="190"/>
                    <a:pt x="190" y="173"/>
                    <a:pt x="190" y="173"/>
                  </a:cubicBezTo>
                  <a:cubicBezTo>
                    <a:pt x="228" y="157"/>
                    <a:pt x="244" y="124"/>
                    <a:pt x="261" y="103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2" name="Google Shape;18922;p47"/>
            <p:cNvSpPr/>
            <p:nvPr/>
          </p:nvSpPr>
          <p:spPr>
            <a:xfrm>
              <a:off x="4858350" y="231742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49" y="0"/>
                  </a:moveTo>
                  <a:cubicBezTo>
                    <a:pt x="134" y="0"/>
                    <a:pt x="118" y="2"/>
                    <a:pt x="104" y="6"/>
                  </a:cubicBezTo>
                  <a:cubicBezTo>
                    <a:pt x="38" y="39"/>
                    <a:pt x="1" y="93"/>
                    <a:pt x="1" y="143"/>
                  </a:cubicBezTo>
                  <a:cubicBezTo>
                    <a:pt x="14" y="177"/>
                    <a:pt x="47" y="197"/>
                    <a:pt x="87" y="197"/>
                  </a:cubicBezTo>
                  <a:cubicBezTo>
                    <a:pt x="109" y="197"/>
                    <a:pt x="133" y="191"/>
                    <a:pt x="158" y="180"/>
                  </a:cubicBezTo>
                  <a:cubicBezTo>
                    <a:pt x="207" y="163"/>
                    <a:pt x="261" y="93"/>
                    <a:pt x="244" y="39"/>
                  </a:cubicBezTo>
                  <a:cubicBezTo>
                    <a:pt x="232" y="15"/>
                    <a:pt x="191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3" name="Google Shape;18923;p47"/>
            <p:cNvSpPr/>
            <p:nvPr/>
          </p:nvSpPr>
          <p:spPr>
            <a:xfrm>
              <a:off x="4860525" y="2269950"/>
              <a:ext cx="6525" cy="4675"/>
            </a:xfrm>
            <a:custGeom>
              <a:avLst/>
              <a:gdLst/>
              <a:ahLst/>
              <a:cxnLst/>
              <a:rect l="l" t="t" r="r" b="b"/>
              <a:pathLst>
                <a:path w="261" h="187" extrusionOk="0">
                  <a:moveTo>
                    <a:pt x="141" y="1"/>
                  </a:moveTo>
                  <a:cubicBezTo>
                    <a:pt x="104" y="1"/>
                    <a:pt x="87" y="17"/>
                    <a:pt x="54" y="34"/>
                  </a:cubicBezTo>
                  <a:cubicBezTo>
                    <a:pt x="17" y="83"/>
                    <a:pt x="0" y="137"/>
                    <a:pt x="54" y="170"/>
                  </a:cubicBezTo>
                  <a:cubicBezTo>
                    <a:pt x="71" y="186"/>
                    <a:pt x="104" y="186"/>
                    <a:pt x="141" y="186"/>
                  </a:cubicBezTo>
                  <a:cubicBezTo>
                    <a:pt x="141" y="170"/>
                    <a:pt x="157" y="170"/>
                    <a:pt x="174" y="170"/>
                  </a:cubicBezTo>
                  <a:cubicBezTo>
                    <a:pt x="190" y="153"/>
                    <a:pt x="207" y="153"/>
                    <a:pt x="223" y="137"/>
                  </a:cubicBezTo>
                  <a:cubicBezTo>
                    <a:pt x="244" y="120"/>
                    <a:pt x="260" y="83"/>
                    <a:pt x="260" y="67"/>
                  </a:cubicBezTo>
                  <a:cubicBezTo>
                    <a:pt x="260" y="34"/>
                    <a:pt x="244" y="17"/>
                    <a:pt x="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4" name="Google Shape;18924;p47"/>
            <p:cNvSpPr/>
            <p:nvPr/>
          </p:nvSpPr>
          <p:spPr>
            <a:xfrm>
              <a:off x="4864850" y="2291400"/>
              <a:ext cx="6425" cy="4750"/>
            </a:xfrm>
            <a:custGeom>
              <a:avLst/>
              <a:gdLst/>
              <a:ahLst/>
              <a:cxnLst/>
              <a:rect l="l" t="t" r="r" b="b"/>
              <a:pathLst>
                <a:path w="257" h="190" extrusionOk="0">
                  <a:moveTo>
                    <a:pt x="174" y="0"/>
                  </a:moveTo>
                  <a:cubicBezTo>
                    <a:pt x="104" y="0"/>
                    <a:pt x="34" y="33"/>
                    <a:pt x="17" y="87"/>
                  </a:cubicBezTo>
                  <a:cubicBezTo>
                    <a:pt x="1" y="153"/>
                    <a:pt x="34" y="190"/>
                    <a:pt x="104" y="190"/>
                  </a:cubicBezTo>
                  <a:cubicBezTo>
                    <a:pt x="120" y="190"/>
                    <a:pt x="137" y="190"/>
                    <a:pt x="153" y="173"/>
                  </a:cubicBezTo>
                  <a:cubicBezTo>
                    <a:pt x="174" y="173"/>
                    <a:pt x="174" y="173"/>
                    <a:pt x="190" y="153"/>
                  </a:cubicBezTo>
                  <a:cubicBezTo>
                    <a:pt x="223" y="136"/>
                    <a:pt x="240" y="120"/>
                    <a:pt x="240" y="87"/>
                  </a:cubicBezTo>
                  <a:cubicBezTo>
                    <a:pt x="256" y="70"/>
                    <a:pt x="256" y="33"/>
                    <a:pt x="240" y="17"/>
                  </a:cubicBezTo>
                  <a:cubicBezTo>
                    <a:pt x="223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5" name="Google Shape;18925;p47"/>
            <p:cNvSpPr/>
            <p:nvPr/>
          </p:nvSpPr>
          <p:spPr>
            <a:xfrm>
              <a:off x="4793950" y="2305100"/>
              <a:ext cx="6100" cy="4775"/>
            </a:xfrm>
            <a:custGeom>
              <a:avLst/>
              <a:gdLst/>
              <a:ahLst/>
              <a:cxnLst/>
              <a:rect l="l" t="t" r="r" b="b"/>
              <a:pathLst>
                <a:path w="244" h="191" extrusionOk="0">
                  <a:moveTo>
                    <a:pt x="157" y="1"/>
                  </a:moveTo>
                  <a:cubicBezTo>
                    <a:pt x="140" y="1"/>
                    <a:pt x="103" y="1"/>
                    <a:pt x="70" y="17"/>
                  </a:cubicBezTo>
                  <a:cubicBezTo>
                    <a:pt x="54" y="38"/>
                    <a:pt x="21" y="71"/>
                    <a:pt x="21" y="87"/>
                  </a:cubicBezTo>
                  <a:cubicBezTo>
                    <a:pt x="0" y="157"/>
                    <a:pt x="37" y="190"/>
                    <a:pt x="87" y="190"/>
                  </a:cubicBezTo>
                  <a:cubicBezTo>
                    <a:pt x="103" y="190"/>
                    <a:pt x="140" y="190"/>
                    <a:pt x="157" y="174"/>
                  </a:cubicBezTo>
                  <a:cubicBezTo>
                    <a:pt x="157" y="174"/>
                    <a:pt x="173" y="174"/>
                    <a:pt x="173" y="157"/>
                  </a:cubicBezTo>
                  <a:cubicBezTo>
                    <a:pt x="206" y="141"/>
                    <a:pt x="227" y="120"/>
                    <a:pt x="243" y="87"/>
                  </a:cubicBezTo>
                  <a:cubicBezTo>
                    <a:pt x="243" y="71"/>
                    <a:pt x="243" y="38"/>
                    <a:pt x="227" y="17"/>
                  </a:cubicBezTo>
                  <a:cubicBezTo>
                    <a:pt x="227" y="1"/>
                    <a:pt x="190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6" name="Google Shape;18926;p47"/>
            <p:cNvSpPr/>
            <p:nvPr/>
          </p:nvSpPr>
          <p:spPr>
            <a:xfrm>
              <a:off x="4778075" y="2305100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40" y="1"/>
                  </a:moveTo>
                  <a:cubicBezTo>
                    <a:pt x="103" y="17"/>
                    <a:pt x="70" y="38"/>
                    <a:pt x="54" y="54"/>
                  </a:cubicBezTo>
                  <a:cubicBezTo>
                    <a:pt x="0" y="104"/>
                    <a:pt x="0" y="157"/>
                    <a:pt x="54" y="190"/>
                  </a:cubicBezTo>
                  <a:cubicBezTo>
                    <a:pt x="65" y="190"/>
                    <a:pt x="83" y="198"/>
                    <a:pt x="99" y="198"/>
                  </a:cubicBezTo>
                  <a:cubicBezTo>
                    <a:pt x="107" y="198"/>
                    <a:pt x="114" y="196"/>
                    <a:pt x="120" y="190"/>
                  </a:cubicBezTo>
                  <a:lnTo>
                    <a:pt x="157" y="190"/>
                  </a:lnTo>
                  <a:cubicBezTo>
                    <a:pt x="173" y="174"/>
                    <a:pt x="190" y="157"/>
                    <a:pt x="206" y="157"/>
                  </a:cubicBezTo>
                  <a:cubicBezTo>
                    <a:pt x="243" y="120"/>
                    <a:pt x="260" y="104"/>
                    <a:pt x="260" y="71"/>
                  </a:cubicBezTo>
                  <a:cubicBezTo>
                    <a:pt x="260" y="54"/>
                    <a:pt x="243" y="17"/>
                    <a:pt x="223" y="17"/>
                  </a:cubicBezTo>
                  <a:cubicBezTo>
                    <a:pt x="206" y="1"/>
                    <a:pt x="173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7" name="Google Shape;18927;p47"/>
            <p:cNvSpPr/>
            <p:nvPr/>
          </p:nvSpPr>
          <p:spPr>
            <a:xfrm>
              <a:off x="4894025" y="2293075"/>
              <a:ext cx="6525" cy="4800"/>
            </a:xfrm>
            <a:custGeom>
              <a:avLst/>
              <a:gdLst/>
              <a:ahLst/>
              <a:cxnLst/>
              <a:rect l="l" t="t" r="r" b="b"/>
              <a:pathLst>
                <a:path w="261" h="192" extrusionOk="0">
                  <a:moveTo>
                    <a:pt x="162" y="1"/>
                  </a:moveTo>
                  <a:cubicBezTo>
                    <a:pt x="143" y="1"/>
                    <a:pt x="122" y="7"/>
                    <a:pt x="103" y="20"/>
                  </a:cubicBezTo>
                  <a:cubicBezTo>
                    <a:pt x="37" y="36"/>
                    <a:pt x="0" y="106"/>
                    <a:pt x="0" y="139"/>
                  </a:cubicBezTo>
                  <a:cubicBezTo>
                    <a:pt x="11" y="171"/>
                    <a:pt x="44" y="191"/>
                    <a:pt x="85" y="191"/>
                  </a:cubicBezTo>
                  <a:cubicBezTo>
                    <a:pt x="108" y="191"/>
                    <a:pt x="132" y="185"/>
                    <a:pt x="157" y="172"/>
                  </a:cubicBezTo>
                  <a:cubicBezTo>
                    <a:pt x="207" y="156"/>
                    <a:pt x="260" y="86"/>
                    <a:pt x="244" y="53"/>
                  </a:cubicBezTo>
                  <a:cubicBezTo>
                    <a:pt x="230" y="21"/>
                    <a:pt x="198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8" name="Google Shape;18928;p47"/>
            <p:cNvSpPr/>
            <p:nvPr/>
          </p:nvSpPr>
          <p:spPr>
            <a:xfrm>
              <a:off x="4785375" y="2282025"/>
              <a:ext cx="6950" cy="5075"/>
            </a:xfrm>
            <a:custGeom>
              <a:avLst/>
              <a:gdLst/>
              <a:ahLst/>
              <a:cxnLst/>
              <a:rect l="l" t="t" r="r" b="b"/>
              <a:pathLst>
                <a:path w="278" h="203" extrusionOk="0">
                  <a:moveTo>
                    <a:pt x="191" y="0"/>
                  </a:moveTo>
                  <a:cubicBezTo>
                    <a:pt x="178" y="0"/>
                    <a:pt x="166" y="4"/>
                    <a:pt x="158" y="12"/>
                  </a:cubicBezTo>
                  <a:cubicBezTo>
                    <a:pt x="120" y="12"/>
                    <a:pt x="87" y="33"/>
                    <a:pt x="71" y="50"/>
                  </a:cubicBezTo>
                  <a:cubicBezTo>
                    <a:pt x="17" y="99"/>
                    <a:pt x="1" y="169"/>
                    <a:pt x="54" y="186"/>
                  </a:cubicBezTo>
                  <a:cubicBezTo>
                    <a:pt x="71" y="202"/>
                    <a:pt x="104" y="202"/>
                    <a:pt x="137" y="202"/>
                  </a:cubicBezTo>
                  <a:cubicBezTo>
                    <a:pt x="137" y="202"/>
                    <a:pt x="158" y="186"/>
                    <a:pt x="174" y="186"/>
                  </a:cubicBezTo>
                  <a:cubicBezTo>
                    <a:pt x="191" y="186"/>
                    <a:pt x="207" y="169"/>
                    <a:pt x="223" y="153"/>
                  </a:cubicBezTo>
                  <a:cubicBezTo>
                    <a:pt x="277" y="99"/>
                    <a:pt x="277" y="50"/>
                    <a:pt x="223" y="12"/>
                  </a:cubicBezTo>
                  <a:cubicBezTo>
                    <a:pt x="215" y="4"/>
                    <a:pt x="203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9" name="Google Shape;18929;p47"/>
            <p:cNvSpPr/>
            <p:nvPr/>
          </p:nvSpPr>
          <p:spPr>
            <a:xfrm>
              <a:off x="4782800" y="23154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37" y="1"/>
                    <a:pt x="120" y="17"/>
                    <a:pt x="87" y="38"/>
                  </a:cubicBezTo>
                  <a:cubicBezTo>
                    <a:pt x="54" y="54"/>
                    <a:pt x="34" y="71"/>
                    <a:pt x="17" y="104"/>
                  </a:cubicBezTo>
                  <a:cubicBezTo>
                    <a:pt x="1" y="158"/>
                    <a:pt x="34" y="191"/>
                    <a:pt x="104" y="191"/>
                  </a:cubicBezTo>
                  <a:lnTo>
                    <a:pt x="157" y="191"/>
                  </a:lnTo>
                  <a:cubicBezTo>
                    <a:pt x="174" y="174"/>
                    <a:pt x="190" y="174"/>
                    <a:pt x="190" y="174"/>
                  </a:cubicBezTo>
                  <a:cubicBezTo>
                    <a:pt x="223" y="158"/>
                    <a:pt x="240" y="120"/>
                    <a:pt x="261" y="104"/>
                  </a:cubicBezTo>
                  <a:cubicBezTo>
                    <a:pt x="261" y="71"/>
                    <a:pt x="261" y="54"/>
                    <a:pt x="240" y="38"/>
                  </a:cubicBezTo>
                  <a:cubicBezTo>
                    <a:pt x="223" y="17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0" name="Google Shape;18930;p47"/>
            <p:cNvSpPr/>
            <p:nvPr/>
          </p:nvSpPr>
          <p:spPr>
            <a:xfrm>
              <a:off x="4659950" y="2272025"/>
              <a:ext cx="6100" cy="4350"/>
            </a:xfrm>
            <a:custGeom>
              <a:avLst/>
              <a:gdLst/>
              <a:ahLst/>
              <a:cxnLst/>
              <a:rect l="l" t="t" r="r" b="b"/>
              <a:pathLst>
                <a:path w="244" h="174" extrusionOk="0">
                  <a:moveTo>
                    <a:pt x="70" y="0"/>
                  </a:moveTo>
                  <a:cubicBezTo>
                    <a:pt x="37" y="21"/>
                    <a:pt x="21" y="54"/>
                    <a:pt x="0" y="70"/>
                  </a:cubicBezTo>
                  <a:cubicBezTo>
                    <a:pt x="0" y="103"/>
                    <a:pt x="0" y="124"/>
                    <a:pt x="21" y="140"/>
                  </a:cubicBezTo>
                  <a:cubicBezTo>
                    <a:pt x="37" y="157"/>
                    <a:pt x="54" y="173"/>
                    <a:pt x="87" y="173"/>
                  </a:cubicBezTo>
                  <a:cubicBezTo>
                    <a:pt x="103" y="173"/>
                    <a:pt x="124" y="173"/>
                    <a:pt x="140" y="157"/>
                  </a:cubicBezTo>
                  <a:cubicBezTo>
                    <a:pt x="157" y="157"/>
                    <a:pt x="173" y="140"/>
                    <a:pt x="173" y="140"/>
                  </a:cubicBezTo>
                  <a:cubicBezTo>
                    <a:pt x="206" y="124"/>
                    <a:pt x="227" y="103"/>
                    <a:pt x="244" y="70"/>
                  </a:cubicBezTo>
                  <a:cubicBezTo>
                    <a:pt x="244" y="37"/>
                    <a:pt x="244" y="21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1" name="Google Shape;18931;p47"/>
            <p:cNvSpPr/>
            <p:nvPr/>
          </p:nvSpPr>
          <p:spPr>
            <a:xfrm>
              <a:off x="4752700" y="2271200"/>
              <a:ext cx="6525" cy="3000"/>
            </a:xfrm>
            <a:custGeom>
              <a:avLst/>
              <a:gdLst/>
              <a:ahLst/>
              <a:cxnLst/>
              <a:rect l="l" t="t" r="r" b="b"/>
              <a:pathLst>
                <a:path w="261" h="120" extrusionOk="0">
                  <a:moveTo>
                    <a:pt x="38" y="0"/>
                  </a:moveTo>
                  <a:lnTo>
                    <a:pt x="38" y="17"/>
                  </a:lnTo>
                  <a:cubicBezTo>
                    <a:pt x="1" y="70"/>
                    <a:pt x="38" y="120"/>
                    <a:pt x="104" y="120"/>
                  </a:cubicBezTo>
                  <a:cubicBezTo>
                    <a:pt x="125" y="120"/>
                    <a:pt x="141" y="103"/>
                    <a:pt x="174" y="103"/>
                  </a:cubicBezTo>
                  <a:lnTo>
                    <a:pt x="191" y="87"/>
                  </a:lnTo>
                  <a:cubicBezTo>
                    <a:pt x="228" y="70"/>
                    <a:pt x="244" y="33"/>
                    <a:pt x="261" y="17"/>
                  </a:cubicBezTo>
                  <a:lnTo>
                    <a:pt x="2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2" name="Google Shape;18932;p47"/>
            <p:cNvSpPr/>
            <p:nvPr/>
          </p:nvSpPr>
          <p:spPr>
            <a:xfrm>
              <a:off x="4690875" y="2271600"/>
              <a:ext cx="6500" cy="4350"/>
            </a:xfrm>
            <a:custGeom>
              <a:avLst/>
              <a:gdLst/>
              <a:ahLst/>
              <a:cxnLst/>
              <a:rect l="l" t="t" r="r" b="b"/>
              <a:pathLst>
                <a:path w="260" h="174" extrusionOk="0">
                  <a:moveTo>
                    <a:pt x="70" y="1"/>
                  </a:moveTo>
                  <a:cubicBezTo>
                    <a:pt x="54" y="38"/>
                    <a:pt x="21" y="54"/>
                    <a:pt x="21" y="87"/>
                  </a:cubicBezTo>
                  <a:cubicBezTo>
                    <a:pt x="0" y="141"/>
                    <a:pt x="37" y="174"/>
                    <a:pt x="87" y="174"/>
                  </a:cubicBezTo>
                  <a:cubicBezTo>
                    <a:pt x="124" y="174"/>
                    <a:pt x="140" y="174"/>
                    <a:pt x="157" y="157"/>
                  </a:cubicBezTo>
                  <a:lnTo>
                    <a:pt x="190" y="157"/>
                  </a:lnTo>
                  <a:cubicBezTo>
                    <a:pt x="206" y="120"/>
                    <a:pt x="243" y="104"/>
                    <a:pt x="243" y="71"/>
                  </a:cubicBezTo>
                  <a:cubicBezTo>
                    <a:pt x="260" y="54"/>
                    <a:pt x="260" y="17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3" name="Google Shape;18933;p47"/>
            <p:cNvSpPr/>
            <p:nvPr/>
          </p:nvSpPr>
          <p:spPr>
            <a:xfrm>
              <a:off x="4788775" y="22931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17"/>
                    <a:pt x="71" y="33"/>
                  </a:cubicBezTo>
                  <a:cubicBezTo>
                    <a:pt x="55" y="50"/>
                    <a:pt x="22" y="66"/>
                    <a:pt x="22" y="103"/>
                  </a:cubicBezTo>
                  <a:cubicBezTo>
                    <a:pt x="1" y="153"/>
                    <a:pt x="38" y="206"/>
                    <a:pt x="87" y="206"/>
                  </a:cubicBezTo>
                  <a:cubicBezTo>
                    <a:pt x="125" y="206"/>
                    <a:pt x="141" y="186"/>
                    <a:pt x="158" y="186"/>
                  </a:cubicBezTo>
                  <a:cubicBezTo>
                    <a:pt x="174" y="169"/>
                    <a:pt x="174" y="169"/>
                    <a:pt x="191" y="169"/>
                  </a:cubicBezTo>
                  <a:cubicBezTo>
                    <a:pt x="207" y="153"/>
                    <a:pt x="244" y="120"/>
                    <a:pt x="244" y="103"/>
                  </a:cubicBezTo>
                  <a:cubicBezTo>
                    <a:pt x="261" y="50"/>
                    <a:pt x="228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4" name="Google Shape;18934;p47"/>
            <p:cNvSpPr/>
            <p:nvPr/>
          </p:nvSpPr>
          <p:spPr>
            <a:xfrm>
              <a:off x="4876475" y="2269450"/>
              <a:ext cx="6450" cy="4825"/>
            </a:xfrm>
            <a:custGeom>
              <a:avLst/>
              <a:gdLst/>
              <a:ahLst/>
              <a:cxnLst/>
              <a:rect l="l" t="t" r="r" b="b"/>
              <a:pathLst>
                <a:path w="258" h="193" extrusionOk="0">
                  <a:moveTo>
                    <a:pt x="154" y="0"/>
                  </a:moveTo>
                  <a:cubicBezTo>
                    <a:pt x="121" y="0"/>
                    <a:pt x="100" y="21"/>
                    <a:pt x="67" y="37"/>
                  </a:cubicBezTo>
                  <a:cubicBezTo>
                    <a:pt x="51" y="54"/>
                    <a:pt x="34" y="70"/>
                    <a:pt x="18" y="103"/>
                  </a:cubicBezTo>
                  <a:cubicBezTo>
                    <a:pt x="0" y="150"/>
                    <a:pt x="26" y="193"/>
                    <a:pt x="65" y="193"/>
                  </a:cubicBezTo>
                  <a:cubicBezTo>
                    <a:pt x="71" y="193"/>
                    <a:pt x="77" y="192"/>
                    <a:pt x="84" y="190"/>
                  </a:cubicBezTo>
                  <a:lnTo>
                    <a:pt x="154" y="190"/>
                  </a:lnTo>
                  <a:cubicBezTo>
                    <a:pt x="171" y="173"/>
                    <a:pt x="171" y="173"/>
                    <a:pt x="187" y="173"/>
                  </a:cubicBezTo>
                  <a:cubicBezTo>
                    <a:pt x="204" y="157"/>
                    <a:pt x="241" y="124"/>
                    <a:pt x="241" y="103"/>
                  </a:cubicBezTo>
                  <a:cubicBezTo>
                    <a:pt x="257" y="70"/>
                    <a:pt x="257" y="54"/>
                    <a:pt x="241" y="37"/>
                  </a:cubicBezTo>
                  <a:cubicBezTo>
                    <a:pt x="224" y="21"/>
                    <a:pt x="204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5" name="Google Shape;18935;p47"/>
            <p:cNvSpPr/>
            <p:nvPr/>
          </p:nvSpPr>
          <p:spPr>
            <a:xfrm>
              <a:off x="4815900" y="2270375"/>
              <a:ext cx="6000" cy="4250"/>
            </a:xfrm>
            <a:custGeom>
              <a:avLst/>
              <a:gdLst/>
              <a:ahLst/>
              <a:cxnLst/>
              <a:rect l="l" t="t" r="r" b="b"/>
              <a:pathLst>
                <a:path w="240" h="170" extrusionOk="0">
                  <a:moveTo>
                    <a:pt x="70" y="0"/>
                  </a:moveTo>
                  <a:cubicBezTo>
                    <a:pt x="33" y="17"/>
                    <a:pt x="17" y="50"/>
                    <a:pt x="17" y="66"/>
                  </a:cubicBezTo>
                  <a:cubicBezTo>
                    <a:pt x="0" y="103"/>
                    <a:pt x="0" y="120"/>
                    <a:pt x="17" y="136"/>
                  </a:cubicBezTo>
                  <a:cubicBezTo>
                    <a:pt x="33" y="153"/>
                    <a:pt x="50" y="169"/>
                    <a:pt x="87" y="169"/>
                  </a:cubicBezTo>
                  <a:cubicBezTo>
                    <a:pt x="103" y="169"/>
                    <a:pt x="120" y="169"/>
                    <a:pt x="153" y="153"/>
                  </a:cubicBezTo>
                  <a:lnTo>
                    <a:pt x="173" y="136"/>
                  </a:lnTo>
                  <a:cubicBezTo>
                    <a:pt x="206" y="120"/>
                    <a:pt x="223" y="103"/>
                    <a:pt x="239" y="66"/>
                  </a:cubicBezTo>
                  <a:cubicBezTo>
                    <a:pt x="239" y="33"/>
                    <a:pt x="239" y="17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6" name="Google Shape;18936;p47"/>
            <p:cNvSpPr/>
            <p:nvPr/>
          </p:nvSpPr>
          <p:spPr>
            <a:xfrm>
              <a:off x="4632125" y="228325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36" y="1"/>
                  </a:moveTo>
                  <a:cubicBezTo>
                    <a:pt x="103" y="17"/>
                    <a:pt x="83" y="34"/>
                    <a:pt x="50" y="50"/>
                  </a:cubicBezTo>
                  <a:cubicBezTo>
                    <a:pt x="0" y="104"/>
                    <a:pt x="0" y="153"/>
                    <a:pt x="50" y="190"/>
                  </a:cubicBezTo>
                  <a:cubicBezTo>
                    <a:pt x="61" y="190"/>
                    <a:pt x="81" y="198"/>
                    <a:pt x="103" y="198"/>
                  </a:cubicBezTo>
                  <a:cubicBezTo>
                    <a:pt x="114" y="198"/>
                    <a:pt x="125" y="196"/>
                    <a:pt x="136" y="190"/>
                  </a:cubicBezTo>
                  <a:lnTo>
                    <a:pt x="153" y="190"/>
                  </a:lnTo>
                  <a:cubicBezTo>
                    <a:pt x="186" y="170"/>
                    <a:pt x="206" y="153"/>
                    <a:pt x="223" y="137"/>
                  </a:cubicBezTo>
                  <a:cubicBezTo>
                    <a:pt x="239" y="120"/>
                    <a:pt x="256" y="104"/>
                    <a:pt x="256" y="67"/>
                  </a:cubicBezTo>
                  <a:cubicBezTo>
                    <a:pt x="256" y="50"/>
                    <a:pt x="239" y="17"/>
                    <a:pt x="223" y="17"/>
                  </a:cubicBezTo>
                  <a:cubicBezTo>
                    <a:pt x="206" y="1"/>
                    <a:pt x="169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7" name="Google Shape;18937;p47"/>
            <p:cNvSpPr/>
            <p:nvPr/>
          </p:nvSpPr>
          <p:spPr>
            <a:xfrm>
              <a:off x="4894425" y="22815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8" y="0"/>
                  </a:moveTo>
                  <a:cubicBezTo>
                    <a:pt x="141" y="0"/>
                    <a:pt x="104" y="0"/>
                    <a:pt x="71" y="17"/>
                  </a:cubicBezTo>
                  <a:cubicBezTo>
                    <a:pt x="38" y="33"/>
                    <a:pt x="21" y="71"/>
                    <a:pt x="21" y="87"/>
                  </a:cubicBezTo>
                  <a:cubicBezTo>
                    <a:pt x="1" y="157"/>
                    <a:pt x="38" y="190"/>
                    <a:pt x="87" y="190"/>
                  </a:cubicBezTo>
                  <a:cubicBezTo>
                    <a:pt x="104" y="190"/>
                    <a:pt x="141" y="190"/>
                    <a:pt x="158" y="174"/>
                  </a:cubicBezTo>
                  <a:cubicBezTo>
                    <a:pt x="158" y="174"/>
                    <a:pt x="174" y="174"/>
                    <a:pt x="174" y="157"/>
                  </a:cubicBezTo>
                  <a:cubicBezTo>
                    <a:pt x="207" y="137"/>
                    <a:pt x="228" y="120"/>
                    <a:pt x="244" y="87"/>
                  </a:cubicBezTo>
                  <a:cubicBezTo>
                    <a:pt x="261" y="33"/>
                    <a:pt x="228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8" name="Google Shape;18938;p47"/>
            <p:cNvSpPr/>
            <p:nvPr/>
          </p:nvSpPr>
          <p:spPr>
            <a:xfrm>
              <a:off x="4802175" y="2280250"/>
              <a:ext cx="6425" cy="4675"/>
            </a:xfrm>
            <a:custGeom>
              <a:avLst/>
              <a:gdLst/>
              <a:ahLst/>
              <a:cxnLst/>
              <a:rect l="l" t="t" r="r" b="b"/>
              <a:pathLst>
                <a:path w="257" h="187" extrusionOk="0">
                  <a:moveTo>
                    <a:pt x="153" y="1"/>
                  </a:moveTo>
                  <a:cubicBezTo>
                    <a:pt x="137" y="1"/>
                    <a:pt x="104" y="1"/>
                    <a:pt x="67" y="34"/>
                  </a:cubicBezTo>
                  <a:cubicBezTo>
                    <a:pt x="34" y="50"/>
                    <a:pt x="17" y="67"/>
                    <a:pt x="17" y="104"/>
                  </a:cubicBezTo>
                  <a:cubicBezTo>
                    <a:pt x="1" y="137"/>
                    <a:pt x="17" y="187"/>
                    <a:pt x="67" y="187"/>
                  </a:cubicBezTo>
                  <a:lnTo>
                    <a:pt x="153" y="187"/>
                  </a:lnTo>
                  <a:cubicBezTo>
                    <a:pt x="170" y="170"/>
                    <a:pt x="207" y="154"/>
                    <a:pt x="224" y="121"/>
                  </a:cubicBezTo>
                  <a:lnTo>
                    <a:pt x="240" y="104"/>
                  </a:lnTo>
                  <a:cubicBezTo>
                    <a:pt x="257" y="34"/>
                    <a:pt x="22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9" name="Google Shape;18939;p47"/>
            <p:cNvSpPr/>
            <p:nvPr/>
          </p:nvSpPr>
          <p:spPr>
            <a:xfrm>
              <a:off x="4798275" y="2316450"/>
              <a:ext cx="6500" cy="5075"/>
            </a:xfrm>
            <a:custGeom>
              <a:avLst/>
              <a:gdLst/>
              <a:ahLst/>
              <a:cxnLst/>
              <a:rect l="l" t="t" r="r" b="b"/>
              <a:pathLst>
                <a:path w="260" h="203" extrusionOk="0">
                  <a:moveTo>
                    <a:pt x="187" y="0"/>
                  </a:moveTo>
                  <a:cubicBezTo>
                    <a:pt x="172" y="0"/>
                    <a:pt x="155" y="4"/>
                    <a:pt x="136" y="12"/>
                  </a:cubicBezTo>
                  <a:cubicBezTo>
                    <a:pt x="103" y="12"/>
                    <a:pt x="70" y="29"/>
                    <a:pt x="54" y="45"/>
                  </a:cubicBezTo>
                  <a:cubicBezTo>
                    <a:pt x="0" y="99"/>
                    <a:pt x="0" y="165"/>
                    <a:pt x="54" y="182"/>
                  </a:cubicBezTo>
                  <a:cubicBezTo>
                    <a:pt x="70" y="202"/>
                    <a:pt x="103" y="202"/>
                    <a:pt x="120" y="202"/>
                  </a:cubicBezTo>
                  <a:cubicBezTo>
                    <a:pt x="136" y="202"/>
                    <a:pt x="157" y="182"/>
                    <a:pt x="157" y="182"/>
                  </a:cubicBezTo>
                  <a:cubicBezTo>
                    <a:pt x="173" y="182"/>
                    <a:pt x="190" y="165"/>
                    <a:pt x="206" y="149"/>
                  </a:cubicBezTo>
                  <a:cubicBezTo>
                    <a:pt x="260" y="99"/>
                    <a:pt x="260" y="45"/>
                    <a:pt x="223" y="12"/>
                  </a:cubicBezTo>
                  <a:cubicBezTo>
                    <a:pt x="215" y="4"/>
                    <a:pt x="202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0" name="Google Shape;18940;p47"/>
            <p:cNvSpPr/>
            <p:nvPr/>
          </p:nvSpPr>
          <p:spPr>
            <a:xfrm>
              <a:off x="4860925" y="2327875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41" y="1"/>
                  </a:moveTo>
                  <a:cubicBezTo>
                    <a:pt x="104" y="1"/>
                    <a:pt x="71" y="17"/>
                    <a:pt x="55" y="54"/>
                  </a:cubicBezTo>
                  <a:cubicBezTo>
                    <a:pt x="1" y="87"/>
                    <a:pt x="1" y="157"/>
                    <a:pt x="38" y="190"/>
                  </a:cubicBezTo>
                  <a:lnTo>
                    <a:pt x="125" y="190"/>
                  </a:lnTo>
                  <a:cubicBezTo>
                    <a:pt x="141" y="190"/>
                    <a:pt x="141" y="190"/>
                    <a:pt x="158" y="174"/>
                  </a:cubicBezTo>
                  <a:cubicBezTo>
                    <a:pt x="174" y="174"/>
                    <a:pt x="191" y="157"/>
                    <a:pt x="207" y="137"/>
                  </a:cubicBezTo>
                  <a:cubicBezTo>
                    <a:pt x="228" y="120"/>
                    <a:pt x="244" y="87"/>
                    <a:pt x="244" y="71"/>
                  </a:cubicBezTo>
                  <a:cubicBezTo>
                    <a:pt x="244" y="54"/>
                    <a:pt x="244" y="17"/>
                    <a:pt x="207" y="17"/>
                  </a:cubicBezTo>
                  <a:cubicBezTo>
                    <a:pt x="191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1" name="Google Shape;18941;p47"/>
            <p:cNvSpPr/>
            <p:nvPr/>
          </p:nvSpPr>
          <p:spPr>
            <a:xfrm>
              <a:off x="4823200" y="246527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70" y="1"/>
                  </a:moveTo>
                  <a:cubicBezTo>
                    <a:pt x="104" y="1"/>
                    <a:pt x="34" y="54"/>
                    <a:pt x="17" y="104"/>
                  </a:cubicBezTo>
                  <a:cubicBezTo>
                    <a:pt x="1" y="157"/>
                    <a:pt x="34" y="207"/>
                    <a:pt x="104" y="207"/>
                  </a:cubicBezTo>
                  <a:cubicBezTo>
                    <a:pt x="121" y="207"/>
                    <a:pt x="137" y="207"/>
                    <a:pt x="154" y="190"/>
                  </a:cubicBezTo>
                  <a:cubicBezTo>
                    <a:pt x="170" y="190"/>
                    <a:pt x="170" y="190"/>
                    <a:pt x="191" y="174"/>
                  </a:cubicBezTo>
                  <a:cubicBezTo>
                    <a:pt x="207" y="157"/>
                    <a:pt x="240" y="141"/>
                    <a:pt x="240" y="104"/>
                  </a:cubicBezTo>
                  <a:cubicBezTo>
                    <a:pt x="257" y="87"/>
                    <a:pt x="257" y="54"/>
                    <a:pt x="240" y="38"/>
                  </a:cubicBezTo>
                  <a:cubicBezTo>
                    <a:pt x="224" y="21"/>
                    <a:pt x="207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2" name="Google Shape;18942;p47"/>
            <p:cNvSpPr/>
            <p:nvPr/>
          </p:nvSpPr>
          <p:spPr>
            <a:xfrm>
              <a:off x="4823625" y="2454150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74" y="0"/>
                  </a:moveTo>
                  <a:cubicBezTo>
                    <a:pt x="137" y="0"/>
                    <a:pt x="120" y="17"/>
                    <a:pt x="87" y="33"/>
                  </a:cubicBezTo>
                  <a:cubicBezTo>
                    <a:pt x="50" y="54"/>
                    <a:pt x="33" y="70"/>
                    <a:pt x="17" y="103"/>
                  </a:cubicBezTo>
                  <a:cubicBezTo>
                    <a:pt x="0" y="157"/>
                    <a:pt x="33" y="206"/>
                    <a:pt x="104" y="206"/>
                  </a:cubicBezTo>
                  <a:cubicBezTo>
                    <a:pt x="120" y="206"/>
                    <a:pt x="137" y="190"/>
                    <a:pt x="174" y="190"/>
                  </a:cubicBezTo>
                  <a:lnTo>
                    <a:pt x="190" y="173"/>
                  </a:lnTo>
                  <a:cubicBezTo>
                    <a:pt x="223" y="157"/>
                    <a:pt x="240" y="120"/>
                    <a:pt x="256" y="103"/>
                  </a:cubicBezTo>
                  <a:cubicBezTo>
                    <a:pt x="256" y="70"/>
                    <a:pt x="256" y="54"/>
                    <a:pt x="240" y="33"/>
                  </a:cubicBezTo>
                  <a:cubicBezTo>
                    <a:pt x="223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3" name="Google Shape;18943;p47"/>
            <p:cNvSpPr/>
            <p:nvPr/>
          </p:nvSpPr>
          <p:spPr>
            <a:xfrm>
              <a:off x="4687875" y="24670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04" y="17"/>
                    <a:pt x="71" y="34"/>
                  </a:cubicBezTo>
                  <a:cubicBezTo>
                    <a:pt x="54" y="54"/>
                    <a:pt x="17" y="71"/>
                    <a:pt x="17" y="104"/>
                  </a:cubicBezTo>
                  <a:cubicBezTo>
                    <a:pt x="1" y="157"/>
                    <a:pt x="38" y="207"/>
                    <a:pt x="87" y="207"/>
                  </a:cubicBezTo>
                  <a:cubicBezTo>
                    <a:pt x="104" y="207"/>
                    <a:pt x="141" y="190"/>
                    <a:pt x="157" y="190"/>
                  </a:cubicBezTo>
                  <a:cubicBezTo>
                    <a:pt x="157" y="174"/>
                    <a:pt x="174" y="174"/>
                    <a:pt x="190" y="174"/>
                  </a:cubicBezTo>
                  <a:cubicBezTo>
                    <a:pt x="207" y="157"/>
                    <a:pt x="223" y="120"/>
                    <a:pt x="244" y="104"/>
                  </a:cubicBezTo>
                  <a:cubicBezTo>
                    <a:pt x="260" y="54"/>
                    <a:pt x="22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4" name="Google Shape;18944;p47"/>
            <p:cNvSpPr/>
            <p:nvPr/>
          </p:nvSpPr>
          <p:spPr>
            <a:xfrm>
              <a:off x="4829600" y="24317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04" y="21"/>
                    <a:pt x="71" y="38"/>
                  </a:cubicBezTo>
                  <a:cubicBezTo>
                    <a:pt x="54" y="54"/>
                    <a:pt x="38" y="71"/>
                    <a:pt x="17" y="104"/>
                  </a:cubicBezTo>
                  <a:cubicBezTo>
                    <a:pt x="1" y="157"/>
                    <a:pt x="38" y="207"/>
                    <a:pt x="87" y="207"/>
                  </a:cubicBezTo>
                  <a:cubicBezTo>
                    <a:pt x="120" y="207"/>
                    <a:pt x="141" y="190"/>
                    <a:pt x="157" y="190"/>
                  </a:cubicBezTo>
                  <a:cubicBezTo>
                    <a:pt x="174" y="190"/>
                    <a:pt x="174" y="174"/>
                    <a:pt x="190" y="174"/>
                  </a:cubicBezTo>
                  <a:cubicBezTo>
                    <a:pt x="207" y="157"/>
                    <a:pt x="244" y="124"/>
                    <a:pt x="244" y="104"/>
                  </a:cubicBezTo>
                  <a:cubicBezTo>
                    <a:pt x="260" y="54"/>
                    <a:pt x="22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5" name="Google Shape;18945;p47"/>
            <p:cNvSpPr/>
            <p:nvPr/>
          </p:nvSpPr>
          <p:spPr>
            <a:xfrm>
              <a:off x="4816300" y="2491500"/>
              <a:ext cx="6925" cy="5050"/>
            </a:xfrm>
            <a:custGeom>
              <a:avLst/>
              <a:gdLst/>
              <a:ahLst/>
              <a:cxnLst/>
              <a:rect l="l" t="t" r="r" b="b"/>
              <a:pathLst>
                <a:path w="277" h="202" extrusionOk="0">
                  <a:moveTo>
                    <a:pt x="179" y="0"/>
                  </a:moveTo>
                  <a:cubicBezTo>
                    <a:pt x="160" y="0"/>
                    <a:pt x="139" y="6"/>
                    <a:pt x="120" y="19"/>
                  </a:cubicBezTo>
                  <a:cubicBezTo>
                    <a:pt x="54" y="52"/>
                    <a:pt x="1" y="106"/>
                    <a:pt x="17" y="155"/>
                  </a:cubicBezTo>
                  <a:cubicBezTo>
                    <a:pt x="27" y="189"/>
                    <a:pt x="58" y="201"/>
                    <a:pt x="93" y="201"/>
                  </a:cubicBezTo>
                  <a:cubicBezTo>
                    <a:pt x="114" y="201"/>
                    <a:pt x="137" y="196"/>
                    <a:pt x="157" y="188"/>
                  </a:cubicBezTo>
                  <a:cubicBezTo>
                    <a:pt x="223" y="155"/>
                    <a:pt x="277" y="106"/>
                    <a:pt x="260" y="52"/>
                  </a:cubicBezTo>
                  <a:cubicBezTo>
                    <a:pt x="247" y="20"/>
                    <a:pt x="215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6" name="Google Shape;18946;p47"/>
            <p:cNvSpPr/>
            <p:nvPr/>
          </p:nvSpPr>
          <p:spPr>
            <a:xfrm>
              <a:off x="4838675" y="2406475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68" y="0"/>
                  </a:moveTo>
                  <a:cubicBezTo>
                    <a:pt x="148" y="0"/>
                    <a:pt x="127" y="6"/>
                    <a:pt x="103" y="19"/>
                  </a:cubicBezTo>
                  <a:cubicBezTo>
                    <a:pt x="33" y="52"/>
                    <a:pt x="0" y="106"/>
                    <a:pt x="0" y="155"/>
                  </a:cubicBezTo>
                  <a:cubicBezTo>
                    <a:pt x="12" y="179"/>
                    <a:pt x="52" y="196"/>
                    <a:pt x="98" y="196"/>
                  </a:cubicBezTo>
                  <a:cubicBezTo>
                    <a:pt x="116" y="196"/>
                    <a:pt x="135" y="194"/>
                    <a:pt x="153" y="188"/>
                  </a:cubicBezTo>
                  <a:cubicBezTo>
                    <a:pt x="207" y="155"/>
                    <a:pt x="256" y="106"/>
                    <a:pt x="240" y="52"/>
                  </a:cubicBezTo>
                  <a:cubicBezTo>
                    <a:pt x="229" y="20"/>
                    <a:pt x="203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7" name="Google Shape;18947;p47"/>
            <p:cNvSpPr/>
            <p:nvPr/>
          </p:nvSpPr>
          <p:spPr>
            <a:xfrm>
              <a:off x="4834750" y="244385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57" y="0"/>
                  </a:moveTo>
                  <a:cubicBezTo>
                    <a:pt x="141" y="0"/>
                    <a:pt x="104" y="0"/>
                    <a:pt x="71" y="17"/>
                  </a:cubicBezTo>
                  <a:cubicBezTo>
                    <a:pt x="54" y="54"/>
                    <a:pt x="17" y="70"/>
                    <a:pt x="17" y="103"/>
                  </a:cubicBezTo>
                  <a:cubicBezTo>
                    <a:pt x="1" y="157"/>
                    <a:pt x="38" y="190"/>
                    <a:pt x="87" y="190"/>
                  </a:cubicBezTo>
                  <a:cubicBezTo>
                    <a:pt x="104" y="190"/>
                    <a:pt x="141" y="190"/>
                    <a:pt x="157" y="173"/>
                  </a:cubicBezTo>
                  <a:cubicBezTo>
                    <a:pt x="157" y="173"/>
                    <a:pt x="174" y="173"/>
                    <a:pt x="190" y="157"/>
                  </a:cubicBezTo>
                  <a:cubicBezTo>
                    <a:pt x="207" y="136"/>
                    <a:pt x="223" y="120"/>
                    <a:pt x="244" y="87"/>
                  </a:cubicBezTo>
                  <a:cubicBezTo>
                    <a:pt x="260" y="70"/>
                    <a:pt x="244" y="33"/>
                    <a:pt x="244" y="17"/>
                  </a:cubicBezTo>
                  <a:cubicBezTo>
                    <a:pt x="223" y="0"/>
                    <a:pt x="19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8" name="Google Shape;18948;p47"/>
            <p:cNvSpPr/>
            <p:nvPr/>
          </p:nvSpPr>
          <p:spPr>
            <a:xfrm>
              <a:off x="4794450" y="25134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70" y="1"/>
                  </a:moveTo>
                  <a:cubicBezTo>
                    <a:pt x="137" y="1"/>
                    <a:pt x="104" y="1"/>
                    <a:pt x="67" y="17"/>
                  </a:cubicBezTo>
                  <a:cubicBezTo>
                    <a:pt x="50" y="34"/>
                    <a:pt x="17" y="71"/>
                    <a:pt x="17" y="88"/>
                  </a:cubicBezTo>
                  <a:cubicBezTo>
                    <a:pt x="1" y="121"/>
                    <a:pt x="1" y="137"/>
                    <a:pt x="17" y="158"/>
                  </a:cubicBezTo>
                  <a:cubicBezTo>
                    <a:pt x="34" y="174"/>
                    <a:pt x="67" y="191"/>
                    <a:pt x="83" y="191"/>
                  </a:cubicBezTo>
                  <a:cubicBezTo>
                    <a:pt x="104" y="191"/>
                    <a:pt x="137" y="191"/>
                    <a:pt x="153" y="174"/>
                  </a:cubicBezTo>
                  <a:cubicBezTo>
                    <a:pt x="153" y="174"/>
                    <a:pt x="170" y="174"/>
                    <a:pt x="186" y="158"/>
                  </a:cubicBezTo>
                  <a:cubicBezTo>
                    <a:pt x="207" y="137"/>
                    <a:pt x="223" y="121"/>
                    <a:pt x="240" y="88"/>
                  </a:cubicBezTo>
                  <a:cubicBezTo>
                    <a:pt x="256" y="34"/>
                    <a:pt x="223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9" name="Google Shape;18949;p47"/>
            <p:cNvSpPr/>
            <p:nvPr/>
          </p:nvSpPr>
          <p:spPr>
            <a:xfrm>
              <a:off x="4789725" y="2454975"/>
              <a:ext cx="6400" cy="4925"/>
            </a:xfrm>
            <a:custGeom>
              <a:avLst/>
              <a:gdLst/>
              <a:ahLst/>
              <a:cxnLst/>
              <a:rect l="l" t="t" r="r" b="b"/>
              <a:pathLst>
                <a:path w="256" h="197" extrusionOk="0">
                  <a:moveTo>
                    <a:pt x="169" y="0"/>
                  </a:moveTo>
                  <a:cubicBezTo>
                    <a:pt x="153" y="0"/>
                    <a:pt x="120" y="0"/>
                    <a:pt x="103" y="21"/>
                  </a:cubicBezTo>
                  <a:cubicBezTo>
                    <a:pt x="49" y="37"/>
                    <a:pt x="0" y="103"/>
                    <a:pt x="17" y="157"/>
                  </a:cubicBezTo>
                  <a:cubicBezTo>
                    <a:pt x="29" y="181"/>
                    <a:pt x="69" y="196"/>
                    <a:pt x="110" y="196"/>
                  </a:cubicBezTo>
                  <a:cubicBezTo>
                    <a:pt x="125" y="196"/>
                    <a:pt x="139" y="194"/>
                    <a:pt x="153" y="190"/>
                  </a:cubicBezTo>
                  <a:cubicBezTo>
                    <a:pt x="169" y="173"/>
                    <a:pt x="190" y="157"/>
                    <a:pt x="206" y="157"/>
                  </a:cubicBezTo>
                  <a:cubicBezTo>
                    <a:pt x="239" y="124"/>
                    <a:pt x="256" y="87"/>
                    <a:pt x="256" y="54"/>
                  </a:cubicBezTo>
                  <a:cubicBezTo>
                    <a:pt x="239" y="21"/>
                    <a:pt x="206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0" name="Google Shape;18950;p47"/>
            <p:cNvSpPr/>
            <p:nvPr/>
          </p:nvSpPr>
          <p:spPr>
            <a:xfrm>
              <a:off x="4788375" y="24452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1" y="1"/>
                  </a:moveTo>
                  <a:cubicBezTo>
                    <a:pt x="152" y="1"/>
                    <a:pt x="130" y="5"/>
                    <a:pt x="103" y="13"/>
                  </a:cubicBezTo>
                  <a:cubicBezTo>
                    <a:pt x="54" y="30"/>
                    <a:pt x="17" y="63"/>
                    <a:pt x="17" y="100"/>
                  </a:cubicBezTo>
                  <a:cubicBezTo>
                    <a:pt x="0" y="116"/>
                    <a:pt x="0" y="133"/>
                    <a:pt x="17" y="149"/>
                  </a:cubicBezTo>
                  <a:cubicBezTo>
                    <a:pt x="17" y="173"/>
                    <a:pt x="54" y="190"/>
                    <a:pt x="100" y="190"/>
                  </a:cubicBezTo>
                  <a:cubicBezTo>
                    <a:pt x="118" y="190"/>
                    <a:pt x="138" y="188"/>
                    <a:pt x="157" y="182"/>
                  </a:cubicBezTo>
                  <a:cubicBezTo>
                    <a:pt x="223" y="149"/>
                    <a:pt x="260" y="79"/>
                    <a:pt x="244" y="46"/>
                  </a:cubicBezTo>
                  <a:cubicBezTo>
                    <a:pt x="244" y="30"/>
                    <a:pt x="223" y="13"/>
                    <a:pt x="223" y="13"/>
                  </a:cubicBezTo>
                  <a:cubicBezTo>
                    <a:pt x="207" y="5"/>
                    <a:pt x="190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1" name="Google Shape;18951;p47"/>
            <p:cNvSpPr/>
            <p:nvPr/>
          </p:nvSpPr>
          <p:spPr>
            <a:xfrm>
              <a:off x="4814150" y="2477325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73" y="1"/>
                  </a:moveTo>
                  <a:cubicBezTo>
                    <a:pt x="140" y="1"/>
                    <a:pt x="103" y="1"/>
                    <a:pt x="87" y="34"/>
                  </a:cubicBezTo>
                  <a:cubicBezTo>
                    <a:pt x="54" y="55"/>
                    <a:pt x="37" y="71"/>
                    <a:pt x="17" y="104"/>
                  </a:cubicBezTo>
                  <a:cubicBezTo>
                    <a:pt x="0" y="158"/>
                    <a:pt x="37" y="191"/>
                    <a:pt x="103" y="191"/>
                  </a:cubicBezTo>
                  <a:lnTo>
                    <a:pt x="157" y="191"/>
                  </a:lnTo>
                  <a:cubicBezTo>
                    <a:pt x="173" y="174"/>
                    <a:pt x="173" y="174"/>
                    <a:pt x="190" y="174"/>
                  </a:cubicBezTo>
                  <a:cubicBezTo>
                    <a:pt x="223" y="137"/>
                    <a:pt x="243" y="121"/>
                    <a:pt x="243" y="104"/>
                  </a:cubicBezTo>
                  <a:cubicBezTo>
                    <a:pt x="260" y="34"/>
                    <a:pt x="22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2" name="Google Shape;18952;p47"/>
            <p:cNvSpPr/>
            <p:nvPr/>
          </p:nvSpPr>
          <p:spPr>
            <a:xfrm>
              <a:off x="4842900" y="23613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57" y="1"/>
                    <a:pt x="124" y="1"/>
                    <a:pt x="87" y="17"/>
                  </a:cubicBezTo>
                  <a:cubicBezTo>
                    <a:pt x="54" y="34"/>
                    <a:pt x="38" y="71"/>
                    <a:pt x="38" y="87"/>
                  </a:cubicBezTo>
                  <a:cubicBezTo>
                    <a:pt x="0" y="137"/>
                    <a:pt x="38" y="190"/>
                    <a:pt x="103" y="190"/>
                  </a:cubicBezTo>
                  <a:cubicBezTo>
                    <a:pt x="124" y="190"/>
                    <a:pt x="157" y="190"/>
                    <a:pt x="174" y="174"/>
                  </a:cubicBezTo>
                  <a:cubicBezTo>
                    <a:pt x="174" y="174"/>
                    <a:pt x="190" y="174"/>
                    <a:pt x="190" y="157"/>
                  </a:cubicBezTo>
                  <a:cubicBezTo>
                    <a:pt x="227" y="137"/>
                    <a:pt x="244" y="120"/>
                    <a:pt x="260" y="87"/>
                  </a:cubicBezTo>
                  <a:cubicBezTo>
                    <a:pt x="260" y="71"/>
                    <a:pt x="260" y="34"/>
                    <a:pt x="244" y="17"/>
                  </a:cubicBezTo>
                  <a:cubicBezTo>
                    <a:pt x="244" y="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3" name="Google Shape;18953;p47"/>
            <p:cNvSpPr/>
            <p:nvPr/>
          </p:nvSpPr>
          <p:spPr>
            <a:xfrm>
              <a:off x="4808575" y="2465575"/>
              <a:ext cx="6525" cy="4875"/>
            </a:xfrm>
            <a:custGeom>
              <a:avLst/>
              <a:gdLst/>
              <a:ahLst/>
              <a:cxnLst/>
              <a:rect l="l" t="t" r="r" b="b"/>
              <a:pathLst>
                <a:path w="261" h="195" extrusionOk="0">
                  <a:moveTo>
                    <a:pt x="155" y="0"/>
                  </a:moveTo>
                  <a:cubicBezTo>
                    <a:pt x="144" y="0"/>
                    <a:pt x="132" y="2"/>
                    <a:pt x="120" y="9"/>
                  </a:cubicBezTo>
                  <a:cubicBezTo>
                    <a:pt x="87" y="9"/>
                    <a:pt x="71" y="26"/>
                    <a:pt x="33" y="59"/>
                  </a:cubicBezTo>
                  <a:cubicBezTo>
                    <a:pt x="17" y="75"/>
                    <a:pt x="1" y="92"/>
                    <a:pt x="1" y="129"/>
                  </a:cubicBezTo>
                  <a:cubicBezTo>
                    <a:pt x="1" y="145"/>
                    <a:pt x="17" y="178"/>
                    <a:pt x="33" y="178"/>
                  </a:cubicBezTo>
                  <a:cubicBezTo>
                    <a:pt x="54" y="195"/>
                    <a:pt x="87" y="195"/>
                    <a:pt x="120" y="195"/>
                  </a:cubicBezTo>
                  <a:cubicBezTo>
                    <a:pt x="120" y="195"/>
                    <a:pt x="137" y="195"/>
                    <a:pt x="137" y="178"/>
                  </a:cubicBezTo>
                  <a:cubicBezTo>
                    <a:pt x="174" y="178"/>
                    <a:pt x="190" y="162"/>
                    <a:pt x="207" y="145"/>
                  </a:cubicBezTo>
                  <a:cubicBezTo>
                    <a:pt x="240" y="92"/>
                    <a:pt x="260" y="42"/>
                    <a:pt x="207" y="9"/>
                  </a:cubicBezTo>
                  <a:cubicBezTo>
                    <a:pt x="196" y="9"/>
                    <a:pt x="177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4" name="Google Shape;18954;p47"/>
            <p:cNvSpPr/>
            <p:nvPr/>
          </p:nvSpPr>
          <p:spPr>
            <a:xfrm>
              <a:off x="4804250" y="24898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63" y="0"/>
                  </a:moveTo>
                  <a:cubicBezTo>
                    <a:pt x="143" y="0"/>
                    <a:pt x="122" y="6"/>
                    <a:pt x="103" y="17"/>
                  </a:cubicBezTo>
                  <a:cubicBezTo>
                    <a:pt x="54" y="34"/>
                    <a:pt x="37" y="50"/>
                    <a:pt x="21" y="87"/>
                  </a:cubicBezTo>
                  <a:cubicBezTo>
                    <a:pt x="0" y="104"/>
                    <a:pt x="0" y="120"/>
                    <a:pt x="0" y="137"/>
                  </a:cubicBezTo>
                  <a:cubicBezTo>
                    <a:pt x="21" y="174"/>
                    <a:pt x="21" y="174"/>
                    <a:pt x="54" y="190"/>
                  </a:cubicBezTo>
                  <a:cubicBezTo>
                    <a:pt x="59" y="196"/>
                    <a:pt x="67" y="198"/>
                    <a:pt x="75" y="198"/>
                  </a:cubicBezTo>
                  <a:cubicBezTo>
                    <a:pt x="93" y="198"/>
                    <a:pt x="116" y="190"/>
                    <a:pt x="141" y="190"/>
                  </a:cubicBezTo>
                  <a:cubicBezTo>
                    <a:pt x="206" y="153"/>
                    <a:pt x="260" y="87"/>
                    <a:pt x="244" y="50"/>
                  </a:cubicBezTo>
                  <a:cubicBezTo>
                    <a:pt x="233" y="18"/>
                    <a:pt x="200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5" name="Google Shape;18955;p47"/>
            <p:cNvSpPr/>
            <p:nvPr/>
          </p:nvSpPr>
          <p:spPr>
            <a:xfrm>
              <a:off x="4798675" y="2478675"/>
              <a:ext cx="6525" cy="4675"/>
            </a:xfrm>
            <a:custGeom>
              <a:avLst/>
              <a:gdLst/>
              <a:ahLst/>
              <a:cxnLst/>
              <a:rect l="l" t="t" r="r" b="b"/>
              <a:pathLst>
                <a:path w="261" h="187" extrusionOk="0">
                  <a:moveTo>
                    <a:pt x="174" y="1"/>
                  </a:moveTo>
                  <a:cubicBezTo>
                    <a:pt x="141" y="1"/>
                    <a:pt x="120" y="1"/>
                    <a:pt x="87" y="17"/>
                  </a:cubicBezTo>
                  <a:cubicBezTo>
                    <a:pt x="54" y="34"/>
                    <a:pt x="38" y="67"/>
                    <a:pt x="17" y="104"/>
                  </a:cubicBezTo>
                  <a:cubicBezTo>
                    <a:pt x="1" y="153"/>
                    <a:pt x="38" y="186"/>
                    <a:pt x="87" y="186"/>
                  </a:cubicBezTo>
                  <a:lnTo>
                    <a:pt x="141" y="186"/>
                  </a:lnTo>
                  <a:cubicBezTo>
                    <a:pt x="141" y="186"/>
                    <a:pt x="157" y="186"/>
                    <a:pt x="157" y="170"/>
                  </a:cubicBezTo>
                  <a:lnTo>
                    <a:pt x="190" y="170"/>
                  </a:lnTo>
                  <a:cubicBezTo>
                    <a:pt x="207" y="137"/>
                    <a:pt x="244" y="120"/>
                    <a:pt x="244" y="83"/>
                  </a:cubicBezTo>
                  <a:cubicBezTo>
                    <a:pt x="260" y="67"/>
                    <a:pt x="260" y="50"/>
                    <a:pt x="244" y="17"/>
                  </a:cubicBezTo>
                  <a:cubicBezTo>
                    <a:pt x="223" y="1"/>
                    <a:pt x="19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6" name="Google Shape;18956;p47"/>
            <p:cNvSpPr/>
            <p:nvPr/>
          </p:nvSpPr>
          <p:spPr>
            <a:xfrm>
              <a:off x="4855375" y="2362200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73" y="1"/>
                  </a:moveTo>
                  <a:cubicBezTo>
                    <a:pt x="157" y="1"/>
                    <a:pt x="140" y="1"/>
                    <a:pt x="103" y="21"/>
                  </a:cubicBezTo>
                  <a:cubicBezTo>
                    <a:pt x="54" y="54"/>
                    <a:pt x="0" y="104"/>
                    <a:pt x="17" y="157"/>
                  </a:cubicBezTo>
                  <a:cubicBezTo>
                    <a:pt x="30" y="189"/>
                    <a:pt x="61" y="200"/>
                    <a:pt x="96" y="200"/>
                  </a:cubicBezTo>
                  <a:cubicBezTo>
                    <a:pt x="116" y="200"/>
                    <a:pt x="137" y="196"/>
                    <a:pt x="157" y="190"/>
                  </a:cubicBezTo>
                  <a:cubicBezTo>
                    <a:pt x="173" y="174"/>
                    <a:pt x="190" y="174"/>
                    <a:pt x="206" y="157"/>
                  </a:cubicBezTo>
                  <a:cubicBezTo>
                    <a:pt x="244" y="124"/>
                    <a:pt x="260" y="87"/>
                    <a:pt x="260" y="54"/>
                  </a:cubicBezTo>
                  <a:cubicBezTo>
                    <a:pt x="244" y="21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7" name="Google Shape;18957;p47"/>
            <p:cNvSpPr/>
            <p:nvPr/>
          </p:nvSpPr>
          <p:spPr>
            <a:xfrm>
              <a:off x="4870825" y="236065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71" y="1"/>
                  </a:moveTo>
                  <a:cubicBezTo>
                    <a:pt x="156" y="1"/>
                    <a:pt x="139" y="5"/>
                    <a:pt x="120" y="13"/>
                  </a:cubicBezTo>
                  <a:cubicBezTo>
                    <a:pt x="87" y="13"/>
                    <a:pt x="54" y="30"/>
                    <a:pt x="38" y="46"/>
                  </a:cubicBezTo>
                  <a:cubicBezTo>
                    <a:pt x="17" y="83"/>
                    <a:pt x="1" y="100"/>
                    <a:pt x="1" y="133"/>
                  </a:cubicBezTo>
                  <a:cubicBezTo>
                    <a:pt x="1" y="149"/>
                    <a:pt x="1" y="166"/>
                    <a:pt x="38" y="186"/>
                  </a:cubicBezTo>
                  <a:cubicBezTo>
                    <a:pt x="54" y="203"/>
                    <a:pt x="71" y="203"/>
                    <a:pt x="104" y="203"/>
                  </a:cubicBezTo>
                  <a:cubicBezTo>
                    <a:pt x="120" y="203"/>
                    <a:pt x="141" y="186"/>
                    <a:pt x="141" y="186"/>
                  </a:cubicBezTo>
                  <a:cubicBezTo>
                    <a:pt x="157" y="186"/>
                    <a:pt x="174" y="166"/>
                    <a:pt x="190" y="149"/>
                  </a:cubicBezTo>
                  <a:cubicBezTo>
                    <a:pt x="244" y="100"/>
                    <a:pt x="244" y="46"/>
                    <a:pt x="207" y="13"/>
                  </a:cubicBezTo>
                  <a:cubicBezTo>
                    <a:pt x="199" y="5"/>
                    <a:pt x="186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8" name="Google Shape;18958;p47"/>
            <p:cNvSpPr/>
            <p:nvPr/>
          </p:nvSpPr>
          <p:spPr>
            <a:xfrm>
              <a:off x="4876400" y="23725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3" y="1"/>
                    <a:pt x="70" y="22"/>
                  </a:cubicBezTo>
                  <a:cubicBezTo>
                    <a:pt x="54" y="38"/>
                    <a:pt x="21" y="71"/>
                    <a:pt x="21" y="88"/>
                  </a:cubicBezTo>
                  <a:cubicBezTo>
                    <a:pt x="0" y="158"/>
                    <a:pt x="37" y="191"/>
                    <a:pt x="87" y="191"/>
                  </a:cubicBezTo>
                  <a:cubicBezTo>
                    <a:pt x="103" y="191"/>
                    <a:pt x="141" y="191"/>
                    <a:pt x="157" y="174"/>
                  </a:cubicBezTo>
                  <a:cubicBezTo>
                    <a:pt x="157" y="174"/>
                    <a:pt x="174" y="174"/>
                    <a:pt x="190" y="158"/>
                  </a:cubicBezTo>
                  <a:cubicBezTo>
                    <a:pt x="207" y="141"/>
                    <a:pt x="227" y="125"/>
                    <a:pt x="244" y="88"/>
                  </a:cubicBezTo>
                  <a:cubicBezTo>
                    <a:pt x="260" y="38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9" name="Google Shape;18959;p47"/>
            <p:cNvSpPr/>
            <p:nvPr/>
          </p:nvSpPr>
          <p:spPr>
            <a:xfrm>
              <a:off x="4885475" y="2360550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73" y="1"/>
                  </a:moveTo>
                  <a:cubicBezTo>
                    <a:pt x="103" y="1"/>
                    <a:pt x="33" y="50"/>
                    <a:pt x="17" y="104"/>
                  </a:cubicBezTo>
                  <a:cubicBezTo>
                    <a:pt x="0" y="153"/>
                    <a:pt x="33" y="207"/>
                    <a:pt x="87" y="207"/>
                  </a:cubicBezTo>
                  <a:cubicBezTo>
                    <a:pt x="103" y="207"/>
                    <a:pt x="136" y="190"/>
                    <a:pt x="153" y="190"/>
                  </a:cubicBezTo>
                  <a:cubicBezTo>
                    <a:pt x="153" y="190"/>
                    <a:pt x="173" y="170"/>
                    <a:pt x="190" y="170"/>
                  </a:cubicBezTo>
                  <a:cubicBezTo>
                    <a:pt x="206" y="153"/>
                    <a:pt x="223" y="120"/>
                    <a:pt x="239" y="104"/>
                  </a:cubicBezTo>
                  <a:cubicBezTo>
                    <a:pt x="256" y="67"/>
                    <a:pt x="239" y="50"/>
                    <a:pt x="239" y="34"/>
                  </a:cubicBezTo>
                  <a:cubicBezTo>
                    <a:pt x="223" y="17"/>
                    <a:pt x="190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0" name="Google Shape;18960;p47"/>
            <p:cNvSpPr/>
            <p:nvPr/>
          </p:nvSpPr>
          <p:spPr>
            <a:xfrm>
              <a:off x="4878550" y="2386725"/>
              <a:ext cx="4375" cy="4775"/>
            </a:xfrm>
            <a:custGeom>
              <a:avLst/>
              <a:gdLst/>
              <a:ahLst/>
              <a:cxnLst/>
              <a:rect l="l" t="t" r="r" b="b"/>
              <a:pathLst>
                <a:path w="175" h="191" extrusionOk="0">
                  <a:moveTo>
                    <a:pt x="174" y="1"/>
                  </a:moveTo>
                  <a:cubicBezTo>
                    <a:pt x="158" y="1"/>
                    <a:pt x="121" y="1"/>
                    <a:pt x="104" y="17"/>
                  </a:cubicBezTo>
                  <a:cubicBezTo>
                    <a:pt x="55" y="34"/>
                    <a:pt x="1" y="104"/>
                    <a:pt x="17" y="153"/>
                  </a:cubicBezTo>
                  <a:cubicBezTo>
                    <a:pt x="17" y="153"/>
                    <a:pt x="38" y="174"/>
                    <a:pt x="38" y="191"/>
                  </a:cubicBezTo>
                  <a:cubicBezTo>
                    <a:pt x="88" y="121"/>
                    <a:pt x="121" y="50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1" name="Google Shape;18961;p47"/>
            <p:cNvSpPr/>
            <p:nvPr/>
          </p:nvSpPr>
          <p:spPr>
            <a:xfrm>
              <a:off x="4896600" y="233902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20" y="0"/>
                    <a:pt x="87" y="21"/>
                  </a:cubicBezTo>
                  <a:cubicBezTo>
                    <a:pt x="54" y="37"/>
                    <a:pt x="38" y="70"/>
                    <a:pt x="38" y="87"/>
                  </a:cubicBezTo>
                  <a:cubicBezTo>
                    <a:pt x="0" y="140"/>
                    <a:pt x="38" y="190"/>
                    <a:pt x="104" y="190"/>
                  </a:cubicBezTo>
                  <a:cubicBezTo>
                    <a:pt x="120" y="190"/>
                    <a:pt x="141" y="190"/>
                    <a:pt x="174" y="173"/>
                  </a:cubicBezTo>
                  <a:cubicBezTo>
                    <a:pt x="174" y="173"/>
                    <a:pt x="190" y="173"/>
                    <a:pt x="190" y="157"/>
                  </a:cubicBezTo>
                  <a:cubicBezTo>
                    <a:pt x="223" y="140"/>
                    <a:pt x="244" y="124"/>
                    <a:pt x="260" y="87"/>
                  </a:cubicBezTo>
                  <a:cubicBezTo>
                    <a:pt x="260" y="70"/>
                    <a:pt x="260" y="37"/>
                    <a:pt x="244" y="21"/>
                  </a:cubicBezTo>
                  <a:cubicBezTo>
                    <a:pt x="223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2" name="Google Shape;18962;p47"/>
            <p:cNvSpPr/>
            <p:nvPr/>
          </p:nvSpPr>
          <p:spPr>
            <a:xfrm>
              <a:off x="4891850" y="23270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7" y="1"/>
                  </a:moveTo>
                  <a:cubicBezTo>
                    <a:pt x="141" y="1"/>
                    <a:pt x="104" y="17"/>
                    <a:pt x="71" y="34"/>
                  </a:cubicBezTo>
                  <a:cubicBezTo>
                    <a:pt x="38" y="50"/>
                    <a:pt x="21" y="67"/>
                    <a:pt x="21" y="104"/>
                  </a:cubicBezTo>
                  <a:cubicBezTo>
                    <a:pt x="1" y="153"/>
                    <a:pt x="38" y="190"/>
                    <a:pt x="87" y="190"/>
                  </a:cubicBezTo>
                  <a:lnTo>
                    <a:pt x="157" y="190"/>
                  </a:lnTo>
                  <a:cubicBezTo>
                    <a:pt x="157" y="170"/>
                    <a:pt x="174" y="170"/>
                    <a:pt x="174" y="170"/>
                  </a:cubicBezTo>
                  <a:cubicBezTo>
                    <a:pt x="207" y="153"/>
                    <a:pt x="228" y="120"/>
                    <a:pt x="244" y="104"/>
                  </a:cubicBezTo>
                  <a:cubicBezTo>
                    <a:pt x="261" y="34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3" name="Google Shape;18963;p47"/>
            <p:cNvSpPr/>
            <p:nvPr/>
          </p:nvSpPr>
          <p:spPr>
            <a:xfrm>
              <a:off x="4885875" y="234932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37" y="0"/>
                    <a:pt x="104" y="21"/>
                    <a:pt x="87" y="37"/>
                  </a:cubicBezTo>
                  <a:cubicBezTo>
                    <a:pt x="54" y="54"/>
                    <a:pt x="34" y="70"/>
                    <a:pt x="17" y="103"/>
                  </a:cubicBezTo>
                  <a:cubicBezTo>
                    <a:pt x="1" y="157"/>
                    <a:pt x="34" y="190"/>
                    <a:pt x="104" y="190"/>
                  </a:cubicBezTo>
                  <a:lnTo>
                    <a:pt x="157" y="190"/>
                  </a:lnTo>
                  <a:cubicBezTo>
                    <a:pt x="174" y="173"/>
                    <a:pt x="174" y="173"/>
                    <a:pt x="190" y="173"/>
                  </a:cubicBezTo>
                  <a:cubicBezTo>
                    <a:pt x="223" y="157"/>
                    <a:pt x="240" y="124"/>
                    <a:pt x="240" y="103"/>
                  </a:cubicBezTo>
                  <a:cubicBezTo>
                    <a:pt x="260" y="70"/>
                    <a:pt x="260" y="54"/>
                    <a:pt x="240" y="37"/>
                  </a:cubicBezTo>
                  <a:cubicBezTo>
                    <a:pt x="223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4" name="Google Shape;18964;p47"/>
            <p:cNvSpPr/>
            <p:nvPr/>
          </p:nvSpPr>
          <p:spPr>
            <a:xfrm>
              <a:off x="4900525" y="2301675"/>
              <a:ext cx="6825" cy="4950"/>
            </a:xfrm>
            <a:custGeom>
              <a:avLst/>
              <a:gdLst/>
              <a:ahLst/>
              <a:cxnLst/>
              <a:rect l="l" t="t" r="r" b="b"/>
              <a:pathLst>
                <a:path w="273" h="198" extrusionOk="0">
                  <a:moveTo>
                    <a:pt x="177" y="1"/>
                  </a:moveTo>
                  <a:cubicBezTo>
                    <a:pt x="157" y="1"/>
                    <a:pt x="137" y="6"/>
                    <a:pt x="120" y="18"/>
                  </a:cubicBezTo>
                  <a:cubicBezTo>
                    <a:pt x="50" y="35"/>
                    <a:pt x="0" y="105"/>
                    <a:pt x="17" y="154"/>
                  </a:cubicBezTo>
                  <a:cubicBezTo>
                    <a:pt x="29" y="181"/>
                    <a:pt x="70" y="198"/>
                    <a:pt x="111" y="198"/>
                  </a:cubicBezTo>
                  <a:cubicBezTo>
                    <a:pt x="125" y="198"/>
                    <a:pt x="140" y="196"/>
                    <a:pt x="153" y="191"/>
                  </a:cubicBezTo>
                  <a:cubicBezTo>
                    <a:pt x="223" y="154"/>
                    <a:pt x="272" y="88"/>
                    <a:pt x="256" y="51"/>
                  </a:cubicBezTo>
                  <a:cubicBezTo>
                    <a:pt x="245" y="19"/>
                    <a:pt x="212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5" name="Google Shape;18965;p47"/>
            <p:cNvSpPr/>
            <p:nvPr/>
          </p:nvSpPr>
          <p:spPr>
            <a:xfrm>
              <a:off x="4856700" y="240817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3" y="1"/>
                  </a:moveTo>
                  <a:cubicBezTo>
                    <a:pt x="137" y="1"/>
                    <a:pt x="104" y="17"/>
                    <a:pt x="67" y="38"/>
                  </a:cubicBezTo>
                  <a:cubicBezTo>
                    <a:pt x="34" y="54"/>
                    <a:pt x="17" y="87"/>
                    <a:pt x="17" y="104"/>
                  </a:cubicBezTo>
                  <a:cubicBezTo>
                    <a:pt x="1" y="141"/>
                    <a:pt x="1" y="157"/>
                    <a:pt x="17" y="174"/>
                  </a:cubicBezTo>
                  <a:cubicBezTo>
                    <a:pt x="34" y="190"/>
                    <a:pt x="50" y="207"/>
                    <a:pt x="87" y="207"/>
                  </a:cubicBezTo>
                  <a:cubicBezTo>
                    <a:pt x="104" y="207"/>
                    <a:pt x="120" y="207"/>
                    <a:pt x="153" y="190"/>
                  </a:cubicBezTo>
                  <a:cubicBezTo>
                    <a:pt x="153" y="190"/>
                    <a:pt x="170" y="190"/>
                    <a:pt x="170" y="174"/>
                  </a:cubicBezTo>
                  <a:cubicBezTo>
                    <a:pt x="207" y="157"/>
                    <a:pt x="224" y="141"/>
                    <a:pt x="240" y="104"/>
                  </a:cubicBezTo>
                  <a:cubicBezTo>
                    <a:pt x="257" y="54"/>
                    <a:pt x="22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6" name="Google Shape;18966;p47"/>
            <p:cNvSpPr/>
            <p:nvPr/>
          </p:nvSpPr>
          <p:spPr>
            <a:xfrm>
              <a:off x="4852800" y="2396225"/>
              <a:ext cx="6925" cy="4650"/>
            </a:xfrm>
            <a:custGeom>
              <a:avLst/>
              <a:gdLst/>
              <a:ahLst/>
              <a:cxnLst/>
              <a:rect l="l" t="t" r="r" b="b"/>
              <a:pathLst>
                <a:path w="277" h="186" extrusionOk="0">
                  <a:moveTo>
                    <a:pt x="173" y="0"/>
                  </a:moveTo>
                  <a:cubicBezTo>
                    <a:pt x="140" y="0"/>
                    <a:pt x="103" y="0"/>
                    <a:pt x="87" y="17"/>
                  </a:cubicBezTo>
                  <a:cubicBezTo>
                    <a:pt x="54" y="50"/>
                    <a:pt x="37" y="66"/>
                    <a:pt x="17" y="103"/>
                  </a:cubicBezTo>
                  <a:cubicBezTo>
                    <a:pt x="0" y="153"/>
                    <a:pt x="37" y="186"/>
                    <a:pt x="103" y="186"/>
                  </a:cubicBezTo>
                  <a:cubicBezTo>
                    <a:pt x="120" y="186"/>
                    <a:pt x="140" y="186"/>
                    <a:pt x="157" y="169"/>
                  </a:cubicBezTo>
                  <a:lnTo>
                    <a:pt x="190" y="169"/>
                  </a:lnTo>
                  <a:cubicBezTo>
                    <a:pt x="223" y="136"/>
                    <a:pt x="243" y="120"/>
                    <a:pt x="260" y="83"/>
                  </a:cubicBezTo>
                  <a:cubicBezTo>
                    <a:pt x="276" y="33"/>
                    <a:pt x="24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7" name="Google Shape;18967;p47"/>
            <p:cNvSpPr/>
            <p:nvPr/>
          </p:nvSpPr>
          <p:spPr>
            <a:xfrm>
              <a:off x="4847225" y="2386725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72" y="0"/>
                  </a:moveTo>
                  <a:cubicBezTo>
                    <a:pt x="134" y="0"/>
                    <a:pt x="86" y="18"/>
                    <a:pt x="54" y="50"/>
                  </a:cubicBezTo>
                  <a:cubicBezTo>
                    <a:pt x="1" y="104"/>
                    <a:pt x="1" y="153"/>
                    <a:pt x="54" y="191"/>
                  </a:cubicBezTo>
                  <a:cubicBezTo>
                    <a:pt x="62" y="199"/>
                    <a:pt x="75" y="203"/>
                    <a:pt x="89" y="203"/>
                  </a:cubicBezTo>
                  <a:cubicBezTo>
                    <a:pt x="104" y="203"/>
                    <a:pt x="120" y="199"/>
                    <a:pt x="137" y="191"/>
                  </a:cubicBezTo>
                  <a:lnTo>
                    <a:pt x="157" y="191"/>
                  </a:lnTo>
                  <a:cubicBezTo>
                    <a:pt x="190" y="174"/>
                    <a:pt x="207" y="174"/>
                    <a:pt x="223" y="153"/>
                  </a:cubicBezTo>
                  <a:cubicBezTo>
                    <a:pt x="260" y="104"/>
                    <a:pt x="277" y="34"/>
                    <a:pt x="223" y="17"/>
                  </a:cubicBezTo>
                  <a:cubicBezTo>
                    <a:pt x="212" y="6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8" name="Google Shape;18968;p47"/>
            <p:cNvSpPr/>
            <p:nvPr/>
          </p:nvSpPr>
          <p:spPr>
            <a:xfrm>
              <a:off x="4865675" y="23390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21"/>
                    <a:pt x="71" y="37"/>
                  </a:cubicBezTo>
                  <a:cubicBezTo>
                    <a:pt x="54" y="54"/>
                    <a:pt x="38" y="70"/>
                    <a:pt x="17" y="103"/>
                  </a:cubicBezTo>
                  <a:cubicBezTo>
                    <a:pt x="1" y="124"/>
                    <a:pt x="17" y="157"/>
                    <a:pt x="17" y="173"/>
                  </a:cubicBezTo>
                  <a:cubicBezTo>
                    <a:pt x="38" y="190"/>
                    <a:pt x="71" y="206"/>
                    <a:pt x="87" y="206"/>
                  </a:cubicBezTo>
                  <a:cubicBezTo>
                    <a:pt x="120" y="206"/>
                    <a:pt x="141" y="190"/>
                    <a:pt x="157" y="190"/>
                  </a:cubicBezTo>
                  <a:cubicBezTo>
                    <a:pt x="174" y="190"/>
                    <a:pt x="174" y="173"/>
                    <a:pt x="190" y="173"/>
                  </a:cubicBezTo>
                  <a:cubicBezTo>
                    <a:pt x="207" y="157"/>
                    <a:pt x="244" y="124"/>
                    <a:pt x="244" y="103"/>
                  </a:cubicBezTo>
                  <a:cubicBezTo>
                    <a:pt x="260" y="54"/>
                    <a:pt x="223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9" name="Google Shape;18969;p47"/>
            <p:cNvSpPr/>
            <p:nvPr/>
          </p:nvSpPr>
          <p:spPr>
            <a:xfrm>
              <a:off x="4783225" y="24795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20" y="1"/>
                    <a:pt x="87" y="17"/>
                    <a:pt x="70" y="34"/>
                  </a:cubicBezTo>
                  <a:cubicBezTo>
                    <a:pt x="37" y="50"/>
                    <a:pt x="17" y="71"/>
                    <a:pt x="0" y="104"/>
                  </a:cubicBezTo>
                  <a:cubicBezTo>
                    <a:pt x="0" y="120"/>
                    <a:pt x="0" y="153"/>
                    <a:pt x="17" y="174"/>
                  </a:cubicBezTo>
                  <a:cubicBezTo>
                    <a:pt x="17" y="190"/>
                    <a:pt x="54" y="207"/>
                    <a:pt x="87" y="207"/>
                  </a:cubicBezTo>
                  <a:cubicBezTo>
                    <a:pt x="103" y="207"/>
                    <a:pt x="120" y="190"/>
                    <a:pt x="140" y="190"/>
                  </a:cubicBezTo>
                  <a:cubicBezTo>
                    <a:pt x="157" y="174"/>
                    <a:pt x="157" y="174"/>
                    <a:pt x="173" y="174"/>
                  </a:cubicBezTo>
                  <a:cubicBezTo>
                    <a:pt x="206" y="153"/>
                    <a:pt x="223" y="120"/>
                    <a:pt x="223" y="104"/>
                  </a:cubicBezTo>
                  <a:cubicBezTo>
                    <a:pt x="260" y="50"/>
                    <a:pt x="22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0" name="Google Shape;18970;p47"/>
            <p:cNvSpPr/>
            <p:nvPr/>
          </p:nvSpPr>
          <p:spPr>
            <a:xfrm>
              <a:off x="4845075" y="2374675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73" y="1"/>
                  </a:moveTo>
                  <a:cubicBezTo>
                    <a:pt x="140" y="1"/>
                    <a:pt x="103" y="1"/>
                    <a:pt x="70" y="38"/>
                  </a:cubicBezTo>
                  <a:cubicBezTo>
                    <a:pt x="54" y="54"/>
                    <a:pt x="37" y="71"/>
                    <a:pt x="16" y="104"/>
                  </a:cubicBezTo>
                  <a:cubicBezTo>
                    <a:pt x="0" y="120"/>
                    <a:pt x="16" y="157"/>
                    <a:pt x="16" y="174"/>
                  </a:cubicBezTo>
                  <a:cubicBezTo>
                    <a:pt x="37" y="190"/>
                    <a:pt x="70" y="190"/>
                    <a:pt x="87" y="190"/>
                  </a:cubicBezTo>
                  <a:lnTo>
                    <a:pt x="157" y="190"/>
                  </a:lnTo>
                  <a:cubicBezTo>
                    <a:pt x="173" y="174"/>
                    <a:pt x="173" y="174"/>
                    <a:pt x="190" y="174"/>
                  </a:cubicBezTo>
                  <a:cubicBezTo>
                    <a:pt x="206" y="157"/>
                    <a:pt x="243" y="120"/>
                    <a:pt x="243" y="104"/>
                  </a:cubicBezTo>
                  <a:cubicBezTo>
                    <a:pt x="260" y="38"/>
                    <a:pt x="22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1" name="Google Shape;18971;p47"/>
            <p:cNvSpPr/>
            <p:nvPr/>
          </p:nvSpPr>
          <p:spPr>
            <a:xfrm>
              <a:off x="4818875" y="2443850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37" y="0"/>
                  </a:moveTo>
                  <a:cubicBezTo>
                    <a:pt x="104" y="17"/>
                    <a:pt x="87" y="33"/>
                    <a:pt x="54" y="54"/>
                  </a:cubicBezTo>
                  <a:cubicBezTo>
                    <a:pt x="1" y="103"/>
                    <a:pt x="1" y="157"/>
                    <a:pt x="54" y="190"/>
                  </a:cubicBezTo>
                  <a:cubicBezTo>
                    <a:pt x="63" y="198"/>
                    <a:pt x="75" y="202"/>
                    <a:pt x="87" y="202"/>
                  </a:cubicBezTo>
                  <a:cubicBezTo>
                    <a:pt x="100" y="202"/>
                    <a:pt x="112" y="198"/>
                    <a:pt x="120" y="190"/>
                  </a:cubicBezTo>
                  <a:lnTo>
                    <a:pt x="157" y="190"/>
                  </a:lnTo>
                  <a:cubicBezTo>
                    <a:pt x="174" y="173"/>
                    <a:pt x="207" y="157"/>
                    <a:pt x="207" y="157"/>
                  </a:cubicBezTo>
                  <a:cubicBezTo>
                    <a:pt x="240" y="120"/>
                    <a:pt x="261" y="103"/>
                    <a:pt x="261" y="70"/>
                  </a:cubicBezTo>
                  <a:cubicBezTo>
                    <a:pt x="261" y="54"/>
                    <a:pt x="240" y="33"/>
                    <a:pt x="223" y="17"/>
                  </a:cubicBezTo>
                  <a:cubicBezTo>
                    <a:pt x="207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2" name="Google Shape;18972;p47"/>
            <p:cNvSpPr/>
            <p:nvPr/>
          </p:nvSpPr>
          <p:spPr>
            <a:xfrm>
              <a:off x="4724375" y="24902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4"/>
                    <a:pt x="37" y="70"/>
                    <a:pt x="21" y="103"/>
                  </a:cubicBezTo>
                  <a:cubicBezTo>
                    <a:pt x="0" y="157"/>
                    <a:pt x="37" y="206"/>
                    <a:pt x="87" y="206"/>
                  </a:cubicBezTo>
                  <a:cubicBezTo>
                    <a:pt x="124" y="206"/>
                    <a:pt x="140" y="190"/>
                    <a:pt x="157" y="190"/>
                  </a:cubicBezTo>
                  <a:cubicBezTo>
                    <a:pt x="190" y="173"/>
                    <a:pt x="227" y="136"/>
                    <a:pt x="243" y="103"/>
                  </a:cubicBezTo>
                  <a:cubicBezTo>
                    <a:pt x="260" y="54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3" name="Google Shape;18973;p47"/>
            <p:cNvSpPr/>
            <p:nvPr/>
          </p:nvSpPr>
          <p:spPr>
            <a:xfrm>
              <a:off x="4720975" y="2479500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73" y="1"/>
                  </a:moveTo>
                  <a:cubicBezTo>
                    <a:pt x="136" y="1"/>
                    <a:pt x="103" y="17"/>
                    <a:pt x="70" y="34"/>
                  </a:cubicBezTo>
                  <a:cubicBezTo>
                    <a:pt x="54" y="50"/>
                    <a:pt x="17" y="71"/>
                    <a:pt x="17" y="104"/>
                  </a:cubicBezTo>
                  <a:cubicBezTo>
                    <a:pt x="0" y="120"/>
                    <a:pt x="17" y="153"/>
                    <a:pt x="17" y="174"/>
                  </a:cubicBezTo>
                  <a:cubicBezTo>
                    <a:pt x="33" y="190"/>
                    <a:pt x="70" y="190"/>
                    <a:pt x="87" y="190"/>
                  </a:cubicBezTo>
                  <a:lnTo>
                    <a:pt x="157" y="190"/>
                  </a:lnTo>
                  <a:cubicBezTo>
                    <a:pt x="173" y="174"/>
                    <a:pt x="173" y="174"/>
                    <a:pt x="190" y="174"/>
                  </a:cubicBezTo>
                  <a:cubicBezTo>
                    <a:pt x="206" y="153"/>
                    <a:pt x="239" y="120"/>
                    <a:pt x="239" y="104"/>
                  </a:cubicBezTo>
                  <a:cubicBezTo>
                    <a:pt x="260" y="50"/>
                    <a:pt x="22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4" name="Google Shape;18974;p47"/>
            <p:cNvSpPr/>
            <p:nvPr/>
          </p:nvSpPr>
          <p:spPr>
            <a:xfrm>
              <a:off x="4716225" y="246815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1" y="0"/>
                  </a:moveTo>
                  <a:cubicBezTo>
                    <a:pt x="153" y="0"/>
                    <a:pt x="146" y="2"/>
                    <a:pt x="141" y="9"/>
                  </a:cubicBezTo>
                  <a:cubicBezTo>
                    <a:pt x="103" y="9"/>
                    <a:pt x="70" y="26"/>
                    <a:pt x="54" y="59"/>
                  </a:cubicBezTo>
                  <a:cubicBezTo>
                    <a:pt x="0" y="92"/>
                    <a:pt x="0" y="162"/>
                    <a:pt x="37" y="178"/>
                  </a:cubicBezTo>
                  <a:cubicBezTo>
                    <a:pt x="54" y="195"/>
                    <a:pt x="87" y="195"/>
                    <a:pt x="120" y="195"/>
                  </a:cubicBezTo>
                  <a:cubicBezTo>
                    <a:pt x="141" y="195"/>
                    <a:pt x="141" y="195"/>
                    <a:pt x="157" y="178"/>
                  </a:cubicBezTo>
                  <a:cubicBezTo>
                    <a:pt x="174" y="178"/>
                    <a:pt x="190" y="162"/>
                    <a:pt x="207" y="145"/>
                  </a:cubicBezTo>
                  <a:cubicBezTo>
                    <a:pt x="223" y="129"/>
                    <a:pt x="244" y="92"/>
                    <a:pt x="244" y="75"/>
                  </a:cubicBezTo>
                  <a:cubicBezTo>
                    <a:pt x="244" y="42"/>
                    <a:pt x="244" y="26"/>
                    <a:pt x="207" y="9"/>
                  </a:cubicBezTo>
                  <a:cubicBezTo>
                    <a:pt x="196" y="9"/>
                    <a:pt x="177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5" name="Google Shape;18975;p47"/>
            <p:cNvSpPr/>
            <p:nvPr/>
          </p:nvSpPr>
          <p:spPr>
            <a:xfrm>
              <a:off x="4713650" y="2457750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67" y="0"/>
                  </a:moveTo>
                  <a:cubicBezTo>
                    <a:pt x="146" y="0"/>
                    <a:pt x="124" y="5"/>
                    <a:pt x="103" y="13"/>
                  </a:cubicBezTo>
                  <a:cubicBezTo>
                    <a:pt x="37" y="46"/>
                    <a:pt x="0" y="95"/>
                    <a:pt x="0" y="149"/>
                  </a:cubicBezTo>
                  <a:cubicBezTo>
                    <a:pt x="11" y="181"/>
                    <a:pt x="44" y="201"/>
                    <a:pt x="85" y="201"/>
                  </a:cubicBezTo>
                  <a:cubicBezTo>
                    <a:pt x="108" y="201"/>
                    <a:pt x="132" y="195"/>
                    <a:pt x="157" y="182"/>
                  </a:cubicBezTo>
                  <a:cubicBezTo>
                    <a:pt x="206" y="149"/>
                    <a:pt x="260" y="95"/>
                    <a:pt x="244" y="46"/>
                  </a:cubicBezTo>
                  <a:cubicBezTo>
                    <a:pt x="231" y="13"/>
                    <a:pt x="20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6" name="Google Shape;18976;p47"/>
            <p:cNvSpPr/>
            <p:nvPr/>
          </p:nvSpPr>
          <p:spPr>
            <a:xfrm>
              <a:off x="4733850" y="243352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4" y="1"/>
                  </a:moveTo>
                  <a:cubicBezTo>
                    <a:pt x="157" y="1"/>
                    <a:pt x="120" y="1"/>
                    <a:pt x="87" y="17"/>
                  </a:cubicBezTo>
                  <a:cubicBezTo>
                    <a:pt x="54" y="34"/>
                    <a:pt x="33" y="71"/>
                    <a:pt x="33" y="87"/>
                  </a:cubicBezTo>
                  <a:cubicBezTo>
                    <a:pt x="0" y="157"/>
                    <a:pt x="33" y="190"/>
                    <a:pt x="103" y="190"/>
                  </a:cubicBezTo>
                  <a:cubicBezTo>
                    <a:pt x="120" y="190"/>
                    <a:pt x="157" y="190"/>
                    <a:pt x="174" y="174"/>
                  </a:cubicBezTo>
                  <a:cubicBezTo>
                    <a:pt x="174" y="174"/>
                    <a:pt x="190" y="174"/>
                    <a:pt x="190" y="157"/>
                  </a:cubicBezTo>
                  <a:cubicBezTo>
                    <a:pt x="223" y="137"/>
                    <a:pt x="240" y="120"/>
                    <a:pt x="260" y="87"/>
                  </a:cubicBezTo>
                  <a:cubicBezTo>
                    <a:pt x="277" y="34"/>
                    <a:pt x="24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7" name="Google Shape;18977;p47"/>
            <p:cNvSpPr/>
            <p:nvPr/>
          </p:nvSpPr>
          <p:spPr>
            <a:xfrm>
              <a:off x="4781050" y="24662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71" y="17"/>
                  </a:cubicBezTo>
                  <a:cubicBezTo>
                    <a:pt x="54" y="50"/>
                    <a:pt x="21" y="67"/>
                    <a:pt x="21" y="104"/>
                  </a:cubicBezTo>
                  <a:cubicBezTo>
                    <a:pt x="1" y="153"/>
                    <a:pt x="38" y="190"/>
                    <a:pt x="87" y="190"/>
                  </a:cubicBezTo>
                  <a:cubicBezTo>
                    <a:pt x="124" y="190"/>
                    <a:pt x="141" y="190"/>
                    <a:pt x="157" y="170"/>
                  </a:cubicBezTo>
                  <a:cubicBezTo>
                    <a:pt x="174" y="170"/>
                    <a:pt x="174" y="170"/>
                    <a:pt x="190" y="153"/>
                  </a:cubicBezTo>
                  <a:cubicBezTo>
                    <a:pt x="207" y="137"/>
                    <a:pt x="244" y="120"/>
                    <a:pt x="244" y="87"/>
                  </a:cubicBezTo>
                  <a:cubicBezTo>
                    <a:pt x="260" y="67"/>
                    <a:pt x="244" y="34"/>
                    <a:pt x="244" y="17"/>
                  </a:cubicBezTo>
                  <a:cubicBezTo>
                    <a:pt x="227" y="1"/>
                    <a:pt x="19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8" name="Google Shape;18978;p47"/>
            <p:cNvSpPr/>
            <p:nvPr/>
          </p:nvSpPr>
          <p:spPr>
            <a:xfrm>
              <a:off x="4729100" y="24683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17"/>
                    <a:pt x="71" y="33"/>
                  </a:cubicBezTo>
                  <a:cubicBezTo>
                    <a:pt x="54" y="50"/>
                    <a:pt x="17" y="83"/>
                    <a:pt x="17" y="103"/>
                  </a:cubicBezTo>
                  <a:cubicBezTo>
                    <a:pt x="1" y="136"/>
                    <a:pt x="17" y="169"/>
                    <a:pt x="38" y="186"/>
                  </a:cubicBezTo>
                  <a:cubicBezTo>
                    <a:pt x="54" y="206"/>
                    <a:pt x="71" y="206"/>
                    <a:pt x="87" y="206"/>
                  </a:cubicBezTo>
                  <a:cubicBezTo>
                    <a:pt x="104" y="206"/>
                    <a:pt x="141" y="206"/>
                    <a:pt x="157" y="186"/>
                  </a:cubicBezTo>
                  <a:cubicBezTo>
                    <a:pt x="190" y="169"/>
                    <a:pt x="223" y="136"/>
                    <a:pt x="244" y="103"/>
                  </a:cubicBezTo>
                  <a:cubicBezTo>
                    <a:pt x="260" y="50"/>
                    <a:pt x="223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9" name="Google Shape;18979;p47"/>
            <p:cNvSpPr/>
            <p:nvPr/>
          </p:nvSpPr>
          <p:spPr>
            <a:xfrm>
              <a:off x="4711075" y="244342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1"/>
                  </a:moveTo>
                  <a:cubicBezTo>
                    <a:pt x="140" y="1"/>
                    <a:pt x="103" y="17"/>
                    <a:pt x="87" y="34"/>
                  </a:cubicBezTo>
                  <a:cubicBezTo>
                    <a:pt x="54" y="50"/>
                    <a:pt x="37" y="71"/>
                    <a:pt x="17" y="104"/>
                  </a:cubicBezTo>
                  <a:cubicBezTo>
                    <a:pt x="0" y="153"/>
                    <a:pt x="37" y="190"/>
                    <a:pt x="103" y="190"/>
                  </a:cubicBezTo>
                  <a:lnTo>
                    <a:pt x="157" y="190"/>
                  </a:lnTo>
                  <a:cubicBezTo>
                    <a:pt x="173" y="174"/>
                    <a:pt x="190" y="174"/>
                    <a:pt x="190" y="174"/>
                  </a:cubicBezTo>
                  <a:cubicBezTo>
                    <a:pt x="223" y="153"/>
                    <a:pt x="243" y="120"/>
                    <a:pt x="260" y="104"/>
                  </a:cubicBezTo>
                  <a:cubicBezTo>
                    <a:pt x="276" y="34"/>
                    <a:pt x="24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0" name="Google Shape;18980;p47"/>
            <p:cNvSpPr/>
            <p:nvPr/>
          </p:nvSpPr>
          <p:spPr>
            <a:xfrm>
              <a:off x="4736425" y="247932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68" y="0"/>
                  </a:moveTo>
                  <a:cubicBezTo>
                    <a:pt x="159" y="0"/>
                    <a:pt x="149" y="2"/>
                    <a:pt x="137" y="8"/>
                  </a:cubicBezTo>
                  <a:cubicBezTo>
                    <a:pt x="104" y="8"/>
                    <a:pt x="71" y="24"/>
                    <a:pt x="54" y="57"/>
                  </a:cubicBezTo>
                  <a:cubicBezTo>
                    <a:pt x="0" y="94"/>
                    <a:pt x="0" y="160"/>
                    <a:pt x="33" y="181"/>
                  </a:cubicBezTo>
                  <a:cubicBezTo>
                    <a:pt x="71" y="197"/>
                    <a:pt x="87" y="197"/>
                    <a:pt x="120" y="197"/>
                  </a:cubicBezTo>
                  <a:cubicBezTo>
                    <a:pt x="137" y="197"/>
                    <a:pt x="137" y="197"/>
                    <a:pt x="157" y="181"/>
                  </a:cubicBezTo>
                  <a:cubicBezTo>
                    <a:pt x="174" y="181"/>
                    <a:pt x="190" y="160"/>
                    <a:pt x="207" y="144"/>
                  </a:cubicBezTo>
                  <a:cubicBezTo>
                    <a:pt x="240" y="127"/>
                    <a:pt x="240" y="94"/>
                    <a:pt x="240" y="78"/>
                  </a:cubicBezTo>
                  <a:cubicBezTo>
                    <a:pt x="260" y="41"/>
                    <a:pt x="240" y="24"/>
                    <a:pt x="223" y="8"/>
                  </a:cubicBezTo>
                  <a:cubicBezTo>
                    <a:pt x="201" y="8"/>
                    <a:pt x="18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1" name="Google Shape;18981;p47"/>
            <p:cNvSpPr/>
            <p:nvPr/>
          </p:nvSpPr>
          <p:spPr>
            <a:xfrm>
              <a:off x="4693450" y="24913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9" y="1"/>
                  </a:moveTo>
                  <a:cubicBezTo>
                    <a:pt x="161" y="1"/>
                    <a:pt x="151" y="3"/>
                    <a:pt x="140" y="10"/>
                  </a:cubicBezTo>
                  <a:cubicBezTo>
                    <a:pt x="103" y="10"/>
                    <a:pt x="70" y="26"/>
                    <a:pt x="54" y="43"/>
                  </a:cubicBezTo>
                  <a:cubicBezTo>
                    <a:pt x="0" y="92"/>
                    <a:pt x="0" y="162"/>
                    <a:pt x="37" y="179"/>
                  </a:cubicBezTo>
                  <a:cubicBezTo>
                    <a:pt x="70" y="195"/>
                    <a:pt x="87" y="195"/>
                    <a:pt x="124" y="195"/>
                  </a:cubicBezTo>
                  <a:cubicBezTo>
                    <a:pt x="140" y="195"/>
                    <a:pt x="140" y="179"/>
                    <a:pt x="157" y="179"/>
                  </a:cubicBezTo>
                  <a:cubicBezTo>
                    <a:pt x="173" y="179"/>
                    <a:pt x="190" y="162"/>
                    <a:pt x="206" y="146"/>
                  </a:cubicBezTo>
                  <a:cubicBezTo>
                    <a:pt x="227" y="129"/>
                    <a:pt x="243" y="92"/>
                    <a:pt x="243" y="76"/>
                  </a:cubicBezTo>
                  <a:cubicBezTo>
                    <a:pt x="243" y="43"/>
                    <a:pt x="243" y="26"/>
                    <a:pt x="227" y="10"/>
                  </a:cubicBezTo>
                  <a:cubicBezTo>
                    <a:pt x="202" y="10"/>
                    <a:pt x="187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2" name="Google Shape;18982;p47"/>
            <p:cNvSpPr/>
            <p:nvPr/>
          </p:nvSpPr>
          <p:spPr>
            <a:xfrm>
              <a:off x="4691375" y="24795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70" y="1"/>
                  </a:moveTo>
                  <a:cubicBezTo>
                    <a:pt x="137" y="1"/>
                    <a:pt x="104" y="1"/>
                    <a:pt x="67" y="17"/>
                  </a:cubicBezTo>
                  <a:cubicBezTo>
                    <a:pt x="50" y="50"/>
                    <a:pt x="34" y="71"/>
                    <a:pt x="17" y="104"/>
                  </a:cubicBezTo>
                  <a:cubicBezTo>
                    <a:pt x="1" y="120"/>
                    <a:pt x="17" y="137"/>
                    <a:pt x="17" y="174"/>
                  </a:cubicBezTo>
                  <a:cubicBezTo>
                    <a:pt x="34" y="190"/>
                    <a:pt x="67" y="190"/>
                    <a:pt x="83" y="190"/>
                  </a:cubicBezTo>
                  <a:cubicBezTo>
                    <a:pt x="120" y="190"/>
                    <a:pt x="137" y="190"/>
                    <a:pt x="153" y="174"/>
                  </a:cubicBezTo>
                  <a:cubicBezTo>
                    <a:pt x="170" y="174"/>
                    <a:pt x="170" y="174"/>
                    <a:pt x="186" y="153"/>
                  </a:cubicBezTo>
                  <a:cubicBezTo>
                    <a:pt x="207" y="137"/>
                    <a:pt x="240" y="120"/>
                    <a:pt x="240" y="87"/>
                  </a:cubicBezTo>
                  <a:cubicBezTo>
                    <a:pt x="256" y="34"/>
                    <a:pt x="223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3" name="Google Shape;18983;p47"/>
            <p:cNvSpPr/>
            <p:nvPr/>
          </p:nvSpPr>
          <p:spPr>
            <a:xfrm>
              <a:off x="4695600" y="244467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20" y="0"/>
                    <a:pt x="87" y="21"/>
                  </a:cubicBezTo>
                  <a:cubicBezTo>
                    <a:pt x="54" y="37"/>
                    <a:pt x="38" y="70"/>
                    <a:pt x="17" y="103"/>
                  </a:cubicBezTo>
                  <a:cubicBezTo>
                    <a:pt x="1" y="157"/>
                    <a:pt x="38" y="190"/>
                    <a:pt x="104" y="190"/>
                  </a:cubicBezTo>
                  <a:lnTo>
                    <a:pt x="157" y="190"/>
                  </a:lnTo>
                  <a:cubicBezTo>
                    <a:pt x="174" y="173"/>
                    <a:pt x="174" y="173"/>
                    <a:pt x="190" y="173"/>
                  </a:cubicBezTo>
                  <a:cubicBezTo>
                    <a:pt x="223" y="157"/>
                    <a:pt x="244" y="124"/>
                    <a:pt x="244" y="103"/>
                  </a:cubicBezTo>
                  <a:cubicBezTo>
                    <a:pt x="261" y="70"/>
                    <a:pt x="261" y="54"/>
                    <a:pt x="244" y="37"/>
                  </a:cubicBezTo>
                  <a:cubicBezTo>
                    <a:pt x="223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4" name="Google Shape;18984;p47"/>
            <p:cNvSpPr/>
            <p:nvPr/>
          </p:nvSpPr>
          <p:spPr>
            <a:xfrm>
              <a:off x="4701175" y="2455875"/>
              <a:ext cx="6525" cy="5100"/>
            </a:xfrm>
            <a:custGeom>
              <a:avLst/>
              <a:gdLst/>
              <a:ahLst/>
              <a:cxnLst/>
              <a:rect l="l" t="t" r="r" b="b"/>
              <a:pathLst>
                <a:path w="261" h="204" extrusionOk="0">
                  <a:moveTo>
                    <a:pt x="164" y="1"/>
                  </a:moveTo>
                  <a:cubicBezTo>
                    <a:pt x="144" y="1"/>
                    <a:pt x="122" y="6"/>
                    <a:pt x="104" y="18"/>
                  </a:cubicBezTo>
                  <a:cubicBezTo>
                    <a:pt x="71" y="34"/>
                    <a:pt x="38" y="51"/>
                    <a:pt x="21" y="88"/>
                  </a:cubicBezTo>
                  <a:cubicBezTo>
                    <a:pt x="0" y="104"/>
                    <a:pt x="0" y="121"/>
                    <a:pt x="0" y="154"/>
                  </a:cubicBezTo>
                  <a:cubicBezTo>
                    <a:pt x="21" y="170"/>
                    <a:pt x="38" y="191"/>
                    <a:pt x="54" y="191"/>
                  </a:cubicBezTo>
                  <a:cubicBezTo>
                    <a:pt x="62" y="199"/>
                    <a:pt x="75" y="203"/>
                    <a:pt x="92" y="203"/>
                  </a:cubicBezTo>
                  <a:cubicBezTo>
                    <a:pt x="109" y="203"/>
                    <a:pt x="130" y="199"/>
                    <a:pt x="157" y="191"/>
                  </a:cubicBezTo>
                  <a:cubicBezTo>
                    <a:pt x="207" y="154"/>
                    <a:pt x="260" y="88"/>
                    <a:pt x="244" y="51"/>
                  </a:cubicBezTo>
                  <a:cubicBezTo>
                    <a:pt x="233" y="19"/>
                    <a:pt x="200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5" name="Google Shape;18985;p47"/>
            <p:cNvSpPr/>
            <p:nvPr/>
          </p:nvSpPr>
          <p:spPr>
            <a:xfrm>
              <a:off x="4705500" y="24317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20" y="1"/>
                  </a:moveTo>
                  <a:cubicBezTo>
                    <a:pt x="104" y="1"/>
                    <a:pt x="71" y="21"/>
                    <a:pt x="34" y="54"/>
                  </a:cubicBezTo>
                  <a:cubicBezTo>
                    <a:pt x="17" y="71"/>
                    <a:pt x="1" y="104"/>
                    <a:pt x="1" y="124"/>
                  </a:cubicBezTo>
                  <a:cubicBezTo>
                    <a:pt x="1" y="141"/>
                    <a:pt x="17" y="174"/>
                    <a:pt x="34" y="174"/>
                  </a:cubicBezTo>
                  <a:cubicBezTo>
                    <a:pt x="54" y="190"/>
                    <a:pt x="87" y="190"/>
                    <a:pt x="120" y="190"/>
                  </a:cubicBezTo>
                  <a:cubicBezTo>
                    <a:pt x="120" y="190"/>
                    <a:pt x="137" y="190"/>
                    <a:pt x="157" y="174"/>
                  </a:cubicBezTo>
                  <a:cubicBezTo>
                    <a:pt x="174" y="174"/>
                    <a:pt x="190" y="157"/>
                    <a:pt x="207" y="141"/>
                  </a:cubicBezTo>
                  <a:cubicBezTo>
                    <a:pt x="260" y="87"/>
                    <a:pt x="260" y="38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6" name="Google Shape;18986;p47"/>
            <p:cNvSpPr/>
            <p:nvPr/>
          </p:nvSpPr>
          <p:spPr>
            <a:xfrm>
              <a:off x="4729525" y="245630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75" y="0"/>
                  </a:moveTo>
                  <a:cubicBezTo>
                    <a:pt x="153" y="0"/>
                    <a:pt x="128" y="6"/>
                    <a:pt x="103" y="17"/>
                  </a:cubicBezTo>
                  <a:cubicBezTo>
                    <a:pt x="37" y="34"/>
                    <a:pt x="0" y="104"/>
                    <a:pt x="21" y="137"/>
                  </a:cubicBezTo>
                  <a:cubicBezTo>
                    <a:pt x="33" y="177"/>
                    <a:pt x="64" y="197"/>
                    <a:pt x="109" y="197"/>
                  </a:cubicBezTo>
                  <a:cubicBezTo>
                    <a:pt x="124" y="197"/>
                    <a:pt x="140" y="195"/>
                    <a:pt x="157" y="191"/>
                  </a:cubicBezTo>
                  <a:cubicBezTo>
                    <a:pt x="227" y="153"/>
                    <a:pt x="260" y="87"/>
                    <a:pt x="243" y="50"/>
                  </a:cubicBezTo>
                  <a:cubicBezTo>
                    <a:pt x="243" y="18"/>
                    <a:pt x="214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7" name="Google Shape;18987;p47"/>
            <p:cNvSpPr/>
            <p:nvPr/>
          </p:nvSpPr>
          <p:spPr>
            <a:xfrm>
              <a:off x="4764775" y="2422375"/>
              <a:ext cx="6525" cy="4800"/>
            </a:xfrm>
            <a:custGeom>
              <a:avLst/>
              <a:gdLst/>
              <a:ahLst/>
              <a:cxnLst/>
              <a:rect l="l" t="t" r="r" b="b"/>
              <a:pathLst>
                <a:path w="261" h="192" extrusionOk="0">
                  <a:moveTo>
                    <a:pt x="164" y="1"/>
                  </a:moveTo>
                  <a:cubicBezTo>
                    <a:pt x="126" y="1"/>
                    <a:pt x="86" y="19"/>
                    <a:pt x="54" y="51"/>
                  </a:cubicBezTo>
                  <a:cubicBezTo>
                    <a:pt x="0" y="88"/>
                    <a:pt x="0" y="154"/>
                    <a:pt x="54" y="191"/>
                  </a:cubicBezTo>
                  <a:lnTo>
                    <a:pt x="120" y="191"/>
                  </a:lnTo>
                  <a:cubicBezTo>
                    <a:pt x="136" y="191"/>
                    <a:pt x="157" y="191"/>
                    <a:pt x="157" y="171"/>
                  </a:cubicBezTo>
                  <a:cubicBezTo>
                    <a:pt x="173" y="171"/>
                    <a:pt x="190" y="154"/>
                    <a:pt x="206" y="138"/>
                  </a:cubicBezTo>
                  <a:cubicBezTo>
                    <a:pt x="260" y="105"/>
                    <a:pt x="260" y="34"/>
                    <a:pt x="223" y="18"/>
                  </a:cubicBezTo>
                  <a:cubicBezTo>
                    <a:pt x="205" y="6"/>
                    <a:pt x="185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8" name="Google Shape;18988;p47"/>
            <p:cNvSpPr/>
            <p:nvPr/>
          </p:nvSpPr>
          <p:spPr>
            <a:xfrm>
              <a:off x="4769500" y="2502675"/>
              <a:ext cx="6425" cy="5025"/>
            </a:xfrm>
            <a:custGeom>
              <a:avLst/>
              <a:gdLst/>
              <a:ahLst/>
              <a:cxnLst/>
              <a:rect l="l" t="t" r="r" b="b"/>
              <a:pathLst>
                <a:path w="257" h="201" extrusionOk="0">
                  <a:moveTo>
                    <a:pt x="174" y="1"/>
                  </a:moveTo>
                  <a:cubicBezTo>
                    <a:pt x="153" y="1"/>
                    <a:pt x="129" y="6"/>
                    <a:pt x="104" y="18"/>
                  </a:cubicBezTo>
                  <a:cubicBezTo>
                    <a:pt x="34" y="51"/>
                    <a:pt x="1" y="104"/>
                    <a:pt x="17" y="154"/>
                  </a:cubicBezTo>
                  <a:cubicBezTo>
                    <a:pt x="28" y="188"/>
                    <a:pt x="54" y="201"/>
                    <a:pt x="89" y="201"/>
                  </a:cubicBezTo>
                  <a:cubicBezTo>
                    <a:pt x="108" y="201"/>
                    <a:pt x="130" y="197"/>
                    <a:pt x="153" y="191"/>
                  </a:cubicBezTo>
                  <a:cubicBezTo>
                    <a:pt x="224" y="154"/>
                    <a:pt x="257" y="104"/>
                    <a:pt x="240" y="51"/>
                  </a:cubicBezTo>
                  <a:cubicBezTo>
                    <a:pt x="240" y="19"/>
                    <a:pt x="21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9" name="Google Shape;18989;p47"/>
            <p:cNvSpPr/>
            <p:nvPr/>
          </p:nvSpPr>
          <p:spPr>
            <a:xfrm>
              <a:off x="4763025" y="2466625"/>
              <a:ext cx="6100" cy="4925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57" y="0"/>
                  </a:moveTo>
                  <a:cubicBezTo>
                    <a:pt x="124" y="0"/>
                    <a:pt x="87" y="17"/>
                    <a:pt x="70" y="33"/>
                  </a:cubicBezTo>
                  <a:cubicBezTo>
                    <a:pt x="37" y="50"/>
                    <a:pt x="21" y="70"/>
                    <a:pt x="0" y="103"/>
                  </a:cubicBezTo>
                  <a:cubicBezTo>
                    <a:pt x="0" y="120"/>
                    <a:pt x="0" y="153"/>
                    <a:pt x="21" y="173"/>
                  </a:cubicBezTo>
                  <a:cubicBezTo>
                    <a:pt x="21" y="185"/>
                    <a:pt x="37" y="197"/>
                    <a:pt x="59" y="197"/>
                  </a:cubicBezTo>
                  <a:cubicBezTo>
                    <a:pt x="67" y="197"/>
                    <a:pt x="77" y="195"/>
                    <a:pt x="87" y="190"/>
                  </a:cubicBezTo>
                  <a:lnTo>
                    <a:pt x="140" y="190"/>
                  </a:lnTo>
                  <a:cubicBezTo>
                    <a:pt x="157" y="173"/>
                    <a:pt x="157" y="173"/>
                    <a:pt x="173" y="173"/>
                  </a:cubicBezTo>
                  <a:cubicBezTo>
                    <a:pt x="190" y="153"/>
                    <a:pt x="227" y="120"/>
                    <a:pt x="227" y="103"/>
                  </a:cubicBezTo>
                  <a:cubicBezTo>
                    <a:pt x="243" y="50"/>
                    <a:pt x="206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0" name="Google Shape;18990;p47"/>
            <p:cNvSpPr/>
            <p:nvPr/>
          </p:nvSpPr>
          <p:spPr>
            <a:xfrm>
              <a:off x="4760025" y="245455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4" y="1"/>
                  </a:moveTo>
                  <a:cubicBezTo>
                    <a:pt x="141" y="1"/>
                    <a:pt x="104" y="1"/>
                    <a:pt x="87" y="17"/>
                  </a:cubicBezTo>
                  <a:cubicBezTo>
                    <a:pt x="54" y="38"/>
                    <a:pt x="38" y="71"/>
                    <a:pt x="17" y="87"/>
                  </a:cubicBezTo>
                  <a:cubicBezTo>
                    <a:pt x="1" y="141"/>
                    <a:pt x="38" y="174"/>
                    <a:pt x="71" y="190"/>
                  </a:cubicBezTo>
                  <a:lnTo>
                    <a:pt x="104" y="190"/>
                  </a:lnTo>
                  <a:cubicBezTo>
                    <a:pt x="120" y="190"/>
                    <a:pt x="141" y="190"/>
                    <a:pt x="157" y="174"/>
                  </a:cubicBezTo>
                  <a:cubicBezTo>
                    <a:pt x="190" y="157"/>
                    <a:pt x="223" y="141"/>
                    <a:pt x="244" y="120"/>
                  </a:cubicBezTo>
                  <a:cubicBezTo>
                    <a:pt x="244" y="104"/>
                    <a:pt x="244" y="104"/>
                    <a:pt x="260" y="87"/>
                  </a:cubicBezTo>
                  <a:cubicBezTo>
                    <a:pt x="277" y="38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1" name="Google Shape;18991;p47"/>
            <p:cNvSpPr/>
            <p:nvPr/>
          </p:nvSpPr>
          <p:spPr>
            <a:xfrm>
              <a:off x="4769925" y="249105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36" y="0"/>
                    <a:pt x="103" y="21"/>
                    <a:pt x="87" y="37"/>
                  </a:cubicBezTo>
                  <a:cubicBezTo>
                    <a:pt x="54" y="54"/>
                    <a:pt x="33" y="70"/>
                    <a:pt x="17" y="103"/>
                  </a:cubicBezTo>
                  <a:cubicBezTo>
                    <a:pt x="0" y="157"/>
                    <a:pt x="33" y="190"/>
                    <a:pt x="103" y="190"/>
                  </a:cubicBezTo>
                  <a:lnTo>
                    <a:pt x="157" y="190"/>
                  </a:lnTo>
                  <a:cubicBezTo>
                    <a:pt x="174" y="173"/>
                    <a:pt x="174" y="173"/>
                    <a:pt x="190" y="173"/>
                  </a:cubicBezTo>
                  <a:cubicBezTo>
                    <a:pt x="223" y="157"/>
                    <a:pt x="240" y="124"/>
                    <a:pt x="240" y="103"/>
                  </a:cubicBezTo>
                  <a:cubicBezTo>
                    <a:pt x="277" y="37"/>
                    <a:pt x="24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2" name="Google Shape;18992;p47"/>
            <p:cNvSpPr/>
            <p:nvPr/>
          </p:nvSpPr>
          <p:spPr>
            <a:xfrm>
              <a:off x="4775900" y="24559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41" y="0"/>
                  </a:moveTo>
                  <a:cubicBezTo>
                    <a:pt x="104" y="17"/>
                    <a:pt x="71" y="17"/>
                    <a:pt x="54" y="50"/>
                  </a:cubicBezTo>
                  <a:cubicBezTo>
                    <a:pt x="1" y="103"/>
                    <a:pt x="1" y="153"/>
                    <a:pt x="54" y="190"/>
                  </a:cubicBezTo>
                  <a:cubicBezTo>
                    <a:pt x="65" y="190"/>
                    <a:pt x="76" y="197"/>
                    <a:pt x="93" y="197"/>
                  </a:cubicBezTo>
                  <a:cubicBezTo>
                    <a:pt x="102" y="197"/>
                    <a:pt x="112" y="196"/>
                    <a:pt x="124" y="190"/>
                  </a:cubicBezTo>
                  <a:lnTo>
                    <a:pt x="157" y="190"/>
                  </a:lnTo>
                  <a:cubicBezTo>
                    <a:pt x="174" y="169"/>
                    <a:pt x="190" y="153"/>
                    <a:pt x="207" y="136"/>
                  </a:cubicBezTo>
                  <a:cubicBezTo>
                    <a:pt x="244" y="120"/>
                    <a:pt x="260" y="103"/>
                    <a:pt x="260" y="66"/>
                  </a:cubicBezTo>
                  <a:cubicBezTo>
                    <a:pt x="260" y="50"/>
                    <a:pt x="244" y="17"/>
                    <a:pt x="227" y="17"/>
                  </a:cubicBezTo>
                  <a:cubicBezTo>
                    <a:pt x="207" y="0"/>
                    <a:pt x="174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3" name="Google Shape;18993;p47"/>
            <p:cNvSpPr/>
            <p:nvPr/>
          </p:nvSpPr>
          <p:spPr>
            <a:xfrm>
              <a:off x="4770325" y="2476500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65" y="0"/>
                  </a:moveTo>
                  <a:cubicBezTo>
                    <a:pt x="127" y="0"/>
                    <a:pt x="86" y="19"/>
                    <a:pt x="55" y="50"/>
                  </a:cubicBezTo>
                  <a:cubicBezTo>
                    <a:pt x="17" y="88"/>
                    <a:pt x="17" y="104"/>
                    <a:pt x="17" y="137"/>
                  </a:cubicBezTo>
                  <a:cubicBezTo>
                    <a:pt x="1" y="154"/>
                    <a:pt x="17" y="170"/>
                    <a:pt x="38" y="191"/>
                  </a:cubicBezTo>
                  <a:cubicBezTo>
                    <a:pt x="71" y="207"/>
                    <a:pt x="87" y="207"/>
                    <a:pt x="120" y="207"/>
                  </a:cubicBezTo>
                  <a:cubicBezTo>
                    <a:pt x="141" y="191"/>
                    <a:pt x="141" y="191"/>
                    <a:pt x="158" y="191"/>
                  </a:cubicBezTo>
                  <a:cubicBezTo>
                    <a:pt x="174" y="170"/>
                    <a:pt x="191" y="170"/>
                    <a:pt x="207" y="154"/>
                  </a:cubicBezTo>
                  <a:cubicBezTo>
                    <a:pt x="261" y="104"/>
                    <a:pt x="261" y="50"/>
                    <a:pt x="224" y="17"/>
                  </a:cubicBezTo>
                  <a:cubicBezTo>
                    <a:pt x="206" y="6"/>
                    <a:pt x="186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4" name="Google Shape;18994;p47"/>
            <p:cNvSpPr/>
            <p:nvPr/>
          </p:nvSpPr>
          <p:spPr>
            <a:xfrm>
              <a:off x="4750125" y="240720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4" y="0"/>
                  </a:moveTo>
                  <a:cubicBezTo>
                    <a:pt x="133" y="0"/>
                    <a:pt x="75" y="19"/>
                    <a:pt x="38" y="56"/>
                  </a:cubicBezTo>
                  <a:cubicBezTo>
                    <a:pt x="21" y="77"/>
                    <a:pt x="1" y="110"/>
                    <a:pt x="1" y="126"/>
                  </a:cubicBezTo>
                  <a:cubicBezTo>
                    <a:pt x="1" y="143"/>
                    <a:pt x="21" y="180"/>
                    <a:pt x="38" y="180"/>
                  </a:cubicBezTo>
                  <a:cubicBezTo>
                    <a:pt x="54" y="196"/>
                    <a:pt x="87" y="196"/>
                    <a:pt x="125" y="196"/>
                  </a:cubicBezTo>
                  <a:cubicBezTo>
                    <a:pt x="125" y="196"/>
                    <a:pt x="141" y="196"/>
                    <a:pt x="141" y="180"/>
                  </a:cubicBezTo>
                  <a:cubicBezTo>
                    <a:pt x="174" y="180"/>
                    <a:pt x="190" y="159"/>
                    <a:pt x="207" y="143"/>
                  </a:cubicBezTo>
                  <a:cubicBezTo>
                    <a:pt x="244" y="110"/>
                    <a:pt x="261" y="40"/>
                    <a:pt x="207" y="7"/>
                  </a:cubicBezTo>
                  <a:cubicBezTo>
                    <a:pt x="199" y="2"/>
                    <a:pt x="18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5" name="Google Shape;18995;p47"/>
            <p:cNvSpPr/>
            <p:nvPr/>
          </p:nvSpPr>
          <p:spPr>
            <a:xfrm>
              <a:off x="4749300" y="2421475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0"/>
                  </a:moveTo>
                  <a:cubicBezTo>
                    <a:pt x="158" y="0"/>
                    <a:pt x="120" y="21"/>
                    <a:pt x="87" y="37"/>
                  </a:cubicBezTo>
                  <a:cubicBezTo>
                    <a:pt x="54" y="54"/>
                    <a:pt x="34" y="87"/>
                    <a:pt x="34" y="103"/>
                  </a:cubicBezTo>
                  <a:cubicBezTo>
                    <a:pt x="1" y="157"/>
                    <a:pt x="34" y="207"/>
                    <a:pt x="104" y="207"/>
                  </a:cubicBezTo>
                  <a:cubicBezTo>
                    <a:pt x="120" y="207"/>
                    <a:pt x="158" y="207"/>
                    <a:pt x="174" y="190"/>
                  </a:cubicBezTo>
                  <a:cubicBezTo>
                    <a:pt x="174" y="190"/>
                    <a:pt x="190" y="190"/>
                    <a:pt x="190" y="174"/>
                  </a:cubicBezTo>
                  <a:cubicBezTo>
                    <a:pt x="223" y="157"/>
                    <a:pt x="240" y="141"/>
                    <a:pt x="261" y="103"/>
                  </a:cubicBezTo>
                  <a:cubicBezTo>
                    <a:pt x="277" y="54"/>
                    <a:pt x="24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6" name="Google Shape;18996;p47"/>
            <p:cNvSpPr/>
            <p:nvPr/>
          </p:nvSpPr>
          <p:spPr>
            <a:xfrm>
              <a:off x="4748900" y="2433375"/>
              <a:ext cx="6925" cy="4925"/>
            </a:xfrm>
            <a:custGeom>
              <a:avLst/>
              <a:gdLst/>
              <a:ahLst/>
              <a:cxnLst/>
              <a:rect l="l" t="t" r="r" b="b"/>
              <a:pathLst>
                <a:path w="277" h="197" extrusionOk="0">
                  <a:moveTo>
                    <a:pt x="164" y="0"/>
                  </a:moveTo>
                  <a:cubicBezTo>
                    <a:pt x="150" y="0"/>
                    <a:pt x="134" y="2"/>
                    <a:pt x="120" y="7"/>
                  </a:cubicBezTo>
                  <a:cubicBezTo>
                    <a:pt x="50" y="40"/>
                    <a:pt x="0" y="110"/>
                    <a:pt x="17" y="143"/>
                  </a:cubicBezTo>
                  <a:cubicBezTo>
                    <a:pt x="28" y="178"/>
                    <a:pt x="61" y="197"/>
                    <a:pt x="102" y="197"/>
                  </a:cubicBezTo>
                  <a:cubicBezTo>
                    <a:pt x="125" y="197"/>
                    <a:pt x="149" y="191"/>
                    <a:pt x="174" y="180"/>
                  </a:cubicBezTo>
                  <a:cubicBezTo>
                    <a:pt x="223" y="163"/>
                    <a:pt x="277" y="93"/>
                    <a:pt x="256" y="40"/>
                  </a:cubicBezTo>
                  <a:cubicBezTo>
                    <a:pt x="244" y="16"/>
                    <a:pt x="205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7" name="Google Shape;18997;p47"/>
            <p:cNvSpPr/>
            <p:nvPr/>
          </p:nvSpPr>
          <p:spPr>
            <a:xfrm>
              <a:off x="4743750" y="2456300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36" y="1"/>
                  </a:moveTo>
                  <a:cubicBezTo>
                    <a:pt x="103" y="17"/>
                    <a:pt x="87" y="34"/>
                    <a:pt x="50" y="50"/>
                  </a:cubicBezTo>
                  <a:cubicBezTo>
                    <a:pt x="0" y="104"/>
                    <a:pt x="0" y="153"/>
                    <a:pt x="50" y="191"/>
                  </a:cubicBezTo>
                  <a:cubicBezTo>
                    <a:pt x="60" y="199"/>
                    <a:pt x="73" y="203"/>
                    <a:pt x="88" y="203"/>
                  </a:cubicBezTo>
                  <a:cubicBezTo>
                    <a:pt x="103" y="203"/>
                    <a:pt x="120" y="199"/>
                    <a:pt x="136" y="191"/>
                  </a:cubicBezTo>
                  <a:lnTo>
                    <a:pt x="153" y="191"/>
                  </a:lnTo>
                  <a:cubicBezTo>
                    <a:pt x="190" y="174"/>
                    <a:pt x="206" y="174"/>
                    <a:pt x="223" y="153"/>
                  </a:cubicBezTo>
                  <a:cubicBezTo>
                    <a:pt x="256" y="104"/>
                    <a:pt x="276" y="34"/>
                    <a:pt x="223" y="17"/>
                  </a:cubicBezTo>
                  <a:cubicBezTo>
                    <a:pt x="206" y="1"/>
                    <a:pt x="17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8" name="Google Shape;18998;p47"/>
            <p:cNvSpPr/>
            <p:nvPr/>
          </p:nvSpPr>
          <p:spPr>
            <a:xfrm>
              <a:off x="4741175" y="2489800"/>
              <a:ext cx="6400" cy="4775"/>
            </a:xfrm>
            <a:custGeom>
              <a:avLst/>
              <a:gdLst/>
              <a:ahLst/>
              <a:cxnLst/>
              <a:rect l="l" t="t" r="r" b="b"/>
              <a:pathLst>
                <a:path w="256" h="191" extrusionOk="0">
                  <a:moveTo>
                    <a:pt x="173" y="1"/>
                  </a:moveTo>
                  <a:cubicBezTo>
                    <a:pt x="136" y="1"/>
                    <a:pt x="103" y="1"/>
                    <a:pt x="87" y="17"/>
                  </a:cubicBezTo>
                  <a:cubicBezTo>
                    <a:pt x="50" y="50"/>
                    <a:pt x="33" y="71"/>
                    <a:pt x="17" y="104"/>
                  </a:cubicBezTo>
                  <a:cubicBezTo>
                    <a:pt x="0" y="153"/>
                    <a:pt x="33" y="190"/>
                    <a:pt x="103" y="190"/>
                  </a:cubicBezTo>
                  <a:cubicBezTo>
                    <a:pt x="120" y="190"/>
                    <a:pt x="136" y="190"/>
                    <a:pt x="153" y="174"/>
                  </a:cubicBezTo>
                  <a:cubicBezTo>
                    <a:pt x="173" y="174"/>
                    <a:pt x="173" y="174"/>
                    <a:pt x="190" y="153"/>
                  </a:cubicBezTo>
                  <a:cubicBezTo>
                    <a:pt x="223" y="137"/>
                    <a:pt x="239" y="120"/>
                    <a:pt x="239" y="87"/>
                  </a:cubicBezTo>
                  <a:cubicBezTo>
                    <a:pt x="256" y="71"/>
                    <a:pt x="256" y="34"/>
                    <a:pt x="239" y="17"/>
                  </a:cubicBezTo>
                  <a:cubicBezTo>
                    <a:pt x="223" y="1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9" name="Google Shape;18999;p47"/>
            <p:cNvSpPr/>
            <p:nvPr/>
          </p:nvSpPr>
          <p:spPr>
            <a:xfrm>
              <a:off x="4755275" y="2386425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91" y="1"/>
                  </a:moveTo>
                  <a:cubicBezTo>
                    <a:pt x="178" y="1"/>
                    <a:pt x="166" y="5"/>
                    <a:pt x="158" y="13"/>
                  </a:cubicBezTo>
                  <a:cubicBezTo>
                    <a:pt x="125" y="13"/>
                    <a:pt x="88" y="29"/>
                    <a:pt x="71" y="46"/>
                  </a:cubicBezTo>
                  <a:cubicBezTo>
                    <a:pt x="22" y="100"/>
                    <a:pt x="1" y="165"/>
                    <a:pt x="55" y="186"/>
                  </a:cubicBezTo>
                  <a:cubicBezTo>
                    <a:pt x="71" y="203"/>
                    <a:pt x="104" y="203"/>
                    <a:pt x="141" y="203"/>
                  </a:cubicBezTo>
                  <a:cubicBezTo>
                    <a:pt x="141" y="186"/>
                    <a:pt x="158" y="186"/>
                    <a:pt x="174" y="186"/>
                  </a:cubicBezTo>
                  <a:cubicBezTo>
                    <a:pt x="191" y="186"/>
                    <a:pt x="207" y="165"/>
                    <a:pt x="228" y="149"/>
                  </a:cubicBezTo>
                  <a:cubicBezTo>
                    <a:pt x="244" y="133"/>
                    <a:pt x="261" y="100"/>
                    <a:pt x="261" y="83"/>
                  </a:cubicBezTo>
                  <a:cubicBezTo>
                    <a:pt x="261" y="46"/>
                    <a:pt x="261" y="29"/>
                    <a:pt x="228" y="13"/>
                  </a:cubicBezTo>
                  <a:cubicBezTo>
                    <a:pt x="217" y="5"/>
                    <a:pt x="204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0" name="Google Shape;19000;p47"/>
            <p:cNvSpPr/>
            <p:nvPr/>
          </p:nvSpPr>
          <p:spPr>
            <a:xfrm>
              <a:off x="4755800" y="2442100"/>
              <a:ext cx="6825" cy="4775"/>
            </a:xfrm>
            <a:custGeom>
              <a:avLst/>
              <a:gdLst/>
              <a:ahLst/>
              <a:cxnLst/>
              <a:rect l="l" t="t" r="r" b="b"/>
              <a:pathLst>
                <a:path w="273" h="191" extrusionOk="0">
                  <a:moveTo>
                    <a:pt x="179" y="1"/>
                  </a:moveTo>
                  <a:cubicBezTo>
                    <a:pt x="159" y="1"/>
                    <a:pt x="138" y="7"/>
                    <a:pt x="120" y="21"/>
                  </a:cubicBezTo>
                  <a:cubicBezTo>
                    <a:pt x="50" y="37"/>
                    <a:pt x="1" y="103"/>
                    <a:pt x="17" y="140"/>
                  </a:cubicBezTo>
                  <a:cubicBezTo>
                    <a:pt x="28" y="172"/>
                    <a:pt x="61" y="190"/>
                    <a:pt x="96" y="190"/>
                  </a:cubicBezTo>
                  <a:cubicBezTo>
                    <a:pt x="115" y="190"/>
                    <a:pt x="136" y="185"/>
                    <a:pt x="153" y="173"/>
                  </a:cubicBezTo>
                  <a:cubicBezTo>
                    <a:pt x="223" y="157"/>
                    <a:pt x="273" y="87"/>
                    <a:pt x="256" y="54"/>
                  </a:cubicBezTo>
                  <a:cubicBezTo>
                    <a:pt x="246" y="20"/>
                    <a:pt x="214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001" name="Google Shape;19001;p47"/>
          <p:cNvSpPr/>
          <p:nvPr/>
        </p:nvSpPr>
        <p:spPr>
          <a:xfrm>
            <a:off x="8193000" y="4260000"/>
            <a:ext cx="2769474" cy="2340126"/>
          </a:xfrm>
          <a:custGeom>
            <a:avLst/>
            <a:gdLst/>
            <a:ahLst/>
            <a:cxnLst/>
            <a:rect l="l" t="t" r="r" b="b"/>
            <a:pathLst>
              <a:path w="8521" h="7200" extrusionOk="0">
                <a:moveTo>
                  <a:pt x="6541" y="1"/>
                </a:moveTo>
                <a:cubicBezTo>
                  <a:pt x="6496" y="1"/>
                  <a:pt x="6453" y="4"/>
                  <a:pt x="6412" y="9"/>
                </a:cubicBezTo>
                <a:cubicBezTo>
                  <a:pt x="5770" y="94"/>
                  <a:pt x="4963" y="567"/>
                  <a:pt x="4013" y="567"/>
                </a:cubicBezTo>
                <a:cubicBezTo>
                  <a:pt x="3705" y="567"/>
                  <a:pt x="3382" y="517"/>
                  <a:pt x="3045" y="388"/>
                </a:cubicBezTo>
                <a:cubicBezTo>
                  <a:pt x="2461" y="149"/>
                  <a:pt x="1962" y="65"/>
                  <a:pt x="1611" y="65"/>
                </a:cubicBezTo>
                <a:cubicBezTo>
                  <a:pt x="1588" y="64"/>
                  <a:pt x="1566" y="63"/>
                  <a:pt x="1543" y="63"/>
                </a:cubicBezTo>
                <a:cubicBezTo>
                  <a:pt x="922" y="63"/>
                  <a:pt x="346" y="439"/>
                  <a:pt x="177" y="1063"/>
                </a:cubicBezTo>
                <a:cubicBezTo>
                  <a:pt x="1" y="1527"/>
                  <a:pt x="148" y="2026"/>
                  <a:pt x="324" y="2406"/>
                </a:cubicBezTo>
                <a:cubicBezTo>
                  <a:pt x="676" y="3109"/>
                  <a:pt x="465" y="4719"/>
                  <a:pt x="465" y="4754"/>
                </a:cubicBezTo>
                <a:cubicBezTo>
                  <a:pt x="385" y="5469"/>
                  <a:pt x="873" y="7199"/>
                  <a:pt x="2814" y="7199"/>
                </a:cubicBezTo>
                <a:cubicBezTo>
                  <a:pt x="2935" y="7199"/>
                  <a:pt x="3061" y="7193"/>
                  <a:pt x="3192" y="7179"/>
                </a:cubicBezTo>
                <a:cubicBezTo>
                  <a:pt x="5477" y="6919"/>
                  <a:pt x="7558" y="4754"/>
                  <a:pt x="8057" y="2673"/>
                </a:cubicBezTo>
                <a:cubicBezTo>
                  <a:pt x="8521" y="736"/>
                  <a:pt x="7295" y="1"/>
                  <a:pt x="65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02" name="Google Shape;19002;p47"/>
          <p:cNvSpPr/>
          <p:nvPr/>
        </p:nvSpPr>
        <p:spPr>
          <a:xfrm rot="-5400000" flipH="1">
            <a:off x="31486" y="298701"/>
            <a:ext cx="753101" cy="616198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03" name="Google Shape;19003;p47"/>
          <p:cNvSpPr/>
          <p:nvPr/>
        </p:nvSpPr>
        <p:spPr>
          <a:xfrm rot="5400000" flipH="1">
            <a:off x="325290" y="3947585"/>
            <a:ext cx="343650" cy="281174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04" name="Google Shape;19004;p47"/>
          <p:cNvSpPr/>
          <p:nvPr/>
        </p:nvSpPr>
        <p:spPr>
          <a:xfrm rot="5400000" flipH="1">
            <a:off x="2048639" y="4618442"/>
            <a:ext cx="420427" cy="461299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 2">
  <p:cSld name="CUSTOM_20_1">
    <p:spTree>
      <p:nvGrpSpPr>
        <p:cNvPr id="1" name="Shape 19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91" name="Google Shape;19291;p49"/>
          <p:cNvSpPr/>
          <p:nvPr/>
        </p:nvSpPr>
        <p:spPr>
          <a:xfrm rot="229913">
            <a:off x="1343546" y="346121"/>
            <a:ext cx="7371209" cy="4168007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292" name="Google Shape;19292;p49"/>
          <p:cNvSpPr/>
          <p:nvPr/>
        </p:nvSpPr>
        <p:spPr>
          <a:xfrm rot="-4835129" flipH="1">
            <a:off x="6893621" y="3923463"/>
            <a:ext cx="420429" cy="461300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293" name="Google Shape;19293;p49"/>
          <p:cNvSpPr/>
          <p:nvPr/>
        </p:nvSpPr>
        <p:spPr>
          <a:xfrm rot="-4835172">
            <a:off x="7534673" y="3865072"/>
            <a:ext cx="343651" cy="281174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294" name="Google Shape;19294;p49"/>
          <p:cNvSpPr/>
          <p:nvPr/>
        </p:nvSpPr>
        <p:spPr>
          <a:xfrm rot="1991266" flipH="1">
            <a:off x="2123530" y="447188"/>
            <a:ext cx="560106" cy="458284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295" name="Google Shape;19295;p49"/>
          <p:cNvSpPr/>
          <p:nvPr/>
        </p:nvSpPr>
        <p:spPr>
          <a:xfrm rot="-79164">
            <a:off x="7320235" y="3686827"/>
            <a:ext cx="267787" cy="219124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296" name="Google Shape;19296;p49"/>
          <p:cNvSpPr txBox="1">
            <a:spLocks noGrp="1"/>
          </p:cNvSpPr>
          <p:nvPr>
            <p:ph type="title"/>
          </p:nvPr>
        </p:nvSpPr>
        <p:spPr>
          <a:xfrm>
            <a:off x="1869325" y="1429500"/>
            <a:ext cx="5405400" cy="228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9297" name="Google Shape;19297;p49"/>
          <p:cNvSpPr/>
          <p:nvPr/>
        </p:nvSpPr>
        <p:spPr>
          <a:xfrm>
            <a:off x="-976700" y="4260000"/>
            <a:ext cx="2769474" cy="2340126"/>
          </a:xfrm>
          <a:custGeom>
            <a:avLst/>
            <a:gdLst/>
            <a:ahLst/>
            <a:cxnLst/>
            <a:rect l="l" t="t" r="r" b="b"/>
            <a:pathLst>
              <a:path w="8521" h="7200" extrusionOk="0">
                <a:moveTo>
                  <a:pt x="6541" y="1"/>
                </a:moveTo>
                <a:cubicBezTo>
                  <a:pt x="6496" y="1"/>
                  <a:pt x="6453" y="4"/>
                  <a:pt x="6412" y="9"/>
                </a:cubicBezTo>
                <a:cubicBezTo>
                  <a:pt x="5770" y="94"/>
                  <a:pt x="4963" y="567"/>
                  <a:pt x="4013" y="567"/>
                </a:cubicBezTo>
                <a:cubicBezTo>
                  <a:pt x="3705" y="567"/>
                  <a:pt x="3382" y="517"/>
                  <a:pt x="3045" y="388"/>
                </a:cubicBezTo>
                <a:cubicBezTo>
                  <a:pt x="2461" y="149"/>
                  <a:pt x="1962" y="65"/>
                  <a:pt x="1611" y="65"/>
                </a:cubicBezTo>
                <a:cubicBezTo>
                  <a:pt x="1588" y="64"/>
                  <a:pt x="1566" y="63"/>
                  <a:pt x="1543" y="63"/>
                </a:cubicBezTo>
                <a:cubicBezTo>
                  <a:pt x="922" y="63"/>
                  <a:pt x="346" y="439"/>
                  <a:pt x="177" y="1063"/>
                </a:cubicBezTo>
                <a:cubicBezTo>
                  <a:pt x="1" y="1527"/>
                  <a:pt x="148" y="2026"/>
                  <a:pt x="324" y="2406"/>
                </a:cubicBezTo>
                <a:cubicBezTo>
                  <a:pt x="676" y="3109"/>
                  <a:pt x="465" y="4719"/>
                  <a:pt x="465" y="4754"/>
                </a:cubicBezTo>
                <a:cubicBezTo>
                  <a:pt x="385" y="5469"/>
                  <a:pt x="873" y="7199"/>
                  <a:pt x="2814" y="7199"/>
                </a:cubicBezTo>
                <a:cubicBezTo>
                  <a:pt x="2935" y="7199"/>
                  <a:pt x="3061" y="7193"/>
                  <a:pt x="3192" y="7179"/>
                </a:cubicBezTo>
                <a:cubicBezTo>
                  <a:pt x="5477" y="6919"/>
                  <a:pt x="7558" y="4754"/>
                  <a:pt x="8057" y="2673"/>
                </a:cubicBezTo>
                <a:cubicBezTo>
                  <a:pt x="8521" y="736"/>
                  <a:pt x="7295" y="1"/>
                  <a:pt x="65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sp>
        <p:nvSpPr>
          <p:cNvPr id="19298" name="Google Shape;19298;p49"/>
          <p:cNvSpPr/>
          <p:nvPr/>
        </p:nvSpPr>
        <p:spPr>
          <a:xfrm>
            <a:off x="7000025" y="-1512150"/>
            <a:ext cx="2769474" cy="2340126"/>
          </a:xfrm>
          <a:custGeom>
            <a:avLst/>
            <a:gdLst/>
            <a:ahLst/>
            <a:cxnLst/>
            <a:rect l="l" t="t" r="r" b="b"/>
            <a:pathLst>
              <a:path w="8521" h="7200" extrusionOk="0">
                <a:moveTo>
                  <a:pt x="6541" y="1"/>
                </a:moveTo>
                <a:cubicBezTo>
                  <a:pt x="6496" y="1"/>
                  <a:pt x="6453" y="4"/>
                  <a:pt x="6412" y="9"/>
                </a:cubicBezTo>
                <a:cubicBezTo>
                  <a:pt x="5770" y="94"/>
                  <a:pt x="4963" y="567"/>
                  <a:pt x="4013" y="567"/>
                </a:cubicBezTo>
                <a:cubicBezTo>
                  <a:pt x="3705" y="567"/>
                  <a:pt x="3382" y="517"/>
                  <a:pt x="3045" y="388"/>
                </a:cubicBezTo>
                <a:cubicBezTo>
                  <a:pt x="2461" y="149"/>
                  <a:pt x="1962" y="65"/>
                  <a:pt x="1611" y="65"/>
                </a:cubicBezTo>
                <a:cubicBezTo>
                  <a:pt x="1588" y="64"/>
                  <a:pt x="1566" y="63"/>
                  <a:pt x="1543" y="63"/>
                </a:cubicBezTo>
                <a:cubicBezTo>
                  <a:pt x="922" y="63"/>
                  <a:pt x="346" y="439"/>
                  <a:pt x="177" y="1063"/>
                </a:cubicBezTo>
                <a:cubicBezTo>
                  <a:pt x="1" y="1527"/>
                  <a:pt x="148" y="2026"/>
                  <a:pt x="324" y="2406"/>
                </a:cubicBezTo>
                <a:cubicBezTo>
                  <a:pt x="676" y="3109"/>
                  <a:pt x="465" y="4719"/>
                  <a:pt x="465" y="4754"/>
                </a:cubicBezTo>
                <a:cubicBezTo>
                  <a:pt x="385" y="5469"/>
                  <a:pt x="873" y="7199"/>
                  <a:pt x="2814" y="7199"/>
                </a:cubicBezTo>
                <a:cubicBezTo>
                  <a:pt x="2935" y="7199"/>
                  <a:pt x="3061" y="7193"/>
                  <a:pt x="3192" y="7179"/>
                </a:cubicBezTo>
                <a:cubicBezTo>
                  <a:pt x="5477" y="6919"/>
                  <a:pt x="7558" y="4754"/>
                  <a:pt x="8057" y="2673"/>
                </a:cubicBezTo>
                <a:cubicBezTo>
                  <a:pt x="8521" y="736"/>
                  <a:pt x="7295" y="1"/>
                  <a:pt x="65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25">
    <p:spTree>
      <p:nvGrpSpPr>
        <p:cNvPr id="1" name="Shape 19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8" name="Google Shape;19898;p53"/>
          <p:cNvSpPr/>
          <p:nvPr/>
        </p:nvSpPr>
        <p:spPr>
          <a:xfrm>
            <a:off x="-91437" y="4103627"/>
            <a:ext cx="9326881" cy="1039880"/>
          </a:xfrm>
          <a:custGeom>
            <a:avLst/>
            <a:gdLst/>
            <a:ahLst/>
            <a:cxnLst/>
            <a:rect l="l" t="t" r="r" b="b"/>
            <a:pathLst>
              <a:path w="17647" h="6391" extrusionOk="0">
                <a:moveTo>
                  <a:pt x="1" y="0"/>
                </a:moveTo>
                <a:lnTo>
                  <a:pt x="1" y="6391"/>
                </a:lnTo>
                <a:lnTo>
                  <a:pt x="17647" y="6391"/>
                </a:lnTo>
                <a:lnTo>
                  <a:pt x="17647" y="1736"/>
                </a:lnTo>
                <a:cubicBezTo>
                  <a:pt x="17647" y="1630"/>
                  <a:pt x="17502" y="1590"/>
                  <a:pt x="17283" y="1590"/>
                </a:cubicBezTo>
                <a:cubicBezTo>
                  <a:pt x="16649" y="1590"/>
                  <a:pt x="15392" y="1927"/>
                  <a:pt x="15239" y="1979"/>
                </a:cubicBezTo>
                <a:cubicBezTo>
                  <a:pt x="14192" y="2408"/>
                  <a:pt x="13367" y="3093"/>
                  <a:pt x="12473" y="3678"/>
                </a:cubicBezTo>
                <a:cubicBezTo>
                  <a:pt x="11402" y="4369"/>
                  <a:pt x="10189" y="4829"/>
                  <a:pt x="8848" y="4829"/>
                </a:cubicBezTo>
                <a:cubicBezTo>
                  <a:pt x="8557" y="4829"/>
                  <a:pt x="8261" y="4808"/>
                  <a:pt x="7958" y="4762"/>
                </a:cubicBezTo>
                <a:cubicBezTo>
                  <a:pt x="6515" y="4556"/>
                  <a:pt x="5414" y="3798"/>
                  <a:pt x="4433" y="2973"/>
                </a:cubicBezTo>
                <a:cubicBezTo>
                  <a:pt x="3266" y="2012"/>
                  <a:pt x="2203" y="965"/>
                  <a:pt x="743" y="277"/>
                </a:cubicBezTo>
                <a:cubicBezTo>
                  <a:pt x="673" y="244"/>
                  <a:pt x="22" y="54"/>
                  <a:pt x="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899" name="Google Shape;19899;p53"/>
          <p:cNvGrpSpPr/>
          <p:nvPr/>
        </p:nvGrpSpPr>
        <p:grpSpPr>
          <a:xfrm>
            <a:off x="-76212" y="-5"/>
            <a:ext cx="1803243" cy="1536829"/>
            <a:chOff x="3796300" y="2184925"/>
            <a:chExt cx="427775" cy="364575"/>
          </a:xfrm>
        </p:grpSpPr>
        <p:sp>
          <p:nvSpPr>
            <p:cNvPr id="19900" name="Google Shape;19900;p53"/>
            <p:cNvSpPr/>
            <p:nvPr/>
          </p:nvSpPr>
          <p:spPr>
            <a:xfrm>
              <a:off x="4014925" y="231840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3" y="21"/>
                    <a:pt x="0" y="71"/>
                    <a:pt x="0" y="157"/>
                  </a:cubicBezTo>
                  <a:cubicBezTo>
                    <a:pt x="17" y="190"/>
                    <a:pt x="17" y="207"/>
                    <a:pt x="54" y="244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57" y="260"/>
                    <a:pt x="190" y="227"/>
                    <a:pt x="206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6" y="38"/>
                    <a:pt x="173" y="21"/>
                  </a:cubicBezTo>
                  <a:cubicBezTo>
                    <a:pt x="173" y="21"/>
                    <a:pt x="157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1" name="Google Shape;19901;p53"/>
            <p:cNvSpPr/>
            <p:nvPr/>
          </p:nvSpPr>
          <p:spPr>
            <a:xfrm>
              <a:off x="4016250" y="2394475"/>
              <a:ext cx="6425" cy="6375"/>
            </a:xfrm>
            <a:custGeom>
              <a:avLst/>
              <a:gdLst/>
              <a:ahLst/>
              <a:cxnLst/>
              <a:rect l="l" t="t" r="r" b="b"/>
              <a:pathLst>
                <a:path w="257" h="255" extrusionOk="0">
                  <a:moveTo>
                    <a:pt x="137" y="0"/>
                  </a:moveTo>
                  <a:cubicBezTo>
                    <a:pt x="104" y="0"/>
                    <a:pt x="83" y="0"/>
                    <a:pt x="50" y="17"/>
                  </a:cubicBezTo>
                  <a:cubicBezTo>
                    <a:pt x="17" y="70"/>
                    <a:pt x="1" y="153"/>
                    <a:pt x="34" y="206"/>
                  </a:cubicBezTo>
                  <a:cubicBezTo>
                    <a:pt x="63" y="235"/>
                    <a:pt x="99" y="254"/>
                    <a:pt x="130" y="254"/>
                  </a:cubicBezTo>
                  <a:cubicBezTo>
                    <a:pt x="153" y="254"/>
                    <a:pt x="173" y="245"/>
                    <a:pt x="186" y="223"/>
                  </a:cubicBezTo>
                  <a:cubicBezTo>
                    <a:pt x="240" y="190"/>
                    <a:pt x="256" y="103"/>
                    <a:pt x="207" y="50"/>
                  </a:cubicBezTo>
                  <a:cubicBezTo>
                    <a:pt x="207" y="17"/>
                    <a:pt x="186" y="17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2" name="Google Shape;19902;p53"/>
            <p:cNvSpPr/>
            <p:nvPr/>
          </p:nvSpPr>
          <p:spPr>
            <a:xfrm>
              <a:off x="3944925" y="23175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4" y="0"/>
                  </a:moveTo>
                  <a:cubicBezTo>
                    <a:pt x="87" y="0"/>
                    <a:pt x="87" y="17"/>
                    <a:pt x="71" y="17"/>
                  </a:cubicBezTo>
                  <a:cubicBezTo>
                    <a:pt x="34" y="33"/>
                    <a:pt x="1" y="87"/>
                    <a:pt x="1" y="157"/>
                  </a:cubicBezTo>
                  <a:cubicBezTo>
                    <a:pt x="17" y="190"/>
                    <a:pt x="34" y="223"/>
                    <a:pt x="50" y="240"/>
                  </a:cubicBezTo>
                  <a:cubicBezTo>
                    <a:pt x="65" y="254"/>
                    <a:pt x="86" y="267"/>
                    <a:pt x="109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90" y="260"/>
                    <a:pt x="240" y="190"/>
                    <a:pt x="223" y="120"/>
                  </a:cubicBezTo>
                  <a:lnTo>
                    <a:pt x="223" y="87"/>
                  </a:lnTo>
                  <a:cubicBezTo>
                    <a:pt x="207" y="54"/>
                    <a:pt x="190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3" name="Google Shape;19903;p53"/>
            <p:cNvSpPr/>
            <p:nvPr/>
          </p:nvSpPr>
          <p:spPr>
            <a:xfrm>
              <a:off x="4002450" y="23514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103" y="1"/>
                    <a:pt x="70" y="1"/>
                    <a:pt x="54" y="17"/>
                  </a:cubicBezTo>
                  <a:cubicBezTo>
                    <a:pt x="0" y="71"/>
                    <a:pt x="0" y="158"/>
                    <a:pt x="37" y="207"/>
                  </a:cubicBezTo>
                  <a:cubicBezTo>
                    <a:pt x="54" y="244"/>
                    <a:pt x="87" y="261"/>
                    <a:pt x="103" y="261"/>
                  </a:cubicBezTo>
                  <a:cubicBezTo>
                    <a:pt x="140" y="261"/>
                    <a:pt x="173" y="244"/>
                    <a:pt x="190" y="224"/>
                  </a:cubicBezTo>
                  <a:cubicBezTo>
                    <a:pt x="244" y="191"/>
                    <a:pt x="244" y="104"/>
                    <a:pt x="206" y="55"/>
                  </a:cubicBezTo>
                  <a:cubicBezTo>
                    <a:pt x="190" y="17"/>
                    <a:pt x="190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4" name="Google Shape;19904;p53"/>
            <p:cNvSpPr/>
            <p:nvPr/>
          </p:nvSpPr>
          <p:spPr>
            <a:xfrm>
              <a:off x="4017900" y="23510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71" y="0"/>
                  </a:moveTo>
                  <a:cubicBezTo>
                    <a:pt x="38" y="33"/>
                    <a:pt x="1" y="87"/>
                    <a:pt x="17" y="157"/>
                  </a:cubicBezTo>
                  <a:cubicBezTo>
                    <a:pt x="17" y="190"/>
                    <a:pt x="38" y="207"/>
                    <a:pt x="54" y="240"/>
                  </a:cubicBezTo>
                  <a:cubicBezTo>
                    <a:pt x="87" y="260"/>
                    <a:pt x="104" y="260"/>
                    <a:pt x="141" y="260"/>
                  </a:cubicBezTo>
                  <a:cubicBezTo>
                    <a:pt x="190" y="240"/>
                    <a:pt x="244" y="174"/>
                    <a:pt x="223" y="103"/>
                  </a:cubicBezTo>
                  <a:lnTo>
                    <a:pt x="223" y="71"/>
                  </a:lnTo>
                  <a:cubicBezTo>
                    <a:pt x="207" y="33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5" name="Google Shape;19905;p53"/>
            <p:cNvSpPr/>
            <p:nvPr/>
          </p:nvSpPr>
          <p:spPr>
            <a:xfrm>
              <a:off x="4011525" y="23688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10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0" y="149"/>
                    <a:pt x="17" y="219"/>
                    <a:pt x="87" y="252"/>
                  </a:cubicBezTo>
                  <a:cubicBezTo>
                    <a:pt x="99" y="257"/>
                    <a:pt x="112" y="260"/>
                    <a:pt x="126" y="260"/>
                  </a:cubicBezTo>
                  <a:cubicBezTo>
                    <a:pt x="168" y="260"/>
                    <a:pt x="210" y="236"/>
                    <a:pt x="223" y="186"/>
                  </a:cubicBezTo>
                  <a:cubicBezTo>
                    <a:pt x="239" y="116"/>
                    <a:pt x="223" y="29"/>
                    <a:pt x="153" y="13"/>
                  </a:cubicBezTo>
                  <a:cubicBezTo>
                    <a:pt x="140" y="4"/>
                    <a:pt x="125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6" name="Google Shape;19906;p53"/>
            <p:cNvSpPr/>
            <p:nvPr/>
          </p:nvSpPr>
          <p:spPr>
            <a:xfrm>
              <a:off x="4014100" y="2270675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25" y="0"/>
                  </a:moveTo>
                  <a:cubicBezTo>
                    <a:pt x="80" y="0"/>
                    <a:pt x="30" y="31"/>
                    <a:pt x="17" y="75"/>
                  </a:cubicBezTo>
                  <a:cubicBezTo>
                    <a:pt x="0" y="141"/>
                    <a:pt x="17" y="227"/>
                    <a:pt x="87" y="244"/>
                  </a:cubicBezTo>
                  <a:cubicBezTo>
                    <a:pt x="100" y="254"/>
                    <a:pt x="115" y="259"/>
                    <a:pt x="130" y="259"/>
                  </a:cubicBezTo>
                  <a:cubicBezTo>
                    <a:pt x="170" y="259"/>
                    <a:pt x="211" y="226"/>
                    <a:pt x="223" y="178"/>
                  </a:cubicBezTo>
                  <a:cubicBezTo>
                    <a:pt x="239" y="108"/>
                    <a:pt x="223" y="38"/>
                    <a:pt x="153" y="5"/>
                  </a:cubicBezTo>
                  <a:cubicBezTo>
                    <a:pt x="144" y="2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7" name="Google Shape;19907;p53"/>
            <p:cNvSpPr/>
            <p:nvPr/>
          </p:nvSpPr>
          <p:spPr>
            <a:xfrm>
              <a:off x="4001625" y="23978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33" y="223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39" y="190"/>
                    <a:pt x="223" y="120"/>
                  </a:cubicBezTo>
                  <a:cubicBezTo>
                    <a:pt x="223" y="87"/>
                    <a:pt x="206" y="54"/>
                    <a:pt x="190" y="37"/>
                  </a:cubicBezTo>
                  <a:cubicBezTo>
                    <a:pt x="173" y="17"/>
                    <a:pt x="17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8" name="Google Shape;19908;p53"/>
            <p:cNvSpPr/>
            <p:nvPr/>
          </p:nvSpPr>
          <p:spPr>
            <a:xfrm>
              <a:off x="4020900" y="2301700"/>
              <a:ext cx="6525" cy="6425"/>
            </a:xfrm>
            <a:custGeom>
              <a:avLst/>
              <a:gdLst/>
              <a:ahLst/>
              <a:cxnLst/>
              <a:rect l="l" t="t" r="r" b="b"/>
              <a:pathLst>
                <a:path w="261" h="257" extrusionOk="0">
                  <a:moveTo>
                    <a:pt x="140" y="1"/>
                  </a:moveTo>
                  <a:cubicBezTo>
                    <a:pt x="124" y="1"/>
                    <a:pt x="87" y="1"/>
                    <a:pt x="70" y="34"/>
                  </a:cubicBezTo>
                  <a:cubicBezTo>
                    <a:pt x="21" y="71"/>
                    <a:pt x="0" y="153"/>
                    <a:pt x="54" y="207"/>
                  </a:cubicBezTo>
                  <a:cubicBezTo>
                    <a:pt x="70" y="240"/>
                    <a:pt x="87" y="256"/>
                    <a:pt x="124" y="256"/>
                  </a:cubicBezTo>
                  <a:cubicBezTo>
                    <a:pt x="157" y="256"/>
                    <a:pt x="173" y="256"/>
                    <a:pt x="206" y="223"/>
                  </a:cubicBezTo>
                  <a:cubicBezTo>
                    <a:pt x="260" y="190"/>
                    <a:pt x="260" y="104"/>
                    <a:pt x="227" y="50"/>
                  </a:cubicBezTo>
                  <a:cubicBezTo>
                    <a:pt x="206" y="34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9" name="Google Shape;19909;p53"/>
            <p:cNvSpPr/>
            <p:nvPr/>
          </p:nvSpPr>
          <p:spPr>
            <a:xfrm>
              <a:off x="4021825" y="2285425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87" y="0"/>
                  </a:moveTo>
                  <a:cubicBezTo>
                    <a:pt x="33" y="17"/>
                    <a:pt x="0" y="83"/>
                    <a:pt x="0" y="153"/>
                  </a:cubicBezTo>
                  <a:cubicBezTo>
                    <a:pt x="0" y="186"/>
                    <a:pt x="17" y="223"/>
                    <a:pt x="50" y="239"/>
                  </a:cubicBezTo>
                  <a:cubicBezTo>
                    <a:pt x="62" y="251"/>
                    <a:pt x="84" y="263"/>
                    <a:pt x="101" y="263"/>
                  </a:cubicBezTo>
                  <a:cubicBezTo>
                    <a:pt x="109" y="263"/>
                    <a:pt x="115" y="261"/>
                    <a:pt x="120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23" y="83"/>
                    <a:pt x="207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0" name="Google Shape;19910;p53"/>
            <p:cNvSpPr/>
            <p:nvPr/>
          </p:nvSpPr>
          <p:spPr>
            <a:xfrm>
              <a:off x="4023475" y="2380525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3" y="1"/>
                  </a:moveTo>
                  <a:cubicBezTo>
                    <a:pt x="117" y="1"/>
                    <a:pt x="110" y="3"/>
                    <a:pt x="103" y="10"/>
                  </a:cubicBezTo>
                  <a:cubicBezTo>
                    <a:pt x="37" y="10"/>
                    <a:pt x="0" y="76"/>
                    <a:pt x="21" y="146"/>
                  </a:cubicBezTo>
                  <a:cubicBezTo>
                    <a:pt x="21" y="179"/>
                    <a:pt x="37" y="216"/>
                    <a:pt x="54" y="232"/>
                  </a:cubicBezTo>
                  <a:cubicBezTo>
                    <a:pt x="87" y="249"/>
                    <a:pt x="103" y="265"/>
                    <a:pt x="141" y="265"/>
                  </a:cubicBezTo>
                  <a:cubicBezTo>
                    <a:pt x="190" y="249"/>
                    <a:pt x="244" y="179"/>
                    <a:pt x="227" y="113"/>
                  </a:cubicBezTo>
                  <a:cubicBezTo>
                    <a:pt x="227" y="76"/>
                    <a:pt x="207" y="43"/>
                    <a:pt x="190" y="26"/>
                  </a:cubicBezTo>
                  <a:cubicBezTo>
                    <a:pt x="174" y="26"/>
                    <a:pt x="174" y="10"/>
                    <a:pt x="157" y="10"/>
                  </a:cubicBezTo>
                  <a:cubicBezTo>
                    <a:pt x="146" y="10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1" name="Google Shape;19911;p53"/>
            <p:cNvSpPr/>
            <p:nvPr/>
          </p:nvSpPr>
          <p:spPr>
            <a:xfrm>
              <a:off x="4022650" y="23336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cubicBezTo>
                    <a:pt x="70" y="8"/>
                    <a:pt x="54" y="29"/>
                    <a:pt x="33" y="61"/>
                  </a:cubicBezTo>
                  <a:cubicBezTo>
                    <a:pt x="17" y="78"/>
                    <a:pt x="0" y="111"/>
                    <a:pt x="17" y="148"/>
                  </a:cubicBezTo>
                  <a:cubicBezTo>
                    <a:pt x="17" y="181"/>
                    <a:pt x="33" y="214"/>
                    <a:pt x="54" y="235"/>
                  </a:cubicBezTo>
                  <a:cubicBezTo>
                    <a:pt x="70" y="251"/>
                    <a:pt x="103" y="268"/>
                    <a:pt x="136" y="268"/>
                  </a:cubicBezTo>
                  <a:cubicBezTo>
                    <a:pt x="190" y="251"/>
                    <a:pt x="240" y="181"/>
                    <a:pt x="223" y="111"/>
                  </a:cubicBezTo>
                  <a:cubicBezTo>
                    <a:pt x="223" y="78"/>
                    <a:pt x="207" y="45"/>
                    <a:pt x="190" y="29"/>
                  </a:cubicBezTo>
                  <a:cubicBezTo>
                    <a:pt x="174" y="29"/>
                    <a:pt x="174" y="8"/>
                    <a:pt x="157" y="8"/>
                  </a:cubicBezTo>
                  <a:cubicBezTo>
                    <a:pt x="143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2" name="Google Shape;19912;p53"/>
            <p:cNvSpPr/>
            <p:nvPr/>
          </p:nvSpPr>
          <p:spPr>
            <a:xfrm>
              <a:off x="4021400" y="2255000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18" y="0"/>
                  </a:moveTo>
                  <a:cubicBezTo>
                    <a:pt x="71" y="0"/>
                    <a:pt x="30" y="32"/>
                    <a:pt x="17" y="83"/>
                  </a:cubicBezTo>
                  <a:cubicBezTo>
                    <a:pt x="1" y="149"/>
                    <a:pt x="34" y="219"/>
                    <a:pt x="83" y="252"/>
                  </a:cubicBezTo>
                  <a:cubicBezTo>
                    <a:pt x="92" y="255"/>
                    <a:pt x="102" y="257"/>
                    <a:pt x="112" y="257"/>
                  </a:cubicBezTo>
                  <a:cubicBezTo>
                    <a:pt x="159" y="257"/>
                    <a:pt x="210" y="224"/>
                    <a:pt x="224" y="166"/>
                  </a:cubicBezTo>
                  <a:cubicBezTo>
                    <a:pt x="240" y="116"/>
                    <a:pt x="224" y="30"/>
                    <a:pt x="170" y="13"/>
                  </a:cubicBezTo>
                  <a:cubicBezTo>
                    <a:pt x="152" y="4"/>
                    <a:pt x="13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3" name="Google Shape;19913;p53"/>
            <p:cNvSpPr/>
            <p:nvPr/>
          </p:nvSpPr>
          <p:spPr>
            <a:xfrm>
              <a:off x="4023475" y="2238100"/>
              <a:ext cx="5700" cy="6525"/>
            </a:xfrm>
            <a:custGeom>
              <a:avLst/>
              <a:gdLst/>
              <a:ahLst/>
              <a:cxnLst/>
              <a:rect l="l" t="t" r="r" b="b"/>
              <a:pathLst>
                <a:path w="228" h="261" extrusionOk="0">
                  <a:moveTo>
                    <a:pt x="87" y="1"/>
                  </a:moveTo>
                  <a:cubicBezTo>
                    <a:pt x="70" y="1"/>
                    <a:pt x="54" y="17"/>
                    <a:pt x="37" y="38"/>
                  </a:cubicBezTo>
                  <a:cubicBezTo>
                    <a:pt x="0" y="71"/>
                    <a:pt x="0" y="104"/>
                    <a:pt x="0" y="157"/>
                  </a:cubicBezTo>
                  <a:cubicBezTo>
                    <a:pt x="0" y="190"/>
                    <a:pt x="21" y="223"/>
                    <a:pt x="54" y="244"/>
                  </a:cubicBezTo>
                  <a:cubicBezTo>
                    <a:pt x="70" y="260"/>
                    <a:pt x="103" y="260"/>
                    <a:pt x="124" y="260"/>
                  </a:cubicBezTo>
                  <a:cubicBezTo>
                    <a:pt x="190" y="260"/>
                    <a:pt x="227" y="190"/>
                    <a:pt x="227" y="120"/>
                  </a:cubicBezTo>
                  <a:lnTo>
                    <a:pt x="227" y="104"/>
                  </a:lnTo>
                  <a:cubicBezTo>
                    <a:pt x="207" y="71"/>
                    <a:pt x="190" y="38"/>
                    <a:pt x="157" y="17"/>
                  </a:cubicBezTo>
                  <a:cubicBezTo>
                    <a:pt x="141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4" name="Google Shape;19914;p53"/>
            <p:cNvSpPr/>
            <p:nvPr/>
          </p:nvSpPr>
          <p:spPr>
            <a:xfrm>
              <a:off x="4007600" y="22905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54" y="17"/>
                    <a:pt x="0" y="83"/>
                    <a:pt x="17" y="153"/>
                  </a:cubicBezTo>
                  <a:cubicBezTo>
                    <a:pt x="35" y="214"/>
                    <a:pt x="75" y="259"/>
                    <a:pt x="120" y="259"/>
                  </a:cubicBezTo>
                  <a:cubicBezTo>
                    <a:pt x="127" y="259"/>
                    <a:pt x="134" y="258"/>
                    <a:pt x="141" y="256"/>
                  </a:cubicBezTo>
                  <a:cubicBezTo>
                    <a:pt x="174" y="256"/>
                    <a:pt x="207" y="239"/>
                    <a:pt x="223" y="206"/>
                  </a:cubicBezTo>
                  <a:cubicBezTo>
                    <a:pt x="244" y="186"/>
                    <a:pt x="244" y="153"/>
                    <a:pt x="244" y="120"/>
                  </a:cubicBezTo>
                  <a:cubicBezTo>
                    <a:pt x="223" y="83"/>
                    <a:pt x="223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5" name="Google Shape;19915;p53"/>
            <p:cNvSpPr/>
            <p:nvPr/>
          </p:nvSpPr>
          <p:spPr>
            <a:xfrm>
              <a:off x="3993475" y="22931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0"/>
                  </a:moveTo>
                  <a:cubicBezTo>
                    <a:pt x="104" y="0"/>
                    <a:pt x="67" y="17"/>
                    <a:pt x="50" y="33"/>
                  </a:cubicBezTo>
                  <a:cubicBezTo>
                    <a:pt x="17" y="50"/>
                    <a:pt x="17" y="83"/>
                    <a:pt x="1" y="120"/>
                  </a:cubicBezTo>
                  <a:cubicBezTo>
                    <a:pt x="1" y="153"/>
                    <a:pt x="17" y="186"/>
                    <a:pt x="34" y="223"/>
                  </a:cubicBezTo>
                  <a:cubicBezTo>
                    <a:pt x="50" y="239"/>
                    <a:pt x="67" y="256"/>
                    <a:pt x="104" y="256"/>
                  </a:cubicBezTo>
                  <a:cubicBezTo>
                    <a:pt x="113" y="261"/>
                    <a:pt x="123" y="263"/>
                    <a:pt x="132" y="263"/>
                  </a:cubicBezTo>
                  <a:cubicBezTo>
                    <a:pt x="155" y="263"/>
                    <a:pt x="176" y="251"/>
                    <a:pt x="190" y="239"/>
                  </a:cubicBezTo>
                  <a:cubicBezTo>
                    <a:pt x="240" y="186"/>
                    <a:pt x="240" y="103"/>
                    <a:pt x="207" y="50"/>
                  </a:cubicBezTo>
                  <a:cubicBezTo>
                    <a:pt x="190" y="33"/>
                    <a:pt x="170" y="17"/>
                    <a:pt x="153" y="17"/>
                  </a:cubicBezTo>
                  <a:cubicBezTo>
                    <a:pt x="153" y="17"/>
                    <a:pt x="137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6" name="Google Shape;19916;p53"/>
            <p:cNvSpPr/>
            <p:nvPr/>
          </p:nvSpPr>
          <p:spPr>
            <a:xfrm>
              <a:off x="3996050" y="236797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7" y="1"/>
                  </a:moveTo>
                  <a:cubicBezTo>
                    <a:pt x="124" y="1"/>
                    <a:pt x="112" y="5"/>
                    <a:pt x="104" y="13"/>
                  </a:cubicBezTo>
                  <a:cubicBezTo>
                    <a:pt x="50" y="13"/>
                    <a:pt x="1" y="79"/>
                    <a:pt x="17" y="149"/>
                  </a:cubicBezTo>
                  <a:cubicBezTo>
                    <a:pt x="17" y="182"/>
                    <a:pt x="34" y="219"/>
                    <a:pt x="50" y="236"/>
                  </a:cubicBezTo>
                  <a:cubicBezTo>
                    <a:pt x="87" y="252"/>
                    <a:pt x="120" y="269"/>
                    <a:pt x="137" y="269"/>
                  </a:cubicBezTo>
                  <a:cubicBezTo>
                    <a:pt x="207" y="252"/>
                    <a:pt x="240" y="182"/>
                    <a:pt x="240" y="116"/>
                  </a:cubicBezTo>
                  <a:cubicBezTo>
                    <a:pt x="223" y="79"/>
                    <a:pt x="207" y="46"/>
                    <a:pt x="190" y="29"/>
                  </a:cubicBezTo>
                  <a:lnTo>
                    <a:pt x="170" y="13"/>
                  </a:lnTo>
                  <a:cubicBezTo>
                    <a:pt x="161" y="5"/>
                    <a:pt x="149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7" name="Google Shape;19917;p53"/>
            <p:cNvSpPr/>
            <p:nvPr/>
          </p:nvSpPr>
          <p:spPr>
            <a:xfrm>
              <a:off x="3993900" y="22608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53" y="1"/>
                  </a:moveTo>
                  <a:cubicBezTo>
                    <a:pt x="120" y="1"/>
                    <a:pt x="87" y="1"/>
                    <a:pt x="70" y="17"/>
                  </a:cubicBezTo>
                  <a:cubicBezTo>
                    <a:pt x="33" y="34"/>
                    <a:pt x="17" y="54"/>
                    <a:pt x="17" y="87"/>
                  </a:cubicBezTo>
                  <a:cubicBezTo>
                    <a:pt x="0" y="104"/>
                    <a:pt x="0" y="137"/>
                    <a:pt x="17" y="174"/>
                  </a:cubicBezTo>
                  <a:cubicBezTo>
                    <a:pt x="17" y="207"/>
                    <a:pt x="50" y="240"/>
                    <a:pt x="70" y="261"/>
                  </a:cubicBezTo>
                  <a:cubicBezTo>
                    <a:pt x="81" y="263"/>
                    <a:pt x="91" y="265"/>
                    <a:pt x="101" y="265"/>
                  </a:cubicBezTo>
                  <a:cubicBezTo>
                    <a:pt x="153" y="265"/>
                    <a:pt x="195" y="229"/>
                    <a:pt x="223" y="174"/>
                  </a:cubicBezTo>
                  <a:cubicBezTo>
                    <a:pt x="239" y="104"/>
                    <a:pt x="206" y="34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8" name="Google Shape;19918;p53"/>
            <p:cNvSpPr/>
            <p:nvPr/>
          </p:nvSpPr>
          <p:spPr>
            <a:xfrm>
              <a:off x="3988725" y="2384675"/>
              <a:ext cx="6025" cy="6825"/>
            </a:xfrm>
            <a:custGeom>
              <a:avLst/>
              <a:gdLst/>
              <a:ahLst/>
              <a:cxnLst/>
              <a:rect l="l" t="t" r="r" b="b"/>
              <a:pathLst>
                <a:path w="241" h="273" extrusionOk="0">
                  <a:moveTo>
                    <a:pt x="131" y="0"/>
                  </a:moveTo>
                  <a:cubicBezTo>
                    <a:pt x="121" y="0"/>
                    <a:pt x="112" y="5"/>
                    <a:pt x="104" y="13"/>
                  </a:cubicBezTo>
                  <a:cubicBezTo>
                    <a:pt x="50" y="13"/>
                    <a:pt x="1" y="83"/>
                    <a:pt x="17" y="153"/>
                  </a:cubicBezTo>
                  <a:cubicBezTo>
                    <a:pt x="17" y="186"/>
                    <a:pt x="34" y="219"/>
                    <a:pt x="50" y="235"/>
                  </a:cubicBezTo>
                  <a:cubicBezTo>
                    <a:pt x="88" y="256"/>
                    <a:pt x="121" y="273"/>
                    <a:pt x="137" y="273"/>
                  </a:cubicBezTo>
                  <a:cubicBezTo>
                    <a:pt x="207" y="256"/>
                    <a:pt x="240" y="186"/>
                    <a:pt x="240" y="116"/>
                  </a:cubicBezTo>
                  <a:cubicBezTo>
                    <a:pt x="224" y="83"/>
                    <a:pt x="207" y="50"/>
                    <a:pt x="191" y="29"/>
                  </a:cubicBezTo>
                  <a:lnTo>
                    <a:pt x="174" y="13"/>
                  </a:lnTo>
                  <a:cubicBezTo>
                    <a:pt x="156" y="5"/>
                    <a:pt x="142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9" name="Google Shape;19919;p53"/>
            <p:cNvSpPr/>
            <p:nvPr/>
          </p:nvSpPr>
          <p:spPr>
            <a:xfrm>
              <a:off x="4006350" y="230602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04" y="1"/>
                  </a:moveTo>
                  <a:cubicBezTo>
                    <a:pt x="34" y="17"/>
                    <a:pt x="1" y="83"/>
                    <a:pt x="1" y="153"/>
                  </a:cubicBezTo>
                  <a:cubicBezTo>
                    <a:pt x="17" y="186"/>
                    <a:pt x="34" y="223"/>
                    <a:pt x="50" y="240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54" y="256"/>
                    <a:pt x="191" y="240"/>
                    <a:pt x="207" y="207"/>
                  </a:cubicBezTo>
                  <a:cubicBezTo>
                    <a:pt x="224" y="170"/>
                    <a:pt x="224" y="137"/>
                    <a:pt x="224" y="104"/>
                  </a:cubicBezTo>
                  <a:cubicBezTo>
                    <a:pt x="224" y="67"/>
                    <a:pt x="207" y="50"/>
                    <a:pt x="191" y="34"/>
                  </a:cubicBezTo>
                  <a:cubicBezTo>
                    <a:pt x="170" y="17"/>
                    <a:pt x="170" y="17"/>
                    <a:pt x="154" y="17"/>
                  </a:cubicBezTo>
                  <a:cubicBezTo>
                    <a:pt x="137" y="1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0" name="Google Shape;19920;p53"/>
            <p:cNvSpPr/>
            <p:nvPr/>
          </p:nvSpPr>
          <p:spPr>
            <a:xfrm>
              <a:off x="3990500" y="23373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3" y="0"/>
                  </a:moveTo>
                  <a:cubicBezTo>
                    <a:pt x="82" y="17"/>
                    <a:pt x="66" y="17"/>
                    <a:pt x="50" y="33"/>
                  </a:cubicBezTo>
                  <a:cubicBezTo>
                    <a:pt x="17" y="66"/>
                    <a:pt x="0" y="103"/>
                    <a:pt x="17" y="153"/>
                  </a:cubicBezTo>
                  <a:cubicBezTo>
                    <a:pt x="17" y="190"/>
                    <a:pt x="33" y="223"/>
                    <a:pt x="50" y="239"/>
                  </a:cubicBezTo>
                  <a:cubicBezTo>
                    <a:pt x="73" y="251"/>
                    <a:pt x="90" y="263"/>
                    <a:pt x="110" y="263"/>
                  </a:cubicBezTo>
                  <a:cubicBezTo>
                    <a:pt x="118" y="263"/>
                    <a:pt x="126" y="261"/>
                    <a:pt x="136" y="256"/>
                  </a:cubicBezTo>
                  <a:cubicBezTo>
                    <a:pt x="186" y="256"/>
                    <a:pt x="239" y="190"/>
                    <a:pt x="239" y="120"/>
                  </a:cubicBezTo>
                  <a:lnTo>
                    <a:pt x="223" y="120"/>
                  </a:lnTo>
                  <a:cubicBezTo>
                    <a:pt x="223" y="66"/>
                    <a:pt x="206" y="33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1" name="Google Shape;19921;p53"/>
            <p:cNvSpPr/>
            <p:nvPr/>
          </p:nvSpPr>
          <p:spPr>
            <a:xfrm>
              <a:off x="3984825" y="232385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23" y="0"/>
                  </a:moveTo>
                  <a:cubicBezTo>
                    <a:pt x="117" y="0"/>
                    <a:pt x="110" y="2"/>
                    <a:pt x="103" y="9"/>
                  </a:cubicBezTo>
                  <a:cubicBezTo>
                    <a:pt x="70" y="9"/>
                    <a:pt x="37" y="26"/>
                    <a:pt x="21" y="59"/>
                  </a:cubicBezTo>
                  <a:cubicBezTo>
                    <a:pt x="0" y="75"/>
                    <a:pt x="0" y="112"/>
                    <a:pt x="0" y="145"/>
                  </a:cubicBezTo>
                  <a:cubicBezTo>
                    <a:pt x="21" y="178"/>
                    <a:pt x="21" y="215"/>
                    <a:pt x="54" y="232"/>
                  </a:cubicBezTo>
                  <a:cubicBezTo>
                    <a:pt x="70" y="248"/>
                    <a:pt x="103" y="265"/>
                    <a:pt x="140" y="265"/>
                  </a:cubicBezTo>
                  <a:cubicBezTo>
                    <a:pt x="190" y="248"/>
                    <a:pt x="244" y="178"/>
                    <a:pt x="227" y="112"/>
                  </a:cubicBezTo>
                  <a:cubicBezTo>
                    <a:pt x="227" y="75"/>
                    <a:pt x="206" y="42"/>
                    <a:pt x="173" y="26"/>
                  </a:cubicBezTo>
                  <a:cubicBezTo>
                    <a:pt x="173" y="26"/>
                    <a:pt x="173" y="9"/>
                    <a:pt x="157" y="9"/>
                  </a:cubicBezTo>
                  <a:cubicBezTo>
                    <a:pt x="146" y="9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2" name="Google Shape;19922;p53"/>
            <p:cNvSpPr/>
            <p:nvPr/>
          </p:nvSpPr>
          <p:spPr>
            <a:xfrm>
              <a:off x="3989975" y="2308225"/>
              <a:ext cx="6100" cy="6800"/>
            </a:xfrm>
            <a:custGeom>
              <a:avLst/>
              <a:gdLst/>
              <a:ahLst/>
              <a:cxnLst/>
              <a:rect l="l" t="t" r="r" b="b"/>
              <a:pathLst>
                <a:path w="244" h="272" extrusionOk="0">
                  <a:moveTo>
                    <a:pt x="134" y="0"/>
                  </a:moveTo>
                  <a:cubicBezTo>
                    <a:pt x="123" y="0"/>
                    <a:pt x="114" y="5"/>
                    <a:pt x="103" y="16"/>
                  </a:cubicBezTo>
                  <a:cubicBezTo>
                    <a:pt x="54" y="16"/>
                    <a:pt x="0" y="82"/>
                    <a:pt x="21" y="152"/>
                  </a:cubicBezTo>
                  <a:cubicBezTo>
                    <a:pt x="21" y="185"/>
                    <a:pt x="38" y="222"/>
                    <a:pt x="54" y="238"/>
                  </a:cubicBezTo>
                  <a:cubicBezTo>
                    <a:pt x="87" y="255"/>
                    <a:pt x="103" y="271"/>
                    <a:pt x="141" y="271"/>
                  </a:cubicBezTo>
                  <a:cubicBezTo>
                    <a:pt x="207" y="255"/>
                    <a:pt x="244" y="185"/>
                    <a:pt x="244" y="119"/>
                  </a:cubicBezTo>
                  <a:cubicBezTo>
                    <a:pt x="227" y="65"/>
                    <a:pt x="207" y="32"/>
                    <a:pt x="174" y="16"/>
                  </a:cubicBezTo>
                  <a:cubicBezTo>
                    <a:pt x="157" y="5"/>
                    <a:pt x="145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3" name="Google Shape;19923;p53"/>
            <p:cNvSpPr/>
            <p:nvPr/>
          </p:nvSpPr>
          <p:spPr>
            <a:xfrm>
              <a:off x="4007600" y="23356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4" y="1"/>
                  </a:moveTo>
                  <a:cubicBezTo>
                    <a:pt x="54" y="17"/>
                    <a:pt x="0" y="88"/>
                    <a:pt x="17" y="158"/>
                  </a:cubicBezTo>
                  <a:cubicBezTo>
                    <a:pt x="17" y="191"/>
                    <a:pt x="38" y="224"/>
                    <a:pt x="54" y="240"/>
                  </a:cubicBezTo>
                  <a:cubicBezTo>
                    <a:pt x="87" y="261"/>
                    <a:pt x="104" y="261"/>
                    <a:pt x="141" y="261"/>
                  </a:cubicBezTo>
                  <a:cubicBezTo>
                    <a:pt x="207" y="240"/>
                    <a:pt x="244" y="191"/>
                    <a:pt x="223" y="104"/>
                  </a:cubicBezTo>
                  <a:cubicBezTo>
                    <a:pt x="223" y="71"/>
                    <a:pt x="207" y="55"/>
                    <a:pt x="190" y="17"/>
                  </a:cubicBezTo>
                  <a:lnTo>
                    <a:pt x="157" y="17"/>
                  </a:ln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4" name="Google Shape;19924;p53"/>
            <p:cNvSpPr/>
            <p:nvPr/>
          </p:nvSpPr>
          <p:spPr>
            <a:xfrm>
              <a:off x="4003375" y="2382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11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4"/>
                    <a:pt x="17" y="220"/>
                    <a:pt x="66" y="257"/>
                  </a:cubicBezTo>
                  <a:cubicBezTo>
                    <a:pt x="78" y="260"/>
                    <a:pt x="89" y="261"/>
                    <a:pt x="100" y="261"/>
                  </a:cubicBezTo>
                  <a:cubicBezTo>
                    <a:pt x="157" y="261"/>
                    <a:pt x="209" y="226"/>
                    <a:pt x="223" y="170"/>
                  </a:cubicBezTo>
                  <a:cubicBezTo>
                    <a:pt x="240" y="100"/>
                    <a:pt x="207" y="30"/>
                    <a:pt x="153" y="14"/>
                  </a:cubicBezTo>
                  <a:cubicBezTo>
                    <a:pt x="140" y="5"/>
                    <a:pt x="125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5" name="Google Shape;19925;p53"/>
            <p:cNvSpPr/>
            <p:nvPr/>
          </p:nvSpPr>
          <p:spPr>
            <a:xfrm>
              <a:off x="3999450" y="23209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7" y="1"/>
                  </a:moveTo>
                  <a:cubicBezTo>
                    <a:pt x="104" y="1"/>
                    <a:pt x="87" y="21"/>
                    <a:pt x="54" y="38"/>
                  </a:cubicBezTo>
                  <a:cubicBezTo>
                    <a:pt x="17" y="87"/>
                    <a:pt x="1" y="157"/>
                    <a:pt x="34" y="227"/>
                  </a:cubicBezTo>
                  <a:cubicBezTo>
                    <a:pt x="54" y="244"/>
                    <a:pt x="87" y="260"/>
                    <a:pt x="120" y="260"/>
                  </a:cubicBezTo>
                  <a:cubicBezTo>
                    <a:pt x="125" y="265"/>
                    <a:pt x="132" y="267"/>
                    <a:pt x="139" y="267"/>
                  </a:cubicBezTo>
                  <a:cubicBezTo>
                    <a:pt x="157" y="267"/>
                    <a:pt x="179" y="255"/>
                    <a:pt x="190" y="244"/>
                  </a:cubicBezTo>
                  <a:cubicBezTo>
                    <a:pt x="223" y="207"/>
                    <a:pt x="240" y="190"/>
                    <a:pt x="240" y="157"/>
                  </a:cubicBezTo>
                  <a:cubicBezTo>
                    <a:pt x="240" y="124"/>
                    <a:pt x="223" y="87"/>
                    <a:pt x="207" y="54"/>
                  </a:cubicBezTo>
                  <a:cubicBezTo>
                    <a:pt x="207" y="38"/>
                    <a:pt x="190" y="21"/>
                    <a:pt x="174" y="21"/>
                  </a:cubicBezTo>
                  <a:cubicBezTo>
                    <a:pt x="157" y="21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6" name="Google Shape;19926;p53"/>
            <p:cNvSpPr/>
            <p:nvPr/>
          </p:nvSpPr>
          <p:spPr>
            <a:xfrm>
              <a:off x="4005950" y="2255825"/>
              <a:ext cx="6425" cy="6750"/>
            </a:xfrm>
            <a:custGeom>
              <a:avLst/>
              <a:gdLst/>
              <a:ahLst/>
              <a:cxnLst/>
              <a:rect l="l" t="t" r="r" b="b"/>
              <a:pathLst>
                <a:path w="257" h="270" extrusionOk="0">
                  <a:moveTo>
                    <a:pt x="127" y="0"/>
                  </a:moveTo>
                  <a:cubicBezTo>
                    <a:pt x="87" y="0"/>
                    <a:pt x="46" y="32"/>
                    <a:pt x="33" y="83"/>
                  </a:cubicBezTo>
                  <a:cubicBezTo>
                    <a:pt x="0" y="153"/>
                    <a:pt x="33" y="236"/>
                    <a:pt x="83" y="256"/>
                  </a:cubicBezTo>
                  <a:cubicBezTo>
                    <a:pt x="102" y="265"/>
                    <a:pt x="119" y="269"/>
                    <a:pt x="135" y="269"/>
                  </a:cubicBezTo>
                  <a:cubicBezTo>
                    <a:pt x="180" y="269"/>
                    <a:pt x="215" y="238"/>
                    <a:pt x="240" y="186"/>
                  </a:cubicBezTo>
                  <a:cubicBezTo>
                    <a:pt x="256" y="116"/>
                    <a:pt x="223" y="30"/>
                    <a:pt x="170" y="13"/>
                  </a:cubicBezTo>
                  <a:cubicBezTo>
                    <a:pt x="156" y="4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7" name="Google Shape;19927;p53"/>
            <p:cNvSpPr/>
            <p:nvPr/>
          </p:nvSpPr>
          <p:spPr>
            <a:xfrm>
              <a:off x="4001200" y="22759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40"/>
                  </a:cubicBezTo>
                  <a:cubicBezTo>
                    <a:pt x="76" y="252"/>
                    <a:pt x="100" y="265"/>
                    <a:pt x="118" y="265"/>
                  </a:cubicBezTo>
                  <a:cubicBezTo>
                    <a:pt x="126" y="265"/>
                    <a:pt x="132" y="263"/>
                    <a:pt x="137" y="256"/>
                  </a:cubicBezTo>
                  <a:cubicBezTo>
                    <a:pt x="207" y="256"/>
                    <a:pt x="240" y="190"/>
                    <a:pt x="240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90" y="17"/>
                    <a:pt x="170" y="17"/>
                    <a:pt x="170" y="17"/>
                  </a:cubicBez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8" name="Google Shape;19928;p53"/>
            <p:cNvSpPr/>
            <p:nvPr/>
          </p:nvSpPr>
          <p:spPr>
            <a:xfrm>
              <a:off x="3988725" y="2354150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11" y="1"/>
                  </a:moveTo>
                  <a:cubicBezTo>
                    <a:pt x="71" y="1"/>
                    <a:pt x="30" y="32"/>
                    <a:pt x="17" y="84"/>
                  </a:cubicBezTo>
                  <a:cubicBezTo>
                    <a:pt x="1" y="154"/>
                    <a:pt x="17" y="220"/>
                    <a:pt x="88" y="257"/>
                  </a:cubicBezTo>
                  <a:cubicBezTo>
                    <a:pt x="99" y="261"/>
                    <a:pt x="112" y="263"/>
                    <a:pt x="125" y="263"/>
                  </a:cubicBezTo>
                  <a:cubicBezTo>
                    <a:pt x="167" y="263"/>
                    <a:pt x="211" y="240"/>
                    <a:pt x="224" y="187"/>
                  </a:cubicBezTo>
                  <a:cubicBezTo>
                    <a:pt x="240" y="117"/>
                    <a:pt x="224" y="34"/>
                    <a:pt x="153" y="13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9" name="Google Shape;19929;p53"/>
            <p:cNvSpPr/>
            <p:nvPr/>
          </p:nvSpPr>
          <p:spPr>
            <a:xfrm>
              <a:off x="3827225" y="23386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20" y="260"/>
                    <a:pt x="141" y="260"/>
                  </a:cubicBezTo>
                  <a:cubicBezTo>
                    <a:pt x="174" y="260"/>
                    <a:pt x="190" y="244"/>
                    <a:pt x="207" y="207"/>
                  </a:cubicBezTo>
                  <a:cubicBezTo>
                    <a:pt x="223" y="174"/>
                    <a:pt x="244" y="141"/>
                    <a:pt x="244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90" y="17"/>
                    <a:pt x="174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0" name="Google Shape;19930;p53"/>
            <p:cNvSpPr/>
            <p:nvPr/>
          </p:nvSpPr>
          <p:spPr>
            <a:xfrm>
              <a:off x="3947925" y="2268200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36" y="1"/>
                  </a:moveTo>
                  <a:cubicBezTo>
                    <a:pt x="120" y="1"/>
                    <a:pt x="87" y="17"/>
                    <a:pt x="70" y="34"/>
                  </a:cubicBezTo>
                  <a:cubicBezTo>
                    <a:pt x="17" y="87"/>
                    <a:pt x="0" y="153"/>
                    <a:pt x="54" y="223"/>
                  </a:cubicBezTo>
                  <a:cubicBezTo>
                    <a:pt x="70" y="240"/>
                    <a:pt x="87" y="256"/>
                    <a:pt x="120" y="256"/>
                  </a:cubicBezTo>
                  <a:cubicBezTo>
                    <a:pt x="131" y="262"/>
                    <a:pt x="140" y="265"/>
                    <a:pt x="149" y="265"/>
                  </a:cubicBezTo>
                  <a:cubicBezTo>
                    <a:pt x="168" y="265"/>
                    <a:pt x="183" y="251"/>
                    <a:pt x="206" y="240"/>
                  </a:cubicBezTo>
                  <a:cubicBezTo>
                    <a:pt x="239" y="190"/>
                    <a:pt x="260" y="104"/>
                    <a:pt x="223" y="50"/>
                  </a:cubicBezTo>
                  <a:cubicBezTo>
                    <a:pt x="206" y="34"/>
                    <a:pt x="190" y="17"/>
                    <a:pt x="173" y="17"/>
                  </a:cubicBezTo>
                  <a:cubicBezTo>
                    <a:pt x="157" y="17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1" name="Google Shape;19931;p53"/>
            <p:cNvSpPr/>
            <p:nvPr/>
          </p:nvSpPr>
          <p:spPr>
            <a:xfrm>
              <a:off x="3823400" y="2384000"/>
              <a:ext cx="6425" cy="6575"/>
            </a:xfrm>
            <a:custGeom>
              <a:avLst/>
              <a:gdLst/>
              <a:ahLst/>
              <a:cxnLst/>
              <a:rect l="l" t="t" r="r" b="b"/>
              <a:pathLst>
                <a:path w="257" h="263" extrusionOk="0">
                  <a:moveTo>
                    <a:pt x="119" y="0"/>
                  </a:moveTo>
                  <a:cubicBezTo>
                    <a:pt x="102" y="0"/>
                    <a:pt x="81" y="12"/>
                    <a:pt x="67" y="23"/>
                  </a:cubicBezTo>
                  <a:cubicBezTo>
                    <a:pt x="17" y="77"/>
                    <a:pt x="1" y="159"/>
                    <a:pt x="50" y="213"/>
                  </a:cubicBezTo>
                  <a:cubicBezTo>
                    <a:pt x="67" y="230"/>
                    <a:pt x="87" y="246"/>
                    <a:pt x="120" y="262"/>
                  </a:cubicBezTo>
                  <a:cubicBezTo>
                    <a:pt x="153" y="262"/>
                    <a:pt x="170" y="246"/>
                    <a:pt x="207" y="230"/>
                  </a:cubicBezTo>
                  <a:cubicBezTo>
                    <a:pt x="240" y="180"/>
                    <a:pt x="256" y="110"/>
                    <a:pt x="223" y="40"/>
                  </a:cubicBezTo>
                  <a:cubicBezTo>
                    <a:pt x="207" y="23"/>
                    <a:pt x="190" y="23"/>
                    <a:pt x="170" y="7"/>
                  </a:cubicBezTo>
                  <a:lnTo>
                    <a:pt x="137" y="7"/>
                  </a:lnTo>
                  <a:cubicBezTo>
                    <a:pt x="132" y="2"/>
                    <a:pt x="126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2" name="Google Shape;19932;p53"/>
            <p:cNvSpPr/>
            <p:nvPr/>
          </p:nvSpPr>
          <p:spPr>
            <a:xfrm>
              <a:off x="3824225" y="2414575"/>
              <a:ext cx="6525" cy="6425"/>
            </a:xfrm>
            <a:custGeom>
              <a:avLst/>
              <a:gdLst/>
              <a:ahLst/>
              <a:cxnLst/>
              <a:rect l="l" t="t" r="r" b="b"/>
              <a:pathLst>
                <a:path w="261" h="257" extrusionOk="0">
                  <a:moveTo>
                    <a:pt x="140" y="0"/>
                  </a:moveTo>
                  <a:cubicBezTo>
                    <a:pt x="87" y="0"/>
                    <a:pt x="48" y="33"/>
                    <a:pt x="17" y="91"/>
                  </a:cubicBezTo>
                  <a:cubicBezTo>
                    <a:pt x="1" y="157"/>
                    <a:pt x="34" y="227"/>
                    <a:pt x="87" y="243"/>
                  </a:cubicBezTo>
                  <a:cubicBezTo>
                    <a:pt x="101" y="252"/>
                    <a:pt x="115" y="256"/>
                    <a:pt x="130" y="256"/>
                  </a:cubicBezTo>
                  <a:cubicBezTo>
                    <a:pt x="170" y="256"/>
                    <a:pt x="211" y="225"/>
                    <a:pt x="223" y="173"/>
                  </a:cubicBezTo>
                  <a:cubicBezTo>
                    <a:pt x="261" y="107"/>
                    <a:pt x="223" y="37"/>
                    <a:pt x="174" y="4"/>
                  </a:cubicBezTo>
                  <a:cubicBezTo>
                    <a:pt x="162" y="1"/>
                    <a:pt x="151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3" name="Google Shape;19933;p53"/>
            <p:cNvSpPr/>
            <p:nvPr/>
          </p:nvSpPr>
          <p:spPr>
            <a:xfrm>
              <a:off x="3832375" y="24014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1" y="0"/>
                  </a:moveTo>
                  <a:cubicBezTo>
                    <a:pt x="78" y="0"/>
                    <a:pt x="44" y="33"/>
                    <a:pt x="17" y="81"/>
                  </a:cubicBezTo>
                  <a:cubicBezTo>
                    <a:pt x="1" y="151"/>
                    <a:pt x="38" y="221"/>
                    <a:pt x="87" y="254"/>
                  </a:cubicBezTo>
                  <a:cubicBezTo>
                    <a:pt x="97" y="257"/>
                    <a:pt x="106" y="258"/>
                    <a:pt x="116" y="258"/>
                  </a:cubicBezTo>
                  <a:cubicBezTo>
                    <a:pt x="162" y="258"/>
                    <a:pt x="210" y="228"/>
                    <a:pt x="223" y="184"/>
                  </a:cubicBezTo>
                  <a:cubicBezTo>
                    <a:pt x="260" y="118"/>
                    <a:pt x="223" y="31"/>
                    <a:pt x="174" y="15"/>
                  </a:cubicBezTo>
                  <a:cubicBezTo>
                    <a:pt x="155" y="5"/>
                    <a:pt x="137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4" name="Google Shape;19934;p53"/>
            <p:cNvSpPr/>
            <p:nvPr/>
          </p:nvSpPr>
          <p:spPr>
            <a:xfrm>
              <a:off x="3827225" y="22885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13" y="0"/>
                  </a:moveTo>
                  <a:cubicBezTo>
                    <a:pt x="72" y="0"/>
                    <a:pt x="32" y="32"/>
                    <a:pt x="17" y="83"/>
                  </a:cubicBezTo>
                  <a:cubicBezTo>
                    <a:pt x="0" y="149"/>
                    <a:pt x="17" y="219"/>
                    <a:pt x="87" y="252"/>
                  </a:cubicBezTo>
                  <a:cubicBezTo>
                    <a:pt x="96" y="255"/>
                    <a:pt x="106" y="257"/>
                    <a:pt x="116" y="257"/>
                  </a:cubicBezTo>
                  <a:cubicBezTo>
                    <a:pt x="162" y="257"/>
                    <a:pt x="209" y="227"/>
                    <a:pt x="223" y="186"/>
                  </a:cubicBezTo>
                  <a:cubicBezTo>
                    <a:pt x="244" y="116"/>
                    <a:pt x="223" y="30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5" name="Google Shape;19935;p53"/>
            <p:cNvSpPr/>
            <p:nvPr/>
          </p:nvSpPr>
          <p:spPr>
            <a:xfrm>
              <a:off x="3833300" y="2443950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120" y="0"/>
                  </a:moveTo>
                  <a:cubicBezTo>
                    <a:pt x="107" y="0"/>
                    <a:pt x="93" y="4"/>
                    <a:pt x="83" y="13"/>
                  </a:cubicBezTo>
                  <a:cubicBezTo>
                    <a:pt x="67" y="13"/>
                    <a:pt x="34" y="29"/>
                    <a:pt x="17" y="66"/>
                  </a:cubicBezTo>
                  <a:cubicBezTo>
                    <a:pt x="1" y="83"/>
                    <a:pt x="1" y="116"/>
                    <a:pt x="1" y="153"/>
                  </a:cubicBezTo>
                  <a:cubicBezTo>
                    <a:pt x="1" y="186"/>
                    <a:pt x="17" y="219"/>
                    <a:pt x="34" y="235"/>
                  </a:cubicBezTo>
                  <a:cubicBezTo>
                    <a:pt x="57" y="250"/>
                    <a:pt x="83" y="262"/>
                    <a:pt x="102" y="262"/>
                  </a:cubicBezTo>
                  <a:cubicBezTo>
                    <a:pt x="109" y="262"/>
                    <a:pt x="115" y="260"/>
                    <a:pt x="120" y="256"/>
                  </a:cubicBezTo>
                  <a:cubicBezTo>
                    <a:pt x="186" y="256"/>
                    <a:pt x="223" y="186"/>
                    <a:pt x="223" y="116"/>
                  </a:cubicBezTo>
                  <a:cubicBezTo>
                    <a:pt x="207" y="83"/>
                    <a:pt x="186" y="50"/>
                    <a:pt x="170" y="29"/>
                  </a:cubicBezTo>
                  <a:cubicBezTo>
                    <a:pt x="170" y="13"/>
                    <a:pt x="153" y="13"/>
                    <a:pt x="153" y="13"/>
                  </a:cubicBezTo>
                  <a:cubicBezTo>
                    <a:pt x="145" y="4"/>
                    <a:pt x="13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6" name="Google Shape;19936;p53"/>
            <p:cNvSpPr/>
            <p:nvPr/>
          </p:nvSpPr>
          <p:spPr>
            <a:xfrm>
              <a:off x="3828975" y="23682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04" y="1"/>
                  </a:moveTo>
                  <a:cubicBezTo>
                    <a:pt x="33" y="17"/>
                    <a:pt x="0" y="67"/>
                    <a:pt x="0" y="153"/>
                  </a:cubicBezTo>
                  <a:cubicBezTo>
                    <a:pt x="0" y="191"/>
                    <a:pt x="17" y="207"/>
                    <a:pt x="50" y="240"/>
                  </a:cubicBezTo>
                  <a:cubicBezTo>
                    <a:pt x="71" y="257"/>
                    <a:pt x="104" y="257"/>
                    <a:pt x="120" y="257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23" y="67"/>
                    <a:pt x="207" y="50"/>
                    <a:pt x="174" y="17"/>
                  </a:cubicBezTo>
                  <a:cubicBezTo>
                    <a:pt x="174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7" name="Google Shape;19937;p53"/>
            <p:cNvSpPr/>
            <p:nvPr/>
          </p:nvSpPr>
          <p:spPr>
            <a:xfrm>
              <a:off x="3842275" y="2334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87" y="1"/>
                    <a:pt x="54" y="17"/>
                  </a:cubicBezTo>
                  <a:cubicBezTo>
                    <a:pt x="0" y="66"/>
                    <a:pt x="0" y="153"/>
                    <a:pt x="33" y="207"/>
                  </a:cubicBezTo>
                  <a:cubicBezTo>
                    <a:pt x="54" y="240"/>
                    <a:pt x="87" y="256"/>
                    <a:pt x="120" y="256"/>
                  </a:cubicBezTo>
                  <a:cubicBezTo>
                    <a:pt x="136" y="256"/>
                    <a:pt x="173" y="256"/>
                    <a:pt x="190" y="223"/>
                  </a:cubicBezTo>
                  <a:cubicBezTo>
                    <a:pt x="239" y="186"/>
                    <a:pt x="239" y="104"/>
                    <a:pt x="206" y="50"/>
                  </a:cubicBezTo>
                  <a:cubicBezTo>
                    <a:pt x="206" y="33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8" name="Google Shape;19938;p53"/>
            <p:cNvSpPr/>
            <p:nvPr/>
          </p:nvSpPr>
          <p:spPr>
            <a:xfrm>
              <a:off x="3842275" y="22876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8" y="0"/>
                  </a:moveTo>
                  <a:cubicBezTo>
                    <a:pt x="87" y="0"/>
                    <a:pt x="48" y="33"/>
                    <a:pt x="33" y="81"/>
                  </a:cubicBezTo>
                  <a:cubicBezTo>
                    <a:pt x="0" y="151"/>
                    <a:pt x="33" y="221"/>
                    <a:pt x="87" y="254"/>
                  </a:cubicBezTo>
                  <a:cubicBezTo>
                    <a:pt x="99" y="257"/>
                    <a:pt x="110" y="259"/>
                    <a:pt x="121" y="259"/>
                  </a:cubicBezTo>
                  <a:cubicBezTo>
                    <a:pt x="173" y="259"/>
                    <a:pt x="212" y="226"/>
                    <a:pt x="239" y="168"/>
                  </a:cubicBezTo>
                  <a:cubicBezTo>
                    <a:pt x="260" y="98"/>
                    <a:pt x="223" y="32"/>
                    <a:pt x="173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9" name="Google Shape;19939;p53"/>
            <p:cNvSpPr/>
            <p:nvPr/>
          </p:nvSpPr>
          <p:spPr>
            <a:xfrm>
              <a:off x="3820425" y="24503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20" y="1"/>
                  </a:moveTo>
                  <a:cubicBezTo>
                    <a:pt x="103" y="1"/>
                    <a:pt x="66" y="17"/>
                    <a:pt x="50" y="34"/>
                  </a:cubicBezTo>
                  <a:cubicBezTo>
                    <a:pt x="17" y="50"/>
                    <a:pt x="0" y="83"/>
                    <a:pt x="0" y="120"/>
                  </a:cubicBezTo>
                  <a:cubicBezTo>
                    <a:pt x="0" y="153"/>
                    <a:pt x="17" y="186"/>
                    <a:pt x="33" y="223"/>
                  </a:cubicBezTo>
                  <a:cubicBezTo>
                    <a:pt x="51" y="251"/>
                    <a:pt x="81" y="263"/>
                    <a:pt x="112" y="263"/>
                  </a:cubicBezTo>
                  <a:cubicBezTo>
                    <a:pt x="137" y="263"/>
                    <a:pt x="164" y="255"/>
                    <a:pt x="186" y="240"/>
                  </a:cubicBezTo>
                  <a:cubicBezTo>
                    <a:pt x="239" y="186"/>
                    <a:pt x="239" y="104"/>
                    <a:pt x="206" y="50"/>
                  </a:cubicBezTo>
                  <a:cubicBezTo>
                    <a:pt x="186" y="34"/>
                    <a:pt x="169" y="17"/>
                    <a:pt x="153" y="17"/>
                  </a:cubicBezTo>
                  <a:cubicBezTo>
                    <a:pt x="15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0" name="Google Shape;19940;p53"/>
            <p:cNvSpPr/>
            <p:nvPr/>
          </p:nvSpPr>
          <p:spPr>
            <a:xfrm>
              <a:off x="3844425" y="22707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04" y="1"/>
                  </a:moveTo>
                  <a:cubicBezTo>
                    <a:pt x="71" y="1"/>
                    <a:pt x="50" y="17"/>
                    <a:pt x="34" y="34"/>
                  </a:cubicBezTo>
                  <a:cubicBezTo>
                    <a:pt x="17" y="71"/>
                    <a:pt x="1" y="104"/>
                    <a:pt x="1" y="153"/>
                  </a:cubicBezTo>
                  <a:cubicBezTo>
                    <a:pt x="17" y="190"/>
                    <a:pt x="34" y="207"/>
                    <a:pt x="50" y="240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1" y="240"/>
                    <a:pt x="224" y="190"/>
                    <a:pt x="224" y="120"/>
                  </a:cubicBezTo>
                  <a:lnTo>
                    <a:pt x="224" y="104"/>
                  </a:lnTo>
                  <a:cubicBezTo>
                    <a:pt x="224" y="71"/>
                    <a:pt x="191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1" name="Google Shape;19941;p53"/>
            <p:cNvSpPr/>
            <p:nvPr/>
          </p:nvSpPr>
          <p:spPr>
            <a:xfrm>
              <a:off x="3839275" y="238375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71" y="0"/>
                  </a:moveTo>
                  <a:cubicBezTo>
                    <a:pt x="17" y="33"/>
                    <a:pt x="1" y="87"/>
                    <a:pt x="1" y="136"/>
                  </a:cubicBezTo>
                  <a:cubicBezTo>
                    <a:pt x="1" y="169"/>
                    <a:pt x="17" y="207"/>
                    <a:pt x="50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90" y="240"/>
                    <a:pt x="223" y="169"/>
                    <a:pt x="223" y="103"/>
                  </a:cubicBezTo>
                  <a:cubicBezTo>
                    <a:pt x="223" y="87"/>
                    <a:pt x="223" y="87"/>
                    <a:pt x="207" y="66"/>
                  </a:cubicBezTo>
                  <a:cubicBezTo>
                    <a:pt x="207" y="33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2" name="Google Shape;19942;p53"/>
            <p:cNvSpPr/>
            <p:nvPr/>
          </p:nvSpPr>
          <p:spPr>
            <a:xfrm>
              <a:off x="3822475" y="243055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54" y="17"/>
                    <a:pt x="1" y="87"/>
                    <a:pt x="21" y="153"/>
                  </a:cubicBezTo>
                  <a:cubicBezTo>
                    <a:pt x="21" y="190"/>
                    <a:pt x="38" y="223"/>
                    <a:pt x="71" y="239"/>
                  </a:cubicBezTo>
                  <a:cubicBezTo>
                    <a:pt x="87" y="256"/>
                    <a:pt x="124" y="256"/>
                    <a:pt x="141" y="256"/>
                  </a:cubicBezTo>
                  <a:cubicBezTo>
                    <a:pt x="207" y="239"/>
                    <a:pt x="244" y="190"/>
                    <a:pt x="244" y="103"/>
                  </a:cubicBezTo>
                  <a:cubicBezTo>
                    <a:pt x="227" y="70"/>
                    <a:pt x="207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7" y="0"/>
                    <a:pt x="12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3" name="Google Shape;19943;p53"/>
            <p:cNvSpPr/>
            <p:nvPr/>
          </p:nvSpPr>
          <p:spPr>
            <a:xfrm>
              <a:off x="3828975" y="2323150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104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5" y="215"/>
                    <a:pt x="58" y="263"/>
                    <a:pt x="113" y="263"/>
                  </a:cubicBezTo>
                  <a:cubicBezTo>
                    <a:pt x="120" y="263"/>
                    <a:pt x="128" y="262"/>
                    <a:pt x="137" y="260"/>
                  </a:cubicBezTo>
                  <a:cubicBezTo>
                    <a:pt x="153" y="260"/>
                    <a:pt x="190" y="243"/>
                    <a:pt x="207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7" y="54"/>
                    <a:pt x="190" y="17"/>
                  </a:cubicBezTo>
                  <a:lnTo>
                    <a:pt x="153" y="17"/>
                  </a:ln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4" name="Google Shape;19944;p53"/>
            <p:cNvSpPr/>
            <p:nvPr/>
          </p:nvSpPr>
          <p:spPr>
            <a:xfrm>
              <a:off x="3898550" y="22454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70" y="17"/>
                    <a:pt x="50" y="33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17" y="190"/>
                    <a:pt x="17" y="223"/>
                    <a:pt x="50" y="240"/>
                  </a:cubicBezTo>
                  <a:cubicBezTo>
                    <a:pt x="65" y="254"/>
                    <a:pt x="86" y="267"/>
                    <a:pt x="108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190" y="260"/>
                    <a:pt x="240" y="190"/>
                    <a:pt x="223" y="120"/>
                  </a:cubicBezTo>
                  <a:cubicBezTo>
                    <a:pt x="223" y="87"/>
                    <a:pt x="207" y="54"/>
                    <a:pt x="174" y="33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5" name="Google Shape;19945;p53"/>
            <p:cNvSpPr/>
            <p:nvPr/>
          </p:nvSpPr>
          <p:spPr>
            <a:xfrm>
              <a:off x="3828550" y="246270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1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88" y="260"/>
                    <a:pt x="104" y="260"/>
                    <a:pt x="121" y="260"/>
                  </a:cubicBezTo>
                  <a:cubicBezTo>
                    <a:pt x="154" y="207"/>
                    <a:pt x="191" y="157"/>
                    <a:pt x="224" y="87"/>
                  </a:cubicBezTo>
                  <a:cubicBezTo>
                    <a:pt x="224" y="71"/>
                    <a:pt x="207" y="54"/>
                    <a:pt x="191" y="38"/>
                  </a:cubicBezTo>
                  <a:cubicBezTo>
                    <a:pt x="191" y="21"/>
                    <a:pt x="170" y="21"/>
                    <a:pt x="170" y="21"/>
                  </a:cubicBezTo>
                  <a:cubicBezTo>
                    <a:pt x="137" y="1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6" name="Google Shape;19946;p53"/>
            <p:cNvSpPr/>
            <p:nvPr/>
          </p:nvSpPr>
          <p:spPr>
            <a:xfrm>
              <a:off x="3837525" y="2426925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02" y="0"/>
                  </a:moveTo>
                  <a:cubicBezTo>
                    <a:pt x="85" y="0"/>
                    <a:pt x="66" y="14"/>
                    <a:pt x="54" y="26"/>
                  </a:cubicBezTo>
                  <a:cubicBezTo>
                    <a:pt x="1" y="75"/>
                    <a:pt x="1" y="162"/>
                    <a:pt x="38" y="215"/>
                  </a:cubicBezTo>
                  <a:cubicBezTo>
                    <a:pt x="57" y="244"/>
                    <a:pt x="89" y="262"/>
                    <a:pt x="122" y="262"/>
                  </a:cubicBezTo>
                  <a:cubicBezTo>
                    <a:pt x="145" y="262"/>
                    <a:pt x="170" y="252"/>
                    <a:pt x="190" y="232"/>
                  </a:cubicBezTo>
                  <a:cubicBezTo>
                    <a:pt x="244" y="178"/>
                    <a:pt x="244" y="112"/>
                    <a:pt x="207" y="42"/>
                  </a:cubicBezTo>
                  <a:cubicBezTo>
                    <a:pt x="190" y="26"/>
                    <a:pt x="174" y="26"/>
                    <a:pt x="157" y="9"/>
                  </a:cubicBezTo>
                  <a:lnTo>
                    <a:pt x="120" y="9"/>
                  </a:lnTo>
                  <a:cubicBezTo>
                    <a:pt x="115" y="3"/>
                    <a:pt x="109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7" name="Google Shape;19947;p53"/>
            <p:cNvSpPr/>
            <p:nvPr/>
          </p:nvSpPr>
          <p:spPr>
            <a:xfrm>
              <a:off x="3948325" y="225232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04" y="1"/>
                  </a:moveTo>
                  <a:cubicBezTo>
                    <a:pt x="54" y="1"/>
                    <a:pt x="1" y="67"/>
                    <a:pt x="17" y="137"/>
                  </a:cubicBezTo>
                  <a:cubicBezTo>
                    <a:pt x="17" y="170"/>
                    <a:pt x="38" y="207"/>
                    <a:pt x="54" y="223"/>
                  </a:cubicBezTo>
                  <a:cubicBezTo>
                    <a:pt x="87" y="256"/>
                    <a:pt x="120" y="256"/>
                    <a:pt x="141" y="256"/>
                  </a:cubicBezTo>
                  <a:cubicBezTo>
                    <a:pt x="207" y="240"/>
                    <a:pt x="244" y="170"/>
                    <a:pt x="244" y="104"/>
                  </a:cubicBezTo>
                  <a:cubicBezTo>
                    <a:pt x="223" y="67"/>
                    <a:pt x="207" y="34"/>
                    <a:pt x="190" y="17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8" name="Google Shape;19948;p53"/>
            <p:cNvSpPr/>
            <p:nvPr/>
          </p:nvSpPr>
          <p:spPr>
            <a:xfrm>
              <a:off x="3949675" y="2300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66" y="1"/>
                    <a:pt x="50" y="22"/>
                    <a:pt x="33" y="55"/>
                  </a:cubicBezTo>
                  <a:cubicBezTo>
                    <a:pt x="0" y="88"/>
                    <a:pt x="0" y="125"/>
                    <a:pt x="0" y="158"/>
                  </a:cubicBezTo>
                  <a:cubicBezTo>
                    <a:pt x="17" y="191"/>
                    <a:pt x="33" y="207"/>
                    <a:pt x="50" y="244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90" y="244"/>
                    <a:pt x="239" y="191"/>
                    <a:pt x="223" y="104"/>
                  </a:cubicBezTo>
                  <a:cubicBezTo>
                    <a:pt x="223" y="71"/>
                    <a:pt x="207" y="55"/>
                    <a:pt x="190" y="22"/>
                  </a:cubicBezTo>
                  <a:cubicBezTo>
                    <a:pt x="169" y="22"/>
                    <a:pt x="169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9" name="Google Shape;19949;p53"/>
            <p:cNvSpPr/>
            <p:nvPr/>
          </p:nvSpPr>
          <p:spPr>
            <a:xfrm>
              <a:off x="3820825" y="23536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37" y="0"/>
                  </a:moveTo>
                  <a:cubicBezTo>
                    <a:pt x="104" y="0"/>
                    <a:pt x="67" y="17"/>
                    <a:pt x="50" y="33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0" y="240"/>
                    <a:pt x="67" y="260"/>
                    <a:pt x="104" y="260"/>
                  </a:cubicBezTo>
                  <a:cubicBezTo>
                    <a:pt x="137" y="260"/>
                    <a:pt x="170" y="260"/>
                    <a:pt x="190" y="240"/>
                  </a:cubicBezTo>
                  <a:cubicBezTo>
                    <a:pt x="207" y="207"/>
                    <a:pt x="223" y="190"/>
                    <a:pt x="223" y="157"/>
                  </a:cubicBezTo>
                  <a:cubicBezTo>
                    <a:pt x="223" y="120"/>
                    <a:pt x="223" y="87"/>
                    <a:pt x="207" y="54"/>
                  </a:cubicBezTo>
                  <a:cubicBezTo>
                    <a:pt x="190" y="33"/>
                    <a:pt x="170" y="17"/>
                    <a:pt x="153" y="17"/>
                  </a:cubicBezTo>
                  <a:cubicBezTo>
                    <a:pt x="153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0" name="Google Shape;19950;p53"/>
            <p:cNvSpPr/>
            <p:nvPr/>
          </p:nvSpPr>
          <p:spPr>
            <a:xfrm>
              <a:off x="3864625" y="2391100"/>
              <a:ext cx="6025" cy="6550"/>
            </a:xfrm>
            <a:custGeom>
              <a:avLst/>
              <a:gdLst/>
              <a:ahLst/>
              <a:cxnLst/>
              <a:rect l="l" t="t" r="r" b="b"/>
              <a:pathLst>
                <a:path w="241" h="262" extrusionOk="0">
                  <a:moveTo>
                    <a:pt x="110" y="1"/>
                  </a:moveTo>
                  <a:cubicBezTo>
                    <a:pt x="70" y="1"/>
                    <a:pt x="29" y="34"/>
                    <a:pt x="17" y="82"/>
                  </a:cubicBezTo>
                  <a:cubicBezTo>
                    <a:pt x="1" y="102"/>
                    <a:pt x="1" y="119"/>
                    <a:pt x="1" y="152"/>
                  </a:cubicBezTo>
                  <a:cubicBezTo>
                    <a:pt x="17" y="185"/>
                    <a:pt x="34" y="238"/>
                    <a:pt x="67" y="255"/>
                  </a:cubicBezTo>
                  <a:cubicBezTo>
                    <a:pt x="81" y="259"/>
                    <a:pt x="94" y="261"/>
                    <a:pt x="106" y="261"/>
                  </a:cubicBezTo>
                  <a:cubicBezTo>
                    <a:pt x="139" y="261"/>
                    <a:pt x="163" y="246"/>
                    <a:pt x="191" y="222"/>
                  </a:cubicBezTo>
                  <a:cubicBezTo>
                    <a:pt x="207" y="222"/>
                    <a:pt x="207" y="205"/>
                    <a:pt x="224" y="185"/>
                  </a:cubicBezTo>
                  <a:cubicBezTo>
                    <a:pt x="240" y="119"/>
                    <a:pt x="207" y="32"/>
                    <a:pt x="154" y="16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1" name="Google Shape;19951;p53"/>
            <p:cNvSpPr/>
            <p:nvPr/>
          </p:nvSpPr>
          <p:spPr>
            <a:xfrm>
              <a:off x="3834950" y="2303075"/>
              <a:ext cx="6525" cy="6700"/>
            </a:xfrm>
            <a:custGeom>
              <a:avLst/>
              <a:gdLst/>
              <a:ahLst/>
              <a:cxnLst/>
              <a:rect l="l" t="t" r="r" b="b"/>
              <a:pathLst>
                <a:path w="261" h="268" extrusionOk="0">
                  <a:moveTo>
                    <a:pt x="121" y="1"/>
                  </a:moveTo>
                  <a:cubicBezTo>
                    <a:pt x="78" y="1"/>
                    <a:pt x="44" y="34"/>
                    <a:pt x="17" y="82"/>
                  </a:cubicBezTo>
                  <a:cubicBezTo>
                    <a:pt x="1" y="152"/>
                    <a:pt x="38" y="238"/>
                    <a:pt x="87" y="255"/>
                  </a:cubicBezTo>
                  <a:cubicBezTo>
                    <a:pt x="101" y="264"/>
                    <a:pt x="116" y="268"/>
                    <a:pt x="131" y="268"/>
                  </a:cubicBezTo>
                  <a:cubicBezTo>
                    <a:pt x="172" y="268"/>
                    <a:pt x="211" y="236"/>
                    <a:pt x="223" y="185"/>
                  </a:cubicBezTo>
                  <a:cubicBezTo>
                    <a:pt x="260" y="119"/>
                    <a:pt x="223" y="49"/>
                    <a:pt x="174" y="16"/>
                  </a:cubicBezTo>
                  <a:cubicBezTo>
                    <a:pt x="155" y="6"/>
                    <a:pt x="137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2" name="Google Shape;19952;p53"/>
            <p:cNvSpPr/>
            <p:nvPr/>
          </p:nvSpPr>
          <p:spPr>
            <a:xfrm>
              <a:off x="3835875" y="2351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50" y="0"/>
                    <a:pt x="1" y="71"/>
                    <a:pt x="17" y="136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3" y="260"/>
                    <a:pt x="104" y="260"/>
                    <a:pt x="137" y="260"/>
                  </a:cubicBezTo>
                  <a:cubicBezTo>
                    <a:pt x="170" y="240"/>
                    <a:pt x="186" y="223"/>
                    <a:pt x="207" y="207"/>
                  </a:cubicBezTo>
                  <a:cubicBezTo>
                    <a:pt x="223" y="174"/>
                    <a:pt x="240" y="136"/>
                    <a:pt x="223" y="103"/>
                  </a:cubicBezTo>
                  <a:cubicBezTo>
                    <a:pt x="223" y="71"/>
                    <a:pt x="207" y="33"/>
                    <a:pt x="186" y="17"/>
                  </a:cubicBezTo>
                  <a:cubicBezTo>
                    <a:pt x="170" y="17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3" name="Google Shape;19953;p53"/>
            <p:cNvSpPr/>
            <p:nvPr/>
          </p:nvSpPr>
          <p:spPr>
            <a:xfrm>
              <a:off x="3831550" y="227360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9" y="0"/>
                  </a:moveTo>
                  <a:cubicBezTo>
                    <a:pt x="102" y="0"/>
                    <a:pt x="82" y="12"/>
                    <a:pt x="71" y="24"/>
                  </a:cubicBezTo>
                  <a:cubicBezTo>
                    <a:pt x="17" y="77"/>
                    <a:pt x="1" y="164"/>
                    <a:pt x="50" y="213"/>
                  </a:cubicBezTo>
                  <a:cubicBezTo>
                    <a:pt x="71" y="246"/>
                    <a:pt x="87" y="267"/>
                    <a:pt x="120" y="267"/>
                  </a:cubicBezTo>
                  <a:cubicBezTo>
                    <a:pt x="153" y="267"/>
                    <a:pt x="174" y="246"/>
                    <a:pt x="207" y="230"/>
                  </a:cubicBezTo>
                  <a:cubicBezTo>
                    <a:pt x="223" y="213"/>
                    <a:pt x="240" y="180"/>
                    <a:pt x="240" y="143"/>
                  </a:cubicBezTo>
                  <a:cubicBezTo>
                    <a:pt x="240" y="110"/>
                    <a:pt x="240" y="77"/>
                    <a:pt x="223" y="40"/>
                  </a:cubicBezTo>
                  <a:cubicBezTo>
                    <a:pt x="207" y="24"/>
                    <a:pt x="190" y="24"/>
                    <a:pt x="174" y="7"/>
                  </a:cubicBezTo>
                  <a:lnTo>
                    <a:pt x="137" y="7"/>
                  </a:lnTo>
                  <a:cubicBezTo>
                    <a:pt x="132" y="2"/>
                    <a:pt x="126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4" name="Google Shape;19954;p53"/>
            <p:cNvSpPr/>
            <p:nvPr/>
          </p:nvSpPr>
          <p:spPr>
            <a:xfrm>
              <a:off x="3824225" y="22584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3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00"/>
                    <a:pt x="1" y="133"/>
                    <a:pt x="1" y="153"/>
                  </a:cubicBezTo>
                  <a:cubicBezTo>
                    <a:pt x="17" y="203"/>
                    <a:pt x="34" y="236"/>
                    <a:pt x="71" y="257"/>
                  </a:cubicBezTo>
                  <a:cubicBezTo>
                    <a:pt x="85" y="261"/>
                    <a:pt x="98" y="263"/>
                    <a:pt x="110" y="263"/>
                  </a:cubicBezTo>
                  <a:cubicBezTo>
                    <a:pt x="141" y="263"/>
                    <a:pt x="167" y="251"/>
                    <a:pt x="190" y="236"/>
                  </a:cubicBezTo>
                  <a:cubicBezTo>
                    <a:pt x="207" y="219"/>
                    <a:pt x="207" y="203"/>
                    <a:pt x="223" y="186"/>
                  </a:cubicBezTo>
                  <a:cubicBezTo>
                    <a:pt x="240" y="116"/>
                    <a:pt x="207" y="30"/>
                    <a:pt x="157" y="13"/>
                  </a:cubicBezTo>
                  <a:cubicBezTo>
                    <a:pt x="143" y="5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5" name="Google Shape;19955;p53"/>
            <p:cNvSpPr/>
            <p:nvPr/>
          </p:nvSpPr>
          <p:spPr>
            <a:xfrm>
              <a:off x="3822475" y="23086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04" y="1"/>
                  </a:moveTo>
                  <a:cubicBezTo>
                    <a:pt x="38" y="17"/>
                    <a:pt x="1" y="83"/>
                    <a:pt x="1" y="153"/>
                  </a:cubicBezTo>
                  <a:cubicBezTo>
                    <a:pt x="21" y="186"/>
                    <a:pt x="38" y="223"/>
                    <a:pt x="54" y="240"/>
                  </a:cubicBezTo>
                  <a:cubicBezTo>
                    <a:pt x="66" y="252"/>
                    <a:pt x="86" y="263"/>
                    <a:pt x="110" y="263"/>
                  </a:cubicBezTo>
                  <a:cubicBezTo>
                    <a:pt x="120" y="263"/>
                    <a:pt x="130" y="261"/>
                    <a:pt x="141" y="256"/>
                  </a:cubicBezTo>
                  <a:cubicBezTo>
                    <a:pt x="190" y="256"/>
                    <a:pt x="244" y="186"/>
                    <a:pt x="227" y="120"/>
                  </a:cubicBezTo>
                  <a:cubicBezTo>
                    <a:pt x="227" y="83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6" name="Google Shape;19956;p53"/>
            <p:cNvSpPr/>
            <p:nvPr/>
          </p:nvSpPr>
          <p:spPr>
            <a:xfrm>
              <a:off x="3827225" y="2244700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0" y="149"/>
                    <a:pt x="37" y="219"/>
                    <a:pt x="87" y="252"/>
                  </a:cubicBezTo>
                  <a:lnTo>
                    <a:pt x="141" y="252"/>
                  </a:lnTo>
                  <a:cubicBezTo>
                    <a:pt x="174" y="252"/>
                    <a:pt x="207" y="219"/>
                    <a:pt x="223" y="186"/>
                  </a:cubicBezTo>
                  <a:cubicBezTo>
                    <a:pt x="244" y="133"/>
                    <a:pt x="244" y="83"/>
                    <a:pt x="207" y="46"/>
                  </a:cubicBezTo>
                  <a:cubicBezTo>
                    <a:pt x="190" y="29"/>
                    <a:pt x="190" y="13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7" name="Google Shape;19957;p53"/>
            <p:cNvSpPr/>
            <p:nvPr/>
          </p:nvSpPr>
          <p:spPr>
            <a:xfrm>
              <a:off x="3973275" y="2355250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27" y="1"/>
                  </a:moveTo>
                  <a:cubicBezTo>
                    <a:pt x="79" y="1"/>
                    <a:pt x="42" y="22"/>
                    <a:pt x="17" y="73"/>
                  </a:cubicBezTo>
                  <a:cubicBezTo>
                    <a:pt x="1" y="143"/>
                    <a:pt x="33" y="229"/>
                    <a:pt x="87" y="246"/>
                  </a:cubicBezTo>
                  <a:cubicBezTo>
                    <a:pt x="100" y="254"/>
                    <a:pt x="115" y="259"/>
                    <a:pt x="129" y="259"/>
                  </a:cubicBezTo>
                  <a:cubicBezTo>
                    <a:pt x="170" y="259"/>
                    <a:pt x="211" y="227"/>
                    <a:pt x="223" y="176"/>
                  </a:cubicBezTo>
                  <a:cubicBezTo>
                    <a:pt x="256" y="110"/>
                    <a:pt x="223" y="40"/>
                    <a:pt x="174" y="7"/>
                  </a:cubicBezTo>
                  <a:cubicBezTo>
                    <a:pt x="157" y="3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8" name="Google Shape;19958;p53"/>
            <p:cNvSpPr/>
            <p:nvPr/>
          </p:nvSpPr>
          <p:spPr>
            <a:xfrm>
              <a:off x="3908025" y="23365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26" y="1"/>
                  </a:moveTo>
                  <a:cubicBezTo>
                    <a:pt x="86" y="1"/>
                    <a:pt x="46" y="34"/>
                    <a:pt x="34" y="82"/>
                  </a:cubicBezTo>
                  <a:cubicBezTo>
                    <a:pt x="1" y="152"/>
                    <a:pt x="34" y="222"/>
                    <a:pt x="83" y="255"/>
                  </a:cubicBezTo>
                  <a:cubicBezTo>
                    <a:pt x="95" y="258"/>
                    <a:pt x="107" y="259"/>
                    <a:pt x="118" y="259"/>
                  </a:cubicBezTo>
                  <a:cubicBezTo>
                    <a:pt x="171" y="259"/>
                    <a:pt x="212" y="226"/>
                    <a:pt x="240" y="168"/>
                  </a:cubicBezTo>
                  <a:cubicBezTo>
                    <a:pt x="256" y="119"/>
                    <a:pt x="223" y="32"/>
                    <a:pt x="170" y="16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9" name="Google Shape;19959;p53"/>
            <p:cNvSpPr/>
            <p:nvPr/>
          </p:nvSpPr>
          <p:spPr>
            <a:xfrm>
              <a:off x="3908850" y="238415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1"/>
                    <a:pt x="34" y="224"/>
                    <a:pt x="50" y="240"/>
                  </a:cubicBezTo>
                  <a:cubicBezTo>
                    <a:pt x="76" y="252"/>
                    <a:pt x="100" y="265"/>
                    <a:pt x="118" y="265"/>
                  </a:cubicBezTo>
                  <a:cubicBezTo>
                    <a:pt x="125" y="265"/>
                    <a:pt x="132" y="263"/>
                    <a:pt x="137" y="256"/>
                  </a:cubicBezTo>
                  <a:cubicBezTo>
                    <a:pt x="174" y="256"/>
                    <a:pt x="190" y="240"/>
                    <a:pt x="207" y="207"/>
                  </a:cubicBezTo>
                  <a:cubicBezTo>
                    <a:pt x="223" y="191"/>
                    <a:pt x="240" y="153"/>
                    <a:pt x="240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0" name="Google Shape;19960;p53"/>
            <p:cNvSpPr/>
            <p:nvPr/>
          </p:nvSpPr>
          <p:spPr>
            <a:xfrm>
              <a:off x="3917000" y="2275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4" y="17"/>
                    <a:pt x="0" y="67"/>
                    <a:pt x="17" y="153"/>
                  </a:cubicBezTo>
                  <a:cubicBezTo>
                    <a:pt x="17" y="186"/>
                    <a:pt x="33" y="207"/>
                    <a:pt x="54" y="240"/>
                  </a:cubicBezTo>
                  <a:cubicBezTo>
                    <a:pt x="87" y="256"/>
                    <a:pt x="103" y="256"/>
                    <a:pt x="136" y="256"/>
                  </a:cubicBezTo>
                  <a:cubicBezTo>
                    <a:pt x="207" y="240"/>
                    <a:pt x="240" y="170"/>
                    <a:pt x="223" y="104"/>
                  </a:cubicBezTo>
                  <a:cubicBezTo>
                    <a:pt x="223" y="50"/>
                    <a:pt x="190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1" name="Google Shape;19961;p53"/>
            <p:cNvSpPr/>
            <p:nvPr/>
          </p:nvSpPr>
          <p:spPr>
            <a:xfrm>
              <a:off x="3911850" y="229057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70" y="0"/>
                    <a:pt x="33" y="17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06"/>
                    <a:pt x="54" y="239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39"/>
                    <a:pt x="223" y="169"/>
                    <a:pt x="223" y="103"/>
                  </a:cubicBezTo>
                  <a:cubicBezTo>
                    <a:pt x="223" y="66"/>
                    <a:pt x="206" y="50"/>
                    <a:pt x="173" y="17"/>
                  </a:cubicBezTo>
                  <a:cubicBezTo>
                    <a:pt x="173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2" name="Google Shape;19962;p53"/>
            <p:cNvSpPr/>
            <p:nvPr/>
          </p:nvSpPr>
          <p:spPr>
            <a:xfrm>
              <a:off x="3901950" y="235665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38" y="0"/>
                    <a:pt x="0" y="70"/>
                    <a:pt x="17" y="140"/>
                  </a:cubicBezTo>
                  <a:cubicBezTo>
                    <a:pt x="17" y="206"/>
                    <a:pt x="71" y="260"/>
                    <a:pt x="141" y="260"/>
                  </a:cubicBezTo>
                  <a:cubicBezTo>
                    <a:pt x="174" y="243"/>
                    <a:pt x="190" y="223"/>
                    <a:pt x="207" y="206"/>
                  </a:cubicBezTo>
                  <a:cubicBezTo>
                    <a:pt x="223" y="173"/>
                    <a:pt x="244" y="140"/>
                    <a:pt x="223" y="103"/>
                  </a:cubicBezTo>
                  <a:cubicBezTo>
                    <a:pt x="223" y="70"/>
                    <a:pt x="207" y="37"/>
                    <a:pt x="190" y="17"/>
                  </a:cubicBezTo>
                  <a:cubicBezTo>
                    <a:pt x="174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3" name="Google Shape;19963;p53"/>
            <p:cNvSpPr/>
            <p:nvPr/>
          </p:nvSpPr>
          <p:spPr>
            <a:xfrm>
              <a:off x="3904525" y="230685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1" y="1"/>
                  </a:moveTo>
                  <a:cubicBezTo>
                    <a:pt x="120" y="1"/>
                    <a:pt x="87" y="17"/>
                    <a:pt x="71" y="34"/>
                  </a:cubicBezTo>
                  <a:cubicBezTo>
                    <a:pt x="17" y="87"/>
                    <a:pt x="1" y="153"/>
                    <a:pt x="54" y="223"/>
                  </a:cubicBezTo>
                  <a:cubicBezTo>
                    <a:pt x="71" y="240"/>
                    <a:pt x="87" y="256"/>
                    <a:pt x="120" y="256"/>
                  </a:cubicBezTo>
                  <a:cubicBezTo>
                    <a:pt x="131" y="262"/>
                    <a:pt x="140" y="265"/>
                    <a:pt x="149" y="265"/>
                  </a:cubicBezTo>
                  <a:cubicBezTo>
                    <a:pt x="169" y="265"/>
                    <a:pt x="184" y="251"/>
                    <a:pt x="207" y="240"/>
                  </a:cubicBezTo>
                  <a:cubicBezTo>
                    <a:pt x="223" y="223"/>
                    <a:pt x="244" y="190"/>
                    <a:pt x="244" y="153"/>
                  </a:cubicBezTo>
                  <a:cubicBezTo>
                    <a:pt x="244" y="120"/>
                    <a:pt x="244" y="87"/>
                    <a:pt x="223" y="50"/>
                  </a:cubicBezTo>
                  <a:cubicBezTo>
                    <a:pt x="207" y="34"/>
                    <a:pt x="190" y="17"/>
                    <a:pt x="174" y="17"/>
                  </a:cubicBezTo>
                  <a:cubicBezTo>
                    <a:pt x="174" y="17"/>
                    <a:pt x="157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4" name="Google Shape;19964;p53"/>
            <p:cNvSpPr/>
            <p:nvPr/>
          </p:nvSpPr>
          <p:spPr>
            <a:xfrm>
              <a:off x="3900700" y="2371925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16" y="0"/>
                  </a:moveTo>
                  <a:cubicBezTo>
                    <a:pt x="108" y="0"/>
                    <a:pt x="99" y="2"/>
                    <a:pt x="88" y="7"/>
                  </a:cubicBezTo>
                  <a:cubicBezTo>
                    <a:pt x="34" y="7"/>
                    <a:pt x="1" y="78"/>
                    <a:pt x="1" y="148"/>
                  </a:cubicBezTo>
                  <a:cubicBezTo>
                    <a:pt x="1" y="181"/>
                    <a:pt x="17" y="214"/>
                    <a:pt x="50" y="230"/>
                  </a:cubicBezTo>
                  <a:cubicBezTo>
                    <a:pt x="67" y="251"/>
                    <a:pt x="104" y="267"/>
                    <a:pt x="121" y="267"/>
                  </a:cubicBezTo>
                  <a:cubicBezTo>
                    <a:pt x="154" y="251"/>
                    <a:pt x="191" y="230"/>
                    <a:pt x="207" y="214"/>
                  </a:cubicBezTo>
                  <a:cubicBezTo>
                    <a:pt x="224" y="181"/>
                    <a:pt x="224" y="148"/>
                    <a:pt x="224" y="111"/>
                  </a:cubicBezTo>
                  <a:cubicBezTo>
                    <a:pt x="224" y="78"/>
                    <a:pt x="207" y="45"/>
                    <a:pt x="170" y="24"/>
                  </a:cubicBezTo>
                  <a:lnTo>
                    <a:pt x="154" y="7"/>
                  </a:lnTo>
                  <a:cubicBezTo>
                    <a:pt x="143" y="7"/>
                    <a:pt x="132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5" name="Google Shape;19965;p53"/>
            <p:cNvSpPr/>
            <p:nvPr/>
          </p:nvSpPr>
          <p:spPr>
            <a:xfrm>
              <a:off x="3900300" y="2321800"/>
              <a:ext cx="6425" cy="6625"/>
            </a:xfrm>
            <a:custGeom>
              <a:avLst/>
              <a:gdLst/>
              <a:ahLst/>
              <a:cxnLst/>
              <a:rect l="l" t="t" r="r" b="b"/>
              <a:pathLst>
                <a:path w="257" h="265" extrusionOk="0">
                  <a:moveTo>
                    <a:pt x="137" y="0"/>
                  </a:moveTo>
                  <a:cubicBezTo>
                    <a:pt x="86" y="0"/>
                    <a:pt x="44" y="33"/>
                    <a:pt x="17" y="91"/>
                  </a:cubicBezTo>
                  <a:cubicBezTo>
                    <a:pt x="0" y="157"/>
                    <a:pt x="33" y="227"/>
                    <a:pt x="83" y="260"/>
                  </a:cubicBezTo>
                  <a:cubicBezTo>
                    <a:pt x="92" y="263"/>
                    <a:pt x="102" y="264"/>
                    <a:pt x="111" y="264"/>
                  </a:cubicBezTo>
                  <a:cubicBezTo>
                    <a:pt x="159" y="264"/>
                    <a:pt x="209" y="232"/>
                    <a:pt x="223" y="174"/>
                  </a:cubicBezTo>
                  <a:cubicBezTo>
                    <a:pt x="256" y="108"/>
                    <a:pt x="223" y="38"/>
                    <a:pt x="170" y="5"/>
                  </a:cubicBezTo>
                  <a:cubicBezTo>
                    <a:pt x="158" y="2"/>
                    <a:pt x="14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6" name="Google Shape;19966;p53"/>
            <p:cNvSpPr/>
            <p:nvPr/>
          </p:nvSpPr>
          <p:spPr>
            <a:xfrm>
              <a:off x="3917400" y="230410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2" y="0"/>
                  </a:moveTo>
                  <a:cubicBezTo>
                    <a:pt x="115" y="0"/>
                    <a:pt x="109" y="2"/>
                    <a:pt x="104" y="8"/>
                  </a:cubicBezTo>
                  <a:cubicBezTo>
                    <a:pt x="87" y="8"/>
                    <a:pt x="54" y="24"/>
                    <a:pt x="38" y="41"/>
                  </a:cubicBezTo>
                  <a:cubicBezTo>
                    <a:pt x="17" y="57"/>
                    <a:pt x="1" y="111"/>
                    <a:pt x="17" y="144"/>
                  </a:cubicBezTo>
                  <a:cubicBezTo>
                    <a:pt x="17" y="181"/>
                    <a:pt x="38" y="214"/>
                    <a:pt x="54" y="230"/>
                  </a:cubicBezTo>
                  <a:cubicBezTo>
                    <a:pt x="87" y="247"/>
                    <a:pt x="104" y="263"/>
                    <a:pt x="141" y="263"/>
                  </a:cubicBezTo>
                  <a:cubicBezTo>
                    <a:pt x="191" y="247"/>
                    <a:pt x="244" y="197"/>
                    <a:pt x="224" y="127"/>
                  </a:cubicBezTo>
                  <a:lnTo>
                    <a:pt x="224" y="111"/>
                  </a:lnTo>
                  <a:cubicBezTo>
                    <a:pt x="224" y="57"/>
                    <a:pt x="191" y="24"/>
                    <a:pt x="158" y="8"/>
                  </a:cubicBezTo>
                  <a:cubicBezTo>
                    <a:pt x="147" y="8"/>
                    <a:pt x="134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7" name="Google Shape;19967;p53"/>
            <p:cNvSpPr/>
            <p:nvPr/>
          </p:nvSpPr>
          <p:spPr>
            <a:xfrm>
              <a:off x="3920400" y="22600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24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21" y="50"/>
                    <a:pt x="0" y="87"/>
                    <a:pt x="0" y="120"/>
                  </a:cubicBezTo>
                  <a:cubicBezTo>
                    <a:pt x="0" y="153"/>
                    <a:pt x="21" y="191"/>
                    <a:pt x="38" y="207"/>
                  </a:cubicBezTo>
                  <a:cubicBezTo>
                    <a:pt x="54" y="240"/>
                    <a:pt x="71" y="257"/>
                    <a:pt x="104" y="257"/>
                  </a:cubicBezTo>
                  <a:cubicBezTo>
                    <a:pt x="141" y="257"/>
                    <a:pt x="157" y="257"/>
                    <a:pt x="190" y="224"/>
                  </a:cubicBezTo>
                  <a:cubicBezTo>
                    <a:pt x="227" y="191"/>
                    <a:pt x="244" y="104"/>
                    <a:pt x="207" y="50"/>
                  </a:cubicBezTo>
                  <a:cubicBezTo>
                    <a:pt x="190" y="34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8" name="Google Shape;19968;p53"/>
            <p:cNvSpPr/>
            <p:nvPr/>
          </p:nvSpPr>
          <p:spPr>
            <a:xfrm>
              <a:off x="3922975" y="23348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54" y="16"/>
                    <a:pt x="1" y="66"/>
                    <a:pt x="21" y="153"/>
                  </a:cubicBezTo>
                  <a:cubicBezTo>
                    <a:pt x="21" y="190"/>
                    <a:pt x="38" y="206"/>
                    <a:pt x="54" y="239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207" y="239"/>
                    <a:pt x="244" y="169"/>
                    <a:pt x="227" y="103"/>
                  </a:cubicBezTo>
                  <a:cubicBezTo>
                    <a:pt x="227" y="66"/>
                    <a:pt x="207" y="33"/>
                    <a:pt x="190" y="16"/>
                  </a:cubicBezTo>
                  <a:cubicBezTo>
                    <a:pt x="174" y="16"/>
                    <a:pt x="174" y="16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9" name="Google Shape;19969;p53"/>
            <p:cNvSpPr/>
            <p:nvPr/>
          </p:nvSpPr>
          <p:spPr>
            <a:xfrm>
              <a:off x="3915750" y="2351475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04" y="1"/>
                  </a:moveTo>
                  <a:cubicBezTo>
                    <a:pt x="50" y="17"/>
                    <a:pt x="1" y="71"/>
                    <a:pt x="17" y="158"/>
                  </a:cubicBezTo>
                  <a:cubicBezTo>
                    <a:pt x="17" y="191"/>
                    <a:pt x="34" y="207"/>
                    <a:pt x="50" y="244"/>
                  </a:cubicBezTo>
                  <a:cubicBezTo>
                    <a:pt x="83" y="261"/>
                    <a:pt x="104" y="261"/>
                    <a:pt x="137" y="261"/>
                  </a:cubicBezTo>
                  <a:cubicBezTo>
                    <a:pt x="207" y="244"/>
                    <a:pt x="240" y="174"/>
                    <a:pt x="224" y="104"/>
                  </a:cubicBezTo>
                  <a:cubicBezTo>
                    <a:pt x="224" y="71"/>
                    <a:pt x="207" y="38"/>
                    <a:pt x="186" y="17"/>
                  </a:cubicBezTo>
                  <a:cubicBezTo>
                    <a:pt x="17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0" name="Google Shape;19970;p53"/>
            <p:cNvSpPr/>
            <p:nvPr/>
          </p:nvSpPr>
          <p:spPr>
            <a:xfrm>
              <a:off x="3915250" y="2367350"/>
              <a:ext cx="6525" cy="6950"/>
            </a:xfrm>
            <a:custGeom>
              <a:avLst/>
              <a:gdLst/>
              <a:ahLst/>
              <a:cxnLst/>
              <a:rect l="l" t="t" r="r" b="b"/>
              <a:pathLst>
                <a:path w="261" h="278" extrusionOk="0">
                  <a:moveTo>
                    <a:pt x="140" y="1"/>
                  </a:moveTo>
                  <a:cubicBezTo>
                    <a:pt x="103" y="1"/>
                    <a:pt x="87" y="21"/>
                    <a:pt x="54" y="38"/>
                  </a:cubicBezTo>
                  <a:cubicBezTo>
                    <a:pt x="21" y="87"/>
                    <a:pt x="0" y="158"/>
                    <a:pt x="37" y="228"/>
                  </a:cubicBezTo>
                  <a:cubicBezTo>
                    <a:pt x="54" y="244"/>
                    <a:pt x="87" y="261"/>
                    <a:pt x="124" y="277"/>
                  </a:cubicBezTo>
                  <a:cubicBezTo>
                    <a:pt x="140" y="277"/>
                    <a:pt x="173" y="261"/>
                    <a:pt x="190" y="244"/>
                  </a:cubicBezTo>
                  <a:cubicBezTo>
                    <a:pt x="244" y="190"/>
                    <a:pt x="260" y="104"/>
                    <a:pt x="206" y="54"/>
                  </a:cubicBezTo>
                  <a:cubicBezTo>
                    <a:pt x="206" y="38"/>
                    <a:pt x="190" y="21"/>
                    <a:pt x="173" y="21"/>
                  </a:cubicBezTo>
                  <a:cubicBezTo>
                    <a:pt x="157" y="21"/>
                    <a:pt x="157" y="2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1" name="Google Shape;19971;p53"/>
            <p:cNvSpPr/>
            <p:nvPr/>
          </p:nvSpPr>
          <p:spPr>
            <a:xfrm>
              <a:off x="3915750" y="2320875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28" y="1"/>
                  </a:moveTo>
                  <a:cubicBezTo>
                    <a:pt x="83" y="1"/>
                    <a:pt x="31" y="36"/>
                    <a:pt x="17" y="91"/>
                  </a:cubicBezTo>
                  <a:cubicBezTo>
                    <a:pt x="1" y="145"/>
                    <a:pt x="17" y="231"/>
                    <a:pt x="67" y="248"/>
                  </a:cubicBezTo>
                  <a:cubicBezTo>
                    <a:pt x="86" y="257"/>
                    <a:pt x="104" y="261"/>
                    <a:pt x="122" y="261"/>
                  </a:cubicBezTo>
                  <a:cubicBezTo>
                    <a:pt x="170" y="261"/>
                    <a:pt x="211" y="229"/>
                    <a:pt x="224" y="178"/>
                  </a:cubicBezTo>
                  <a:cubicBezTo>
                    <a:pt x="240" y="108"/>
                    <a:pt x="207" y="42"/>
                    <a:pt x="153" y="5"/>
                  </a:cubicBezTo>
                  <a:cubicBezTo>
                    <a:pt x="146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2" name="Google Shape;19972;p53"/>
            <p:cNvSpPr/>
            <p:nvPr/>
          </p:nvSpPr>
          <p:spPr>
            <a:xfrm>
              <a:off x="3900300" y="22780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0"/>
                  </a:moveTo>
                  <a:cubicBezTo>
                    <a:pt x="86" y="0"/>
                    <a:pt x="44" y="33"/>
                    <a:pt x="17" y="91"/>
                  </a:cubicBezTo>
                  <a:cubicBezTo>
                    <a:pt x="0" y="157"/>
                    <a:pt x="33" y="227"/>
                    <a:pt x="83" y="244"/>
                  </a:cubicBezTo>
                  <a:cubicBezTo>
                    <a:pt x="104" y="260"/>
                    <a:pt x="120" y="260"/>
                    <a:pt x="137" y="260"/>
                  </a:cubicBezTo>
                  <a:cubicBezTo>
                    <a:pt x="170" y="260"/>
                    <a:pt x="223" y="227"/>
                    <a:pt x="223" y="173"/>
                  </a:cubicBezTo>
                  <a:cubicBezTo>
                    <a:pt x="240" y="124"/>
                    <a:pt x="240" y="70"/>
                    <a:pt x="207" y="37"/>
                  </a:cubicBezTo>
                  <a:cubicBezTo>
                    <a:pt x="207" y="21"/>
                    <a:pt x="186" y="21"/>
                    <a:pt x="170" y="4"/>
                  </a:cubicBezTo>
                  <a:cubicBezTo>
                    <a:pt x="158" y="2"/>
                    <a:pt x="14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3" name="Google Shape;19973;p53"/>
            <p:cNvSpPr/>
            <p:nvPr/>
          </p:nvSpPr>
          <p:spPr>
            <a:xfrm>
              <a:off x="3886075" y="2251925"/>
              <a:ext cx="5600" cy="6475"/>
            </a:xfrm>
            <a:custGeom>
              <a:avLst/>
              <a:gdLst/>
              <a:ahLst/>
              <a:cxnLst/>
              <a:rect l="l" t="t" r="r" b="b"/>
              <a:pathLst>
                <a:path w="224" h="259" extrusionOk="0">
                  <a:moveTo>
                    <a:pt x="120" y="0"/>
                  </a:moveTo>
                  <a:cubicBezTo>
                    <a:pt x="87" y="0"/>
                    <a:pt x="54" y="0"/>
                    <a:pt x="34" y="33"/>
                  </a:cubicBezTo>
                  <a:cubicBezTo>
                    <a:pt x="17" y="50"/>
                    <a:pt x="1" y="83"/>
                    <a:pt x="1" y="120"/>
                  </a:cubicBezTo>
                  <a:cubicBezTo>
                    <a:pt x="1" y="153"/>
                    <a:pt x="1" y="186"/>
                    <a:pt x="17" y="206"/>
                  </a:cubicBezTo>
                  <a:cubicBezTo>
                    <a:pt x="37" y="242"/>
                    <a:pt x="65" y="258"/>
                    <a:pt x="95" y="258"/>
                  </a:cubicBezTo>
                  <a:cubicBezTo>
                    <a:pt x="121" y="258"/>
                    <a:pt x="149" y="246"/>
                    <a:pt x="174" y="223"/>
                  </a:cubicBezTo>
                  <a:cubicBezTo>
                    <a:pt x="223" y="186"/>
                    <a:pt x="223" y="103"/>
                    <a:pt x="190" y="50"/>
                  </a:cubicBezTo>
                  <a:cubicBezTo>
                    <a:pt x="174" y="33"/>
                    <a:pt x="174" y="17"/>
                    <a:pt x="137" y="17"/>
                  </a:cubicBezTo>
                  <a:cubicBezTo>
                    <a:pt x="137" y="0"/>
                    <a:pt x="120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4" name="Google Shape;19974;p53"/>
            <p:cNvSpPr/>
            <p:nvPr/>
          </p:nvSpPr>
          <p:spPr>
            <a:xfrm>
              <a:off x="3883075" y="229612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04" y="1"/>
                  </a:moveTo>
                  <a:cubicBezTo>
                    <a:pt x="71" y="17"/>
                    <a:pt x="50" y="34"/>
                    <a:pt x="34" y="50"/>
                  </a:cubicBezTo>
                  <a:cubicBezTo>
                    <a:pt x="17" y="87"/>
                    <a:pt x="1" y="120"/>
                    <a:pt x="17" y="153"/>
                  </a:cubicBezTo>
                  <a:cubicBezTo>
                    <a:pt x="17" y="191"/>
                    <a:pt x="34" y="224"/>
                    <a:pt x="50" y="240"/>
                  </a:cubicBezTo>
                  <a:cubicBezTo>
                    <a:pt x="65" y="252"/>
                    <a:pt x="86" y="263"/>
                    <a:pt x="108" y="263"/>
                  </a:cubicBezTo>
                  <a:cubicBezTo>
                    <a:pt x="118" y="263"/>
                    <a:pt x="127" y="261"/>
                    <a:pt x="137" y="257"/>
                  </a:cubicBezTo>
                  <a:cubicBezTo>
                    <a:pt x="191" y="257"/>
                    <a:pt x="240" y="191"/>
                    <a:pt x="224" y="120"/>
                  </a:cubicBezTo>
                  <a:cubicBezTo>
                    <a:pt x="224" y="87"/>
                    <a:pt x="207" y="50"/>
                    <a:pt x="191" y="34"/>
                  </a:cubicBezTo>
                  <a:cubicBezTo>
                    <a:pt x="174" y="17"/>
                    <a:pt x="174" y="17"/>
                    <a:pt x="154" y="17"/>
                  </a:cubicBezTo>
                  <a:cubicBezTo>
                    <a:pt x="137" y="1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5" name="Google Shape;19975;p53"/>
            <p:cNvSpPr/>
            <p:nvPr/>
          </p:nvSpPr>
          <p:spPr>
            <a:xfrm>
              <a:off x="3887425" y="22793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20" y="1"/>
                  </a:moveTo>
                  <a:cubicBezTo>
                    <a:pt x="103" y="1"/>
                    <a:pt x="66" y="1"/>
                    <a:pt x="50" y="38"/>
                  </a:cubicBezTo>
                  <a:cubicBezTo>
                    <a:pt x="0" y="71"/>
                    <a:pt x="0" y="158"/>
                    <a:pt x="33" y="207"/>
                  </a:cubicBezTo>
                  <a:cubicBezTo>
                    <a:pt x="50" y="244"/>
                    <a:pt x="66" y="261"/>
                    <a:pt x="103" y="261"/>
                  </a:cubicBezTo>
                  <a:cubicBezTo>
                    <a:pt x="136" y="261"/>
                    <a:pt x="153" y="261"/>
                    <a:pt x="186" y="244"/>
                  </a:cubicBezTo>
                  <a:cubicBezTo>
                    <a:pt x="206" y="207"/>
                    <a:pt x="223" y="174"/>
                    <a:pt x="223" y="141"/>
                  </a:cubicBezTo>
                  <a:cubicBezTo>
                    <a:pt x="223" y="104"/>
                    <a:pt x="223" y="71"/>
                    <a:pt x="206" y="54"/>
                  </a:cubicBezTo>
                  <a:cubicBezTo>
                    <a:pt x="186" y="38"/>
                    <a:pt x="169" y="17"/>
                    <a:pt x="153" y="17"/>
                  </a:cubicBezTo>
                  <a:cubicBezTo>
                    <a:pt x="153" y="1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6" name="Google Shape;19976;p53"/>
            <p:cNvSpPr/>
            <p:nvPr/>
          </p:nvSpPr>
          <p:spPr>
            <a:xfrm>
              <a:off x="3873200" y="235977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8" y="1"/>
                  </a:moveTo>
                  <a:cubicBezTo>
                    <a:pt x="87" y="1"/>
                    <a:pt x="48" y="33"/>
                    <a:pt x="33" y="81"/>
                  </a:cubicBezTo>
                  <a:cubicBezTo>
                    <a:pt x="0" y="151"/>
                    <a:pt x="33" y="221"/>
                    <a:pt x="87" y="254"/>
                  </a:cubicBezTo>
                  <a:lnTo>
                    <a:pt x="136" y="254"/>
                  </a:lnTo>
                  <a:cubicBezTo>
                    <a:pt x="190" y="254"/>
                    <a:pt x="223" y="221"/>
                    <a:pt x="239" y="184"/>
                  </a:cubicBezTo>
                  <a:cubicBezTo>
                    <a:pt x="239" y="135"/>
                    <a:pt x="239" y="81"/>
                    <a:pt x="206" y="48"/>
                  </a:cubicBezTo>
                  <a:cubicBezTo>
                    <a:pt x="206" y="32"/>
                    <a:pt x="190" y="15"/>
                    <a:pt x="173" y="15"/>
                  </a:cubicBezTo>
                  <a:cubicBezTo>
                    <a:pt x="159" y="5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7" name="Google Shape;19977;p53"/>
            <p:cNvSpPr/>
            <p:nvPr/>
          </p:nvSpPr>
          <p:spPr>
            <a:xfrm>
              <a:off x="3888250" y="23267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86" y="0"/>
                    <a:pt x="68" y="5"/>
                    <a:pt x="50" y="13"/>
                  </a:cubicBezTo>
                  <a:cubicBezTo>
                    <a:pt x="33" y="29"/>
                    <a:pt x="17" y="62"/>
                    <a:pt x="0" y="79"/>
                  </a:cubicBezTo>
                  <a:lnTo>
                    <a:pt x="0" y="165"/>
                  </a:lnTo>
                  <a:cubicBezTo>
                    <a:pt x="17" y="202"/>
                    <a:pt x="33" y="235"/>
                    <a:pt x="70" y="252"/>
                  </a:cubicBezTo>
                  <a:cubicBezTo>
                    <a:pt x="83" y="261"/>
                    <a:pt x="98" y="265"/>
                    <a:pt x="113" y="265"/>
                  </a:cubicBezTo>
                  <a:cubicBezTo>
                    <a:pt x="153" y="265"/>
                    <a:pt x="194" y="233"/>
                    <a:pt x="206" y="182"/>
                  </a:cubicBezTo>
                  <a:cubicBezTo>
                    <a:pt x="239" y="116"/>
                    <a:pt x="206" y="29"/>
                    <a:pt x="153" y="13"/>
                  </a:cubicBezTo>
                  <a:cubicBezTo>
                    <a:pt x="136" y="5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8" name="Google Shape;19978;p53"/>
            <p:cNvSpPr/>
            <p:nvPr/>
          </p:nvSpPr>
          <p:spPr>
            <a:xfrm>
              <a:off x="3880925" y="2343150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08" y="1"/>
                  </a:moveTo>
                  <a:cubicBezTo>
                    <a:pt x="105" y="1"/>
                    <a:pt x="103" y="3"/>
                    <a:pt x="103" y="8"/>
                  </a:cubicBezTo>
                  <a:cubicBezTo>
                    <a:pt x="33" y="8"/>
                    <a:pt x="0" y="78"/>
                    <a:pt x="0" y="144"/>
                  </a:cubicBezTo>
                  <a:cubicBezTo>
                    <a:pt x="17" y="198"/>
                    <a:pt x="33" y="214"/>
                    <a:pt x="54" y="247"/>
                  </a:cubicBezTo>
                  <a:cubicBezTo>
                    <a:pt x="87" y="247"/>
                    <a:pt x="103" y="268"/>
                    <a:pt x="136" y="268"/>
                  </a:cubicBezTo>
                  <a:cubicBezTo>
                    <a:pt x="157" y="247"/>
                    <a:pt x="190" y="231"/>
                    <a:pt x="207" y="214"/>
                  </a:cubicBezTo>
                  <a:cubicBezTo>
                    <a:pt x="223" y="181"/>
                    <a:pt x="223" y="144"/>
                    <a:pt x="223" y="111"/>
                  </a:cubicBezTo>
                  <a:cubicBezTo>
                    <a:pt x="223" y="78"/>
                    <a:pt x="207" y="41"/>
                    <a:pt x="174" y="25"/>
                  </a:cubicBezTo>
                  <a:lnTo>
                    <a:pt x="157" y="8"/>
                  </a:lnTo>
                  <a:lnTo>
                    <a:pt x="136" y="8"/>
                  </a:lnTo>
                  <a:cubicBezTo>
                    <a:pt x="125" y="8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9" name="Google Shape;19979;p53"/>
            <p:cNvSpPr/>
            <p:nvPr/>
          </p:nvSpPr>
          <p:spPr>
            <a:xfrm>
              <a:off x="3879175" y="2389725"/>
              <a:ext cx="5700" cy="6525"/>
            </a:xfrm>
            <a:custGeom>
              <a:avLst/>
              <a:gdLst/>
              <a:ahLst/>
              <a:cxnLst/>
              <a:rect l="l" t="t" r="r" b="b"/>
              <a:pathLst>
                <a:path w="228" h="261" extrusionOk="0">
                  <a:moveTo>
                    <a:pt x="87" y="1"/>
                  </a:moveTo>
                  <a:cubicBezTo>
                    <a:pt x="70" y="1"/>
                    <a:pt x="37" y="33"/>
                    <a:pt x="21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21" y="223"/>
                    <a:pt x="37" y="240"/>
                  </a:cubicBezTo>
                  <a:cubicBezTo>
                    <a:pt x="70" y="260"/>
                    <a:pt x="103" y="260"/>
                    <a:pt x="124" y="260"/>
                  </a:cubicBezTo>
                  <a:cubicBezTo>
                    <a:pt x="190" y="260"/>
                    <a:pt x="227" y="190"/>
                    <a:pt x="227" y="120"/>
                  </a:cubicBezTo>
                  <a:cubicBezTo>
                    <a:pt x="206" y="71"/>
                    <a:pt x="190" y="54"/>
                    <a:pt x="173" y="33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40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0" name="Google Shape;19980;p53"/>
            <p:cNvSpPr/>
            <p:nvPr/>
          </p:nvSpPr>
          <p:spPr>
            <a:xfrm>
              <a:off x="3897200" y="2291900"/>
              <a:ext cx="6125" cy="6575"/>
            </a:xfrm>
            <a:custGeom>
              <a:avLst/>
              <a:gdLst/>
              <a:ahLst/>
              <a:cxnLst/>
              <a:rect l="l" t="t" r="r" b="b"/>
              <a:pathLst>
                <a:path w="245" h="263" extrusionOk="0">
                  <a:moveTo>
                    <a:pt x="113" y="0"/>
                  </a:moveTo>
                  <a:cubicBezTo>
                    <a:pt x="72" y="0"/>
                    <a:pt x="34" y="32"/>
                    <a:pt x="21" y="83"/>
                  </a:cubicBezTo>
                  <a:cubicBezTo>
                    <a:pt x="1" y="100"/>
                    <a:pt x="1" y="116"/>
                    <a:pt x="1" y="133"/>
                  </a:cubicBezTo>
                  <a:cubicBezTo>
                    <a:pt x="21" y="186"/>
                    <a:pt x="38" y="236"/>
                    <a:pt x="87" y="256"/>
                  </a:cubicBezTo>
                  <a:cubicBezTo>
                    <a:pt x="97" y="261"/>
                    <a:pt x="107" y="263"/>
                    <a:pt x="116" y="263"/>
                  </a:cubicBezTo>
                  <a:cubicBezTo>
                    <a:pt x="142" y="263"/>
                    <a:pt x="166" y="247"/>
                    <a:pt x="190" y="219"/>
                  </a:cubicBezTo>
                  <a:cubicBezTo>
                    <a:pt x="207" y="219"/>
                    <a:pt x="207" y="203"/>
                    <a:pt x="228" y="170"/>
                  </a:cubicBezTo>
                  <a:cubicBezTo>
                    <a:pt x="244" y="100"/>
                    <a:pt x="207" y="30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1" name="Google Shape;19981;p53"/>
            <p:cNvSpPr/>
            <p:nvPr/>
          </p:nvSpPr>
          <p:spPr>
            <a:xfrm>
              <a:off x="3893800" y="23871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0"/>
                  </a:moveTo>
                  <a:cubicBezTo>
                    <a:pt x="104" y="0"/>
                    <a:pt x="71" y="0"/>
                    <a:pt x="54" y="17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4" y="240"/>
                    <a:pt x="87" y="260"/>
                    <a:pt x="104" y="260"/>
                  </a:cubicBezTo>
                  <a:cubicBezTo>
                    <a:pt x="137" y="260"/>
                    <a:pt x="174" y="260"/>
                    <a:pt x="190" y="223"/>
                  </a:cubicBezTo>
                  <a:cubicBezTo>
                    <a:pt x="207" y="207"/>
                    <a:pt x="223" y="174"/>
                    <a:pt x="223" y="136"/>
                  </a:cubicBezTo>
                  <a:cubicBezTo>
                    <a:pt x="240" y="104"/>
                    <a:pt x="223" y="71"/>
                    <a:pt x="207" y="54"/>
                  </a:cubicBezTo>
                  <a:cubicBezTo>
                    <a:pt x="190" y="33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2" name="Google Shape;19982;p53"/>
            <p:cNvSpPr/>
            <p:nvPr/>
          </p:nvSpPr>
          <p:spPr>
            <a:xfrm>
              <a:off x="3895550" y="2342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17"/>
                    <a:pt x="1" y="67"/>
                    <a:pt x="17" y="153"/>
                  </a:cubicBezTo>
                  <a:cubicBezTo>
                    <a:pt x="17" y="186"/>
                    <a:pt x="34" y="207"/>
                    <a:pt x="50" y="240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90" y="240"/>
                    <a:pt x="240" y="170"/>
                    <a:pt x="223" y="104"/>
                  </a:cubicBezTo>
                  <a:cubicBezTo>
                    <a:pt x="223" y="67"/>
                    <a:pt x="207" y="34"/>
                    <a:pt x="190" y="17"/>
                  </a:cubicBezTo>
                  <a:cubicBezTo>
                    <a:pt x="17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3" name="Google Shape;19983;p53"/>
            <p:cNvSpPr/>
            <p:nvPr/>
          </p:nvSpPr>
          <p:spPr>
            <a:xfrm>
              <a:off x="3926475" y="22877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11" y="1"/>
                  </a:moveTo>
                  <a:cubicBezTo>
                    <a:pt x="92" y="1"/>
                    <a:pt x="76" y="14"/>
                    <a:pt x="50" y="26"/>
                  </a:cubicBezTo>
                  <a:cubicBezTo>
                    <a:pt x="1" y="75"/>
                    <a:pt x="1" y="162"/>
                    <a:pt x="34" y="215"/>
                  </a:cubicBezTo>
                  <a:cubicBezTo>
                    <a:pt x="50" y="248"/>
                    <a:pt x="87" y="265"/>
                    <a:pt x="120" y="265"/>
                  </a:cubicBezTo>
                  <a:cubicBezTo>
                    <a:pt x="137" y="265"/>
                    <a:pt x="170" y="248"/>
                    <a:pt x="190" y="232"/>
                  </a:cubicBezTo>
                  <a:cubicBezTo>
                    <a:pt x="223" y="215"/>
                    <a:pt x="223" y="178"/>
                    <a:pt x="240" y="145"/>
                  </a:cubicBezTo>
                  <a:cubicBezTo>
                    <a:pt x="240" y="112"/>
                    <a:pt x="223" y="75"/>
                    <a:pt x="207" y="42"/>
                  </a:cubicBezTo>
                  <a:cubicBezTo>
                    <a:pt x="207" y="26"/>
                    <a:pt x="190" y="26"/>
                    <a:pt x="170" y="9"/>
                  </a:cubicBezTo>
                  <a:lnTo>
                    <a:pt x="137" y="9"/>
                  </a:lnTo>
                  <a:cubicBezTo>
                    <a:pt x="127" y="3"/>
                    <a:pt x="119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4" name="Google Shape;19984;p53"/>
            <p:cNvSpPr/>
            <p:nvPr/>
          </p:nvSpPr>
          <p:spPr>
            <a:xfrm>
              <a:off x="3890000" y="2309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85" y="1"/>
                    <a:pt x="44" y="31"/>
                    <a:pt x="17" y="75"/>
                  </a:cubicBezTo>
                  <a:cubicBezTo>
                    <a:pt x="0" y="141"/>
                    <a:pt x="33" y="227"/>
                    <a:pt x="83" y="244"/>
                  </a:cubicBezTo>
                  <a:cubicBezTo>
                    <a:pt x="103" y="260"/>
                    <a:pt x="120" y="260"/>
                    <a:pt x="136" y="260"/>
                  </a:cubicBezTo>
                  <a:cubicBezTo>
                    <a:pt x="169" y="244"/>
                    <a:pt x="223" y="227"/>
                    <a:pt x="223" y="178"/>
                  </a:cubicBezTo>
                  <a:cubicBezTo>
                    <a:pt x="239" y="124"/>
                    <a:pt x="239" y="75"/>
                    <a:pt x="206" y="38"/>
                  </a:cubicBezTo>
                  <a:cubicBezTo>
                    <a:pt x="206" y="21"/>
                    <a:pt x="186" y="21"/>
                    <a:pt x="169" y="5"/>
                  </a:cubicBezTo>
                  <a:cubicBezTo>
                    <a:pt x="158" y="2"/>
                    <a:pt x="14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5" name="Google Shape;19985;p53"/>
            <p:cNvSpPr/>
            <p:nvPr/>
          </p:nvSpPr>
          <p:spPr>
            <a:xfrm>
              <a:off x="3884325" y="23742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38" y="17"/>
                    <a:pt x="0" y="87"/>
                    <a:pt x="0" y="157"/>
                  </a:cubicBezTo>
                  <a:cubicBezTo>
                    <a:pt x="21" y="190"/>
                    <a:pt x="38" y="206"/>
                    <a:pt x="54" y="239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0" y="239"/>
                    <a:pt x="244" y="173"/>
                    <a:pt x="227" y="103"/>
                  </a:cubicBezTo>
                  <a:cubicBezTo>
                    <a:pt x="227" y="70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6" name="Google Shape;19986;p53"/>
            <p:cNvSpPr/>
            <p:nvPr/>
          </p:nvSpPr>
          <p:spPr>
            <a:xfrm>
              <a:off x="3887825" y="23592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0" y="0"/>
                  </a:moveTo>
                  <a:cubicBezTo>
                    <a:pt x="87" y="0"/>
                    <a:pt x="67" y="0"/>
                    <a:pt x="34" y="37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" y="190"/>
                    <a:pt x="17" y="206"/>
                  </a:cubicBezTo>
                  <a:cubicBezTo>
                    <a:pt x="34" y="243"/>
                    <a:pt x="67" y="260"/>
                    <a:pt x="104" y="260"/>
                  </a:cubicBezTo>
                  <a:cubicBezTo>
                    <a:pt x="120" y="260"/>
                    <a:pt x="153" y="260"/>
                    <a:pt x="170" y="223"/>
                  </a:cubicBezTo>
                  <a:cubicBezTo>
                    <a:pt x="223" y="190"/>
                    <a:pt x="240" y="103"/>
                    <a:pt x="190" y="54"/>
                  </a:cubicBezTo>
                  <a:cubicBezTo>
                    <a:pt x="190" y="3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7" name="Google Shape;19987;p53"/>
            <p:cNvSpPr/>
            <p:nvPr/>
          </p:nvSpPr>
          <p:spPr>
            <a:xfrm>
              <a:off x="3943175" y="236097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1" y="0"/>
                  </a:moveTo>
                  <a:cubicBezTo>
                    <a:pt x="104" y="0"/>
                    <a:pt x="71" y="0"/>
                    <a:pt x="54" y="33"/>
                  </a:cubicBezTo>
                  <a:cubicBezTo>
                    <a:pt x="1" y="70"/>
                    <a:pt x="1" y="153"/>
                    <a:pt x="38" y="206"/>
                  </a:cubicBezTo>
                  <a:cubicBezTo>
                    <a:pt x="57" y="247"/>
                    <a:pt x="88" y="264"/>
                    <a:pt x="121" y="264"/>
                  </a:cubicBezTo>
                  <a:cubicBezTo>
                    <a:pt x="145" y="264"/>
                    <a:pt x="169" y="255"/>
                    <a:pt x="190" y="239"/>
                  </a:cubicBezTo>
                  <a:cubicBezTo>
                    <a:pt x="244" y="190"/>
                    <a:pt x="244" y="103"/>
                    <a:pt x="207" y="50"/>
                  </a:cubicBezTo>
                  <a:cubicBezTo>
                    <a:pt x="190" y="33"/>
                    <a:pt x="190" y="17"/>
                    <a:pt x="157" y="17"/>
                  </a:cubicBezTo>
                  <a:cubicBezTo>
                    <a:pt x="157" y="0"/>
                    <a:pt x="141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8" name="Google Shape;19988;p53"/>
            <p:cNvSpPr/>
            <p:nvPr/>
          </p:nvSpPr>
          <p:spPr>
            <a:xfrm>
              <a:off x="3979250" y="22938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29" y="0"/>
                  </a:moveTo>
                  <a:cubicBezTo>
                    <a:pt x="83" y="0"/>
                    <a:pt x="34" y="33"/>
                    <a:pt x="17" y="91"/>
                  </a:cubicBezTo>
                  <a:cubicBezTo>
                    <a:pt x="1" y="140"/>
                    <a:pt x="17" y="227"/>
                    <a:pt x="87" y="243"/>
                  </a:cubicBezTo>
                  <a:cubicBezTo>
                    <a:pt x="104" y="260"/>
                    <a:pt x="120" y="260"/>
                    <a:pt x="141" y="260"/>
                  </a:cubicBezTo>
                  <a:cubicBezTo>
                    <a:pt x="174" y="260"/>
                    <a:pt x="207" y="227"/>
                    <a:pt x="223" y="177"/>
                  </a:cubicBezTo>
                  <a:cubicBezTo>
                    <a:pt x="244" y="124"/>
                    <a:pt x="223" y="74"/>
                    <a:pt x="207" y="37"/>
                  </a:cubicBezTo>
                  <a:cubicBezTo>
                    <a:pt x="190" y="21"/>
                    <a:pt x="174" y="21"/>
                    <a:pt x="157" y="4"/>
                  </a:cubicBezTo>
                  <a:cubicBezTo>
                    <a:pt x="148" y="2"/>
                    <a:pt x="139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9" name="Google Shape;19989;p53"/>
            <p:cNvSpPr/>
            <p:nvPr/>
          </p:nvSpPr>
          <p:spPr>
            <a:xfrm>
              <a:off x="3981000" y="2369850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47" y="0"/>
                  </a:moveTo>
                  <a:cubicBezTo>
                    <a:pt x="99" y="0"/>
                    <a:pt x="48" y="35"/>
                    <a:pt x="34" y="90"/>
                  </a:cubicBezTo>
                  <a:cubicBezTo>
                    <a:pt x="1" y="144"/>
                    <a:pt x="34" y="231"/>
                    <a:pt x="87" y="247"/>
                  </a:cubicBezTo>
                  <a:cubicBezTo>
                    <a:pt x="105" y="256"/>
                    <a:pt x="121" y="260"/>
                    <a:pt x="137" y="260"/>
                  </a:cubicBezTo>
                  <a:cubicBezTo>
                    <a:pt x="180" y="260"/>
                    <a:pt x="216" y="229"/>
                    <a:pt x="240" y="177"/>
                  </a:cubicBezTo>
                  <a:cubicBezTo>
                    <a:pt x="256" y="107"/>
                    <a:pt x="223" y="41"/>
                    <a:pt x="174" y="4"/>
                  </a:cubicBezTo>
                  <a:cubicBezTo>
                    <a:pt x="165" y="1"/>
                    <a:pt x="1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0" name="Google Shape;19990;p53"/>
            <p:cNvSpPr/>
            <p:nvPr/>
          </p:nvSpPr>
          <p:spPr>
            <a:xfrm>
              <a:off x="3978025" y="2340350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36" y="1"/>
                  </a:moveTo>
                  <a:cubicBezTo>
                    <a:pt x="103" y="1"/>
                    <a:pt x="66" y="1"/>
                    <a:pt x="50" y="34"/>
                  </a:cubicBezTo>
                  <a:cubicBezTo>
                    <a:pt x="0" y="71"/>
                    <a:pt x="0" y="153"/>
                    <a:pt x="33" y="207"/>
                  </a:cubicBezTo>
                  <a:cubicBezTo>
                    <a:pt x="50" y="240"/>
                    <a:pt x="66" y="256"/>
                    <a:pt x="103" y="256"/>
                  </a:cubicBezTo>
                  <a:cubicBezTo>
                    <a:pt x="136" y="256"/>
                    <a:pt x="169" y="256"/>
                    <a:pt x="190" y="223"/>
                  </a:cubicBezTo>
                  <a:cubicBezTo>
                    <a:pt x="206" y="207"/>
                    <a:pt x="223" y="174"/>
                    <a:pt x="223" y="137"/>
                  </a:cubicBezTo>
                  <a:cubicBezTo>
                    <a:pt x="223" y="104"/>
                    <a:pt x="223" y="71"/>
                    <a:pt x="206" y="50"/>
                  </a:cubicBezTo>
                  <a:cubicBezTo>
                    <a:pt x="190" y="34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1" name="Google Shape;19991;p53"/>
            <p:cNvSpPr/>
            <p:nvPr/>
          </p:nvSpPr>
          <p:spPr>
            <a:xfrm>
              <a:off x="3975850" y="2261700"/>
              <a:ext cx="6425" cy="6575"/>
            </a:xfrm>
            <a:custGeom>
              <a:avLst/>
              <a:gdLst/>
              <a:ahLst/>
              <a:cxnLst/>
              <a:rect l="l" t="t" r="r" b="b"/>
              <a:pathLst>
                <a:path w="257" h="263" extrusionOk="0">
                  <a:moveTo>
                    <a:pt x="137" y="1"/>
                  </a:moveTo>
                  <a:cubicBezTo>
                    <a:pt x="104" y="1"/>
                    <a:pt x="87" y="1"/>
                    <a:pt x="50" y="38"/>
                  </a:cubicBezTo>
                  <a:cubicBezTo>
                    <a:pt x="17" y="71"/>
                    <a:pt x="1" y="158"/>
                    <a:pt x="34" y="207"/>
                  </a:cubicBezTo>
                  <a:cubicBezTo>
                    <a:pt x="63" y="245"/>
                    <a:pt x="95" y="262"/>
                    <a:pt x="125" y="262"/>
                  </a:cubicBezTo>
                  <a:cubicBezTo>
                    <a:pt x="150" y="262"/>
                    <a:pt x="173" y="250"/>
                    <a:pt x="190" y="228"/>
                  </a:cubicBezTo>
                  <a:cubicBezTo>
                    <a:pt x="240" y="191"/>
                    <a:pt x="256" y="104"/>
                    <a:pt x="207" y="54"/>
                  </a:cubicBezTo>
                  <a:cubicBezTo>
                    <a:pt x="207" y="38"/>
                    <a:pt x="190" y="2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2" name="Google Shape;19992;p53"/>
            <p:cNvSpPr/>
            <p:nvPr/>
          </p:nvSpPr>
          <p:spPr>
            <a:xfrm>
              <a:off x="3967300" y="22977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3" y="1"/>
                  </a:moveTo>
                  <a:cubicBezTo>
                    <a:pt x="33" y="1"/>
                    <a:pt x="0" y="71"/>
                    <a:pt x="0" y="141"/>
                  </a:cubicBezTo>
                  <a:cubicBezTo>
                    <a:pt x="17" y="174"/>
                    <a:pt x="33" y="207"/>
                    <a:pt x="50" y="228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53" y="244"/>
                    <a:pt x="186" y="228"/>
                    <a:pt x="207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7" y="38"/>
                    <a:pt x="186" y="21"/>
                  </a:cubicBezTo>
                  <a:cubicBezTo>
                    <a:pt x="169" y="21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3" name="Google Shape;19993;p53"/>
            <p:cNvSpPr/>
            <p:nvPr/>
          </p:nvSpPr>
          <p:spPr>
            <a:xfrm>
              <a:off x="3971525" y="22789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0"/>
                  </a:moveTo>
                  <a:cubicBezTo>
                    <a:pt x="71" y="0"/>
                    <a:pt x="54" y="17"/>
                    <a:pt x="38" y="54"/>
                  </a:cubicBezTo>
                  <a:cubicBezTo>
                    <a:pt x="17" y="87"/>
                    <a:pt x="0" y="120"/>
                    <a:pt x="0" y="157"/>
                  </a:cubicBezTo>
                  <a:cubicBezTo>
                    <a:pt x="17" y="190"/>
                    <a:pt x="38" y="207"/>
                    <a:pt x="54" y="223"/>
                  </a:cubicBezTo>
                  <a:cubicBezTo>
                    <a:pt x="71" y="260"/>
                    <a:pt x="103" y="260"/>
                    <a:pt x="141" y="260"/>
                  </a:cubicBezTo>
                  <a:cubicBezTo>
                    <a:pt x="190" y="240"/>
                    <a:pt x="244" y="174"/>
                    <a:pt x="223" y="103"/>
                  </a:cubicBezTo>
                  <a:cubicBezTo>
                    <a:pt x="223" y="70"/>
                    <a:pt x="207" y="33"/>
                    <a:pt x="190" y="17"/>
                  </a:cubicBezTo>
                  <a:cubicBezTo>
                    <a:pt x="174" y="17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4" name="Google Shape;19994;p53"/>
            <p:cNvSpPr/>
            <p:nvPr/>
          </p:nvSpPr>
          <p:spPr>
            <a:xfrm>
              <a:off x="3975025" y="23897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1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215"/>
                    <a:pt x="68" y="263"/>
                    <a:pt x="116" y="263"/>
                  </a:cubicBezTo>
                  <a:cubicBezTo>
                    <a:pt x="123" y="263"/>
                    <a:pt x="130" y="262"/>
                    <a:pt x="137" y="260"/>
                  </a:cubicBezTo>
                  <a:cubicBezTo>
                    <a:pt x="170" y="260"/>
                    <a:pt x="186" y="240"/>
                    <a:pt x="207" y="207"/>
                  </a:cubicBezTo>
                  <a:cubicBezTo>
                    <a:pt x="223" y="190"/>
                    <a:pt x="240" y="157"/>
                    <a:pt x="223" y="120"/>
                  </a:cubicBezTo>
                  <a:cubicBezTo>
                    <a:pt x="223" y="87"/>
                    <a:pt x="207" y="54"/>
                    <a:pt x="186" y="33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5" name="Google Shape;19995;p53"/>
            <p:cNvSpPr/>
            <p:nvPr/>
          </p:nvSpPr>
          <p:spPr>
            <a:xfrm>
              <a:off x="3960400" y="23128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70" y="1"/>
                    <a:pt x="50" y="17"/>
                  </a:cubicBezTo>
                  <a:cubicBezTo>
                    <a:pt x="0" y="71"/>
                    <a:pt x="0" y="157"/>
                    <a:pt x="33" y="207"/>
                  </a:cubicBezTo>
                  <a:cubicBezTo>
                    <a:pt x="50" y="244"/>
                    <a:pt x="87" y="261"/>
                    <a:pt x="103" y="261"/>
                  </a:cubicBezTo>
                  <a:cubicBezTo>
                    <a:pt x="136" y="261"/>
                    <a:pt x="173" y="244"/>
                    <a:pt x="190" y="223"/>
                  </a:cubicBezTo>
                  <a:cubicBezTo>
                    <a:pt x="206" y="207"/>
                    <a:pt x="223" y="174"/>
                    <a:pt x="223" y="141"/>
                  </a:cubicBezTo>
                  <a:cubicBezTo>
                    <a:pt x="239" y="104"/>
                    <a:pt x="223" y="71"/>
                    <a:pt x="206" y="54"/>
                  </a:cubicBezTo>
                  <a:cubicBezTo>
                    <a:pt x="190" y="17"/>
                    <a:pt x="17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6" name="Google Shape;19996;p53"/>
            <p:cNvSpPr/>
            <p:nvPr/>
          </p:nvSpPr>
          <p:spPr>
            <a:xfrm>
              <a:off x="3929475" y="23179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70" y="1"/>
                    <a:pt x="50" y="38"/>
                  </a:cubicBezTo>
                  <a:cubicBezTo>
                    <a:pt x="0" y="71"/>
                    <a:pt x="0" y="158"/>
                    <a:pt x="33" y="207"/>
                  </a:cubicBezTo>
                  <a:cubicBezTo>
                    <a:pt x="50" y="244"/>
                    <a:pt x="87" y="261"/>
                    <a:pt x="103" y="261"/>
                  </a:cubicBezTo>
                  <a:cubicBezTo>
                    <a:pt x="136" y="261"/>
                    <a:pt x="173" y="261"/>
                    <a:pt x="190" y="244"/>
                  </a:cubicBezTo>
                  <a:cubicBezTo>
                    <a:pt x="239" y="191"/>
                    <a:pt x="239" y="104"/>
                    <a:pt x="206" y="55"/>
                  </a:cubicBezTo>
                  <a:cubicBezTo>
                    <a:pt x="190" y="38"/>
                    <a:pt x="173" y="17"/>
                    <a:pt x="153" y="17"/>
                  </a:cubicBezTo>
                  <a:cubicBezTo>
                    <a:pt x="153" y="1"/>
                    <a:pt x="13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7" name="Google Shape;19997;p53"/>
            <p:cNvSpPr/>
            <p:nvPr/>
          </p:nvSpPr>
          <p:spPr>
            <a:xfrm>
              <a:off x="3962975" y="234260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29" y="1"/>
                  </a:moveTo>
                  <a:cubicBezTo>
                    <a:pt x="86" y="1"/>
                    <a:pt x="45" y="32"/>
                    <a:pt x="33" y="84"/>
                  </a:cubicBezTo>
                  <a:cubicBezTo>
                    <a:pt x="0" y="150"/>
                    <a:pt x="33" y="220"/>
                    <a:pt x="87" y="253"/>
                  </a:cubicBezTo>
                  <a:lnTo>
                    <a:pt x="136" y="253"/>
                  </a:lnTo>
                  <a:cubicBezTo>
                    <a:pt x="190" y="253"/>
                    <a:pt x="223" y="220"/>
                    <a:pt x="239" y="187"/>
                  </a:cubicBezTo>
                  <a:cubicBezTo>
                    <a:pt x="239" y="133"/>
                    <a:pt x="239" y="84"/>
                    <a:pt x="206" y="47"/>
                  </a:cubicBezTo>
                  <a:cubicBezTo>
                    <a:pt x="206" y="30"/>
                    <a:pt x="190" y="14"/>
                    <a:pt x="173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8" name="Google Shape;19998;p53"/>
            <p:cNvSpPr/>
            <p:nvPr/>
          </p:nvSpPr>
          <p:spPr>
            <a:xfrm>
              <a:off x="3961225" y="23602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0"/>
                  </a:moveTo>
                  <a:cubicBezTo>
                    <a:pt x="87" y="0"/>
                    <a:pt x="70" y="4"/>
                    <a:pt x="54" y="13"/>
                  </a:cubicBezTo>
                  <a:cubicBezTo>
                    <a:pt x="37" y="29"/>
                    <a:pt x="17" y="46"/>
                    <a:pt x="17" y="79"/>
                  </a:cubicBezTo>
                  <a:cubicBezTo>
                    <a:pt x="0" y="116"/>
                    <a:pt x="0" y="132"/>
                    <a:pt x="0" y="165"/>
                  </a:cubicBezTo>
                  <a:cubicBezTo>
                    <a:pt x="17" y="202"/>
                    <a:pt x="37" y="235"/>
                    <a:pt x="70" y="252"/>
                  </a:cubicBezTo>
                  <a:cubicBezTo>
                    <a:pt x="82" y="255"/>
                    <a:pt x="93" y="256"/>
                    <a:pt x="104" y="256"/>
                  </a:cubicBezTo>
                  <a:cubicBezTo>
                    <a:pt x="157" y="256"/>
                    <a:pt x="195" y="223"/>
                    <a:pt x="223" y="165"/>
                  </a:cubicBezTo>
                  <a:cubicBezTo>
                    <a:pt x="243" y="99"/>
                    <a:pt x="206" y="29"/>
                    <a:pt x="157" y="13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9" name="Google Shape;19999;p53"/>
            <p:cNvSpPr/>
            <p:nvPr/>
          </p:nvSpPr>
          <p:spPr>
            <a:xfrm>
              <a:off x="3970700" y="2325200"/>
              <a:ext cx="5600" cy="6450"/>
            </a:xfrm>
            <a:custGeom>
              <a:avLst/>
              <a:gdLst/>
              <a:ahLst/>
              <a:cxnLst/>
              <a:rect l="l" t="t" r="r" b="b"/>
              <a:pathLst>
                <a:path w="224" h="258" extrusionOk="0">
                  <a:moveTo>
                    <a:pt x="110" y="1"/>
                  </a:moveTo>
                  <a:cubicBezTo>
                    <a:pt x="65" y="1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0" y="194"/>
                    <a:pt x="17" y="227"/>
                    <a:pt x="71" y="244"/>
                  </a:cubicBezTo>
                  <a:cubicBezTo>
                    <a:pt x="85" y="253"/>
                    <a:pt x="102" y="258"/>
                    <a:pt x="118" y="258"/>
                  </a:cubicBezTo>
                  <a:cubicBezTo>
                    <a:pt x="141" y="258"/>
                    <a:pt x="162" y="249"/>
                    <a:pt x="174" y="227"/>
                  </a:cubicBezTo>
                  <a:cubicBezTo>
                    <a:pt x="190" y="211"/>
                    <a:pt x="207" y="194"/>
                    <a:pt x="207" y="178"/>
                  </a:cubicBezTo>
                  <a:cubicBezTo>
                    <a:pt x="223" y="108"/>
                    <a:pt x="207" y="38"/>
                    <a:pt x="136" y="5"/>
                  </a:cubicBezTo>
                  <a:cubicBezTo>
                    <a:pt x="128" y="2"/>
                    <a:pt x="119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0" name="Google Shape;20000;p53"/>
            <p:cNvSpPr/>
            <p:nvPr/>
          </p:nvSpPr>
          <p:spPr>
            <a:xfrm>
              <a:off x="3973275" y="2311225"/>
              <a:ext cx="6425" cy="6775"/>
            </a:xfrm>
            <a:custGeom>
              <a:avLst/>
              <a:gdLst/>
              <a:ahLst/>
              <a:cxnLst/>
              <a:rect l="l" t="t" r="r" b="b"/>
              <a:pathLst>
                <a:path w="257" h="271" extrusionOk="0">
                  <a:moveTo>
                    <a:pt x="128" y="1"/>
                  </a:moveTo>
                  <a:cubicBezTo>
                    <a:pt x="86" y="1"/>
                    <a:pt x="45" y="33"/>
                    <a:pt x="33" y="81"/>
                  </a:cubicBezTo>
                  <a:cubicBezTo>
                    <a:pt x="1" y="151"/>
                    <a:pt x="33" y="238"/>
                    <a:pt x="87" y="254"/>
                  </a:cubicBezTo>
                  <a:cubicBezTo>
                    <a:pt x="104" y="271"/>
                    <a:pt x="120" y="271"/>
                    <a:pt x="137" y="271"/>
                  </a:cubicBezTo>
                  <a:cubicBezTo>
                    <a:pt x="190" y="254"/>
                    <a:pt x="223" y="238"/>
                    <a:pt x="240" y="184"/>
                  </a:cubicBezTo>
                  <a:cubicBezTo>
                    <a:pt x="256" y="135"/>
                    <a:pt x="240" y="81"/>
                    <a:pt x="207" y="48"/>
                  </a:cubicBezTo>
                  <a:cubicBezTo>
                    <a:pt x="207" y="32"/>
                    <a:pt x="190" y="15"/>
                    <a:pt x="174" y="15"/>
                  </a:cubicBezTo>
                  <a:cubicBezTo>
                    <a:pt x="159" y="5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1" name="Google Shape;20001;p53"/>
            <p:cNvSpPr/>
            <p:nvPr/>
          </p:nvSpPr>
          <p:spPr>
            <a:xfrm>
              <a:off x="3844025" y="2366225"/>
              <a:ext cx="5600" cy="6825"/>
            </a:xfrm>
            <a:custGeom>
              <a:avLst/>
              <a:gdLst/>
              <a:ahLst/>
              <a:cxnLst/>
              <a:rect l="l" t="t" r="r" b="b"/>
              <a:pathLst>
                <a:path w="224" h="273" extrusionOk="0">
                  <a:moveTo>
                    <a:pt x="120" y="0"/>
                  </a:moveTo>
                  <a:cubicBezTo>
                    <a:pt x="108" y="0"/>
                    <a:pt x="95" y="5"/>
                    <a:pt x="87" y="13"/>
                  </a:cubicBezTo>
                  <a:cubicBezTo>
                    <a:pt x="66" y="13"/>
                    <a:pt x="33" y="29"/>
                    <a:pt x="17" y="66"/>
                  </a:cubicBezTo>
                  <a:cubicBezTo>
                    <a:pt x="0" y="83"/>
                    <a:pt x="0" y="116"/>
                    <a:pt x="0" y="149"/>
                  </a:cubicBezTo>
                  <a:cubicBezTo>
                    <a:pt x="0" y="186"/>
                    <a:pt x="17" y="219"/>
                    <a:pt x="50" y="235"/>
                  </a:cubicBezTo>
                  <a:cubicBezTo>
                    <a:pt x="66" y="252"/>
                    <a:pt x="103" y="273"/>
                    <a:pt x="120" y="273"/>
                  </a:cubicBezTo>
                  <a:cubicBezTo>
                    <a:pt x="190" y="252"/>
                    <a:pt x="223" y="186"/>
                    <a:pt x="223" y="116"/>
                  </a:cubicBezTo>
                  <a:cubicBezTo>
                    <a:pt x="207" y="83"/>
                    <a:pt x="207" y="46"/>
                    <a:pt x="169" y="29"/>
                  </a:cubicBezTo>
                  <a:lnTo>
                    <a:pt x="153" y="13"/>
                  </a:lnTo>
                  <a:cubicBezTo>
                    <a:pt x="145" y="5"/>
                    <a:pt x="132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2" name="Google Shape;20002;p53"/>
            <p:cNvSpPr/>
            <p:nvPr/>
          </p:nvSpPr>
          <p:spPr>
            <a:xfrm>
              <a:off x="3962975" y="2249375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09" y="1"/>
                  </a:moveTo>
                  <a:cubicBezTo>
                    <a:pt x="69" y="1"/>
                    <a:pt x="29" y="34"/>
                    <a:pt x="17" y="82"/>
                  </a:cubicBezTo>
                  <a:cubicBezTo>
                    <a:pt x="0" y="152"/>
                    <a:pt x="17" y="222"/>
                    <a:pt x="87" y="255"/>
                  </a:cubicBezTo>
                  <a:cubicBezTo>
                    <a:pt x="95" y="258"/>
                    <a:pt x="105" y="259"/>
                    <a:pt x="114" y="259"/>
                  </a:cubicBezTo>
                  <a:cubicBezTo>
                    <a:pt x="159" y="259"/>
                    <a:pt x="209" y="229"/>
                    <a:pt x="223" y="185"/>
                  </a:cubicBezTo>
                  <a:cubicBezTo>
                    <a:pt x="239" y="119"/>
                    <a:pt x="206" y="32"/>
                    <a:pt x="153" y="16"/>
                  </a:cubicBezTo>
                  <a:cubicBezTo>
                    <a:pt x="139" y="5"/>
                    <a:pt x="124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3" name="Google Shape;20003;p53"/>
            <p:cNvSpPr/>
            <p:nvPr/>
          </p:nvSpPr>
          <p:spPr>
            <a:xfrm>
              <a:off x="3941950" y="228490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0" y="190"/>
                    <a:pt x="17" y="227"/>
                    <a:pt x="50" y="244"/>
                  </a:cubicBezTo>
                  <a:cubicBezTo>
                    <a:pt x="61" y="255"/>
                    <a:pt x="83" y="267"/>
                    <a:pt x="101" y="267"/>
                  </a:cubicBezTo>
                  <a:cubicBezTo>
                    <a:pt x="108" y="267"/>
                    <a:pt x="115" y="265"/>
                    <a:pt x="120" y="260"/>
                  </a:cubicBezTo>
                  <a:cubicBezTo>
                    <a:pt x="153" y="260"/>
                    <a:pt x="190" y="244"/>
                    <a:pt x="206" y="207"/>
                  </a:cubicBezTo>
                  <a:cubicBezTo>
                    <a:pt x="223" y="190"/>
                    <a:pt x="223" y="157"/>
                    <a:pt x="223" y="124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21"/>
                    <a:pt x="153" y="21"/>
                    <a:pt x="153" y="21"/>
                  </a:cubicBez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4" name="Google Shape;20004;p53"/>
            <p:cNvSpPr/>
            <p:nvPr/>
          </p:nvSpPr>
          <p:spPr>
            <a:xfrm>
              <a:off x="3968525" y="2375225"/>
              <a:ext cx="6000" cy="6800"/>
            </a:xfrm>
            <a:custGeom>
              <a:avLst/>
              <a:gdLst/>
              <a:ahLst/>
              <a:cxnLst/>
              <a:rect l="l" t="t" r="r" b="b"/>
              <a:pathLst>
                <a:path w="240" h="272" extrusionOk="0">
                  <a:moveTo>
                    <a:pt x="129" y="0"/>
                  </a:moveTo>
                  <a:cubicBezTo>
                    <a:pt x="120" y="0"/>
                    <a:pt x="112" y="5"/>
                    <a:pt x="104" y="16"/>
                  </a:cubicBezTo>
                  <a:cubicBezTo>
                    <a:pt x="54" y="16"/>
                    <a:pt x="1" y="82"/>
                    <a:pt x="17" y="152"/>
                  </a:cubicBezTo>
                  <a:cubicBezTo>
                    <a:pt x="17" y="185"/>
                    <a:pt x="34" y="222"/>
                    <a:pt x="54" y="238"/>
                  </a:cubicBezTo>
                  <a:cubicBezTo>
                    <a:pt x="87" y="255"/>
                    <a:pt x="104" y="271"/>
                    <a:pt x="137" y="271"/>
                  </a:cubicBezTo>
                  <a:cubicBezTo>
                    <a:pt x="207" y="255"/>
                    <a:pt x="240" y="185"/>
                    <a:pt x="223" y="119"/>
                  </a:cubicBezTo>
                  <a:cubicBezTo>
                    <a:pt x="223" y="82"/>
                    <a:pt x="207" y="49"/>
                    <a:pt x="191" y="32"/>
                  </a:cubicBezTo>
                  <a:cubicBezTo>
                    <a:pt x="174" y="32"/>
                    <a:pt x="174" y="16"/>
                    <a:pt x="158" y="16"/>
                  </a:cubicBezTo>
                  <a:cubicBezTo>
                    <a:pt x="147" y="5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5" name="Google Shape;20005;p53"/>
            <p:cNvSpPr/>
            <p:nvPr/>
          </p:nvSpPr>
          <p:spPr>
            <a:xfrm>
              <a:off x="3938425" y="2335500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29" y="1"/>
                  </a:moveTo>
                  <a:cubicBezTo>
                    <a:pt x="83" y="1"/>
                    <a:pt x="35" y="33"/>
                    <a:pt x="22" y="92"/>
                  </a:cubicBezTo>
                  <a:cubicBezTo>
                    <a:pt x="1" y="141"/>
                    <a:pt x="22" y="228"/>
                    <a:pt x="71" y="244"/>
                  </a:cubicBezTo>
                  <a:cubicBezTo>
                    <a:pt x="90" y="254"/>
                    <a:pt x="109" y="259"/>
                    <a:pt x="127" y="259"/>
                  </a:cubicBezTo>
                  <a:cubicBezTo>
                    <a:pt x="174" y="259"/>
                    <a:pt x="213" y="226"/>
                    <a:pt x="228" y="178"/>
                  </a:cubicBezTo>
                  <a:cubicBezTo>
                    <a:pt x="244" y="108"/>
                    <a:pt x="207" y="38"/>
                    <a:pt x="158" y="5"/>
                  </a:cubicBezTo>
                  <a:cubicBezTo>
                    <a:pt x="149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6" name="Google Shape;20006;p53"/>
            <p:cNvSpPr/>
            <p:nvPr/>
          </p:nvSpPr>
          <p:spPr>
            <a:xfrm>
              <a:off x="3938950" y="23781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67" y="1"/>
                    <a:pt x="34" y="17"/>
                    <a:pt x="17" y="50"/>
                  </a:cubicBezTo>
                  <a:cubicBezTo>
                    <a:pt x="1" y="83"/>
                    <a:pt x="1" y="120"/>
                    <a:pt x="1" y="153"/>
                  </a:cubicBezTo>
                  <a:cubicBezTo>
                    <a:pt x="17" y="186"/>
                    <a:pt x="17" y="207"/>
                    <a:pt x="50" y="240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86" y="240"/>
                    <a:pt x="240" y="170"/>
                    <a:pt x="223" y="104"/>
                  </a:cubicBezTo>
                  <a:cubicBezTo>
                    <a:pt x="223" y="67"/>
                    <a:pt x="207" y="50"/>
                    <a:pt x="170" y="17"/>
                  </a:cubicBezTo>
                  <a:cubicBezTo>
                    <a:pt x="170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7" name="Google Shape;20007;p53"/>
            <p:cNvSpPr/>
            <p:nvPr/>
          </p:nvSpPr>
          <p:spPr>
            <a:xfrm>
              <a:off x="3934625" y="22573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cubicBezTo>
                    <a:pt x="50" y="8"/>
                    <a:pt x="0" y="74"/>
                    <a:pt x="17" y="144"/>
                  </a:cubicBezTo>
                  <a:cubicBezTo>
                    <a:pt x="17" y="214"/>
                    <a:pt x="87" y="263"/>
                    <a:pt x="136" y="263"/>
                  </a:cubicBezTo>
                  <a:cubicBezTo>
                    <a:pt x="174" y="247"/>
                    <a:pt x="190" y="230"/>
                    <a:pt x="207" y="214"/>
                  </a:cubicBezTo>
                  <a:cubicBezTo>
                    <a:pt x="223" y="177"/>
                    <a:pt x="240" y="144"/>
                    <a:pt x="240" y="111"/>
                  </a:cubicBezTo>
                  <a:cubicBezTo>
                    <a:pt x="223" y="74"/>
                    <a:pt x="207" y="41"/>
                    <a:pt x="190" y="24"/>
                  </a:cubicBezTo>
                  <a:cubicBezTo>
                    <a:pt x="190" y="24"/>
                    <a:pt x="174" y="8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8" name="Google Shape;20008;p53"/>
            <p:cNvSpPr/>
            <p:nvPr/>
          </p:nvSpPr>
          <p:spPr>
            <a:xfrm>
              <a:off x="3933275" y="2272625"/>
              <a:ext cx="5700" cy="6500"/>
            </a:xfrm>
            <a:custGeom>
              <a:avLst/>
              <a:gdLst/>
              <a:ahLst/>
              <a:cxnLst/>
              <a:rect l="l" t="t" r="r" b="b"/>
              <a:pathLst>
                <a:path w="228" h="260" extrusionOk="0">
                  <a:moveTo>
                    <a:pt x="132" y="1"/>
                  </a:moveTo>
                  <a:cubicBezTo>
                    <a:pt x="123" y="1"/>
                    <a:pt x="114" y="5"/>
                    <a:pt x="104" y="13"/>
                  </a:cubicBezTo>
                  <a:cubicBezTo>
                    <a:pt x="38" y="13"/>
                    <a:pt x="1" y="79"/>
                    <a:pt x="1" y="149"/>
                  </a:cubicBezTo>
                  <a:cubicBezTo>
                    <a:pt x="21" y="182"/>
                    <a:pt x="21" y="219"/>
                    <a:pt x="54" y="236"/>
                  </a:cubicBezTo>
                  <a:cubicBezTo>
                    <a:pt x="66" y="248"/>
                    <a:pt x="86" y="259"/>
                    <a:pt x="110" y="259"/>
                  </a:cubicBezTo>
                  <a:cubicBezTo>
                    <a:pt x="120" y="259"/>
                    <a:pt x="130" y="257"/>
                    <a:pt x="141" y="252"/>
                  </a:cubicBezTo>
                  <a:cubicBezTo>
                    <a:pt x="157" y="252"/>
                    <a:pt x="190" y="236"/>
                    <a:pt x="207" y="203"/>
                  </a:cubicBezTo>
                  <a:cubicBezTo>
                    <a:pt x="228" y="182"/>
                    <a:pt x="228" y="149"/>
                    <a:pt x="228" y="116"/>
                  </a:cubicBezTo>
                  <a:cubicBezTo>
                    <a:pt x="228" y="79"/>
                    <a:pt x="207" y="46"/>
                    <a:pt x="174" y="30"/>
                  </a:cubicBezTo>
                  <a:cubicBezTo>
                    <a:pt x="174" y="13"/>
                    <a:pt x="157" y="13"/>
                    <a:pt x="157" y="13"/>
                  </a:cubicBezTo>
                  <a:cubicBezTo>
                    <a:pt x="149" y="5"/>
                    <a:pt x="141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9" name="Google Shape;20009;p53"/>
            <p:cNvSpPr/>
            <p:nvPr/>
          </p:nvSpPr>
          <p:spPr>
            <a:xfrm>
              <a:off x="3934625" y="23021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33" y="223"/>
                    <a:pt x="50" y="239"/>
                  </a:cubicBezTo>
                  <a:cubicBezTo>
                    <a:pt x="65" y="254"/>
                    <a:pt x="86" y="267"/>
                    <a:pt x="108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190" y="260"/>
                    <a:pt x="240" y="190"/>
                    <a:pt x="223" y="120"/>
                  </a:cubicBezTo>
                  <a:cubicBezTo>
                    <a:pt x="223" y="87"/>
                    <a:pt x="207" y="54"/>
                    <a:pt x="190" y="33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0" name="Google Shape;20010;p53"/>
            <p:cNvSpPr/>
            <p:nvPr/>
          </p:nvSpPr>
          <p:spPr>
            <a:xfrm>
              <a:off x="3956050" y="232962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04" y="1"/>
                  </a:moveTo>
                  <a:cubicBezTo>
                    <a:pt x="71" y="1"/>
                    <a:pt x="55" y="17"/>
                    <a:pt x="38" y="50"/>
                  </a:cubicBezTo>
                  <a:cubicBezTo>
                    <a:pt x="17" y="87"/>
                    <a:pt x="1" y="120"/>
                    <a:pt x="17" y="153"/>
                  </a:cubicBezTo>
                  <a:cubicBezTo>
                    <a:pt x="17" y="191"/>
                    <a:pt x="38" y="207"/>
                    <a:pt x="55" y="240"/>
                  </a:cubicBezTo>
                  <a:cubicBezTo>
                    <a:pt x="88" y="256"/>
                    <a:pt x="104" y="256"/>
                    <a:pt x="141" y="256"/>
                  </a:cubicBezTo>
                  <a:cubicBezTo>
                    <a:pt x="207" y="240"/>
                    <a:pt x="244" y="170"/>
                    <a:pt x="224" y="104"/>
                  </a:cubicBezTo>
                  <a:cubicBezTo>
                    <a:pt x="224" y="67"/>
                    <a:pt x="207" y="50"/>
                    <a:pt x="191" y="17"/>
                  </a:cubicBezTo>
                  <a:cubicBezTo>
                    <a:pt x="174" y="17"/>
                    <a:pt x="174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1" name="Google Shape;20011;p53"/>
            <p:cNvSpPr/>
            <p:nvPr/>
          </p:nvSpPr>
          <p:spPr>
            <a:xfrm>
              <a:off x="3953900" y="2376425"/>
              <a:ext cx="5700" cy="6425"/>
            </a:xfrm>
            <a:custGeom>
              <a:avLst/>
              <a:gdLst/>
              <a:ahLst/>
              <a:cxnLst/>
              <a:rect l="l" t="t" r="r" b="b"/>
              <a:pathLst>
                <a:path w="228" h="257" extrusionOk="0">
                  <a:moveTo>
                    <a:pt x="103" y="1"/>
                  </a:moveTo>
                  <a:cubicBezTo>
                    <a:pt x="38" y="17"/>
                    <a:pt x="0" y="87"/>
                    <a:pt x="0" y="153"/>
                  </a:cubicBezTo>
                  <a:cubicBezTo>
                    <a:pt x="21" y="190"/>
                    <a:pt x="38" y="223"/>
                    <a:pt x="54" y="240"/>
                  </a:cubicBezTo>
                  <a:cubicBezTo>
                    <a:pt x="87" y="256"/>
                    <a:pt x="103" y="256"/>
                    <a:pt x="141" y="256"/>
                  </a:cubicBezTo>
                  <a:cubicBezTo>
                    <a:pt x="157" y="256"/>
                    <a:pt x="190" y="240"/>
                    <a:pt x="207" y="207"/>
                  </a:cubicBezTo>
                  <a:cubicBezTo>
                    <a:pt x="227" y="190"/>
                    <a:pt x="227" y="153"/>
                    <a:pt x="227" y="120"/>
                  </a:cubicBezTo>
                  <a:cubicBezTo>
                    <a:pt x="227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57" y="1"/>
                    <a:pt x="141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2" name="Google Shape;20012;p53"/>
            <p:cNvSpPr/>
            <p:nvPr/>
          </p:nvSpPr>
          <p:spPr>
            <a:xfrm>
              <a:off x="3959050" y="2285200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95" y="0"/>
                  </a:moveTo>
                  <a:cubicBezTo>
                    <a:pt x="76" y="0"/>
                    <a:pt x="61" y="14"/>
                    <a:pt x="38" y="26"/>
                  </a:cubicBezTo>
                  <a:cubicBezTo>
                    <a:pt x="21" y="59"/>
                    <a:pt x="1" y="75"/>
                    <a:pt x="1" y="112"/>
                  </a:cubicBezTo>
                  <a:cubicBezTo>
                    <a:pt x="1" y="145"/>
                    <a:pt x="1" y="178"/>
                    <a:pt x="21" y="215"/>
                  </a:cubicBezTo>
                  <a:cubicBezTo>
                    <a:pt x="40" y="244"/>
                    <a:pt x="78" y="262"/>
                    <a:pt x="112" y="262"/>
                  </a:cubicBezTo>
                  <a:cubicBezTo>
                    <a:pt x="137" y="262"/>
                    <a:pt x="160" y="252"/>
                    <a:pt x="174" y="232"/>
                  </a:cubicBezTo>
                  <a:cubicBezTo>
                    <a:pt x="227" y="178"/>
                    <a:pt x="244" y="112"/>
                    <a:pt x="190" y="42"/>
                  </a:cubicBezTo>
                  <a:cubicBezTo>
                    <a:pt x="190" y="26"/>
                    <a:pt x="174" y="26"/>
                    <a:pt x="157" y="9"/>
                  </a:cubicBezTo>
                  <a:lnTo>
                    <a:pt x="124" y="9"/>
                  </a:lnTo>
                  <a:cubicBezTo>
                    <a:pt x="113" y="3"/>
                    <a:pt x="104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3" name="Google Shape;20013;p53"/>
            <p:cNvSpPr/>
            <p:nvPr/>
          </p:nvSpPr>
          <p:spPr>
            <a:xfrm>
              <a:off x="3929875" y="2348575"/>
              <a:ext cx="6525" cy="6750"/>
            </a:xfrm>
            <a:custGeom>
              <a:avLst/>
              <a:gdLst/>
              <a:ahLst/>
              <a:cxnLst/>
              <a:rect l="l" t="t" r="r" b="b"/>
              <a:pathLst>
                <a:path w="261" h="270" extrusionOk="0">
                  <a:moveTo>
                    <a:pt x="130" y="1"/>
                  </a:moveTo>
                  <a:cubicBezTo>
                    <a:pt x="89" y="1"/>
                    <a:pt x="49" y="32"/>
                    <a:pt x="34" y="84"/>
                  </a:cubicBezTo>
                  <a:cubicBezTo>
                    <a:pt x="1" y="154"/>
                    <a:pt x="34" y="220"/>
                    <a:pt x="87" y="257"/>
                  </a:cubicBezTo>
                  <a:cubicBezTo>
                    <a:pt x="106" y="266"/>
                    <a:pt x="123" y="270"/>
                    <a:pt x="139" y="270"/>
                  </a:cubicBezTo>
                  <a:cubicBezTo>
                    <a:pt x="183" y="270"/>
                    <a:pt x="216" y="238"/>
                    <a:pt x="240" y="187"/>
                  </a:cubicBezTo>
                  <a:cubicBezTo>
                    <a:pt x="261" y="117"/>
                    <a:pt x="223" y="30"/>
                    <a:pt x="174" y="14"/>
                  </a:cubicBezTo>
                  <a:cubicBezTo>
                    <a:pt x="160" y="5"/>
                    <a:pt x="145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4" name="Google Shape;20014;p53"/>
            <p:cNvSpPr/>
            <p:nvPr/>
          </p:nvSpPr>
          <p:spPr>
            <a:xfrm>
              <a:off x="3961225" y="226532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121" y="0"/>
                    <a:pt x="111" y="4"/>
                    <a:pt x="103" y="13"/>
                  </a:cubicBezTo>
                  <a:cubicBezTo>
                    <a:pt x="37" y="13"/>
                    <a:pt x="0" y="83"/>
                    <a:pt x="17" y="149"/>
                  </a:cubicBezTo>
                  <a:cubicBezTo>
                    <a:pt x="17" y="186"/>
                    <a:pt x="37" y="219"/>
                    <a:pt x="54" y="235"/>
                  </a:cubicBezTo>
                  <a:cubicBezTo>
                    <a:pt x="65" y="247"/>
                    <a:pt x="85" y="259"/>
                    <a:pt x="109" y="259"/>
                  </a:cubicBezTo>
                  <a:cubicBezTo>
                    <a:pt x="119" y="259"/>
                    <a:pt x="129" y="256"/>
                    <a:pt x="140" y="252"/>
                  </a:cubicBezTo>
                  <a:cubicBezTo>
                    <a:pt x="190" y="252"/>
                    <a:pt x="243" y="186"/>
                    <a:pt x="223" y="116"/>
                  </a:cubicBezTo>
                  <a:cubicBezTo>
                    <a:pt x="223" y="83"/>
                    <a:pt x="206" y="46"/>
                    <a:pt x="190" y="29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9" y="4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5" name="Google Shape;20015;p53"/>
            <p:cNvSpPr/>
            <p:nvPr/>
          </p:nvSpPr>
          <p:spPr>
            <a:xfrm>
              <a:off x="3928650" y="23646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33" y="8"/>
                    <a:pt x="0" y="78"/>
                    <a:pt x="0" y="148"/>
                  </a:cubicBezTo>
                  <a:cubicBezTo>
                    <a:pt x="17" y="181"/>
                    <a:pt x="17" y="214"/>
                    <a:pt x="50" y="235"/>
                  </a:cubicBezTo>
                  <a:cubicBezTo>
                    <a:pt x="66" y="251"/>
                    <a:pt x="103" y="268"/>
                    <a:pt x="136" y="268"/>
                  </a:cubicBezTo>
                  <a:cubicBezTo>
                    <a:pt x="186" y="251"/>
                    <a:pt x="239" y="181"/>
                    <a:pt x="223" y="111"/>
                  </a:cubicBezTo>
                  <a:cubicBezTo>
                    <a:pt x="223" y="78"/>
                    <a:pt x="206" y="45"/>
                    <a:pt x="169" y="28"/>
                  </a:cubicBezTo>
                  <a:cubicBezTo>
                    <a:pt x="169" y="28"/>
                    <a:pt x="169" y="8"/>
                    <a:pt x="153" y="8"/>
                  </a:cubicBez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6" name="Google Shape;20016;p53"/>
            <p:cNvSpPr/>
            <p:nvPr/>
          </p:nvSpPr>
          <p:spPr>
            <a:xfrm>
              <a:off x="3821650" y="2477750"/>
              <a:ext cx="5175" cy="6525"/>
            </a:xfrm>
            <a:custGeom>
              <a:avLst/>
              <a:gdLst/>
              <a:ahLst/>
              <a:cxnLst/>
              <a:rect l="l" t="t" r="r" b="b"/>
              <a:pathLst>
                <a:path w="207" h="261" extrusionOk="0">
                  <a:moveTo>
                    <a:pt x="137" y="0"/>
                  </a:moveTo>
                  <a:cubicBezTo>
                    <a:pt x="104" y="0"/>
                    <a:pt x="87" y="17"/>
                    <a:pt x="54" y="38"/>
                  </a:cubicBezTo>
                  <a:cubicBezTo>
                    <a:pt x="17" y="87"/>
                    <a:pt x="1" y="157"/>
                    <a:pt x="34" y="223"/>
                  </a:cubicBezTo>
                  <a:cubicBezTo>
                    <a:pt x="54" y="244"/>
                    <a:pt x="71" y="260"/>
                    <a:pt x="87" y="260"/>
                  </a:cubicBezTo>
                  <a:cubicBezTo>
                    <a:pt x="137" y="190"/>
                    <a:pt x="174" y="120"/>
                    <a:pt x="207" y="38"/>
                  </a:cubicBezTo>
                  <a:cubicBezTo>
                    <a:pt x="190" y="38"/>
                    <a:pt x="174" y="17"/>
                    <a:pt x="174" y="17"/>
                  </a:cubicBezTo>
                  <a:cubicBezTo>
                    <a:pt x="157" y="17"/>
                    <a:pt x="15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7" name="Google Shape;20017;p53"/>
            <p:cNvSpPr/>
            <p:nvPr/>
          </p:nvSpPr>
          <p:spPr>
            <a:xfrm>
              <a:off x="4137775" y="22527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37" y="0"/>
                  </a:moveTo>
                  <a:cubicBezTo>
                    <a:pt x="104" y="0"/>
                    <a:pt x="67" y="0"/>
                    <a:pt x="50" y="17"/>
                  </a:cubicBezTo>
                  <a:cubicBezTo>
                    <a:pt x="17" y="50"/>
                    <a:pt x="17" y="87"/>
                    <a:pt x="1" y="120"/>
                  </a:cubicBezTo>
                  <a:cubicBezTo>
                    <a:pt x="1" y="153"/>
                    <a:pt x="17" y="190"/>
                    <a:pt x="34" y="206"/>
                  </a:cubicBezTo>
                  <a:cubicBezTo>
                    <a:pt x="53" y="235"/>
                    <a:pt x="85" y="254"/>
                    <a:pt x="119" y="254"/>
                  </a:cubicBezTo>
                  <a:cubicBezTo>
                    <a:pt x="143" y="254"/>
                    <a:pt x="168" y="245"/>
                    <a:pt x="190" y="223"/>
                  </a:cubicBezTo>
                  <a:cubicBezTo>
                    <a:pt x="240" y="190"/>
                    <a:pt x="240" y="103"/>
                    <a:pt x="207" y="50"/>
                  </a:cubicBezTo>
                  <a:cubicBezTo>
                    <a:pt x="190" y="33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8" name="Google Shape;20018;p53"/>
            <p:cNvSpPr/>
            <p:nvPr/>
          </p:nvSpPr>
          <p:spPr>
            <a:xfrm>
              <a:off x="4139025" y="22802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40" y="1"/>
                  </a:moveTo>
                  <a:cubicBezTo>
                    <a:pt x="103" y="1"/>
                    <a:pt x="87" y="1"/>
                    <a:pt x="54" y="34"/>
                  </a:cubicBezTo>
                  <a:cubicBezTo>
                    <a:pt x="17" y="67"/>
                    <a:pt x="0" y="154"/>
                    <a:pt x="37" y="207"/>
                  </a:cubicBezTo>
                  <a:cubicBezTo>
                    <a:pt x="70" y="240"/>
                    <a:pt x="87" y="257"/>
                    <a:pt x="120" y="257"/>
                  </a:cubicBezTo>
                  <a:cubicBezTo>
                    <a:pt x="140" y="257"/>
                    <a:pt x="173" y="257"/>
                    <a:pt x="206" y="224"/>
                  </a:cubicBezTo>
                  <a:cubicBezTo>
                    <a:pt x="223" y="207"/>
                    <a:pt x="243" y="170"/>
                    <a:pt x="243" y="137"/>
                  </a:cubicBezTo>
                  <a:cubicBezTo>
                    <a:pt x="243" y="104"/>
                    <a:pt x="243" y="67"/>
                    <a:pt x="206" y="50"/>
                  </a:cubicBezTo>
                  <a:cubicBezTo>
                    <a:pt x="206" y="34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9" name="Google Shape;20019;p53"/>
            <p:cNvSpPr/>
            <p:nvPr/>
          </p:nvSpPr>
          <p:spPr>
            <a:xfrm>
              <a:off x="4135200" y="22969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67" y="1"/>
                    <a:pt x="34" y="34"/>
                    <a:pt x="17" y="54"/>
                  </a:cubicBezTo>
                  <a:cubicBezTo>
                    <a:pt x="1" y="87"/>
                    <a:pt x="1" y="120"/>
                    <a:pt x="1" y="158"/>
                  </a:cubicBezTo>
                  <a:cubicBezTo>
                    <a:pt x="17" y="191"/>
                    <a:pt x="17" y="224"/>
                    <a:pt x="50" y="240"/>
                  </a:cubicBezTo>
                  <a:cubicBezTo>
                    <a:pt x="67" y="261"/>
                    <a:pt x="104" y="261"/>
                    <a:pt x="137" y="261"/>
                  </a:cubicBezTo>
                  <a:cubicBezTo>
                    <a:pt x="190" y="240"/>
                    <a:pt x="240" y="191"/>
                    <a:pt x="223" y="104"/>
                  </a:cubicBezTo>
                  <a:cubicBezTo>
                    <a:pt x="223" y="71"/>
                    <a:pt x="207" y="54"/>
                    <a:pt x="170" y="34"/>
                  </a:cubicBezTo>
                  <a:cubicBezTo>
                    <a:pt x="170" y="17"/>
                    <a:pt x="153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0" name="Google Shape;20020;p53"/>
            <p:cNvSpPr/>
            <p:nvPr/>
          </p:nvSpPr>
          <p:spPr>
            <a:xfrm>
              <a:off x="4136450" y="237510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03" y="0"/>
                  </a:moveTo>
                  <a:cubicBezTo>
                    <a:pt x="37" y="0"/>
                    <a:pt x="0" y="70"/>
                    <a:pt x="0" y="140"/>
                  </a:cubicBezTo>
                  <a:cubicBezTo>
                    <a:pt x="0" y="173"/>
                    <a:pt x="17" y="206"/>
                    <a:pt x="54" y="227"/>
                  </a:cubicBezTo>
                  <a:cubicBezTo>
                    <a:pt x="70" y="260"/>
                    <a:pt x="103" y="260"/>
                    <a:pt x="120" y="260"/>
                  </a:cubicBezTo>
                  <a:cubicBezTo>
                    <a:pt x="190" y="243"/>
                    <a:pt x="223" y="173"/>
                    <a:pt x="223" y="103"/>
                  </a:cubicBezTo>
                  <a:cubicBezTo>
                    <a:pt x="223" y="54"/>
                    <a:pt x="190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1" name="Google Shape;20021;p53"/>
            <p:cNvSpPr/>
            <p:nvPr/>
          </p:nvSpPr>
          <p:spPr>
            <a:xfrm>
              <a:off x="4152300" y="2278825"/>
              <a:ext cx="6125" cy="6625"/>
            </a:xfrm>
            <a:custGeom>
              <a:avLst/>
              <a:gdLst/>
              <a:ahLst/>
              <a:cxnLst/>
              <a:rect l="l" t="t" r="r" b="b"/>
              <a:pathLst>
                <a:path w="245" h="265" extrusionOk="0">
                  <a:moveTo>
                    <a:pt x="129" y="0"/>
                  </a:moveTo>
                  <a:cubicBezTo>
                    <a:pt x="82" y="0"/>
                    <a:pt x="35" y="30"/>
                    <a:pt x="22" y="74"/>
                  </a:cubicBezTo>
                  <a:cubicBezTo>
                    <a:pt x="1" y="140"/>
                    <a:pt x="38" y="227"/>
                    <a:pt x="88" y="244"/>
                  </a:cubicBezTo>
                  <a:cubicBezTo>
                    <a:pt x="104" y="264"/>
                    <a:pt x="125" y="264"/>
                    <a:pt x="141" y="264"/>
                  </a:cubicBezTo>
                  <a:cubicBezTo>
                    <a:pt x="174" y="244"/>
                    <a:pt x="207" y="227"/>
                    <a:pt x="228" y="178"/>
                  </a:cubicBezTo>
                  <a:cubicBezTo>
                    <a:pt x="244" y="124"/>
                    <a:pt x="228" y="74"/>
                    <a:pt x="207" y="37"/>
                  </a:cubicBezTo>
                  <a:cubicBezTo>
                    <a:pt x="191" y="21"/>
                    <a:pt x="174" y="21"/>
                    <a:pt x="158" y="4"/>
                  </a:cubicBezTo>
                  <a:cubicBezTo>
                    <a:pt x="148" y="1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2" name="Google Shape;20022;p53"/>
            <p:cNvSpPr/>
            <p:nvPr/>
          </p:nvSpPr>
          <p:spPr>
            <a:xfrm>
              <a:off x="4142000" y="23099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13" y="1"/>
                  </a:moveTo>
                  <a:cubicBezTo>
                    <a:pt x="72" y="1"/>
                    <a:pt x="33" y="32"/>
                    <a:pt x="21" y="84"/>
                  </a:cubicBezTo>
                  <a:cubicBezTo>
                    <a:pt x="1" y="154"/>
                    <a:pt x="21" y="220"/>
                    <a:pt x="87" y="257"/>
                  </a:cubicBezTo>
                  <a:cubicBezTo>
                    <a:pt x="98" y="257"/>
                    <a:pt x="111" y="264"/>
                    <a:pt x="123" y="264"/>
                  </a:cubicBezTo>
                  <a:cubicBezTo>
                    <a:pt x="129" y="264"/>
                    <a:pt x="135" y="263"/>
                    <a:pt x="141" y="257"/>
                  </a:cubicBezTo>
                  <a:cubicBezTo>
                    <a:pt x="174" y="257"/>
                    <a:pt x="207" y="220"/>
                    <a:pt x="227" y="187"/>
                  </a:cubicBezTo>
                  <a:cubicBezTo>
                    <a:pt x="244" y="133"/>
                    <a:pt x="227" y="84"/>
                    <a:pt x="207" y="51"/>
                  </a:cubicBezTo>
                  <a:cubicBezTo>
                    <a:pt x="190" y="30"/>
                    <a:pt x="174" y="14"/>
                    <a:pt x="157" y="14"/>
                  </a:cubicBezTo>
                  <a:cubicBezTo>
                    <a:pt x="143" y="5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3" name="Google Shape;20023;p53"/>
            <p:cNvSpPr/>
            <p:nvPr/>
          </p:nvSpPr>
          <p:spPr>
            <a:xfrm>
              <a:off x="4140350" y="2327575"/>
              <a:ext cx="5600" cy="6450"/>
            </a:xfrm>
            <a:custGeom>
              <a:avLst/>
              <a:gdLst/>
              <a:ahLst/>
              <a:cxnLst/>
              <a:rect l="l" t="t" r="r" b="b"/>
              <a:pathLst>
                <a:path w="224" h="258" extrusionOk="0">
                  <a:moveTo>
                    <a:pt x="101" y="0"/>
                  </a:moveTo>
                  <a:cubicBezTo>
                    <a:pt x="86" y="0"/>
                    <a:pt x="69" y="5"/>
                    <a:pt x="50" y="13"/>
                  </a:cubicBezTo>
                  <a:cubicBezTo>
                    <a:pt x="34" y="29"/>
                    <a:pt x="17" y="46"/>
                    <a:pt x="1" y="83"/>
                  </a:cubicBezTo>
                  <a:lnTo>
                    <a:pt x="1" y="169"/>
                  </a:lnTo>
                  <a:cubicBezTo>
                    <a:pt x="17" y="202"/>
                    <a:pt x="34" y="235"/>
                    <a:pt x="67" y="252"/>
                  </a:cubicBezTo>
                  <a:cubicBezTo>
                    <a:pt x="77" y="256"/>
                    <a:pt x="87" y="258"/>
                    <a:pt x="98" y="258"/>
                  </a:cubicBezTo>
                  <a:cubicBezTo>
                    <a:pt x="145" y="258"/>
                    <a:pt x="193" y="223"/>
                    <a:pt x="207" y="169"/>
                  </a:cubicBezTo>
                  <a:cubicBezTo>
                    <a:pt x="223" y="116"/>
                    <a:pt x="207" y="29"/>
                    <a:pt x="137" y="13"/>
                  </a:cubicBezTo>
                  <a:cubicBezTo>
                    <a:pt x="129" y="5"/>
                    <a:pt x="116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4" name="Google Shape;20024;p53"/>
            <p:cNvSpPr/>
            <p:nvPr/>
          </p:nvSpPr>
          <p:spPr>
            <a:xfrm>
              <a:off x="4132625" y="23437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190"/>
                    <a:pt x="34" y="223"/>
                    <a:pt x="66" y="244"/>
                  </a:cubicBezTo>
                  <a:cubicBezTo>
                    <a:pt x="81" y="256"/>
                    <a:pt x="102" y="267"/>
                    <a:pt x="119" y="267"/>
                  </a:cubicBezTo>
                  <a:cubicBezTo>
                    <a:pt x="125" y="267"/>
                    <a:pt x="132" y="265"/>
                    <a:pt x="137" y="260"/>
                  </a:cubicBezTo>
                  <a:cubicBezTo>
                    <a:pt x="170" y="260"/>
                    <a:pt x="190" y="244"/>
                    <a:pt x="207" y="207"/>
                  </a:cubicBezTo>
                  <a:cubicBezTo>
                    <a:pt x="223" y="190"/>
                    <a:pt x="240" y="157"/>
                    <a:pt x="240" y="120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90" y="17"/>
                    <a:pt x="170" y="17"/>
                    <a:pt x="170" y="17"/>
                  </a:cubicBezTo>
                  <a:cubicBezTo>
                    <a:pt x="153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5" name="Google Shape;20025;p53"/>
            <p:cNvSpPr/>
            <p:nvPr/>
          </p:nvSpPr>
          <p:spPr>
            <a:xfrm>
              <a:off x="4169525" y="2304700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71" y="17"/>
                    <a:pt x="54" y="17"/>
                    <a:pt x="33" y="54"/>
                  </a:cubicBezTo>
                  <a:cubicBezTo>
                    <a:pt x="17" y="70"/>
                    <a:pt x="1" y="120"/>
                    <a:pt x="1" y="157"/>
                  </a:cubicBezTo>
                  <a:cubicBezTo>
                    <a:pt x="17" y="190"/>
                    <a:pt x="17" y="223"/>
                    <a:pt x="54" y="239"/>
                  </a:cubicBezTo>
                  <a:cubicBezTo>
                    <a:pt x="66" y="254"/>
                    <a:pt x="86" y="267"/>
                    <a:pt x="109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90" y="260"/>
                    <a:pt x="223" y="190"/>
                    <a:pt x="223" y="136"/>
                  </a:cubicBezTo>
                  <a:lnTo>
                    <a:pt x="223" y="120"/>
                  </a:lnTo>
                  <a:cubicBezTo>
                    <a:pt x="223" y="70"/>
                    <a:pt x="190" y="33"/>
                    <a:pt x="157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6" name="Google Shape;20026;p53"/>
            <p:cNvSpPr/>
            <p:nvPr/>
          </p:nvSpPr>
          <p:spPr>
            <a:xfrm>
              <a:off x="4167350" y="2321525"/>
              <a:ext cx="6525" cy="6700"/>
            </a:xfrm>
            <a:custGeom>
              <a:avLst/>
              <a:gdLst/>
              <a:ahLst/>
              <a:cxnLst/>
              <a:rect l="l" t="t" r="r" b="b"/>
              <a:pathLst>
                <a:path w="261" h="268" extrusionOk="0">
                  <a:moveTo>
                    <a:pt x="128" y="1"/>
                  </a:moveTo>
                  <a:cubicBezTo>
                    <a:pt x="87" y="1"/>
                    <a:pt x="44" y="34"/>
                    <a:pt x="17" y="82"/>
                  </a:cubicBezTo>
                  <a:cubicBezTo>
                    <a:pt x="1" y="152"/>
                    <a:pt x="38" y="238"/>
                    <a:pt x="88" y="255"/>
                  </a:cubicBezTo>
                  <a:cubicBezTo>
                    <a:pt x="102" y="264"/>
                    <a:pt x="117" y="268"/>
                    <a:pt x="132" y="268"/>
                  </a:cubicBezTo>
                  <a:cubicBezTo>
                    <a:pt x="174" y="268"/>
                    <a:pt x="217" y="236"/>
                    <a:pt x="244" y="185"/>
                  </a:cubicBezTo>
                  <a:cubicBezTo>
                    <a:pt x="261" y="119"/>
                    <a:pt x="224" y="32"/>
                    <a:pt x="174" y="16"/>
                  </a:cubicBezTo>
                  <a:cubicBezTo>
                    <a:pt x="159" y="6"/>
                    <a:pt x="144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7" name="Google Shape;20027;p53"/>
            <p:cNvSpPr/>
            <p:nvPr/>
          </p:nvSpPr>
          <p:spPr>
            <a:xfrm>
              <a:off x="4169125" y="22757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cubicBezTo>
                    <a:pt x="33" y="8"/>
                    <a:pt x="0" y="78"/>
                    <a:pt x="0" y="144"/>
                  </a:cubicBezTo>
                  <a:cubicBezTo>
                    <a:pt x="17" y="181"/>
                    <a:pt x="33" y="214"/>
                    <a:pt x="49" y="230"/>
                  </a:cubicBezTo>
                  <a:cubicBezTo>
                    <a:pt x="70" y="247"/>
                    <a:pt x="103" y="263"/>
                    <a:pt x="136" y="263"/>
                  </a:cubicBezTo>
                  <a:cubicBezTo>
                    <a:pt x="190" y="247"/>
                    <a:pt x="239" y="181"/>
                    <a:pt x="223" y="111"/>
                  </a:cubicBezTo>
                  <a:cubicBezTo>
                    <a:pt x="223" y="57"/>
                    <a:pt x="190" y="24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8" name="Google Shape;20028;p53"/>
            <p:cNvSpPr/>
            <p:nvPr/>
          </p:nvSpPr>
          <p:spPr>
            <a:xfrm>
              <a:off x="4152300" y="2322625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30" y="0"/>
                  </a:moveTo>
                  <a:cubicBezTo>
                    <a:pt x="83" y="0"/>
                    <a:pt x="35" y="33"/>
                    <a:pt x="22" y="91"/>
                  </a:cubicBezTo>
                  <a:cubicBezTo>
                    <a:pt x="1" y="141"/>
                    <a:pt x="22" y="227"/>
                    <a:pt x="88" y="244"/>
                  </a:cubicBezTo>
                  <a:cubicBezTo>
                    <a:pt x="102" y="254"/>
                    <a:pt x="118" y="258"/>
                    <a:pt x="133" y="258"/>
                  </a:cubicBezTo>
                  <a:cubicBezTo>
                    <a:pt x="174" y="258"/>
                    <a:pt x="213" y="226"/>
                    <a:pt x="228" y="178"/>
                  </a:cubicBezTo>
                  <a:cubicBezTo>
                    <a:pt x="244" y="108"/>
                    <a:pt x="228" y="38"/>
                    <a:pt x="158" y="5"/>
                  </a:cubicBezTo>
                  <a:cubicBezTo>
                    <a:pt x="149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9" name="Google Shape;20029;p53"/>
            <p:cNvSpPr/>
            <p:nvPr/>
          </p:nvSpPr>
          <p:spPr>
            <a:xfrm>
              <a:off x="4163950" y="22914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71" y="0"/>
                    <a:pt x="34" y="17"/>
                    <a:pt x="17" y="50"/>
                  </a:cubicBezTo>
                  <a:cubicBezTo>
                    <a:pt x="1" y="70"/>
                    <a:pt x="1" y="103"/>
                    <a:pt x="1" y="136"/>
                  </a:cubicBezTo>
                  <a:cubicBezTo>
                    <a:pt x="1" y="173"/>
                    <a:pt x="17" y="206"/>
                    <a:pt x="34" y="223"/>
                  </a:cubicBezTo>
                  <a:cubicBezTo>
                    <a:pt x="71" y="256"/>
                    <a:pt x="87" y="256"/>
                    <a:pt x="120" y="256"/>
                  </a:cubicBezTo>
                  <a:cubicBezTo>
                    <a:pt x="191" y="239"/>
                    <a:pt x="224" y="173"/>
                    <a:pt x="224" y="103"/>
                  </a:cubicBezTo>
                  <a:cubicBezTo>
                    <a:pt x="207" y="70"/>
                    <a:pt x="191" y="33"/>
                    <a:pt x="174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0" name="Google Shape;20030;p53"/>
            <p:cNvSpPr/>
            <p:nvPr/>
          </p:nvSpPr>
          <p:spPr>
            <a:xfrm>
              <a:off x="4147675" y="24646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15" y="1"/>
                    <a:pt x="109" y="3"/>
                    <a:pt x="104" y="8"/>
                  </a:cubicBezTo>
                  <a:cubicBezTo>
                    <a:pt x="50" y="8"/>
                    <a:pt x="0" y="78"/>
                    <a:pt x="17" y="148"/>
                  </a:cubicBezTo>
                  <a:cubicBezTo>
                    <a:pt x="17" y="181"/>
                    <a:pt x="33" y="214"/>
                    <a:pt x="50" y="231"/>
                  </a:cubicBezTo>
                  <a:cubicBezTo>
                    <a:pt x="83" y="251"/>
                    <a:pt x="104" y="268"/>
                    <a:pt x="137" y="268"/>
                  </a:cubicBezTo>
                  <a:cubicBezTo>
                    <a:pt x="207" y="251"/>
                    <a:pt x="240" y="181"/>
                    <a:pt x="240" y="111"/>
                  </a:cubicBezTo>
                  <a:cubicBezTo>
                    <a:pt x="223" y="78"/>
                    <a:pt x="207" y="45"/>
                    <a:pt x="186" y="25"/>
                  </a:cubicBezTo>
                  <a:cubicBezTo>
                    <a:pt x="186" y="25"/>
                    <a:pt x="169" y="8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1" name="Google Shape;20031;p53"/>
            <p:cNvSpPr/>
            <p:nvPr/>
          </p:nvSpPr>
          <p:spPr>
            <a:xfrm>
              <a:off x="4150675" y="22462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0"/>
                  </a:moveTo>
                  <a:cubicBezTo>
                    <a:pt x="66" y="0"/>
                    <a:pt x="33" y="21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07"/>
                    <a:pt x="49" y="244"/>
                  </a:cubicBezTo>
                  <a:cubicBezTo>
                    <a:pt x="66" y="260"/>
                    <a:pt x="103" y="260"/>
                    <a:pt x="120" y="260"/>
                  </a:cubicBezTo>
                  <a:cubicBezTo>
                    <a:pt x="190" y="244"/>
                    <a:pt x="223" y="174"/>
                    <a:pt x="223" y="104"/>
                  </a:cubicBezTo>
                  <a:cubicBezTo>
                    <a:pt x="206" y="71"/>
                    <a:pt x="206" y="54"/>
                    <a:pt x="169" y="21"/>
                  </a:cubicBezTo>
                  <a:cubicBezTo>
                    <a:pt x="169" y="21"/>
                    <a:pt x="153" y="2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2" name="Google Shape;20032;p53"/>
            <p:cNvSpPr/>
            <p:nvPr/>
          </p:nvSpPr>
          <p:spPr>
            <a:xfrm>
              <a:off x="4157975" y="22612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7" y="0"/>
                  </a:moveTo>
                  <a:cubicBezTo>
                    <a:pt x="86" y="0"/>
                    <a:pt x="45" y="33"/>
                    <a:pt x="17" y="91"/>
                  </a:cubicBezTo>
                  <a:cubicBezTo>
                    <a:pt x="1" y="161"/>
                    <a:pt x="34" y="227"/>
                    <a:pt x="83" y="264"/>
                  </a:cubicBezTo>
                  <a:lnTo>
                    <a:pt x="137" y="264"/>
                  </a:lnTo>
                  <a:cubicBezTo>
                    <a:pt x="170" y="264"/>
                    <a:pt x="223" y="227"/>
                    <a:pt x="223" y="178"/>
                  </a:cubicBezTo>
                  <a:cubicBezTo>
                    <a:pt x="240" y="124"/>
                    <a:pt x="240" y="91"/>
                    <a:pt x="207" y="41"/>
                  </a:cubicBezTo>
                  <a:cubicBezTo>
                    <a:pt x="207" y="41"/>
                    <a:pt x="186" y="21"/>
                    <a:pt x="170" y="4"/>
                  </a:cubicBezTo>
                  <a:cubicBezTo>
                    <a:pt x="159" y="2"/>
                    <a:pt x="148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3" name="Google Shape;20033;p53"/>
            <p:cNvSpPr/>
            <p:nvPr/>
          </p:nvSpPr>
          <p:spPr>
            <a:xfrm>
              <a:off x="4160975" y="23849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7"/>
                    <a:pt x="0" y="87"/>
                    <a:pt x="17" y="158"/>
                  </a:cubicBezTo>
                  <a:cubicBezTo>
                    <a:pt x="17" y="191"/>
                    <a:pt x="33" y="223"/>
                    <a:pt x="50" y="244"/>
                  </a:cubicBezTo>
                  <a:cubicBezTo>
                    <a:pt x="87" y="261"/>
                    <a:pt x="103" y="261"/>
                    <a:pt x="136" y="261"/>
                  </a:cubicBezTo>
                  <a:cubicBezTo>
                    <a:pt x="169" y="261"/>
                    <a:pt x="190" y="244"/>
                    <a:pt x="206" y="207"/>
                  </a:cubicBezTo>
                  <a:cubicBezTo>
                    <a:pt x="223" y="191"/>
                    <a:pt x="239" y="158"/>
                    <a:pt x="223" y="120"/>
                  </a:cubicBezTo>
                  <a:cubicBezTo>
                    <a:pt x="223" y="87"/>
                    <a:pt x="206" y="54"/>
                    <a:pt x="190" y="38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4" name="Google Shape;20034;p53"/>
            <p:cNvSpPr/>
            <p:nvPr/>
          </p:nvSpPr>
          <p:spPr>
            <a:xfrm>
              <a:off x="4160050" y="2337250"/>
              <a:ext cx="6500" cy="6625"/>
            </a:xfrm>
            <a:custGeom>
              <a:avLst/>
              <a:gdLst/>
              <a:ahLst/>
              <a:cxnLst/>
              <a:rect l="l" t="t" r="r" b="b"/>
              <a:pathLst>
                <a:path w="260" h="265" extrusionOk="0">
                  <a:moveTo>
                    <a:pt x="139" y="1"/>
                  </a:moveTo>
                  <a:cubicBezTo>
                    <a:pt x="87" y="1"/>
                    <a:pt x="48" y="34"/>
                    <a:pt x="21" y="92"/>
                  </a:cubicBezTo>
                  <a:cubicBezTo>
                    <a:pt x="0" y="158"/>
                    <a:pt x="37" y="228"/>
                    <a:pt x="87" y="261"/>
                  </a:cubicBezTo>
                  <a:cubicBezTo>
                    <a:pt x="96" y="264"/>
                    <a:pt x="105" y="265"/>
                    <a:pt x="115" y="265"/>
                  </a:cubicBezTo>
                  <a:cubicBezTo>
                    <a:pt x="162" y="265"/>
                    <a:pt x="210" y="232"/>
                    <a:pt x="227" y="174"/>
                  </a:cubicBezTo>
                  <a:cubicBezTo>
                    <a:pt x="260" y="108"/>
                    <a:pt x="227" y="38"/>
                    <a:pt x="173" y="5"/>
                  </a:cubicBezTo>
                  <a:cubicBezTo>
                    <a:pt x="161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5" name="Google Shape;20035;p53"/>
            <p:cNvSpPr/>
            <p:nvPr/>
          </p:nvSpPr>
          <p:spPr>
            <a:xfrm>
              <a:off x="4167350" y="236827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41" y="1"/>
                  </a:moveTo>
                  <a:cubicBezTo>
                    <a:pt x="104" y="1"/>
                    <a:pt x="71" y="17"/>
                    <a:pt x="55" y="34"/>
                  </a:cubicBezTo>
                  <a:cubicBezTo>
                    <a:pt x="1" y="67"/>
                    <a:pt x="1" y="153"/>
                    <a:pt x="38" y="224"/>
                  </a:cubicBezTo>
                  <a:cubicBezTo>
                    <a:pt x="55" y="240"/>
                    <a:pt x="88" y="257"/>
                    <a:pt x="104" y="257"/>
                  </a:cubicBezTo>
                  <a:cubicBezTo>
                    <a:pt x="115" y="261"/>
                    <a:pt x="125" y="263"/>
                    <a:pt x="135" y="263"/>
                  </a:cubicBezTo>
                  <a:cubicBezTo>
                    <a:pt x="159" y="263"/>
                    <a:pt x="179" y="252"/>
                    <a:pt x="191" y="240"/>
                  </a:cubicBezTo>
                  <a:cubicBezTo>
                    <a:pt x="244" y="191"/>
                    <a:pt x="244" y="104"/>
                    <a:pt x="207" y="50"/>
                  </a:cubicBezTo>
                  <a:cubicBezTo>
                    <a:pt x="191" y="34"/>
                    <a:pt x="174" y="17"/>
                    <a:pt x="158" y="17"/>
                  </a:cubicBezTo>
                  <a:cubicBezTo>
                    <a:pt x="158" y="1"/>
                    <a:pt x="141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6" name="Google Shape;20036;p53"/>
            <p:cNvSpPr/>
            <p:nvPr/>
          </p:nvSpPr>
          <p:spPr>
            <a:xfrm>
              <a:off x="4149325" y="2292525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31" y="1"/>
                  </a:moveTo>
                  <a:cubicBezTo>
                    <a:pt x="84" y="1"/>
                    <a:pt x="34" y="36"/>
                    <a:pt x="17" y="91"/>
                  </a:cubicBezTo>
                  <a:cubicBezTo>
                    <a:pt x="0" y="108"/>
                    <a:pt x="0" y="128"/>
                    <a:pt x="0" y="145"/>
                  </a:cubicBezTo>
                  <a:cubicBezTo>
                    <a:pt x="0" y="194"/>
                    <a:pt x="38" y="231"/>
                    <a:pt x="71" y="248"/>
                  </a:cubicBezTo>
                  <a:cubicBezTo>
                    <a:pt x="89" y="261"/>
                    <a:pt x="107" y="266"/>
                    <a:pt x="122" y="266"/>
                  </a:cubicBezTo>
                  <a:cubicBezTo>
                    <a:pt x="148" y="266"/>
                    <a:pt x="170" y="252"/>
                    <a:pt x="190" y="231"/>
                  </a:cubicBezTo>
                  <a:cubicBezTo>
                    <a:pt x="207" y="211"/>
                    <a:pt x="207" y="194"/>
                    <a:pt x="223" y="178"/>
                  </a:cubicBezTo>
                  <a:cubicBezTo>
                    <a:pt x="244" y="108"/>
                    <a:pt x="207" y="42"/>
                    <a:pt x="157" y="5"/>
                  </a:cubicBezTo>
                  <a:cubicBezTo>
                    <a:pt x="149" y="2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7" name="Google Shape;20037;p53"/>
            <p:cNvSpPr/>
            <p:nvPr/>
          </p:nvSpPr>
          <p:spPr>
            <a:xfrm>
              <a:off x="4156650" y="23076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87" y="1"/>
                    <a:pt x="54" y="38"/>
                  </a:cubicBezTo>
                  <a:cubicBezTo>
                    <a:pt x="17" y="71"/>
                    <a:pt x="0" y="157"/>
                    <a:pt x="33" y="207"/>
                  </a:cubicBezTo>
                  <a:cubicBezTo>
                    <a:pt x="54" y="244"/>
                    <a:pt x="87" y="260"/>
                    <a:pt x="120" y="260"/>
                  </a:cubicBezTo>
                  <a:cubicBezTo>
                    <a:pt x="136" y="260"/>
                    <a:pt x="173" y="260"/>
                    <a:pt x="190" y="244"/>
                  </a:cubicBezTo>
                  <a:cubicBezTo>
                    <a:pt x="223" y="207"/>
                    <a:pt x="239" y="174"/>
                    <a:pt x="239" y="141"/>
                  </a:cubicBezTo>
                  <a:cubicBezTo>
                    <a:pt x="239" y="104"/>
                    <a:pt x="239" y="71"/>
                    <a:pt x="206" y="54"/>
                  </a:cubicBezTo>
                  <a:cubicBezTo>
                    <a:pt x="206" y="38"/>
                    <a:pt x="190" y="17"/>
                    <a:pt x="173" y="17"/>
                  </a:cubicBezTo>
                  <a:cubicBezTo>
                    <a:pt x="157" y="1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8" name="Google Shape;20038;p53"/>
            <p:cNvSpPr/>
            <p:nvPr/>
          </p:nvSpPr>
          <p:spPr>
            <a:xfrm>
              <a:off x="4154900" y="22291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0"/>
                  </a:moveTo>
                  <a:cubicBezTo>
                    <a:pt x="103" y="0"/>
                    <a:pt x="70" y="0"/>
                    <a:pt x="54" y="33"/>
                  </a:cubicBezTo>
                  <a:cubicBezTo>
                    <a:pt x="0" y="66"/>
                    <a:pt x="0" y="153"/>
                    <a:pt x="37" y="206"/>
                  </a:cubicBezTo>
                  <a:cubicBezTo>
                    <a:pt x="56" y="245"/>
                    <a:pt x="89" y="261"/>
                    <a:pt x="122" y="261"/>
                  </a:cubicBezTo>
                  <a:cubicBezTo>
                    <a:pt x="145" y="261"/>
                    <a:pt x="169" y="253"/>
                    <a:pt x="190" y="239"/>
                  </a:cubicBezTo>
                  <a:cubicBezTo>
                    <a:pt x="243" y="190"/>
                    <a:pt x="243" y="103"/>
                    <a:pt x="206" y="50"/>
                  </a:cubicBezTo>
                  <a:cubicBezTo>
                    <a:pt x="190" y="33"/>
                    <a:pt x="173" y="17"/>
                    <a:pt x="157" y="17"/>
                  </a:cubicBezTo>
                  <a:cubicBezTo>
                    <a:pt x="157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9" name="Google Shape;20039;p53"/>
            <p:cNvSpPr/>
            <p:nvPr/>
          </p:nvSpPr>
          <p:spPr>
            <a:xfrm>
              <a:off x="4145500" y="2387800"/>
              <a:ext cx="6025" cy="6700"/>
            </a:xfrm>
            <a:custGeom>
              <a:avLst/>
              <a:gdLst/>
              <a:ahLst/>
              <a:cxnLst/>
              <a:rect l="l" t="t" r="r" b="b"/>
              <a:pathLst>
                <a:path w="241" h="268" extrusionOk="0">
                  <a:moveTo>
                    <a:pt x="119" y="1"/>
                  </a:moveTo>
                  <a:cubicBezTo>
                    <a:pt x="103" y="1"/>
                    <a:pt x="82" y="13"/>
                    <a:pt x="67" y="28"/>
                  </a:cubicBezTo>
                  <a:cubicBezTo>
                    <a:pt x="17" y="78"/>
                    <a:pt x="1" y="164"/>
                    <a:pt x="50" y="214"/>
                  </a:cubicBezTo>
                  <a:cubicBezTo>
                    <a:pt x="67" y="234"/>
                    <a:pt x="87" y="251"/>
                    <a:pt x="120" y="267"/>
                  </a:cubicBezTo>
                  <a:cubicBezTo>
                    <a:pt x="153" y="267"/>
                    <a:pt x="170" y="251"/>
                    <a:pt x="207" y="234"/>
                  </a:cubicBezTo>
                  <a:cubicBezTo>
                    <a:pt x="224" y="214"/>
                    <a:pt x="240" y="181"/>
                    <a:pt x="240" y="148"/>
                  </a:cubicBezTo>
                  <a:cubicBezTo>
                    <a:pt x="240" y="110"/>
                    <a:pt x="240" y="78"/>
                    <a:pt x="224" y="45"/>
                  </a:cubicBezTo>
                  <a:cubicBezTo>
                    <a:pt x="207" y="28"/>
                    <a:pt x="191" y="28"/>
                    <a:pt x="170" y="7"/>
                  </a:cubicBezTo>
                  <a:lnTo>
                    <a:pt x="137" y="7"/>
                  </a:lnTo>
                  <a:cubicBezTo>
                    <a:pt x="132" y="3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0" name="Google Shape;20040;p53"/>
            <p:cNvSpPr/>
            <p:nvPr/>
          </p:nvSpPr>
          <p:spPr>
            <a:xfrm>
              <a:off x="4149325" y="244867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13" y="0"/>
                  </a:moveTo>
                  <a:cubicBezTo>
                    <a:pt x="72" y="0"/>
                    <a:pt x="32" y="32"/>
                    <a:pt x="17" y="83"/>
                  </a:cubicBezTo>
                  <a:cubicBezTo>
                    <a:pt x="0" y="149"/>
                    <a:pt x="17" y="219"/>
                    <a:pt x="87" y="252"/>
                  </a:cubicBezTo>
                  <a:cubicBezTo>
                    <a:pt x="97" y="256"/>
                    <a:pt x="108" y="258"/>
                    <a:pt x="119" y="258"/>
                  </a:cubicBezTo>
                  <a:cubicBezTo>
                    <a:pt x="164" y="258"/>
                    <a:pt x="210" y="226"/>
                    <a:pt x="223" y="186"/>
                  </a:cubicBezTo>
                  <a:cubicBezTo>
                    <a:pt x="244" y="116"/>
                    <a:pt x="223" y="30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1" name="Google Shape;20041;p53"/>
            <p:cNvSpPr/>
            <p:nvPr/>
          </p:nvSpPr>
          <p:spPr>
            <a:xfrm>
              <a:off x="4147675" y="234275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20" y="0"/>
                  </a:moveTo>
                  <a:cubicBezTo>
                    <a:pt x="115" y="0"/>
                    <a:pt x="109" y="2"/>
                    <a:pt x="104" y="8"/>
                  </a:cubicBezTo>
                  <a:cubicBezTo>
                    <a:pt x="33" y="8"/>
                    <a:pt x="0" y="78"/>
                    <a:pt x="0" y="144"/>
                  </a:cubicBezTo>
                  <a:cubicBezTo>
                    <a:pt x="0" y="181"/>
                    <a:pt x="17" y="214"/>
                    <a:pt x="50" y="230"/>
                  </a:cubicBezTo>
                  <a:cubicBezTo>
                    <a:pt x="66" y="247"/>
                    <a:pt x="104" y="263"/>
                    <a:pt x="137" y="263"/>
                  </a:cubicBezTo>
                  <a:cubicBezTo>
                    <a:pt x="186" y="247"/>
                    <a:pt x="223" y="181"/>
                    <a:pt x="223" y="111"/>
                  </a:cubicBezTo>
                  <a:cubicBezTo>
                    <a:pt x="223" y="78"/>
                    <a:pt x="207" y="41"/>
                    <a:pt x="169" y="24"/>
                  </a:cubicBezTo>
                  <a:lnTo>
                    <a:pt x="153" y="8"/>
                  </a:ln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2" name="Google Shape;20042;p53"/>
            <p:cNvSpPr/>
            <p:nvPr/>
          </p:nvSpPr>
          <p:spPr>
            <a:xfrm>
              <a:off x="4154075" y="2357175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28" y="1"/>
                  </a:moveTo>
                  <a:cubicBezTo>
                    <a:pt x="120" y="1"/>
                    <a:pt x="111" y="6"/>
                    <a:pt x="103" y="16"/>
                  </a:cubicBezTo>
                  <a:cubicBezTo>
                    <a:pt x="33" y="16"/>
                    <a:pt x="0" y="82"/>
                    <a:pt x="0" y="152"/>
                  </a:cubicBezTo>
                  <a:cubicBezTo>
                    <a:pt x="14" y="213"/>
                    <a:pt x="57" y="258"/>
                    <a:pt x="111" y="258"/>
                  </a:cubicBezTo>
                  <a:cubicBezTo>
                    <a:pt x="119" y="258"/>
                    <a:pt x="128" y="257"/>
                    <a:pt x="136" y="255"/>
                  </a:cubicBezTo>
                  <a:cubicBezTo>
                    <a:pt x="157" y="255"/>
                    <a:pt x="190" y="239"/>
                    <a:pt x="206" y="202"/>
                  </a:cubicBezTo>
                  <a:cubicBezTo>
                    <a:pt x="223" y="185"/>
                    <a:pt x="223" y="152"/>
                    <a:pt x="223" y="119"/>
                  </a:cubicBezTo>
                  <a:cubicBezTo>
                    <a:pt x="223" y="82"/>
                    <a:pt x="206" y="49"/>
                    <a:pt x="173" y="33"/>
                  </a:cubicBezTo>
                  <a:cubicBezTo>
                    <a:pt x="173" y="16"/>
                    <a:pt x="157" y="16"/>
                    <a:pt x="157" y="16"/>
                  </a:cubicBezTo>
                  <a:cubicBezTo>
                    <a:pt x="146" y="6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3" name="Google Shape;20043;p53"/>
            <p:cNvSpPr/>
            <p:nvPr/>
          </p:nvSpPr>
          <p:spPr>
            <a:xfrm>
              <a:off x="4152300" y="2372500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04" y="1"/>
                  </a:moveTo>
                  <a:cubicBezTo>
                    <a:pt x="55" y="22"/>
                    <a:pt x="1" y="88"/>
                    <a:pt x="22" y="158"/>
                  </a:cubicBezTo>
                  <a:cubicBezTo>
                    <a:pt x="22" y="191"/>
                    <a:pt x="38" y="228"/>
                    <a:pt x="55" y="244"/>
                  </a:cubicBezTo>
                  <a:cubicBezTo>
                    <a:pt x="78" y="256"/>
                    <a:pt x="93" y="268"/>
                    <a:pt x="113" y="268"/>
                  </a:cubicBezTo>
                  <a:cubicBezTo>
                    <a:pt x="121" y="268"/>
                    <a:pt x="130" y="266"/>
                    <a:pt x="141" y="261"/>
                  </a:cubicBezTo>
                  <a:cubicBezTo>
                    <a:pt x="174" y="261"/>
                    <a:pt x="191" y="244"/>
                    <a:pt x="207" y="207"/>
                  </a:cubicBezTo>
                  <a:cubicBezTo>
                    <a:pt x="228" y="191"/>
                    <a:pt x="244" y="158"/>
                    <a:pt x="228" y="125"/>
                  </a:cubicBezTo>
                  <a:cubicBezTo>
                    <a:pt x="228" y="88"/>
                    <a:pt x="207" y="55"/>
                    <a:pt x="191" y="38"/>
                  </a:cubicBezTo>
                  <a:cubicBezTo>
                    <a:pt x="174" y="22"/>
                    <a:pt x="174" y="22"/>
                    <a:pt x="158" y="22"/>
                  </a:cubicBez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4" name="Google Shape;20044;p53"/>
            <p:cNvSpPr/>
            <p:nvPr/>
          </p:nvSpPr>
          <p:spPr>
            <a:xfrm>
              <a:off x="4148500" y="24180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36" y="0"/>
                  </a:moveTo>
                  <a:cubicBezTo>
                    <a:pt x="104" y="0"/>
                    <a:pt x="87" y="0"/>
                    <a:pt x="50" y="33"/>
                  </a:cubicBezTo>
                  <a:cubicBezTo>
                    <a:pt x="17" y="70"/>
                    <a:pt x="0" y="157"/>
                    <a:pt x="33" y="206"/>
                  </a:cubicBezTo>
                  <a:cubicBezTo>
                    <a:pt x="71" y="239"/>
                    <a:pt x="87" y="260"/>
                    <a:pt x="120" y="260"/>
                  </a:cubicBezTo>
                  <a:cubicBezTo>
                    <a:pt x="136" y="260"/>
                    <a:pt x="174" y="260"/>
                    <a:pt x="190" y="223"/>
                  </a:cubicBezTo>
                  <a:cubicBezTo>
                    <a:pt x="240" y="190"/>
                    <a:pt x="256" y="103"/>
                    <a:pt x="207" y="54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5" name="Google Shape;20045;p53"/>
            <p:cNvSpPr/>
            <p:nvPr/>
          </p:nvSpPr>
          <p:spPr>
            <a:xfrm>
              <a:off x="4209925" y="2437450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04" y="0"/>
                  </a:moveTo>
                  <a:cubicBezTo>
                    <a:pt x="67" y="0"/>
                    <a:pt x="50" y="17"/>
                    <a:pt x="34" y="33"/>
                  </a:cubicBezTo>
                  <a:cubicBezTo>
                    <a:pt x="17" y="66"/>
                    <a:pt x="1" y="103"/>
                    <a:pt x="1" y="153"/>
                  </a:cubicBezTo>
                  <a:cubicBezTo>
                    <a:pt x="17" y="186"/>
                    <a:pt x="17" y="223"/>
                    <a:pt x="50" y="240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23" y="66"/>
                    <a:pt x="190" y="33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6" name="Google Shape;20046;p53"/>
            <p:cNvSpPr/>
            <p:nvPr/>
          </p:nvSpPr>
          <p:spPr>
            <a:xfrm>
              <a:off x="4114600" y="2442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49" y="1"/>
                    <a:pt x="0" y="71"/>
                    <a:pt x="17" y="141"/>
                  </a:cubicBezTo>
                  <a:cubicBezTo>
                    <a:pt x="17" y="174"/>
                    <a:pt x="33" y="207"/>
                    <a:pt x="66" y="228"/>
                  </a:cubicBezTo>
                  <a:cubicBezTo>
                    <a:pt x="87" y="261"/>
                    <a:pt x="120" y="261"/>
                    <a:pt x="136" y="261"/>
                  </a:cubicBezTo>
                  <a:cubicBezTo>
                    <a:pt x="206" y="244"/>
                    <a:pt x="239" y="174"/>
                    <a:pt x="239" y="104"/>
                  </a:cubicBezTo>
                  <a:cubicBezTo>
                    <a:pt x="223" y="71"/>
                    <a:pt x="223" y="38"/>
                    <a:pt x="190" y="22"/>
                  </a:cubicBezTo>
                  <a:lnTo>
                    <a:pt x="1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7" name="Google Shape;20047;p53"/>
            <p:cNvSpPr/>
            <p:nvPr/>
          </p:nvSpPr>
          <p:spPr>
            <a:xfrm>
              <a:off x="3876600" y="2266875"/>
              <a:ext cx="5675" cy="6675"/>
            </a:xfrm>
            <a:custGeom>
              <a:avLst/>
              <a:gdLst/>
              <a:ahLst/>
              <a:cxnLst/>
              <a:rect l="l" t="t" r="r" b="b"/>
              <a:pathLst>
                <a:path w="227" h="267" extrusionOk="0">
                  <a:moveTo>
                    <a:pt x="103" y="0"/>
                  </a:moveTo>
                  <a:cubicBezTo>
                    <a:pt x="70" y="21"/>
                    <a:pt x="37" y="37"/>
                    <a:pt x="21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21" y="227"/>
                    <a:pt x="54" y="243"/>
                  </a:cubicBezTo>
                  <a:cubicBezTo>
                    <a:pt x="65" y="255"/>
                    <a:pt x="85" y="267"/>
                    <a:pt x="109" y="267"/>
                  </a:cubicBezTo>
                  <a:cubicBezTo>
                    <a:pt x="119" y="267"/>
                    <a:pt x="130" y="265"/>
                    <a:pt x="140" y="260"/>
                  </a:cubicBezTo>
                  <a:cubicBezTo>
                    <a:pt x="190" y="260"/>
                    <a:pt x="227" y="190"/>
                    <a:pt x="227" y="124"/>
                  </a:cubicBezTo>
                  <a:cubicBezTo>
                    <a:pt x="227" y="87"/>
                    <a:pt x="206" y="54"/>
                    <a:pt x="173" y="37"/>
                  </a:cubicBezTo>
                  <a:cubicBezTo>
                    <a:pt x="173" y="21"/>
                    <a:pt x="157" y="21"/>
                    <a:pt x="157" y="21"/>
                  </a:cubicBezTo>
                  <a:cubicBezTo>
                    <a:pt x="140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8" name="Google Shape;20048;p53"/>
            <p:cNvSpPr/>
            <p:nvPr/>
          </p:nvSpPr>
          <p:spPr>
            <a:xfrm>
              <a:off x="3803625" y="22338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70" y="1"/>
                    <a:pt x="33" y="17"/>
                    <a:pt x="17" y="50"/>
                  </a:cubicBezTo>
                  <a:cubicBezTo>
                    <a:pt x="0" y="67"/>
                    <a:pt x="0" y="104"/>
                    <a:pt x="0" y="137"/>
                  </a:cubicBezTo>
                  <a:cubicBezTo>
                    <a:pt x="0" y="170"/>
                    <a:pt x="17" y="207"/>
                    <a:pt x="54" y="223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06" y="67"/>
                    <a:pt x="206" y="34"/>
                    <a:pt x="173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9" name="Google Shape;20049;p53"/>
            <p:cNvSpPr/>
            <p:nvPr/>
          </p:nvSpPr>
          <p:spPr>
            <a:xfrm>
              <a:off x="3915750" y="2196875"/>
              <a:ext cx="6025" cy="6700"/>
            </a:xfrm>
            <a:custGeom>
              <a:avLst/>
              <a:gdLst/>
              <a:ahLst/>
              <a:cxnLst/>
              <a:rect l="l" t="t" r="r" b="b"/>
              <a:pathLst>
                <a:path w="241" h="268" extrusionOk="0">
                  <a:moveTo>
                    <a:pt x="104" y="1"/>
                  </a:moveTo>
                  <a:cubicBezTo>
                    <a:pt x="67" y="17"/>
                    <a:pt x="50" y="38"/>
                    <a:pt x="34" y="54"/>
                  </a:cubicBezTo>
                  <a:cubicBezTo>
                    <a:pt x="17" y="87"/>
                    <a:pt x="1" y="120"/>
                    <a:pt x="17" y="157"/>
                  </a:cubicBezTo>
                  <a:cubicBezTo>
                    <a:pt x="17" y="190"/>
                    <a:pt x="34" y="223"/>
                    <a:pt x="50" y="244"/>
                  </a:cubicBezTo>
                  <a:cubicBezTo>
                    <a:pt x="74" y="255"/>
                    <a:pt x="91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207" y="260"/>
                    <a:pt x="240" y="190"/>
                    <a:pt x="224" y="120"/>
                  </a:cubicBezTo>
                  <a:cubicBezTo>
                    <a:pt x="224" y="87"/>
                    <a:pt x="207" y="54"/>
                    <a:pt x="186" y="38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0" name="Google Shape;20050;p53"/>
            <p:cNvSpPr/>
            <p:nvPr/>
          </p:nvSpPr>
          <p:spPr>
            <a:xfrm>
              <a:off x="3842675" y="2317975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04" y="1"/>
                  </a:moveTo>
                  <a:cubicBezTo>
                    <a:pt x="38" y="17"/>
                    <a:pt x="1" y="88"/>
                    <a:pt x="17" y="158"/>
                  </a:cubicBezTo>
                  <a:cubicBezTo>
                    <a:pt x="17" y="191"/>
                    <a:pt x="38" y="224"/>
                    <a:pt x="54" y="244"/>
                  </a:cubicBezTo>
                  <a:cubicBezTo>
                    <a:pt x="66" y="256"/>
                    <a:pt x="86" y="268"/>
                    <a:pt x="110" y="268"/>
                  </a:cubicBezTo>
                  <a:cubicBezTo>
                    <a:pt x="120" y="268"/>
                    <a:pt x="130" y="266"/>
                    <a:pt x="141" y="261"/>
                  </a:cubicBezTo>
                  <a:cubicBezTo>
                    <a:pt x="190" y="261"/>
                    <a:pt x="244" y="191"/>
                    <a:pt x="223" y="121"/>
                  </a:cubicBezTo>
                  <a:cubicBezTo>
                    <a:pt x="223" y="88"/>
                    <a:pt x="207" y="55"/>
                    <a:pt x="190" y="38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1" name="Google Shape;20051;p53"/>
            <p:cNvSpPr/>
            <p:nvPr/>
          </p:nvSpPr>
          <p:spPr>
            <a:xfrm>
              <a:off x="4055325" y="22344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28" y="0"/>
                  </a:moveTo>
                  <a:cubicBezTo>
                    <a:pt x="120" y="0"/>
                    <a:pt x="112" y="4"/>
                    <a:pt x="103" y="13"/>
                  </a:cubicBezTo>
                  <a:cubicBezTo>
                    <a:pt x="66" y="13"/>
                    <a:pt x="50" y="29"/>
                    <a:pt x="33" y="62"/>
                  </a:cubicBezTo>
                  <a:cubicBezTo>
                    <a:pt x="17" y="83"/>
                    <a:pt x="0" y="116"/>
                    <a:pt x="17" y="149"/>
                  </a:cubicBezTo>
                  <a:cubicBezTo>
                    <a:pt x="17" y="186"/>
                    <a:pt x="33" y="219"/>
                    <a:pt x="50" y="235"/>
                  </a:cubicBezTo>
                  <a:cubicBezTo>
                    <a:pt x="87" y="252"/>
                    <a:pt x="103" y="268"/>
                    <a:pt x="136" y="268"/>
                  </a:cubicBezTo>
                  <a:cubicBezTo>
                    <a:pt x="206" y="252"/>
                    <a:pt x="239" y="186"/>
                    <a:pt x="223" y="116"/>
                  </a:cubicBezTo>
                  <a:cubicBezTo>
                    <a:pt x="223" y="83"/>
                    <a:pt x="206" y="46"/>
                    <a:pt x="190" y="29"/>
                  </a:cubicBezTo>
                  <a:cubicBezTo>
                    <a:pt x="169" y="29"/>
                    <a:pt x="169" y="13"/>
                    <a:pt x="153" y="13"/>
                  </a:cubicBezTo>
                  <a:cubicBezTo>
                    <a:pt x="145" y="4"/>
                    <a:pt x="136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2" name="Google Shape;20052;p53"/>
            <p:cNvSpPr/>
            <p:nvPr/>
          </p:nvSpPr>
          <p:spPr>
            <a:xfrm>
              <a:off x="3982250" y="22012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70" y="1"/>
                    <a:pt x="54" y="17"/>
                    <a:pt x="37" y="50"/>
                  </a:cubicBezTo>
                  <a:cubicBezTo>
                    <a:pt x="21" y="87"/>
                    <a:pt x="0" y="120"/>
                    <a:pt x="21" y="153"/>
                  </a:cubicBezTo>
                  <a:cubicBezTo>
                    <a:pt x="21" y="190"/>
                    <a:pt x="37" y="207"/>
                    <a:pt x="54" y="240"/>
                  </a:cubicBezTo>
                  <a:cubicBezTo>
                    <a:pt x="70" y="256"/>
                    <a:pt x="103" y="256"/>
                    <a:pt x="140" y="256"/>
                  </a:cubicBezTo>
                  <a:cubicBezTo>
                    <a:pt x="190" y="240"/>
                    <a:pt x="243" y="174"/>
                    <a:pt x="227" y="104"/>
                  </a:cubicBezTo>
                  <a:cubicBezTo>
                    <a:pt x="227" y="71"/>
                    <a:pt x="206" y="34"/>
                    <a:pt x="190" y="17"/>
                  </a:cubicBezTo>
                  <a:cubicBezTo>
                    <a:pt x="173" y="17"/>
                    <a:pt x="173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3" name="Google Shape;20053;p53"/>
            <p:cNvSpPr/>
            <p:nvPr/>
          </p:nvSpPr>
          <p:spPr>
            <a:xfrm>
              <a:off x="4142525" y="243487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3" y="0"/>
                    <a:pt x="0" y="66"/>
                    <a:pt x="0" y="136"/>
                  </a:cubicBezTo>
                  <a:cubicBezTo>
                    <a:pt x="0" y="169"/>
                    <a:pt x="17" y="206"/>
                    <a:pt x="50" y="223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86" y="239"/>
                    <a:pt x="223" y="169"/>
                    <a:pt x="223" y="103"/>
                  </a:cubicBezTo>
                  <a:cubicBezTo>
                    <a:pt x="223" y="66"/>
                    <a:pt x="206" y="33"/>
                    <a:pt x="169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4" name="Google Shape;20054;p53"/>
            <p:cNvSpPr/>
            <p:nvPr/>
          </p:nvSpPr>
          <p:spPr>
            <a:xfrm>
              <a:off x="4190975" y="2379000"/>
              <a:ext cx="5675" cy="6425"/>
            </a:xfrm>
            <a:custGeom>
              <a:avLst/>
              <a:gdLst/>
              <a:ahLst/>
              <a:cxnLst/>
              <a:rect l="l" t="t" r="r" b="b"/>
              <a:pathLst>
                <a:path w="227" h="257" extrusionOk="0">
                  <a:moveTo>
                    <a:pt x="87" y="1"/>
                  </a:moveTo>
                  <a:cubicBezTo>
                    <a:pt x="70" y="1"/>
                    <a:pt x="37" y="17"/>
                    <a:pt x="21" y="50"/>
                  </a:cubicBezTo>
                  <a:cubicBezTo>
                    <a:pt x="0" y="71"/>
                    <a:pt x="0" y="104"/>
                    <a:pt x="0" y="137"/>
                  </a:cubicBezTo>
                  <a:cubicBezTo>
                    <a:pt x="0" y="174"/>
                    <a:pt x="21" y="207"/>
                    <a:pt x="54" y="223"/>
                  </a:cubicBezTo>
                  <a:cubicBezTo>
                    <a:pt x="70" y="256"/>
                    <a:pt x="103" y="256"/>
                    <a:pt x="124" y="256"/>
                  </a:cubicBezTo>
                  <a:cubicBezTo>
                    <a:pt x="190" y="240"/>
                    <a:pt x="227" y="174"/>
                    <a:pt x="227" y="104"/>
                  </a:cubicBezTo>
                  <a:cubicBezTo>
                    <a:pt x="206" y="71"/>
                    <a:pt x="206" y="34"/>
                    <a:pt x="173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5" name="Google Shape;20055;p53"/>
            <p:cNvSpPr/>
            <p:nvPr/>
          </p:nvSpPr>
          <p:spPr>
            <a:xfrm>
              <a:off x="4200850" y="2469900"/>
              <a:ext cx="3550" cy="3125"/>
            </a:xfrm>
            <a:custGeom>
              <a:avLst/>
              <a:gdLst/>
              <a:ahLst/>
              <a:cxnLst/>
              <a:rect l="l" t="t" r="r" b="b"/>
              <a:pathLst>
                <a:path w="142" h="125" extrusionOk="0">
                  <a:moveTo>
                    <a:pt x="112" y="1"/>
                  </a:moveTo>
                  <a:cubicBezTo>
                    <a:pt x="64" y="1"/>
                    <a:pt x="14" y="31"/>
                    <a:pt x="1" y="75"/>
                  </a:cubicBezTo>
                  <a:lnTo>
                    <a:pt x="1" y="125"/>
                  </a:lnTo>
                  <a:cubicBezTo>
                    <a:pt x="54" y="92"/>
                    <a:pt x="87" y="59"/>
                    <a:pt x="141" y="5"/>
                  </a:cubicBezTo>
                  <a:cubicBezTo>
                    <a:pt x="132" y="2"/>
                    <a:pt x="122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6" name="Google Shape;20056;p53"/>
            <p:cNvSpPr/>
            <p:nvPr/>
          </p:nvSpPr>
          <p:spPr>
            <a:xfrm>
              <a:off x="4145925" y="22652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50" y="17"/>
                    <a:pt x="0" y="66"/>
                    <a:pt x="17" y="153"/>
                  </a:cubicBezTo>
                  <a:cubicBezTo>
                    <a:pt x="17" y="190"/>
                    <a:pt x="33" y="206"/>
                    <a:pt x="70" y="239"/>
                  </a:cubicBezTo>
                  <a:cubicBezTo>
                    <a:pt x="87" y="256"/>
                    <a:pt x="120" y="256"/>
                    <a:pt x="136" y="256"/>
                  </a:cubicBezTo>
                  <a:cubicBezTo>
                    <a:pt x="174" y="256"/>
                    <a:pt x="207" y="239"/>
                    <a:pt x="223" y="206"/>
                  </a:cubicBezTo>
                  <a:cubicBezTo>
                    <a:pt x="239" y="169"/>
                    <a:pt x="239" y="136"/>
                    <a:pt x="239" y="103"/>
                  </a:cubicBezTo>
                  <a:cubicBezTo>
                    <a:pt x="223" y="66"/>
                    <a:pt x="223" y="50"/>
                    <a:pt x="190" y="17"/>
                  </a:cubicBezTo>
                  <a:cubicBezTo>
                    <a:pt x="190" y="17"/>
                    <a:pt x="174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7" name="Google Shape;20057;p53"/>
            <p:cNvSpPr/>
            <p:nvPr/>
          </p:nvSpPr>
          <p:spPr>
            <a:xfrm>
              <a:off x="4172925" y="24765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54" y="17"/>
                    <a:pt x="1" y="88"/>
                    <a:pt x="21" y="154"/>
                  </a:cubicBezTo>
                  <a:cubicBezTo>
                    <a:pt x="21" y="191"/>
                    <a:pt x="38" y="224"/>
                    <a:pt x="71" y="240"/>
                  </a:cubicBezTo>
                  <a:cubicBezTo>
                    <a:pt x="87" y="257"/>
                    <a:pt x="124" y="257"/>
                    <a:pt x="141" y="257"/>
                  </a:cubicBezTo>
                  <a:cubicBezTo>
                    <a:pt x="174" y="257"/>
                    <a:pt x="190" y="240"/>
                    <a:pt x="207" y="207"/>
                  </a:cubicBezTo>
                  <a:cubicBezTo>
                    <a:pt x="227" y="170"/>
                    <a:pt x="244" y="137"/>
                    <a:pt x="244" y="104"/>
                  </a:cubicBezTo>
                  <a:cubicBezTo>
                    <a:pt x="227" y="67"/>
                    <a:pt x="207" y="50"/>
                    <a:pt x="190" y="34"/>
                  </a:cubicBezTo>
                  <a:cubicBezTo>
                    <a:pt x="190" y="17"/>
                    <a:pt x="174" y="17"/>
                    <a:pt x="174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8" name="Google Shape;20058;p53"/>
            <p:cNvSpPr/>
            <p:nvPr/>
          </p:nvSpPr>
          <p:spPr>
            <a:xfrm>
              <a:off x="4169525" y="24472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54" y="21"/>
                    <a:pt x="1" y="70"/>
                    <a:pt x="17" y="157"/>
                  </a:cubicBezTo>
                  <a:cubicBezTo>
                    <a:pt x="17" y="190"/>
                    <a:pt x="33" y="206"/>
                    <a:pt x="54" y="227"/>
                  </a:cubicBezTo>
                  <a:cubicBezTo>
                    <a:pt x="87" y="260"/>
                    <a:pt x="120" y="260"/>
                    <a:pt x="137" y="260"/>
                  </a:cubicBezTo>
                  <a:cubicBezTo>
                    <a:pt x="207" y="243"/>
                    <a:pt x="240" y="173"/>
                    <a:pt x="240" y="103"/>
                  </a:cubicBezTo>
                  <a:cubicBezTo>
                    <a:pt x="223" y="70"/>
                    <a:pt x="207" y="37"/>
                    <a:pt x="190" y="21"/>
                  </a:cubicBezTo>
                  <a:cubicBezTo>
                    <a:pt x="190" y="21"/>
                    <a:pt x="174" y="2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9" name="Google Shape;20059;p53"/>
            <p:cNvSpPr/>
            <p:nvPr/>
          </p:nvSpPr>
          <p:spPr>
            <a:xfrm>
              <a:off x="4167775" y="2352175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3" y="1"/>
                  </a:moveTo>
                  <a:cubicBezTo>
                    <a:pt x="117" y="1"/>
                    <a:pt x="110" y="3"/>
                    <a:pt x="103" y="10"/>
                  </a:cubicBezTo>
                  <a:cubicBezTo>
                    <a:pt x="38" y="10"/>
                    <a:pt x="0" y="76"/>
                    <a:pt x="0" y="146"/>
                  </a:cubicBezTo>
                  <a:cubicBezTo>
                    <a:pt x="21" y="179"/>
                    <a:pt x="38" y="216"/>
                    <a:pt x="54" y="233"/>
                  </a:cubicBezTo>
                  <a:cubicBezTo>
                    <a:pt x="71" y="249"/>
                    <a:pt x="103" y="266"/>
                    <a:pt x="141" y="266"/>
                  </a:cubicBezTo>
                  <a:cubicBezTo>
                    <a:pt x="190" y="249"/>
                    <a:pt x="244" y="179"/>
                    <a:pt x="227" y="113"/>
                  </a:cubicBezTo>
                  <a:cubicBezTo>
                    <a:pt x="227" y="76"/>
                    <a:pt x="207" y="43"/>
                    <a:pt x="190" y="27"/>
                  </a:cubicBezTo>
                  <a:cubicBezTo>
                    <a:pt x="174" y="27"/>
                    <a:pt x="174" y="10"/>
                    <a:pt x="157" y="10"/>
                  </a:cubicBezTo>
                  <a:cubicBezTo>
                    <a:pt x="146" y="10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0" name="Google Shape;20060;p53"/>
            <p:cNvSpPr/>
            <p:nvPr/>
          </p:nvSpPr>
          <p:spPr>
            <a:xfrm>
              <a:off x="4179425" y="24127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1" y="0"/>
                  </a:moveTo>
                  <a:cubicBezTo>
                    <a:pt x="92" y="0"/>
                    <a:pt x="76" y="12"/>
                    <a:pt x="50" y="24"/>
                  </a:cubicBezTo>
                  <a:cubicBezTo>
                    <a:pt x="17" y="77"/>
                    <a:pt x="0" y="164"/>
                    <a:pt x="33" y="213"/>
                  </a:cubicBezTo>
                  <a:cubicBezTo>
                    <a:pt x="50" y="246"/>
                    <a:pt x="87" y="267"/>
                    <a:pt x="120" y="267"/>
                  </a:cubicBezTo>
                  <a:cubicBezTo>
                    <a:pt x="136" y="267"/>
                    <a:pt x="173" y="246"/>
                    <a:pt x="190" y="230"/>
                  </a:cubicBezTo>
                  <a:cubicBezTo>
                    <a:pt x="223" y="213"/>
                    <a:pt x="239" y="180"/>
                    <a:pt x="239" y="143"/>
                  </a:cubicBezTo>
                  <a:cubicBezTo>
                    <a:pt x="239" y="110"/>
                    <a:pt x="239" y="77"/>
                    <a:pt x="206" y="40"/>
                  </a:cubicBezTo>
                  <a:cubicBezTo>
                    <a:pt x="206" y="24"/>
                    <a:pt x="190" y="24"/>
                    <a:pt x="173" y="7"/>
                  </a:cubicBezTo>
                  <a:lnTo>
                    <a:pt x="136" y="7"/>
                  </a:lnTo>
                  <a:cubicBezTo>
                    <a:pt x="127" y="2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1" name="Google Shape;20061;p53"/>
            <p:cNvSpPr/>
            <p:nvPr/>
          </p:nvSpPr>
          <p:spPr>
            <a:xfrm>
              <a:off x="4178075" y="23852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04" y="1"/>
                  </a:moveTo>
                  <a:cubicBezTo>
                    <a:pt x="86" y="1"/>
                    <a:pt x="66" y="13"/>
                    <a:pt x="54" y="28"/>
                  </a:cubicBezTo>
                  <a:cubicBezTo>
                    <a:pt x="21" y="44"/>
                    <a:pt x="21" y="77"/>
                    <a:pt x="1" y="110"/>
                  </a:cubicBezTo>
                  <a:cubicBezTo>
                    <a:pt x="1" y="148"/>
                    <a:pt x="21" y="181"/>
                    <a:pt x="38" y="213"/>
                  </a:cubicBezTo>
                  <a:cubicBezTo>
                    <a:pt x="57" y="245"/>
                    <a:pt x="89" y="264"/>
                    <a:pt x="123" y="264"/>
                  </a:cubicBezTo>
                  <a:cubicBezTo>
                    <a:pt x="146" y="264"/>
                    <a:pt x="170" y="254"/>
                    <a:pt x="190" y="234"/>
                  </a:cubicBezTo>
                  <a:cubicBezTo>
                    <a:pt x="244" y="181"/>
                    <a:pt x="244" y="110"/>
                    <a:pt x="207" y="44"/>
                  </a:cubicBezTo>
                  <a:cubicBezTo>
                    <a:pt x="190" y="28"/>
                    <a:pt x="174" y="28"/>
                    <a:pt x="157" y="7"/>
                  </a:cubicBezTo>
                  <a:lnTo>
                    <a:pt x="124" y="7"/>
                  </a:lnTo>
                  <a:cubicBezTo>
                    <a:pt x="119" y="3"/>
                    <a:pt x="112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2" name="Google Shape;20062;p53"/>
            <p:cNvSpPr/>
            <p:nvPr/>
          </p:nvSpPr>
          <p:spPr>
            <a:xfrm>
              <a:off x="4181175" y="2318925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36" y="0"/>
                  </a:moveTo>
                  <a:cubicBezTo>
                    <a:pt x="120" y="0"/>
                    <a:pt x="83" y="0"/>
                    <a:pt x="66" y="33"/>
                  </a:cubicBezTo>
                  <a:cubicBezTo>
                    <a:pt x="17" y="66"/>
                    <a:pt x="0" y="153"/>
                    <a:pt x="50" y="206"/>
                  </a:cubicBezTo>
                  <a:cubicBezTo>
                    <a:pt x="66" y="239"/>
                    <a:pt x="83" y="256"/>
                    <a:pt x="120" y="256"/>
                  </a:cubicBezTo>
                  <a:cubicBezTo>
                    <a:pt x="153" y="256"/>
                    <a:pt x="169" y="256"/>
                    <a:pt x="207" y="223"/>
                  </a:cubicBezTo>
                  <a:cubicBezTo>
                    <a:pt x="240" y="186"/>
                    <a:pt x="256" y="103"/>
                    <a:pt x="223" y="50"/>
                  </a:cubicBezTo>
                  <a:cubicBezTo>
                    <a:pt x="207" y="33"/>
                    <a:pt x="186" y="17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3" name="Google Shape;20063;p53"/>
            <p:cNvSpPr/>
            <p:nvPr/>
          </p:nvSpPr>
          <p:spPr>
            <a:xfrm>
              <a:off x="4180250" y="23653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3" y="0"/>
                  </a:moveTo>
                  <a:cubicBezTo>
                    <a:pt x="54" y="17"/>
                    <a:pt x="0" y="83"/>
                    <a:pt x="17" y="153"/>
                  </a:cubicBezTo>
                  <a:cubicBezTo>
                    <a:pt x="17" y="186"/>
                    <a:pt x="37" y="223"/>
                    <a:pt x="70" y="240"/>
                  </a:cubicBezTo>
                  <a:cubicBezTo>
                    <a:pt x="82" y="251"/>
                    <a:pt x="102" y="263"/>
                    <a:pt x="120" y="263"/>
                  </a:cubicBezTo>
                  <a:cubicBezTo>
                    <a:pt x="127" y="263"/>
                    <a:pt x="134" y="261"/>
                    <a:pt x="140" y="256"/>
                  </a:cubicBezTo>
                  <a:cubicBezTo>
                    <a:pt x="206" y="256"/>
                    <a:pt x="244" y="186"/>
                    <a:pt x="244" y="120"/>
                  </a:cubicBezTo>
                  <a:cubicBezTo>
                    <a:pt x="223" y="83"/>
                    <a:pt x="223" y="50"/>
                    <a:pt x="190" y="33"/>
                  </a:cubicBezTo>
                  <a:cubicBezTo>
                    <a:pt x="190" y="17"/>
                    <a:pt x="173" y="17"/>
                    <a:pt x="173" y="17"/>
                  </a:cubicBezTo>
                  <a:cubicBezTo>
                    <a:pt x="157" y="0"/>
                    <a:pt x="14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4" name="Google Shape;20064;p53"/>
            <p:cNvSpPr/>
            <p:nvPr/>
          </p:nvSpPr>
          <p:spPr>
            <a:xfrm>
              <a:off x="4172525" y="2261300"/>
              <a:ext cx="3000" cy="6100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37" y="0"/>
                  </a:moveTo>
                  <a:cubicBezTo>
                    <a:pt x="17" y="37"/>
                    <a:pt x="0" y="54"/>
                    <a:pt x="0" y="87"/>
                  </a:cubicBezTo>
                  <a:cubicBezTo>
                    <a:pt x="0" y="120"/>
                    <a:pt x="0" y="157"/>
                    <a:pt x="17" y="190"/>
                  </a:cubicBezTo>
                  <a:cubicBezTo>
                    <a:pt x="37" y="207"/>
                    <a:pt x="70" y="223"/>
                    <a:pt x="103" y="244"/>
                  </a:cubicBezTo>
                  <a:lnTo>
                    <a:pt x="120" y="244"/>
                  </a:lnTo>
                  <a:cubicBezTo>
                    <a:pt x="87" y="157"/>
                    <a:pt x="70" y="87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5" name="Google Shape;20065;p53"/>
            <p:cNvSpPr/>
            <p:nvPr/>
          </p:nvSpPr>
          <p:spPr>
            <a:xfrm>
              <a:off x="4182000" y="23494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20" y="0"/>
                  </a:moveTo>
                  <a:cubicBezTo>
                    <a:pt x="76" y="0"/>
                    <a:pt x="41" y="33"/>
                    <a:pt x="17" y="81"/>
                  </a:cubicBezTo>
                  <a:cubicBezTo>
                    <a:pt x="0" y="151"/>
                    <a:pt x="33" y="221"/>
                    <a:pt x="87" y="254"/>
                  </a:cubicBezTo>
                  <a:cubicBezTo>
                    <a:pt x="95" y="257"/>
                    <a:pt x="104" y="258"/>
                    <a:pt x="114" y="258"/>
                  </a:cubicBezTo>
                  <a:cubicBezTo>
                    <a:pt x="159" y="258"/>
                    <a:pt x="209" y="226"/>
                    <a:pt x="223" y="167"/>
                  </a:cubicBezTo>
                  <a:cubicBezTo>
                    <a:pt x="256" y="118"/>
                    <a:pt x="223" y="31"/>
                    <a:pt x="174" y="15"/>
                  </a:cubicBezTo>
                  <a:cubicBezTo>
                    <a:pt x="154" y="5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6" name="Google Shape;20066;p53"/>
            <p:cNvSpPr/>
            <p:nvPr/>
          </p:nvSpPr>
          <p:spPr>
            <a:xfrm>
              <a:off x="4192725" y="24113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11" y="1"/>
                  </a:moveTo>
                  <a:cubicBezTo>
                    <a:pt x="69" y="1"/>
                    <a:pt x="29" y="34"/>
                    <a:pt x="17" y="82"/>
                  </a:cubicBezTo>
                  <a:cubicBezTo>
                    <a:pt x="0" y="152"/>
                    <a:pt x="17" y="238"/>
                    <a:pt x="87" y="255"/>
                  </a:cubicBezTo>
                  <a:cubicBezTo>
                    <a:pt x="98" y="255"/>
                    <a:pt x="109" y="262"/>
                    <a:pt x="120" y="262"/>
                  </a:cubicBezTo>
                  <a:cubicBezTo>
                    <a:pt x="125" y="262"/>
                    <a:pt x="131" y="260"/>
                    <a:pt x="136" y="255"/>
                  </a:cubicBezTo>
                  <a:cubicBezTo>
                    <a:pt x="173" y="255"/>
                    <a:pt x="206" y="222"/>
                    <a:pt x="223" y="185"/>
                  </a:cubicBezTo>
                  <a:cubicBezTo>
                    <a:pt x="239" y="135"/>
                    <a:pt x="223" y="82"/>
                    <a:pt x="206" y="49"/>
                  </a:cubicBezTo>
                  <a:cubicBezTo>
                    <a:pt x="190" y="32"/>
                    <a:pt x="173" y="16"/>
                    <a:pt x="157" y="16"/>
                  </a:cubicBezTo>
                  <a:cubicBezTo>
                    <a:pt x="142" y="6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7" name="Google Shape;20067;p53"/>
            <p:cNvSpPr/>
            <p:nvPr/>
          </p:nvSpPr>
          <p:spPr>
            <a:xfrm>
              <a:off x="4197050" y="2321900"/>
              <a:ext cx="850" cy="2200"/>
            </a:xfrm>
            <a:custGeom>
              <a:avLst/>
              <a:gdLst/>
              <a:ahLst/>
              <a:cxnLst/>
              <a:rect l="l" t="t" r="r" b="b"/>
              <a:pathLst>
                <a:path w="34" h="88" extrusionOk="0">
                  <a:moveTo>
                    <a:pt x="0" y="1"/>
                  </a:moveTo>
                  <a:lnTo>
                    <a:pt x="0" y="17"/>
                  </a:lnTo>
                  <a:cubicBezTo>
                    <a:pt x="0" y="34"/>
                    <a:pt x="17" y="67"/>
                    <a:pt x="33" y="87"/>
                  </a:cubicBezTo>
                  <a:cubicBezTo>
                    <a:pt x="17" y="67"/>
                    <a:pt x="17" y="3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8" name="Google Shape;20068;p53"/>
            <p:cNvSpPr/>
            <p:nvPr/>
          </p:nvSpPr>
          <p:spPr>
            <a:xfrm>
              <a:off x="4195300" y="23618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6" y="0"/>
                  </a:moveTo>
                  <a:cubicBezTo>
                    <a:pt x="103" y="0"/>
                    <a:pt x="70" y="0"/>
                    <a:pt x="54" y="1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5" y="237"/>
                    <a:pt x="85" y="256"/>
                    <a:pt x="118" y="256"/>
                  </a:cubicBezTo>
                  <a:cubicBezTo>
                    <a:pt x="142" y="256"/>
                    <a:pt x="167" y="246"/>
                    <a:pt x="190" y="223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9" name="Google Shape;20069;p53"/>
            <p:cNvSpPr/>
            <p:nvPr/>
          </p:nvSpPr>
          <p:spPr>
            <a:xfrm>
              <a:off x="4190150" y="2336125"/>
              <a:ext cx="6500" cy="6750"/>
            </a:xfrm>
            <a:custGeom>
              <a:avLst/>
              <a:gdLst/>
              <a:ahLst/>
              <a:cxnLst/>
              <a:rect l="l" t="t" r="r" b="b"/>
              <a:pathLst>
                <a:path w="260" h="270" extrusionOk="0">
                  <a:moveTo>
                    <a:pt x="129" y="0"/>
                  </a:moveTo>
                  <a:cubicBezTo>
                    <a:pt x="87" y="0"/>
                    <a:pt x="44" y="32"/>
                    <a:pt x="17" y="83"/>
                  </a:cubicBezTo>
                  <a:cubicBezTo>
                    <a:pt x="0" y="153"/>
                    <a:pt x="33" y="240"/>
                    <a:pt x="87" y="256"/>
                  </a:cubicBezTo>
                  <a:cubicBezTo>
                    <a:pt x="100" y="265"/>
                    <a:pt x="114" y="269"/>
                    <a:pt x="129" y="269"/>
                  </a:cubicBezTo>
                  <a:cubicBezTo>
                    <a:pt x="170" y="269"/>
                    <a:pt x="211" y="238"/>
                    <a:pt x="223" y="186"/>
                  </a:cubicBezTo>
                  <a:cubicBezTo>
                    <a:pt x="260" y="116"/>
                    <a:pt x="223" y="34"/>
                    <a:pt x="173" y="13"/>
                  </a:cubicBezTo>
                  <a:cubicBezTo>
                    <a:pt x="159" y="4"/>
                    <a:pt x="144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0" name="Google Shape;20070;p53"/>
            <p:cNvSpPr/>
            <p:nvPr/>
          </p:nvSpPr>
          <p:spPr>
            <a:xfrm>
              <a:off x="4178600" y="2288400"/>
              <a:ext cx="5575" cy="6825"/>
            </a:xfrm>
            <a:custGeom>
              <a:avLst/>
              <a:gdLst/>
              <a:ahLst/>
              <a:cxnLst/>
              <a:rect l="l" t="t" r="r" b="b"/>
              <a:pathLst>
                <a:path w="223" h="273" extrusionOk="0">
                  <a:moveTo>
                    <a:pt x="136" y="1"/>
                  </a:moveTo>
                  <a:cubicBezTo>
                    <a:pt x="103" y="1"/>
                    <a:pt x="66" y="17"/>
                    <a:pt x="50" y="34"/>
                  </a:cubicBezTo>
                  <a:cubicBezTo>
                    <a:pt x="0" y="87"/>
                    <a:pt x="0" y="153"/>
                    <a:pt x="33" y="223"/>
                  </a:cubicBezTo>
                  <a:cubicBezTo>
                    <a:pt x="50" y="240"/>
                    <a:pt x="83" y="256"/>
                    <a:pt x="103" y="273"/>
                  </a:cubicBezTo>
                  <a:cubicBezTo>
                    <a:pt x="136" y="273"/>
                    <a:pt x="169" y="256"/>
                    <a:pt x="186" y="240"/>
                  </a:cubicBezTo>
                  <a:cubicBezTo>
                    <a:pt x="206" y="223"/>
                    <a:pt x="223" y="190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186" y="34"/>
                    <a:pt x="169" y="17"/>
                    <a:pt x="153" y="17"/>
                  </a:cubicBezTo>
                  <a:cubicBezTo>
                    <a:pt x="153" y="17"/>
                    <a:pt x="136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1" name="Google Shape;20071;p53"/>
            <p:cNvSpPr/>
            <p:nvPr/>
          </p:nvSpPr>
          <p:spPr>
            <a:xfrm>
              <a:off x="4175100" y="23354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1" y="1"/>
                  </a:moveTo>
                  <a:cubicBezTo>
                    <a:pt x="115" y="1"/>
                    <a:pt x="109" y="2"/>
                    <a:pt x="103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17" y="181"/>
                    <a:pt x="37" y="214"/>
                    <a:pt x="54" y="231"/>
                  </a:cubicBezTo>
                  <a:cubicBezTo>
                    <a:pt x="70" y="247"/>
                    <a:pt x="103" y="268"/>
                    <a:pt x="140" y="268"/>
                  </a:cubicBezTo>
                  <a:cubicBezTo>
                    <a:pt x="190" y="247"/>
                    <a:pt x="243" y="181"/>
                    <a:pt x="223" y="111"/>
                  </a:cubicBezTo>
                  <a:cubicBezTo>
                    <a:pt x="223" y="78"/>
                    <a:pt x="206" y="41"/>
                    <a:pt x="190" y="24"/>
                  </a:cubicBezTo>
                  <a:cubicBezTo>
                    <a:pt x="173" y="24"/>
                    <a:pt x="173" y="8"/>
                    <a:pt x="157" y="8"/>
                  </a:cubicBezTo>
                  <a:cubicBezTo>
                    <a:pt x="146" y="8"/>
                    <a:pt x="133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2" name="Google Shape;20072;p53"/>
            <p:cNvSpPr/>
            <p:nvPr/>
          </p:nvSpPr>
          <p:spPr>
            <a:xfrm>
              <a:off x="4186750" y="2302950"/>
              <a:ext cx="4750" cy="6675"/>
            </a:xfrm>
            <a:custGeom>
              <a:avLst/>
              <a:gdLst/>
              <a:ahLst/>
              <a:cxnLst/>
              <a:rect l="l" t="t" r="r" b="b"/>
              <a:pathLst>
                <a:path w="190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0" y="190"/>
                    <a:pt x="17" y="227"/>
                    <a:pt x="50" y="243"/>
                  </a:cubicBezTo>
                  <a:cubicBezTo>
                    <a:pt x="61" y="255"/>
                    <a:pt x="83" y="267"/>
                    <a:pt x="107" y="267"/>
                  </a:cubicBezTo>
                  <a:cubicBezTo>
                    <a:pt x="116" y="267"/>
                    <a:pt x="126" y="265"/>
                    <a:pt x="136" y="260"/>
                  </a:cubicBezTo>
                  <a:cubicBezTo>
                    <a:pt x="153" y="260"/>
                    <a:pt x="169" y="243"/>
                    <a:pt x="190" y="227"/>
                  </a:cubicBezTo>
                  <a:cubicBezTo>
                    <a:pt x="169" y="157"/>
                    <a:pt x="136" y="87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3" name="Google Shape;20073;p53"/>
            <p:cNvSpPr/>
            <p:nvPr/>
          </p:nvSpPr>
          <p:spPr>
            <a:xfrm>
              <a:off x="4128700" y="22678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71" y="17"/>
                    <a:pt x="38" y="33"/>
                    <a:pt x="17" y="50"/>
                  </a:cubicBezTo>
                  <a:cubicBezTo>
                    <a:pt x="1" y="87"/>
                    <a:pt x="1" y="120"/>
                    <a:pt x="1" y="153"/>
                  </a:cubicBezTo>
                  <a:cubicBezTo>
                    <a:pt x="1" y="190"/>
                    <a:pt x="17" y="223"/>
                    <a:pt x="38" y="239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91" y="256"/>
                    <a:pt x="223" y="190"/>
                    <a:pt x="223" y="120"/>
                  </a:cubicBezTo>
                  <a:cubicBezTo>
                    <a:pt x="207" y="87"/>
                    <a:pt x="191" y="50"/>
                    <a:pt x="174" y="33"/>
                  </a:cubicBezTo>
                  <a:cubicBezTo>
                    <a:pt x="174" y="17"/>
                    <a:pt x="158" y="17"/>
                    <a:pt x="158" y="17"/>
                  </a:cubicBezTo>
                  <a:cubicBezTo>
                    <a:pt x="141" y="0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4" name="Google Shape;20074;p53"/>
            <p:cNvSpPr/>
            <p:nvPr/>
          </p:nvSpPr>
          <p:spPr>
            <a:xfrm>
              <a:off x="3796300" y="2343850"/>
              <a:ext cx="4350" cy="6600"/>
            </a:xfrm>
            <a:custGeom>
              <a:avLst/>
              <a:gdLst/>
              <a:ahLst/>
              <a:cxnLst/>
              <a:rect l="l" t="t" r="r" b="b"/>
              <a:pathLst>
                <a:path w="174" h="264" extrusionOk="0">
                  <a:moveTo>
                    <a:pt x="52" y="1"/>
                  </a:moveTo>
                  <a:cubicBezTo>
                    <a:pt x="37" y="1"/>
                    <a:pt x="19" y="5"/>
                    <a:pt x="0" y="13"/>
                  </a:cubicBezTo>
                  <a:lnTo>
                    <a:pt x="0" y="256"/>
                  </a:lnTo>
                  <a:lnTo>
                    <a:pt x="17" y="256"/>
                  </a:lnTo>
                  <a:cubicBezTo>
                    <a:pt x="31" y="256"/>
                    <a:pt x="43" y="264"/>
                    <a:pt x="54" y="264"/>
                  </a:cubicBezTo>
                  <a:cubicBezTo>
                    <a:pt x="60" y="264"/>
                    <a:pt x="65" y="262"/>
                    <a:pt x="71" y="256"/>
                  </a:cubicBezTo>
                  <a:cubicBezTo>
                    <a:pt x="104" y="256"/>
                    <a:pt x="141" y="219"/>
                    <a:pt x="157" y="186"/>
                  </a:cubicBezTo>
                  <a:cubicBezTo>
                    <a:pt x="174" y="137"/>
                    <a:pt x="157" y="83"/>
                    <a:pt x="141" y="50"/>
                  </a:cubicBezTo>
                  <a:cubicBezTo>
                    <a:pt x="120" y="34"/>
                    <a:pt x="104" y="13"/>
                    <a:pt x="87" y="13"/>
                  </a:cubicBezTo>
                  <a:cubicBezTo>
                    <a:pt x="79" y="5"/>
                    <a:pt x="66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5" name="Google Shape;20075;p53"/>
            <p:cNvSpPr/>
            <p:nvPr/>
          </p:nvSpPr>
          <p:spPr>
            <a:xfrm>
              <a:off x="3796300" y="2437850"/>
              <a:ext cx="4350" cy="6425"/>
            </a:xfrm>
            <a:custGeom>
              <a:avLst/>
              <a:gdLst/>
              <a:ahLst/>
              <a:cxnLst/>
              <a:rect l="l" t="t" r="r" b="b"/>
              <a:pathLst>
                <a:path w="174" h="257" extrusionOk="0">
                  <a:moveTo>
                    <a:pt x="38" y="1"/>
                  </a:moveTo>
                  <a:cubicBezTo>
                    <a:pt x="17" y="1"/>
                    <a:pt x="17" y="1"/>
                    <a:pt x="0" y="17"/>
                  </a:cubicBezTo>
                  <a:lnTo>
                    <a:pt x="0" y="257"/>
                  </a:lnTo>
                  <a:lnTo>
                    <a:pt x="71" y="257"/>
                  </a:lnTo>
                  <a:cubicBezTo>
                    <a:pt x="104" y="257"/>
                    <a:pt x="120" y="240"/>
                    <a:pt x="141" y="207"/>
                  </a:cubicBezTo>
                  <a:cubicBezTo>
                    <a:pt x="157" y="170"/>
                    <a:pt x="174" y="137"/>
                    <a:pt x="157" y="104"/>
                  </a:cubicBezTo>
                  <a:cubicBezTo>
                    <a:pt x="157" y="67"/>
                    <a:pt x="141" y="50"/>
                    <a:pt x="120" y="34"/>
                  </a:cubicBezTo>
                  <a:cubicBezTo>
                    <a:pt x="104" y="17"/>
                    <a:pt x="104" y="17"/>
                    <a:pt x="87" y="17"/>
                  </a:cubicBezTo>
                  <a:cubicBezTo>
                    <a:pt x="71" y="1"/>
                    <a:pt x="54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6" name="Google Shape;20076;p53"/>
            <p:cNvSpPr/>
            <p:nvPr/>
          </p:nvSpPr>
          <p:spPr>
            <a:xfrm>
              <a:off x="3796300" y="2387675"/>
              <a:ext cx="4350" cy="6725"/>
            </a:xfrm>
            <a:custGeom>
              <a:avLst/>
              <a:gdLst/>
              <a:ahLst/>
              <a:cxnLst/>
              <a:rect l="l" t="t" r="r" b="b"/>
              <a:pathLst>
                <a:path w="174" h="269" extrusionOk="0">
                  <a:moveTo>
                    <a:pt x="52" y="0"/>
                  </a:moveTo>
                  <a:cubicBezTo>
                    <a:pt x="37" y="0"/>
                    <a:pt x="19" y="4"/>
                    <a:pt x="0" y="12"/>
                  </a:cubicBezTo>
                  <a:lnTo>
                    <a:pt x="0" y="256"/>
                  </a:lnTo>
                  <a:lnTo>
                    <a:pt x="17" y="256"/>
                  </a:lnTo>
                  <a:cubicBezTo>
                    <a:pt x="31" y="264"/>
                    <a:pt x="47" y="269"/>
                    <a:pt x="62" y="269"/>
                  </a:cubicBezTo>
                  <a:cubicBezTo>
                    <a:pt x="104" y="269"/>
                    <a:pt x="145" y="237"/>
                    <a:pt x="157" y="186"/>
                  </a:cubicBezTo>
                  <a:cubicBezTo>
                    <a:pt x="174" y="115"/>
                    <a:pt x="157" y="33"/>
                    <a:pt x="87" y="12"/>
                  </a:cubicBezTo>
                  <a:cubicBezTo>
                    <a:pt x="79" y="4"/>
                    <a:pt x="66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7" name="Google Shape;20077;p53"/>
            <p:cNvSpPr/>
            <p:nvPr/>
          </p:nvSpPr>
          <p:spPr>
            <a:xfrm>
              <a:off x="4141600" y="2216750"/>
              <a:ext cx="6500" cy="6700"/>
            </a:xfrm>
            <a:custGeom>
              <a:avLst/>
              <a:gdLst/>
              <a:ahLst/>
              <a:cxnLst/>
              <a:rect l="l" t="t" r="r" b="b"/>
              <a:pathLst>
                <a:path w="260" h="268" extrusionOk="0">
                  <a:moveTo>
                    <a:pt x="122" y="1"/>
                  </a:moveTo>
                  <a:cubicBezTo>
                    <a:pt x="78" y="1"/>
                    <a:pt x="44" y="32"/>
                    <a:pt x="17" y="84"/>
                  </a:cubicBezTo>
                  <a:cubicBezTo>
                    <a:pt x="0" y="150"/>
                    <a:pt x="37" y="220"/>
                    <a:pt x="87" y="253"/>
                  </a:cubicBezTo>
                  <a:cubicBezTo>
                    <a:pt x="101" y="263"/>
                    <a:pt x="117" y="268"/>
                    <a:pt x="132" y="268"/>
                  </a:cubicBezTo>
                  <a:cubicBezTo>
                    <a:pt x="173" y="268"/>
                    <a:pt x="211" y="235"/>
                    <a:pt x="223" y="187"/>
                  </a:cubicBezTo>
                  <a:cubicBezTo>
                    <a:pt x="260" y="117"/>
                    <a:pt x="223" y="30"/>
                    <a:pt x="173" y="14"/>
                  </a:cubicBezTo>
                  <a:cubicBezTo>
                    <a:pt x="155" y="5"/>
                    <a:pt x="138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8" name="Google Shape;20078;p53"/>
            <p:cNvSpPr/>
            <p:nvPr/>
          </p:nvSpPr>
          <p:spPr>
            <a:xfrm>
              <a:off x="3806200" y="2356325"/>
              <a:ext cx="5575" cy="6825"/>
            </a:xfrm>
            <a:custGeom>
              <a:avLst/>
              <a:gdLst/>
              <a:ahLst/>
              <a:cxnLst/>
              <a:rect l="l" t="t" r="r" b="b"/>
              <a:pathLst>
                <a:path w="223" h="273" extrusionOk="0">
                  <a:moveTo>
                    <a:pt x="112" y="1"/>
                  </a:moveTo>
                  <a:cubicBezTo>
                    <a:pt x="103" y="1"/>
                    <a:pt x="95" y="5"/>
                    <a:pt x="87" y="13"/>
                  </a:cubicBezTo>
                  <a:cubicBezTo>
                    <a:pt x="54" y="13"/>
                    <a:pt x="33" y="30"/>
                    <a:pt x="17" y="67"/>
                  </a:cubicBezTo>
                  <a:cubicBezTo>
                    <a:pt x="0" y="83"/>
                    <a:pt x="0" y="116"/>
                    <a:pt x="0" y="153"/>
                  </a:cubicBezTo>
                  <a:cubicBezTo>
                    <a:pt x="0" y="186"/>
                    <a:pt x="17" y="219"/>
                    <a:pt x="33" y="236"/>
                  </a:cubicBezTo>
                  <a:cubicBezTo>
                    <a:pt x="70" y="256"/>
                    <a:pt x="87" y="273"/>
                    <a:pt x="120" y="273"/>
                  </a:cubicBezTo>
                  <a:cubicBezTo>
                    <a:pt x="190" y="256"/>
                    <a:pt x="223" y="186"/>
                    <a:pt x="206" y="116"/>
                  </a:cubicBezTo>
                  <a:cubicBezTo>
                    <a:pt x="206" y="83"/>
                    <a:pt x="190" y="50"/>
                    <a:pt x="173" y="30"/>
                  </a:cubicBezTo>
                  <a:cubicBezTo>
                    <a:pt x="157" y="30"/>
                    <a:pt x="157" y="13"/>
                    <a:pt x="136" y="13"/>
                  </a:cubicBezTo>
                  <a:cubicBezTo>
                    <a:pt x="128" y="5"/>
                    <a:pt x="120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9" name="Google Shape;20079;p53"/>
            <p:cNvSpPr/>
            <p:nvPr/>
          </p:nvSpPr>
          <p:spPr>
            <a:xfrm>
              <a:off x="3798875" y="237302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41" y="1"/>
                  </a:moveTo>
                  <a:cubicBezTo>
                    <a:pt x="104" y="1"/>
                    <a:pt x="87" y="1"/>
                    <a:pt x="54" y="17"/>
                  </a:cubicBezTo>
                  <a:cubicBezTo>
                    <a:pt x="17" y="67"/>
                    <a:pt x="1" y="153"/>
                    <a:pt x="38" y="207"/>
                  </a:cubicBezTo>
                  <a:cubicBezTo>
                    <a:pt x="54" y="240"/>
                    <a:pt x="87" y="256"/>
                    <a:pt x="120" y="256"/>
                  </a:cubicBezTo>
                  <a:cubicBezTo>
                    <a:pt x="141" y="256"/>
                    <a:pt x="174" y="256"/>
                    <a:pt x="190" y="223"/>
                  </a:cubicBezTo>
                  <a:cubicBezTo>
                    <a:pt x="223" y="207"/>
                    <a:pt x="244" y="170"/>
                    <a:pt x="244" y="137"/>
                  </a:cubicBezTo>
                  <a:cubicBezTo>
                    <a:pt x="244" y="104"/>
                    <a:pt x="223" y="67"/>
                    <a:pt x="207" y="50"/>
                  </a:cubicBezTo>
                  <a:cubicBezTo>
                    <a:pt x="207" y="34"/>
                    <a:pt x="190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0" name="Google Shape;20080;p53"/>
            <p:cNvSpPr/>
            <p:nvPr/>
          </p:nvSpPr>
          <p:spPr>
            <a:xfrm>
              <a:off x="3796300" y="2358800"/>
              <a:ext cx="950" cy="4350"/>
            </a:xfrm>
            <a:custGeom>
              <a:avLst/>
              <a:gdLst/>
              <a:ahLst/>
              <a:cxnLst/>
              <a:rect l="l" t="t" r="r" b="b"/>
              <a:pathLst>
                <a:path w="38" h="174" extrusionOk="0">
                  <a:moveTo>
                    <a:pt x="0" y="1"/>
                  </a:moveTo>
                  <a:lnTo>
                    <a:pt x="0" y="174"/>
                  </a:lnTo>
                  <a:cubicBezTo>
                    <a:pt x="17" y="157"/>
                    <a:pt x="17" y="157"/>
                    <a:pt x="17" y="137"/>
                  </a:cubicBezTo>
                  <a:cubicBezTo>
                    <a:pt x="38" y="87"/>
                    <a:pt x="38" y="3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1" name="Google Shape;20081;p53"/>
            <p:cNvSpPr/>
            <p:nvPr/>
          </p:nvSpPr>
          <p:spPr>
            <a:xfrm>
              <a:off x="3796300" y="242240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04" y="0"/>
                  </a:moveTo>
                  <a:cubicBezTo>
                    <a:pt x="54" y="17"/>
                    <a:pt x="17" y="50"/>
                    <a:pt x="0" y="104"/>
                  </a:cubicBezTo>
                  <a:lnTo>
                    <a:pt x="0" y="170"/>
                  </a:lnTo>
                  <a:cubicBezTo>
                    <a:pt x="15" y="216"/>
                    <a:pt x="57" y="259"/>
                    <a:pt x="114" y="259"/>
                  </a:cubicBezTo>
                  <a:cubicBezTo>
                    <a:pt x="122" y="259"/>
                    <a:pt x="131" y="258"/>
                    <a:pt x="141" y="256"/>
                  </a:cubicBezTo>
                  <a:cubicBezTo>
                    <a:pt x="157" y="256"/>
                    <a:pt x="190" y="240"/>
                    <a:pt x="207" y="207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7" y="50"/>
                    <a:pt x="174" y="33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2" name="Google Shape;20082;p53"/>
            <p:cNvSpPr/>
            <p:nvPr/>
          </p:nvSpPr>
          <p:spPr>
            <a:xfrm>
              <a:off x="3796300" y="2311600"/>
              <a:ext cx="2200" cy="6000"/>
            </a:xfrm>
            <a:custGeom>
              <a:avLst/>
              <a:gdLst/>
              <a:ahLst/>
              <a:cxnLst/>
              <a:rect l="l" t="t" r="r" b="b"/>
              <a:pathLst>
                <a:path w="88" h="240" extrusionOk="0">
                  <a:moveTo>
                    <a:pt x="0" y="0"/>
                  </a:moveTo>
                  <a:lnTo>
                    <a:pt x="0" y="239"/>
                  </a:lnTo>
                  <a:cubicBezTo>
                    <a:pt x="54" y="223"/>
                    <a:pt x="87" y="169"/>
                    <a:pt x="87" y="103"/>
                  </a:cubicBezTo>
                  <a:cubicBezTo>
                    <a:pt x="71" y="66"/>
                    <a:pt x="71" y="33"/>
                    <a:pt x="38" y="17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3" name="Google Shape;20083;p53"/>
            <p:cNvSpPr/>
            <p:nvPr/>
          </p:nvSpPr>
          <p:spPr>
            <a:xfrm>
              <a:off x="4074600" y="24313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54" y="17"/>
                    <a:pt x="0" y="70"/>
                    <a:pt x="17" y="157"/>
                  </a:cubicBezTo>
                  <a:cubicBezTo>
                    <a:pt x="17" y="190"/>
                    <a:pt x="37" y="206"/>
                    <a:pt x="54" y="243"/>
                  </a:cubicBezTo>
                  <a:cubicBezTo>
                    <a:pt x="87" y="260"/>
                    <a:pt x="103" y="260"/>
                    <a:pt x="141" y="260"/>
                  </a:cubicBezTo>
                  <a:cubicBezTo>
                    <a:pt x="190" y="243"/>
                    <a:pt x="244" y="173"/>
                    <a:pt x="223" y="103"/>
                  </a:cubicBezTo>
                  <a:cubicBezTo>
                    <a:pt x="223" y="70"/>
                    <a:pt x="206" y="37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4" name="Google Shape;20084;p53"/>
            <p:cNvSpPr/>
            <p:nvPr/>
          </p:nvSpPr>
          <p:spPr>
            <a:xfrm>
              <a:off x="4102125" y="23021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17" y="206"/>
                    <a:pt x="50" y="239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39"/>
                    <a:pt x="239" y="173"/>
                    <a:pt x="223" y="103"/>
                  </a:cubicBezTo>
                  <a:cubicBezTo>
                    <a:pt x="223" y="70"/>
                    <a:pt x="206" y="54"/>
                    <a:pt x="173" y="17"/>
                  </a:cubicBezTo>
                  <a:cubicBezTo>
                    <a:pt x="173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5" name="Google Shape;20085;p53"/>
            <p:cNvSpPr/>
            <p:nvPr/>
          </p:nvSpPr>
          <p:spPr>
            <a:xfrm>
              <a:off x="4041500" y="24085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04" y="1"/>
                  </a:moveTo>
                  <a:cubicBezTo>
                    <a:pt x="54" y="22"/>
                    <a:pt x="1" y="88"/>
                    <a:pt x="21" y="158"/>
                  </a:cubicBezTo>
                  <a:cubicBezTo>
                    <a:pt x="21" y="191"/>
                    <a:pt x="38" y="228"/>
                    <a:pt x="54" y="244"/>
                  </a:cubicBezTo>
                  <a:cubicBezTo>
                    <a:pt x="87" y="261"/>
                    <a:pt x="125" y="261"/>
                    <a:pt x="141" y="261"/>
                  </a:cubicBezTo>
                  <a:cubicBezTo>
                    <a:pt x="207" y="261"/>
                    <a:pt x="244" y="191"/>
                    <a:pt x="244" y="125"/>
                  </a:cubicBezTo>
                  <a:cubicBezTo>
                    <a:pt x="228" y="71"/>
                    <a:pt x="207" y="55"/>
                    <a:pt x="191" y="38"/>
                  </a:cubicBezTo>
                  <a:cubicBezTo>
                    <a:pt x="191" y="22"/>
                    <a:pt x="174" y="22"/>
                    <a:pt x="174" y="22"/>
                  </a:cubicBez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6" name="Google Shape;20086;p53"/>
            <p:cNvSpPr/>
            <p:nvPr/>
          </p:nvSpPr>
          <p:spPr>
            <a:xfrm>
              <a:off x="3817325" y="240045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1" y="190"/>
                    <a:pt x="38" y="223"/>
                    <a:pt x="54" y="244"/>
                  </a:cubicBezTo>
                  <a:cubicBezTo>
                    <a:pt x="66" y="255"/>
                    <a:pt x="86" y="267"/>
                    <a:pt x="110" y="267"/>
                  </a:cubicBezTo>
                  <a:cubicBezTo>
                    <a:pt x="119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0"/>
                  </a:cubicBezTo>
                  <a:cubicBezTo>
                    <a:pt x="227" y="87"/>
                    <a:pt x="207" y="54"/>
                    <a:pt x="190" y="37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7" name="Google Shape;20087;p53"/>
            <p:cNvSpPr/>
            <p:nvPr/>
          </p:nvSpPr>
          <p:spPr>
            <a:xfrm>
              <a:off x="3855575" y="2425950"/>
              <a:ext cx="5175" cy="6375"/>
            </a:xfrm>
            <a:custGeom>
              <a:avLst/>
              <a:gdLst/>
              <a:ahLst/>
              <a:cxnLst/>
              <a:rect l="l" t="t" r="r" b="b"/>
              <a:pathLst>
                <a:path w="207" h="255" extrusionOk="0">
                  <a:moveTo>
                    <a:pt x="113" y="0"/>
                  </a:moveTo>
                  <a:cubicBezTo>
                    <a:pt x="92" y="0"/>
                    <a:pt x="73" y="8"/>
                    <a:pt x="54" y="28"/>
                  </a:cubicBezTo>
                  <a:cubicBezTo>
                    <a:pt x="37" y="28"/>
                    <a:pt x="17" y="65"/>
                    <a:pt x="0" y="81"/>
                  </a:cubicBezTo>
                  <a:lnTo>
                    <a:pt x="0" y="168"/>
                  </a:lnTo>
                  <a:cubicBezTo>
                    <a:pt x="17" y="201"/>
                    <a:pt x="37" y="234"/>
                    <a:pt x="70" y="254"/>
                  </a:cubicBezTo>
                  <a:cubicBezTo>
                    <a:pt x="120" y="201"/>
                    <a:pt x="157" y="151"/>
                    <a:pt x="206" y="81"/>
                  </a:cubicBezTo>
                  <a:cubicBezTo>
                    <a:pt x="206" y="48"/>
                    <a:pt x="173" y="28"/>
                    <a:pt x="157" y="11"/>
                  </a:cubicBezTo>
                  <a:cubicBezTo>
                    <a:pt x="141" y="4"/>
                    <a:pt x="127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8" name="Google Shape;20088;p53"/>
            <p:cNvSpPr/>
            <p:nvPr/>
          </p:nvSpPr>
          <p:spPr>
            <a:xfrm>
              <a:off x="3809600" y="24335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1" y="1"/>
                  </a:moveTo>
                  <a:cubicBezTo>
                    <a:pt x="103" y="1"/>
                    <a:pt x="70" y="1"/>
                    <a:pt x="54" y="34"/>
                  </a:cubicBezTo>
                  <a:cubicBezTo>
                    <a:pt x="0" y="71"/>
                    <a:pt x="0" y="157"/>
                    <a:pt x="37" y="207"/>
                  </a:cubicBezTo>
                  <a:cubicBezTo>
                    <a:pt x="54" y="240"/>
                    <a:pt x="87" y="260"/>
                    <a:pt x="103" y="260"/>
                  </a:cubicBezTo>
                  <a:cubicBezTo>
                    <a:pt x="141" y="260"/>
                    <a:pt x="174" y="260"/>
                    <a:pt x="190" y="223"/>
                  </a:cubicBezTo>
                  <a:cubicBezTo>
                    <a:pt x="244" y="190"/>
                    <a:pt x="244" y="104"/>
                    <a:pt x="206" y="54"/>
                  </a:cubicBezTo>
                  <a:cubicBezTo>
                    <a:pt x="190" y="34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9" name="Google Shape;20089;p53"/>
            <p:cNvSpPr/>
            <p:nvPr/>
          </p:nvSpPr>
          <p:spPr>
            <a:xfrm>
              <a:off x="3815275" y="229340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23" y="0"/>
                  </a:moveTo>
                  <a:cubicBezTo>
                    <a:pt x="98" y="0"/>
                    <a:pt x="73" y="12"/>
                    <a:pt x="50" y="23"/>
                  </a:cubicBezTo>
                  <a:cubicBezTo>
                    <a:pt x="33" y="40"/>
                    <a:pt x="17" y="56"/>
                    <a:pt x="0" y="93"/>
                  </a:cubicBezTo>
                  <a:lnTo>
                    <a:pt x="0" y="176"/>
                  </a:lnTo>
                  <a:cubicBezTo>
                    <a:pt x="17" y="213"/>
                    <a:pt x="33" y="246"/>
                    <a:pt x="66" y="246"/>
                  </a:cubicBezTo>
                  <a:cubicBezTo>
                    <a:pt x="80" y="255"/>
                    <a:pt x="95" y="259"/>
                    <a:pt x="110" y="259"/>
                  </a:cubicBezTo>
                  <a:cubicBezTo>
                    <a:pt x="151" y="259"/>
                    <a:pt x="191" y="227"/>
                    <a:pt x="206" y="176"/>
                  </a:cubicBezTo>
                  <a:cubicBezTo>
                    <a:pt x="239" y="110"/>
                    <a:pt x="206" y="40"/>
                    <a:pt x="153" y="7"/>
                  </a:cubicBezTo>
                  <a:cubicBezTo>
                    <a:pt x="143" y="2"/>
                    <a:pt x="13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0" name="Google Shape;20090;p53"/>
            <p:cNvSpPr/>
            <p:nvPr/>
          </p:nvSpPr>
          <p:spPr>
            <a:xfrm>
              <a:off x="3810925" y="2465575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21" y="0"/>
                  </a:moveTo>
                  <a:cubicBezTo>
                    <a:pt x="115" y="0"/>
                    <a:pt x="110" y="2"/>
                    <a:pt x="104" y="9"/>
                  </a:cubicBezTo>
                  <a:cubicBezTo>
                    <a:pt x="71" y="9"/>
                    <a:pt x="50" y="26"/>
                    <a:pt x="34" y="59"/>
                  </a:cubicBezTo>
                  <a:cubicBezTo>
                    <a:pt x="17" y="75"/>
                    <a:pt x="1" y="112"/>
                    <a:pt x="17" y="145"/>
                  </a:cubicBezTo>
                  <a:cubicBezTo>
                    <a:pt x="17" y="178"/>
                    <a:pt x="34" y="215"/>
                    <a:pt x="50" y="232"/>
                  </a:cubicBezTo>
                  <a:cubicBezTo>
                    <a:pt x="88" y="248"/>
                    <a:pt x="104" y="265"/>
                    <a:pt x="137" y="265"/>
                  </a:cubicBezTo>
                  <a:cubicBezTo>
                    <a:pt x="207" y="248"/>
                    <a:pt x="240" y="178"/>
                    <a:pt x="224" y="112"/>
                  </a:cubicBezTo>
                  <a:cubicBezTo>
                    <a:pt x="224" y="75"/>
                    <a:pt x="207" y="42"/>
                    <a:pt x="191" y="26"/>
                  </a:cubicBezTo>
                  <a:cubicBezTo>
                    <a:pt x="174" y="26"/>
                    <a:pt x="174" y="9"/>
                    <a:pt x="153" y="9"/>
                  </a:cubicBezTo>
                  <a:cubicBezTo>
                    <a:pt x="142" y="9"/>
                    <a:pt x="132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1" name="Google Shape;20091;p53"/>
            <p:cNvSpPr/>
            <p:nvPr/>
          </p:nvSpPr>
          <p:spPr>
            <a:xfrm>
              <a:off x="3811750" y="236992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1"/>
                  </a:moveTo>
                  <a:cubicBezTo>
                    <a:pt x="71" y="1"/>
                    <a:pt x="55" y="22"/>
                    <a:pt x="38" y="38"/>
                  </a:cubicBezTo>
                  <a:cubicBezTo>
                    <a:pt x="17" y="71"/>
                    <a:pt x="1" y="104"/>
                    <a:pt x="1" y="158"/>
                  </a:cubicBezTo>
                  <a:cubicBezTo>
                    <a:pt x="1" y="191"/>
                    <a:pt x="17" y="228"/>
                    <a:pt x="55" y="244"/>
                  </a:cubicBezTo>
                  <a:cubicBezTo>
                    <a:pt x="71" y="261"/>
                    <a:pt x="104" y="261"/>
                    <a:pt x="141" y="261"/>
                  </a:cubicBezTo>
                  <a:cubicBezTo>
                    <a:pt x="191" y="261"/>
                    <a:pt x="224" y="191"/>
                    <a:pt x="224" y="125"/>
                  </a:cubicBezTo>
                  <a:lnTo>
                    <a:pt x="224" y="104"/>
                  </a:lnTo>
                  <a:cubicBezTo>
                    <a:pt x="224" y="71"/>
                    <a:pt x="191" y="38"/>
                    <a:pt x="158" y="22"/>
                  </a:cubicBez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2" name="Google Shape;20092;p53"/>
            <p:cNvSpPr/>
            <p:nvPr/>
          </p:nvSpPr>
          <p:spPr>
            <a:xfrm>
              <a:off x="3814750" y="232572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24" y="0"/>
                  </a:moveTo>
                  <a:cubicBezTo>
                    <a:pt x="87" y="0"/>
                    <a:pt x="71" y="17"/>
                    <a:pt x="38" y="37"/>
                  </a:cubicBezTo>
                  <a:cubicBezTo>
                    <a:pt x="21" y="54"/>
                    <a:pt x="0" y="87"/>
                    <a:pt x="0" y="120"/>
                  </a:cubicBezTo>
                  <a:cubicBezTo>
                    <a:pt x="0" y="157"/>
                    <a:pt x="0" y="190"/>
                    <a:pt x="21" y="223"/>
                  </a:cubicBezTo>
                  <a:cubicBezTo>
                    <a:pt x="38" y="243"/>
                    <a:pt x="71" y="260"/>
                    <a:pt x="104" y="260"/>
                  </a:cubicBezTo>
                  <a:cubicBezTo>
                    <a:pt x="110" y="265"/>
                    <a:pt x="117" y="267"/>
                    <a:pt x="124" y="267"/>
                  </a:cubicBezTo>
                  <a:cubicBezTo>
                    <a:pt x="142" y="267"/>
                    <a:pt x="162" y="255"/>
                    <a:pt x="174" y="243"/>
                  </a:cubicBezTo>
                  <a:cubicBezTo>
                    <a:pt x="227" y="190"/>
                    <a:pt x="244" y="103"/>
                    <a:pt x="190" y="54"/>
                  </a:cubicBezTo>
                  <a:cubicBezTo>
                    <a:pt x="190" y="37"/>
                    <a:pt x="174" y="17"/>
                    <a:pt x="157" y="17"/>
                  </a:cubicBezTo>
                  <a:cubicBezTo>
                    <a:pt x="141" y="17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3" name="Google Shape;20093;p53"/>
            <p:cNvSpPr/>
            <p:nvPr/>
          </p:nvSpPr>
          <p:spPr>
            <a:xfrm>
              <a:off x="3813925" y="2245825"/>
              <a:ext cx="6000" cy="6950"/>
            </a:xfrm>
            <a:custGeom>
              <a:avLst/>
              <a:gdLst/>
              <a:ahLst/>
              <a:cxnLst/>
              <a:rect l="l" t="t" r="r" b="b"/>
              <a:pathLst>
                <a:path w="240" h="278" extrusionOk="0">
                  <a:moveTo>
                    <a:pt x="137" y="1"/>
                  </a:moveTo>
                  <a:cubicBezTo>
                    <a:pt x="120" y="1"/>
                    <a:pt x="87" y="17"/>
                    <a:pt x="71" y="38"/>
                  </a:cubicBezTo>
                  <a:cubicBezTo>
                    <a:pt x="17" y="88"/>
                    <a:pt x="1" y="174"/>
                    <a:pt x="54" y="224"/>
                  </a:cubicBezTo>
                  <a:cubicBezTo>
                    <a:pt x="71" y="244"/>
                    <a:pt x="87" y="261"/>
                    <a:pt x="120" y="277"/>
                  </a:cubicBezTo>
                  <a:cubicBezTo>
                    <a:pt x="157" y="277"/>
                    <a:pt x="174" y="261"/>
                    <a:pt x="207" y="244"/>
                  </a:cubicBezTo>
                  <a:cubicBezTo>
                    <a:pt x="223" y="224"/>
                    <a:pt x="240" y="191"/>
                    <a:pt x="240" y="158"/>
                  </a:cubicBezTo>
                  <a:cubicBezTo>
                    <a:pt x="240" y="121"/>
                    <a:pt x="240" y="88"/>
                    <a:pt x="223" y="55"/>
                  </a:cubicBezTo>
                  <a:cubicBezTo>
                    <a:pt x="207" y="38"/>
                    <a:pt x="190" y="17"/>
                    <a:pt x="174" y="17"/>
                  </a:cubicBezTo>
                  <a:cubicBezTo>
                    <a:pt x="157" y="17"/>
                    <a:pt x="15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4" name="Google Shape;20094;p53"/>
            <p:cNvSpPr/>
            <p:nvPr/>
          </p:nvSpPr>
          <p:spPr>
            <a:xfrm>
              <a:off x="3844425" y="2412925"/>
              <a:ext cx="6025" cy="6675"/>
            </a:xfrm>
            <a:custGeom>
              <a:avLst/>
              <a:gdLst/>
              <a:ahLst/>
              <a:cxnLst/>
              <a:rect l="l" t="t" r="r" b="b"/>
              <a:pathLst>
                <a:path w="241" h="267" extrusionOk="0">
                  <a:moveTo>
                    <a:pt x="104" y="0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190"/>
                    <a:pt x="34" y="223"/>
                    <a:pt x="71" y="239"/>
                  </a:cubicBezTo>
                  <a:cubicBezTo>
                    <a:pt x="83" y="254"/>
                    <a:pt x="103" y="267"/>
                    <a:pt x="120" y="267"/>
                  </a:cubicBezTo>
                  <a:cubicBezTo>
                    <a:pt x="126" y="267"/>
                    <a:pt x="132" y="265"/>
                    <a:pt x="137" y="260"/>
                  </a:cubicBezTo>
                  <a:cubicBezTo>
                    <a:pt x="207" y="260"/>
                    <a:pt x="240" y="190"/>
                    <a:pt x="240" y="120"/>
                  </a:cubicBezTo>
                  <a:cubicBezTo>
                    <a:pt x="240" y="87"/>
                    <a:pt x="224" y="54"/>
                    <a:pt x="191" y="33"/>
                  </a:cubicBezTo>
                  <a:cubicBezTo>
                    <a:pt x="191" y="17"/>
                    <a:pt x="174" y="17"/>
                    <a:pt x="174" y="17"/>
                  </a:cubicBezTo>
                  <a:cubicBezTo>
                    <a:pt x="153" y="0"/>
                    <a:pt x="137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5" name="Google Shape;20095;p53"/>
            <p:cNvSpPr/>
            <p:nvPr/>
          </p:nvSpPr>
          <p:spPr>
            <a:xfrm>
              <a:off x="3800225" y="232650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32" y="0"/>
                  </a:moveTo>
                  <a:cubicBezTo>
                    <a:pt x="83" y="0"/>
                    <a:pt x="43" y="32"/>
                    <a:pt x="17" y="72"/>
                  </a:cubicBezTo>
                  <a:cubicBezTo>
                    <a:pt x="0" y="142"/>
                    <a:pt x="33" y="229"/>
                    <a:pt x="87" y="245"/>
                  </a:cubicBezTo>
                  <a:cubicBezTo>
                    <a:pt x="103" y="262"/>
                    <a:pt x="120" y="262"/>
                    <a:pt x="136" y="262"/>
                  </a:cubicBezTo>
                  <a:cubicBezTo>
                    <a:pt x="169" y="245"/>
                    <a:pt x="206" y="229"/>
                    <a:pt x="223" y="175"/>
                  </a:cubicBezTo>
                  <a:cubicBezTo>
                    <a:pt x="239" y="126"/>
                    <a:pt x="239" y="72"/>
                    <a:pt x="206" y="39"/>
                  </a:cubicBezTo>
                  <a:cubicBezTo>
                    <a:pt x="206" y="23"/>
                    <a:pt x="190" y="23"/>
                    <a:pt x="169" y="6"/>
                  </a:cubicBezTo>
                  <a:cubicBezTo>
                    <a:pt x="156" y="2"/>
                    <a:pt x="144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6" name="Google Shape;20096;p53"/>
            <p:cNvSpPr/>
            <p:nvPr/>
          </p:nvSpPr>
          <p:spPr>
            <a:xfrm>
              <a:off x="3810100" y="2417250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04" y="0"/>
                  </a:moveTo>
                  <a:cubicBezTo>
                    <a:pt x="34" y="17"/>
                    <a:pt x="1" y="87"/>
                    <a:pt x="1" y="153"/>
                  </a:cubicBezTo>
                  <a:cubicBezTo>
                    <a:pt x="17" y="190"/>
                    <a:pt x="17" y="223"/>
                    <a:pt x="50" y="239"/>
                  </a:cubicBezTo>
                  <a:cubicBezTo>
                    <a:pt x="62" y="251"/>
                    <a:pt x="84" y="263"/>
                    <a:pt x="108" y="263"/>
                  </a:cubicBezTo>
                  <a:cubicBezTo>
                    <a:pt x="117" y="263"/>
                    <a:pt x="127" y="261"/>
                    <a:pt x="137" y="256"/>
                  </a:cubicBezTo>
                  <a:cubicBezTo>
                    <a:pt x="186" y="256"/>
                    <a:pt x="240" y="190"/>
                    <a:pt x="224" y="120"/>
                  </a:cubicBezTo>
                  <a:cubicBezTo>
                    <a:pt x="224" y="87"/>
                    <a:pt x="207" y="50"/>
                    <a:pt x="170" y="33"/>
                  </a:cubicBezTo>
                  <a:cubicBezTo>
                    <a:pt x="170" y="17"/>
                    <a:pt x="170" y="17"/>
                    <a:pt x="154" y="17"/>
                  </a:cubicBezTo>
                  <a:cubicBezTo>
                    <a:pt x="137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7" name="Google Shape;20097;p53"/>
            <p:cNvSpPr/>
            <p:nvPr/>
          </p:nvSpPr>
          <p:spPr>
            <a:xfrm>
              <a:off x="3809600" y="23868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2" y="1"/>
                  </a:moveTo>
                  <a:cubicBezTo>
                    <a:pt x="78" y="1"/>
                    <a:pt x="45" y="32"/>
                    <a:pt x="21" y="84"/>
                  </a:cubicBezTo>
                  <a:cubicBezTo>
                    <a:pt x="0" y="149"/>
                    <a:pt x="37" y="220"/>
                    <a:pt x="87" y="253"/>
                  </a:cubicBezTo>
                  <a:cubicBezTo>
                    <a:pt x="97" y="256"/>
                    <a:pt x="107" y="258"/>
                    <a:pt x="118" y="258"/>
                  </a:cubicBezTo>
                  <a:cubicBezTo>
                    <a:pt x="164" y="258"/>
                    <a:pt x="210" y="224"/>
                    <a:pt x="227" y="170"/>
                  </a:cubicBezTo>
                  <a:cubicBezTo>
                    <a:pt x="260" y="117"/>
                    <a:pt x="227" y="30"/>
                    <a:pt x="174" y="13"/>
                  </a:cubicBezTo>
                  <a:cubicBezTo>
                    <a:pt x="155" y="5"/>
                    <a:pt x="138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8" name="Google Shape;20098;p53"/>
            <p:cNvSpPr/>
            <p:nvPr/>
          </p:nvSpPr>
          <p:spPr>
            <a:xfrm>
              <a:off x="4105100" y="22553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7" y="0"/>
                  </a:moveTo>
                  <a:cubicBezTo>
                    <a:pt x="120" y="0"/>
                    <a:pt x="87" y="0"/>
                    <a:pt x="71" y="17"/>
                  </a:cubicBezTo>
                  <a:cubicBezTo>
                    <a:pt x="17" y="70"/>
                    <a:pt x="1" y="153"/>
                    <a:pt x="54" y="206"/>
                  </a:cubicBezTo>
                  <a:cubicBezTo>
                    <a:pt x="71" y="239"/>
                    <a:pt x="87" y="256"/>
                    <a:pt x="120" y="256"/>
                  </a:cubicBezTo>
                  <a:cubicBezTo>
                    <a:pt x="157" y="256"/>
                    <a:pt x="174" y="256"/>
                    <a:pt x="207" y="223"/>
                  </a:cubicBezTo>
                  <a:cubicBezTo>
                    <a:pt x="223" y="206"/>
                    <a:pt x="240" y="173"/>
                    <a:pt x="240" y="136"/>
                  </a:cubicBezTo>
                  <a:cubicBezTo>
                    <a:pt x="240" y="103"/>
                    <a:pt x="240" y="70"/>
                    <a:pt x="223" y="50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9" name="Google Shape;20099;p53"/>
            <p:cNvSpPr/>
            <p:nvPr/>
          </p:nvSpPr>
          <p:spPr>
            <a:xfrm>
              <a:off x="3802375" y="240250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35" y="1"/>
                  </a:moveTo>
                  <a:cubicBezTo>
                    <a:pt x="81" y="1"/>
                    <a:pt x="31" y="31"/>
                    <a:pt x="17" y="75"/>
                  </a:cubicBezTo>
                  <a:cubicBezTo>
                    <a:pt x="1" y="141"/>
                    <a:pt x="34" y="228"/>
                    <a:pt x="83" y="244"/>
                  </a:cubicBezTo>
                  <a:cubicBezTo>
                    <a:pt x="98" y="254"/>
                    <a:pt x="114" y="259"/>
                    <a:pt x="129" y="259"/>
                  </a:cubicBezTo>
                  <a:cubicBezTo>
                    <a:pt x="171" y="259"/>
                    <a:pt x="211" y="226"/>
                    <a:pt x="223" y="178"/>
                  </a:cubicBezTo>
                  <a:cubicBezTo>
                    <a:pt x="240" y="108"/>
                    <a:pt x="223" y="38"/>
                    <a:pt x="170" y="5"/>
                  </a:cubicBezTo>
                  <a:cubicBezTo>
                    <a:pt x="158" y="2"/>
                    <a:pt x="146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0" name="Google Shape;20100;p53"/>
            <p:cNvSpPr/>
            <p:nvPr/>
          </p:nvSpPr>
          <p:spPr>
            <a:xfrm>
              <a:off x="3803200" y="24503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17"/>
                    <a:pt x="1" y="67"/>
                    <a:pt x="17" y="153"/>
                  </a:cubicBezTo>
                  <a:cubicBezTo>
                    <a:pt x="17" y="186"/>
                    <a:pt x="34" y="207"/>
                    <a:pt x="50" y="223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74" y="256"/>
                    <a:pt x="190" y="223"/>
                    <a:pt x="207" y="207"/>
                  </a:cubicBezTo>
                  <a:cubicBezTo>
                    <a:pt x="223" y="170"/>
                    <a:pt x="240" y="137"/>
                    <a:pt x="223" y="104"/>
                  </a:cubicBezTo>
                  <a:cubicBezTo>
                    <a:pt x="223" y="67"/>
                    <a:pt x="207" y="34"/>
                    <a:pt x="190" y="17"/>
                  </a:cubicBezTo>
                  <a:cubicBezTo>
                    <a:pt x="174" y="17"/>
                    <a:pt x="174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1" name="Google Shape;20101;p53"/>
            <p:cNvSpPr/>
            <p:nvPr/>
          </p:nvSpPr>
          <p:spPr>
            <a:xfrm>
              <a:off x="3806200" y="24829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87" y="1"/>
                  </a:moveTo>
                  <a:cubicBezTo>
                    <a:pt x="33" y="38"/>
                    <a:pt x="0" y="87"/>
                    <a:pt x="17" y="157"/>
                  </a:cubicBezTo>
                  <a:cubicBezTo>
                    <a:pt x="17" y="190"/>
                    <a:pt x="33" y="207"/>
                    <a:pt x="54" y="244"/>
                  </a:cubicBezTo>
                  <a:cubicBezTo>
                    <a:pt x="87" y="260"/>
                    <a:pt x="120" y="260"/>
                    <a:pt x="136" y="260"/>
                  </a:cubicBezTo>
                  <a:cubicBezTo>
                    <a:pt x="206" y="244"/>
                    <a:pt x="239" y="174"/>
                    <a:pt x="239" y="104"/>
                  </a:cubicBezTo>
                  <a:cubicBezTo>
                    <a:pt x="239" y="104"/>
                    <a:pt x="223" y="87"/>
                    <a:pt x="223" y="71"/>
                  </a:cubicBezTo>
                  <a:cubicBezTo>
                    <a:pt x="206" y="38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2" name="Google Shape;20102;p53"/>
            <p:cNvSpPr/>
            <p:nvPr/>
          </p:nvSpPr>
          <p:spPr>
            <a:xfrm>
              <a:off x="3811350" y="23407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4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17" y="223"/>
                    <a:pt x="54" y="239"/>
                  </a:cubicBezTo>
                  <a:cubicBezTo>
                    <a:pt x="66" y="254"/>
                    <a:pt x="86" y="267"/>
                    <a:pt x="109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190" y="260"/>
                    <a:pt x="240" y="190"/>
                    <a:pt x="223" y="120"/>
                  </a:cubicBezTo>
                  <a:cubicBezTo>
                    <a:pt x="223" y="70"/>
                    <a:pt x="190" y="33"/>
                    <a:pt x="157" y="17"/>
                  </a:cubicBezTo>
                  <a:cubicBezTo>
                    <a:pt x="136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3" name="Google Shape;20103;p53"/>
            <p:cNvSpPr/>
            <p:nvPr/>
          </p:nvSpPr>
          <p:spPr>
            <a:xfrm>
              <a:off x="4108100" y="2285425"/>
              <a:ext cx="6525" cy="6575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40" y="0"/>
                  </a:moveTo>
                  <a:cubicBezTo>
                    <a:pt x="103" y="0"/>
                    <a:pt x="87" y="17"/>
                    <a:pt x="54" y="33"/>
                  </a:cubicBezTo>
                  <a:cubicBezTo>
                    <a:pt x="17" y="66"/>
                    <a:pt x="0" y="153"/>
                    <a:pt x="37" y="223"/>
                  </a:cubicBezTo>
                  <a:cubicBezTo>
                    <a:pt x="70" y="239"/>
                    <a:pt x="87" y="256"/>
                    <a:pt x="120" y="256"/>
                  </a:cubicBezTo>
                  <a:cubicBezTo>
                    <a:pt x="131" y="261"/>
                    <a:pt x="140" y="263"/>
                    <a:pt x="148" y="263"/>
                  </a:cubicBezTo>
                  <a:cubicBezTo>
                    <a:pt x="168" y="263"/>
                    <a:pt x="183" y="251"/>
                    <a:pt x="206" y="239"/>
                  </a:cubicBezTo>
                  <a:cubicBezTo>
                    <a:pt x="244" y="186"/>
                    <a:pt x="260" y="103"/>
                    <a:pt x="223" y="50"/>
                  </a:cubicBezTo>
                  <a:cubicBezTo>
                    <a:pt x="206" y="33"/>
                    <a:pt x="190" y="17"/>
                    <a:pt x="173" y="17"/>
                  </a:cubicBezTo>
                  <a:cubicBezTo>
                    <a:pt x="157" y="0"/>
                    <a:pt x="157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4" name="Google Shape;20104;p53"/>
            <p:cNvSpPr/>
            <p:nvPr/>
          </p:nvSpPr>
          <p:spPr>
            <a:xfrm>
              <a:off x="4113250" y="2269725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34" y="1"/>
                  </a:moveTo>
                  <a:cubicBezTo>
                    <a:pt x="126" y="1"/>
                    <a:pt x="116" y="3"/>
                    <a:pt x="103" y="10"/>
                  </a:cubicBezTo>
                  <a:cubicBezTo>
                    <a:pt x="54" y="10"/>
                    <a:pt x="0" y="76"/>
                    <a:pt x="17" y="146"/>
                  </a:cubicBezTo>
                  <a:cubicBezTo>
                    <a:pt x="17" y="179"/>
                    <a:pt x="38" y="216"/>
                    <a:pt x="71" y="232"/>
                  </a:cubicBezTo>
                  <a:cubicBezTo>
                    <a:pt x="87" y="249"/>
                    <a:pt x="120" y="265"/>
                    <a:pt x="141" y="265"/>
                  </a:cubicBezTo>
                  <a:cubicBezTo>
                    <a:pt x="207" y="249"/>
                    <a:pt x="244" y="179"/>
                    <a:pt x="244" y="113"/>
                  </a:cubicBezTo>
                  <a:cubicBezTo>
                    <a:pt x="223" y="76"/>
                    <a:pt x="223" y="43"/>
                    <a:pt x="190" y="26"/>
                  </a:cubicBezTo>
                  <a:lnTo>
                    <a:pt x="174" y="10"/>
                  </a:lnTo>
                  <a:cubicBezTo>
                    <a:pt x="163" y="10"/>
                    <a:pt x="152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5" name="Google Shape;20105;p53"/>
            <p:cNvSpPr/>
            <p:nvPr/>
          </p:nvSpPr>
          <p:spPr>
            <a:xfrm>
              <a:off x="4112000" y="2240075"/>
              <a:ext cx="6025" cy="6725"/>
            </a:xfrm>
            <a:custGeom>
              <a:avLst/>
              <a:gdLst/>
              <a:ahLst/>
              <a:cxnLst/>
              <a:rect l="l" t="t" r="r" b="b"/>
              <a:pathLst>
                <a:path w="241" h="269" extrusionOk="0">
                  <a:moveTo>
                    <a:pt x="121" y="1"/>
                  </a:moveTo>
                  <a:cubicBezTo>
                    <a:pt x="115" y="1"/>
                    <a:pt x="110" y="3"/>
                    <a:pt x="104" y="8"/>
                  </a:cubicBezTo>
                  <a:cubicBezTo>
                    <a:pt x="50" y="8"/>
                    <a:pt x="1" y="78"/>
                    <a:pt x="17" y="144"/>
                  </a:cubicBezTo>
                  <a:cubicBezTo>
                    <a:pt x="17" y="181"/>
                    <a:pt x="34" y="214"/>
                    <a:pt x="50" y="231"/>
                  </a:cubicBezTo>
                  <a:cubicBezTo>
                    <a:pt x="88" y="247"/>
                    <a:pt x="104" y="268"/>
                    <a:pt x="137" y="268"/>
                  </a:cubicBezTo>
                  <a:cubicBezTo>
                    <a:pt x="170" y="247"/>
                    <a:pt x="191" y="231"/>
                    <a:pt x="207" y="214"/>
                  </a:cubicBezTo>
                  <a:cubicBezTo>
                    <a:pt x="224" y="181"/>
                    <a:pt x="240" y="144"/>
                    <a:pt x="240" y="111"/>
                  </a:cubicBezTo>
                  <a:cubicBezTo>
                    <a:pt x="224" y="78"/>
                    <a:pt x="207" y="41"/>
                    <a:pt x="191" y="25"/>
                  </a:cubicBezTo>
                  <a:cubicBezTo>
                    <a:pt x="191" y="25"/>
                    <a:pt x="170" y="8"/>
                    <a:pt x="153" y="8"/>
                  </a:cubicBezTo>
                  <a:cubicBezTo>
                    <a:pt x="142" y="8"/>
                    <a:pt x="131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6" name="Google Shape;20106;p53"/>
            <p:cNvSpPr/>
            <p:nvPr/>
          </p:nvSpPr>
          <p:spPr>
            <a:xfrm>
              <a:off x="4109025" y="23159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6" y="0"/>
                  </a:moveTo>
                  <a:cubicBezTo>
                    <a:pt x="69" y="0"/>
                    <a:pt x="29" y="33"/>
                    <a:pt x="17" y="81"/>
                  </a:cubicBezTo>
                  <a:cubicBezTo>
                    <a:pt x="0" y="151"/>
                    <a:pt x="33" y="238"/>
                    <a:pt x="83" y="254"/>
                  </a:cubicBezTo>
                  <a:cubicBezTo>
                    <a:pt x="97" y="263"/>
                    <a:pt x="112" y="267"/>
                    <a:pt x="128" y="267"/>
                  </a:cubicBezTo>
                  <a:cubicBezTo>
                    <a:pt x="170" y="267"/>
                    <a:pt x="211" y="236"/>
                    <a:pt x="223" y="184"/>
                  </a:cubicBezTo>
                  <a:cubicBezTo>
                    <a:pt x="240" y="118"/>
                    <a:pt x="223" y="48"/>
                    <a:pt x="169" y="15"/>
                  </a:cubicBezTo>
                  <a:cubicBezTo>
                    <a:pt x="151" y="5"/>
                    <a:pt x="13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7" name="Google Shape;20107;p53"/>
            <p:cNvSpPr/>
            <p:nvPr/>
          </p:nvSpPr>
          <p:spPr>
            <a:xfrm>
              <a:off x="4116750" y="239177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19" y="1"/>
                  </a:moveTo>
                  <a:cubicBezTo>
                    <a:pt x="67" y="1"/>
                    <a:pt x="28" y="34"/>
                    <a:pt x="1" y="92"/>
                  </a:cubicBezTo>
                  <a:lnTo>
                    <a:pt x="1" y="141"/>
                  </a:lnTo>
                  <a:cubicBezTo>
                    <a:pt x="1" y="195"/>
                    <a:pt x="34" y="244"/>
                    <a:pt x="67" y="261"/>
                  </a:cubicBezTo>
                  <a:cubicBezTo>
                    <a:pt x="77" y="266"/>
                    <a:pt x="88" y="269"/>
                    <a:pt x="100" y="269"/>
                  </a:cubicBezTo>
                  <a:cubicBezTo>
                    <a:pt x="130" y="269"/>
                    <a:pt x="162" y="252"/>
                    <a:pt x="186" y="228"/>
                  </a:cubicBezTo>
                  <a:cubicBezTo>
                    <a:pt x="186" y="211"/>
                    <a:pt x="207" y="195"/>
                    <a:pt x="207" y="178"/>
                  </a:cubicBezTo>
                  <a:cubicBezTo>
                    <a:pt x="240" y="108"/>
                    <a:pt x="207" y="38"/>
                    <a:pt x="153" y="5"/>
                  </a:cubicBezTo>
                  <a:cubicBezTo>
                    <a:pt x="141" y="2"/>
                    <a:pt x="130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8" name="Google Shape;20108;p53"/>
            <p:cNvSpPr/>
            <p:nvPr/>
          </p:nvSpPr>
          <p:spPr>
            <a:xfrm>
              <a:off x="4107275" y="23322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"/>
                    <a:pt x="0" y="67"/>
                    <a:pt x="17" y="137"/>
                  </a:cubicBezTo>
                  <a:cubicBezTo>
                    <a:pt x="17" y="170"/>
                    <a:pt x="33" y="207"/>
                    <a:pt x="50" y="224"/>
                  </a:cubicBezTo>
                  <a:cubicBezTo>
                    <a:pt x="87" y="257"/>
                    <a:pt x="120" y="257"/>
                    <a:pt x="136" y="257"/>
                  </a:cubicBezTo>
                  <a:cubicBezTo>
                    <a:pt x="206" y="240"/>
                    <a:pt x="239" y="170"/>
                    <a:pt x="239" y="104"/>
                  </a:cubicBezTo>
                  <a:cubicBezTo>
                    <a:pt x="223" y="67"/>
                    <a:pt x="206" y="34"/>
                    <a:pt x="190" y="17"/>
                  </a:cubicBezTo>
                  <a:lnTo>
                    <a:pt x="17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9" name="Google Shape;20109;p53"/>
            <p:cNvSpPr/>
            <p:nvPr/>
          </p:nvSpPr>
          <p:spPr>
            <a:xfrm>
              <a:off x="4113250" y="23643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0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8" y="206"/>
                    <a:pt x="54" y="244"/>
                  </a:cubicBezTo>
                  <a:cubicBezTo>
                    <a:pt x="87" y="260"/>
                    <a:pt x="103" y="260"/>
                    <a:pt x="141" y="260"/>
                  </a:cubicBezTo>
                  <a:cubicBezTo>
                    <a:pt x="174" y="260"/>
                    <a:pt x="190" y="244"/>
                    <a:pt x="207" y="206"/>
                  </a:cubicBezTo>
                  <a:cubicBezTo>
                    <a:pt x="223" y="173"/>
                    <a:pt x="244" y="140"/>
                    <a:pt x="223" y="103"/>
                  </a:cubicBezTo>
                  <a:cubicBezTo>
                    <a:pt x="223" y="70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0" name="Google Shape;20110;p53"/>
            <p:cNvSpPr/>
            <p:nvPr/>
          </p:nvSpPr>
          <p:spPr>
            <a:xfrm>
              <a:off x="4118000" y="2345500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54" y="1"/>
                    <a:pt x="33" y="34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0" y="190"/>
                    <a:pt x="17" y="223"/>
                    <a:pt x="33" y="240"/>
                  </a:cubicBezTo>
                  <a:cubicBezTo>
                    <a:pt x="70" y="256"/>
                    <a:pt x="87" y="256"/>
                    <a:pt x="120" y="256"/>
                  </a:cubicBezTo>
                  <a:cubicBezTo>
                    <a:pt x="190" y="240"/>
                    <a:pt x="223" y="190"/>
                    <a:pt x="223" y="104"/>
                  </a:cubicBezTo>
                  <a:cubicBezTo>
                    <a:pt x="206" y="71"/>
                    <a:pt x="190" y="50"/>
                    <a:pt x="173" y="34"/>
                  </a:cubicBezTo>
                  <a:cubicBezTo>
                    <a:pt x="173" y="17"/>
                    <a:pt x="157" y="17"/>
                    <a:pt x="136" y="17"/>
                  </a:cubicBezTo>
                  <a:cubicBezTo>
                    <a:pt x="120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1" name="Google Shape;20111;p53"/>
            <p:cNvSpPr/>
            <p:nvPr/>
          </p:nvSpPr>
          <p:spPr>
            <a:xfrm>
              <a:off x="4107275" y="22101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33" y="21"/>
                    <a:pt x="0" y="71"/>
                    <a:pt x="0" y="157"/>
                  </a:cubicBezTo>
                  <a:cubicBezTo>
                    <a:pt x="17" y="190"/>
                    <a:pt x="17" y="207"/>
                    <a:pt x="50" y="244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3"/>
                  </a:cubicBezTo>
                  <a:cubicBezTo>
                    <a:pt x="223" y="71"/>
                    <a:pt x="206" y="38"/>
                    <a:pt x="173" y="21"/>
                  </a:cubicBezTo>
                  <a:cubicBezTo>
                    <a:pt x="173" y="21"/>
                    <a:pt x="153" y="2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2" name="Google Shape;20112;p53"/>
            <p:cNvSpPr/>
            <p:nvPr/>
          </p:nvSpPr>
          <p:spPr>
            <a:xfrm>
              <a:off x="4134800" y="22029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67"/>
                    <a:pt x="0" y="153"/>
                  </a:cubicBezTo>
                  <a:cubicBezTo>
                    <a:pt x="17" y="186"/>
                    <a:pt x="33" y="207"/>
                    <a:pt x="50" y="240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86" y="240"/>
                    <a:pt x="239" y="170"/>
                    <a:pt x="223" y="104"/>
                  </a:cubicBezTo>
                  <a:cubicBezTo>
                    <a:pt x="223" y="67"/>
                    <a:pt x="206" y="34"/>
                    <a:pt x="186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3" name="Google Shape;20113;p53"/>
            <p:cNvSpPr/>
            <p:nvPr/>
          </p:nvSpPr>
          <p:spPr>
            <a:xfrm>
              <a:off x="4140775" y="218615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36" y="1"/>
                  </a:moveTo>
                  <a:cubicBezTo>
                    <a:pt x="120" y="1"/>
                    <a:pt x="87" y="1"/>
                    <a:pt x="70" y="34"/>
                  </a:cubicBezTo>
                  <a:cubicBezTo>
                    <a:pt x="17" y="71"/>
                    <a:pt x="0" y="157"/>
                    <a:pt x="50" y="207"/>
                  </a:cubicBezTo>
                  <a:cubicBezTo>
                    <a:pt x="70" y="240"/>
                    <a:pt x="87" y="261"/>
                    <a:pt x="120" y="261"/>
                  </a:cubicBezTo>
                  <a:cubicBezTo>
                    <a:pt x="153" y="261"/>
                    <a:pt x="173" y="261"/>
                    <a:pt x="206" y="240"/>
                  </a:cubicBezTo>
                  <a:cubicBezTo>
                    <a:pt x="256" y="190"/>
                    <a:pt x="256" y="104"/>
                    <a:pt x="223" y="54"/>
                  </a:cubicBezTo>
                  <a:cubicBezTo>
                    <a:pt x="206" y="34"/>
                    <a:pt x="190" y="17"/>
                    <a:pt x="173" y="17"/>
                  </a:cubicBezTo>
                  <a:cubicBezTo>
                    <a:pt x="173" y="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4" name="Google Shape;20114;p53"/>
            <p:cNvSpPr/>
            <p:nvPr/>
          </p:nvSpPr>
          <p:spPr>
            <a:xfrm>
              <a:off x="4106450" y="23794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83" y="0"/>
                    <a:pt x="50" y="33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39"/>
                    <a:pt x="83" y="260"/>
                    <a:pt x="120" y="260"/>
                  </a:cubicBezTo>
                  <a:cubicBezTo>
                    <a:pt x="136" y="260"/>
                    <a:pt x="169" y="260"/>
                    <a:pt x="186" y="223"/>
                  </a:cubicBezTo>
                  <a:cubicBezTo>
                    <a:pt x="223" y="206"/>
                    <a:pt x="223" y="173"/>
                    <a:pt x="239" y="136"/>
                  </a:cubicBezTo>
                  <a:cubicBezTo>
                    <a:pt x="239" y="103"/>
                    <a:pt x="223" y="70"/>
                    <a:pt x="206" y="54"/>
                  </a:cubicBezTo>
                  <a:cubicBezTo>
                    <a:pt x="206" y="33"/>
                    <a:pt x="186" y="17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5" name="Google Shape;20115;p53"/>
            <p:cNvSpPr/>
            <p:nvPr/>
          </p:nvSpPr>
          <p:spPr>
            <a:xfrm>
              <a:off x="4129125" y="23145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54" y="17"/>
                    <a:pt x="0" y="87"/>
                    <a:pt x="21" y="153"/>
                  </a:cubicBezTo>
                  <a:cubicBezTo>
                    <a:pt x="21" y="191"/>
                    <a:pt x="37" y="224"/>
                    <a:pt x="70" y="240"/>
                  </a:cubicBezTo>
                  <a:cubicBezTo>
                    <a:pt x="87" y="257"/>
                    <a:pt x="124" y="257"/>
                    <a:pt x="141" y="257"/>
                  </a:cubicBezTo>
                  <a:cubicBezTo>
                    <a:pt x="206" y="240"/>
                    <a:pt x="244" y="191"/>
                    <a:pt x="244" y="104"/>
                  </a:cubicBezTo>
                  <a:cubicBezTo>
                    <a:pt x="227" y="71"/>
                    <a:pt x="206" y="50"/>
                    <a:pt x="190" y="17"/>
                  </a:cubicBezTo>
                  <a:lnTo>
                    <a:pt x="174" y="17"/>
                  </a:ln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6" name="Google Shape;20116;p53"/>
            <p:cNvSpPr/>
            <p:nvPr/>
          </p:nvSpPr>
          <p:spPr>
            <a:xfrm>
              <a:off x="4105100" y="23519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0" y="0"/>
                  </a:moveTo>
                  <a:cubicBezTo>
                    <a:pt x="104" y="0"/>
                    <a:pt x="71" y="0"/>
                    <a:pt x="54" y="38"/>
                  </a:cubicBezTo>
                  <a:cubicBezTo>
                    <a:pt x="17" y="54"/>
                    <a:pt x="1" y="87"/>
                    <a:pt x="1" y="124"/>
                  </a:cubicBezTo>
                  <a:cubicBezTo>
                    <a:pt x="1" y="157"/>
                    <a:pt x="17" y="190"/>
                    <a:pt x="34" y="207"/>
                  </a:cubicBezTo>
                  <a:cubicBezTo>
                    <a:pt x="55" y="238"/>
                    <a:pt x="87" y="257"/>
                    <a:pt x="121" y="257"/>
                  </a:cubicBezTo>
                  <a:cubicBezTo>
                    <a:pt x="144" y="257"/>
                    <a:pt x="168" y="248"/>
                    <a:pt x="190" y="227"/>
                  </a:cubicBezTo>
                  <a:cubicBezTo>
                    <a:pt x="223" y="190"/>
                    <a:pt x="240" y="103"/>
                    <a:pt x="207" y="54"/>
                  </a:cubicBezTo>
                  <a:cubicBezTo>
                    <a:pt x="190" y="38"/>
                    <a:pt x="174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7" name="Google Shape;20117;p53"/>
            <p:cNvSpPr/>
            <p:nvPr/>
          </p:nvSpPr>
          <p:spPr>
            <a:xfrm>
              <a:off x="4140350" y="2232775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15" y="0"/>
                  </a:moveTo>
                  <a:cubicBezTo>
                    <a:pt x="107" y="0"/>
                    <a:pt x="98" y="2"/>
                    <a:pt x="87" y="8"/>
                  </a:cubicBezTo>
                  <a:cubicBezTo>
                    <a:pt x="34" y="8"/>
                    <a:pt x="1" y="78"/>
                    <a:pt x="1" y="148"/>
                  </a:cubicBezTo>
                  <a:cubicBezTo>
                    <a:pt x="1" y="181"/>
                    <a:pt x="17" y="214"/>
                    <a:pt x="50" y="230"/>
                  </a:cubicBezTo>
                  <a:cubicBezTo>
                    <a:pt x="67" y="251"/>
                    <a:pt x="104" y="267"/>
                    <a:pt x="120" y="267"/>
                  </a:cubicBezTo>
                  <a:cubicBezTo>
                    <a:pt x="190" y="251"/>
                    <a:pt x="223" y="181"/>
                    <a:pt x="223" y="111"/>
                  </a:cubicBezTo>
                  <a:cubicBezTo>
                    <a:pt x="223" y="78"/>
                    <a:pt x="207" y="45"/>
                    <a:pt x="170" y="24"/>
                  </a:cubicBezTo>
                  <a:lnTo>
                    <a:pt x="153" y="8"/>
                  </a:lnTo>
                  <a:cubicBezTo>
                    <a:pt x="142" y="8"/>
                    <a:pt x="131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8" name="Google Shape;20118;p53"/>
            <p:cNvSpPr/>
            <p:nvPr/>
          </p:nvSpPr>
          <p:spPr>
            <a:xfrm>
              <a:off x="4117175" y="230285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38" y="0"/>
                  </a:moveTo>
                  <a:cubicBezTo>
                    <a:pt x="87" y="0"/>
                    <a:pt x="44" y="35"/>
                    <a:pt x="17" y="91"/>
                  </a:cubicBezTo>
                  <a:cubicBezTo>
                    <a:pt x="0" y="161"/>
                    <a:pt x="33" y="231"/>
                    <a:pt x="87" y="247"/>
                  </a:cubicBezTo>
                  <a:cubicBezTo>
                    <a:pt x="100" y="256"/>
                    <a:pt x="114" y="260"/>
                    <a:pt x="129" y="260"/>
                  </a:cubicBezTo>
                  <a:cubicBezTo>
                    <a:pt x="170" y="260"/>
                    <a:pt x="211" y="229"/>
                    <a:pt x="223" y="177"/>
                  </a:cubicBezTo>
                  <a:cubicBezTo>
                    <a:pt x="256" y="107"/>
                    <a:pt x="223" y="41"/>
                    <a:pt x="169" y="4"/>
                  </a:cubicBezTo>
                  <a:cubicBezTo>
                    <a:pt x="159" y="1"/>
                    <a:pt x="148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9" name="Google Shape;20119;p53"/>
            <p:cNvSpPr/>
            <p:nvPr/>
          </p:nvSpPr>
          <p:spPr>
            <a:xfrm>
              <a:off x="4119325" y="2421850"/>
              <a:ext cx="6425" cy="6450"/>
            </a:xfrm>
            <a:custGeom>
              <a:avLst/>
              <a:gdLst/>
              <a:ahLst/>
              <a:cxnLst/>
              <a:rect l="l" t="t" r="r" b="b"/>
              <a:pathLst>
                <a:path w="257" h="258" extrusionOk="0">
                  <a:moveTo>
                    <a:pt x="140" y="0"/>
                  </a:moveTo>
                  <a:cubicBezTo>
                    <a:pt x="96" y="0"/>
                    <a:pt x="47" y="35"/>
                    <a:pt x="34" y="88"/>
                  </a:cubicBezTo>
                  <a:cubicBezTo>
                    <a:pt x="1" y="159"/>
                    <a:pt x="34" y="229"/>
                    <a:pt x="83" y="245"/>
                  </a:cubicBezTo>
                  <a:cubicBezTo>
                    <a:pt x="102" y="254"/>
                    <a:pt x="119" y="258"/>
                    <a:pt x="135" y="258"/>
                  </a:cubicBezTo>
                  <a:cubicBezTo>
                    <a:pt x="180" y="258"/>
                    <a:pt x="216" y="226"/>
                    <a:pt x="240" y="175"/>
                  </a:cubicBezTo>
                  <a:cubicBezTo>
                    <a:pt x="256" y="109"/>
                    <a:pt x="223" y="39"/>
                    <a:pt x="170" y="6"/>
                  </a:cubicBezTo>
                  <a:cubicBezTo>
                    <a:pt x="160" y="2"/>
                    <a:pt x="15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0" name="Google Shape;20120;p53"/>
            <p:cNvSpPr/>
            <p:nvPr/>
          </p:nvSpPr>
          <p:spPr>
            <a:xfrm>
              <a:off x="4120575" y="22523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3" y="1"/>
                  </a:moveTo>
                  <a:cubicBezTo>
                    <a:pt x="33" y="17"/>
                    <a:pt x="0" y="87"/>
                    <a:pt x="17" y="153"/>
                  </a:cubicBezTo>
                  <a:cubicBezTo>
                    <a:pt x="17" y="190"/>
                    <a:pt x="33" y="223"/>
                    <a:pt x="54" y="240"/>
                  </a:cubicBezTo>
                  <a:cubicBezTo>
                    <a:pt x="77" y="251"/>
                    <a:pt x="92" y="263"/>
                    <a:pt x="111" y="263"/>
                  </a:cubicBezTo>
                  <a:cubicBezTo>
                    <a:pt x="118" y="263"/>
                    <a:pt x="127" y="261"/>
                    <a:pt x="136" y="256"/>
                  </a:cubicBezTo>
                  <a:cubicBezTo>
                    <a:pt x="173" y="256"/>
                    <a:pt x="190" y="240"/>
                    <a:pt x="206" y="207"/>
                  </a:cubicBezTo>
                  <a:cubicBezTo>
                    <a:pt x="223" y="190"/>
                    <a:pt x="239" y="153"/>
                    <a:pt x="223" y="120"/>
                  </a:cubicBezTo>
                  <a:cubicBezTo>
                    <a:pt x="223" y="87"/>
                    <a:pt x="206" y="50"/>
                    <a:pt x="190" y="34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1" name="Google Shape;20121;p53"/>
            <p:cNvSpPr/>
            <p:nvPr/>
          </p:nvSpPr>
          <p:spPr>
            <a:xfrm>
              <a:off x="4119750" y="220470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19" y="0"/>
                  </a:moveTo>
                  <a:cubicBezTo>
                    <a:pt x="76" y="0"/>
                    <a:pt x="41" y="32"/>
                    <a:pt x="17" y="83"/>
                  </a:cubicBezTo>
                  <a:cubicBezTo>
                    <a:pt x="0" y="153"/>
                    <a:pt x="33" y="219"/>
                    <a:pt x="87" y="257"/>
                  </a:cubicBezTo>
                  <a:cubicBezTo>
                    <a:pt x="95" y="259"/>
                    <a:pt x="104" y="261"/>
                    <a:pt x="113" y="261"/>
                  </a:cubicBezTo>
                  <a:cubicBezTo>
                    <a:pt x="159" y="261"/>
                    <a:pt x="209" y="228"/>
                    <a:pt x="223" y="170"/>
                  </a:cubicBezTo>
                  <a:cubicBezTo>
                    <a:pt x="256" y="116"/>
                    <a:pt x="223" y="34"/>
                    <a:pt x="169" y="13"/>
                  </a:cubicBezTo>
                  <a:cubicBezTo>
                    <a:pt x="152" y="5"/>
                    <a:pt x="135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2" name="Google Shape;20122;p53"/>
            <p:cNvSpPr/>
            <p:nvPr/>
          </p:nvSpPr>
          <p:spPr>
            <a:xfrm>
              <a:off x="4112000" y="2189925"/>
              <a:ext cx="6025" cy="6675"/>
            </a:xfrm>
            <a:custGeom>
              <a:avLst/>
              <a:gdLst/>
              <a:ahLst/>
              <a:cxnLst/>
              <a:rect l="l" t="t" r="r" b="b"/>
              <a:pathLst>
                <a:path w="241" h="267" extrusionOk="0">
                  <a:moveTo>
                    <a:pt x="124" y="1"/>
                  </a:moveTo>
                  <a:cubicBezTo>
                    <a:pt x="80" y="1"/>
                    <a:pt x="31" y="35"/>
                    <a:pt x="17" y="89"/>
                  </a:cubicBezTo>
                  <a:cubicBezTo>
                    <a:pt x="1" y="159"/>
                    <a:pt x="17" y="229"/>
                    <a:pt x="88" y="262"/>
                  </a:cubicBezTo>
                  <a:cubicBezTo>
                    <a:pt x="96" y="265"/>
                    <a:pt x="105" y="266"/>
                    <a:pt x="114" y="266"/>
                  </a:cubicBezTo>
                  <a:cubicBezTo>
                    <a:pt x="159" y="266"/>
                    <a:pt x="210" y="234"/>
                    <a:pt x="224" y="175"/>
                  </a:cubicBezTo>
                  <a:cubicBezTo>
                    <a:pt x="240" y="110"/>
                    <a:pt x="224" y="39"/>
                    <a:pt x="153" y="6"/>
                  </a:cubicBezTo>
                  <a:cubicBezTo>
                    <a:pt x="144" y="3"/>
                    <a:pt x="134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3" name="Google Shape;20123;p53"/>
            <p:cNvSpPr/>
            <p:nvPr/>
          </p:nvSpPr>
          <p:spPr>
            <a:xfrm>
              <a:off x="4113650" y="2224800"/>
              <a:ext cx="5700" cy="6525"/>
            </a:xfrm>
            <a:custGeom>
              <a:avLst/>
              <a:gdLst/>
              <a:ahLst/>
              <a:cxnLst/>
              <a:rect l="l" t="t" r="r" b="b"/>
              <a:pathLst>
                <a:path w="228" h="261" extrusionOk="0">
                  <a:moveTo>
                    <a:pt x="104" y="1"/>
                  </a:moveTo>
                  <a:cubicBezTo>
                    <a:pt x="38" y="1"/>
                    <a:pt x="1" y="71"/>
                    <a:pt x="1" y="137"/>
                  </a:cubicBezTo>
                  <a:cubicBezTo>
                    <a:pt x="22" y="207"/>
                    <a:pt x="71" y="261"/>
                    <a:pt x="141" y="261"/>
                  </a:cubicBezTo>
                  <a:cubicBezTo>
                    <a:pt x="158" y="240"/>
                    <a:pt x="191" y="224"/>
                    <a:pt x="207" y="207"/>
                  </a:cubicBezTo>
                  <a:cubicBezTo>
                    <a:pt x="228" y="174"/>
                    <a:pt x="228" y="137"/>
                    <a:pt x="228" y="104"/>
                  </a:cubicBezTo>
                  <a:cubicBezTo>
                    <a:pt x="228" y="71"/>
                    <a:pt x="207" y="34"/>
                    <a:pt x="191" y="17"/>
                  </a:cubicBezTo>
                  <a:cubicBezTo>
                    <a:pt x="174" y="17"/>
                    <a:pt x="174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4" name="Google Shape;20124;p53"/>
            <p:cNvSpPr/>
            <p:nvPr/>
          </p:nvSpPr>
          <p:spPr>
            <a:xfrm>
              <a:off x="4123975" y="2284900"/>
              <a:ext cx="5675" cy="6700"/>
            </a:xfrm>
            <a:custGeom>
              <a:avLst/>
              <a:gdLst/>
              <a:ahLst/>
              <a:cxnLst/>
              <a:rect l="l" t="t" r="r" b="b"/>
              <a:pathLst>
                <a:path w="227" h="268" extrusionOk="0">
                  <a:moveTo>
                    <a:pt x="87" y="1"/>
                  </a:moveTo>
                  <a:cubicBezTo>
                    <a:pt x="87" y="21"/>
                    <a:pt x="70" y="21"/>
                    <a:pt x="70" y="21"/>
                  </a:cubicBezTo>
                  <a:cubicBezTo>
                    <a:pt x="21" y="38"/>
                    <a:pt x="0" y="104"/>
                    <a:pt x="0" y="157"/>
                  </a:cubicBezTo>
                  <a:cubicBezTo>
                    <a:pt x="0" y="190"/>
                    <a:pt x="21" y="227"/>
                    <a:pt x="54" y="244"/>
                  </a:cubicBezTo>
                  <a:cubicBezTo>
                    <a:pt x="65" y="255"/>
                    <a:pt x="85" y="267"/>
                    <a:pt x="103" y="267"/>
                  </a:cubicBezTo>
                  <a:cubicBezTo>
                    <a:pt x="111" y="267"/>
                    <a:pt x="118" y="265"/>
                    <a:pt x="124" y="260"/>
                  </a:cubicBezTo>
                  <a:cubicBezTo>
                    <a:pt x="190" y="260"/>
                    <a:pt x="227" y="190"/>
                    <a:pt x="227" y="124"/>
                  </a:cubicBezTo>
                  <a:cubicBezTo>
                    <a:pt x="227" y="104"/>
                    <a:pt x="206" y="87"/>
                    <a:pt x="206" y="87"/>
                  </a:cubicBezTo>
                  <a:cubicBezTo>
                    <a:pt x="206" y="54"/>
                    <a:pt x="173" y="38"/>
                    <a:pt x="157" y="21"/>
                  </a:cubicBezTo>
                  <a:cubicBezTo>
                    <a:pt x="140" y="1"/>
                    <a:pt x="12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5" name="Google Shape;20125;p53"/>
            <p:cNvSpPr/>
            <p:nvPr/>
          </p:nvSpPr>
          <p:spPr>
            <a:xfrm>
              <a:off x="4125300" y="23606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22" y="0"/>
                  </a:moveTo>
                  <a:cubicBezTo>
                    <a:pt x="77" y="0"/>
                    <a:pt x="42" y="32"/>
                    <a:pt x="17" y="83"/>
                  </a:cubicBezTo>
                  <a:cubicBezTo>
                    <a:pt x="1" y="149"/>
                    <a:pt x="34" y="219"/>
                    <a:pt x="87" y="252"/>
                  </a:cubicBezTo>
                  <a:lnTo>
                    <a:pt x="137" y="252"/>
                  </a:lnTo>
                  <a:cubicBezTo>
                    <a:pt x="174" y="252"/>
                    <a:pt x="207" y="219"/>
                    <a:pt x="223" y="166"/>
                  </a:cubicBezTo>
                  <a:cubicBezTo>
                    <a:pt x="240" y="133"/>
                    <a:pt x="240" y="83"/>
                    <a:pt x="207" y="46"/>
                  </a:cubicBezTo>
                  <a:cubicBezTo>
                    <a:pt x="190" y="30"/>
                    <a:pt x="190" y="13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6" name="Google Shape;20126;p53"/>
            <p:cNvSpPr/>
            <p:nvPr/>
          </p:nvSpPr>
          <p:spPr>
            <a:xfrm>
              <a:off x="4121900" y="2328300"/>
              <a:ext cx="6425" cy="6675"/>
            </a:xfrm>
            <a:custGeom>
              <a:avLst/>
              <a:gdLst/>
              <a:ahLst/>
              <a:cxnLst/>
              <a:rect l="l" t="t" r="r" b="b"/>
              <a:pathLst>
                <a:path w="257" h="267" extrusionOk="0">
                  <a:moveTo>
                    <a:pt x="137" y="0"/>
                  </a:moveTo>
                  <a:cubicBezTo>
                    <a:pt x="120" y="0"/>
                    <a:pt x="83" y="17"/>
                    <a:pt x="67" y="37"/>
                  </a:cubicBezTo>
                  <a:cubicBezTo>
                    <a:pt x="17" y="70"/>
                    <a:pt x="1" y="157"/>
                    <a:pt x="50" y="223"/>
                  </a:cubicBezTo>
                  <a:cubicBezTo>
                    <a:pt x="69" y="253"/>
                    <a:pt x="99" y="266"/>
                    <a:pt x="131" y="266"/>
                  </a:cubicBezTo>
                  <a:cubicBezTo>
                    <a:pt x="157" y="266"/>
                    <a:pt x="183" y="258"/>
                    <a:pt x="207" y="244"/>
                  </a:cubicBezTo>
                  <a:cubicBezTo>
                    <a:pt x="240" y="190"/>
                    <a:pt x="256" y="103"/>
                    <a:pt x="223" y="54"/>
                  </a:cubicBezTo>
                  <a:cubicBezTo>
                    <a:pt x="207" y="37"/>
                    <a:pt x="186" y="17"/>
                    <a:pt x="170" y="17"/>
                  </a:cubicBezTo>
                  <a:cubicBezTo>
                    <a:pt x="170" y="0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7" name="Google Shape;20127;p53"/>
            <p:cNvSpPr/>
            <p:nvPr/>
          </p:nvSpPr>
          <p:spPr>
            <a:xfrm>
              <a:off x="4119750" y="23780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3" y="0"/>
                  </a:moveTo>
                  <a:cubicBezTo>
                    <a:pt x="79" y="0"/>
                    <a:pt x="30" y="35"/>
                    <a:pt x="17" y="88"/>
                  </a:cubicBezTo>
                  <a:cubicBezTo>
                    <a:pt x="0" y="142"/>
                    <a:pt x="17" y="228"/>
                    <a:pt x="87" y="245"/>
                  </a:cubicBezTo>
                  <a:cubicBezTo>
                    <a:pt x="103" y="261"/>
                    <a:pt x="120" y="261"/>
                    <a:pt x="120" y="261"/>
                  </a:cubicBezTo>
                  <a:cubicBezTo>
                    <a:pt x="169" y="261"/>
                    <a:pt x="206" y="228"/>
                    <a:pt x="223" y="175"/>
                  </a:cubicBezTo>
                  <a:cubicBezTo>
                    <a:pt x="239" y="125"/>
                    <a:pt x="223" y="72"/>
                    <a:pt x="206" y="39"/>
                  </a:cubicBezTo>
                  <a:cubicBezTo>
                    <a:pt x="190" y="22"/>
                    <a:pt x="169" y="22"/>
                    <a:pt x="153" y="6"/>
                  </a:cubicBezTo>
                  <a:cubicBezTo>
                    <a:pt x="143" y="2"/>
                    <a:pt x="13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8" name="Google Shape;20128;p53"/>
            <p:cNvSpPr/>
            <p:nvPr/>
          </p:nvSpPr>
          <p:spPr>
            <a:xfrm>
              <a:off x="4127050" y="2189050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43" y="0"/>
                  </a:moveTo>
                  <a:cubicBezTo>
                    <a:pt x="98" y="0"/>
                    <a:pt x="48" y="33"/>
                    <a:pt x="34" y="91"/>
                  </a:cubicBezTo>
                  <a:cubicBezTo>
                    <a:pt x="1" y="145"/>
                    <a:pt x="34" y="227"/>
                    <a:pt x="83" y="248"/>
                  </a:cubicBezTo>
                  <a:cubicBezTo>
                    <a:pt x="102" y="256"/>
                    <a:pt x="119" y="260"/>
                    <a:pt x="136" y="260"/>
                  </a:cubicBezTo>
                  <a:cubicBezTo>
                    <a:pt x="180" y="260"/>
                    <a:pt x="216" y="229"/>
                    <a:pt x="240" y="178"/>
                  </a:cubicBezTo>
                  <a:cubicBezTo>
                    <a:pt x="257" y="107"/>
                    <a:pt x="224" y="41"/>
                    <a:pt x="170" y="4"/>
                  </a:cubicBezTo>
                  <a:cubicBezTo>
                    <a:pt x="161" y="2"/>
                    <a:pt x="152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9" name="Google Shape;20129;p53"/>
            <p:cNvSpPr/>
            <p:nvPr/>
          </p:nvSpPr>
          <p:spPr>
            <a:xfrm>
              <a:off x="4127050" y="2235525"/>
              <a:ext cx="6025" cy="6925"/>
            </a:xfrm>
            <a:custGeom>
              <a:avLst/>
              <a:gdLst/>
              <a:ahLst/>
              <a:cxnLst/>
              <a:rect l="l" t="t" r="r" b="b"/>
              <a:pathLst>
                <a:path w="241" h="277" extrusionOk="0">
                  <a:moveTo>
                    <a:pt x="137" y="1"/>
                  </a:moveTo>
                  <a:cubicBezTo>
                    <a:pt x="104" y="1"/>
                    <a:pt x="67" y="17"/>
                    <a:pt x="50" y="38"/>
                  </a:cubicBezTo>
                  <a:cubicBezTo>
                    <a:pt x="1" y="87"/>
                    <a:pt x="1" y="157"/>
                    <a:pt x="34" y="223"/>
                  </a:cubicBezTo>
                  <a:cubicBezTo>
                    <a:pt x="50" y="244"/>
                    <a:pt x="83" y="260"/>
                    <a:pt x="104" y="277"/>
                  </a:cubicBezTo>
                  <a:cubicBezTo>
                    <a:pt x="137" y="277"/>
                    <a:pt x="170" y="260"/>
                    <a:pt x="186" y="244"/>
                  </a:cubicBezTo>
                  <a:cubicBezTo>
                    <a:pt x="240" y="190"/>
                    <a:pt x="240" y="120"/>
                    <a:pt x="207" y="54"/>
                  </a:cubicBezTo>
                  <a:cubicBezTo>
                    <a:pt x="186" y="38"/>
                    <a:pt x="170" y="17"/>
                    <a:pt x="153" y="17"/>
                  </a:cubicBezTo>
                  <a:cubicBezTo>
                    <a:pt x="153" y="17"/>
                    <a:pt x="13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0" name="Google Shape;20130;p53"/>
            <p:cNvSpPr/>
            <p:nvPr/>
          </p:nvSpPr>
          <p:spPr>
            <a:xfrm>
              <a:off x="4127475" y="22196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7"/>
                    <a:pt x="0" y="71"/>
                    <a:pt x="0" y="157"/>
                  </a:cubicBezTo>
                  <a:cubicBezTo>
                    <a:pt x="17" y="190"/>
                    <a:pt x="33" y="207"/>
                    <a:pt x="50" y="240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0"/>
                    <a:pt x="240" y="174"/>
                    <a:pt x="223" y="104"/>
                  </a:cubicBezTo>
                  <a:cubicBezTo>
                    <a:pt x="223" y="71"/>
                    <a:pt x="207" y="34"/>
                    <a:pt x="190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1" name="Google Shape;20131;p53"/>
            <p:cNvSpPr/>
            <p:nvPr/>
          </p:nvSpPr>
          <p:spPr>
            <a:xfrm>
              <a:off x="3894225" y="226427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1"/>
                  </a:moveTo>
                  <a:cubicBezTo>
                    <a:pt x="37" y="22"/>
                    <a:pt x="0" y="88"/>
                    <a:pt x="0" y="158"/>
                  </a:cubicBezTo>
                  <a:cubicBezTo>
                    <a:pt x="17" y="191"/>
                    <a:pt x="17" y="228"/>
                    <a:pt x="54" y="244"/>
                  </a:cubicBezTo>
                  <a:cubicBezTo>
                    <a:pt x="70" y="261"/>
                    <a:pt x="103" y="261"/>
                    <a:pt x="140" y="261"/>
                  </a:cubicBezTo>
                  <a:cubicBezTo>
                    <a:pt x="157" y="261"/>
                    <a:pt x="190" y="244"/>
                    <a:pt x="206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6" y="55"/>
                    <a:pt x="173" y="38"/>
                  </a:cubicBezTo>
                  <a:cubicBezTo>
                    <a:pt x="173" y="22"/>
                    <a:pt x="157" y="22"/>
                    <a:pt x="157" y="22"/>
                  </a:cubicBezTo>
                  <a:cubicBezTo>
                    <a:pt x="14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2" name="Google Shape;20132;p53"/>
            <p:cNvSpPr/>
            <p:nvPr/>
          </p:nvSpPr>
          <p:spPr>
            <a:xfrm>
              <a:off x="3838875" y="2257075"/>
              <a:ext cx="5575" cy="6575"/>
            </a:xfrm>
            <a:custGeom>
              <a:avLst/>
              <a:gdLst/>
              <a:ahLst/>
              <a:cxnLst/>
              <a:rect l="l" t="t" r="r" b="b"/>
              <a:pathLst>
                <a:path w="223" h="263" extrusionOk="0">
                  <a:moveTo>
                    <a:pt x="87" y="0"/>
                  </a:moveTo>
                  <a:cubicBezTo>
                    <a:pt x="66" y="17"/>
                    <a:pt x="33" y="33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23"/>
                    <a:pt x="50" y="239"/>
                  </a:cubicBezTo>
                  <a:cubicBezTo>
                    <a:pt x="61" y="251"/>
                    <a:pt x="83" y="263"/>
                    <a:pt x="101" y="263"/>
                  </a:cubicBezTo>
                  <a:cubicBezTo>
                    <a:pt x="108" y="263"/>
                    <a:pt x="115" y="261"/>
                    <a:pt x="120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06" y="83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03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3" name="Google Shape;20133;p53"/>
            <p:cNvSpPr/>
            <p:nvPr/>
          </p:nvSpPr>
          <p:spPr>
            <a:xfrm>
              <a:off x="3840525" y="2210700"/>
              <a:ext cx="5675" cy="6400"/>
            </a:xfrm>
            <a:custGeom>
              <a:avLst/>
              <a:gdLst/>
              <a:ahLst/>
              <a:cxnLst/>
              <a:rect l="l" t="t" r="r" b="b"/>
              <a:pathLst>
                <a:path w="227" h="256" extrusionOk="0">
                  <a:moveTo>
                    <a:pt x="103" y="0"/>
                  </a:moveTo>
                  <a:cubicBezTo>
                    <a:pt x="37" y="0"/>
                    <a:pt x="0" y="66"/>
                    <a:pt x="0" y="136"/>
                  </a:cubicBezTo>
                  <a:cubicBezTo>
                    <a:pt x="21" y="186"/>
                    <a:pt x="37" y="223"/>
                    <a:pt x="54" y="239"/>
                  </a:cubicBezTo>
                  <a:cubicBezTo>
                    <a:pt x="87" y="256"/>
                    <a:pt x="103" y="256"/>
                    <a:pt x="140" y="256"/>
                  </a:cubicBezTo>
                  <a:cubicBezTo>
                    <a:pt x="157" y="239"/>
                    <a:pt x="190" y="223"/>
                    <a:pt x="206" y="206"/>
                  </a:cubicBezTo>
                  <a:cubicBezTo>
                    <a:pt x="227" y="169"/>
                    <a:pt x="227" y="136"/>
                    <a:pt x="227" y="103"/>
                  </a:cubicBezTo>
                  <a:cubicBezTo>
                    <a:pt x="227" y="66"/>
                    <a:pt x="206" y="33"/>
                    <a:pt x="173" y="17"/>
                  </a:cubicBezTo>
                  <a:lnTo>
                    <a:pt x="1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4" name="Google Shape;20134;p53"/>
            <p:cNvSpPr/>
            <p:nvPr/>
          </p:nvSpPr>
          <p:spPr>
            <a:xfrm>
              <a:off x="3821250" y="2230925"/>
              <a:ext cx="5575" cy="6800"/>
            </a:xfrm>
            <a:custGeom>
              <a:avLst/>
              <a:gdLst/>
              <a:ahLst/>
              <a:cxnLst/>
              <a:rect l="l" t="t" r="r" b="b"/>
              <a:pathLst>
                <a:path w="223" h="272" extrusionOk="0">
                  <a:moveTo>
                    <a:pt x="126" y="0"/>
                  </a:moveTo>
                  <a:cubicBezTo>
                    <a:pt x="116" y="0"/>
                    <a:pt x="103" y="5"/>
                    <a:pt x="87" y="16"/>
                  </a:cubicBezTo>
                  <a:cubicBezTo>
                    <a:pt x="33" y="16"/>
                    <a:pt x="0" y="82"/>
                    <a:pt x="0" y="152"/>
                  </a:cubicBezTo>
                  <a:cubicBezTo>
                    <a:pt x="0" y="185"/>
                    <a:pt x="17" y="222"/>
                    <a:pt x="50" y="238"/>
                  </a:cubicBezTo>
                  <a:cubicBezTo>
                    <a:pt x="70" y="255"/>
                    <a:pt x="103" y="271"/>
                    <a:pt x="120" y="271"/>
                  </a:cubicBezTo>
                  <a:cubicBezTo>
                    <a:pt x="153" y="255"/>
                    <a:pt x="190" y="238"/>
                    <a:pt x="206" y="201"/>
                  </a:cubicBezTo>
                  <a:cubicBezTo>
                    <a:pt x="223" y="185"/>
                    <a:pt x="223" y="152"/>
                    <a:pt x="223" y="119"/>
                  </a:cubicBezTo>
                  <a:cubicBezTo>
                    <a:pt x="223" y="82"/>
                    <a:pt x="206" y="49"/>
                    <a:pt x="173" y="32"/>
                  </a:cubicBezTo>
                  <a:lnTo>
                    <a:pt x="153" y="16"/>
                  </a:lnTo>
                  <a:cubicBezTo>
                    <a:pt x="145" y="5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5" name="Google Shape;20135;p53"/>
            <p:cNvSpPr/>
            <p:nvPr/>
          </p:nvSpPr>
          <p:spPr>
            <a:xfrm>
              <a:off x="3832775" y="2227075"/>
              <a:ext cx="6525" cy="6825"/>
            </a:xfrm>
            <a:custGeom>
              <a:avLst/>
              <a:gdLst/>
              <a:ahLst/>
              <a:cxnLst/>
              <a:rect l="l" t="t" r="r" b="b"/>
              <a:pathLst>
                <a:path w="261" h="273" extrusionOk="0">
                  <a:moveTo>
                    <a:pt x="132" y="0"/>
                  </a:moveTo>
                  <a:cubicBezTo>
                    <a:pt x="91" y="0"/>
                    <a:pt x="50" y="32"/>
                    <a:pt x="38" y="83"/>
                  </a:cubicBezTo>
                  <a:cubicBezTo>
                    <a:pt x="1" y="149"/>
                    <a:pt x="38" y="236"/>
                    <a:pt x="88" y="252"/>
                  </a:cubicBezTo>
                  <a:cubicBezTo>
                    <a:pt x="104" y="273"/>
                    <a:pt x="125" y="273"/>
                    <a:pt x="141" y="273"/>
                  </a:cubicBezTo>
                  <a:cubicBezTo>
                    <a:pt x="191" y="252"/>
                    <a:pt x="228" y="236"/>
                    <a:pt x="244" y="186"/>
                  </a:cubicBezTo>
                  <a:cubicBezTo>
                    <a:pt x="261" y="133"/>
                    <a:pt x="244" y="83"/>
                    <a:pt x="207" y="46"/>
                  </a:cubicBezTo>
                  <a:cubicBezTo>
                    <a:pt x="207" y="29"/>
                    <a:pt x="191" y="13"/>
                    <a:pt x="174" y="13"/>
                  </a:cubicBezTo>
                  <a:cubicBezTo>
                    <a:pt x="161" y="4"/>
                    <a:pt x="146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6" name="Google Shape;20136;p53"/>
            <p:cNvSpPr/>
            <p:nvPr/>
          </p:nvSpPr>
          <p:spPr>
            <a:xfrm>
              <a:off x="3847425" y="22265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0" y="1"/>
                  </a:moveTo>
                  <a:cubicBezTo>
                    <a:pt x="87" y="1"/>
                    <a:pt x="71" y="17"/>
                    <a:pt x="33" y="34"/>
                  </a:cubicBezTo>
                  <a:cubicBezTo>
                    <a:pt x="17" y="50"/>
                    <a:pt x="0" y="88"/>
                    <a:pt x="0" y="121"/>
                  </a:cubicBezTo>
                  <a:cubicBezTo>
                    <a:pt x="0" y="154"/>
                    <a:pt x="0" y="191"/>
                    <a:pt x="17" y="207"/>
                  </a:cubicBezTo>
                  <a:cubicBezTo>
                    <a:pt x="54" y="240"/>
                    <a:pt x="71" y="257"/>
                    <a:pt x="104" y="257"/>
                  </a:cubicBezTo>
                  <a:cubicBezTo>
                    <a:pt x="137" y="257"/>
                    <a:pt x="157" y="257"/>
                    <a:pt x="190" y="240"/>
                  </a:cubicBezTo>
                  <a:cubicBezTo>
                    <a:pt x="223" y="191"/>
                    <a:pt x="240" y="104"/>
                    <a:pt x="207" y="50"/>
                  </a:cubicBezTo>
                  <a:cubicBezTo>
                    <a:pt x="190" y="34"/>
                    <a:pt x="174" y="17"/>
                    <a:pt x="157" y="17"/>
                  </a:cubicBezTo>
                  <a:cubicBezTo>
                    <a:pt x="137" y="1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7" name="Google Shape;20137;p53"/>
            <p:cNvSpPr/>
            <p:nvPr/>
          </p:nvSpPr>
          <p:spPr>
            <a:xfrm>
              <a:off x="3825575" y="2212150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20" y="1"/>
                  </a:moveTo>
                  <a:cubicBezTo>
                    <a:pt x="114" y="1"/>
                    <a:pt x="109" y="3"/>
                    <a:pt x="103" y="8"/>
                  </a:cubicBezTo>
                  <a:cubicBezTo>
                    <a:pt x="66" y="8"/>
                    <a:pt x="33" y="24"/>
                    <a:pt x="17" y="62"/>
                  </a:cubicBezTo>
                  <a:cubicBezTo>
                    <a:pt x="0" y="78"/>
                    <a:pt x="0" y="111"/>
                    <a:pt x="0" y="148"/>
                  </a:cubicBezTo>
                  <a:cubicBezTo>
                    <a:pt x="0" y="181"/>
                    <a:pt x="17" y="214"/>
                    <a:pt x="50" y="231"/>
                  </a:cubicBezTo>
                  <a:cubicBezTo>
                    <a:pt x="66" y="251"/>
                    <a:pt x="103" y="268"/>
                    <a:pt x="136" y="268"/>
                  </a:cubicBezTo>
                  <a:cubicBezTo>
                    <a:pt x="186" y="251"/>
                    <a:pt x="223" y="181"/>
                    <a:pt x="223" y="111"/>
                  </a:cubicBezTo>
                  <a:cubicBezTo>
                    <a:pt x="223" y="78"/>
                    <a:pt x="207" y="45"/>
                    <a:pt x="169" y="24"/>
                  </a:cubicBezTo>
                  <a:lnTo>
                    <a:pt x="153" y="8"/>
                  </a:ln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8" name="Google Shape;20138;p53"/>
            <p:cNvSpPr/>
            <p:nvPr/>
          </p:nvSpPr>
          <p:spPr>
            <a:xfrm>
              <a:off x="3829800" y="21950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9" y="1"/>
                  </a:moveTo>
                  <a:cubicBezTo>
                    <a:pt x="85" y="1"/>
                    <a:pt x="66" y="15"/>
                    <a:pt x="54" y="26"/>
                  </a:cubicBezTo>
                  <a:cubicBezTo>
                    <a:pt x="0" y="76"/>
                    <a:pt x="0" y="162"/>
                    <a:pt x="38" y="216"/>
                  </a:cubicBezTo>
                  <a:cubicBezTo>
                    <a:pt x="57" y="245"/>
                    <a:pt x="88" y="262"/>
                    <a:pt x="121" y="262"/>
                  </a:cubicBezTo>
                  <a:cubicBezTo>
                    <a:pt x="145" y="262"/>
                    <a:pt x="169" y="253"/>
                    <a:pt x="190" y="232"/>
                  </a:cubicBezTo>
                  <a:cubicBezTo>
                    <a:pt x="244" y="195"/>
                    <a:pt x="244" y="113"/>
                    <a:pt x="207" y="43"/>
                  </a:cubicBezTo>
                  <a:cubicBezTo>
                    <a:pt x="190" y="26"/>
                    <a:pt x="174" y="26"/>
                    <a:pt x="157" y="10"/>
                  </a:cubicBezTo>
                  <a:lnTo>
                    <a:pt x="141" y="10"/>
                  </a:lnTo>
                  <a:cubicBezTo>
                    <a:pt x="130" y="3"/>
                    <a:pt x="119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9" name="Google Shape;20139;p53"/>
            <p:cNvSpPr/>
            <p:nvPr/>
          </p:nvSpPr>
          <p:spPr>
            <a:xfrm>
              <a:off x="3844025" y="22416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3" y="1"/>
                  </a:moveTo>
                  <a:cubicBezTo>
                    <a:pt x="33" y="17"/>
                    <a:pt x="0" y="83"/>
                    <a:pt x="17" y="153"/>
                  </a:cubicBezTo>
                  <a:cubicBezTo>
                    <a:pt x="17" y="186"/>
                    <a:pt x="33" y="224"/>
                    <a:pt x="50" y="240"/>
                  </a:cubicBezTo>
                  <a:cubicBezTo>
                    <a:pt x="62" y="252"/>
                    <a:pt x="83" y="263"/>
                    <a:pt x="107" y="263"/>
                  </a:cubicBezTo>
                  <a:cubicBezTo>
                    <a:pt x="117" y="263"/>
                    <a:pt x="127" y="261"/>
                    <a:pt x="136" y="257"/>
                  </a:cubicBezTo>
                  <a:cubicBezTo>
                    <a:pt x="190" y="257"/>
                    <a:pt x="240" y="186"/>
                    <a:pt x="223" y="120"/>
                  </a:cubicBezTo>
                  <a:cubicBezTo>
                    <a:pt x="223" y="67"/>
                    <a:pt x="190" y="34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0" name="Google Shape;20140;p53"/>
            <p:cNvSpPr/>
            <p:nvPr/>
          </p:nvSpPr>
          <p:spPr>
            <a:xfrm>
              <a:off x="3859900" y="2189225"/>
              <a:ext cx="6400" cy="6550"/>
            </a:xfrm>
            <a:custGeom>
              <a:avLst/>
              <a:gdLst/>
              <a:ahLst/>
              <a:cxnLst/>
              <a:rect l="l" t="t" r="r" b="b"/>
              <a:pathLst>
                <a:path w="256" h="262" extrusionOk="0">
                  <a:moveTo>
                    <a:pt x="121" y="1"/>
                  </a:moveTo>
                  <a:cubicBezTo>
                    <a:pt x="76" y="1"/>
                    <a:pt x="41" y="32"/>
                    <a:pt x="17" y="84"/>
                  </a:cubicBezTo>
                  <a:cubicBezTo>
                    <a:pt x="0" y="154"/>
                    <a:pt x="33" y="220"/>
                    <a:pt x="87" y="257"/>
                  </a:cubicBezTo>
                  <a:cubicBezTo>
                    <a:pt x="95" y="260"/>
                    <a:pt x="104" y="261"/>
                    <a:pt x="114" y="261"/>
                  </a:cubicBezTo>
                  <a:cubicBezTo>
                    <a:pt x="159" y="261"/>
                    <a:pt x="209" y="229"/>
                    <a:pt x="223" y="171"/>
                  </a:cubicBezTo>
                  <a:cubicBezTo>
                    <a:pt x="256" y="117"/>
                    <a:pt x="223" y="34"/>
                    <a:pt x="173" y="14"/>
                  </a:cubicBezTo>
                  <a:cubicBezTo>
                    <a:pt x="155" y="5"/>
                    <a:pt x="137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1" name="Google Shape;20141;p53"/>
            <p:cNvSpPr/>
            <p:nvPr/>
          </p:nvSpPr>
          <p:spPr>
            <a:xfrm>
              <a:off x="3865050" y="2302200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9" y="1"/>
                  </a:moveTo>
                  <a:cubicBezTo>
                    <a:pt x="87" y="1"/>
                    <a:pt x="46" y="32"/>
                    <a:pt x="33" y="84"/>
                  </a:cubicBezTo>
                  <a:cubicBezTo>
                    <a:pt x="0" y="154"/>
                    <a:pt x="33" y="220"/>
                    <a:pt x="87" y="257"/>
                  </a:cubicBezTo>
                  <a:cubicBezTo>
                    <a:pt x="98" y="259"/>
                    <a:pt x="108" y="261"/>
                    <a:pt x="118" y="261"/>
                  </a:cubicBezTo>
                  <a:cubicBezTo>
                    <a:pt x="170" y="261"/>
                    <a:pt x="212" y="226"/>
                    <a:pt x="240" y="170"/>
                  </a:cubicBezTo>
                  <a:cubicBezTo>
                    <a:pt x="256" y="100"/>
                    <a:pt x="223" y="30"/>
                    <a:pt x="174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2" name="Google Shape;20142;p53"/>
            <p:cNvSpPr/>
            <p:nvPr/>
          </p:nvSpPr>
          <p:spPr>
            <a:xfrm>
              <a:off x="3847825" y="219412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6" y="1"/>
                  </a:moveTo>
                  <a:cubicBezTo>
                    <a:pt x="101" y="1"/>
                    <a:pt x="78" y="12"/>
                    <a:pt x="55" y="24"/>
                  </a:cubicBezTo>
                  <a:cubicBezTo>
                    <a:pt x="38" y="24"/>
                    <a:pt x="17" y="61"/>
                    <a:pt x="1" y="78"/>
                  </a:cubicBezTo>
                  <a:lnTo>
                    <a:pt x="1" y="164"/>
                  </a:lnTo>
                  <a:cubicBezTo>
                    <a:pt x="17" y="214"/>
                    <a:pt x="38" y="230"/>
                    <a:pt x="71" y="251"/>
                  </a:cubicBezTo>
                  <a:cubicBezTo>
                    <a:pt x="84" y="260"/>
                    <a:pt x="99" y="264"/>
                    <a:pt x="113" y="264"/>
                  </a:cubicBezTo>
                  <a:cubicBezTo>
                    <a:pt x="154" y="264"/>
                    <a:pt x="195" y="232"/>
                    <a:pt x="207" y="181"/>
                  </a:cubicBezTo>
                  <a:cubicBezTo>
                    <a:pt x="244" y="111"/>
                    <a:pt x="207" y="45"/>
                    <a:pt x="158" y="7"/>
                  </a:cubicBezTo>
                  <a:cubicBezTo>
                    <a:pt x="147" y="3"/>
                    <a:pt x="136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3" name="Google Shape;20143;p53"/>
            <p:cNvSpPr/>
            <p:nvPr/>
          </p:nvSpPr>
          <p:spPr>
            <a:xfrm>
              <a:off x="3855150" y="2209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34" y="17"/>
                    <a:pt x="1" y="87"/>
                    <a:pt x="17" y="157"/>
                  </a:cubicBezTo>
                  <a:cubicBezTo>
                    <a:pt x="17" y="190"/>
                    <a:pt x="34" y="223"/>
                    <a:pt x="54" y="240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0" y="240"/>
                    <a:pt x="240" y="190"/>
                    <a:pt x="223" y="104"/>
                  </a:cubicBezTo>
                  <a:cubicBezTo>
                    <a:pt x="223" y="71"/>
                    <a:pt x="207" y="54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4" name="Google Shape;20144;p53"/>
            <p:cNvSpPr/>
            <p:nvPr/>
          </p:nvSpPr>
          <p:spPr>
            <a:xfrm>
              <a:off x="3853400" y="22545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41" y="0"/>
                  </a:moveTo>
                  <a:cubicBezTo>
                    <a:pt x="104" y="0"/>
                    <a:pt x="71" y="0"/>
                    <a:pt x="54" y="33"/>
                  </a:cubicBezTo>
                  <a:cubicBezTo>
                    <a:pt x="1" y="66"/>
                    <a:pt x="1" y="153"/>
                    <a:pt x="38" y="206"/>
                  </a:cubicBezTo>
                  <a:cubicBezTo>
                    <a:pt x="54" y="239"/>
                    <a:pt x="87" y="256"/>
                    <a:pt x="104" y="256"/>
                  </a:cubicBezTo>
                  <a:cubicBezTo>
                    <a:pt x="141" y="256"/>
                    <a:pt x="174" y="256"/>
                    <a:pt x="190" y="223"/>
                  </a:cubicBezTo>
                  <a:cubicBezTo>
                    <a:pt x="207" y="206"/>
                    <a:pt x="227" y="169"/>
                    <a:pt x="227" y="136"/>
                  </a:cubicBezTo>
                  <a:cubicBezTo>
                    <a:pt x="244" y="103"/>
                    <a:pt x="227" y="66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57" y="0"/>
                    <a:pt x="141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5" name="Google Shape;20145;p53"/>
            <p:cNvSpPr/>
            <p:nvPr/>
          </p:nvSpPr>
          <p:spPr>
            <a:xfrm>
              <a:off x="3850000" y="23013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4" y="0"/>
                  </a:moveTo>
                  <a:cubicBezTo>
                    <a:pt x="34" y="17"/>
                    <a:pt x="1" y="87"/>
                    <a:pt x="17" y="153"/>
                  </a:cubicBezTo>
                  <a:cubicBezTo>
                    <a:pt x="17" y="190"/>
                    <a:pt x="34" y="223"/>
                    <a:pt x="54" y="239"/>
                  </a:cubicBezTo>
                  <a:cubicBezTo>
                    <a:pt x="77" y="251"/>
                    <a:pt x="93" y="263"/>
                    <a:pt x="111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190" y="256"/>
                    <a:pt x="240" y="190"/>
                    <a:pt x="223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6" name="Google Shape;20146;p53"/>
            <p:cNvSpPr/>
            <p:nvPr/>
          </p:nvSpPr>
          <p:spPr>
            <a:xfrm>
              <a:off x="3861650" y="22239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1"/>
                  </a:moveTo>
                  <a:cubicBezTo>
                    <a:pt x="50" y="17"/>
                    <a:pt x="0" y="67"/>
                    <a:pt x="17" y="153"/>
                  </a:cubicBezTo>
                  <a:cubicBezTo>
                    <a:pt x="17" y="214"/>
                    <a:pt x="54" y="260"/>
                    <a:pt x="110" y="260"/>
                  </a:cubicBezTo>
                  <a:cubicBezTo>
                    <a:pt x="118" y="260"/>
                    <a:pt x="127" y="259"/>
                    <a:pt x="136" y="257"/>
                  </a:cubicBezTo>
                  <a:cubicBezTo>
                    <a:pt x="169" y="257"/>
                    <a:pt x="186" y="240"/>
                    <a:pt x="207" y="207"/>
                  </a:cubicBezTo>
                  <a:cubicBezTo>
                    <a:pt x="223" y="170"/>
                    <a:pt x="240" y="137"/>
                    <a:pt x="223" y="104"/>
                  </a:cubicBezTo>
                  <a:cubicBezTo>
                    <a:pt x="223" y="67"/>
                    <a:pt x="207" y="50"/>
                    <a:pt x="186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7" name="Google Shape;20147;p53"/>
            <p:cNvSpPr/>
            <p:nvPr/>
          </p:nvSpPr>
          <p:spPr>
            <a:xfrm>
              <a:off x="3797225" y="2294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7" y="1"/>
                  </a:moveTo>
                  <a:cubicBezTo>
                    <a:pt x="104" y="1"/>
                    <a:pt x="67" y="1"/>
                    <a:pt x="50" y="17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3" y="238"/>
                    <a:pt x="84" y="256"/>
                    <a:pt x="116" y="256"/>
                  </a:cubicBezTo>
                  <a:cubicBezTo>
                    <a:pt x="140" y="256"/>
                    <a:pt x="165" y="246"/>
                    <a:pt x="186" y="223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86" y="34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8" name="Google Shape;20148;p53"/>
            <p:cNvSpPr/>
            <p:nvPr/>
          </p:nvSpPr>
          <p:spPr>
            <a:xfrm>
              <a:off x="3799800" y="2500625"/>
              <a:ext cx="6425" cy="6575"/>
            </a:xfrm>
            <a:custGeom>
              <a:avLst/>
              <a:gdLst/>
              <a:ahLst/>
              <a:cxnLst/>
              <a:rect l="l" t="t" r="r" b="b"/>
              <a:pathLst>
                <a:path w="257" h="263" extrusionOk="0">
                  <a:moveTo>
                    <a:pt x="117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53"/>
                    <a:pt x="34" y="219"/>
                    <a:pt x="83" y="256"/>
                  </a:cubicBezTo>
                  <a:cubicBezTo>
                    <a:pt x="96" y="260"/>
                    <a:pt x="109" y="262"/>
                    <a:pt x="122" y="262"/>
                  </a:cubicBezTo>
                  <a:cubicBezTo>
                    <a:pt x="166" y="262"/>
                    <a:pt x="211" y="240"/>
                    <a:pt x="223" y="186"/>
                  </a:cubicBezTo>
                  <a:cubicBezTo>
                    <a:pt x="256" y="116"/>
                    <a:pt x="223" y="30"/>
                    <a:pt x="170" y="13"/>
                  </a:cubicBezTo>
                  <a:cubicBezTo>
                    <a:pt x="152" y="4"/>
                    <a:pt x="13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9" name="Google Shape;20149;p53"/>
            <p:cNvSpPr/>
            <p:nvPr/>
          </p:nvSpPr>
          <p:spPr>
            <a:xfrm>
              <a:off x="3798875" y="225100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04" y="0"/>
                  </a:moveTo>
                  <a:cubicBezTo>
                    <a:pt x="87" y="0"/>
                    <a:pt x="71" y="0"/>
                    <a:pt x="71" y="17"/>
                  </a:cubicBezTo>
                  <a:cubicBezTo>
                    <a:pt x="17" y="37"/>
                    <a:pt x="1" y="87"/>
                    <a:pt x="1" y="157"/>
                  </a:cubicBezTo>
                  <a:cubicBezTo>
                    <a:pt x="1" y="190"/>
                    <a:pt x="17" y="206"/>
                    <a:pt x="54" y="243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0" y="243"/>
                    <a:pt x="223" y="173"/>
                    <a:pt x="223" y="103"/>
                  </a:cubicBezTo>
                  <a:cubicBezTo>
                    <a:pt x="223" y="103"/>
                    <a:pt x="223" y="87"/>
                    <a:pt x="207" y="70"/>
                  </a:cubicBezTo>
                  <a:cubicBezTo>
                    <a:pt x="207" y="54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0" name="Google Shape;20150;p53"/>
            <p:cNvSpPr/>
            <p:nvPr/>
          </p:nvSpPr>
          <p:spPr>
            <a:xfrm>
              <a:off x="3796300" y="2269025"/>
              <a:ext cx="2200" cy="6100"/>
            </a:xfrm>
            <a:custGeom>
              <a:avLst/>
              <a:gdLst/>
              <a:ahLst/>
              <a:cxnLst/>
              <a:rect l="l" t="t" r="r" b="b"/>
              <a:pathLst>
                <a:path w="88" h="244" extrusionOk="0">
                  <a:moveTo>
                    <a:pt x="0" y="1"/>
                  </a:moveTo>
                  <a:lnTo>
                    <a:pt x="0" y="244"/>
                  </a:lnTo>
                  <a:cubicBezTo>
                    <a:pt x="38" y="223"/>
                    <a:pt x="54" y="207"/>
                    <a:pt x="54" y="174"/>
                  </a:cubicBezTo>
                  <a:cubicBezTo>
                    <a:pt x="87" y="104"/>
                    <a:pt x="54" y="3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1" name="Google Shape;20151;p53"/>
            <p:cNvSpPr/>
            <p:nvPr/>
          </p:nvSpPr>
          <p:spPr>
            <a:xfrm>
              <a:off x="3796300" y="24674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87" y="0"/>
                  </a:moveTo>
                  <a:cubicBezTo>
                    <a:pt x="54" y="17"/>
                    <a:pt x="17" y="37"/>
                    <a:pt x="0" y="87"/>
                  </a:cubicBezTo>
                  <a:lnTo>
                    <a:pt x="0" y="190"/>
                  </a:lnTo>
                  <a:cubicBezTo>
                    <a:pt x="17" y="206"/>
                    <a:pt x="38" y="223"/>
                    <a:pt x="38" y="243"/>
                  </a:cubicBezTo>
                  <a:cubicBezTo>
                    <a:pt x="71" y="260"/>
                    <a:pt x="104" y="260"/>
                    <a:pt x="120" y="260"/>
                  </a:cubicBezTo>
                  <a:cubicBezTo>
                    <a:pt x="190" y="243"/>
                    <a:pt x="223" y="190"/>
                    <a:pt x="223" y="103"/>
                  </a:cubicBezTo>
                  <a:cubicBezTo>
                    <a:pt x="207" y="70"/>
                    <a:pt x="190" y="54"/>
                    <a:pt x="174" y="17"/>
                  </a:cubicBezTo>
                  <a:lnTo>
                    <a:pt x="157" y="17"/>
                  </a:lnTo>
                  <a:cubicBezTo>
                    <a:pt x="141" y="0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2" name="Google Shape;20152;p53"/>
            <p:cNvSpPr/>
            <p:nvPr/>
          </p:nvSpPr>
          <p:spPr>
            <a:xfrm>
              <a:off x="3796300" y="2485475"/>
              <a:ext cx="425" cy="2200"/>
            </a:xfrm>
            <a:custGeom>
              <a:avLst/>
              <a:gdLst/>
              <a:ahLst/>
              <a:cxnLst/>
              <a:rect l="l" t="t" r="r" b="b"/>
              <a:pathLst>
                <a:path w="17" h="88" extrusionOk="0">
                  <a:moveTo>
                    <a:pt x="0" y="1"/>
                  </a:moveTo>
                  <a:lnTo>
                    <a:pt x="0" y="87"/>
                  </a:lnTo>
                  <a:cubicBezTo>
                    <a:pt x="17" y="54"/>
                    <a:pt x="17" y="1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3" name="Google Shape;20153;p53"/>
            <p:cNvSpPr/>
            <p:nvPr/>
          </p:nvSpPr>
          <p:spPr>
            <a:xfrm>
              <a:off x="3816925" y="22758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9" y="1"/>
                  </a:moveTo>
                  <a:cubicBezTo>
                    <a:pt x="87" y="1"/>
                    <a:pt x="47" y="33"/>
                    <a:pt x="17" y="91"/>
                  </a:cubicBezTo>
                  <a:cubicBezTo>
                    <a:pt x="0" y="157"/>
                    <a:pt x="37" y="227"/>
                    <a:pt x="87" y="260"/>
                  </a:cubicBezTo>
                  <a:lnTo>
                    <a:pt x="140" y="260"/>
                  </a:lnTo>
                  <a:cubicBezTo>
                    <a:pt x="173" y="260"/>
                    <a:pt x="206" y="227"/>
                    <a:pt x="223" y="178"/>
                  </a:cubicBezTo>
                  <a:cubicBezTo>
                    <a:pt x="243" y="124"/>
                    <a:pt x="243" y="91"/>
                    <a:pt x="206" y="38"/>
                  </a:cubicBezTo>
                  <a:cubicBezTo>
                    <a:pt x="190" y="38"/>
                    <a:pt x="190" y="21"/>
                    <a:pt x="173" y="5"/>
                  </a:cubicBezTo>
                  <a:cubicBezTo>
                    <a:pt x="161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4" name="Google Shape;20154;p53"/>
            <p:cNvSpPr/>
            <p:nvPr/>
          </p:nvSpPr>
          <p:spPr>
            <a:xfrm>
              <a:off x="3802375" y="21853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1"/>
                  </a:moveTo>
                  <a:cubicBezTo>
                    <a:pt x="34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40"/>
                  </a:cubicBezTo>
                  <a:cubicBezTo>
                    <a:pt x="74" y="252"/>
                    <a:pt x="91" y="263"/>
                    <a:pt x="110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186" y="256"/>
                    <a:pt x="240" y="190"/>
                    <a:pt x="223" y="120"/>
                  </a:cubicBezTo>
                  <a:cubicBezTo>
                    <a:pt x="223" y="87"/>
                    <a:pt x="207" y="50"/>
                    <a:pt x="186" y="34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5" name="Google Shape;20155;p53"/>
            <p:cNvSpPr/>
            <p:nvPr/>
          </p:nvSpPr>
          <p:spPr>
            <a:xfrm>
              <a:off x="3812700" y="22184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6" y="0"/>
                  </a:moveTo>
                  <a:cubicBezTo>
                    <a:pt x="103" y="0"/>
                    <a:pt x="66" y="17"/>
                    <a:pt x="50" y="33"/>
                  </a:cubicBezTo>
                  <a:cubicBezTo>
                    <a:pt x="33" y="50"/>
                    <a:pt x="17" y="83"/>
                    <a:pt x="17" y="120"/>
                  </a:cubicBezTo>
                  <a:cubicBezTo>
                    <a:pt x="0" y="153"/>
                    <a:pt x="17" y="186"/>
                    <a:pt x="33" y="223"/>
                  </a:cubicBezTo>
                  <a:cubicBezTo>
                    <a:pt x="51" y="250"/>
                    <a:pt x="81" y="262"/>
                    <a:pt x="112" y="262"/>
                  </a:cubicBezTo>
                  <a:cubicBezTo>
                    <a:pt x="137" y="262"/>
                    <a:pt x="163" y="254"/>
                    <a:pt x="186" y="239"/>
                  </a:cubicBezTo>
                  <a:cubicBezTo>
                    <a:pt x="239" y="186"/>
                    <a:pt x="239" y="103"/>
                    <a:pt x="206" y="50"/>
                  </a:cubicBezTo>
                  <a:cubicBezTo>
                    <a:pt x="186" y="33"/>
                    <a:pt x="169" y="17"/>
                    <a:pt x="153" y="17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6" name="Google Shape;20156;p53"/>
            <p:cNvSpPr/>
            <p:nvPr/>
          </p:nvSpPr>
          <p:spPr>
            <a:xfrm>
              <a:off x="3815275" y="2198625"/>
              <a:ext cx="5575" cy="6625"/>
            </a:xfrm>
            <a:custGeom>
              <a:avLst/>
              <a:gdLst/>
              <a:ahLst/>
              <a:cxnLst/>
              <a:rect l="l" t="t" r="r" b="b"/>
              <a:pathLst>
                <a:path w="223" h="265" extrusionOk="0">
                  <a:moveTo>
                    <a:pt x="103" y="1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0" y="190"/>
                    <a:pt x="17" y="223"/>
                    <a:pt x="50" y="240"/>
                  </a:cubicBezTo>
                  <a:cubicBezTo>
                    <a:pt x="61" y="251"/>
                    <a:pt x="83" y="265"/>
                    <a:pt x="106" y="265"/>
                  </a:cubicBezTo>
                  <a:cubicBezTo>
                    <a:pt x="116" y="265"/>
                    <a:pt x="126" y="262"/>
                    <a:pt x="136" y="256"/>
                  </a:cubicBezTo>
                  <a:cubicBezTo>
                    <a:pt x="186" y="256"/>
                    <a:pt x="223" y="190"/>
                    <a:pt x="223" y="120"/>
                  </a:cubicBezTo>
                  <a:cubicBezTo>
                    <a:pt x="223" y="87"/>
                    <a:pt x="206" y="50"/>
                    <a:pt x="169" y="34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7" name="Google Shape;20157;p53"/>
            <p:cNvSpPr/>
            <p:nvPr/>
          </p:nvSpPr>
          <p:spPr>
            <a:xfrm>
              <a:off x="3810100" y="2263050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04" y="0"/>
                  </a:moveTo>
                  <a:cubicBezTo>
                    <a:pt x="67" y="0"/>
                    <a:pt x="50" y="17"/>
                    <a:pt x="34" y="50"/>
                  </a:cubicBezTo>
                  <a:cubicBezTo>
                    <a:pt x="17" y="71"/>
                    <a:pt x="1" y="104"/>
                    <a:pt x="1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86" y="240"/>
                    <a:pt x="240" y="174"/>
                    <a:pt x="224" y="104"/>
                  </a:cubicBezTo>
                  <a:cubicBezTo>
                    <a:pt x="224" y="71"/>
                    <a:pt x="207" y="33"/>
                    <a:pt x="186" y="17"/>
                  </a:cubicBezTo>
                  <a:cubicBezTo>
                    <a:pt x="170" y="17"/>
                    <a:pt x="170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8" name="Google Shape;20158;p53"/>
            <p:cNvSpPr/>
            <p:nvPr/>
          </p:nvSpPr>
          <p:spPr>
            <a:xfrm>
              <a:off x="3807950" y="23098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87" y="0"/>
                  </a:moveTo>
                  <a:cubicBezTo>
                    <a:pt x="33" y="17"/>
                    <a:pt x="0" y="70"/>
                    <a:pt x="0" y="157"/>
                  </a:cubicBezTo>
                  <a:cubicBezTo>
                    <a:pt x="0" y="190"/>
                    <a:pt x="33" y="223"/>
                    <a:pt x="50" y="239"/>
                  </a:cubicBezTo>
                  <a:cubicBezTo>
                    <a:pt x="66" y="260"/>
                    <a:pt x="103" y="260"/>
                    <a:pt x="120" y="260"/>
                  </a:cubicBezTo>
                  <a:cubicBezTo>
                    <a:pt x="153" y="260"/>
                    <a:pt x="190" y="239"/>
                    <a:pt x="207" y="206"/>
                  </a:cubicBezTo>
                  <a:cubicBezTo>
                    <a:pt x="223" y="173"/>
                    <a:pt x="223" y="136"/>
                    <a:pt x="223" y="103"/>
                  </a:cubicBezTo>
                  <a:cubicBezTo>
                    <a:pt x="223" y="70"/>
                    <a:pt x="207" y="54"/>
                    <a:pt x="169" y="17"/>
                  </a:cubicBezTo>
                  <a:cubicBezTo>
                    <a:pt x="169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9" name="Google Shape;20159;p53"/>
            <p:cNvSpPr/>
            <p:nvPr/>
          </p:nvSpPr>
          <p:spPr>
            <a:xfrm>
              <a:off x="3804450" y="2280500"/>
              <a:ext cx="5675" cy="6600"/>
            </a:xfrm>
            <a:custGeom>
              <a:avLst/>
              <a:gdLst/>
              <a:ahLst/>
              <a:cxnLst/>
              <a:rect l="l" t="t" r="r" b="b"/>
              <a:pathLst>
                <a:path w="227" h="264" extrusionOk="0">
                  <a:moveTo>
                    <a:pt x="118" y="0"/>
                  </a:moveTo>
                  <a:cubicBezTo>
                    <a:pt x="109" y="0"/>
                    <a:pt x="99" y="2"/>
                    <a:pt x="87" y="7"/>
                  </a:cubicBezTo>
                  <a:cubicBezTo>
                    <a:pt x="37" y="7"/>
                    <a:pt x="0" y="73"/>
                    <a:pt x="0" y="144"/>
                  </a:cubicBezTo>
                  <a:cubicBezTo>
                    <a:pt x="0" y="177"/>
                    <a:pt x="21" y="214"/>
                    <a:pt x="54" y="230"/>
                  </a:cubicBezTo>
                  <a:cubicBezTo>
                    <a:pt x="70" y="247"/>
                    <a:pt x="103" y="263"/>
                    <a:pt x="124" y="263"/>
                  </a:cubicBezTo>
                  <a:cubicBezTo>
                    <a:pt x="190" y="247"/>
                    <a:pt x="227" y="177"/>
                    <a:pt x="227" y="111"/>
                  </a:cubicBezTo>
                  <a:cubicBezTo>
                    <a:pt x="227" y="73"/>
                    <a:pt x="206" y="40"/>
                    <a:pt x="173" y="24"/>
                  </a:cubicBezTo>
                  <a:lnTo>
                    <a:pt x="157" y="7"/>
                  </a:lnTo>
                  <a:cubicBezTo>
                    <a:pt x="146" y="7"/>
                    <a:pt x="13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0" name="Google Shape;20160;p53"/>
            <p:cNvSpPr/>
            <p:nvPr/>
          </p:nvSpPr>
          <p:spPr>
            <a:xfrm>
              <a:off x="3801875" y="220162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40" y="0"/>
                  </a:moveTo>
                  <a:cubicBezTo>
                    <a:pt x="103" y="0"/>
                    <a:pt x="87" y="0"/>
                    <a:pt x="54" y="33"/>
                  </a:cubicBezTo>
                  <a:cubicBezTo>
                    <a:pt x="0" y="70"/>
                    <a:pt x="0" y="157"/>
                    <a:pt x="37" y="206"/>
                  </a:cubicBezTo>
                  <a:cubicBezTo>
                    <a:pt x="54" y="239"/>
                    <a:pt x="87" y="260"/>
                    <a:pt x="124" y="260"/>
                  </a:cubicBezTo>
                  <a:cubicBezTo>
                    <a:pt x="140" y="260"/>
                    <a:pt x="173" y="260"/>
                    <a:pt x="190" y="223"/>
                  </a:cubicBezTo>
                  <a:cubicBezTo>
                    <a:pt x="243" y="190"/>
                    <a:pt x="243" y="103"/>
                    <a:pt x="206" y="54"/>
                  </a:cubicBezTo>
                  <a:cubicBezTo>
                    <a:pt x="206" y="33"/>
                    <a:pt x="190" y="17"/>
                    <a:pt x="173" y="17"/>
                  </a:cubicBezTo>
                  <a:cubicBezTo>
                    <a:pt x="157" y="0"/>
                    <a:pt x="157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1" name="Google Shape;20161;p53"/>
            <p:cNvSpPr/>
            <p:nvPr/>
          </p:nvSpPr>
          <p:spPr>
            <a:xfrm>
              <a:off x="3928125" y="22428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4" y="0"/>
                  </a:moveTo>
                  <a:cubicBezTo>
                    <a:pt x="54" y="0"/>
                    <a:pt x="1" y="70"/>
                    <a:pt x="21" y="136"/>
                  </a:cubicBezTo>
                  <a:cubicBezTo>
                    <a:pt x="21" y="174"/>
                    <a:pt x="38" y="207"/>
                    <a:pt x="54" y="223"/>
                  </a:cubicBezTo>
                  <a:cubicBezTo>
                    <a:pt x="87" y="260"/>
                    <a:pt x="104" y="260"/>
                    <a:pt x="141" y="260"/>
                  </a:cubicBezTo>
                  <a:cubicBezTo>
                    <a:pt x="207" y="240"/>
                    <a:pt x="244" y="174"/>
                    <a:pt x="227" y="103"/>
                  </a:cubicBezTo>
                  <a:cubicBezTo>
                    <a:pt x="227" y="70"/>
                    <a:pt x="207" y="33"/>
                    <a:pt x="190" y="17"/>
                  </a:cubicBezTo>
                  <a:cubicBezTo>
                    <a:pt x="174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2" name="Google Shape;20162;p53"/>
            <p:cNvSpPr/>
            <p:nvPr/>
          </p:nvSpPr>
          <p:spPr>
            <a:xfrm>
              <a:off x="3905875" y="2260575"/>
              <a:ext cx="6400" cy="6325"/>
            </a:xfrm>
            <a:custGeom>
              <a:avLst/>
              <a:gdLst/>
              <a:ahLst/>
              <a:cxnLst/>
              <a:rect l="l" t="t" r="r" b="b"/>
              <a:pathLst>
                <a:path w="256" h="253" extrusionOk="0">
                  <a:moveTo>
                    <a:pt x="127" y="0"/>
                  </a:moveTo>
                  <a:cubicBezTo>
                    <a:pt x="86" y="0"/>
                    <a:pt x="45" y="31"/>
                    <a:pt x="33" y="83"/>
                  </a:cubicBezTo>
                  <a:cubicBezTo>
                    <a:pt x="0" y="149"/>
                    <a:pt x="33" y="219"/>
                    <a:pt x="87" y="252"/>
                  </a:cubicBezTo>
                  <a:lnTo>
                    <a:pt x="136" y="252"/>
                  </a:lnTo>
                  <a:cubicBezTo>
                    <a:pt x="190" y="252"/>
                    <a:pt x="223" y="219"/>
                    <a:pt x="239" y="170"/>
                  </a:cubicBezTo>
                  <a:cubicBezTo>
                    <a:pt x="256" y="132"/>
                    <a:pt x="239" y="83"/>
                    <a:pt x="223" y="46"/>
                  </a:cubicBezTo>
                  <a:cubicBezTo>
                    <a:pt x="206" y="29"/>
                    <a:pt x="190" y="13"/>
                    <a:pt x="169" y="13"/>
                  </a:cubicBezTo>
                  <a:cubicBezTo>
                    <a:pt x="156" y="4"/>
                    <a:pt x="141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3" name="Google Shape;20163;p53"/>
            <p:cNvSpPr/>
            <p:nvPr/>
          </p:nvSpPr>
          <p:spPr>
            <a:xfrm>
              <a:off x="3932875" y="2222550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39" y="0"/>
                  </a:moveTo>
                  <a:cubicBezTo>
                    <a:pt x="87" y="0"/>
                    <a:pt x="48" y="33"/>
                    <a:pt x="17" y="91"/>
                  </a:cubicBezTo>
                  <a:cubicBezTo>
                    <a:pt x="0" y="161"/>
                    <a:pt x="37" y="227"/>
                    <a:pt x="87" y="248"/>
                  </a:cubicBezTo>
                  <a:cubicBezTo>
                    <a:pt x="101" y="256"/>
                    <a:pt x="116" y="260"/>
                    <a:pt x="131" y="260"/>
                  </a:cubicBezTo>
                  <a:cubicBezTo>
                    <a:pt x="172" y="260"/>
                    <a:pt x="211" y="229"/>
                    <a:pt x="223" y="177"/>
                  </a:cubicBezTo>
                  <a:cubicBezTo>
                    <a:pt x="260" y="107"/>
                    <a:pt x="223" y="41"/>
                    <a:pt x="173" y="4"/>
                  </a:cubicBezTo>
                  <a:cubicBezTo>
                    <a:pt x="162" y="1"/>
                    <a:pt x="150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4" name="Google Shape;20164;p53"/>
            <p:cNvSpPr/>
            <p:nvPr/>
          </p:nvSpPr>
          <p:spPr>
            <a:xfrm>
              <a:off x="3930300" y="2192500"/>
              <a:ext cx="5575" cy="6725"/>
            </a:xfrm>
            <a:custGeom>
              <a:avLst/>
              <a:gdLst/>
              <a:ahLst/>
              <a:cxnLst/>
              <a:rect l="l" t="t" r="r" b="b"/>
              <a:pathLst>
                <a:path w="223" h="269" extrusionOk="0">
                  <a:moveTo>
                    <a:pt x="109" y="1"/>
                  </a:moveTo>
                  <a:cubicBezTo>
                    <a:pt x="62" y="1"/>
                    <a:pt x="14" y="35"/>
                    <a:pt x="0" y="89"/>
                  </a:cubicBezTo>
                  <a:lnTo>
                    <a:pt x="0" y="143"/>
                  </a:lnTo>
                  <a:cubicBezTo>
                    <a:pt x="0" y="192"/>
                    <a:pt x="17" y="246"/>
                    <a:pt x="70" y="262"/>
                  </a:cubicBezTo>
                  <a:cubicBezTo>
                    <a:pt x="79" y="267"/>
                    <a:pt x="90" y="269"/>
                    <a:pt x="100" y="269"/>
                  </a:cubicBezTo>
                  <a:cubicBezTo>
                    <a:pt x="129" y="269"/>
                    <a:pt x="161" y="253"/>
                    <a:pt x="173" y="229"/>
                  </a:cubicBezTo>
                  <a:cubicBezTo>
                    <a:pt x="190" y="213"/>
                    <a:pt x="206" y="192"/>
                    <a:pt x="206" y="176"/>
                  </a:cubicBezTo>
                  <a:cubicBezTo>
                    <a:pt x="223" y="110"/>
                    <a:pt x="206" y="40"/>
                    <a:pt x="140" y="7"/>
                  </a:cubicBezTo>
                  <a:cubicBezTo>
                    <a:pt x="130" y="3"/>
                    <a:pt x="120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5" name="Google Shape;20165;p53"/>
            <p:cNvSpPr/>
            <p:nvPr/>
          </p:nvSpPr>
          <p:spPr>
            <a:xfrm>
              <a:off x="3920925" y="22275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1" y="0"/>
                  </a:moveTo>
                  <a:cubicBezTo>
                    <a:pt x="84" y="0"/>
                    <a:pt x="66" y="4"/>
                    <a:pt x="50" y="12"/>
                  </a:cubicBezTo>
                  <a:cubicBezTo>
                    <a:pt x="33" y="29"/>
                    <a:pt x="17" y="50"/>
                    <a:pt x="17" y="83"/>
                  </a:cubicBezTo>
                  <a:cubicBezTo>
                    <a:pt x="0" y="116"/>
                    <a:pt x="0" y="132"/>
                    <a:pt x="0" y="169"/>
                  </a:cubicBezTo>
                  <a:cubicBezTo>
                    <a:pt x="17" y="202"/>
                    <a:pt x="33" y="235"/>
                    <a:pt x="66" y="256"/>
                  </a:cubicBezTo>
                  <a:cubicBezTo>
                    <a:pt x="78" y="258"/>
                    <a:pt x="89" y="260"/>
                    <a:pt x="99" y="260"/>
                  </a:cubicBezTo>
                  <a:cubicBezTo>
                    <a:pt x="152" y="260"/>
                    <a:pt x="192" y="227"/>
                    <a:pt x="223" y="186"/>
                  </a:cubicBezTo>
                  <a:cubicBezTo>
                    <a:pt x="239" y="116"/>
                    <a:pt x="206" y="29"/>
                    <a:pt x="153" y="12"/>
                  </a:cubicBezTo>
                  <a:cubicBezTo>
                    <a:pt x="136" y="4"/>
                    <a:pt x="119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6" name="Google Shape;20166;p53"/>
            <p:cNvSpPr/>
            <p:nvPr/>
          </p:nvSpPr>
          <p:spPr>
            <a:xfrm>
              <a:off x="3910100" y="2214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21" y="190"/>
                    <a:pt x="37" y="223"/>
                    <a:pt x="54" y="240"/>
                  </a:cubicBezTo>
                  <a:cubicBezTo>
                    <a:pt x="70" y="260"/>
                    <a:pt x="103" y="260"/>
                    <a:pt x="140" y="260"/>
                  </a:cubicBezTo>
                  <a:cubicBezTo>
                    <a:pt x="190" y="260"/>
                    <a:pt x="243" y="190"/>
                    <a:pt x="227" y="120"/>
                  </a:cubicBezTo>
                  <a:cubicBezTo>
                    <a:pt x="227" y="87"/>
                    <a:pt x="206" y="54"/>
                    <a:pt x="190" y="34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7" name="Google Shape;20167;p53"/>
            <p:cNvSpPr/>
            <p:nvPr/>
          </p:nvSpPr>
          <p:spPr>
            <a:xfrm>
              <a:off x="3913600" y="224367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66" y="244"/>
                  </a:cubicBezTo>
                  <a:cubicBezTo>
                    <a:pt x="81" y="255"/>
                    <a:pt x="93" y="267"/>
                    <a:pt x="111" y="267"/>
                  </a:cubicBezTo>
                  <a:cubicBezTo>
                    <a:pt x="119" y="267"/>
                    <a:pt x="127" y="265"/>
                    <a:pt x="136" y="260"/>
                  </a:cubicBezTo>
                  <a:cubicBezTo>
                    <a:pt x="153" y="260"/>
                    <a:pt x="190" y="244"/>
                    <a:pt x="206" y="207"/>
                  </a:cubicBezTo>
                  <a:cubicBezTo>
                    <a:pt x="223" y="190"/>
                    <a:pt x="223" y="157"/>
                    <a:pt x="223" y="124"/>
                  </a:cubicBezTo>
                  <a:cubicBezTo>
                    <a:pt x="223" y="87"/>
                    <a:pt x="206" y="54"/>
                    <a:pt x="190" y="37"/>
                  </a:cubicBezTo>
                  <a:cubicBezTo>
                    <a:pt x="169" y="21"/>
                    <a:pt x="169" y="21"/>
                    <a:pt x="153" y="21"/>
                  </a:cubicBezTo>
                  <a:lnTo>
                    <a:pt x="136" y="21"/>
                  </a:lnTo>
                  <a:cubicBezTo>
                    <a:pt x="120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8" name="Google Shape;20168;p53"/>
            <p:cNvSpPr/>
            <p:nvPr/>
          </p:nvSpPr>
          <p:spPr>
            <a:xfrm>
              <a:off x="3922575" y="2209850"/>
              <a:ext cx="6500" cy="6850"/>
            </a:xfrm>
            <a:custGeom>
              <a:avLst/>
              <a:gdLst/>
              <a:ahLst/>
              <a:cxnLst/>
              <a:rect l="l" t="t" r="r" b="b"/>
              <a:pathLst>
                <a:path w="260" h="274" extrusionOk="0">
                  <a:moveTo>
                    <a:pt x="129" y="1"/>
                  </a:moveTo>
                  <a:cubicBezTo>
                    <a:pt x="88" y="1"/>
                    <a:pt x="49" y="32"/>
                    <a:pt x="37" y="84"/>
                  </a:cubicBezTo>
                  <a:cubicBezTo>
                    <a:pt x="0" y="154"/>
                    <a:pt x="37" y="240"/>
                    <a:pt x="87" y="257"/>
                  </a:cubicBezTo>
                  <a:cubicBezTo>
                    <a:pt x="103" y="273"/>
                    <a:pt x="120" y="273"/>
                    <a:pt x="140" y="273"/>
                  </a:cubicBezTo>
                  <a:cubicBezTo>
                    <a:pt x="190" y="257"/>
                    <a:pt x="223" y="240"/>
                    <a:pt x="243" y="187"/>
                  </a:cubicBezTo>
                  <a:cubicBezTo>
                    <a:pt x="260" y="137"/>
                    <a:pt x="243" y="84"/>
                    <a:pt x="206" y="51"/>
                  </a:cubicBezTo>
                  <a:cubicBezTo>
                    <a:pt x="206" y="34"/>
                    <a:pt x="190" y="13"/>
                    <a:pt x="173" y="13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9" name="Google Shape;20169;p53"/>
            <p:cNvSpPr/>
            <p:nvPr/>
          </p:nvSpPr>
          <p:spPr>
            <a:xfrm>
              <a:off x="3948325" y="22216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19" y="0"/>
                  </a:moveTo>
                  <a:cubicBezTo>
                    <a:pt x="76" y="0"/>
                    <a:pt x="33" y="23"/>
                    <a:pt x="17" y="76"/>
                  </a:cubicBezTo>
                  <a:cubicBezTo>
                    <a:pt x="1" y="142"/>
                    <a:pt x="17" y="229"/>
                    <a:pt x="87" y="245"/>
                  </a:cubicBezTo>
                  <a:cubicBezTo>
                    <a:pt x="102" y="256"/>
                    <a:pt x="118" y="260"/>
                    <a:pt x="133" y="260"/>
                  </a:cubicBezTo>
                  <a:cubicBezTo>
                    <a:pt x="173" y="260"/>
                    <a:pt x="211" y="227"/>
                    <a:pt x="223" y="179"/>
                  </a:cubicBezTo>
                  <a:cubicBezTo>
                    <a:pt x="244" y="109"/>
                    <a:pt x="223" y="39"/>
                    <a:pt x="157" y="6"/>
                  </a:cubicBezTo>
                  <a:cubicBezTo>
                    <a:pt x="145" y="2"/>
                    <a:pt x="132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0" name="Google Shape;20170;p53"/>
            <p:cNvSpPr/>
            <p:nvPr/>
          </p:nvSpPr>
          <p:spPr>
            <a:xfrm>
              <a:off x="3950075" y="2204700"/>
              <a:ext cx="6000" cy="6850"/>
            </a:xfrm>
            <a:custGeom>
              <a:avLst/>
              <a:gdLst/>
              <a:ahLst/>
              <a:cxnLst/>
              <a:rect l="l" t="t" r="r" b="b"/>
              <a:pathLst>
                <a:path w="240" h="274" extrusionOk="0">
                  <a:moveTo>
                    <a:pt x="129" y="1"/>
                  </a:moveTo>
                  <a:cubicBezTo>
                    <a:pt x="120" y="1"/>
                    <a:pt x="112" y="5"/>
                    <a:pt x="104" y="13"/>
                  </a:cubicBezTo>
                  <a:cubicBezTo>
                    <a:pt x="87" y="13"/>
                    <a:pt x="71" y="34"/>
                    <a:pt x="50" y="50"/>
                  </a:cubicBezTo>
                  <a:cubicBezTo>
                    <a:pt x="17" y="67"/>
                    <a:pt x="1" y="116"/>
                    <a:pt x="17" y="153"/>
                  </a:cubicBezTo>
                  <a:cubicBezTo>
                    <a:pt x="17" y="186"/>
                    <a:pt x="34" y="219"/>
                    <a:pt x="50" y="240"/>
                  </a:cubicBezTo>
                  <a:cubicBezTo>
                    <a:pt x="87" y="257"/>
                    <a:pt x="104" y="273"/>
                    <a:pt x="137" y="273"/>
                  </a:cubicBezTo>
                  <a:cubicBezTo>
                    <a:pt x="191" y="257"/>
                    <a:pt x="240" y="186"/>
                    <a:pt x="240" y="137"/>
                  </a:cubicBezTo>
                  <a:lnTo>
                    <a:pt x="240" y="116"/>
                  </a:lnTo>
                  <a:cubicBezTo>
                    <a:pt x="223" y="67"/>
                    <a:pt x="207" y="34"/>
                    <a:pt x="153" y="13"/>
                  </a:cubicBezTo>
                  <a:cubicBezTo>
                    <a:pt x="145" y="5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1" name="Google Shape;20171;p53"/>
            <p:cNvSpPr/>
            <p:nvPr/>
          </p:nvSpPr>
          <p:spPr>
            <a:xfrm>
              <a:off x="3950500" y="23472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67"/>
                    <a:pt x="0" y="153"/>
                  </a:cubicBezTo>
                  <a:cubicBezTo>
                    <a:pt x="17" y="186"/>
                    <a:pt x="33" y="207"/>
                    <a:pt x="54" y="240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90" y="240"/>
                    <a:pt x="239" y="170"/>
                    <a:pt x="223" y="104"/>
                  </a:cubicBezTo>
                  <a:cubicBezTo>
                    <a:pt x="223" y="67"/>
                    <a:pt x="206" y="50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2" name="Google Shape;20172;p53"/>
            <p:cNvSpPr/>
            <p:nvPr/>
          </p:nvSpPr>
          <p:spPr>
            <a:xfrm>
              <a:off x="3937600" y="2207600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37" y="0"/>
                  </a:moveTo>
                  <a:cubicBezTo>
                    <a:pt x="104" y="0"/>
                    <a:pt x="71" y="21"/>
                    <a:pt x="55" y="37"/>
                  </a:cubicBezTo>
                  <a:cubicBezTo>
                    <a:pt x="1" y="70"/>
                    <a:pt x="1" y="157"/>
                    <a:pt x="34" y="206"/>
                  </a:cubicBezTo>
                  <a:cubicBezTo>
                    <a:pt x="55" y="244"/>
                    <a:pt x="88" y="260"/>
                    <a:pt x="104" y="260"/>
                  </a:cubicBezTo>
                  <a:cubicBezTo>
                    <a:pt x="137" y="260"/>
                    <a:pt x="174" y="260"/>
                    <a:pt x="191" y="244"/>
                  </a:cubicBezTo>
                  <a:cubicBezTo>
                    <a:pt x="207" y="206"/>
                    <a:pt x="224" y="190"/>
                    <a:pt x="224" y="157"/>
                  </a:cubicBezTo>
                  <a:cubicBezTo>
                    <a:pt x="240" y="124"/>
                    <a:pt x="224" y="87"/>
                    <a:pt x="207" y="54"/>
                  </a:cubicBezTo>
                  <a:cubicBezTo>
                    <a:pt x="191" y="37"/>
                    <a:pt x="174" y="21"/>
                    <a:pt x="158" y="21"/>
                  </a:cubicBezTo>
                  <a:cubicBezTo>
                    <a:pt x="158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3" name="Google Shape;20173;p53"/>
            <p:cNvSpPr/>
            <p:nvPr/>
          </p:nvSpPr>
          <p:spPr>
            <a:xfrm>
              <a:off x="3944525" y="2191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66" y="1"/>
                    <a:pt x="50" y="17"/>
                    <a:pt x="33" y="55"/>
                  </a:cubicBezTo>
                  <a:cubicBezTo>
                    <a:pt x="17" y="88"/>
                    <a:pt x="0" y="120"/>
                    <a:pt x="0" y="158"/>
                  </a:cubicBezTo>
                  <a:cubicBezTo>
                    <a:pt x="17" y="191"/>
                    <a:pt x="33" y="207"/>
                    <a:pt x="50" y="240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90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4" name="Google Shape;20174;p53"/>
            <p:cNvSpPr/>
            <p:nvPr/>
          </p:nvSpPr>
          <p:spPr>
            <a:xfrm>
              <a:off x="3940600" y="22371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6" y="1"/>
                  </a:moveTo>
                  <a:cubicBezTo>
                    <a:pt x="99" y="1"/>
                    <a:pt x="51" y="33"/>
                    <a:pt x="38" y="91"/>
                  </a:cubicBezTo>
                  <a:cubicBezTo>
                    <a:pt x="1" y="157"/>
                    <a:pt x="38" y="227"/>
                    <a:pt x="87" y="260"/>
                  </a:cubicBezTo>
                  <a:cubicBezTo>
                    <a:pt x="100" y="264"/>
                    <a:pt x="113" y="266"/>
                    <a:pt x="124" y="266"/>
                  </a:cubicBezTo>
                  <a:cubicBezTo>
                    <a:pt x="175" y="266"/>
                    <a:pt x="214" y="232"/>
                    <a:pt x="244" y="178"/>
                  </a:cubicBezTo>
                  <a:cubicBezTo>
                    <a:pt x="260" y="108"/>
                    <a:pt x="223" y="38"/>
                    <a:pt x="174" y="5"/>
                  </a:cubicBezTo>
                  <a:cubicBezTo>
                    <a:pt x="165" y="2"/>
                    <a:pt x="155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5" name="Google Shape;20175;p53"/>
            <p:cNvSpPr/>
            <p:nvPr/>
          </p:nvSpPr>
          <p:spPr>
            <a:xfrm>
              <a:off x="3875350" y="22188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40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207" y="240"/>
                    <a:pt x="240" y="190"/>
                    <a:pt x="223" y="104"/>
                  </a:cubicBezTo>
                  <a:cubicBezTo>
                    <a:pt x="223" y="67"/>
                    <a:pt x="207" y="50"/>
                    <a:pt x="190" y="34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6" name="Google Shape;20176;p53"/>
            <p:cNvSpPr/>
            <p:nvPr/>
          </p:nvSpPr>
          <p:spPr>
            <a:xfrm>
              <a:off x="3875350" y="21882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27" y="0"/>
                  </a:moveTo>
                  <a:cubicBezTo>
                    <a:pt x="82" y="0"/>
                    <a:pt x="31" y="33"/>
                    <a:pt x="17" y="91"/>
                  </a:cubicBezTo>
                  <a:cubicBezTo>
                    <a:pt x="1" y="157"/>
                    <a:pt x="17" y="227"/>
                    <a:pt x="87" y="260"/>
                  </a:cubicBezTo>
                  <a:cubicBezTo>
                    <a:pt x="97" y="264"/>
                    <a:pt x="107" y="266"/>
                    <a:pt x="117" y="266"/>
                  </a:cubicBezTo>
                  <a:cubicBezTo>
                    <a:pt x="161" y="266"/>
                    <a:pt x="210" y="231"/>
                    <a:pt x="223" y="178"/>
                  </a:cubicBezTo>
                  <a:cubicBezTo>
                    <a:pt x="240" y="107"/>
                    <a:pt x="207" y="37"/>
                    <a:pt x="153" y="4"/>
                  </a:cubicBezTo>
                  <a:cubicBezTo>
                    <a:pt x="145" y="2"/>
                    <a:pt x="136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7" name="Google Shape;20177;p53"/>
            <p:cNvSpPr/>
            <p:nvPr/>
          </p:nvSpPr>
          <p:spPr>
            <a:xfrm>
              <a:off x="3867625" y="22038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9" y="0"/>
                  </a:moveTo>
                  <a:cubicBezTo>
                    <a:pt x="87" y="0"/>
                    <a:pt x="46" y="32"/>
                    <a:pt x="34" y="83"/>
                  </a:cubicBezTo>
                  <a:cubicBezTo>
                    <a:pt x="1" y="149"/>
                    <a:pt x="34" y="219"/>
                    <a:pt x="87" y="252"/>
                  </a:cubicBezTo>
                  <a:cubicBezTo>
                    <a:pt x="103" y="258"/>
                    <a:pt x="119" y="260"/>
                    <a:pt x="134" y="260"/>
                  </a:cubicBezTo>
                  <a:cubicBezTo>
                    <a:pt x="178" y="260"/>
                    <a:pt x="215" y="236"/>
                    <a:pt x="240" y="186"/>
                  </a:cubicBezTo>
                  <a:cubicBezTo>
                    <a:pt x="256" y="116"/>
                    <a:pt x="223" y="30"/>
                    <a:pt x="174" y="13"/>
                  </a:cubicBezTo>
                  <a:cubicBezTo>
                    <a:pt x="159" y="5"/>
                    <a:pt x="144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8" name="Google Shape;20178;p53"/>
            <p:cNvSpPr/>
            <p:nvPr/>
          </p:nvSpPr>
          <p:spPr>
            <a:xfrm>
              <a:off x="3904525" y="218492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4" y="0"/>
                  </a:moveTo>
                  <a:cubicBezTo>
                    <a:pt x="87" y="17"/>
                    <a:pt x="87" y="17"/>
                    <a:pt x="71" y="17"/>
                  </a:cubicBezTo>
                  <a:cubicBezTo>
                    <a:pt x="38" y="33"/>
                    <a:pt x="1" y="103"/>
                    <a:pt x="17" y="153"/>
                  </a:cubicBezTo>
                  <a:cubicBezTo>
                    <a:pt x="17" y="186"/>
                    <a:pt x="38" y="223"/>
                    <a:pt x="54" y="239"/>
                  </a:cubicBezTo>
                  <a:cubicBezTo>
                    <a:pt x="66" y="251"/>
                    <a:pt x="86" y="263"/>
                    <a:pt x="109" y="263"/>
                  </a:cubicBezTo>
                  <a:cubicBezTo>
                    <a:pt x="119" y="263"/>
                    <a:pt x="130" y="261"/>
                    <a:pt x="141" y="256"/>
                  </a:cubicBezTo>
                  <a:cubicBezTo>
                    <a:pt x="190" y="256"/>
                    <a:pt x="244" y="186"/>
                    <a:pt x="223" y="120"/>
                  </a:cubicBezTo>
                  <a:lnTo>
                    <a:pt x="223" y="83"/>
                  </a:lnTo>
                  <a:cubicBezTo>
                    <a:pt x="207" y="50"/>
                    <a:pt x="190" y="33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9" name="Google Shape;20179;p53"/>
            <p:cNvSpPr/>
            <p:nvPr/>
          </p:nvSpPr>
          <p:spPr>
            <a:xfrm>
              <a:off x="3874950" y="2234950"/>
              <a:ext cx="6400" cy="6675"/>
            </a:xfrm>
            <a:custGeom>
              <a:avLst/>
              <a:gdLst/>
              <a:ahLst/>
              <a:cxnLst/>
              <a:rect l="l" t="t" r="r" b="b"/>
              <a:pathLst>
                <a:path w="256" h="267" extrusionOk="0">
                  <a:moveTo>
                    <a:pt x="111" y="0"/>
                  </a:moveTo>
                  <a:cubicBezTo>
                    <a:pt x="92" y="0"/>
                    <a:pt x="76" y="12"/>
                    <a:pt x="50" y="24"/>
                  </a:cubicBezTo>
                  <a:cubicBezTo>
                    <a:pt x="17" y="77"/>
                    <a:pt x="0" y="164"/>
                    <a:pt x="33" y="213"/>
                  </a:cubicBezTo>
                  <a:cubicBezTo>
                    <a:pt x="50" y="246"/>
                    <a:pt x="87" y="267"/>
                    <a:pt x="120" y="267"/>
                  </a:cubicBezTo>
                  <a:cubicBezTo>
                    <a:pt x="136" y="267"/>
                    <a:pt x="169" y="246"/>
                    <a:pt x="190" y="230"/>
                  </a:cubicBezTo>
                  <a:cubicBezTo>
                    <a:pt x="239" y="197"/>
                    <a:pt x="256" y="110"/>
                    <a:pt x="206" y="40"/>
                  </a:cubicBezTo>
                  <a:cubicBezTo>
                    <a:pt x="206" y="24"/>
                    <a:pt x="190" y="24"/>
                    <a:pt x="169" y="7"/>
                  </a:cubicBezTo>
                  <a:lnTo>
                    <a:pt x="136" y="7"/>
                  </a:lnTo>
                  <a:cubicBezTo>
                    <a:pt x="127" y="2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0" name="Google Shape;20180;p53"/>
            <p:cNvSpPr/>
            <p:nvPr/>
          </p:nvSpPr>
          <p:spPr>
            <a:xfrm>
              <a:off x="3871950" y="22843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15" y="1"/>
                    <a:pt x="109" y="3"/>
                    <a:pt x="104" y="8"/>
                  </a:cubicBezTo>
                  <a:lnTo>
                    <a:pt x="67" y="8"/>
                  </a:lnTo>
                  <a:cubicBezTo>
                    <a:pt x="34" y="45"/>
                    <a:pt x="1" y="95"/>
                    <a:pt x="1" y="148"/>
                  </a:cubicBezTo>
                  <a:cubicBezTo>
                    <a:pt x="17" y="181"/>
                    <a:pt x="17" y="214"/>
                    <a:pt x="50" y="231"/>
                  </a:cubicBezTo>
                  <a:cubicBezTo>
                    <a:pt x="67" y="251"/>
                    <a:pt x="104" y="268"/>
                    <a:pt x="137" y="268"/>
                  </a:cubicBezTo>
                  <a:cubicBezTo>
                    <a:pt x="186" y="251"/>
                    <a:pt x="240" y="181"/>
                    <a:pt x="223" y="111"/>
                  </a:cubicBezTo>
                  <a:lnTo>
                    <a:pt x="223" y="78"/>
                  </a:lnTo>
                  <a:cubicBezTo>
                    <a:pt x="207" y="45"/>
                    <a:pt x="186" y="25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1" name="Google Shape;20181;p53"/>
            <p:cNvSpPr/>
            <p:nvPr/>
          </p:nvSpPr>
          <p:spPr>
            <a:xfrm>
              <a:off x="3868450" y="225170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25" y="0"/>
                  </a:moveTo>
                  <a:cubicBezTo>
                    <a:pt x="117" y="0"/>
                    <a:pt x="109" y="2"/>
                    <a:pt x="104" y="9"/>
                  </a:cubicBezTo>
                  <a:cubicBezTo>
                    <a:pt x="54" y="9"/>
                    <a:pt x="1" y="75"/>
                    <a:pt x="17" y="145"/>
                  </a:cubicBezTo>
                  <a:cubicBezTo>
                    <a:pt x="17" y="178"/>
                    <a:pt x="38" y="215"/>
                    <a:pt x="54" y="232"/>
                  </a:cubicBezTo>
                  <a:cubicBezTo>
                    <a:pt x="87" y="248"/>
                    <a:pt x="120" y="265"/>
                    <a:pt x="141" y="265"/>
                  </a:cubicBezTo>
                  <a:cubicBezTo>
                    <a:pt x="174" y="248"/>
                    <a:pt x="190" y="232"/>
                    <a:pt x="207" y="215"/>
                  </a:cubicBezTo>
                  <a:cubicBezTo>
                    <a:pt x="244" y="178"/>
                    <a:pt x="244" y="145"/>
                    <a:pt x="244" y="112"/>
                  </a:cubicBezTo>
                  <a:cubicBezTo>
                    <a:pt x="223" y="75"/>
                    <a:pt x="207" y="42"/>
                    <a:pt x="190" y="26"/>
                  </a:cubicBezTo>
                  <a:lnTo>
                    <a:pt x="174" y="9"/>
                  </a:lnTo>
                  <a:cubicBezTo>
                    <a:pt x="163" y="9"/>
                    <a:pt x="143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2" name="Google Shape;20182;p53"/>
            <p:cNvSpPr/>
            <p:nvPr/>
          </p:nvSpPr>
          <p:spPr>
            <a:xfrm>
              <a:off x="3877525" y="23137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3" y="1"/>
                  </a:moveTo>
                  <a:cubicBezTo>
                    <a:pt x="33" y="17"/>
                    <a:pt x="0" y="83"/>
                    <a:pt x="0" y="153"/>
                  </a:cubicBezTo>
                  <a:cubicBezTo>
                    <a:pt x="17" y="186"/>
                    <a:pt x="17" y="224"/>
                    <a:pt x="50" y="240"/>
                  </a:cubicBezTo>
                  <a:cubicBezTo>
                    <a:pt x="61" y="252"/>
                    <a:pt x="83" y="263"/>
                    <a:pt x="107" y="263"/>
                  </a:cubicBezTo>
                  <a:cubicBezTo>
                    <a:pt x="117" y="263"/>
                    <a:pt x="127" y="261"/>
                    <a:pt x="136" y="257"/>
                  </a:cubicBezTo>
                  <a:cubicBezTo>
                    <a:pt x="190" y="257"/>
                    <a:pt x="239" y="186"/>
                    <a:pt x="223" y="120"/>
                  </a:cubicBezTo>
                  <a:cubicBezTo>
                    <a:pt x="223" y="83"/>
                    <a:pt x="206" y="50"/>
                    <a:pt x="169" y="34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3" name="Google Shape;20183;p53"/>
            <p:cNvSpPr/>
            <p:nvPr/>
          </p:nvSpPr>
          <p:spPr>
            <a:xfrm>
              <a:off x="3889475" y="2216150"/>
              <a:ext cx="6525" cy="6425"/>
            </a:xfrm>
            <a:custGeom>
              <a:avLst/>
              <a:gdLst/>
              <a:ahLst/>
              <a:cxnLst/>
              <a:rect l="l" t="t" r="r" b="b"/>
              <a:pathLst>
                <a:path w="261" h="257" extrusionOk="0">
                  <a:moveTo>
                    <a:pt x="146" y="0"/>
                  </a:moveTo>
                  <a:cubicBezTo>
                    <a:pt x="101" y="0"/>
                    <a:pt x="51" y="30"/>
                    <a:pt x="38" y="71"/>
                  </a:cubicBezTo>
                  <a:cubicBezTo>
                    <a:pt x="1" y="141"/>
                    <a:pt x="38" y="227"/>
                    <a:pt x="87" y="244"/>
                  </a:cubicBezTo>
                  <a:cubicBezTo>
                    <a:pt x="106" y="253"/>
                    <a:pt x="123" y="257"/>
                    <a:pt x="139" y="257"/>
                  </a:cubicBezTo>
                  <a:cubicBezTo>
                    <a:pt x="183" y="257"/>
                    <a:pt x="217" y="225"/>
                    <a:pt x="244" y="174"/>
                  </a:cubicBezTo>
                  <a:cubicBezTo>
                    <a:pt x="260" y="108"/>
                    <a:pt x="227" y="38"/>
                    <a:pt x="174" y="5"/>
                  </a:cubicBezTo>
                  <a:cubicBezTo>
                    <a:pt x="165" y="2"/>
                    <a:pt x="156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4" name="Google Shape;20184;p53"/>
            <p:cNvSpPr/>
            <p:nvPr/>
          </p:nvSpPr>
          <p:spPr>
            <a:xfrm>
              <a:off x="3898125" y="2202825"/>
              <a:ext cx="6025" cy="6650"/>
            </a:xfrm>
            <a:custGeom>
              <a:avLst/>
              <a:gdLst/>
              <a:ahLst/>
              <a:cxnLst/>
              <a:rect l="l" t="t" r="r" b="b"/>
              <a:pathLst>
                <a:path w="241" h="266" extrusionOk="0">
                  <a:moveTo>
                    <a:pt x="124" y="0"/>
                  </a:moveTo>
                  <a:cubicBezTo>
                    <a:pt x="80" y="0"/>
                    <a:pt x="31" y="35"/>
                    <a:pt x="17" y="88"/>
                  </a:cubicBezTo>
                  <a:cubicBezTo>
                    <a:pt x="1" y="158"/>
                    <a:pt x="17" y="228"/>
                    <a:pt x="87" y="261"/>
                  </a:cubicBezTo>
                  <a:cubicBezTo>
                    <a:pt x="96" y="264"/>
                    <a:pt x="105" y="266"/>
                    <a:pt x="114" y="266"/>
                  </a:cubicBezTo>
                  <a:cubicBezTo>
                    <a:pt x="159" y="266"/>
                    <a:pt x="210" y="233"/>
                    <a:pt x="224" y="175"/>
                  </a:cubicBezTo>
                  <a:cubicBezTo>
                    <a:pt x="240" y="109"/>
                    <a:pt x="207" y="39"/>
                    <a:pt x="153" y="6"/>
                  </a:cubicBezTo>
                  <a:cubicBezTo>
                    <a:pt x="144" y="2"/>
                    <a:pt x="134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5" name="Google Shape;20185;p53"/>
            <p:cNvSpPr/>
            <p:nvPr/>
          </p:nvSpPr>
          <p:spPr>
            <a:xfrm>
              <a:off x="3902875" y="22282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7" y="1"/>
                  </a:moveTo>
                  <a:cubicBezTo>
                    <a:pt x="104" y="1"/>
                    <a:pt x="83" y="22"/>
                    <a:pt x="50" y="38"/>
                  </a:cubicBezTo>
                  <a:cubicBezTo>
                    <a:pt x="1" y="88"/>
                    <a:pt x="1" y="158"/>
                    <a:pt x="34" y="228"/>
                  </a:cubicBezTo>
                  <a:cubicBezTo>
                    <a:pt x="52" y="255"/>
                    <a:pt x="81" y="267"/>
                    <a:pt x="112" y="267"/>
                  </a:cubicBezTo>
                  <a:cubicBezTo>
                    <a:pt x="137" y="267"/>
                    <a:pt x="164" y="259"/>
                    <a:pt x="186" y="244"/>
                  </a:cubicBezTo>
                  <a:cubicBezTo>
                    <a:pt x="240" y="191"/>
                    <a:pt x="240" y="104"/>
                    <a:pt x="207" y="55"/>
                  </a:cubicBezTo>
                  <a:cubicBezTo>
                    <a:pt x="207" y="38"/>
                    <a:pt x="186" y="22"/>
                    <a:pt x="170" y="22"/>
                  </a:cubicBezTo>
                  <a:cubicBezTo>
                    <a:pt x="153" y="22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6" name="Google Shape;20186;p53"/>
            <p:cNvSpPr/>
            <p:nvPr/>
          </p:nvSpPr>
          <p:spPr>
            <a:xfrm>
              <a:off x="3889075" y="21853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40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0" y="87"/>
                    <a:pt x="0" y="153"/>
                    <a:pt x="37" y="223"/>
                  </a:cubicBezTo>
                  <a:cubicBezTo>
                    <a:pt x="54" y="240"/>
                    <a:pt x="87" y="256"/>
                    <a:pt x="103" y="256"/>
                  </a:cubicBezTo>
                  <a:cubicBezTo>
                    <a:pt x="114" y="261"/>
                    <a:pt x="125" y="263"/>
                    <a:pt x="134" y="263"/>
                  </a:cubicBezTo>
                  <a:cubicBezTo>
                    <a:pt x="158" y="263"/>
                    <a:pt x="178" y="252"/>
                    <a:pt x="190" y="240"/>
                  </a:cubicBezTo>
                  <a:cubicBezTo>
                    <a:pt x="243" y="190"/>
                    <a:pt x="243" y="104"/>
                    <a:pt x="206" y="50"/>
                  </a:cubicBezTo>
                  <a:cubicBezTo>
                    <a:pt x="190" y="34"/>
                    <a:pt x="173" y="17"/>
                    <a:pt x="157" y="17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7" name="Google Shape;20187;p53"/>
            <p:cNvSpPr/>
            <p:nvPr/>
          </p:nvSpPr>
          <p:spPr>
            <a:xfrm>
              <a:off x="3882675" y="2202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7"/>
                    <a:pt x="0" y="87"/>
                    <a:pt x="17" y="157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207" y="244"/>
                    <a:pt x="240" y="190"/>
                    <a:pt x="240" y="104"/>
                  </a:cubicBezTo>
                  <a:cubicBezTo>
                    <a:pt x="223" y="71"/>
                    <a:pt x="207" y="54"/>
                    <a:pt x="190" y="38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8" name="Google Shape;20188;p53"/>
            <p:cNvSpPr/>
            <p:nvPr/>
          </p:nvSpPr>
          <p:spPr>
            <a:xfrm>
              <a:off x="3888250" y="22321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71"/>
                    <a:pt x="0" y="153"/>
                  </a:cubicBezTo>
                  <a:cubicBezTo>
                    <a:pt x="17" y="190"/>
                    <a:pt x="33" y="207"/>
                    <a:pt x="50" y="223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90" y="17"/>
                  </a:cubicBezTo>
                  <a:cubicBezTo>
                    <a:pt x="173" y="17"/>
                    <a:pt x="17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9" name="Google Shape;20189;p53"/>
            <p:cNvSpPr/>
            <p:nvPr/>
          </p:nvSpPr>
          <p:spPr>
            <a:xfrm>
              <a:off x="4169125" y="24004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0"/>
                  </a:moveTo>
                  <a:cubicBezTo>
                    <a:pt x="70" y="0"/>
                    <a:pt x="33" y="1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06"/>
                    <a:pt x="33" y="244"/>
                  </a:cubicBezTo>
                  <a:cubicBezTo>
                    <a:pt x="70" y="260"/>
                    <a:pt x="87" y="260"/>
                    <a:pt x="120" y="260"/>
                  </a:cubicBezTo>
                  <a:cubicBezTo>
                    <a:pt x="190" y="244"/>
                    <a:pt x="223" y="173"/>
                    <a:pt x="223" y="103"/>
                  </a:cubicBezTo>
                  <a:cubicBezTo>
                    <a:pt x="206" y="70"/>
                    <a:pt x="190" y="54"/>
                    <a:pt x="173" y="17"/>
                  </a:cubicBezTo>
                  <a:cubicBezTo>
                    <a:pt x="173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0" name="Google Shape;20190;p53"/>
            <p:cNvSpPr/>
            <p:nvPr/>
          </p:nvSpPr>
          <p:spPr>
            <a:xfrm>
              <a:off x="4209525" y="24081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17" y="223"/>
                    <a:pt x="50" y="244"/>
                  </a:cubicBezTo>
                  <a:cubicBezTo>
                    <a:pt x="61" y="255"/>
                    <a:pt x="83" y="267"/>
                    <a:pt x="107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86" y="260"/>
                    <a:pt x="239" y="190"/>
                    <a:pt x="223" y="120"/>
                  </a:cubicBezTo>
                  <a:cubicBezTo>
                    <a:pt x="223" y="71"/>
                    <a:pt x="186" y="38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1" name="Google Shape;20191;p53"/>
            <p:cNvSpPr/>
            <p:nvPr/>
          </p:nvSpPr>
          <p:spPr>
            <a:xfrm>
              <a:off x="4202600" y="23480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88" y="1"/>
                  </a:moveTo>
                  <a:cubicBezTo>
                    <a:pt x="34" y="1"/>
                    <a:pt x="1" y="71"/>
                    <a:pt x="1" y="137"/>
                  </a:cubicBezTo>
                  <a:cubicBezTo>
                    <a:pt x="1" y="174"/>
                    <a:pt x="17" y="207"/>
                    <a:pt x="50" y="223"/>
                  </a:cubicBezTo>
                  <a:cubicBezTo>
                    <a:pt x="71" y="256"/>
                    <a:pt x="104" y="256"/>
                    <a:pt x="121" y="256"/>
                  </a:cubicBezTo>
                  <a:cubicBezTo>
                    <a:pt x="191" y="240"/>
                    <a:pt x="224" y="174"/>
                    <a:pt x="224" y="104"/>
                  </a:cubicBezTo>
                  <a:cubicBezTo>
                    <a:pt x="224" y="71"/>
                    <a:pt x="207" y="34"/>
                    <a:pt x="174" y="17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2" name="Google Shape;20192;p53"/>
            <p:cNvSpPr/>
            <p:nvPr/>
          </p:nvSpPr>
          <p:spPr>
            <a:xfrm>
              <a:off x="4204375" y="242387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02" y="0"/>
                  </a:moveTo>
                  <a:cubicBezTo>
                    <a:pt x="96" y="0"/>
                    <a:pt x="89" y="2"/>
                    <a:pt x="83" y="7"/>
                  </a:cubicBezTo>
                  <a:cubicBezTo>
                    <a:pt x="50" y="7"/>
                    <a:pt x="33" y="28"/>
                    <a:pt x="17" y="61"/>
                  </a:cubicBezTo>
                  <a:cubicBezTo>
                    <a:pt x="0" y="78"/>
                    <a:pt x="0" y="111"/>
                    <a:pt x="0" y="148"/>
                  </a:cubicBezTo>
                  <a:cubicBezTo>
                    <a:pt x="0" y="181"/>
                    <a:pt x="17" y="214"/>
                    <a:pt x="33" y="234"/>
                  </a:cubicBezTo>
                  <a:cubicBezTo>
                    <a:pt x="66" y="251"/>
                    <a:pt x="83" y="267"/>
                    <a:pt x="120" y="267"/>
                  </a:cubicBezTo>
                  <a:cubicBezTo>
                    <a:pt x="186" y="251"/>
                    <a:pt x="223" y="181"/>
                    <a:pt x="223" y="111"/>
                  </a:cubicBezTo>
                  <a:cubicBezTo>
                    <a:pt x="206" y="78"/>
                    <a:pt x="186" y="45"/>
                    <a:pt x="169" y="28"/>
                  </a:cubicBezTo>
                  <a:cubicBezTo>
                    <a:pt x="153" y="28"/>
                    <a:pt x="153" y="7"/>
                    <a:pt x="136" y="7"/>
                  </a:cubicBezTo>
                  <a:cubicBezTo>
                    <a:pt x="125" y="7"/>
                    <a:pt x="114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3" name="Google Shape;20193;p53"/>
            <p:cNvSpPr/>
            <p:nvPr/>
          </p:nvSpPr>
          <p:spPr>
            <a:xfrm>
              <a:off x="4212925" y="23931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87" y="1"/>
                    <a:pt x="70" y="21"/>
                    <a:pt x="33" y="38"/>
                  </a:cubicBezTo>
                  <a:cubicBezTo>
                    <a:pt x="17" y="54"/>
                    <a:pt x="0" y="87"/>
                    <a:pt x="0" y="124"/>
                  </a:cubicBezTo>
                  <a:cubicBezTo>
                    <a:pt x="0" y="157"/>
                    <a:pt x="0" y="190"/>
                    <a:pt x="17" y="227"/>
                  </a:cubicBezTo>
                  <a:cubicBezTo>
                    <a:pt x="33" y="244"/>
                    <a:pt x="70" y="260"/>
                    <a:pt x="103" y="260"/>
                  </a:cubicBezTo>
                  <a:cubicBezTo>
                    <a:pt x="108" y="265"/>
                    <a:pt x="114" y="267"/>
                    <a:pt x="121" y="267"/>
                  </a:cubicBezTo>
                  <a:cubicBezTo>
                    <a:pt x="138" y="267"/>
                    <a:pt x="159" y="255"/>
                    <a:pt x="173" y="244"/>
                  </a:cubicBezTo>
                  <a:cubicBezTo>
                    <a:pt x="223" y="190"/>
                    <a:pt x="239" y="104"/>
                    <a:pt x="190" y="54"/>
                  </a:cubicBezTo>
                  <a:cubicBezTo>
                    <a:pt x="190" y="38"/>
                    <a:pt x="173" y="21"/>
                    <a:pt x="153" y="21"/>
                  </a:cubicBezTo>
                  <a:cubicBezTo>
                    <a:pt x="136" y="21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4" name="Google Shape;20194;p53"/>
            <p:cNvSpPr/>
            <p:nvPr/>
          </p:nvSpPr>
          <p:spPr>
            <a:xfrm>
              <a:off x="4213325" y="2362725"/>
              <a:ext cx="1775" cy="4650"/>
            </a:xfrm>
            <a:custGeom>
              <a:avLst/>
              <a:gdLst/>
              <a:ahLst/>
              <a:cxnLst/>
              <a:rect l="l" t="t" r="r" b="b"/>
              <a:pathLst>
                <a:path w="71" h="186" extrusionOk="0">
                  <a:moveTo>
                    <a:pt x="17" y="0"/>
                  </a:moveTo>
                  <a:cubicBezTo>
                    <a:pt x="17" y="0"/>
                    <a:pt x="1" y="0"/>
                    <a:pt x="1" y="17"/>
                  </a:cubicBezTo>
                  <a:lnTo>
                    <a:pt x="1" y="103"/>
                  </a:lnTo>
                  <a:cubicBezTo>
                    <a:pt x="17" y="135"/>
                    <a:pt x="32" y="167"/>
                    <a:pt x="67" y="169"/>
                  </a:cubicBezTo>
                  <a:lnTo>
                    <a:pt x="67" y="169"/>
                  </a:lnTo>
                  <a:cubicBezTo>
                    <a:pt x="51" y="108"/>
                    <a:pt x="32" y="46"/>
                    <a:pt x="17" y="0"/>
                  </a:cubicBezTo>
                  <a:close/>
                  <a:moveTo>
                    <a:pt x="67" y="169"/>
                  </a:moveTo>
                  <a:cubicBezTo>
                    <a:pt x="68" y="175"/>
                    <a:pt x="69" y="180"/>
                    <a:pt x="71" y="186"/>
                  </a:cubicBezTo>
                  <a:lnTo>
                    <a:pt x="71" y="169"/>
                  </a:lnTo>
                  <a:cubicBezTo>
                    <a:pt x="69" y="169"/>
                    <a:pt x="68" y="169"/>
                    <a:pt x="67" y="1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5" name="Google Shape;20195;p53"/>
            <p:cNvSpPr/>
            <p:nvPr/>
          </p:nvSpPr>
          <p:spPr>
            <a:xfrm>
              <a:off x="4149725" y="2203675"/>
              <a:ext cx="5700" cy="6475"/>
            </a:xfrm>
            <a:custGeom>
              <a:avLst/>
              <a:gdLst/>
              <a:ahLst/>
              <a:cxnLst/>
              <a:rect l="l" t="t" r="r" b="b"/>
              <a:pathLst>
                <a:path w="228" h="259" extrusionOk="0">
                  <a:moveTo>
                    <a:pt x="147" y="1"/>
                  </a:moveTo>
                  <a:cubicBezTo>
                    <a:pt x="102" y="1"/>
                    <a:pt x="52" y="33"/>
                    <a:pt x="38" y="91"/>
                  </a:cubicBezTo>
                  <a:cubicBezTo>
                    <a:pt x="1" y="141"/>
                    <a:pt x="38" y="227"/>
                    <a:pt x="87" y="244"/>
                  </a:cubicBezTo>
                  <a:cubicBezTo>
                    <a:pt x="103" y="254"/>
                    <a:pt x="118" y="259"/>
                    <a:pt x="132" y="259"/>
                  </a:cubicBezTo>
                  <a:cubicBezTo>
                    <a:pt x="168" y="259"/>
                    <a:pt x="201" y="230"/>
                    <a:pt x="228" y="194"/>
                  </a:cubicBezTo>
                  <a:cubicBezTo>
                    <a:pt x="207" y="124"/>
                    <a:pt x="191" y="75"/>
                    <a:pt x="174" y="5"/>
                  </a:cubicBezTo>
                  <a:cubicBezTo>
                    <a:pt x="166" y="2"/>
                    <a:pt x="157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6" name="Google Shape;20196;p53"/>
            <p:cNvSpPr/>
            <p:nvPr/>
          </p:nvSpPr>
          <p:spPr>
            <a:xfrm>
              <a:off x="4165700" y="2245000"/>
              <a:ext cx="3850" cy="6025"/>
            </a:xfrm>
            <a:custGeom>
              <a:avLst/>
              <a:gdLst/>
              <a:ahLst/>
              <a:cxnLst/>
              <a:rect l="l" t="t" r="r" b="b"/>
              <a:pathLst>
                <a:path w="154" h="241" extrusionOk="0">
                  <a:moveTo>
                    <a:pt x="67" y="1"/>
                  </a:moveTo>
                  <a:cubicBezTo>
                    <a:pt x="17" y="17"/>
                    <a:pt x="1" y="71"/>
                    <a:pt x="1" y="137"/>
                  </a:cubicBezTo>
                  <a:cubicBezTo>
                    <a:pt x="1" y="174"/>
                    <a:pt x="34" y="207"/>
                    <a:pt x="50" y="224"/>
                  </a:cubicBezTo>
                  <a:cubicBezTo>
                    <a:pt x="67" y="240"/>
                    <a:pt x="104" y="240"/>
                    <a:pt x="121" y="240"/>
                  </a:cubicBezTo>
                  <a:lnTo>
                    <a:pt x="154" y="240"/>
                  </a:lnTo>
                  <a:cubicBezTo>
                    <a:pt x="121" y="154"/>
                    <a:pt x="104" y="7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7" name="Google Shape;20197;p53"/>
            <p:cNvSpPr/>
            <p:nvPr/>
          </p:nvSpPr>
          <p:spPr>
            <a:xfrm>
              <a:off x="4197050" y="24404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87" y="1"/>
                    <a:pt x="50" y="34"/>
                  </a:cubicBezTo>
                  <a:cubicBezTo>
                    <a:pt x="17" y="67"/>
                    <a:pt x="0" y="154"/>
                    <a:pt x="33" y="207"/>
                  </a:cubicBezTo>
                  <a:cubicBezTo>
                    <a:pt x="50" y="240"/>
                    <a:pt x="87" y="257"/>
                    <a:pt x="120" y="257"/>
                  </a:cubicBezTo>
                  <a:cubicBezTo>
                    <a:pt x="136" y="257"/>
                    <a:pt x="169" y="257"/>
                    <a:pt x="190" y="224"/>
                  </a:cubicBezTo>
                  <a:cubicBezTo>
                    <a:pt x="223" y="207"/>
                    <a:pt x="239" y="170"/>
                    <a:pt x="239" y="137"/>
                  </a:cubicBezTo>
                  <a:cubicBezTo>
                    <a:pt x="239" y="104"/>
                    <a:pt x="223" y="67"/>
                    <a:pt x="206" y="50"/>
                  </a:cubicBezTo>
                  <a:cubicBezTo>
                    <a:pt x="206" y="34"/>
                    <a:pt x="190" y="1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8" name="Google Shape;20198;p53"/>
            <p:cNvSpPr/>
            <p:nvPr/>
          </p:nvSpPr>
          <p:spPr>
            <a:xfrm>
              <a:off x="3804450" y="2526300"/>
              <a:ext cx="3525" cy="5575"/>
            </a:xfrm>
            <a:custGeom>
              <a:avLst/>
              <a:gdLst/>
              <a:ahLst/>
              <a:cxnLst/>
              <a:rect l="l" t="t" r="r" b="b"/>
              <a:pathLst>
                <a:path w="141" h="223" extrusionOk="0">
                  <a:moveTo>
                    <a:pt x="140" y="0"/>
                  </a:moveTo>
                  <a:cubicBezTo>
                    <a:pt x="103" y="0"/>
                    <a:pt x="87" y="0"/>
                    <a:pt x="70" y="17"/>
                  </a:cubicBezTo>
                  <a:cubicBezTo>
                    <a:pt x="21" y="70"/>
                    <a:pt x="0" y="157"/>
                    <a:pt x="54" y="206"/>
                  </a:cubicBezTo>
                  <a:cubicBezTo>
                    <a:pt x="54" y="223"/>
                    <a:pt x="54" y="223"/>
                    <a:pt x="70" y="223"/>
                  </a:cubicBezTo>
                  <a:cubicBezTo>
                    <a:pt x="87" y="157"/>
                    <a:pt x="124" y="7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9" name="Google Shape;20199;p53"/>
            <p:cNvSpPr/>
            <p:nvPr/>
          </p:nvSpPr>
          <p:spPr>
            <a:xfrm>
              <a:off x="4206025" y="23772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1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0" y="190"/>
                    <a:pt x="37" y="223"/>
                    <a:pt x="54" y="244"/>
                  </a:cubicBezTo>
                  <a:cubicBezTo>
                    <a:pt x="70" y="260"/>
                    <a:pt x="103" y="260"/>
                    <a:pt x="120" y="260"/>
                  </a:cubicBezTo>
                  <a:cubicBezTo>
                    <a:pt x="157" y="260"/>
                    <a:pt x="190" y="244"/>
                    <a:pt x="206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6" y="54"/>
                    <a:pt x="173" y="17"/>
                  </a:cubicBezTo>
                  <a:cubicBezTo>
                    <a:pt x="173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0" name="Google Shape;20200;p53"/>
            <p:cNvSpPr/>
            <p:nvPr/>
          </p:nvSpPr>
          <p:spPr>
            <a:xfrm>
              <a:off x="4192725" y="24551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1" y="0"/>
                  </a:moveTo>
                  <a:cubicBezTo>
                    <a:pt x="69" y="0"/>
                    <a:pt x="29" y="33"/>
                    <a:pt x="17" y="81"/>
                  </a:cubicBezTo>
                  <a:cubicBezTo>
                    <a:pt x="0" y="151"/>
                    <a:pt x="17" y="238"/>
                    <a:pt x="87" y="254"/>
                  </a:cubicBezTo>
                  <a:cubicBezTo>
                    <a:pt x="100" y="263"/>
                    <a:pt x="114" y="267"/>
                    <a:pt x="129" y="267"/>
                  </a:cubicBezTo>
                  <a:cubicBezTo>
                    <a:pt x="170" y="267"/>
                    <a:pt x="211" y="235"/>
                    <a:pt x="223" y="184"/>
                  </a:cubicBezTo>
                  <a:cubicBezTo>
                    <a:pt x="239" y="118"/>
                    <a:pt x="223" y="31"/>
                    <a:pt x="157" y="15"/>
                  </a:cubicBezTo>
                  <a:cubicBezTo>
                    <a:pt x="142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1" name="Google Shape;20201;p53"/>
            <p:cNvSpPr/>
            <p:nvPr/>
          </p:nvSpPr>
          <p:spPr>
            <a:xfrm>
              <a:off x="4186325" y="23978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50" y="0"/>
                    <a:pt x="1" y="70"/>
                    <a:pt x="17" y="140"/>
                  </a:cubicBezTo>
                  <a:cubicBezTo>
                    <a:pt x="17" y="173"/>
                    <a:pt x="34" y="206"/>
                    <a:pt x="50" y="223"/>
                  </a:cubicBezTo>
                  <a:cubicBezTo>
                    <a:pt x="83" y="260"/>
                    <a:pt x="120" y="260"/>
                    <a:pt x="137" y="260"/>
                  </a:cubicBezTo>
                  <a:cubicBezTo>
                    <a:pt x="170" y="243"/>
                    <a:pt x="186" y="223"/>
                    <a:pt x="207" y="206"/>
                  </a:cubicBezTo>
                  <a:cubicBezTo>
                    <a:pt x="223" y="173"/>
                    <a:pt x="240" y="140"/>
                    <a:pt x="240" y="103"/>
                  </a:cubicBezTo>
                  <a:cubicBezTo>
                    <a:pt x="223" y="70"/>
                    <a:pt x="207" y="37"/>
                    <a:pt x="186" y="17"/>
                  </a:cubicBezTo>
                  <a:lnTo>
                    <a:pt x="1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2" name="Google Shape;20202;p53"/>
            <p:cNvSpPr/>
            <p:nvPr/>
          </p:nvSpPr>
          <p:spPr>
            <a:xfrm>
              <a:off x="4089225" y="2184925"/>
              <a:ext cx="5600" cy="3600"/>
            </a:xfrm>
            <a:custGeom>
              <a:avLst/>
              <a:gdLst/>
              <a:ahLst/>
              <a:cxnLst/>
              <a:rect l="l" t="t" r="r" b="b"/>
              <a:pathLst>
                <a:path w="224" h="144" extrusionOk="0">
                  <a:moveTo>
                    <a:pt x="1" y="0"/>
                  </a:moveTo>
                  <a:lnTo>
                    <a:pt x="1" y="33"/>
                  </a:lnTo>
                  <a:cubicBezTo>
                    <a:pt x="1" y="66"/>
                    <a:pt x="17" y="103"/>
                    <a:pt x="50" y="120"/>
                  </a:cubicBezTo>
                  <a:cubicBezTo>
                    <a:pt x="65" y="132"/>
                    <a:pt x="86" y="143"/>
                    <a:pt x="102" y="143"/>
                  </a:cubicBezTo>
                  <a:cubicBezTo>
                    <a:pt x="109" y="143"/>
                    <a:pt x="116" y="141"/>
                    <a:pt x="120" y="136"/>
                  </a:cubicBezTo>
                  <a:cubicBezTo>
                    <a:pt x="190" y="136"/>
                    <a:pt x="223" y="66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3" name="Google Shape;20203;p53"/>
            <p:cNvSpPr/>
            <p:nvPr/>
          </p:nvSpPr>
          <p:spPr>
            <a:xfrm>
              <a:off x="4198275" y="2393950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40" y="0"/>
                  </a:moveTo>
                  <a:cubicBezTo>
                    <a:pt x="87" y="0"/>
                    <a:pt x="48" y="33"/>
                    <a:pt x="17" y="91"/>
                  </a:cubicBezTo>
                  <a:cubicBezTo>
                    <a:pt x="1" y="141"/>
                    <a:pt x="38" y="227"/>
                    <a:pt x="87" y="244"/>
                  </a:cubicBezTo>
                  <a:cubicBezTo>
                    <a:pt x="104" y="260"/>
                    <a:pt x="120" y="260"/>
                    <a:pt x="141" y="260"/>
                  </a:cubicBezTo>
                  <a:cubicBezTo>
                    <a:pt x="174" y="244"/>
                    <a:pt x="223" y="227"/>
                    <a:pt x="223" y="174"/>
                  </a:cubicBezTo>
                  <a:cubicBezTo>
                    <a:pt x="244" y="124"/>
                    <a:pt x="244" y="71"/>
                    <a:pt x="207" y="38"/>
                  </a:cubicBezTo>
                  <a:cubicBezTo>
                    <a:pt x="207" y="21"/>
                    <a:pt x="190" y="21"/>
                    <a:pt x="174" y="5"/>
                  </a:cubicBezTo>
                  <a:cubicBezTo>
                    <a:pt x="162" y="2"/>
                    <a:pt x="151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4" name="Google Shape;20204;p53"/>
            <p:cNvSpPr/>
            <p:nvPr/>
          </p:nvSpPr>
          <p:spPr>
            <a:xfrm>
              <a:off x="4068625" y="2184925"/>
              <a:ext cx="6000" cy="5025"/>
            </a:xfrm>
            <a:custGeom>
              <a:avLst/>
              <a:gdLst/>
              <a:ahLst/>
              <a:cxnLst/>
              <a:rect l="l" t="t" r="r" b="b"/>
              <a:pathLst>
                <a:path w="240" h="201" extrusionOk="0">
                  <a:moveTo>
                    <a:pt x="33" y="0"/>
                  </a:moveTo>
                  <a:cubicBezTo>
                    <a:pt x="33" y="17"/>
                    <a:pt x="17" y="17"/>
                    <a:pt x="17" y="33"/>
                  </a:cubicBezTo>
                  <a:cubicBezTo>
                    <a:pt x="0" y="83"/>
                    <a:pt x="33" y="169"/>
                    <a:pt x="87" y="186"/>
                  </a:cubicBezTo>
                  <a:cubicBezTo>
                    <a:pt x="100" y="196"/>
                    <a:pt x="115" y="201"/>
                    <a:pt x="130" y="201"/>
                  </a:cubicBezTo>
                  <a:cubicBezTo>
                    <a:pt x="170" y="201"/>
                    <a:pt x="211" y="168"/>
                    <a:pt x="223" y="120"/>
                  </a:cubicBezTo>
                  <a:cubicBezTo>
                    <a:pt x="239" y="83"/>
                    <a:pt x="239" y="33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5" name="Google Shape;20205;p53"/>
            <p:cNvSpPr/>
            <p:nvPr/>
          </p:nvSpPr>
          <p:spPr>
            <a:xfrm>
              <a:off x="4106850" y="2474350"/>
              <a:ext cx="1275" cy="425"/>
            </a:xfrm>
            <a:custGeom>
              <a:avLst/>
              <a:gdLst/>
              <a:ahLst/>
              <a:cxnLst/>
              <a:rect l="l" t="t" r="r" b="b"/>
              <a:pathLst>
                <a:path w="51" h="17" extrusionOk="0">
                  <a:moveTo>
                    <a:pt x="1" y="0"/>
                  </a:moveTo>
                  <a:cubicBezTo>
                    <a:pt x="17" y="0"/>
                    <a:pt x="34" y="17"/>
                    <a:pt x="50" y="17"/>
                  </a:cubicBezTo>
                  <a:cubicBezTo>
                    <a:pt x="50" y="17"/>
                    <a:pt x="34" y="17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6" name="Google Shape;20206;p53"/>
            <p:cNvSpPr/>
            <p:nvPr/>
          </p:nvSpPr>
          <p:spPr>
            <a:xfrm>
              <a:off x="4182400" y="2442650"/>
              <a:ext cx="6025" cy="6375"/>
            </a:xfrm>
            <a:custGeom>
              <a:avLst/>
              <a:gdLst/>
              <a:ahLst/>
              <a:cxnLst/>
              <a:rect l="l" t="t" r="r" b="b"/>
              <a:pathLst>
                <a:path w="241" h="255" extrusionOk="0">
                  <a:moveTo>
                    <a:pt x="111" y="0"/>
                  </a:moveTo>
                  <a:cubicBezTo>
                    <a:pt x="70" y="0"/>
                    <a:pt x="29" y="33"/>
                    <a:pt x="17" y="81"/>
                  </a:cubicBezTo>
                  <a:cubicBezTo>
                    <a:pt x="1" y="151"/>
                    <a:pt x="17" y="221"/>
                    <a:pt x="87" y="254"/>
                  </a:cubicBezTo>
                  <a:lnTo>
                    <a:pt x="137" y="254"/>
                  </a:lnTo>
                  <a:cubicBezTo>
                    <a:pt x="174" y="254"/>
                    <a:pt x="207" y="221"/>
                    <a:pt x="224" y="168"/>
                  </a:cubicBezTo>
                  <a:cubicBezTo>
                    <a:pt x="240" y="135"/>
                    <a:pt x="224" y="81"/>
                    <a:pt x="207" y="48"/>
                  </a:cubicBezTo>
                  <a:cubicBezTo>
                    <a:pt x="191" y="32"/>
                    <a:pt x="174" y="15"/>
                    <a:pt x="158" y="15"/>
                  </a:cubicBezTo>
                  <a:cubicBezTo>
                    <a:pt x="143" y="5"/>
                    <a:pt x="127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7" name="Google Shape;20207;p53"/>
            <p:cNvSpPr/>
            <p:nvPr/>
          </p:nvSpPr>
          <p:spPr>
            <a:xfrm>
              <a:off x="3796300" y="2514750"/>
              <a:ext cx="1375" cy="4675"/>
            </a:xfrm>
            <a:custGeom>
              <a:avLst/>
              <a:gdLst/>
              <a:ahLst/>
              <a:cxnLst/>
              <a:rect l="l" t="t" r="r" b="b"/>
              <a:pathLst>
                <a:path w="55" h="187" extrusionOk="0">
                  <a:moveTo>
                    <a:pt x="0" y="1"/>
                  </a:moveTo>
                  <a:lnTo>
                    <a:pt x="0" y="186"/>
                  </a:lnTo>
                  <a:cubicBezTo>
                    <a:pt x="17" y="170"/>
                    <a:pt x="38" y="153"/>
                    <a:pt x="38" y="137"/>
                  </a:cubicBezTo>
                  <a:cubicBezTo>
                    <a:pt x="54" y="83"/>
                    <a:pt x="38" y="3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8" name="Google Shape;20208;p53"/>
            <p:cNvSpPr/>
            <p:nvPr/>
          </p:nvSpPr>
          <p:spPr>
            <a:xfrm>
              <a:off x="4187975" y="2475175"/>
              <a:ext cx="5600" cy="5600"/>
            </a:xfrm>
            <a:custGeom>
              <a:avLst/>
              <a:gdLst/>
              <a:ahLst/>
              <a:cxnLst/>
              <a:rect l="l" t="t" r="r" b="b"/>
              <a:pathLst>
                <a:path w="224" h="224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1" y="190"/>
                    <a:pt x="17" y="207"/>
                    <a:pt x="38" y="223"/>
                  </a:cubicBezTo>
                  <a:cubicBezTo>
                    <a:pt x="104" y="190"/>
                    <a:pt x="157" y="157"/>
                    <a:pt x="223" y="120"/>
                  </a:cubicBezTo>
                  <a:cubicBezTo>
                    <a:pt x="223" y="87"/>
                    <a:pt x="207" y="54"/>
                    <a:pt x="174" y="37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9" name="Google Shape;20209;p53"/>
            <p:cNvSpPr/>
            <p:nvPr/>
          </p:nvSpPr>
          <p:spPr>
            <a:xfrm>
              <a:off x="4218900" y="2421050"/>
              <a:ext cx="5175" cy="6525"/>
            </a:xfrm>
            <a:custGeom>
              <a:avLst/>
              <a:gdLst/>
              <a:ahLst/>
              <a:cxnLst/>
              <a:rect l="l" t="t" r="r" b="b"/>
              <a:pathLst>
                <a:path w="207" h="261" extrusionOk="0">
                  <a:moveTo>
                    <a:pt x="141" y="1"/>
                  </a:moveTo>
                  <a:cubicBezTo>
                    <a:pt x="103" y="1"/>
                    <a:pt x="70" y="17"/>
                    <a:pt x="54" y="38"/>
                  </a:cubicBezTo>
                  <a:cubicBezTo>
                    <a:pt x="0" y="71"/>
                    <a:pt x="0" y="158"/>
                    <a:pt x="37" y="207"/>
                  </a:cubicBezTo>
                  <a:cubicBezTo>
                    <a:pt x="54" y="244"/>
                    <a:pt x="70" y="261"/>
                    <a:pt x="103" y="261"/>
                  </a:cubicBezTo>
                  <a:cubicBezTo>
                    <a:pt x="141" y="261"/>
                    <a:pt x="157" y="261"/>
                    <a:pt x="190" y="244"/>
                  </a:cubicBezTo>
                  <a:cubicBezTo>
                    <a:pt x="190" y="174"/>
                    <a:pt x="190" y="104"/>
                    <a:pt x="207" y="54"/>
                  </a:cubicBezTo>
                  <a:cubicBezTo>
                    <a:pt x="190" y="38"/>
                    <a:pt x="174" y="17"/>
                    <a:pt x="157" y="17"/>
                  </a:cubicBezTo>
                  <a:cubicBezTo>
                    <a:pt x="157" y="1"/>
                    <a:pt x="141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0" name="Google Shape;20210;p53"/>
            <p:cNvSpPr/>
            <p:nvPr/>
          </p:nvSpPr>
          <p:spPr>
            <a:xfrm>
              <a:off x="4207775" y="24542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1" y="1"/>
                  </a:moveTo>
                  <a:cubicBezTo>
                    <a:pt x="76" y="1"/>
                    <a:pt x="41" y="32"/>
                    <a:pt x="17" y="84"/>
                  </a:cubicBezTo>
                  <a:cubicBezTo>
                    <a:pt x="0" y="154"/>
                    <a:pt x="33" y="220"/>
                    <a:pt x="87" y="257"/>
                  </a:cubicBezTo>
                  <a:cubicBezTo>
                    <a:pt x="96" y="262"/>
                    <a:pt x="106" y="264"/>
                    <a:pt x="115" y="264"/>
                  </a:cubicBezTo>
                  <a:cubicBezTo>
                    <a:pt x="139" y="264"/>
                    <a:pt x="163" y="251"/>
                    <a:pt x="190" y="236"/>
                  </a:cubicBezTo>
                  <a:cubicBezTo>
                    <a:pt x="206" y="220"/>
                    <a:pt x="223" y="187"/>
                    <a:pt x="239" y="154"/>
                  </a:cubicBezTo>
                  <a:cubicBezTo>
                    <a:pt x="239" y="100"/>
                    <a:pt x="223" y="30"/>
                    <a:pt x="173" y="14"/>
                  </a:cubicBezTo>
                  <a:cubicBezTo>
                    <a:pt x="155" y="5"/>
                    <a:pt x="137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1" name="Google Shape;20211;p53"/>
            <p:cNvSpPr/>
            <p:nvPr/>
          </p:nvSpPr>
          <p:spPr>
            <a:xfrm>
              <a:off x="3800225" y="2543500"/>
              <a:ext cx="3000" cy="6000"/>
            </a:xfrm>
            <a:custGeom>
              <a:avLst/>
              <a:gdLst/>
              <a:ahLst/>
              <a:cxnLst/>
              <a:rect l="l" t="t" r="r" b="b"/>
              <a:pathLst>
                <a:path w="120" h="240" extrusionOk="0">
                  <a:moveTo>
                    <a:pt x="103" y="1"/>
                  </a:moveTo>
                  <a:cubicBezTo>
                    <a:pt x="66" y="1"/>
                    <a:pt x="50" y="17"/>
                    <a:pt x="33" y="50"/>
                  </a:cubicBezTo>
                  <a:cubicBezTo>
                    <a:pt x="17" y="67"/>
                    <a:pt x="0" y="104"/>
                    <a:pt x="17" y="137"/>
                  </a:cubicBezTo>
                  <a:cubicBezTo>
                    <a:pt x="17" y="170"/>
                    <a:pt x="33" y="207"/>
                    <a:pt x="50" y="224"/>
                  </a:cubicBezTo>
                  <a:cubicBezTo>
                    <a:pt x="50" y="224"/>
                    <a:pt x="66" y="224"/>
                    <a:pt x="66" y="240"/>
                  </a:cubicBezTo>
                  <a:cubicBezTo>
                    <a:pt x="87" y="153"/>
                    <a:pt x="103" y="6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2" name="Google Shape;20212;p53"/>
            <p:cNvSpPr/>
            <p:nvPr/>
          </p:nvSpPr>
          <p:spPr>
            <a:xfrm>
              <a:off x="3935450" y="2184925"/>
              <a:ext cx="1775" cy="425"/>
            </a:xfrm>
            <a:custGeom>
              <a:avLst/>
              <a:gdLst/>
              <a:ahLst/>
              <a:cxnLst/>
              <a:rect l="l" t="t" r="r" b="b"/>
              <a:pathLst>
                <a:path w="71" h="17" extrusionOk="0">
                  <a:moveTo>
                    <a:pt x="0" y="0"/>
                  </a:moveTo>
                  <a:cubicBezTo>
                    <a:pt x="0" y="17"/>
                    <a:pt x="17" y="17"/>
                    <a:pt x="38" y="17"/>
                  </a:cubicBezTo>
                  <a:cubicBezTo>
                    <a:pt x="54" y="17"/>
                    <a:pt x="54" y="17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3" name="Google Shape;20213;p53"/>
            <p:cNvSpPr/>
            <p:nvPr/>
          </p:nvSpPr>
          <p:spPr>
            <a:xfrm>
              <a:off x="3920400" y="2184925"/>
              <a:ext cx="5175" cy="1675"/>
            </a:xfrm>
            <a:custGeom>
              <a:avLst/>
              <a:gdLst/>
              <a:ahLst/>
              <a:cxnLst/>
              <a:rect l="l" t="t" r="r" b="b"/>
              <a:pathLst>
                <a:path w="207" h="67" extrusionOk="0">
                  <a:moveTo>
                    <a:pt x="0" y="0"/>
                  </a:moveTo>
                  <a:lnTo>
                    <a:pt x="21" y="17"/>
                  </a:lnTo>
                  <a:cubicBezTo>
                    <a:pt x="38" y="50"/>
                    <a:pt x="71" y="66"/>
                    <a:pt x="87" y="66"/>
                  </a:cubicBezTo>
                  <a:cubicBezTo>
                    <a:pt x="124" y="66"/>
                    <a:pt x="157" y="66"/>
                    <a:pt x="174" y="33"/>
                  </a:cubicBezTo>
                  <a:cubicBezTo>
                    <a:pt x="190" y="33"/>
                    <a:pt x="190" y="17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4" name="Google Shape;20214;p53"/>
            <p:cNvSpPr/>
            <p:nvPr/>
          </p:nvSpPr>
          <p:spPr>
            <a:xfrm>
              <a:off x="3796300" y="2218425"/>
              <a:ext cx="5175" cy="6400"/>
            </a:xfrm>
            <a:custGeom>
              <a:avLst/>
              <a:gdLst/>
              <a:ahLst/>
              <a:cxnLst/>
              <a:rect l="l" t="t" r="r" b="b"/>
              <a:pathLst>
                <a:path w="207" h="256" extrusionOk="0">
                  <a:moveTo>
                    <a:pt x="71" y="0"/>
                  </a:moveTo>
                  <a:cubicBezTo>
                    <a:pt x="54" y="0"/>
                    <a:pt x="17" y="17"/>
                    <a:pt x="0" y="33"/>
                  </a:cubicBezTo>
                  <a:lnTo>
                    <a:pt x="0" y="223"/>
                  </a:lnTo>
                  <a:cubicBezTo>
                    <a:pt x="17" y="223"/>
                    <a:pt x="17" y="223"/>
                    <a:pt x="17" y="239"/>
                  </a:cubicBezTo>
                  <a:cubicBezTo>
                    <a:pt x="54" y="256"/>
                    <a:pt x="71" y="256"/>
                    <a:pt x="104" y="256"/>
                  </a:cubicBezTo>
                  <a:cubicBezTo>
                    <a:pt x="141" y="256"/>
                    <a:pt x="157" y="239"/>
                    <a:pt x="174" y="206"/>
                  </a:cubicBezTo>
                  <a:cubicBezTo>
                    <a:pt x="190" y="169"/>
                    <a:pt x="207" y="136"/>
                    <a:pt x="190" y="103"/>
                  </a:cubicBezTo>
                  <a:cubicBezTo>
                    <a:pt x="190" y="66"/>
                    <a:pt x="174" y="50"/>
                    <a:pt x="157" y="17"/>
                  </a:cubicBezTo>
                  <a:cubicBezTo>
                    <a:pt x="141" y="17"/>
                    <a:pt x="141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5" name="Google Shape;20215;p53"/>
            <p:cNvSpPr/>
            <p:nvPr/>
          </p:nvSpPr>
          <p:spPr>
            <a:xfrm>
              <a:off x="4005025" y="2184925"/>
              <a:ext cx="4350" cy="1250"/>
            </a:xfrm>
            <a:custGeom>
              <a:avLst/>
              <a:gdLst/>
              <a:ahLst/>
              <a:cxnLst/>
              <a:rect l="l" t="t" r="r" b="b"/>
              <a:pathLst>
                <a:path w="174" h="50" extrusionOk="0">
                  <a:moveTo>
                    <a:pt x="0" y="0"/>
                  </a:moveTo>
                  <a:lnTo>
                    <a:pt x="17" y="17"/>
                  </a:lnTo>
                  <a:cubicBezTo>
                    <a:pt x="54" y="50"/>
                    <a:pt x="70" y="50"/>
                    <a:pt x="103" y="50"/>
                  </a:cubicBezTo>
                  <a:cubicBezTo>
                    <a:pt x="141" y="33"/>
                    <a:pt x="157" y="33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6" name="Google Shape;20216;p53"/>
            <p:cNvSpPr/>
            <p:nvPr/>
          </p:nvSpPr>
          <p:spPr>
            <a:xfrm>
              <a:off x="3816500" y="2184925"/>
              <a:ext cx="6000" cy="4350"/>
            </a:xfrm>
            <a:custGeom>
              <a:avLst/>
              <a:gdLst/>
              <a:ahLst/>
              <a:cxnLst/>
              <a:rect l="l" t="t" r="r" b="b"/>
              <a:pathLst>
                <a:path w="240" h="174" extrusionOk="0">
                  <a:moveTo>
                    <a:pt x="17" y="0"/>
                  </a:moveTo>
                  <a:cubicBezTo>
                    <a:pt x="1" y="66"/>
                    <a:pt x="34" y="136"/>
                    <a:pt x="87" y="169"/>
                  </a:cubicBezTo>
                  <a:cubicBezTo>
                    <a:pt x="99" y="172"/>
                    <a:pt x="110" y="174"/>
                    <a:pt x="121" y="174"/>
                  </a:cubicBezTo>
                  <a:cubicBezTo>
                    <a:pt x="174" y="174"/>
                    <a:pt x="212" y="141"/>
                    <a:pt x="240" y="83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7" name="Google Shape;20217;p53"/>
            <p:cNvSpPr/>
            <p:nvPr/>
          </p:nvSpPr>
          <p:spPr>
            <a:xfrm>
              <a:off x="3837125" y="2184925"/>
              <a:ext cx="5575" cy="3000"/>
            </a:xfrm>
            <a:custGeom>
              <a:avLst/>
              <a:gdLst/>
              <a:ahLst/>
              <a:cxnLst/>
              <a:rect l="l" t="t" r="r" b="b"/>
              <a:pathLst>
                <a:path w="223" h="120" extrusionOk="0">
                  <a:moveTo>
                    <a:pt x="0" y="0"/>
                  </a:moveTo>
                  <a:cubicBezTo>
                    <a:pt x="17" y="33"/>
                    <a:pt x="33" y="66"/>
                    <a:pt x="54" y="83"/>
                  </a:cubicBezTo>
                  <a:cubicBezTo>
                    <a:pt x="70" y="103"/>
                    <a:pt x="103" y="120"/>
                    <a:pt x="136" y="120"/>
                  </a:cubicBezTo>
                  <a:cubicBezTo>
                    <a:pt x="173" y="103"/>
                    <a:pt x="206" y="50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8" name="Google Shape;20218;p53"/>
            <p:cNvSpPr/>
            <p:nvPr/>
          </p:nvSpPr>
          <p:spPr>
            <a:xfrm>
              <a:off x="4189725" y="242527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5" y="1"/>
                  </a:moveTo>
                  <a:cubicBezTo>
                    <a:pt x="80" y="1"/>
                    <a:pt x="28" y="31"/>
                    <a:pt x="1" y="75"/>
                  </a:cubicBezTo>
                  <a:lnTo>
                    <a:pt x="1" y="141"/>
                  </a:lnTo>
                  <a:cubicBezTo>
                    <a:pt x="1" y="195"/>
                    <a:pt x="34" y="228"/>
                    <a:pt x="71" y="244"/>
                  </a:cubicBezTo>
                  <a:cubicBezTo>
                    <a:pt x="84" y="251"/>
                    <a:pt x="101" y="255"/>
                    <a:pt x="118" y="255"/>
                  </a:cubicBezTo>
                  <a:cubicBezTo>
                    <a:pt x="143" y="255"/>
                    <a:pt x="169" y="247"/>
                    <a:pt x="190" y="228"/>
                  </a:cubicBezTo>
                  <a:cubicBezTo>
                    <a:pt x="190" y="211"/>
                    <a:pt x="207" y="195"/>
                    <a:pt x="207" y="178"/>
                  </a:cubicBezTo>
                  <a:cubicBezTo>
                    <a:pt x="240" y="108"/>
                    <a:pt x="207" y="38"/>
                    <a:pt x="153" y="5"/>
                  </a:cubicBezTo>
                  <a:cubicBezTo>
                    <a:pt x="144" y="2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9" name="Google Shape;20219;p53"/>
            <p:cNvSpPr/>
            <p:nvPr/>
          </p:nvSpPr>
          <p:spPr>
            <a:xfrm>
              <a:off x="4109425" y="2409150"/>
              <a:ext cx="6000" cy="6775"/>
            </a:xfrm>
            <a:custGeom>
              <a:avLst/>
              <a:gdLst/>
              <a:ahLst/>
              <a:cxnLst/>
              <a:rect l="l" t="t" r="r" b="b"/>
              <a:pathLst>
                <a:path w="240" h="271" extrusionOk="0">
                  <a:moveTo>
                    <a:pt x="110" y="0"/>
                  </a:moveTo>
                  <a:cubicBezTo>
                    <a:pt x="70" y="0"/>
                    <a:pt x="29" y="33"/>
                    <a:pt x="17" y="81"/>
                  </a:cubicBezTo>
                  <a:cubicBezTo>
                    <a:pt x="1" y="151"/>
                    <a:pt x="17" y="238"/>
                    <a:pt x="87" y="254"/>
                  </a:cubicBezTo>
                  <a:cubicBezTo>
                    <a:pt x="104" y="271"/>
                    <a:pt x="120" y="271"/>
                    <a:pt x="137" y="271"/>
                  </a:cubicBezTo>
                  <a:cubicBezTo>
                    <a:pt x="170" y="254"/>
                    <a:pt x="207" y="238"/>
                    <a:pt x="224" y="184"/>
                  </a:cubicBezTo>
                  <a:cubicBezTo>
                    <a:pt x="240" y="135"/>
                    <a:pt x="224" y="81"/>
                    <a:pt x="207" y="48"/>
                  </a:cubicBezTo>
                  <a:cubicBezTo>
                    <a:pt x="191" y="32"/>
                    <a:pt x="170" y="15"/>
                    <a:pt x="153" y="15"/>
                  </a:cubicBezTo>
                  <a:cubicBezTo>
                    <a:pt x="140" y="5"/>
                    <a:pt x="125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0" name="Google Shape;20220;p53"/>
            <p:cNvSpPr/>
            <p:nvPr/>
          </p:nvSpPr>
          <p:spPr>
            <a:xfrm>
              <a:off x="4107275" y="24267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5" y="1"/>
                  </a:moveTo>
                  <a:cubicBezTo>
                    <a:pt x="91" y="1"/>
                    <a:pt x="79" y="6"/>
                    <a:pt x="70" y="16"/>
                  </a:cubicBezTo>
                  <a:cubicBezTo>
                    <a:pt x="33" y="33"/>
                    <a:pt x="17" y="49"/>
                    <a:pt x="17" y="82"/>
                  </a:cubicBezTo>
                  <a:cubicBezTo>
                    <a:pt x="0" y="119"/>
                    <a:pt x="0" y="152"/>
                    <a:pt x="17" y="169"/>
                  </a:cubicBezTo>
                  <a:cubicBezTo>
                    <a:pt x="17" y="202"/>
                    <a:pt x="50" y="239"/>
                    <a:pt x="87" y="255"/>
                  </a:cubicBezTo>
                  <a:cubicBezTo>
                    <a:pt x="96" y="258"/>
                    <a:pt x="105" y="260"/>
                    <a:pt x="114" y="260"/>
                  </a:cubicBezTo>
                  <a:cubicBezTo>
                    <a:pt x="159" y="260"/>
                    <a:pt x="209" y="229"/>
                    <a:pt x="223" y="185"/>
                  </a:cubicBezTo>
                  <a:cubicBezTo>
                    <a:pt x="239" y="119"/>
                    <a:pt x="223" y="33"/>
                    <a:pt x="153" y="16"/>
                  </a:cubicBezTo>
                  <a:cubicBezTo>
                    <a:pt x="136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1" name="Google Shape;20221;p53"/>
            <p:cNvSpPr/>
            <p:nvPr/>
          </p:nvSpPr>
          <p:spPr>
            <a:xfrm>
              <a:off x="4119750" y="24720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33" y="8"/>
                    <a:pt x="0" y="78"/>
                    <a:pt x="17" y="144"/>
                  </a:cubicBezTo>
                  <a:cubicBezTo>
                    <a:pt x="17" y="181"/>
                    <a:pt x="33" y="214"/>
                    <a:pt x="50" y="230"/>
                  </a:cubicBezTo>
                  <a:cubicBezTo>
                    <a:pt x="66" y="247"/>
                    <a:pt x="103" y="268"/>
                    <a:pt x="136" y="268"/>
                  </a:cubicBezTo>
                  <a:cubicBezTo>
                    <a:pt x="169" y="247"/>
                    <a:pt x="190" y="230"/>
                    <a:pt x="206" y="214"/>
                  </a:cubicBezTo>
                  <a:cubicBezTo>
                    <a:pt x="223" y="181"/>
                    <a:pt x="239" y="144"/>
                    <a:pt x="223" y="111"/>
                  </a:cubicBezTo>
                  <a:cubicBezTo>
                    <a:pt x="223" y="78"/>
                    <a:pt x="206" y="41"/>
                    <a:pt x="190" y="24"/>
                  </a:cubicBezTo>
                  <a:cubicBezTo>
                    <a:pt x="169" y="24"/>
                    <a:pt x="169" y="8"/>
                    <a:pt x="153" y="8"/>
                  </a:cubicBez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2" name="Google Shape;20222;p53"/>
            <p:cNvSpPr/>
            <p:nvPr/>
          </p:nvSpPr>
          <p:spPr>
            <a:xfrm>
              <a:off x="4106850" y="2459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0"/>
                  </a:moveTo>
                  <a:cubicBezTo>
                    <a:pt x="104" y="0"/>
                    <a:pt x="67" y="0"/>
                    <a:pt x="50" y="17"/>
                  </a:cubicBezTo>
                  <a:cubicBezTo>
                    <a:pt x="34" y="54"/>
                    <a:pt x="17" y="87"/>
                    <a:pt x="17" y="120"/>
                  </a:cubicBezTo>
                  <a:cubicBezTo>
                    <a:pt x="1" y="157"/>
                    <a:pt x="17" y="190"/>
                    <a:pt x="34" y="207"/>
                  </a:cubicBezTo>
                  <a:cubicBezTo>
                    <a:pt x="50" y="240"/>
                    <a:pt x="87" y="260"/>
                    <a:pt x="104" y="260"/>
                  </a:cubicBezTo>
                  <a:cubicBezTo>
                    <a:pt x="137" y="260"/>
                    <a:pt x="170" y="260"/>
                    <a:pt x="190" y="223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0" y="33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3" name="Google Shape;20223;p53"/>
            <p:cNvSpPr/>
            <p:nvPr/>
          </p:nvSpPr>
          <p:spPr>
            <a:xfrm>
              <a:off x="4127475" y="243660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1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4"/>
                    <a:pt x="17" y="220"/>
                    <a:pt x="87" y="257"/>
                  </a:cubicBezTo>
                  <a:cubicBezTo>
                    <a:pt x="95" y="260"/>
                    <a:pt x="104" y="261"/>
                    <a:pt x="114" y="261"/>
                  </a:cubicBezTo>
                  <a:cubicBezTo>
                    <a:pt x="159" y="261"/>
                    <a:pt x="209" y="229"/>
                    <a:pt x="223" y="170"/>
                  </a:cubicBezTo>
                  <a:cubicBezTo>
                    <a:pt x="240" y="100"/>
                    <a:pt x="223" y="34"/>
                    <a:pt x="153" y="14"/>
                  </a:cubicBezTo>
                  <a:cubicBezTo>
                    <a:pt x="140" y="5"/>
                    <a:pt x="125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4" name="Google Shape;20224;p53"/>
            <p:cNvSpPr/>
            <p:nvPr/>
          </p:nvSpPr>
          <p:spPr>
            <a:xfrm>
              <a:off x="4121400" y="2456550"/>
              <a:ext cx="5675" cy="6700"/>
            </a:xfrm>
            <a:custGeom>
              <a:avLst/>
              <a:gdLst/>
              <a:ahLst/>
              <a:cxnLst/>
              <a:rect l="l" t="t" r="r" b="b"/>
              <a:pathLst>
                <a:path w="227" h="268" extrusionOk="0">
                  <a:moveTo>
                    <a:pt x="118" y="0"/>
                  </a:moveTo>
                  <a:cubicBezTo>
                    <a:pt x="109" y="0"/>
                    <a:pt x="99" y="2"/>
                    <a:pt x="87" y="7"/>
                  </a:cubicBezTo>
                  <a:cubicBezTo>
                    <a:pt x="37" y="7"/>
                    <a:pt x="0" y="77"/>
                    <a:pt x="0" y="143"/>
                  </a:cubicBezTo>
                  <a:cubicBezTo>
                    <a:pt x="21" y="214"/>
                    <a:pt x="70" y="267"/>
                    <a:pt x="124" y="267"/>
                  </a:cubicBezTo>
                  <a:cubicBezTo>
                    <a:pt x="157" y="247"/>
                    <a:pt x="190" y="230"/>
                    <a:pt x="206" y="214"/>
                  </a:cubicBezTo>
                  <a:cubicBezTo>
                    <a:pt x="227" y="181"/>
                    <a:pt x="227" y="143"/>
                    <a:pt x="227" y="110"/>
                  </a:cubicBezTo>
                  <a:cubicBezTo>
                    <a:pt x="227" y="77"/>
                    <a:pt x="206" y="40"/>
                    <a:pt x="173" y="24"/>
                  </a:cubicBezTo>
                  <a:lnTo>
                    <a:pt x="157" y="7"/>
                  </a:lnTo>
                  <a:cubicBezTo>
                    <a:pt x="146" y="7"/>
                    <a:pt x="13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5" name="Google Shape;20225;p53"/>
            <p:cNvSpPr/>
            <p:nvPr/>
          </p:nvSpPr>
          <p:spPr>
            <a:xfrm>
              <a:off x="4123975" y="24069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40" y="0"/>
                  </a:moveTo>
                  <a:cubicBezTo>
                    <a:pt x="103" y="0"/>
                    <a:pt x="87" y="17"/>
                    <a:pt x="54" y="33"/>
                  </a:cubicBezTo>
                  <a:cubicBezTo>
                    <a:pt x="0" y="87"/>
                    <a:pt x="0" y="153"/>
                    <a:pt x="37" y="223"/>
                  </a:cubicBezTo>
                  <a:cubicBezTo>
                    <a:pt x="54" y="239"/>
                    <a:pt x="87" y="256"/>
                    <a:pt x="124" y="256"/>
                  </a:cubicBezTo>
                  <a:cubicBezTo>
                    <a:pt x="129" y="260"/>
                    <a:pt x="135" y="262"/>
                    <a:pt x="142" y="262"/>
                  </a:cubicBezTo>
                  <a:cubicBezTo>
                    <a:pt x="158" y="262"/>
                    <a:pt x="178" y="251"/>
                    <a:pt x="190" y="239"/>
                  </a:cubicBezTo>
                  <a:cubicBezTo>
                    <a:pt x="227" y="206"/>
                    <a:pt x="227" y="190"/>
                    <a:pt x="243" y="153"/>
                  </a:cubicBezTo>
                  <a:cubicBezTo>
                    <a:pt x="243" y="120"/>
                    <a:pt x="227" y="87"/>
                    <a:pt x="206" y="50"/>
                  </a:cubicBezTo>
                  <a:cubicBezTo>
                    <a:pt x="206" y="33"/>
                    <a:pt x="190" y="17"/>
                    <a:pt x="173" y="17"/>
                  </a:cubicBezTo>
                  <a:cubicBezTo>
                    <a:pt x="157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6" name="Google Shape;20226;p53"/>
            <p:cNvSpPr/>
            <p:nvPr/>
          </p:nvSpPr>
          <p:spPr>
            <a:xfrm>
              <a:off x="4072425" y="24511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24" y="1"/>
                  </a:moveTo>
                  <a:cubicBezTo>
                    <a:pt x="87" y="1"/>
                    <a:pt x="71" y="1"/>
                    <a:pt x="38" y="34"/>
                  </a:cubicBezTo>
                  <a:cubicBezTo>
                    <a:pt x="21" y="50"/>
                    <a:pt x="1" y="87"/>
                    <a:pt x="1" y="120"/>
                  </a:cubicBezTo>
                  <a:cubicBezTo>
                    <a:pt x="1" y="137"/>
                    <a:pt x="1" y="174"/>
                    <a:pt x="21" y="207"/>
                  </a:cubicBezTo>
                  <a:cubicBezTo>
                    <a:pt x="54" y="223"/>
                    <a:pt x="87" y="240"/>
                    <a:pt x="124" y="256"/>
                  </a:cubicBezTo>
                  <a:cubicBezTo>
                    <a:pt x="141" y="256"/>
                    <a:pt x="157" y="256"/>
                    <a:pt x="174" y="240"/>
                  </a:cubicBezTo>
                  <a:cubicBezTo>
                    <a:pt x="228" y="190"/>
                    <a:pt x="244" y="104"/>
                    <a:pt x="190" y="50"/>
                  </a:cubicBezTo>
                  <a:cubicBezTo>
                    <a:pt x="190" y="34"/>
                    <a:pt x="174" y="17"/>
                    <a:pt x="157" y="17"/>
                  </a:cubicBezTo>
                  <a:cubicBezTo>
                    <a:pt x="141" y="1"/>
                    <a:pt x="14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7" name="Google Shape;20227;p53"/>
            <p:cNvSpPr/>
            <p:nvPr/>
          </p:nvSpPr>
          <p:spPr>
            <a:xfrm>
              <a:off x="4033775" y="24258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24" y="1"/>
                  </a:moveTo>
                  <a:cubicBezTo>
                    <a:pt x="104" y="1"/>
                    <a:pt x="71" y="17"/>
                    <a:pt x="54" y="34"/>
                  </a:cubicBezTo>
                  <a:cubicBezTo>
                    <a:pt x="21" y="54"/>
                    <a:pt x="21" y="87"/>
                    <a:pt x="1" y="120"/>
                  </a:cubicBezTo>
                  <a:lnTo>
                    <a:pt x="1" y="157"/>
                  </a:lnTo>
                  <a:cubicBezTo>
                    <a:pt x="54" y="190"/>
                    <a:pt x="104" y="223"/>
                    <a:pt x="157" y="260"/>
                  </a:cubicBezTo>
                  <a:cubicBezTo>
                    <a:pt x="174" y="260"/>
                    <a:pt x="174" y="240"/>
                    <a:pt x="190" y="240"/>
                  </a:cubicBezTo>
                  <a:cubicBezTo>
                    <a:pt x="244" y="190"/>
                    <a:pt x="244" y="104"/>
                    <a:pt x="207" y="54"/>
                  </a:cubicBezTo>
                  <a:cubicBezTo>
                    <a:pt x="190" y="34"/>
                    <a:pt x="174" y="17"/>
                    <a:pt x="157" y="17"/>
                  </a:cubicBezTo>
                  <a:cubicBezTo>
                    <a:pt x="157" y="1"/>
                    <a:pt x="14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8" name="Google Shape;20228;p53"/>
            <p:cNvSpPr/>
            <p:nvPr/>
          </p:nvSpPr>
          <p:spPr>
            <a:xfrm>
              <a:off x="4048000" y="2438675"/>
              <a:ext cx="4350" cy="3950"/>
            </a:xfrm>
            <a:custGeom>
              <a:avLst/>
              <a:gdLst/>
              <a:ahLst/>
              <a:cxnLst/>
              <a:rect l="l" t="t" r="r" b="b"/>
              <a:pathLst>
                <a:path w="174" h="158" extrusionOk="0">
                  <a:moveTo>
                    <a:pt x="50" y="1"/>
                  </a:moveTo>
                  <a:cubicBezTo>
                    <a:pt x="34" y="1"/>
                    <a:pt x="17" y="17"/>
                    <a:pt x="1" y="17"/>
                  </a:cubicBezTo>
                  <a:cubicBezTo>
                    <a:pt x="50" y="71"/>
                    <a:pt x="120" y="104"/>
                    <a:pt x="174" y="158"/>
                  </a:cubicBezTo>
                  <a:lnTo>
                    <a:pt x="174" y="104"/>
                  </a:lnTo>
                  <a:cubicBezTo>
                    <a:pt x="174" y="71"/>
                    <a:pt x="153" y="54"/>
                    <a:pt x="137" y="17"/>
                  </a:cubicBezTo>
                  <a:cubicBezTo>
                    <a:pt x="120" y="17"/>
                    <a:pt x="120" y="17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9" name="Google Shape;20229;p53"/>
            <p:cNvSpPr/>
            <p:nvPr/>
          </p:nvSpPr>
          <p:spPr>
            <a:xfrm>
              <a:off x="4102525" y="2396225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87" y="0"/>
                  </a:moveTo>
                  <a:cubicBezTo>
                    <a:pt x="71" y="17"/>
                    <a:pt x="34" y="33"/>
                    <a:pt x="17" y="50"/>
                  </a:cubicBezTo>
                  <a:cubicBezTo>
                    <a:pt x="1" y="83"/>
                    <a:pt x="1" y="120"/>
                    <a:pt x="1" y="153"/>
                  </a:cubicBezTo>
                  <a:cubicBezTo>
                    <a:pt x="1" y="186"/>
                    <a:pt x="17" y="223"/>
                    <a:pt x="54" y="239"/>
                  </a:cubicBezTo>
                  <a:cubicBezTo>
                    <a:pt x="66" y="251"/>
                    <a:pt x="86" y="263"/>
                    <a:pt x="102" y="263"/>
                  </a:cubicBezTo>
                  <a:cubicBezTo>
                    <a:pt x="109" y="263"/>
                    <a:pt x="115" y="261"/>
                    <a:pt x="120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07" y="83"/>
                    <a:pt x="207" y="50"/>
                    <a:pt x="174" y="33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37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0" name="Google Shape;20230;p53"/>
            <p:cNvSpPr/>
            <p:nvPr/>
          </p:nvSpPr>
          <p:spPr>
            <a:xfrm>
              <a:off x="3817850" y="2495375"/>
              <a:ext cx="1250" cy="3025"/>
            </a:xfrm>
            <a:custGeom>
              <a:avLst/>
              <a:gdLst/>
              <a:ahLst/>
              <a:cxnLst/>
              <a:rect l="l" t="t" r="r" b="b"/>
              <a:pathLst>
                <a:path w="50" h="121" extrusionOk="0">
                  <a:moveTo>
                    <a:pt x="50" y="0"/>
                  </a:moveTo>
                  <a:cubicBezTo>
                    <a:pt x="33" y="0"/>
                    <a:pt x="33" y="17"/>
                    <a:pt x="17" y="33"/>
                  </a:cubicBezTo>
                  <a:cubicBezTo>
                    <a:pt x="0" y="54"/>
                    <a:pt x="0" y="87"/>
                    <a:pt x="0" y="120"/>
                  </a:cubicBezTo>
                  <a:cubicBezTo>
                    <a:pt x="17" y="71"/>
                    <a:pt x="33" y="33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1" name="Google Shape;20231;p53"/>
            <p:cNvSpPr/>
            <p:nvPr/>
          </p:nvSpPr>
          <p:spPr>
            <a:xfrm>
              <a:off x="4099950" y="24430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4" y="0"/>
                  </a:moveTo>
                  <a:cubicBezTo>
                    <a:pt x="54" y="17"/>
                    <a:pt x="1" y="87"/>
                    <a:pt x="17" y="153"/>
                  </a:cubicBezTo>
                  <a:cubicBezTo>
                    <a:pt x="17" y="190"/>
                    <a:pt x="34" y="223"/>
                    <a:pt x="71" y="239"/>
                  </a:cubicBezTo>
                  <a:cubicBezTo>
                    <a:pt x="82" y="251"/>
                    <a:pt x="102" y="262"/>
                    <a:pt x="119" y="262"/>
                  </a:cubicBezTo>
                  <a:cubicBezTo>
                    <a:pt x="126" y="262"/>
                    <a:pt x="132" y="260"/>
                    <a:pt x="137" y="256"/>
                  </a:cubicBezTo>
                  <a:cubicBezTo>
                    <a:pt x="174" y="256"/>
                    <a:pt x="190" y="239"/>
                    <a:pt x="207" y="206"/>
                  </a:cubicBezTo>
                  <a:cubicBezTo>
                    <a:pt x="223" y="190"/>
                    <a:pt x="240" y="153"/>
                    <a:pt x="223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lnTo>
                    <a:pt x="137" y="17"/>
                  </a:ln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2" name="Google Shape;20232;p53"/>
            <p:cNvSpPr/>
            <p:nvPr/>
          </p:nvSpPr>
          <p:spPr>
            <a:xfrm>
              <a:off x="4130875" y="23905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71" y="0"/>
                    <a:pt x="54" y="21"/>
                    <a:pt x="33" y="54"/>
                  </a:cubicBezTo>
                  <a:cubicBezTo>
                    <a:pt x="17" y="87"/>
                    <a:pt x="0" y="124"/>
                    <a:pt x="17" y="157"/>
                  </a:cubicBezTo>
                  <a:cubicBezTo>
                    <a:pt x="17" y="190"/>
                    <a:pt x="33" y="207"/>
                    <a:pt x="54" y="244"/>
                  </a:cubicBezTo>
                  <a:cubicBezTo>
                    <a:pt x="87" y="260"/>
                    <a:pt x="104" y="260"/>
                    <a:pt x="136" y="260"/>
                  </a:cubicBezTo>
                  <a:cubicBezTo>
                    <a:pt x="190" y="244"/>
                    <a:pt x="240" y="174"/>
                    <a:pt x="223" y="104"/>
                  </a:cubicBezTo>
                  <a:cubicBezTo>
                    <a:pt x="223" y="71"/>
                    <a:pt x="207" y="54"/>
                    <a:pt x="190" y="21"/>
                  </a:cubicBezTo>
                  <a:cubicBezTo>
                    <a:pt x="174" y="21"/>
                    <a:pt x="174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3" name="Google Shape;20233;p53"/>
            <p:cNvSpPr/>
            <p:nvPr/>
          </p:nvSpPr>
          <p:spPr>
            <a:xfrm>
              <a:off x="4145925" y="2484475"/>
              <a:ext cx="5175" cy="2775"/>
            </a:xfrm>
            <a:custGeom>
              <a:avLst/>
              <a:gdLst/>
              <a:ahLst/>
              <a:cxnLst/>
              <a:rect l="l" t="t" r="r" b="b"/>
              <a:pathLst>
                <a:path w="207" h="111" extrusionOk="0">
                  <a:moveTo>
                    <a:pt x="85" y="1"/>
                  </a:moveTo>
                  <a:cubicBezTo>
                    <a:pt x="67" y="1"/>
                    <a:pt x="45" y="13"/>
                    <a:pt x="33" y="24"/>
                  </a:cubicBezTo>
                  <a:cubicBezTo>
                    <a:pt x="17" y="41"/>
                    <a:pt x="0" y="57"/>
                    <a:pt x="0" y="78"/>
                  </a:cubicBezTo>
                  <a:cubicBezTo>
                    <a:pt x="70" y="94"/>
                    <a:pt x="136" y="94"/>
                    <a:pt x="207" y="111"/>
                  </a:cubicBezTo>
                  <a:cubicBezTo>
                    <a:pt x="207" y="94"/>
                    <a:pt x="190" y="57"/>
                    <a:pt x="190" y="57"/>
                  </a:cubicBezTo>
                  <a:cubicBezTo>
                    <a:pt x="174" y="24"/>
                    <a:pt x="153" y="24"/>
                    <a:pt x="136" y="8"/>
                  </a:cubicBezTo>
                  <a:lnTo>
                    <a:pt x="103" y="8"/>
                  </a:lnTo>
                  <a:cubicBezTo>
                    <a:pt x="99" y="3"/>
                    <a:pt x="92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4" name="Google Shape;20234;p53"/>
            <p:cNvSpPr/>
            <p:nvPr/>
          </p:nvSpPr>
          <p:spPr>
            <a:xfrm>
              <a:off x="4157475" y="2435600"/>
              <a:ext cx="6500" cy="6475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38" y="0"/>
                  </a:moveTo>
                  <a:cubicBezTo>
                    <a:pt x="86" y="0"/>
                    <a:pt x="48" y="30"/>
                    <a:pt x="21" y="74"/>
                  </a:cubicBezTo>
                  <a:cubicBezTo>
                    <a:pt x="0" y="140"/>
                    <a:pt x="37" y="227"/>
                    <a:pt x="87" y="243"/>
                  </a:cubicBezTo>
                  <a:cubicBezTo>
                    <a:pt x="101" y="254"/>
                    <a:pt x="117" y="258"/>
                    <a:pt x="132" y="258"/>
                  </a:cubicBezTo>
                  <a:cubicBezTo>
                    <a:pt x="173" y="258"/>
                    <a:pt x="212" y="225"/>
                    <a:pt x="227" y="177"/>
                  </a:cubicBezTo>
                  <a:cubicBezTo>
                    <a:pt x="260" y="107"/>
                    <a:pt x="227" y="37"/>
                    <a:pt x="173" y="4"/>
                  </a:cubicBezTo>
                  <a:cubicBezTo>
                    <a:pt x="161" y="1"/>
                    <a:pt x="149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5" name="Google Shape;20235;p53"/>
            <p:cNvSpPr/>
            <p:nvPr/>
          </p:nvSpPr>
          <p:spPr>
            <a:xfrm>
              <a:off x="4157975" y="24781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67" y="1"/>
                    <a:pt x="50" y="22"/>
                    <a:pt x="34" y="55"/>
                  </a:cubicBezTo>
                  <a:cubicBezTo>
                    <a:pt x="17" y="88"/>
                    <a:pt x="1" y="125"/>
                    <a:pt x="17" y="158"/>
                  </a:cubicBezTo>
                  <a:cubicBezTo>
                    <a:pt x="17" y="191"/>
                    <a:pt x="34" y="207"/>
                    <a:pt x="50" y="244"/>
                  </a:cubicBezTo>
                  <a:cubicBezTo>
                    <a:pt x="83" y="261"/>
                    <a:pt x="104" y="261"/>
                    <a:pt x="137" y="261"/>
                  </a:cubicBezTo>
                  <a:cubicBezTo>
                    <a:pt x="207" y="244"/>
                    <a:pt x="240" y="174"/>
                    <a:pt x="223" y="104"/>
                  </a:cubicBezTo>
                  <a:cubicBezTo>
                    <a:pt x="223" y="71"/>
                    <a:pt x="207" y="55"/>
                    <a:pt x="186" y="22"/>
                  </a:cubicBezTo>
                  <a:cubicBezTo>
                    <a:pt x="170" y="22"/>
                    <a:pt x="170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6" name="Google Shape;20236;p53"/>
            <p:cNvSpPr/>
            <p:nvPr/>
          </p:nvSpPr>
          <p:spPr>
            <a:xfrm>
              <a:off x="4164375" y="2417650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87" y="1"/>
                  </a:moveTo>
                  <a:cubicBezTo>
                    <a:pt x="87" y="1"/>
                    <a:pt x="70" y="1"/>
                    <a:pt x="70" y="17"/>
                  </a:cubicBezTo>
                  <a:cubicBezTo>
                    <a:pt x="17" y="34"/>
                    <a:pt x="0" y="87"/>
                    <a:pt x="0" y="153"/>
                  </a:cubicBezTo>
                  <a:cubicBezTo>
                    <a:pt x="0" y="190"/>
                    <a:pt x="17" y="223"/>
                    <a:pt x="54" y="240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56"/>
                    <a:pt x="223" y="190"/>
                    <a:pt x="223" y="120"/>
                  </a:cubicBezTo>
                  <a:cubicBezTo>
                    <a:pt x="223" y="104"/>
                    <a:pt x="207" y="87"/>
                    <a:pt x="207" y="87"/>
                  </a:cubicBezTo>
                  <a:cubicBezTo>
                    <a:pt x="190" y="50"/>
                    <a:pt x="174" y="17"/>
                    <a:pt x="157" y="17"/>
                  </a:cubicBezTo>
                  <a:cubicBezTo>
                    <a:pt x="136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7" name="Google Shape;20237;p53"/>
            <p:cNvSpPr/>
            <p:nvPr/>
          </p:nvSpPr>
          <p:spPr>
            <a:xfrm>
              <a:off x="4162200" y="2461050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41" y="1"/>
                  </a:moveTo>
                  <a:cubicBezTo>
                    <a:pt x="120" y="1"/>
                    <a:pt x="87" y="1"/>
                    <a:pt x="71" y="34"/>
                  </a:cubicBezTo>
                  <a:cubicBezTo>
                    <a:pt x="17" y="67"/>
                    <a:pt x="1" y="153"/>
                    <a:pt x="54" y="207"/>
                  </a:cubicBezTo>
                  <a:cubicBezTo>
                    <a:pt x="72" y="242"/>
                    <a:pt x="100" y="258"/>
                    <a:pt x="131" y="258"/>
                  </a:cubicBezTo>
                  <a:cubicBezTo>
                    <a:pt x="157" y="258"/>
                    <a:pt x="184" y="246"/>
                    <a:pt x="207" y="223"/>
                  </a:cubicBezTo>
                  <a:cubicBezTo>
                    <a:pt x="244" y="190"/>
                    <a:pt x="261" y="104"/>
                    <a:pt x="223" y="50"/>
                  </a:cubicBezTo>
                  <a:cubicBezTo>
                    <a:pt x="207" y="34"/>
                    <a:pt x="190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8" name="Google Shape;20238;p53"/>
            <p:cNvSpPr/>
            <p:nvPr/>
          </p:nvSpPr>
          <p:spPr>
            <a:xfrm>
              <a:off x="4175500" y="2429725"/>
              <a:ext cx="5700" cy="6400"/>
            </a:xfrm>
            <a:custGeom>
              <a:avLst/>
              <a:gdLst/>
              <a:ahLst/>
              <a:cxnLst/>
              <a:rect l="l" t="t" r="r" b="b"/>
              <a:pathLst>
                <a:path w="228" h="256" extrusionOk="0">
                  <a:moveTo>
                    <a:pt x="104" y="0"/>
                  </a:moveTo>
                  <a:cubicBezTo>
                    <a:pt x="71" y="0"/>
                    <a:pt x="38" y="17"/>
                    <a:pt x="21" y="50"/>
                  </a:cubicBezTo>
                  <a:cubicBezTo>
                    <a:pt x="1" y="83"/>
                    <a:pt x="1" y="120"/>
                    <a:pt x="1" y="153"/>
                  </a:cubicBezTo>
                  <a:cubicBezTo>
                    <a:pt x="1" y="186"/>
                    <a:pt x="21" y="206"/>
                    <a:pt x="54" y="239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90" y="239"/>
                    <a:pt x="227" y="169"/>
                    <a:pt x="227" y="103"/>
                  </a:cubicBezTo>
                  <a:cubicBezTo>
                    <a:pt x="227" y="66"/>
                    <a:pt x="207" y="33"/>
                    <a:pt x="174" y="17"/>
                  </a:cubicBezTo>
                  <a:cubicBezTo>
                    <a:pt x="174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9" name="Google Shape;20239;p53"/>
            <p:cNvSpPr/>
            <p:nvPr/>
          </p:nvSpPr>
          <p:spPr>
            <a:xfrm>
              <a:off x="3955650" y="22355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4" y="1"/>
                    <a:pt x="0" y="71"/>
                    <a:pt x="17" y="141"/>
                  </a:cubicBezTo>
                  <a:cubicBezTo>
                    <a:pt x="17" y="174"/>
                    <a:pt x="33" y="207"/>
                    <a:pt x="71" y="223"/>
                  </a:cubicBezTo>
                  <a:cubicBezTo>
                    <a:pt x="87" y="260"/>
                    <a:pt x="120" y="260"/>
                    <a:pt x="137" y="260"/>
                  </a:cubicBezTo>
                  <a:cubicBezTo>
                    <a:pt x="207" y="244"/>
                    <a:pt x="240" y="174"/>
                    <a:pt x="240" y="104"/>
                  </a:cubicBezTo>
                  <a:cubicBezTo>
                    <a:pt x="223" y="71"/>
                    <a:pt x="207" y="38"/>
                    <a:pt x="190" y="17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0" name="Google Shape;20240;p53"/>
            <p:cNvSpPr/>
            <p:nvPr/>
          </p:nvSpPr>
          <p:spPr>
            <a:xfrm>
              <a:off x="4180250" y="24601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57" y="0"/>
                  </a:moveTo>
                  <a:cubicBezTo>
                    <a:pt x="120" y="0"/>
                    <a:pt x="87" y="0"/>
                    <a:pt x="70" y="21"/>
                  </a:cubicBezTo>
                  <a:cubicBezTo>
                    <a:pt x="54" y="38"/>
                    <a:pt x="37" y="54"/>
                    <a:pt x="17" y="87"/>
                  </a:cubicBezTo>
                  <a:cubicBezTo>
                    <a:pt x="0" y="104"/>
                    <a:pt x="17" y="141"/>
                    <a:pt x="17" y="174"/>
                  </a:cubicBezTo>
                  <a:cubicBezTo>
                    <a:pt x="37" y="207"/>
                    <a:pt x="54" y="244"/>
                    <a:pt x="87" y="260"/>
                  </a:cubicBezTo>
                  <a:cubicBezTo>
                    <a:pt x="96" y="263"/>
                    <a:pt x="105" y="264"/>
                    <a:pt x="115" y="264"/>
                  </a:cubicBezTo>
                  <a:cubicBezTo>
                    <a:pt x="162" y="264"/>
                    <a:pt x="209" y="232"/>
                    <a:pt x="223" y="174"/>
                  </a:cubicBezTo>
                  <a:cubicBezTo>
                    <a:pt x="244" y="104"/>
                    <a:pt x="223" y="38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1" name="Google Shape;20241;p53"/>
            <p:cNvSpPr/>
            <p:nvPr/>
          </p:nvSpPr>
          <p:spPr>
            <a:xfrm>
              <a:off x="4136850" y="2404175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118" y="1"/>
                  </a:moveTo>
                  <a:cubicBezTo>
                    <a:pt x="110" y="1"/>
                    <a:pt x="100" y="2"/>
                    <a:pt x="87" y="8"/>
                  </a:cubicBezTo>
                  <a:cubicBezTo>
                    <a:pt x="71" y="8"/>
                    <a:pt x="54" y="24"/>
                    <a:pt x="38" y="41"/>
                  </a:cubicBezTo>
                  <a:cubicBezTo>
                    <a:pt x="21" y="57"/>
                    <a:pt x="1" y="111"/>
                    <a:pt x="1" y="144"/>
                  </a:cubicBezTo>
                  <a:cubicBezTo>
                    <a:pt x="1" y="177"/>
                    <a:pt x="21" y="214"/>
                    <a:pt x="54" y="231"/>
                  </a:cubicBezTo>
                  <a:cubicBezTo>
                    <a:pt x="71" y="247"/>
                    <a:pt x="104" y="264"/>
                    <a:pt x="124" y="264"/>
                  </a:cubicBezTo>
                  <a:cubicBezTo>
                    <a:pt x="190" y="247"/>
                    <a:pt x="227" y="177"/>
                    <a:pt x="227" y="128"/>
                  </a:cubicBezTo>
                  <a:lnTo>
                    <a:pt x="227" y="111"/>
                  </a:lnTo>
                  <a:cubicBezTo>
                    <a:pt x="207" y="57"/>
                    <a:pt x="190" y="24"/>
                    <a:pt x="157" y="8"/>
                  </a:cubicBezTo>
                  <a:cubicBezTo>
                    <a:pt x="146" y="8"/>
                    <a:pt x="135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2" name="Google Shape;20242;p53"/>
            <p:cNvSpPr/>
            <p:nvPr/>
          </p:nvSpPr>
          <p:spPr>
            <a:xfrm>
              <a:off x="4135200" y="24515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04" y="0"/>
                  </a:moveTo>
                  <a:cubicBezTo>
                    <a:pt x="34" y="0"/>
                    <a:pt x="1" y="70"/>
                    <a:pt x="1" y="136"/>
                  </a:cubicBezTo>
                  <a:cubicBezTo>
                    <a:pt x="1" y="173"/>
                    <a:pt x="17" y="206"/>
                    <a:pt x="50" y="223"/>
                  </a:cubicBezTo>
                  <a:cubicBezTo>
                    <a:pt x="67" y="260"/>
                    <a:pt x="104" y="260"/>
                    <a:pt x="137" y="260"/>
                  </a:cubicBezTo>
                  <a:cubicBezTo>
                    <a:pt x="190" y="239"/>
                    <a:pt x="223" y="173"/>
                    <a:pt x="223" y="103"/>
                  </a:cubicBezTo>
                  <a:cubicBezTo>
                    <a:pt x="223" y="70"/>
                    <a:pt x="207" y="33"/>
                    <a:pt x="170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3" name="Google Shape;20243;p53"/>
            <p:cNvSpPr/>
            <p:nvPr/>
          </p:nvSpPr>
          <p:spPr>
            <a:xfrm>
              <a:off x="4134800" y="24674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36" y="0"/>
                  </a:moveTo>
                  <a:cubicBezTo>
                    <a:pt x="103" y="0"/>
                    <a:pt x="66" y="17"/>
                    <a:pt x="50" y="37"/>
                  </a:cubicBezTo>
                  <a:cubicBezTo>
                    <a:pt x="0" y="87"/>
                    <a:pt x="0" y="157"/>
                    <a:pt x="33" y="223"/>
                  </a:cubicBezTo>
                  <a:cubicBezTo>
                    <a:pt x="50" y="243"/>
                    <a:pt x="66" y="260"/>
                    <a:pt x="103" y="260"/>
                  </a:cubicBezTo>
                  <a:cubicBezTo>
                    <a:pt x="113" y="265"/>
                    <a:pt x="122" y="267"/>
                    <a:pt x="132" y="267"/>
                  </a:cubicBezTo>
                  <a:cubicBezTo>
                    <a:pt x="154" y="267"/>
                    <a:pt x="174" y="255"/>
                    <a:pt x="186" y="243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86" y="37"/>
                    <a:pt x="169" y="17"/>
                    <a:pt x="153" y="17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4" name="Google Shape;20244;p53"/>
            <p:cNvSpPr/>
            <p:nvPr/>
          </p:nvSpPr>
          <p:spPr>
            <a:xfrm>
              <a:off x="4134800" y="242095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36" y="1"/>
                  </a:moveTo>
                  <a:cubicBezTo>
                    <a:pt x="85" y="1"/>
                    <a:pt x="44" y="31"/>
                    <a:pt x="17" y="75"/>
                  </a:cubicBezTo>
                  <a:cubicBezTo>
                    <a:pt x="0" y="145"/>
                    <a:pt x="33" y="228"/>
                    <a:pt x="83" y="248"/>
                  </a:cubicBezTo>
                  <a:cubicBezTo>
                    <a:pt x="97" y="257"/>
                    <a:pt x="112" y="261"/>
                    <a:pt x="127" y="261"/>
                  </a:cubicBezTo>
                  <a:cubicBezTo>
                    <a:pt x="170" y="261"/>
                    <a:pt x="211" y="230"/>
                    <a:pt x="223" y="178"/>
                  </a:cubicBezTo>
                  <a:cubicBezTo>
                    <a:pt x="256" y="108"/>
                    <a:pt x="223" y="42"/>
                    <a:pt x="169" y="5"/>
                  </a:cubicBezTo>
                  <a:cubicBezTo>
                    <a:pt x="158" y="2"/>
                    <a:pt x="14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5" name="Google Shape;20245;p53"/>
            <p:cNvSpPr/>
            <p:nvPr/>
          </p:nvSpPr>
          <p:spPr>
            <a:xfrm>
              <a:off x="4153650" y="24022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4" y="0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23"/>
                    <a:pt x="71" y="240"/>
                  </a:cubicBezTo>
                  <a:cubicBezTo>
                    <a:pt x="82" y="251"/>
                    <a:pt x="102" y="265"/>
                    <a:pt x="118" y="265"/>
                  </a:cubicBezTo>
                  <a:cubicBezTo>
                    <a:pt x="125" y="265"/>
                    <a:pt x="132" y="262"/>
                    <a:pt x="137" y="256"/>
                  </a:cubicBezTo>
                  <a:cubicBezTo>
                    <a:pt x="207" y="256"/>
                    <a:pt x="240" y="190"/>
                    <a:pt x="240" y="120"/>
                  </a:cubicBezTo>
                  <a:cubicBezTo>
                    <a:pt x="223" y="87"/>
                    <a:pt x="223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3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6" name="Google Shape;20246;p53"/>
            <p:cNvSpPr/>
            <p:nvPr/>
          </p:nvSpPr>
          <p:spPr>
            <a:xfrm>
              <a:off x="4139950" y="2359925"/>
              <a:ext cx="5575" cy="6625"/>
            </a:xfrm>
            <a:custGeom>
              <a:avLst/>
              <a:gdLst/>
              <a:ahLst/>
              <a:cxnLst/>
              <a:rect l="l" t="t" r="r" b="b"/>
              <a:pathLst>
                <a:path w="223" h="265" extrusionOk="0">
                  <a:moveTo>
                    <a:pt x="88" y="1"/>
                  </a:moveTo>
                  <a:cubicBezTo>
                    <a:pt x="64" y="1"/>
                    <a:pt x="45" y="14"/>
                    <a:pt x="33" y="26"/>
                  </a:cubicBezTo>
                  <a:cubicBezTo>
                    <a:pt x="17" y="59"/>
                    <a:pt x="0" y="75"/>
                    <a:pt x="0" y="112"/>
                  </a:cubicBezTo>
                  <a:cubicBezTo>
                    <a:pt x="0" y="145"/>
                    <a:pt x="0" y="178"/>
                    <a:pt x="17" y="215"/>
                  </a:cubicBezTo>
                  <a:cubicBezTo>
                    <a:pt x="33" y="248"/>
                    <a:pt x="66" y="265"/>
                    <a:pt x="83" y="265"/>
                  </a:cubicBezTo>
                  <a:cubicBezTo>
                    <a:pt x="120" y="265"/>
                    <a:pt x="153" y="248"/>
                    <a:pt x="169" y="232"/>
                  </a:cubicBezTo>
                  <a:cubicBezTo>
                    <a:pt x="223" y="195"/>
                    <a:pt x="223" y="112"/>
                    <a:pt x="186" y="42"/>
                  </a:cubicBezTo>
                  <a:cubicBezTo>
                    <a:pt x="169" y="26"/>
                    <a:pt x="169" y="26"/>
                    <a:pt x="136" y="9"/>
                  </a:cubicBezTo>
                  <a:lnTo>
                    <a:pt x="120" y="9"/>
                  </a:lnTo>
                  <a:cubicBezTo>
                    <a:pt x="109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7" name="Google Shape;20247;p53"/>
            <p:cNvSpPr/>
            <p:nvPr/>
          </p:nvSpPr>
          <p:spPr>
            <a:xfrm>
              <a:off x="4062125" y="2263575"/>
              <a:ext cx="5700" cy="6575"/>
            </a:xfrm>
            <a:custGeom>
              <a:avLst/>
              <a:gdLst/>
              <a:ahLst/>
              <a:cxnLst/>
              <a:rect l="l" t="t" r="r" b="b"/>
              <a:pathLst>
                <a:path w="228" h="263" extrusionOk="0">
                  <a:moveTo>
                    <a:pt x="130" y="0"/>
                  </a:moveTo>
                  <a:cubicBezTo>
                    <a:pt x="119" y="0"/>
                    <a:pt x="106" y="4"/>
                    <a:pt x="87" y="12"/>
                  </a:cubicBezTo>
                  <a:cubicBezTo>
                    <a:pt x="71" y="12"/>
                    <a:pt x="38" y="29"/>
                    <a:pt x="21" y="66"/>
                  </a:cubicBezTo>
                  <a:cubicBezTo>
                    <a:pt x="0" y="83"/>
                    <a:pt x="0" y="116"/>
                    <a:pt x="0" y="153"/>
                  </a:cubicBezTo>
                  <a:cubicBezTo>
                    <a:pt x="0" y="186"/>
                    <a:pt x="21" y="219"/>
                    <a:pt x="54" y="235"/>
                  </a:cubicBezTo>
                  <a:cubicBezTo>
                    <a:pt x="66" y="250"/>
                    <a:pt x="86" y="262"/>
                    <a:pt x="104" y="262"/>
                  </a:cubicBezTo>
                  <a:cubicBezTo>
                    <a:pt x="111" y="262"/>
                    <a:pt x="118" y="260"/>
                    <a:pt x="124" y="256"/>
                  </a:cubicBezTo>
                  <a:cubicBezTo>
                    <a:pt x="190" y="256"/>
                    <a:pt x="227" y="186"/>
                    <a:pt x="227" y="116"/>
                  </a:cubicBezTo>
                  <a:cubicBezTo>
                    <a:pt x="227" y="83"/>
                    <a:pt x="207" y="50"/>
                    <a:pt x="174" y="29"/>
                  </a:cubicBezTo>
                  <a:cubicBezTo>
                    <a:pt x="174" y="12"/>
                    <a:pt x="157" y="12"/>
                    <a:pt x="157" y="12"/>
                  </a:cubicBezTo>
                  <a:cubicBezTo>
                    <a:pt x="149" y="4"/>
                    <a:pt x="141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8" name="Google Shape;20248;p53"/>
            <p:cNvSpPr/>
            <p:nvPr/>
          </p:nvSpPr>
          <p:spPr>
            <a:xfrm>
              <a:off x="4035950" y="2375900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45" y="1"/>
                  </a:moveTo>
                  <a:cubicBezTo>
                    <a:pt x="99" y="1"/>
                    <a:pt x="51" y="34"/>
                    <a:pt x="37" y="92"/>
                  </a:cubicBezTo>
                  <a:cubicBezTo>
                    <a:pt x="0" y="158"/>
                    <a:pt x="37" y="228"/>
                    <a:pt x="87" y="244"/>
                  </a:cubicBezTo>
                  <a:cubicBezTo>
                    <a:pt x="103" y="261"/>
                    <a:pt x="120" y="261"/>
                    <a:pt x="140" y="261"/>
                  </a:cubicBezTo>
                  <a:cubicBezTo>
                    <a:pt x="190" y="261"/>
                    <a:pt x="223" y="228"/>
                    <a:pt x="243" y="174"/>
                  </a:cubicBezTo>
                  <a:cubicBezTo>
                    <a:pt x="260" y="125"/>
                    <a:pt x="243" y="71"/>
                    <a:pt x="206" y="38"/>
                  </a:cubicBezTo>
                  <a:cubicBezTo>
                    <a:pt x="206" y="38"/>
                    <a:pt x="190" y="22"/>
                    <a:pt x="173" y="5"/>
                  </a:cubicBezTo>
                  <a:cubicBezTo>
                    <a:pt x="164" y="2"/>
                    <a:pt x="155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9" name="Google Shape;20249;p53"/>
            <p:cNvSpPr/>
            <p:nvPr/>
          </p:nvSpPr>
          <p:spPr>
            <a:xfrm>
              <a:off x="4035950" y="228270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26" y="0"/>
                  </a:moveTo>
                  <a:cubicBezTo>
                    <a:pt x="80" y="0"/>
                    <a:pt x="33" y="35"/>
                    <a:pt x="17" y="89"/>
                  </a:cubicBezTo>
                  <a:cubicBezTo>
                    <a:pt x="0" y="159"/>
                    <a:pt x="17" y="229"/>
                    <a:pt x="87" y="245"/>
                  </a:cubicBezTo>
                  <a:cubicBezTo>
                    <a:pt x="101" y="254"/>
                    <a:pt x="116" y="258"/>
                    <a:pt x="131" y="258"/>
                  </a:cubicBezTo>
                  <a:cubicBezTo>
                    <a:pt x="172" y="258"/>
                    <a:pt x="211" y="227"/>
                    <a:pt x="223" y="175"/>
                  </a:cubicBezTo>
                  <a:cubicBezTo>
                    <a:pt x="243" y="109"/>
                    <a:pt x="223" y="39"/>
                    <a:pt x="157" y="6"/>
                  </a:cubicBezTo>
                  <a:cubicBezTo>
                    <a:pt x="147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0" name="Google Shape;20250;p53"/>
            <p:cNvSpPr/>
            <p:nvPr/>
          </p:nvSpPr>
          <p:spPr>
            <a:xfrm>
              <a:off x="4040275" y="22364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67"/>
                    <a:pt x="17" y="153"/>
                  </a:cubicBezTo>
                  <a:cubicBezTo>
                    <a:pt x="17" y="186"/>
                    <a:pt x="33" y="207"/>
                    <a:pt x="50" y="240"/>
                  </a:cubicBezTo>
                  <a:cubicBezTo>
                    <a:pt x="87" y="256"/>
                    <a:pt x="120" y="256"/>
                    <a:pt x="136" y="256"/>
                  </a:cubicBezTo>
                  <a:cubicBezTo>
                    <a:pt x="207" y="240"/>
                    <a:pt x="240" y="170"/>
                    <a:pt x="240" y="104"/>
                  </a:cubicBezTo>
                  <a:cubicBezTo>
                    <a:pt x="223" y="67"/>
                    <a:pt x="207" y="50"/>
                    <a:pt x="190" y="17"/>
                  </a:cubicBezTo>
                  <a:cubicBezTo>
                    <a:pt x="190" y="17"/>
                    <a:pt x="174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1" name="Google Shape;20251;p53"/>
            <p:cNvSpPr/>
            <p:nvPr/>
          </p:nvSpPr>
          <p:spPr>
            <a:xfrm>
              <a:off x="4032125" y="231840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20" y="0"/>
                  </a:moveTo>
                  <a:cubicBezTo>
                    <a:pt x="87" y="0"/>
                    <a:pt x="67" y="21"/>
                    <a:pt x="34" y="38"/>
                  </a:cubicBezTo>
                  <a:cubicBezTo>
                    <a:pt x="17" y="54"/>
                    <a:pt x="1" y="87"/>
                    <a:pt x="1" y="124"/>
                  </a:cubicBezTo>
                  <a:cubicBezTo>
                    <a:pt x="1" y="157"/>
                    <a:pt x="1" y="190"/>
                    <a:pt x="17" y="227"/>
                  </a:cubicBezTo>
                  <a:cubicBezTo>
                    <a:pt x="44" y="254"/>
                    <a:pt x="78" y="267"/>
                    <a:pt x="108" y="267"/>
                  </a:cubicBezTo>
                  <a:cubicBezTo>
                    <a:pt x="133" y="267"/>
                    <a:pt x="155" y="259"/>
                    <a:pt x="170" y="244"/>
                  </a:cubicBezTo>
                  <a:cubicBezTo>
                    <a:pt x="223" y="190"/>
                    <a:pt x="240" y="104"/>
                    <a:pt x="190" y="54"/>
                  </a:cubicBezTo>
                  <a:cubicBezTo>
                    <a:pt x="190" y="38"/>
                    <a:pt x="170" y="21"/>
                    <a:pt x="153" y="21"/>
                  </a:cubicBezTo>
                  <a:cubicBezTo>
                    <a:pt x="137" y="21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2" name="Google Shape;20252;p53"/>
            <p:cNvSpPr/>
            <p:nvPr/>
          </p:nvSpPr>
          <p:spPr>
            <a:xfrm>
              <a:off x="4034300" y="2393425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3" y="1"/>
                  </a:moveTo>
                  <a:cubicBezTo>
                    <a:pt x="99" y="1"/>
                    <a:pt x="78" y="14"/>
                    <a:pt x="66" y="26"/>
                  </a:cubicBezTo>
                  <a:cubicBezTo>
                    <a:pt x="33" y="42"/>
                    <a:pt x="17" y="59"/>
                    <a:pt x="17" y="75"/>
                  </a:cubicBezTo>
                  <a:cubicBezTo>
                    <a:pt x="0" y="112"/>
                    <a:pt x="0" y="145"/>
                    <a:pt x="17" y="162"/>
                  </a:cubicBezTo>
                  <a:cubicBezTo>
                    <a:pt x="17" y="215"/>
                    <a:pt x="50" y="232"/>
                    <a:pt x="66" y="248"/>
                  </a:cubicBezTo>
                  <a:cubicBezTo>
                    <a:pt x="85" y="257"/>
                    <a:pt x="102" y="261"/>
                    <a:pt x="118" y="261"/>
                  </a:cubicBezTo>
                  <a:cubicBezTo>
                    <a:pt x="162" y="261"/>
                    <a:pt x="196" y="230"/>
                    <a:pt x="223" y="178"/>
                  </a:cubicBezTo>
                  <a:cubicBezTo>
                    <a:pt x="239" y="112"/>
                    <a:pt x="206" y="42"/>
                    <a:pt x="153" y="9"/>
                  </a:cubicBezTo>
                  <a:cubicBezTo>
                    <a:pt x="143" y="3"/>
                    <a:pt x="133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3" name="Google Shape;20253;p53"/>
            <p:cNvSpPr/>
            <p:nvPr/>
          </p:nvSpPr>
          <p:spPr>
            <a:xfrm>
              <a:off x="4040275" y="23308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33" y="17"/>
                    <a:pt x="0" y="87"/>
                    <a:pt x="17" y="157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9" y="267"/>
                    <a:pt x="127" y="265"/>
                    <a:pt x="136" y="260"/>
                  </a:cubicBezTo>
                  <a:cubicBezTo>
                    <a:pt x="174" y="260"/>
                    <a:pt x="190" y="244"/>
                    <a:pt x="207" y="206"/>
                  </a:cubicBezTo>
                  <a:cubicBezTo>
                    <a:pt x="223" y="190"/>
                    <a:pt x="240" y="157"/>
                    <a:pt x="223" y="120"/>
                  </a:cubicBezTo>
                  <a:cubicBezTo>
                    <a:pt x="223" y="87"/>
                    <a:pt x="207" y="54"/>
                    <a:pt x="190" y="37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4" name="Google Shape;20254;p53"/>
            <p:cNvSpPr/>
            <p:nvPr/>
          </p:nvSpPr>
          <p:spPr>
            <a:xfrm>
              <a:off x="4033375" y="234592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40" y="0"/>
                  </a:moveTo>
                  <a:cubicBezTo>
                    <a:pt x="103" y="0"/>
                    <a:pt x="70" y="17"/>
                    <a:pt x="54" y="33"/>
                  </a:cubicBezTo>
                  <a:cubicBezTo>
                    <a:pt x="0" y="87"/>
                    <a:pt x="0" y="157"/>
                    <a:pt x="37" y="223"/>
                  </a:cubicBezTo>
                  <a:cubicBezTo>
                    <a:pt x="54" y="239"/>
                    <a:pt x="87" y="260"/>
                    <a:pt x="103" y="260"/>
                  </a:cubicBezTo>
                  <a:cubicBezTo>
                    <a:pt x="114" y="265"/>
                    <a:pt x="124" y="267"/>
                    <a:pt x="134" y="267"/>
                  </a:cubicBezTo>
                  <a:cubicBezTo>
                    <a:pt x="158" y="267"/>
                    <a:pt x="178" y="254"/>
                    <a:pt x="190" y="239"/>
                  </a:cubicBezTo>
                  <a:cubicBezTo>
                    <a:pt x="206" y="223"/>
                    <a:pt x="223" y="190"/>
                    <a:pt x="243" y="157"/>
                  </a:cubicBezTo>
                  <a:cubicBezTo>
                    <a:pt x="243" y="120"/>
                    <a:pt x="223" y="87"/>
                    <a:pt x="206" y="54"/>
                  </a:cubicBezTo>
                  <a:cubicBezTo>
                    <a:pt x="190" y="33"/>
                    <a:pt x="173" y="17"/>
                    <a:pt x="157" y="17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5" name="Google Shape;20255;p53"/>
            <p:cNvSpPr/>
            <p:nvPr/>
          </p:nvSpPr>
          <p:spPr>
            <a:xfrm>
              <a:off x="4034300" y="22987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88"/>
                    <a:pt x="17" y="154"/>
                  </a:cubicBezTo>
                  <a:cubicBezTo>
                    <a:pt x="17" y="191"/>
                    <a:pt x="33" y="224"/>
                    <a:pt x="50" y="240"/>
                  </a:cubicBezTo>
                  <a:cubicBezTo>
                    <a:pt x="83" y="257"/>
                    <a:pt x="103" y="257"/>
                    <a:pt x="136" y="257"/>
                  </a:cubicBezTo>
                  <a:cubicBezTo>
                    <a:pt x="206" y="240"/>
                    <a:pt x="239" y="191"/>
                    <a:pt x="223" y="104"/>
                  </a:cubicBezTo>
                  <a:cubicBezTo>
                    <a:pt x="223" y="67"/>
                    <a:pt x="206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6" name="Google Shape;20256;p53"/>
            <p:cNvSpPr/>
            <p:nvPr/>
          </p:nvSpPr>
          <p:spPr>
            <a:xfrm>
              <a:off x="4051000" y="23736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8" y="1"/>
                  </a:moveTo>
                  <a:cubicBezTo>
                    <a:pt x="85" y="1"/>
                    <a:pt x="65" y="12"/>
                    <a:pt x="54" y="24"/>
                  </a:cubicBezTo>
                  <a:cubicBezTo>
                    <a:pt x="0" y="78"/>
                    <a:pt x="0" y="160"/>
                    <a:pt x="33" y="214"/>
                  </a:cubicBezTo>
                  <a:cubicBezTo>
                    <a:pt x="54" y="230"/>
                    <a:pt x="87" y="247"/>
                    <a:pt x="103" y="263"/>
                  </a:cubicBezTo>
                  <a:cubicBezTo>
                    <a:pt x="136" y="263"/>
                    <a:pt x="173" y="247"/>
                    <a:pt x="190" y="230"/>
                  </a:cubicBezTo>
                  <a:cubicBezTo>
                    <a:pt x="206" y="214"/>
                    <a:pt x="223" y="181"/>
                    <a:pt x="223" y="144"/>
                  </a:cubicBezTo>
                  <a:cubicBezTo>
                    <a:pt x="239" y="111"/>
                    <a:pt x="223" y="78"/>
                    <a:pt x="206" y="41"/>
                  </a:cubicBezTo>
                  <a:cubicBezTo>
                    <a:pt x="190" y="24"/>
                    <a:pt x="173" y="24"/>
                    <a:pt x="157" y="8"/>
                  </a:cubicBezTo>
                  <a:lnTo>
                    <a:pt x="136" y="8"/>
                  </a:lnTo>
                  <a:cubicBezTo>
                    <a:pt x="127" y="3"/>
                    <a:pt x="117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7" name="Google Shape;20257;p53"/>
            <p:cNvSpPr/>
            <p:nvPr/>
          </p:nvSpPr>
          <p:spPr>
            <a:xfrm>
              <a:off x="4043675" y="2358475"/>
              <a:ext cx="5600" cy="6550"/>
            </a:xfrm>
            <a:custGeom>
              <a:avLst/>
              <a:gdLst/>
              <a:ahLst/>
              <a:cxnLst/>
              <a:rect l="l" t="t" r="r" b="b"/>
              <a:pathLst>
                <a:path w="224" h="262" extrusionOk="0">
                  <a:moveTo>
                    <a:pt x="96" y="1"/>
                  </a:moveTo>
                  <a:cubicBezTo>
                    <a:pt x="54" y="1"/>
                    <a:pt x="13" y="32"/>
                    <a:pt x="0" y="84"/>
                  </a:cubicBezTo>
                  <a:lnTo>
                    <a:pt x="0" y="150"/>
                  </a:lnTo>
                  <a:cubicBezTo>
                    <a:pt x="0" y="187"/>
                    <a:pt x="38" y="236"/>
                    <a:pt x="71" y="253"/>
                  </a:cubicBezTo>
                  <a:cubicBezTo>
                    <a:pt x="80" y="259"/>
                    <a:pt x="92" y="261"/>
                    <a:pt x="104" y="261"/>
                  </a:cubicBezTo>
                  <a:cubicBezTo>
                    <a:pt x="132" y="261"/>
                    <a:pt x="162" y="248"/>
                    <a:pt x="174" y="236"/>
                  </a:cubicBezTo>
                  <a:cubicBezTo>
                    <a:pt x="190" y="220"/>
                    <a:pt x="207" y="203"/>
                    <a:pt x="207" y="187"/>
                  </a:cubicBezTo>
                  <a:cubicBezTo>
                    <a:pt x="223" y="117"/>
                    <a:pt x="207" y="30"/>
                    <a:pt x="141" y="14"/>
                  </a:cubicBezTo>
                  <a:cubicBezTo>
                    <a:pt x="126" y="5"/>
                    <a:pt x="111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8" name="Google Shape;20258;p53"/>
            <p:cNvSpPr/>
            <p:nvPr/>
          </p:nvSpPr>
          <p:spPr>
            <a:xfrm>
              <a:off x="4054400" y="2403100"/>
              <a:ext cx="6100" cy="6750"/>
            </a:xfrm>
            <a:custGeom>
              <a:avLst/>
              <a:gdLst/>
              <a:ahLst/>
              <a:cxnLst/>
              <a:rect l="l" t="t" r="r" b="b"/>
              <a:pathLst>
                <a:path w="244" h="270" extrusionOk="0">
                  <a:moveTo>
                    <a:pt x="113" y="1"/>
                  </a:moveTo>
                  <a:cubicBezTo>
                    <a:pt x="72" y="1"/>
                    <a:pt x="33" y="32"/>
                    <a:pt x="21" y="84"/>
                  </a:cubicBezTo>
                  <a:cubicBezTo>
                    <a:pt x="0" y="154"/>
                    <a:pt x="21" y="241"/>
                    <a:pt x="87" y="257"/>
                  </a:cubicBezTo>
                  <a:cubicBezTo>
                    <a:pt x="101" y="266"/>
                    <a:pt x="116" y="270"/>
                    <a:pt x="131" y="270"/>
                  </a:cubicBezTo>
                  <a:cubicBezTo>
                    <a:pt x="172" y="270"/>
                    <a:pt x="212" y="238"/>
                    <a:pt x="227" y="187"/>
                  </a:cubicBezTo>
                  <a:cubicBezTo>
                    <a:pt x="243" y="117"/>
                    <a:pt x="227" y="34"/>
                    <a:pt x="157" y="14"/>
                  </a:cubicBezTo>
                  <a:cubicBezTo>
                    <a:pt x="143" y="5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9" name="Google Shape;20259;p53"/>
            <p:cNvSpPr/>
            <p:nvPr/>
          </p:nvSpPr>
          <p:spPr>
            <a:xfrm>
              <a:off x="4052325" y="23271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11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49"/>
                    <a:pt x="17" y="236"/>
                    <a:pt x="83" y="252"/>
                  </a:cubicBezTo>
                  <a:cubicBezTo>
                    <a:pt x="97" y="252"/>
                    <a:pt x="109" y="260"/>
                    <a:pt x="120" y="260"/>
                  </a:cubicBezTo>
                  <a:cubicBezTo>
                    <a:pt x="126" y="260"/>
                    <a:pt x="131" y="258"/>
                    <a:pt x="137" y="252"/>
                  </a:cubicBezTo>
                  <a:cubicBezTo>
                    <a:pt x="170" y="252"/>
                    <a:pt x="207" y="219"/>
                    <a:pt x="223" y="186"/>
                  </a:cubicBezTo>
                  <a:cubicBezTo>
                    <a:pt x="240" y="133"/>
                    <a:pt x="223" y="83"/>
                    <a:pt x="207" y="46"/>
                  </a:cubicBezTo>
                  <a:cubicBezTo>
                    <a:pt x="186" y="30"/>
                    <a:pt x="170" y="13"/>
                    <a:pt x="153" y="13"/>
                  </a:cubicBezTo>
                  <a:cubicBezTo>
                    <a:pt x="140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0" name="Google Shape;20260;p53"/>
            <p:cNvSpPr/>
            <p:nvPr/>
          </p:nvSpPr>
          <p:spPr>
            <a:xfrm>
              <a:off x="4044600" y="2312100"/>
              <a:ext cx="6000" cy="6850"/>
            </a:xfrm>
            <a:custGeom>
              <a:avLst/>
              <a:gdLst/>
              <a:ahLst/>
              <a:cxnLst/>
              <a:rect l="l" t="t" r="r" b="b"/>
              <a:pathLst>
                <a:path w="240" h="274" extrusionOk="0">
                  <a:moveTo>
                    <a:pt x="128" y="1"/>
                  </a:moveTo>
                  <a:cubicBezTo>
                    <a:pt x="120" y="1"/>
                    <a:pt x="112" y="5"/>
                    <a:pt x="104" y="13"/>
                  </a:cubicBezTo>
                  <a:cubicBezTo>
                    <a:pt x="67" y="13"/>
                    <a:pt x="50" y="30"/>
                    <a:pt x="34" y="67"/>
                  </a:cubicBezTo>
                  <a:cubicBezTo>
                    <a:pt x="17" y="83"/>
                    <a:pt x="1" y="116"/>
                    <a:pt x="17" y="149"/>
                  </a:cubicBezTo>
                  <a:cubicBezTo>
                    <a:pt x="17" y="186"/>
                    <a:pt x="34" y="219"/>
                    <a:pt x="50" y="236"/>
                  </a:cubicBezTo>
                  <a:cubicBezTo>
                    <a:pt x="83" y="252"/>
                    <a:pt x="104" y="273"/>
                    <a:pt x="137" y="273"/>
                  </a:cubicBezTo>
                  <a:cubicBezTo>
                    <a:pt x="186" y="252"/>
                    <a:pt x="240" y="186"/>
                    <a:pt x="223" y="116"/>
                  </a:cubicBezTo>
                  <a:cubicBezTo>
                    <a:pt x="223" y="83"/>
                    <a:pt x="207" y="46"/>
                    <a:pt x="186" y="30"/>
                  </a:cubicBezTo>
                  <a:cubicBezTo>
                    <a:pt x="170" y="30"/>
                    <a:pt x="170" y="13"/>
                    <a:pt x="153" y="13"/>
                  </a:cubicBezTo>
                  <a:cubicBezTo>
                    <a:pt x="145" y="5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1" name="Google Shape;20261;p53"/>
            <p:cNvSpPr/>
            <p:nvPr/>
          </p:nvSpPr>
          <p:spPr>
            <a:xfrm>
              <a:off x="4048825" y="2295050"/>
              <a:ext cx="6525" cy="6600"/>
            </a:xfrm>
            <a:custGeom>
              <a:avLst/>
              <a:gdLst/>
              <a:ahLst/>
              <a:cxnLst/>
              <a:rect l="l" t="t" r="r" b="b"/>
              <a:pathLst>
                <a:path w="261" h="264" extrusionOk="0">
                  <a:moveTo>
                    <a:pt x="120" y="0"/>
                  </a:moveTo>
                  <a:cubicBezTo>
                    <a:pt x="101" y="0"/>
                    <a:pt x="78" y="13"/>
                    <a:pt x="54" y="27"/>
                  </a:cubicBezTo>
                  <a:cubicBezTo>
                    <a:pt x="17" y="77"/>
                    <a:pt x="1" y="163"/>
                    <a:pt x="54" y="213"/>
                  </a:cubicBezTo>
                  <a:cubicBezTo>
                    <a:pt x="74" y="244"/>
                    <a:pt x="106" y="263"/>
                    <a:pt x="139" y="263"/>
                  </a:cubicBezTo>
                  <a:cubicBezTo>
                    <a:pt x="162" y="263"/>
                    <a:pt x="186" y="254"/>
                    <a:pt x="207" y="234"/>
                  </a:cubicBezTo>
                  <a:cubicBezTo>
                    <a:pt x="244" y="180"/>
                    <a:pt x="260" y="110"/>
                    <a:pt x="223" y="44"/>
                  </a:cubicBezTo>
                  <a:cubicBezTo>
                    <a:pt x="207" y="27"/>
                    <a:pt x="190" y="27"/>
                    <a:pt x="174" y="7"/>
                  </a:cubicBezTo>
                  <a:lnTo>
                    <a:pt x="141" y="7"/>
                  </a:lnTo>
                  <a:cubicBezTo>
                    <a:pt x="135" y="2"/>
                    <a:pt x="128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2" name="Google Shape;20262;p53"/>
            <p:cNvSpPr/>
            <p:nvPr/>
          </p:nvSpPr>
          <p:spPr>
            <a:xfrm>
              <a:off x="4075525" y="2384575"/>
              <a:ext cx="6425" cy="6675"/>
            </a:xfrm>
            <a:custGeom>
              <a:avLst/>
              <a:gdLst/>
              <a:ahLst/>
              <a:cxnLst/>
              <a:rect l="l" t="t" r="r" b="b"/>
              <a:pathLst>
                <a:path w="257" h="267" extrusionOk="0">
                  <a:moveTo>
                    <a:pt x="136" y="0"/>
                  </a:moveTo>
                  <a:cubicBezTo>
                    <a:pt x="104" y="0"/>
                    <a:pt x="83" y="17"/>
                    <a:pt x="50" y="33"/>
                  </a:cubicBezTo>
                  <a:cubicBezTo>
                    <a:pt x="0" y="87"/>
                    <a:pt x="0" y="157"/>
                    <a:pt x="33" y="223"/>
                  </a:cubicBezTo>
                  <a:cubicBezTo>
                    <a:pt x="50" y="239"/>
                    <a:pt x="83" y="260"/>
                    <a:pt x="120" y="260"/>
                  </a:cubicBezTo>
                  <a:cubicBezTo>
                    <a:pt x="125" y="265"/>
                    <a:pt x="131" y="267"/>
                    <a:pt x="137" y="267"/>
                  </a:cubicBezTo>
                  <a:cubicBezTo>
                    <a:pt x="154" y="267"/>
                    <a:pt x="174" y="254"/>
                    <a:pt x="186" y="239"/>
                  </a:cubicBezTo>
                  <a:cubicBezTo>
                    <a:pt x="240" y="190"/>
                    <a:pt x="256" y="103"/>
                    <a:pt x="207" y="54"/>
                  </a:cubicBezTo>
                  <a:cubicBezTo>
                    <a:pt x="207" y="33"/>
                    <a:pt x="186" y="17"/>
                    <a:pt x="169" y="17"/>
                  </a:cubicBezTo>
                  <a:cubicBezTo>
                    <a:pt x="153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3" name="Google Shape;20263;p53"/>
            <p:cNvSpPr/>
            <p:nvPr/>
          </p:nvSpPr>
          <p:spPr>
            <a:xfrm>
              <a:off x="4046250" y="23885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8" y="1"/>
                  </a:moveTo>
                  <a:cubicBezTo>
                    <a:pt x="88" y="1"/>
                    <a:pt x="50" y="34"/>
                    <a:pt x="38" y="81"/>
                  </a:cubicBezTo>
                  <a:cubicBezTo>
                    <a:pt x="1" y="152"/>
                    <a:pt x="38" y="222"/>
                    <a:pt x="87" y="255"/>
                  </a:cubicBezTo>
                  <a:cubicBezTo>
                    <a:pt x="99" y="257"/>
                    <a:pt x="110" y="259"/>
                    <a:pt x="121" y="259"/>
                  </a:cubicBezTo>
                  <a:cubicBezTo>
                    <a:pt x="174" y="259"/>
                    <a:pt x="213" y="226"/>
                    <a:pt x="244" y="168"/>
                  </a:cubicBezTo>
                  <a:cubicBezTo>
                    <a:pt x="260" y="119"/>
                    <a:pt x="223" y="32"/>
                    <a:pt x="174" y="16"/>
                  </a:cubicBezTo>
                  <a:cubicBezTo>
                    <a:pt x="159" y="5"/>
                    <a:pt x="144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4" name="Google Shape;20264;p53"/>
            <p:cNvSpPr/>
            <p:nvPr/>
          </p:nvSpPr>
          <p:spPr>
            <a:xfrm>
              <a:off x="4087900" y="2351600"/>
              <a:ext cx="5675" cy="6825"/>
            </a:xfrm>
            <a:custGeom>
              <a:avLst/>
              <a:gdLst/>
              <a:ahLst/>
              <a:cxnLst/>
              <a:rect l="l" t="t" r="r" b="b"/>
              <a:pathLst>
                <a:path w="227" h="273" extrusionOk="0">
                  <a:moveTo>
                    <a:pt x="132" y="0"/>
                  </a:moveTo>
                  <a:cubicBezTo>
                    <a:pt x="123" y="0"/>
                    <a:pt x="114" y="4"/>
                    <a:pt x="103" y="12"/>
                  </a:cubicBezTo>
                  <a:cubicBezTo>
                    <a:pt x="37" y="12"/>
                    <a:pt x="0" y="82"/>
                    <a:pt x="0" y="153"/>
                  </a:cubicBezTo>
                  <a:cubicBezTo>
                    <a:pt x="21" y="186"/>
                    <a:pt x="37" y="219"/>
                    <a:pt x="54" y="239"/>
                  </a:cubicBezTo>
                  <a:cubicBezTo>
                    <a:pt x="70" y="256"/>
                    <a:pt x="103" y="272"/>
                    <a:pt x="140" y="272"/>
                  </a:cubicBezTo>
                  <a:cubicBezTo>
                    <a:pt x="157" y="256"/>
                    <a:pt x="190" y="239"/>
                    <a:pt x="206" y="202"/>
                  </a:cubicBezTo>
                  <a:cubicBezTo>
                    <a:pt x="227" y="186"/>
                    <a:pt x="227" y="153"/>
                    <a:pt x="227" y="115"/>
                  </a:cubicBezTo>
                  <a:cubicBezTo>
                    <a:pt x="227" y="82"/>
                    <a:pt x="206" y="50"/>
                    <a:pt x="190" y="33"/>
                  </a:cubicBezTo>
                  <a:cubicBezTo>
                    <a:pt x="173" y="33"/>
                    <a:pt x="173" y="12"/>
                    <a:pt x="157" y="12"/>
                  </a:cubicBezTo>
                  <a:cubicBezTo>
                    <a:pt x="149" y="4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5" name="Google Shape;20265;p53"/>
            <p:cNvSpPr/>
            <p:nvPr/>
          </p:nvSpPr>
          <p:spPr>
            <a:xfrm>
              <a:off x="4090975" y="2384250"/>
              <a:ext cx="6000" cy="6850"/>
            </a:xfrm>
            <a:custGeom>
              <a:avLst/>
              <a:gdLst/>
              <a:ahLst/>
              <a:cxnLst/>
              <a:rect l="l" t="t" r="r" b="b"/>
              <a:pathLst>
                <a:path w="240" h="274" extrusionOk="0">
                  <a:moveTo>
                    <a:pt x="129" y="1"/>
                  </a:moveTo>
                  <a:cubicBezTo>
                    <a:pt x="120" y="1"/>
                    <a:pt x="112" y="5"/>
                    <a:pt x="104" y="13"/>
                  </a:cubicBezTo>
                  <a:lnTo>
                    <a:pt x="83" y="13"/>
                  </a:lnTo>
                  <a:cubicBezTo>
                    <a:pt x="34" y="30"/>
                    <a:pt x="1" y="100"/>
                    <a:pt x="17" y="149"/>
                  </a:cubicBezTo>
                  <a:cubicBezTo>
                    <a:pt x="17" y="187"/>
                    <a:pt x="34" y="220"/>
                    <a:pt x="50" y="236"/>
                  </a:cubicBezTo>
                  <a:cubicBezTo>
                    <a:pt x="83" y="252"/>
                    <a:pt x="104" y="273"/>
                    <a:pt x="137" y="273"/>
                  </a:cubicBezTo>
                  <a:cubicBezTo>
                    <a:pt x="207" y="252"/>
                    <a:pt x="240" y="187"/>
                    <a:pt x="240" y="116"/>
                  </a:cubicBezTo>
                  <a:cubicBezTo>
                    <a:pt x="224" y="100"/>
                    <a:pt x="224" y="100"/>
                    <a:pt x="224" y="83"/>
                  </a:cubicBezTo>
                  <a:cubicBezTo>
                    <a:pt x="207" y="46"/>
                    <a:pt x="186" y="30"/>
                    <a:pt x="153" y="13"/>
                  </a:cubicBezTo>
                  <a:cubicBezTo>
                    <a:pt x="145" y="5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6" name="Google Shape;20266;p53"/>
            <p:cNvSpPr/>
            <p:nvPr/>
          </p:nvSpPr>
          <p:spPr>
            <a:xfrm>
              <a:off x="4046675" y="2344725"/>
              <a:ext cx="6100" cy="6375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11" y="1"/>
                  </a:moveTo>
                  <a:cubicBezTo>
                    <a:pt x="71" y="1"/>
                    <a:pt x="33" y="33"/>
                    <a:pt x="21" y="81"/>
                  </a:cubicBezTo>
                  <a:cubicBezTo>
                    <a:pt x="0" y="151"/>
                    <a:pt x="21" y="221"/>
                    <a:pt x="70" y="254"/>
                  </a:cubicBezTo>
                  <a:lnTo>
                    <a:pt x="124" y="254"/>
                  </a:lnTo>
                  <a:cubicBezTo>
                    <a:pt x="173" y="254"/>
                    <a:pt x="206" y="221"/>
                    <a:pt x="227" y="168"/>
                  </a:cubicBezTo>
                  <a:cubicBezTo>
                    <a:pt x="243" y="135"/>
                    <a:pt x="227" y="81"/>
                    <a:pt x="190" y="48"/>
                  </a:cubicBezTo>
                  <a:cubicBezTo>
                    <a:pt x="190" y="32"/>
                    <a:pt x="173" y="15"/>
                    <a:pt x="157" y="15"/>
                  </a:cubicBezTo>
                  <a:cubicBezTo>
                    <a:pt x="142" y="5"/>
                    <a:pt x="127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7" name="Google Shape;20267;p53"/>
            <p:cNvSpPr/>
            <p:nvPr/>
          </p:nvSpPr>
          <p:spPr>
            <a:xfrm>
              <a:off x="4094375" y="233502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08" y="1"/>
                  </a:moveTo>
                  <a:cubicBezTo>
                    <a:pt x="86" y="1"/>
                    <a:pt x="65" y="12"/>
                    <a:pt x="50" y="24"/>
                  </a:cubicBezTo>
                  <a:cubicBezTo>
                    <a:pt x="1" y="78"/>
                    <a:pt x="1" y="160"/>
                    <a:pt x="34" y="214"/>
                  </a:cubicBezTo>
                  <a:cubicBezTo>
                    <a:pt x="50" y="230"/>
                    <a:pt x="88" y="247"/>
                    <a:pt x="104" y="263"/>
                  </a:cubicBezTo>
                  <a:cubicBezTo>
                    <a:pt x="137" y="263"/>
                    <a:pt x="174" y="247"/>
                    <a:pt x="191" y="230"/>
                  </a:cubicBezTo>
                  <a:cubicBezTo>
                    <a:pt x="240" y="181"/>
                    <a:pt x="240" y="111"/>
                    <a:pt x="207" y="40"/>
                  </a:cubicBezTo>
                  <a:cubicBezTo>
                    <a:pt x="191" y="24"/>
                    <a:pt x="174" y="24"/>
                    <a:pt x="153" y="7"/>
                  </a:cubicBezTo>
                  <a:lnTo>
                    <a:pt x="137" y="7"/>
                  </a:lnTo>
                  <a:cubicBezTo>
                    <a:pt x="127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8" name="Google Shape;20268;p53"/>
            <p:cNvSpPr/>
            <p:nvPr/>
          </p:nvSpPr>
          <p:spPr>
            <a:xfrm>
              <a:off x="4083675" y="2274175"/>
              <a:ext cx="6000" cy="6925"/>
            </a:xfrm>
            <a:custGeom>
              <a:avLst/>
              <a:gdLst/>
              <a:ahLst/>
              <a:cxnLst/>
              <a:rect l="l" t="t" r="r" b="b"/>
              <a:pathLst>
                <a:path w="240" h="277" extrusionOk="0">
                  <a:moveTo>
                    <a:pt x="136" y="1"/>
                  </a:moveTo>
                  <a:cubicBezTo>
                    <a:pt x="103" y="1"/>
                    <a:pt x="87" y="17"/>
                    <a:pt x="50" y="38"/>
                  </a:cubicBezTo>
                  <a:cubicBezTo>
                    <a:pt x="0" y="87"/>
                    <a:pt x="0" y="174"/>
                    <a:pt x="33" y="223"/>
                  </a:cubicBezTo>
                  <a:cubicBezTo>
                    <a:pt x="50" y="244"/>
                    <a:pt x="87" y="260"/>
                    <a:pt x="120" y="277"/>
                  </a:cubicBezTo>
                  <a:cubicBezTo>
                    <a:pt x="136" y="277"/>
                    <a:pt x="169" y="260"/>
                    <a:pt x="190" y="244"/>
                  </a:cubicBezTo>
                  <a:cubicBezTo>
                    <a:pt x="223" y="223"/>
                    <a:pt x="223" y="190"/>
                    <a:pt x="239" y="157"/>
                  </a:cubicBezTo>
                  <a:cubicBezTo>
                    <a:pt x="239" y="120"/>
                    <a:pt x="223" y="87"/>
                    <a:pt x="206" y="54"/>
                  </a:cubicBezTo>
                  <a:cubicBezTo>
                    <a:pt x="206" y="38"/>
                    <a:pt x="190" y="17"/>
                    <a:pt x="169" y="17"/>
                  </a:cubicBezTo>
                  <a:cubicBezTo>
                    <a:pt x="153" y="17"/>
                    <a:pt x="153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9" name="Google Shape;20269;p53"/>
            <p:cNvSpPr/>
            <p:nvPr/>
          </p:nvSpPr>
          <p:spPr>
            <a:xfrm>
              <a:off x="4087075" y="2303950"/>
              <a:ext cx="6000" cy="6450"/>
            </a:xfrm>
            <a:custGeom>
              <a:avLst/>
              <a:gdLst/>
              <a:ahLst/>
              <a:cxnLst/>
              <a:rect l="l" t="t" r="r" b="b"/>
              <a:pathLst>
                <a:path w="240" h="258" extrusionOk="0">
                  <a:moveTo>
                    <a:pt x="112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20"/>
                    <a:pt x="87" y="253"/>
                  </a:cubicBezTo>
                  <a:cubicBezTo>
                    <a:pt x="96" y="256"/>
                    <a:pt x="105" y="257"/>
                    <a:pt x="115" y="257"/>
                  </a:cubicBezTo>
                  <a:cubicBezTo>
                    <a:pt x="159" y="257"/>
                    <a:pt x="209" y="227"/>
                    <a:pt x="223" y="187"/>
                  </a:cubicBezTo>
                  <a:cubicBezTo>
                    <a:pt x="239" y="117"/>
                    <a:pt x="223" y="30"/>
                    <a:pt x="157" y="14"/>
                  </a:cubicBezTo>
                  <a:cubicBezTo>
                    <a:pt x="143" y="5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0" name="Google Shape;20270;p53"/>
            <p:cNvSpPr/>
            <p:nvPr/>
          </p:nvSpPr>
          <p:spPr>
            <a:xfrm>
              <a:off x="4094375" y="2288300"/>
              <a:ext cx="6425" cy="6425"/>
            </a:xfrm>
            <a:custGeom>
              <a:avLst/>
              <a:gdLst/>
              <a:ahLst/>
              <a:cxnLst/>
              <a:rect l="l" t="t" r="r" b="b"/>
              <a:pathLst>
                <a:path w="257" h="257" extrusionOk="0">
                  <a:moveTo>
                    <a:pt x="140" y="1"/>
                  </a:moveTo>
                  <a:cubicBezTo>
                    <a:pt x="86" y="1"/>
                    <a:pt x="45" y="33"/>
                    <a:pt x="17" y="91"/>
                  </a:cubicBezTo>
                  <a:cubicBezTo>
                    <a:pt x="1" y="157"/>
                    <a:pt x="34" y="227"/>
                    <a:pt x="88" y="244"/>
                  </a:cubicBezTo>
                  <a:cubicBezTo>
                    <a:pt x="101" y="253"/>
                    <a:pt x="115" y="257"/>
                    <a:pt x="130" y="257"/>
                  </a:cubicBezTo>
                  <a:cubicBezTo>
                    <a:pt x="170" y="257"/>
                    <a:pt x="211" y="225"/>
                    <a:pt x="224" y="174"/>
                  </a:cubicBezTo>
                  <a:cubicBezTo>
                    <a:pt x="257" y="108"/>
                    <a:pt x="224" y="38"/>
                    <a:pt x="174" y="5"/>
                  </a:cubicBezTo>
                  <a:cubicBezTo>
                    <a:pt x="162" y="2"/>
                    <a:pt x="151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1" name="Google Shape;20271;p53"/>
            <p:cNvSpPr/>
            <p:nvPr/>
          </p:nvSpPr>
          <p:spPr>
            <a:xfrm>
              <a:off x="4048000" y="24232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0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215"/>
                    <a:pt x="71" y="263"/>
                    <a:pt x="117" y="263"/>
                  </a:cubicBezTo>
                  <a:cubicBezTo>
                    <a:pt x="124" y="263"/>
                    <a:pt x="131" y="262"/>
                    <a:pt x="137" y="260"/>
                  </a:cubicBezTo>
                  <a:cubicBezTo>
                    <a:pt x="174" y="260"/>
                    <a:pt x="190" y="240"/>
                    <a:pt x="207" y="207"/>
                  </a:cubicBezTo>
                  <a:cubicBezTo>
                    <a:pt x="223" y="174"/>
                    <a:pt x="240" y="137"/>
                    <a:pt x="240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90" y="17"/>
                    <a:pt x="174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2" name="Google Shape;20272;p53"/>
            <p:cNvSpPr/>
            <p:nvPr/>
          </p:nvSpPr>
          <p:spPr>
            <a:xfrm>
              <a:off x="4094800" y="231892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03" y="0"/>
                  </a:moveTo>
                  <a:cubicBezTo>
                    <a:pt x="33" y="17"/>
                    <a:pt x="0" y="83"/>
                    <a:pt x="0" y="153"/>
                  </a:cubicBezTo>
                  <a:cubicBezTo>
                    <a:pt x="0" y="186"/>
                    <a:pt x="17" y="206"/>
                    <a:pt x="54" y="239"/>
                  </a:cubicBezTo>
                  <a:cubicBezTo>
                    <a:pt x="71" y="256"/>
                    <a:pt x="103" y="256"/>
                    <a:pt x="136" y="256"/>
                  </a:cubicBezTo>
                  <a:cubicBezTo>
                    <a:pt x="190" y="239"/>
                    <a:pt x="223" y="169"/>
                    <a:pt x="223" y="103"/>
                  </a:cubicBezTo>
                  <a:cubicBezTo>
                    <a:pt x="223" y="66"/>
                    <a:pt x="207" y="50"/>
                    <a:pt x="174" y="17"/>
                  </a:cubicBezTo>
                  <a:cubicBezTo>
                    <a:pt x="174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3" name="Google Shape;20273;p53"/>
            <p:cNvSpPr/>
            <p:nvPr/>
          </p:nvSpPr>
          <p:spPr>
            <a:xfrm>
              <a:off x="4069450" y="240137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87" y="0"/>
                  </a:moveTo>
                  <a:cubicBezTo>
                    <a:pt x="37" y="17"/>
                    <a:pt x="0" y="83"/>
                    <a:pt x="0" y="153"/>
                  </a:cubicBezTo>
                  <a:cubicBezTo>
                    <a:pt x="0" y="186"/>
                    <a:pt x="17" y="223"/>
                    <a:pt x="54" y="240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23" y="83"/>
                    <a:pt x="206" y="50"/>
                    <a:pt x="173" y="33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40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4" name="Google Shape;20274;p53"/>
            <p:cNvSpPr/>
            <p:nvPr/>
          </p:nvSpPr>
          <p:spPr>
            <a:xfrm>
              <a:off x="4095625" y="236695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3" y="0"/>
                  </a:moveTo>
                  <a:cubicBezTo>
                    <a:pt x="70" y="17"/>
                    <a:pt x="54" y="37"/>
                    <a:pt x="38" y="54"/>
                  </a:cubicBezTo>
                  <a:cubicBezTo>
                    <a:pt x="21" y="87"/>
                    <a:pt x="0" y="120"/>
                    <a:pt x="21" y="157"/>
                  </a:cubicBezTo>
                  <a:cubicBezTo>
                    <a:pt x="21" y="190"/>
                    <a:pt x="38" y="223"/>
                    <a:pt x="54" y="244"/>
                  </a:cubicBezTo>
                  <a:cubicBezTo>
                    <a:pt x="77" y="255"/>
                    <a:pt x="92" y="267"/>
                    <a:pt x="112" y="267"/>
                  </a:cubicBezTo>
                  <a:cubicBezTo>
                    <a:pt x="121" y="267"/>
                    <a:pt x="130" y="265"/>
                    <a:pt x="141" y="260"/>
                  </a:cubicBezTo>
                  <a:cubicBezTo>
                    <a:pt x="207" y="260"/>
                    <a:pt x="244" y="190"/>
                    <a:pt x="227" y="120"/>
                  </a:cubicBezTo>
                  <a:cubicBezTo>
                    <a:pt x="227" y="87"/>
                    <a:pt x="207" y="54"/>
                    <a:pt x="190" y="37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5" name="Google Shape;20275;p53"/>
            <p:cNvSpPr/>
            <p:nvPr/>
          </p:nvSpPr>
          <p:spPr>
            <a:xfrm>
              <a:off x="4096550" y="227160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1"/>
                  </a:moveTo>
                  <a:cubicBezTo>
                    <a:pt x="66" y="1"/>
                    <a:pt x="50" y="17"/>
                    <a:pt x="33" y="38"/>
                  </a:cubicBezTo>
                  <a:cubicBezTo>
                    <a:pt x="17" y="71"/>
                    <a:pt x="1" y="104"/>
                    <a:pt x="1" y="141"/>
                  </a:cubicBezTo>
                  <a:cubicBezTo>
                    <a:pt x="1" y="174"/>
                    <a:pt x="17" y="207"/>
                    <a:pt x="50" y="223"/>
                  </a:cubicBezTo>
                  <a:cubicBezTo>
                    <a:pt x="66" y="260"/>
                    <a:pt x="104" y="260"/>
                    <a:pt x="120" y="260"/>
                  </a:cubicBezTo>
                  <a:cubicBezTo>
                    <a:pt x="190" y="244"/>
                    <a:pt x="223" y="190"/>
                    <a:pt x="223" y="120"/>
                  </a:cubicBezTo>
                  <a:lnTo>
                    <a:pt x="223" y="104"/>
                  </a:lnTo>
                  <a:cubicBezTo>
                    <a:pt x="207" y="54"/>
                    <a:pt x="19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6" name="Google Shape;20276;p53"/>
            <p:cNvSpPr/>
            <p:nvPr/>
          </p:nvSpPr>
          <p:spPr>
            <a:xfrm>
              <a:off x="4079325" y="2339525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04" y="1"/>
                  </a:moveTo>
                  <a:cubicBezTo>
                    <a:pt x="34" y="1"/>
                    <a:pt x="1" y="67"/>
                    <a:pt x="17" y="137"/>
                  </a:cubicBezTo>
                  <a:cubicBezTo>
                    <a:pt x="17" y="170"/>
                    <a:pt x="34" y="207"/>
                    <a:pt x="55" y="223"/>
                  </a:cubicBezTo>
                  <a:cubicBezTo>
                    <a:pt x="88" y="256"/>
                    <a:pt x="104" y="256"/>
                    <a:pt x="137" y="256"/>
                  </a:cubicBezTo>
                  <a:cubicBezTo>
                    <a:pt x="174" y="240"/>
                    <a:pt x="191" y="223"/>
                    <a:pt x="207" y="207"/>
                  </a:cubicBezTo>
                  <a:cubicBezTo>
                    <a:pt x="224" y="170"/>
                    <a:pt x="240" y="137"/>
                    <a:pt x="224" y="104"/>
                  </a:cubicBezTo>
                  <a:cubicBezTo>
                    <a:pt x="224" y="67"/>
                    <a:pt x="207" y="34"/>
                    <a:pt x="191" y="17"/>
                  </a:cubicBezTo>
                  <a:cubicBezTo>
                    <a:pt x="174" y="17"/>
                    <a:pt x="174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7" name="Google Shape;20277;p53"/>
            <p:cNvSpPr/>
            <p:nvPr/>
          </p:nvSpPr>
          <p:spPr>
            <a:xfrm>
              <a:off x="3860300" y="223945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34" y="17"/>
                    <a:pt x="1" y="66"/>
                    <a:pt x="1" y="153"/>
                  </a:cubicBezTo>
                  <a:cubicBezTo>
                    <a:pt x="1" y="190"/>
                    <a:pt x="17" y="206"/>
                    <a:pt x="54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57" y="256"/>
                    <a:pt x="190" y="223"/>
                    <a:pt x="207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7" y="33"/>
                    <a:pt x="174" y="17"/>
                  </a:cubicBezTo>
                  <a:cubicBezTo>
                    <a:pt x="174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8" name="Google Shape;20278;p53"/>
            <p:cNvSpPr/>
            <p:nvPr/>
          </p:nvSpPr>
          <p:spPr>
            <a:xfrm>
              <a:off x="3856900" y="2315300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37" y="1"/>
                  </a:moveTo>
                  <a:cubicBezTo>
                    <a:pt x="86" y="1"/>
                    <a:pt x="45" y="33"/>
                    <a:pt x="17" y="91"/>
                  </a:cubicBezTo>
                  <a:cubicBezTo>
                    <a:pt x="1" y="145"/>
                    <a:pt x="34" y="228"/>
                    <a:pt x="87" y="248"/>
                  </a:cubicBezTo>
                  <a:cubicBezTo>
                    <a:pt x="100" y="257"/>
                    <a:pt x="115" y="261"/>
                    <a:pt x="130" y="261"/>
                  </a:cubicBezTo>
                  <a:cubicBezTo>
                    <a:pt x="170" y="261"/>
                    <a:pt x="211" y="230"/>
                    <a:pt x="223" y="178"/>
                  </a:cubicBezTo>
                  <a:cubicBezTo>
                    <a:pt x="256" y="108"/>
                    <a:pt x="223" y="42"/>
                    <a:pt x="170" y="5"/>
                  </a:cubicBezTo>
                  <a:cubicBezTo>
                    <a:pt x="159" y="2"/>
                    <a:pt x="148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9" name="Google Shape;20279;p53"/>
            <p:cNvSpPr/>
            <p:nvPr/>
          </p:nvSpPr>
          <p:spPr>
            <a:xfrm>
              <a:off x="3856500" y="2284500"/>
              <a:ext cx="6000" cy="6925"/>
            </a:xfrm>
            <a:custGeom>
              <a:avLst/>
              <a:gdLst/>
              <a:ahLst/>
              <a:cxnLst/>
              <a:rect l="l" t="t" r="r" b="b"/>
              <a:pathLst>
                <a:path w="240" h="277" extrusionOk="0">
                  <a:moveTo>
                    <a:pt x="136" y="0"/>
                  </a:moveTo>
                  <a:cubicBezTo>
                    <a:pt x="103" y="0"/>
                    <a:pt x="66" y="17"/>
                    <a:pt x="50" y="37"/>
                  </a:cubicBezTo>
                  <a:cubicBezTo>
                    <a:pt x="0" y="87"/>
                    <a:pt x="0" y="157"/>
                    <a:pt x="33" y="223"/>
                  </a:cubicBezTo>
                  <a:cubicBezTo>
                    <a:pt x="50" y="243"/>
                    <a:pt x="66" y="260"/>
                    <a:pt x="103" y="276"/>
                  </a:cubicBezTo>
                  <a:cubicBezTo>
                    <a:pt x="136" y="276"/>
                    <a:pt x="169" y="260"/>
                    <a:pt x="186" y="243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86" y="37"/>
                    <a:pt x="169" y="17"/>
                    <a:pt x="153" y="17"/>
                  </a:cubicBezTo>
                  <a:cubicBezTo>
                    <a:pt x="153" y="17"/>
                    <a:pt x="136" y="17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0" name="Google Shape;20280;p53"/>
            <p:cNvSpPr/>
            <p:nvPr/>
          </p:nvSpPr>
          <p:spPr>
            <a:xfrm>
              <a:off x="3861650" y="2269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0" y="141"/>
                  </a:cubicBezTo>
                  <a:cubicBezTo>
                    <a:pt x="17" y="174"/>
                    <a:pt x="33" y="207"/>
                    <a:pt x="50" y="22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86" y="244"/>
                    <a:pt x="240" y="174"/>
                    <a:pt x="223" y="104"/>
                  </a:cubicBezTo>
                  <a:cubicBezTo>
                    <a:pt x="223" y="71"/>
                    <a:pt x="207" y="38"/>
                    <a:pt x="186" y="17"/>
                  </a:cubicBezTo>
                  <a:cubicBezTo>
                    <a:pt x="169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1" name="Google Shape;20281;p53"/>
            <p:cNvSpPr/>
            <p:nvPr/>
          </p:nvSpPr>
          <p:spPr>
            <a:xfrm>
              <a:off x="3850425" y="23954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30" y="0"/>
                  </a:moveTo>
                  <a:cubicBezTo>
                    <a:pt x="121" y="0"/>
                    <a:pt x="111" y="4"/>
                    <a:pt x="103" y="13"/>
                  </a:cubicBezTo>
                  <a:cubicBezTo>
                    <a:pt x="70" y="13"/>
                    <a:pt x="54" y="33"/>
                    <a:pt x="37" y="66"/>
                  </a:cubicBezTo>
                  <a:cubicBezTo>
                    <a:pt x="0" y="83"/>
                    <a:pt x="0" y="116"/>
                    <a:pt x="0" y="153"/>
                  </a:cubicBezTo>
                  <a:cubicBezTo>
                    <a:pt x="17" y="186"/>
                    <a:pt x="37" y="219"/>
                    <a:pt x="54" y="239"/>
                  </a:cubicBezTo>
                  <a:cubicBezTo>
                    <a:pt x="65" y="251"/>
                    <a:pt x="85" y="263"/>
                    <a:pt x="109" y="263"/>
                  </a:cubicBezTo>
                  <a:cubicBezTo>
                    <a:pt x="119" y="263"/>
                    <a:pt x="129" y="261"/>
                    <a:pt x="140" y="256"/>
                  </a:cubicBezTo>
                  <a:cubicBezTo>
                    <a:pt x="190" y="256"/>
                    <a:pt x="243" y="186"/>
                    <a:pt x="223" y="116"/>
                  </a:cubicBezTo>
                  <a:cubicBezTo>
                    <a:pt x="223" y="83"/>
                    <a:pt x="206" y="50"/>
                    <a:pt x="190" y="33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8" y="4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2" name="Google Shape;20282;p53"/>
            <p:cNvSpPr/>
            <p:nvPr/>
          </p:nvSpPr>
          <p:spPr>
            <a:xfrm>
              <a:off x="3853000" y="235107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0" y="0"/>
                  </a:moveTo>
                  <a:cubicBezTo>
                    <a:pt x="103" y="0"/>
                    <a:pt x="70" y="17"/>
                    <a:pt x="54" y="33"/>
                  </a:cubicBezTo>
                  <a:cubicBezTo>
                    <a:pt x="37" y="54"/>
                    <a:pt x="17" y="87"/>
                    <a:pt x="17" y="120"/>
                  </a:cubicBezTo>
                  <a:cubicBezTo>
                    <a:pt x="0" y="157"/>
                    <a:pt x="17" y="190"/>
                    <a:pt x="37" y="207"/>
                  </a:cubicBezTo>
                  <a:cubicBezTo>
                    <a:pt x="56" y="247"/>
                    <a:pt x="88" y="264"/>
                    <a:pt x="121" y="264"/>
                  </a:cubicBezTo>
                  <a:cubicBezTo>
                    <a:pt x="144" y="264"/>
                    <a:pt x="169" y="255"/>
                    <a:pt x="190" y="240"/>
                  </a:cubicBezTo>
                  <a:cubicBezTo>
                    <a:pt x="243" y="190"/>
                    <a:pt x="243" y="103"/>
                    <a:pt x="206" y="54"/>
                  </a:cubicBezTo>
                  <a:cubicBezTo>
                    <a:pt x="190" y="33"/>
                    <a:pt x="173" y="17"/>
                    <a:pt x="157" y="17"/>
                  </a:cubicBezTo>
                  <a:cubicBezTo>
                    <a:pt x="157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3" name="Google Shape;20283;p53"/>
            <p:cNvSpPr/>
            <p:nvPr/>
          </p:nvSpPr>
          <p:spPr>
            <a:xfrm>
              <a:off x="3855575" y="233127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1"/>
                  </a:moveTo>
                  <a:cubicBezTo>
                    <a:pt x="37" y="21"/>
                    <a:pt x="0" y="87"/>
                    <a:pt x="0" y="157"/>
                  </a:cubicBezTo>
                  <a:cubicBezTo>
                    <a:pt x="0" y="190"/>
                    <a:pt x="17" y="207"/>
                    <a:pt x="54" y="244"/>
                  </a:cubicBezTo>
                  <a:cubicBezTo>
                    <a:pt x="70" y="261"/>
                    <a:pt x="103" y="261"/>
                    <a:pt x="140" y="261"/>
                  </a:cubicBezTo>
                  <a:cubicBezTo>
                    <a:pt x="190" y="244"/>
                    <a:pt x="223" y="174"/>
                    <a:pt x="223" y="104"/>
                  </a:cubicBezTo>
                  <a:cubicBezTo>
                    <a:pt x="223" y="71"/>
                    <a:pt x="206" y="54"/>
                    <a:pt x="173" y="21"/>
                  </a:cubicBezTo>
                  <a:cubicBezTo>
                    <a:pt x="173" y="21"/>
                    <a:pt x="157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4" name="Google Shape;20284;p53"/>
            <p:cNvSpPr/>
            <p:nvPr/>
          </p:nvSpPr>
          <p:spPr>
            <a:xfrm>
              <a:off x="3865875" y="234467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87" y="1"/>
                  </a:moveTo>
                  <a:cubicBezTo>
                    <a:pt x="71" y="17"/>
                    <a:pt x="38" y="34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23"/>
                    <a:pt x="54" y="240"/>
                  </a:cubicBezTo>
                  <a:cubicBezTo>
                    <a:pt x="66" y="252"/>
                    <a:pt x="86" y="263"/>
                    <a:pt x="102" y="263"/>
                  </a:cubicBezTo>
                  <a:cubicBezTo>
                    <a:pt x="109" y="263"/>
                    <a:pt x="115" y="261"/>
                    <a:pt x="120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23" y="83"/>
                    <a:pt x="207" y="50"/>
                    <a:pt x="174" y="34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41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5" name="Google Shape;20285;p53"/>
            <p:cNvSpPr/>
            <p:nvPr/>
          </p:nvSpPr>
          <p:spPr>
            <a:xfrm>
              <a:off x="3885250" y="2403425"/>
              <a:ext cx="3025" cy="2600"/>
            </a:xfrm>
            <a:custGeom>
              <a:avLst/>
              <a:gdLst/>
              <a:ahLst/>
              <a:cxnLst/>
              <a:rect l="l" t="t" r="r" b="b"/>
              <a:pathLst>
                <a:path w="121" h="104" extrusionOk="0">
                  <a:moveTo>
                    <a:pt x="87" y="1"/>
                  </a:moveTo>
                  <a:cubicBezTo>
                    <a:pt x="50" y="1"/>
                    <a:pt x="34" y="21"/>
                    <a:pt x="17" y="38"/>
                  </a:cubicBezTo>
                  <a:cubicBezTo>
                    <a:pt x="1" y="54"/>
                    <a:pt x="1" y="71"/>
                    <a:pt x="1" y="104"/>
                  </a:cubicBezTo>
                  <a:cubicBezTo>
                    <a:pt x="34" y="71"/>
                    <a:pt x="87" y="38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6" name="Google Shape;20286;p53"/>
            <p:cNvSpPr/>
            <p:nvPr/>
          </p:nvSpPr>
          <p:spPr>
            <a:xfrm>
              <a:off x="3854325" y="23786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0"/>
                  </a:moveTo>
                  <a:cubicBezTo>
                    <a:pt x="120" y="0"/>
                    <a:pt x="87" y="17"/>
                    <a:pt x="67" y="33"/>
                  </a:cubicBezTo>
                  <a:cubicBezTo>
                    <a:pt x="17" y="66"/>
                    <a:pt x="1" y="153"/>
                    <a:pt x="50" y="223"/>
                  </a:cubicBezTo>
                  <a:cubicBezTo>
                    <a:pt x="67" y="239"/>
                    <a:pt x="87" y="256"/>
                    <a:pt x="120" y="256"/>
                  </a:cubicBezTo>
                  <a:cubicBezTo>
                    <a:pt x="130" y="261"/>
                    <a:pt x="138" y="263"/>
                    <a:pt x="146" y="263"/>
                  </a:cubicBezTo>
                  <a:cubicBezTo>
                    <a:pt x="165" y="263"/>
                    <a:pt x="181" y="251"/>
                    <a:pt x="207" y="239"/>
                  </a:cubicBezTo>
                  <a:cubicBezTo>
                    <a:pt x="223" y="206"/>
                    <a:pt x="240" y="190"/>
                    <a:pt x="240" y="153"/>
                  </a:cubicBezTo>
                  <a:cubicBezTo>
                    <a:pt x="240" y="120"/>
                    <a:pt x="240" y="87"/>
                    <a:pt x="223" y="50"/>
                  </a:cubicBezTo>
                  <a:cubicBezTo>
                    <a:pt x="207" y="33"/>
                    <a:pt x="190" y="17"/>
                    <a:pt x="170" y="17"/>
                  </a:cubicBezTo>
                  <a:cubicBezTo>
                    <a:pt x="153" y="0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7" name="Google Shape;20287;p53"/>
            <p:cNvSpPr/>
            <p:nvPr/>
          </p:nvSpPr>
          <p:spPr>
            <a:xfrm>
              <a:off x="3871950" y="2406000"/>
              <a:ext cx="6000" cy="6950"/>
            </a:xfrm>
            <a:custGeom>
              <a:avLst/>
              <a:gdLst/>
              <a:ahLst/>
              <a:cxnLst/>
              <a:rect l="l" t="t" r="r" b="b"/>
              <a:pathLst>
                <a:path w="240" h="278" extrusionOk="0">
                  <a:moveTo>
                    <a:pt x="137" y="1"/>
                  </a:moveTo>
                  <a:cubicBezTo>
                    <a:pt x="104" y="1"/>
                    <a:pt x="83" y="22"/>
                    <a:pt x="50" y="38"/>
                  </a:cubicBezTo>
                  <a:cubicBezTo>
                    <a:pt x="17" y="88"/>
                    <a:pt x="1" y="174"/>
                    <a:pt x="34" y="228"/>
                  </a:cubicBezTo>
                  <a:cubicBezTo>
                    <a:pt x="67" y="244"/>
                    <a:pt x="83" y="261"/>
                    <a:pt x="120" y="277"/>
                  </a:cubicBezTo>
                  <a:cubicBezTo>
                    <a:pt x="153" y="277"/>
                    <a:pt x="170" y="261"/>
                    <a:pt x="207" y="244"/>
                  </a:cubicBezTo>
                  <a:cubicBezTo>
                    <a:pt x="223" y="228"/>
                    <a:pt x="240" y="191"/>
                    <a:pt x="240" y="158"/>
                  </a:cubicBezTo>
                  <a:cubicBezTo>
                    <a:pt x="240" y="125"/>
                    <a:pt x="240" y="88"/>
                    <a:pt x="223" y="55"/>
                  </a:cubicBezTo>
                  <a:cubicBezTo>
                    <a:pt x="207" y="38"/>
                    <a:pt x="186" y="22"/>
                    <a:pt x="170" y="22"/>
                  </a:cubicBezTo>
                  <a:cubicBezTo>
                    <a:pt x="153" y="22"/>
                    <a:pt x="153" y="22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8" name="Google Shape;20288;p53"/>
            <p:cNvSpPr/>
            <p:nvPr/>
          </p:nvSpPr>
          <p:spPr>
            <a:xfrm>
              <a:off x="3870200" y="232747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37" y="0"/>
                  </a:moveTo>
                  <a:cubicBezTo>
                    <a:pt x="104" y="0"/>
                    <a:pt x="71" y="17"/>
                    <a:pt x="50" y="33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5" y="254"/>
                    <a:pt x="86" y="272"/>
                    <a:pt x="118" y="272"/>
                  </a:cubicBezTo>
                  <a:cubicBezTo>
                    <a:pt x="142" y="272"/>
                    <a:pt x="167" y="262"/>
                    <a:pt x="190" y="239"/>
                  </a:cubicBezTo>
                  <a:cubicBezTo>
                    <a:pt x="240" y="190"/>
                    <a:pt x="240" y="103"/>
                    <a:pt x="207" y="50"/>
                  </a:cubicBezTo>
                  <a:cubicBezTo>
                    <a:pt x="190" y="33"/>
                    <a:pt x="174" y="17"/>
                    <a:pt x="153" y="17"/>
                  </a:cubicBezTo>
                  <a:cubicBezTo>
                    <a:pt x="153" y="17"/>
                    <a:pt x="137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9" name="Google Shape;20289;p53"/>
            <p:cNvSpPr/>
            <p:nvPr/>
          </p:nvSpPr>
          <p:spPr>
            <a:xfrm>
              <a:off x="3861650" y="2363550"/>
              <a:ext cx="5600" cy="6625"/>
            </a:xfrm>
            <a:custGeom>
              <a:avLst/>
              <a:gdLst/>
              <a:ahLst/>
              <a:cxnLst/>
              <a:rect l="l" t="t" r="r" b="b"/>
              <a:pathLst>
                <a:path w="224" h="265" extrusionOk="0">
                  <a:moveTo>
                    <a:pt x="8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0" y="190"/>
                    <a:pt x="17" y="223"/>
                    <a:pt x="50" y="239"/>
                  </a:cubicBezTo>
                  <a:cubicBezTo>
                    <a:pt x="61" y="251"/>
                    <a:pt x="83" y="265"/>
                    <a:pt x="101" y="265"/>
                  </a:cubicBezTo>
                  <a:cubicBezTo>
                    <a:pt x="108" y="265"/>
                    <a:pt x="115" y="262"/>
                    <a:pt x="120" y="256"/>
                  </a:cubicBezTo>
                  <a:cubicBezTo>
                    <a:pt x="153" y="256"/>
                    <a:pt x="186" y="239"/>
                    <a:pt x="207" y="206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7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0" name="Google Shape;20290;p53"/>
            <p:cNvSpPr/>
            <p:nvPr/>
          </p:nvSpPr>
          <p:spPr>
            <a:xfrm>
              <a:off x="3857325" y="24085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40" y="0"/>
                  </a:moveTo>
                  <a:cubicBezTo>
                    <a:pt x="82" y="0"/>
                    <a:pt x="31" y="35"/>
                    <a:pt x="17" y="91"/>
                  </a:cubicBezTo>
                  <a:cubicBezTo>
                    <a:pt x="0" y="144"/>
                    <a:pt x="33" y="231"/>
                    <a:pt x="87" y="247"/>
                  </a:cubicBezTo>
                  <a:cubicBezTo>
                    <a:pt x="103" y="264"/>
                    <a:pt x="120" y="264"/>
                    <a:pt x="136" y="264"/>
                  </a:cubicBezTo>
                  <a:cubicBezTo>
                    <a:pt x="173" y="264"/>
                    <a:pt x="206" y="231"/>
                    <a:pt x="223" y="177"/>
                  </a:cubicBezTo>
                  <a:cubicBezTo>
                    <a:pt x="239" y="128"/>
                    <a:pt x="239" y="74"/>
                    <a:pt x="206" y="41"/>
                  </a:cubicBezTo>
                  <a:lnTo>
                    <a:pt x="173" y="4"/>
                  </a:lnTo>
                  <a:cubicBezTo>
                    <a:pt x="162" y="1"/>
                    <a:pt x="151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1" name="Google Shape;20291;p53"/>
            <p:cNvSpPr/>
            <p:nvPr/>
          </p:nvSpPr>
          <p:spPr>
            <a:xfrm>
              <a:off x="4063875" y="237087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71" y="0"/>
                    <a:pt x="54" y="17"/>
                    <a:pt x="34" y="33"/>
                  </a:cubicBezTo>
                  <a:cubicBezTo>
                    <a:pt x="1" y="66"/>
                    <a:pt x="1" y="103"/>
                    <a:pt x="1" y="153"/>
                  </a:cubicBezTo>
                  <a:cubicBezTo>
                    <a:pt x="1" y="190"/>
                    <a:pt x="17" y="206"/>
                    <a:pt x="34" y="239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90" y="239"/>
                    <a:pt x="223" y="190"/>
                    <a:pt x="223" y="120"/>
                  </a:cubicBezTo>
                  <a:lnTo>
                    <a:pt x="223" y="103"/>
                  </a:lnTo>
                  <a:cubicBezTo>
                    <a:pt x="207" y="49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2" name="Google Shape;20292;p53"/>
            <p:cNvSpPr/>
            <p:nvPr/>
          </p:nvSpPr>
          <p:spPr>
            <a:xfrm>
              <a:off x="4061300" y="2434350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37" y="1"/>
                  </a:moveTo>
                  <a:cubicBezTo>
                    <a:pt x="120" y="1"/>
                    <a:pt x="87" y="1"/>
                    <a:pt x="71" y="21"/>
                  </a:cubicBezTo>
                  <a:cubicBezTo>
                    <a:pt x="17" y="71"/>
                    <a:pt x="0" y="157"/>
                    <a:pt x="54" y="207"/>
                  </a:cubicBezTo>
                  <a:cubicBezTo>
                    <a:pt x="71" y="244"/>
                    <a:pt x="87" y="260"/>
                    <a:pt x="120" y="260"/>
                  </a:cubicBezTo>
                  <a:cubicBezTo>
                    <a:pt x="157" y="260"/>
                    <a:pt x="174" y="244"/>
                    <a:pt x="207" y="227"/>
                  </a:cubicBezTo>
                  <a:cubicBezTo>
                    <a:pt x="240" y="190"/>
                    <a:pt x="260" y="104"/>
                    <a:pt x="223" y="54"/>
                  </a:cubicBezTo>
                  <a:cubicBezTo>
                    <a:pt x="207" y="21"/>
                    <a:pt x="190" y="2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3" name="Google Shape;20293;p53"/>
            <p:cNvSpPr/>
            <p:nvPr/>
          </p:nvSpPr>
          <p:spPr>
            <a:xfrm>
              <a:off x="4061700" y="2387450"/>
              <a:ext cx="6125" cy="6725"/>
            </a:xfrm>
            <a:custGeom>
              <a:avLst/>
              <a:gdLst/>
              <a:ahLst/>
              <a:cxnLst/>
              <a:rect l="l" t="t" r="r" b="b"/>
              <a:pathLst>
                <a:path w="245" h="269" extrusionOk="0">
                  <a:moveTo>
                    <a:pt x="129" y="1"/>
                  </a:moveTo>
                  <a:cubicBezTo>
                    <a:pt x="83" y="1"/>
                    <a:pt x="35" y="33"/>
                    <a:pt x="17" y="92"/>
                  </a:cubicBezTo>
                  <a:cubicBezTo>
                    <a:pt x="1" y="162"/>
                    <a:pt x="17" y="228"/>
                    <a:pt x="88" y="265"/>
                  </a:cubicBezTo>
                  <a:cubicBezTo>
                    <a:pt x="97" y="267"/>
                    <a:pt x="106" y="269"/>
                    <a:pt x="116" y="269"/>
                  </a:cubicBezTo>
                  <a:cubicBezTo>
                    <a:pt x="162" y="269"/>
                    <a:pt x="210" y="236"/>
                    <a:pt x="224" y="178"/>
                  </a:cubicBezTo>
                  <a:cubicBezTo>
                    <a:pt x="244" y="108"/>
                    <a:pt x="224" y="42"/>
                    <a:pt x="158" y="5"/>
                  </a:cubicBezTo>
                  <a:cubicBezTo>
                    <a:pt x="149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4" name="Google Shape;20294;p53"/>
            <p:cNvSpPr/>
            <p:nvPr/>
          </p:nvSpPr>
          <p:spPr>
            <a:xfrm>
              <a:off x="4061700" y="24180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04" y="0"/>
                  </a:moveTo>
                  <a:cubicBezTo>
                    <a:pt x="55" y="17"/>
                    <a:pt x="1" y="87"/>
                    <a:pt x="17" y="157"/>
                  </a:cubicBezTo>
                  <a:cubicBezTo>
                    <a:pt x="17" y="190"/>
                    <a:pt x="38" y="223"/>
                    <a:pt x="71" y="239"/>
                  </a:cubicBezTo>
                  <a:cubicBezTo>
                    <a:pt x="88" y="260"/>
                    <a:pt x="121" y="260"/>
                    <a:pt x="141" y="260"/>
                  </a:cubicBezTo>
                  <a:cubicBezTo>
                    <a:pt x="207" y="260"/>
                    <a:pt x="244" y="190"/>
                    <a:pt x="244" y="120"/>
                  </a:cubicBezTo>
                  <a:cubicBezTo>
                    <a:pt x="224" y="87"/>
                    <a:pt x="224" y="54"/>
                    <a:pt x="191" y="33"/>
                  </a:cubicBezTo>
                  <a:cubicBezTo>
                    <a:pt x="191" y="17"/>
                    <a:pt x="174" y="17"/>
                    <a:pt x="174" y="17"/>
                  </a:cubicBezTo>
                  <a:cubicBezTo>
                    <a:pt x="158" y="0"/>
                    <a:pt x="14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5" name="Google Shape;20295;p53"/>
            <p:cNvSpPr/>
            <p:nvPr/>
          </p:nvSpPr>
          <p:spPr>
            <a:xfrm>
              <a:off x="4066450" y="23266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7" y="0"/>
                  </a:moveTo>
                  <a:cubicBezTo>
                    <a:pt x="104" y="0"/>
                    <a:pt x="71" y="0"/>
                    <a:pt x="54" y="33"/>
                  </a:cubicBezTo>
                  <a:cubicBezTo>
                    <a:pt x="34" y="50"/>
                    <a:pt x="17" y="83"/>
                    <a:pt x="17" y="120"/>
                  </a:cubicBezTo>
                  <a:cubicBezTo>
                    <a:pt x="1" y="153"/>
                    <a:pt x="17" y="186"/>
                    <a:pt x="34" y="206"/>
                  </a:cubicBezTo>
                  <a:cubicBezTo>
                    <a:pt x="54" y="239"/>
                    <a:pt x="87" y="256"/>
                    <a:pt x="104" y="256"/>
                  </a:cubicBezTo>
                  <a:cubicBezTo>
                    <a:pt x="137" y="256"/>
                    <a:pt x="174" y="256"/>
                    <a:pt x="190" y="239"/>
                  </a:cubicBezTo>
                  <a:cubicBezTo>
                    <a:pt x="240" y="186"/>
                    <a:pt x="240" y="103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57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6" name="Google Shape;20296;p53"/>
            <p:cNvSpPr/>
            <p:nvPr/>
          </p:nvSpPr>
          <p:spPr>
            <a:xfrm>
              <a:off x="4057900" y="23570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66" y="21"/>
                    <a:pt x="50" y="38"/>
                    <a:pt x="33" y="54"/>
                  </a:cubicBezTo>
                  <a:cubicBezTo>
                    <a:pt x="17" y="87"/>
                    <a:pt x="0" y="124"/>
                    <a:pt x="0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62" y="255"/>
                    <a:pt x="84" y="267"/>
                    <a:pt x="107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40" y="190"/>
                    <a:pt x="223" y="124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69" y="21"/>
                    <a:pt x="169" y="21"/>
                    <a:pt x="153" y="21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7" name="Google Shape;20297;p53"/>
            <p:cNvSpPr/>
            <p:nvPr/>
          </p:nvSpPr>
          <p:spPr>
            <a:xfrm>
              <a:off x="3926475" y="2384575"/>
              <a:ext cx="5600" cy="4350"/>
            </a:xfrm>
            <a:custGeom>
              <a:avLst/>
              <a:gdLst/>
              <a:ahLst/>
              <a:cxnLst/>
              <a:rect l="l" t="t" r="r" b="b"/>
              <a:pathLst>
                <a:path w="224" h="174" extrusionOk="0">
                  <a:moveTo>
                    <a:pt x="120" y="0"/>
                  </a:moveTo>
                  <a:cubicBezTo>
                    <a:pt x="87" y="0"/>
                    <a:pt x="50" y="0"/>
                    <a:pt x="34" y="17"/>
                  </a:cubicBezTo>
                  <a:cubicBezTo>
                    <a:pt x="17" y="54"/>
                    <a:pt x="1" y="87"/>
                    <a:pt x="1" y="120"/>
                  </a:cubicBezTo>
                  <a:lnTo>
                    <a:pt x="1" y="174"/>
                  </a:lnTo>
                  <a:cubicBezTo>
                    <a:pt x="67" y="157"/>
                    <a:pt x="137" y="157"/>
                    <a:pt x="207" y="157"/>
                  </a:cubicBezTo>
                  <a:cubicBezTo>
                    <a:pt x="223" y="120"/>
                    <a:pt x="207" y="70"/>
                    <a:pt x="190" y="54"/>
                  </a:cubicBezTo>
                  <a:cubicBezTo>
                    <a:pt x="170" y="33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8" name="Google Shape;20298;p53"/>
            <p:cNvSpPr/>
            <p:nvPr/>
          </p:nvSpPr>
          <p:spPr>
            <a:xfrm>
              <a:off x="4063050" y="23416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4" y="227"/>
                    <a:pt x="67" y="243"/>
                  </a:cubicBezTo>
                  <a:cubicBezTo>
                    <a:pt x="87" y="260"/>
                    <a:pt x="120" y="260"/>
                    <a:pt x="137" y="260"/>
                  </a:cubicBezTo>
                  <a:cubicBezTo>
                    <a:pt x="207" y="260"/>
                    <a:pt x="240" y="190"/>
                    <a:pt x="240" y="103"/>
                  </a:cubicBezTo>
                  <a:cubicBezTo>
                    <a:pt x="223" y="70"/>
                    <a:pt x="207" y="37"/>
                    <a:pt x="170" y="21"/>
                  </a:cubicBezTo>
                  <a:cubicBezTo>
                    <a:pt x="153" y="0"/>
                    <a:pt x="137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9" name="Google Shape;20299;p53"/>
            <p:cNvSpPr/>
            <p:nvPr/>
          </p:nvSpPr>
          <p:spPr>
            <a:xfrm>
              <a:off x="4011925" y="2411450"/>
              <a:ext cx="6000" cy="6225"/>
            </a:xfrm>
            <a:custGeom>
              <a:avLst/>
              <a:gdLst/>
              <a:ahLst/>
              <a:cxnLst/>
              <a:rect l="l" t="t" r="r" b="b"/>
              <a:pathLst>
                <a:path w="240" h="249" extrusionOk="0">
                  <a:moveTo>
                    <a:pt x="120" y="1"/>
                  </a:moveTo>
                  <a:cubicBezTo>
                    <a:pt x="115" y="1"/>
                    <a:pt x="109" y="3"/>
                    <a:pt x="104" y="10"/>
                  </a:cubicBezTo>
                  <a:cubicBezTo>
                    <a:pt x="71" y="10"/>
                    <a:pt x="50" y="26"/>
                    <a:pt x="34" y="59"/>
                  </a:cubicBezTo>
                  <a:cubicBezTo>
                    <a:pt x="17" y="76"/>
                    <a:pt x="1" y="113"/>
                    <a:pt x="1" y="146"/>
                  </a:cubicBezTo>
                  <a:cubicBezTo>
                    <a:pt x="50" y="179"/>
                    <a:pt x="104" y="216"/>
                    <a:pt x="174" y="249"/>
                  </a:cubicBezTo>
                  <a:cubicBezTo>
                    <a:pt x="207" y="232"/>
                    <a:pt x="240" y="162"/>
                    <a:pt x="223" y="113"/>
                  </a:cubicBezTo>
                  <a:cubicBezTo>
                    <a:pt x="223" y="76"/>
                    <a:pt x="207" y="43"/>
                    <a:pt x="190" y="26"/>
                  </a:cubicBezTo>
                  <a:cubicBezTo>
                    <a:pt x="174" y="26"/>
                    <a:pt x="174" y="10"/>
                    <a:pt x="153" y="10"/>
                  </a:cubicBezTo>
                  <a:cubicBezTo>
                    <a:pt x="142" y="10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0" name="Google Shape;20300;p53"/>
            <p:cNvSpPr/>
            <p:nvPr/>
          </p:nvSpPr>
          <p:spPr>
            <a:xfrm>
              <a:off x="4026975" y="24099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1"/>
                    <a:pt x="1" y="71"/>
                    <a:pt x="17" y="153"/>
                  </a:cubicBezTo>
                  <a:cubicBezTo>
                    <a:pt x="17" y="190"/>
                    <a:pt x="34" y="223"/>
                    <a:pt x="67" y="240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70" y="256"/>
                    <a:pt x="190" y="223"/>
                    <a:pt x="207" y="207"/>
                  </a:cubicBezTo>
                  <a:cubicBezTo>
                    <a:pt x="223" y="174"/>
                    <a:pt x="240" y="137"/>
                    <a:pt x="223" y="104"/>
                  </a:cubicBezTo>
                  <a:cubicBezTo>
                    <a:pt x="223" y="71"/>
                    <a:pt x="207" y="34"/>
                    <a:pt x="190" y="17"/>
                  </a:cubicBezTo>
                  <a:cubicBezTo>
                    <a:pt x="17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1" name="Google Shape;20301;p53"/>
            <p:cNvSpPr/>
            <p:nvPr/>
          </p:nvSpPr>
          <p:spPr>
            <a:xfrm>
              <a:off x="3989150" y="2400850"/>
              <a:ext cx="5175" cy="3950"/>
            </a:xfrm>
            <a:custGeom>
              <a:avLst/>
              <a:gdLst/>
              <a:ahLst/>
              <a:cxnLst/>
              <a:rect l="l" t="t" r="r" b="b"/>
              <a:pathLst>
                <a:path w="207" h="158" extrusionOk="0">
                  <a:moveTo>
                    <a:pt x="104" y="1"/>
                  </a:moveTo>
                  <a:cubicBezTo>
                    <a:pt x="87" y="1"/>
                    <a:pt x="54" y="1"/>
                    <a:pt x="17" y="38"/>
                  </a:cubicBezTo>
                  <a:cubicBezTo>
                    <a:pt x="17" y="38"/>
                    <a:pt x="17" y="54"/>
                    <a:pt x="0" y="54"/>
                  </a:cubicBezTo>
                  <a:cubicBezTo>
                    <a:pt x="71" y="87"/>
                    <a:pt x="136" y="124"/>
                    <a:pt x="207" y="157"/>
                  </a:cubicBezTo>
                  <a:cubicBezTo>
                    <a:pt x="207" y="124"/>
                    <a:pt x="207" y="87"/>
                    <a:pt x="190" y="54"/>
                  </a:cubicBezTo>
                  <a:cubicBezTo>
                    <a:pt x="174" y="38"/>
                    <a:pt x="157" y="21"/>
                    <a:pt x="136" y="21"/>
                  </a:cubicBezTo>
                  <a:cubicBezTo>
                    <a:pt x="120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2" name="Google Shape;20302;p53"/>
            <p:cNvSpPr/>
            <p:nvPr/>
          </p:nvSpPr>
          <p:spPr>
            <a:xfrm>
              <a:off x="4066875" y="2294100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14" y="1"/>
                  </a:moveTo>
                  <a:cubicBezTo>
                    <a:pt x="95" y="1"/>
                    <a:pt x="80" y="9"/>
                    <a:pt x="70" y="28"/>
                  </a:cubicBezTo>
                  <a:cubicBezTo>
                    <a:pt x="37" y="28"/>
                    <a:pt x="17" y="65"/>
                    <a:pt x="17" y="82"/>
                  </a:cubicBezTo>
                  <a:cubicBezTo>
                    <a:pt x="0" y="115"/>
                    <a:pt x="0" y="148"/>
                    <a:pt x="17" y="168"/>
                  </a:cubicBezTo>
                  <a:cubicBezTo>
                    <a:pt x="17" y="201"/>
                    <a:pt x="54" y="234"/>
                    <a:pt x="87" y="251"/>
                  </a:cubicBezTo>
                  <a:cubicBezTo>
                    <a:pt x="101" y="261"/>
                    <a:pt x="117" y="266"/>
                    <a:pt x="132" y="266"/>
                  </a:cubicBezTo>
                  <a:cubicBezTo>
                    <a:pt x="173" y="266"/>
                    <a:pt x="211" y="233"/>
                    <a:pt x="223" y="185"/>
                  </a:cubicBezTo>
                  <a:cubicBezTo>
                    <a:pt x="243" y="115"/>
                    <a:pt x="223" y="45"/>
                    <a:pt x="157" y="12"/>
                  </a:cubicBezTo>
                  <a:cubicBezTo>
                    <a:pt x="141" y="5"/>
                    <a:pt x="127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3" name="Google Shape;20303;p53"/>
            <p:cNvSpPr/>
            <p:nvPr/>
          </p:nvSpPr>
          <p:spPr>
            <a:xfrm>
              <a:off x="4029550" y="236295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8" y="0"/>
                  </a:moveTo>
                  <a:cubicBezTo>
                    <a:pt x="100" y="0"/>
                    <a:pt x="93" y="2"/>
                    <a:pt x="87" y="8"/>
                  </a:cubicBezTo>
                  <a:cubicBezTo>
                    <a:pt x="67" y="8"/>
                    <a:pt x="34" y="24"/>
                    <a:pt x="17" y="57"/>
                  </a:cubicBezTo>
                  <a:cubicBezTo>
                    <a:pt x="1" y="74"/>
                    <a:pt x="1" y="111"/>
                    <a:pt x="1" y="144"/>
                  </a:cubicBezTo>
                  <a:cubicBezTo>
                    <a:pt x="1" y="177"/>
                    <a:pt x="17" y="214"/>
                    <a:pt x="34" y="230"/>
                  </a:cubicBezTo>
                  <a:cubicBezTo>
                    <a:pt x="67" y="247"/>
                    <a:pt x="104" y="263"/>
                    <a:pt x="120" y="263"/>
                  </a:cubicBezTo>
                  <a:cubicBezTo>
                    <a:pt x="190" y="247"/>
                    <a:pt x="223" y="177"/>
                    <a:pt x="223" y="111"/>
                  </a:cubicBezTo>
                  <a:cubicBezTo>
                    <a:pt x="207" y="74"/>
                    <a:pt x="190" y="41"/>
                    <a:pt x="170" y="24"/>
                  </a:cubicBezTo>
                  <a:lnTo>
                    <a:pt x="153" y="8"/>
                  </a:lnTo>
                  <a:cubicBezTo>
                    <a:pt x="142" y="8"/>
                    <a:pt x="124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4" name="Google Shape;20304;p53"/>
            <p:cNvSpPr/>
            <p:nvPr/>
          </p:nvSpPr>
          <p:spPr>
            <a:xfrm>
              <a:off x="4066050" y="22467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6" y="0"/>
                  </a:moveTo>
                  <a:cubicBezTo>
                    <a:pt x="103" y="0"/>
                    <a:pt x="87" y="17"/>
                    <a:pt x="50" y="33"/>
                  </a:cubicBezTo>
                  <a:cubicBezTo>
                    <a:pt x="17" y="83"/>
                    <a:pt x="0" y="153"/>
                    <a:pt x="33" y="223"/>
                  </a:cubicBezTo>
                  <a:cubicBezTo>
                    <a:pt x="50" y="239"/>
                    <a:pt x="87" y="256"/>
                    <a:pt x="120" y="256"/>
                  </a:cubicBezTo>
                  <a:cubicBezTo>
                    <a:pt x="125" y="261"/>
                    <a:pt x="131" y="263"/>
                    <a:pt x="138" y="263"/>
                  </a:cubicBezTo>
                  <a:cubicBezTo>
                    <a:pt x="156" y="263"/>
                    <a:pt x="178" y="251"/>
                    <a:pt x="190" y="239"/>
                  </a:cubicBezTo>
                  <a:cubicBezTo>
                    <a:pt x="223" y="206"/>
                    <a:pt x="239" y="186"/>
                    <a:pt x="239" y="153"/>
                  </a:cubicBezTo>
                  <a:cubicBezTo>
                    <a:pt x="239" y="120"/>
                    <a:pt x="223" y="83"/>
                    <a:pt x="206" y="50"/>
                  </a:cubicBezTo>
                  <a:cubicBezTo>
                    <a:pt x="206" y="33"/>
                    <a:pt x="190" y="17"/>
                    <a:pt x="173" y="17"/>
                  </a:cubicBezTo>
                  <a:cubicBezTo>
                    <a:pt x="153" y="0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5" name="Google Shape;20305;p53"/>
            <p:cNvSpPr/>
            <p:nvPr/>
          </p:nvSpPr>
          <p:spPr>
            <a:xfrm>
              <a:off x="4056150" y="228107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3" y="1"/>
                  </a:moveTo>
                  <a:cubicBezTo>
                    <a:pt x="54" y="17"/>
                    <a:pt x="0" y="88"/>
                    <a:pt x="17" y="154"/>
                  </a:cubicBezTo>
                  <a:cubicBezTo>
                    <a:pt x="17" y="191"/>
                    <a:pt x="33" y="224"/>
                    <a:pt x="54" y="240"/>
                  </a:cubicBezTo>
                  <a:cubicBezTo>
                    <a:pt x="77" y="252"/>
                    <a:pt x="92" y="265"/>
                    <a:pt x="110" y="265"/>
                  </a:cubicBezTo>
                  <a:cubicBezTo>
                    <a:pt x="118" y="265"/>
                    <a:pt x="127" y="263"/>
                    <a:pt x="136" y="257"/>
                  </a:cubicBezTo>
                  <a:cubicBezTo>
                    <a:pt x="206" y="257"/>
                    <a:pt x="239" y="191"/>
                    <a:pt x="239" y="121"/>
                  </a:cubicBezTo>
                  <a:cubicBezTo>
                    <a:pt x="223" y="88"/>
                    <a:pt x="206" y="50"/>
                    <a:pt x="190" y="34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6" name="Google Shape;20306;p53"/>
            <p:cNvSpPr/>
            <p:nvPr/>
          </p:nvSpPr>
          <p:spPr>
            <a:xfrm>
              <a:off x="4026050" y="219390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41" y="0"/>
                  </a:moveTo>
                  <a:cubicBezTo>
                    <a:pt x="104" y="0"/>
                    <a:pt x="71" y="16"/>
                    <a:pt x="54" y="33"/>
                  </a:cubicBezTo>
                  <a:cubicBezTo>
                    <a:pt x="38" y="54"/>
                    <a:pt x="21" y="87"/>
                    <a:pt x="21" y="120"/>
                  </a:cubicBezTo>
                  <a:cubicBezTo>
                    <a:pt x="0" y="157"/>
                    <a:pt x="21" y="190"/>
                    <a:pt x="38" y="223"/>
                  </a:cubicBezTo>
                  <a:cubicBezTo>
                    <a:pt x="54" y="239"/>
                    <a:pt x="87" y="260"/>
                    <a:pt x="104" y="260"/>
                  </a:cubicBezTo>
                  <a:cubicBezTo>
                    <a:pt x="114" y="264"/>
                    <a:pt x="124" y="266"/>
                    <a:pt x="134" y="266"/>
                  </a:cubicBezTo>
                  <a:cubicBezTo>
                    <a:pt x="158" y="266"/>
                    <a:pt x="178" y="254"/>
                    <a:pt x="190" y="239"/>
                  </a:cubicBezTo>
                  <a:cubicBezTo>
                    <a:pt x="244" y="190"/>
                    <a:pt x="244" y="103"/>
                    <a:pt x="207" y="54"/>
                  </a:cubicBezTo>
                  <a:cubicBezTo>
                    <a:pt x="190" y="33"/>
                    <a:pt x="174" y="16"/>
                    <a:pt x="157" y="16"/>
                  </a:cubicBezTo>
                  <a:lnTo>
                    <a:pt x="14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7" name="Google Shape;20307;p53"/>
            <p:cNvSpPr/>
            <p:nvPr/>
          </p:nvSpPr>
          <p:spPr>
            <a:xfrm>
              <a:off x="4032125" y="22218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7" y="0"/>
                  </a:moveTo>
                  <a:cubicBezTo>
                    <a:pt x="120" y="0"/>
                    <a:pt x="87" y="17"/>
                    <a:pt x="67" y="33"/>
                  </a:cubicBezTo>
                  <a:cubicBezTo>
                    <a:pt x="17" y="70"/>
                    <a:pt x="1" y="153"/>
                    <a:pt x="50" y="206"/>
                  </a:cubicBezTo>
                  <a:cubicBezTo>
                    <a:pt x="67" y="239"/>
                    <a:pt x="87" y="256"/>
                    <a:pt x="120" y="256"/>
                  </a:cubicBezTo>
                  <a:cubicBezTo>
                    <a:pt x="153" y="256"/>
                    <a:pt x="170" y="256"/>
                    <a:pt x="207" y="239"/>
                  </a:cubicBezTo>
                  <a:cubicBezTo>
                    <a:pt x="223" y="206"/>
                    <a:pt x="240" y="190"/>
                    <a:pt x="240" y="153"/>
                  </a:cubicBezTo>
                  <a:cubicBezTo>
                    <a:pt x="240" y="120"/>
                    <a:pt x="240" y="87"/>
                    <a:pt x="223" y="50"/>
                  </a:cubicBezTo>
                  <a:cubicBezTo>
                    <a:pt x="207" y="33"/>
                    <a:pt x="190" y="17"/>
                    <a:pt x="170" y="17"/>
                  </a:cubicBezTo>
                  <a:cubicBezTo>
                    <a:pt x="153" y="0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8" name="Google Shape;20308;p53"/>
            <p:cNvSpPr/>
            <p:nvPr/>
          </p:nvSpPr>
          <p:spPr>
            <a:xfrm>
              <a:off x="4078925" y="228932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9" y="0"/>
                  </a:moveTo>
                  <a:cubicBezTo>
                    <a:pt x="87" y="0"/>
                    <a:pt x="46" y="32"/>
                    <a:pt x="33" y="83"/>
                  </a:cubicBezTo>
                  <a:cubicBezTo>
                    <a:pt x="0" y="153"/>
                    <a:pt x="33" y="219"/>
                    <a:pt x="87" y="256"/>
                  </a:cubicBezTo>
                  <a:cubicBezTo>
                    <a:pt x="98" y="259"/>
                    <a:pt x="108" y="260"/>
                    <a:pt x="118" y="260"/>
                  </a:cubicBezTo>
                  <a:cubicBezTo>
                    <a:pt x="170" y="260"/>
                    <a:pt x="212" y="225"/>
                    <a:pt x="240" y="170"/>
                  </a:cubicBezTo>
                  <a:cubicBezTo>
                    <a:pt x="256" y="100"/>
                    <a:pt x="223" y="30"/>
                    <a:pt x="174" y="13"/>
                  </a:cubicBezTo>
                  <a:cubicBezTo>
                    <a:pt x="159" y="4"/>
                    <a:pt x="144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9" name="Google Shape;20309;p53"/>
            <p:cNvSpPr/>
            <p:nvPr/>
          </p:nvSpPr>
          <p:spPr>
            <a:xfrm>
              <a:off x="4029150" y="22686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83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0" y="190"/>
                    <a:pt x="17" y="223"/>
                    <a:pt x="50" y="239"/>
                  </a:cubicBezTo>
                  <a:cubicBezTo>
                    <a:pt x="61" y="254"/>
                    <a:pt x="84" y="267"/>
                    <a:pt x="101" y="267"/>
                  </a:cubicBezTo>
                  <a:cubicBezTo>
                    <a:pt x="109" y="267"/>
                    <a:pt x="115" y="265"/>
                    <a:pt x="120" y="260"/>
                  </a:cubicBezTo>
                  <a:cubicBezTo>
                    <a:pt x="186" y="260"/>
                    <a:pt x="223" y="190"/>
                    <a:pt x="223" y="120"/>
                  </a:cubicBezTo>
                  <a:cubicBezTo>
                    <a:pt x="223" y="87"/>
                    <a:pt x="206" y="54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0" name="Google Shape;20310;p53"/>
            <p:cNvSpPr/>
            <p:nvPr/>
          </p:nvSpPr>
          <p:spPr>
            <a:xfrm>
              <a:off x="4006350" y="221202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11" y="0"/>
                  </a:moveTo>
                  <a:cubicBezTo>
                    <a:pt x="71" y="0"/>
                    <a:pt x="30" y="32"/>
                    <a:pt x="17" y="83"/>
                  </a:cubicBezTo>
                  <a:cubicBezTo>
                    <a:pt x="1" y="153"/>
                    <a:pt x="17" y="219"/>
                    <a:pt x="88" y="256"/>
                  </a:cubicBezTo>
                  <a:cubicBezTo>
                    <a:pt x="88" y="256"/>
                    <a:pt x="95" y="264"/>
                    <a:pt x="105" y="264"/>
                  </a:cubicBezTo>
                  <a:cubicBezTo>
                    <a:pt x="110" y="264"/>
                    <a:pt x="115" y="262"/>
                    <a:pt x="121" y="256"/>
                  </a:cubicBezTo>
                  <a:cubicBezTo>
                    <a:pt x="170" y="256"/>
                    <a:pt x="207" y="219"/>
                    <a:pt x="224" y="186"/>
                  </a:cubicBezTo>
                  <a:cubicBezTo>
                    <a:pt x="240" y="133"/>
                    <a:pt x="224" y="83"/>
                    <a:pt x="207" y="50"/>
                  </a:cubicBezTo>
                  <a:cubicBezTo>
                    <a:pt x="191" y="29"/>
                    <a:pt x="170" y="13"/>
                    <a:pt x="154" y="13"/>
                  </a:cubicBezTo>
                  <a:cubicBezTo>
                    <a:pt x="140" y="4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1" name="Google Shape;20311;p53"/>
            <p:cNvSpPr/>
            <p:nvPr/>
          </p:nvSpPr>
          <p:spPr>
            <a:xfrm>
              <a:off x="4017500" y="2224500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9" y="1"/>
                  </a:moveTo>
                  <a:cubicBezTo>
                    <a:pt x="120" y="1"/>
                    <a:pt x="112" y="5"/>
                    <a:pt x="103" y="13"/>
                  </a:cubicBezTo>
                  <a:cubicBezTo>
                    <a:pt x="70" y="13"/>
                    <a:pt x="54" y="29"/>
                    <a:pt x="33" y="66"/>
                  </a:cubicBezTo>
                  <a:cubicBezTo>
                    <a:pt x="17" y="83"/>
                    <a:pt x="0" y="116"/>
                    <a:pt x="17" y="149"/>
                  </a:cubicBezTo>
                  <a:cubicBezTo>
                    <a:pt x="17" y="186"/>
                    <a:pt x="33" y="219"/>
                    <a:pt x="54" y="236"/>
                  </a:cubicBezTo>
                  <a:cubicBezTo>
                    <a:pt x="70" y="252"/>
                    <a:pt x="103" y="273"/>
                    <a:pt x="136" y="273"/>
                  </a:cubicBezTo>
                  <a:cubicBezTo>
                    <a:pt x="190" y="252"/>
                    <a:pt x="239" y="186"/>
                    <a:pt x="223" y="116"/>
                  </a:cubicBezTo>
                  <a:cubicBezTo>
                    <a:pt x="223" y="83"/>
                    <a:pt x="206" y="46"/>
                    <a:pt x="190" y="29"/>
                  </a:cubicBezTo>
                  <a:cubicBezTo>
                    <a:pt x="173" y="29"/>
                    <a:pt x="173" y="13"/>
                    <a:pt x="157" y="13"/>
                  </a:cubicBezTo>
                  <a:cubicBezTo>
                    <a:pt x="147" y="5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2" name="Google Shape;20312;p53"/>
            <p:cNvSpPr/>
            <p:nvPr/>
          </p:nvSpPr>
          <p:spPr>
            <a:xfrm>
              <a:off x="4011925" y="21946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7" y="0"/>
                  </a:moveTo>
                  <a:cubicBezTo>
                    <a:pt x="82" y="0"/>
                    <a:pt x="31" y="33"/>
                    <a:pt x="17" y="74"/>
                  </a:cubicBezTo>
                  <a:cubicBezTo>
                    <a:pt x="1" y="144"/>
                    <a:pt x="17" y="231"/>
                    <a:pt x="87" y="247"/>
                  </a:cubicBezTo>
                  <a:cubicBezTo>
                    <a:pt x="104" y="264"/>
                    <a:pt x="120" y="264"/>
                    <a:pt x="137" y="264"/>
                  </a:cubicBezTo>
                  <a:cubicBezTo>
                    <a:pt x="174" y="247"/>
                    <a:pt x="207" y="231"/>
                    <a:pt x="223" y="177"/>
                  </a:cubicBezTo>
                  <a:cubicBezTo>
                    <a:pt x="240" y="128"/>
                    <a:pt x="223" y="74"/>
                    <a:pt x="207" y="41"/>
                  </a:cubicBezTo>
                  <a:cubicBezTo>
                    <a:pt x="190" y="25"/>
                    <a:pt x="174" y="25"/>
                    <a:pt x="153" y="4"/>
                  </a:cubicBezTo>
                  <a:cubicBezTo>
                    <a:pt x="145" y="1"/>
                    <a:pt x="136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3" name="Google Shape;20313;p53"/>
            <p:cNvSpPr/>
            <p:nvPr/>
          </p:nvSpPr>
          <p:spPr>
            <a:xfrm>
              <a:off x="4010600" y="22411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0"/>
                  </a:moveTo>
                  <a:cubicBezTo>
                    <a:pt x="103" y="0"/>
                    <a:pt x="70" y="0"/>
                    <a:pt x="54" y="21"/>
                  </a:cubicBezTo>
                  <a:cubicBezTo>
                    <a:pt x="0" y="70"/>
                    <a:pt x="0" y="157"/>
                    <a:pt x="37" y="206"/>
                  </a:cubicBezTo>
                  <a:cubicBezTo>
                    <a:pt x="54" y="244"/>
                    <a:pt x="87" y="260"/>
                    <a:pt x="103" y="260"/>
                  </a:cubicBezTo>
                  <a:cubicBezTo>
                    <a:pt x="140" y="260"/>
                    <a:pt x="173" y="260"/>
                    <a:pt x="190" y="227"/>
                  </a:cubicBezTo>
                  <a:cubicBezTo>
                    <a:pt x="206" y="206"/>
                    <a:pt x="227" y="173"/>
                    <a:pt x="227" y="140"/>
                  </a:cubicBezTo>
                  <a:cubicBezTo>
                    <a:pt x="243" y="103"/>
                    <a:pt x="227" y="70"/>
                    <a:pt x="206" y="54"/>
                  </a:cubicBezTo>
                  <a:cubicBezTo>
                    <a:pt x="190" y="37"/>
                    <a:pt x="173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4" name="Google Shape;20314;p53"/>
            <p:cNvSpPr/>
            <p:nvPr/>
          </p:nvSpPr>
          <p:spPr>
            <a:xfrm>
              <a:off x="4044075" y="2269575"/>
              <a:ext cx="6125" cy="6500"/>
            </a:xfrm>
            <a:custGeom>
              <a:avLst/>
              <a:gdLst/>
              <a:ahLst/>
              <a:cxnLst/>
              <a:rect l="l" t="t" r="r" b="b"/>
              <a:pathLst>
                <a:path w="245" h="260" extrusionOk="0">
                  <a:moveTo>
                    <a:pt x="119" y="1"/>
                  </a:moveTo>
                  <a:cubicBezTo>
                    <a:pt x="72" y="1"/>
                    <a:pt x="34" y="34"/>
                    <a:pt x="22" y="82"/>
                  </a:cubicBezTo>
                  <a:cubicBezTo>
                    <a:pt x="1" y="152"/>
                    <a:pt x="38" y="222"/>
                    <a:pt x="88" y="255"/>
                  </a:cubicBezTo>
                  <a:cubicBezTo>
                    <a:pt x="97" y="258"/>
                    <a:pt x="107" y="259"/>
                    <a:pt x="117" y="259"/>
                  </a:cubicBezTo>
                  <a:cubicBezTo>
                    <a:pt x="163" y="259"/>
                    <a:pt x="211" y="229"/>
                    <a:pt x="228" y="185"/>
                  </a:cubicBezTo>
                  <a:cubicBezTo>
                    <a:pt x="244" y="119"/>
                    <a:pt x="228" y="32"/>
                    <a:pt x="174" y="16"/>
                  </a:cubicBezTo>
                  <a:cubicBezTo>
                    <a:pt x="155" y="6"/>
                    <a:pt x="13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5" name="Google Shape;20315;p53"/>
            <p:cNvSpPr/>
            <p:nvPr/>
          </p:nvSpPr>
          <p:spPr>
            <a:xfrm>
              <a:off x="4047600" y="2219250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3" y="0"/>
                    <a:pt x="0" y="70"/>
                    <a:pt x="0" y="136"/>
                  </a:cubicBezTo>
                  <a:cubicBezTo>
                    <a:pt x="17" y="173"/>
                    <a:pt x="33" y="206"/>
                    <a:pt x="50" y="223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69" y="239"/>
                    <a:pt x="190" y="223"/>
                    <a:pt x="206" y="206"/>
                  </a:cubicBezTo>
                  <a:cubicBezTo>
                    <a:pt x="223" y="173"/>
                    <a:pt x="223" y="136"/>
                    <a:pt x="223" y="103"/>
                  </a:cubicBezTo>
                  <a:cubicBezTo>
                    <a:pt x="223" y="70"/>
                    <a:pt x="206" y="33"/>
                    <a:pt x="190" y="17"/>
                  </a:cubicBezTo>
                  <a:cubicBezTo>
                    <a:pt x="169" y="17"/>
                    <a:pt x="169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6" name="Google Shape;20316;p53"/>
            <p:cNvSpPr/>
            <p:nvPr/>
          </p:nvSpPr>
          <p:spPr>
            <a:xfrm>
              <a:off x="4035125" y="2252150"/>
              <a:ext cx="6400" cy="6600"/>
            </a:xfrm>
            <a:custGeom>
              <a:avLst/>
              <a:gdLst/>
              <a:ahLst/>
              <a:cxnLst/>
              <a:rect l="l" t="t" r="r" b="b"/>
              <a:pathLst>
                <a:path w="256" h="264" extrusionOk="0">
                  <a:moveTo>
                    <a:pt x="111" y="1"/>
                  </a:moveTo>
                  <a:cubicBezTo>
                    <a:pt x="92" y="1"/>
                    <a:pt x="76" y="13"/>
                    <a:pt x="50" y="24"/>
                  </a:cubicBezTo>
                  <a:cubicBezTo>
                    <a:pt x="17" y="74"/>
                    <a:pt x="0" y="160"/>
                    <a:pt x="33" y="214"/>
                  </a:cubicBezTo>
                  <a:cubicBezTo>
                    <a:pt x="50" y="230"/>
                    <a:pt x="87" y="247"/>
                    <a:pt x="120" y="263"/>
                  </a:cubicBezTo>
                  <a:cubicBezTo>
                    <a:pt x="136" y="263"/>
                    <a:pt x="173" y="247"/>
                    <a:pt x="190" y="230"/>
                  </a:cubicBezTo>
                  <a:cubicBezTo>
                    <a:pt x="239" y="177"/>
                    <a:pt x="256" y="111"/>
                    <a:pt x="206" y="41"/>
                  </a:cubicBezTo>
                  <a:cubicBezTo>
                    <a:pt x="206" y="24"/>
                    <a:pt x="190" y="24"/>
                    <a:pt x="173" y="8"/>
                  </a:cubicBezTo>
                  <a:lnTo>
                    <a:pt x="136" y="8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7" name="Google Shape;20317;p53"/>
            <p:cNvSpPr/>
            <p:nvPr/>
          </p:nvSpPr>
          <p:spPr>
            <a:xfrm>
              <a:off x="4050575" y="22519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87" y="0"/>
                  </a:moveTo>
                  <a:cubicBezTo>
                    <a:pt x="34" y="33"/>
                    <a:pt x="1" y="83"/>
                    <a:pt x="17" y="136"/>
                  </a:cubicBezTo>
                  <a:cubicBezTo>
                    <a:pt x="17" y="169"/>
                    <a:pt x="34" y="206"/>
                    <a:pt x="50" y="223"/>
                  </a:cubicBezTo>
                  <a:cubicBezTo>
                    <a:pt x="87" y="256"/>
                    <a:pt x="120" y="256"/>
                    <a:pt x="137" y="256"/>
                  </a:cubicBezTo>
                  <a:cubicBezTo>
                    <a:pt x="207" y="239"/>
                    <a:pt x="240" y="169"/>
                    <a:pt x="240" y="103"/>
                  </a:cubicBezTo>
                  <a:cubicBezTo>
                    <a:pt x="223" y="83"/>
                    <a:pt x="223" y="83"/>
                    <a:pt x="223" y="66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8" name="Google Shape;20318;p53"/>
            <p:cNvSpPr/>
            <p:nvPr/>
          </p:nvSpPr>
          <p:spPr>
            <a:xfrm>
              <a:off x="4038925" y="22067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04" y="0"/>
                  </a:moveTo>
                  <a:cubicBezTo>
                    <a:pt x="54" y="17"/>
                    <a:pt x="1" y="87"/>
                    <a:pt x="21" y="157"/>
                  </a:cubicBezTo>
                  <a:cubicBezTo>
                    <a:pt x="21" y="190"/>
                    <a:pt x="38" y="207"/>
                    <a:pt x="54" y="239"/>
                  </a:cubicBezTo>
                  <a:cubicBezTo>
                    <a:pt x="87" y="260"/>
                    <a:pt x="104" y="260"/>
                    <a:pt x="141" y="260"/>
                  </a:cubicBezTo>
                  <a:cubicBezTo>
                    <a:pt x="174" y="260"/>
                    <a:pt x="190" y="239"/>
                    <a:pt x="207" y="207"/>
                  </a:cubicBezTo>
                  <a:cubicBezTo>
                    <a:pt x="228" y="174"/>
                    <a:pt x="244" y="136"/>
                    <a:pt x="228" y="103"/>
                  </a:cubicBezTo>
                  <a:cubicBezTo>
                    <a:pt x="228" y="70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9" name="Google Shape;20319;p53"/>
            <p:cNvSpPr/>
            <p:nvPr/>
          </p:nvSpPr>
          <p:spPr>
            <a:xfrm>
              <a:off x="4040675" y="21913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4" y="1"/>
                  </a:moveTo>
                  <a:cubicBezTo>
                    <a:pt x="34" y="17"/>
                    <a:pt x="1" y="88"/>
                    <a:pt x="1" y="158"/>
                  </a:cubicBezTo>
                  <a:cubicBezTo>
                    <a:pt x="15" y="215"/>
                    <a:pt x="58" y="264"/>
                    <a:pt x="113" y="264"/>
                  </a:cubicBezTo>
                  <a:cubicBezTo>
                    <a:pt x="121" y="264"/>
                    <a:pt x="129" y="263"/>
                    <a:pt x="137" y="261"/>
                  </a:cubicBezTo>
                  <a:cubicBezTo>
                    <a:pt x="158" y="261"/>
                    <a:pt x="191" y="240"/>
                    <a:pt x="207" y="207"/>
                  </a:cubicBezTo>
                  <a:cubicBezTo>
                    <a:pt x="224" y="174"/>
                    <a:pt x="224" y="137"/>
                    <a:pt x="224" y="104"/>
                  </a:cubicBezTo>
                  <a:cubicBezTo>
                    <a:pt x="224" y="71"/>
                    <a:pt x="207" y="55"/>
                    <a:pt x="174" y="17"/>
                  </a:cubicBezTo>
                  <a:lnTo>
                    <a:pt x="158" y="17"/>
                  </a:ln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0" name="Google Shape;20320;p53"/>
            <p:cNvSpPr/>
            <p:nvPr/>
          </p:nvSpPr>
          <p:spPr>
            <a:xfrm>
              <a:off x="4053975" y="220245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41" y="0"/>
                  </a:moveTo>
                  <a:cubicBezTo>
                    <a:pt x="104" y="0"/>
                    <a:pt x="71" y="0"/>
                    <a:pt x="54" y="21"/>
                  </a:cubicBezTo>
                  <a:cubicBezTo>
                    <a:pt x="1" y="70"/>
                    <a:pt x="1" y="157"/>
                    <a:pt x="38" y="206"/>
                  </a:cubicBezTo>
                  <a:cubicBezTo>
                    <a:pt x="54" y="243"/>
                    <a:pt x="87" y="260"/>
                    <a:pt x="104" y="260"/>
                  </a:cubicBezTo>
                  <a:cubicBezTo>
                    <a:pt x="141" y="260"/>
                    <a:pt x="174" y="260"/>
                    <a:pt x="190" y="227"/>
                  </a:cubicBezTo>
                  <a:cubicBezTo>
                    <a:pt x="244" y="190"/>
                    <a:pt x="244" y="103"/>
                    <a:pt x="207" y="54"/>
                  </a:cubicBezTo>
                  <a:cubicBezTo>
                    <a:pt x="190" y="37"/>
                    <a:pt x="174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1" name="Google Shape;20321;p53"/>
            <p:cNvSpPr/>
            <p:nvPr/>
          </p:nvSpPr>
          <p:spPr>
            <a:xfrm>
              <a:off x="3974500" y="2185750"/>
              <a:ext cx="5700" cy="6400"/>
            </a:xfrm>
            <a:custGeom>
              <a:avLst/>
              <a:gdLst/>
              <a:ahLst/>
              <a:cxnLst/>
              <a:rect l="l" t="t" r="r" b="b"/>
              <a:pathLst>
                <a:path w="228" h="256" extrusionOk="0">
                  <a:moveTo>
                    <a:pt x="104" y="0"/>
                  </a:moveTo>
                  <a:cubicBezTo>
                    <a:pt x="38" y="17"/>
                    <a:pt x="1" y="87"/>
                    <a:pt x="1" y="153"/>
                  </a:cubicBezTo>
                  <a:cubicBezTo>
                    <a:pt x="22" y="190"/>
                    <a:pt x="22" y="223"/>
                    <a:pt x="55" y="239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58" y="256"/>
                    <a:pt x="191" y="239"/>
                    <a:pt x="207" y="206"/>
                  </a:cubicBezTo>
                  <a:cubicBezTo>
                    <a:pt x="228" y="173"/>
                    <a:pt x="228" y="136"/>
                    <a:pt x="228" y="103"/>
                  </a:cubicBezTo>
                  <a:cubicBezTo>
                    <a:pt x="228" y="70"/>
                    <a:pt x="207" y="50"/>
                    <a:pt x="174" y="33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41" y="0"/>
                    <a:pt x="125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2" name="Google Shape;20322;p53"/>
            <p:cNvSpPr/>
            <p:nvPr/>
          </p:nvSpPr>
          <p:spPr>
            <a:xfrm>
              <a:off x="3983175" y="22480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3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90" y="17"/>
                  </a:cubicBezTo>
                  <a:cubicBezTo>
                    <a:pt x="169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3" name="Google Shape;20323;p53"/>
            <p:cNvSpPr/>
            <p:nvPr/>
          </p:nvSpPr>
          <p:spPr>
            <a:xfrm>
              <a:off x="3971100" y="2236300"/>
              <a:ext cx="6025" cy="6475"/>
            </a:xfrm>
            <a:custGeom>
              <a:avLst/>
              <a:gdLst/>
              <a:ahLst/>
              <a:cxnLst/>
              <a:rect l="l" t="t" r="r" b="b"/>
              <a:pathLst>
                <a:path w="241" h="259" extrusionOk="0">
                  <a:moveTo>
                    <a:pt x="125" y="1"/>
                  </a:moveTo>
                  <a:cubicBezTo>
                    <a:pt x="79" y="1"/>
                    <a:pt x="31" y="33"/>
                    <a:pt x="17" y="73"/>
                  </a:cubicBezTo>
                  <a:cubicBezTo>
                    <a:pt x="1" y="143"/>
                    <a:pt x="17" y="229"/>
                    <a:pt x="88" y="246"/>
                  </a:cubicBezTo>
                  <a:cubicBezTo>
                    <a:pt x="101" y="255"/>
                    <a:pt x="115" y="259"/>
                    <a:pt x="130" y="259"/>
                  </a:cubicBezTo>
                  <a:cubicBezTo>
                    <a:pt x="170" y="259"/>
                    <a:pt x="211" y="227"/>
                    <a:pt x="224" y="176"/>
                  </a:cubicBezTo>
                  <a:cubicBezTo>
                    <a:pt x="240" y="110"/>
                    <a:pt x="224" y="40"/>
                    <a:pt x="158" y="7"/>
                  </a:cubicBezTo>
                  <a:cubicBezTo>
                    <a:pt x="147" y="3"/>
                    <a:pt x="136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4" name="Google Shape;20324;p53"/>
            <p:cNvSpPr/>
            <p:nvPr/>
          </p:nvSpPr>
          <p:spPr>
            <a:xfrm>
              <a:off x="3977600" y="22184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104" y="0"/>
                    <a:pt x="83" y="0"/>
                    <a:pt x="83" y="17"/>
                  </a:cubicBezTo>
                  <a:cubicBezTo>
                    <a:pt x="34" y="33"/>
                    <a:pt x="1" y="83"/>
                    <a:pt x="17" y="153"/>
                  </a:cubicBezTo>
                  <a:cubicBezTo>
                    <a:pt x="17" y="186"/>
                    <a:pt x="34" y="223"/>
                    <a:pt x="50" y="239"/>
                  </a:cubicBezTo>
                  <a:cubicBezTo>
                    <a:pt x="83" y="256"/>
                    <a:pt x="104" y="256"/>
                    <a:pt x="137" y="256"/>
                  </a:cubicBezTo>
                  <a:cubicBezTo>
                    <a:pt x="207" y="239"/>
                    <a:pt x="240" y="186"/>
                    <a:pt x="223" y="103"/>
                  </a:cubicBezTo>
                  <a:lnTo>
                    <a:pt x="223" y="83"/>
                  </a:lnTo>
                  <a:cubicBezTo>
                    <a:pt x="207" y="50"/>
                    <a:pt x="186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5" name="Google Shape;20325;p53"/>
            <p:cNvSpPr/>
            <p:nvPr/>
          </p:nvSpPr>
          <p:spPr>
            <a:xfrm>
              <a:off x="3962150" y="22188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66" y="1"/>
                    <a:pt x="50" y="34"/>
                  </a:cubicBezTo>
                  <a:cubicBezTo>
                    <a:pt x="0" y="67"/>
                    <a:pt x="0" y="153"/>
                    <a:pt x="33" y="207"/>
                  </a:cubicBezTo>
                  <a:cubicBezTo>
                    <a:pt x="50" y="240"/>
                    <a:pt x="83" y="256"/>
                    <a:pt x="103" y="256"/>
                  </a:cubicBezTo>
                  <a:cubicBezTo>
                    <a:pt x="136" y="256"/>
                    <a:pt x="169" y="256"/>
                    <a:pt x="186" y="223"/>
                  </a:cubicBezTo>
                  <a:cubicBezTo>
                    <a:pt x="239" y="190"/>
                    <a:pt x="239" y="104"/>
                    <a:pt x="206" y="50"/>
                  </a:cubicBezTo>
                  <a:cubicBezTo>
                    <a:pt x="186" y="34"/>
                    <a:pt x="186" y="1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6" name="Google Shape;20326;p53"/>
            <p:cNvSpPr/>
            <p:nvPr/>
          </p:nvSpPr>
          <p:spPr>
            <a:xfrm>
              <a:off x="3967300" y="22029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3" y="1"/>
                  </a:moveTo>
                  <a:cubicBezTo>
                    <a:pt x="50" y="17"/>
                    <a:pt x="0" y="83"/>
                    <a:pt x="17" y="153"/>
                  </a:cubicBezTo>
                  <a:cubicBezTo>
                    <a:pt x="17" y="186"/>
                    <a:pt x="33" y="223"/>
                    <a:pt x="50" y="240"/>
                  </a:cubicBezTo>
                  <a:cubicBezTo>
                    <a:pt x="73" y="252"/>
                    <a:pt x="90" y="263"/>
                    <a:pt x="110" y="263"/>
                  </a:cubicBezTo>
                  <a:cubicBezTo>
                    <a:pt x="118" y="263"/>
                    <a:pt x="127" y="261"/>
                    <a:pt x="136" y="256"/>
                  </a:cubicBezTo>
                  <a:cubicBezTo>
                    <a:pt x="207" y="256"/>
                    <a:pt x="240" y="186"/>
                    <a:pt x="223" y="120"/>
                  </a:cubicBezTo>
                  <a:cubicBezTo>
                    <a:pt x="223" y="83"/>
                    <a:pt x="207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7" name="Google Shape;20327;p53"/>
            <p:cNvSpPr/>
            <p:nvPr/>
          </p:nvSpPr>
          <p:spPr>
            <a:xfrm>
              <a:off x="3991725" y="21859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94" y="1"/>
                  </a:moveTo>
                  <a:cubicBezTo>
                    <a:pt x="76" y="1"/>
                    <a:pt x="60" y="13"/>
                    <a:pt x="33" y="24"/>
                  </a:cubicBezTo>
                  <a:cubicBezTo>
                    <a:pt x="17" y="41"/>
                    <a:pt x="1" y="78"/>
                    <a:pt x="1" y="111"/>
                  </a:cubicBezTo>
                  <a:cubicBezTo>
                    <a:pt x="1" y="144"/>
                    <a:pt x="1" y="181"/>
                    <a:pt x="17" y="214"/>
                  </a:cubicBezTo>
                  <a:cubicBezTo>
                    <a:pt x="48" y="245"/>
                    <a:pt x="83" y="263"/>
                    <a:pt x="117" y="263"/>
                  </a:cubicBezTo>
                  <a:cubicBezTo>
                    <a:pt x="142" y="263"/>
                    <a:pt x="167" y="253"/>
                    <a:pt x="190" y="230"/>
                  </a:cubicBezTo>
                  <a:cubicBezTo>
                    <a:pt x="223" y="181"/>
                    <a:pt x="240" y="111"/>
                    <a:pt x="207" y="41"/>
                  </a:cubicBezTo>
                  <a:cubicBezTo>
                    <a:pt x="190" y="24"/>
                    <a:pt x="174" y="8"/>
                    <a:pt x="157" y="8"/>
                  </a:cubicBezTo>
                  <a:lnTo>
                    <a:pt x="120" y="8"/>
                  </a:lnTo>
                  <a:cubicBezTo>
                    <a:pt x="110" y="3"/>
                    <a:pt x="102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8" name="Google Shape;20328;p53"/>
            <p:cNvSpPr/>
            <p:nvPr/>
          </p:nvSpPr>
          <p:spPr>
            <a:xfrm>
              <a:off x="3995650" y="2243350"/>
              <a:ext cx="6400" cy="6425"/>
            </a:xfrm>
            <a:custGeom>
              <a:avLst/>
              <a:gdLst/>
              <a:ahLst/>
              <a:cxnLst/>
              <a:rect l="l" t="t" r="r" b="b"/>
              <a:pathLst>
                <a:path w="256" h="257" extrusionOk="0">
                  <a:moveTo>
                    <a:pt x="127" y="1"/>
                  </a:moveTo>
                  <a:cubicBezTo>
                    <a:pt x="86" y="1"/>
                    <a:pt x="45" y="32"/>
                    <a:pt x="33" y="83"/>
                  </a:cubicBezTo>
                  <a:cubicBezTo>
                    <a:pt x="0" y="154"/>
                    <a:pt x="33" y="220"/>
                    <a:pt x="83" y="257"/>
                  </a:cubicBezTo>
                  <a:lnTo>
                    <a:pt x="136" y="257"/>
                  </a:lnTo>
                  <a:cubicBezTo>
                    <a:pt x="186" y="257"/>
                    <a:pt x="223" y="220"/>
                    <a:pt x="239" y="170"/>
                  </a:cubicBezTo>
                  <a:cubicBezTo>
                    <a:pt x="256" y="137"/>
                    <a:pt x="239" y="83"/>
                    <a:pt x="223" y="50"/>
                  </a:cubicBezTo>
                  <a:cubicBezTo>
                    <a:pt x="206" y="34"/>
                    <a:pt x="186" y="13"/>
                    <a:pt x="169" y="13"/>
                  </a:cubicBezTo>
                  <a:cubicBezTo>
                    <a:pt x="156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9" name="Google Shape;20329;p53"/>
            <p:cNvSpPr/>
            <p:nvPr/>
          </p:nvSpPr>
          <p:spPr>
            <a:xfrm>
              <a:off x="3993075" y="22135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7" y="1"/>
                  </a:moveTo>
                  <a:cubicBezTo>
                    <a:pt x="83" y="1"/>
                    <a:pt x="61" y="12"/>
                    <a:pt x="50" y="24"/>
                  </a:cubicBezTo>
                  <a:cubicBezTo>
                    <a:pt x="0" y="74"/>
                    <a:pt x="0" y="160"/>
                    <a:pt x="33" y="214"/>
                  </a:cubicBezTo>
                  <a:cubicBezTo>
                    <a:pt x="50" y="230"/>
                    <a:pt x="83" y="247"/>
                    <a:pt x="103" y="263"/>
                  </a:cubicBezTo>
                  <a:cubicBezTo>
                    <a:pt x="136" y="263"/>
                    <a:pt x="169" y="247"/>
                    <a:pt x="186" y="230"/>
                  </a:cubicBezTo>
                  <a:cubicBezTo>
                    <a:pt x="223" y="214"/>
                    <a:pt x="223" y="177"/>
                    <a:pt x="239" y="144"/>
                  </a:cubicBezTo>
                  <a:cubicBezTo>
                    <a:pt x="239" y="111"/>
                    <a:pt x="223" y="74"/>
                    <a:pt x="206" y="41"/>
                  </a:cubicBezTo>
                  <a:cubicBezTo>
                    <a:pt x="186" y="24"/>
                    <a:pt x="186" y="24"/>
                    <a:pt x="153" y="8"/>
                  </a:cubicBezTo>
                  <a:lnTo>
                    <a:pt x="136" y="8"/>
                  </a:lnTo>
                  <a:cubicBezTo>
                    <a:pt x="127" y="3"/>
                    <a:pt x="116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0" name="Google Shape;20330;p53"/>
            <p:cNvSpPr/>
            <p:nvPr/>
          </p:nvSpPr>
          <p:spPr>
            <a:xfrm>
              <a:off x="3999875" y="219845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1" y="0"/>
                  </a:moveTo>
                  <a:cubicBezTo>
                    <a:pt x="115" y="0"/>
                    <a:pt x="109" y="2"/>
                    <a:pt x="103" y="8"/>
                  </a:cubicBezTo>
                  <a:cubicBezTo>
                    <a:pt x="54" y="8"/>
                    <a:pt x="0" y="78"/>
                    <a:pt x="17" y="144"/>
                  </a:cubicBezTo>
                  <a:cubicBezTo>
                    <a:pt x="17" y="181"/>
                    <a:pt x="37" y="214"/>
                    <a:pt x="54" y="230"/>
                  </a:cubicBezTo>
                  <a:cubicBezTo>
                    <a:pt x="87" y="247"/>
                    <a:pt x="103" y="263"/>
                    <a:pt x="140" y="263"/>
                  </a:cubicBezTo>
                  <a:cubicBezTo>
                    <a:pt x="173" y="247"/>
                    <a:pt x="190" y="230"/>
                    <a:pt x="206" y="214"/>
                  </a:cubicBezTo>
                  <a:cubicBezTo>
                    <a:pt x="223" y="181"/>
                    <a:pt x="243" y="144"/>
                    <a:pt x="223" y="111"/>
                  </a:cubicBezTo>
                  <a:cubicBezTo>
                    <a:pt x="223" y="78"/>
                    <a:pt x="206" y="41"/>
                    <a:pt x="190" y="24"/>
                  </a:cubicBezTo>
                  <a:cubicBezTo>
                    <a:pt x="173" y="24"/>
                    <a:pt x="173" y="8"/>
                    <a:pt x="157" y="8"/>
                  </a:cubicBezTo>
                  <a:cubicBezTo>
                    <a:pt x="146" y="8"/>
                    <a:pt x="133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1" name="Google Shape;20331;p53"/>
            <p:cNvSpPr/>
            <p:nvPr/>
          </p:nvSpPr>
          <p:spPr>
            <a:xfrm>
              <a:off x="3989150" y="22303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7" y="1"/>
                  </a:moveTo>
                  <a:cubicBezTo>
                    <a:pt x="71" y="1"/>
                    <a:pt x="33" y="1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07"/>
                    <a:pt x="33" y="223"/>
                  </a:cubicBezTo>
                  <a:cubicBezTo>
                    <a:pt x="71" y="260"/>
                    <a:pt x="104" y="260"/>
                    <a:pt x="120" y="260"/>
                  </a:cubicBezTo>
                  <a:cubicBezTo>
                    <a:pt x="190" y="244"/>
                    <a:pt x="223" y="174"/>
                    <a:pt x="223" y="104"/>
                  </a:cubicBezTo>
                  <a:cubicBezTo>
                    <a:pt x="207" y="71"/>
                    <a:pt x="190" y="38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2" name="Google Shape;20332;p53"/>
            <p:cNvSpPr/>
            <p:nvPr/>
          </p:nvSpPr>
          <p:spPr>
            <a:xfrm>
              <a:off x="4003375" y="22260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13" y="1"/>
                  </a:moveTo>
                  <a:cubicBezTo>
                    <a:pt x="59" y="1"/>
                    <a:pt x="14" y="33"/>
                    <a:pt x="0" y="72"/>
                  </a:cubicBezTo>
                  <a:lnTo>
                    <a:pt x="0" y="143"/>
                  </a:lnTo>
                  <a:cubicBezTo>
                    <a:pt x="0" y="192"/>
                    <a:pt x="33" y="229"/>
                    <a:pt x="66" y="246"/>
                  </a:cubicBezTo>
                  <a:cubicBezTo>
                    <a:pt x="82" y="252"/>
                    <a:pt x="99" y="256"/>
                    <a:pt x="116" y="256"/>
                  </a:cubicBezTo>
                  <a:cubicBezTo>
                    <a:pt x="139" y="256"/>
                    <a:pt x="160" y="248"/>
                    <a:pt x="169" y="229"/>
                  </a:cubicBezTo>
                  <a:cubicBezTo>
                    <a:pt x="186" y="213"/>
                    <a:pt x="207" y="192"/>
                    <a:pt x="207" y="176"/>
                  </a:cubicBezTo>
                  <a:cubicBezTo>
                    <a:pt x="240" y="110"/>
                    <a:pt x="207" y="39"/>
                    <a:pt x="153" y="6"/>
                  </a:cubicBezTo>
                  <a:cubicBezTo>
                    <a:pt x="139" y="2"/>
                    <a:pt x="126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3" name="Google Shape;20333;p53"/>
            <p:cNvSpPr/>
            <p:nvPr/>
          </p:nvSpPr>
          <p:spPr>
            <a:xfrm>
              <a:off x="3986575" y="22771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33" y="21"/>
                    <a:pt x="0" y="87"/>
                    <a:pt x="17" y="157"/>
                  </a:cubicBezTo>
                  <a:cubicBezTo>
                    <a:pt x="17" y="190"/>
                    <a:pt x="33" y="227"/>
                    <a:pt x="70" y="244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74" y="260"/>
                    <a:pt x="190" y="244"/>
                    <a:pt x="207" y="206"/>
                  </a:cubicBezTo>
                  <a:cubicBezTo>
                    <a:pt x="223" y="173"/>
                    <a:pt x="239" y="140"/>
                    <a:pt x="223" y="103"/>
                  </a:cubicBezTo>
                  <a:cubicBezTo>
                    <a:pt x="223" y="70"/>
                    <a:pt x="207" y="54"/>
                    <a:pt x="190" y="21"/>
                  </a:cubicBezTo>
                  <a:lnTo>
                    <a:pt x="157" y="21"/>
                  </a:lnTo>
                  <a:cubicBezTo>
                    <a:pt x="157" y="0"/>
                    <a:pt x="15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4" name="Google Shape;20334;p53"/>
            <p:cNvSpPr/>
            <p:nvPr/>
          </p:nvSpPr>
          <p:spPr>
            <a:xfrm>
              <a:off x="4022650" y="22089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3" y="1"/>
                  </a:moveTo>
                  <a:cubicBezTo>
                    <a:pt x="54" y="17"/>
                    <a:pt x="0" y="88"/>
                    <a:pt x="17" y="153"/>
                  </a:cubicBezTo>
                  <a:cubicBezTo>
                    <a:pt x="17" y="191"/>
                    <a:pt x="33" y="224"/>
                    <a:pt x="70" y="240"/>
                  </a:cubicBezTo>
                  <a:cubicBezTo>
                    <a:pt x="82" y="252"/>
                    <a:pt x="102" y="265"/>
                    <a:pt x="118" y="265"/>
                  </a:cubicBezTo>
                  <a:cubicBezTo>
                    <a:pt x="125" y="265"/>
                    <a:pt x="132" y="263"/>
                    <a:pt x="136" y="257"/>
                  </a:cubicBezTo>
                  <a:cubicBezTo>
                    <a:pt x="207" y="257"/>
                    <a:pt x="240" y="191"/>
                    <a:pt x="240" y="121"/>
                  </a:cubicBezTo>
                  <a:cubicBezTo>
                    <a:pt x="223" y="71"/>
                    <a:pt x="207" y="34"/>
                    <a:pt x="174" y="17"/>
                  </a:cubicBezTo>
                  <a:cubicBezTo>
                    <a:pt x="157" y="1"/>
                    <a:pt x="136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5" name="Google Shape;20335;p53"/>
            <p:cNvSpPr/>
            <p:nvPr/>
          </p:nvSpPr>
          <p:spPr>
            <a:xfrm>
              <a:off x="4089225" y="2427550"/>
              <a:ext cx="6425" cy="6575"/>
            </a:xfrm>
            <a:custGeom>
              <a:avLst/>
              <a:gdLst/>
              <a:ahLst/>
              <a:cxnLst/>
              <a:rect l="l" t="t" r="r" b="b"/>
              <a:pathLst>
                <a:path w="257" h="263" extrusionOk="0">
                  <a:moveTo>
                    <a:pt x="137" y="1"/>
                  </a:moveTo>
                  <a:cubicBezTo>
                    <a:pt x="104" y="1"/>
                    <a:pt x="87" y="17"/>
                    <a:pt x="50" y="34"/>
                  </a:cubicBezTo>
                  <a:cubicBezTo>
                    <a:pt x="17" y="87"/>
                    <a:pt x="1" y="153"/>
                    <a:pt x="34" y="223"/>
                  </a:cubicBezTo>
                  <a:cubicBezTo>
                    <a:pt x="63" y="250"/>
                    <a:pt x="97" y="263"/>
                    <a:pt x="129" y="263"/>
                  </a:cubicBezTo>
                  <a:cubicBezTo>
                    <a:pt x="156" y="263"/>
                    <a:pt x="183" y="255"/>
                    <a:pt x="207" y="240"/>
                  </a:cubicBezTo>
                  <a:cubicBezTo>
                    <a:pt x="240" y="190"/>
                    <a:pt x="256" y="104"/>
                    <a:pt x="207" y="50"/>
                  </a:cubicBezTo>
                  <a:cubicBezTo>
                    <a:pt x="207" y="34"/>
                    <a:pt x="190" y="17"/>
                    <a:pt x="174" y="17"/>
                  </a:cubicBezTo>
                  <a:cubicBezTo>
                    <a:pt x="153" y="17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6" name="Google Shape;20336;p53"/>
            <p:cNvSpPr/>
            <p:nvPr/>
          </p:nvSpPr>
          <p:spPr>
            <a:xfrm>
              <a:off x="4080675" y="23691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4"/>
                  </a:cubicBezTo>
                  <a:cubicBezTo>
                    <a:pt x="83" y="261"/>
                    <a:pt x="104" y="261"/>
                    <a:pt x="137" y="261"/>
                  </a:cubicBezTo>
                  <a:cubicBezTo>
                    <a:pt x="207" y="240"/>
                    <a:pt x="240" y="174"/>
                    <a:pt x="240" y="104"/>
                  </a:cubicBezTo>
                  <a:cubicBezTo>
                    <a:pt x="223" y="71"/>
                    <a:pt x="207" y="34"/>
                    <a:pt x="186" y="17"/>
                  </a:cubicBezTo>
                  <a:cubicBezTo>
                    <a:pt x="186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7" name="Google Shape;20337;p53"/>
            <p:cNvSpPr/>
            <p:nvPr/>
          </p:nvSpPr>
          <p:spPr>
            <a:xfrm>
              <a:off x="4099550" y="222737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20" y="1"/>
                  </a:moveTo>
                  <a:cubicBezTo>
                    <a:pt x="87" y="1"/>
                    <a:pt x="50" y="1"/>
                    <a:pt x="33" y="34"/>
                  </a:cubicBezTo>
                  <a:cubicBezTo>
                    <a:pt x="17" y="55"/>
                    <a:pt x="0" y="88"/>
                    <a:pt x="0" y="121"/>
                  </a:cubicBezTo>
                  <a:cubicBezTo>
                    <a:pt x="0" y="158"/>
                    <a:pt x="0" y="191"/>
                    <a:pt x="17" y="207"/>
                  </a:cubicBezTo>
                  <a:cubicBezTo>
                    <a:pt x="33" y="240"/>
                    <a:pt x="70" y="261"/>
                    <a:pt x="87" y="261"/>
                  </a:cubicBezTo>
                  <a:cubicBezTo>
                    <a:pt x="120" y="261"/>
                    <a:pt x="153" y="261"/>
                    <a:pt x="173" y="224"/>
                  </a:cubicBezTo>
                  <a:cubicBezTo>
                    <a:pt x="223" y="191"/>
                    <a:pt x="223" y="104"/>
                    <a:pt x="190" y="55"/>
                  </a:cubicBezTo>
                  <a:cubicBezTo>
                    <a:pt x="173" y="34"/>
                    <a:pt x="17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8" name="Google Shape;20338;p53"/>
            <p:cNvSpPr/>
            <p:nvPr/>
          </p:nvSpPr>
          <p:spPr>
            <a:xfrm>
              <a:off x="4084900" y="244467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4" y="0"/>
                  </a:moveTo>
                  <a:cubicBezTo>
                    <a:pt x="71" y="21"/>
                    <a:pt x="54" y="37"/>
                    <a:pt x="38" y="54"/>
                  </a:cubicBezTo>
                  <a:cubicBezTo>
                    <a:pt x="17" y="87"/>
                    <a:pt x="1" y="124"/>
                    <a:pt x="17" y="157"/>
                  </a:cubicBezTo>
                  <a:cubicBezTo>
                    <a:pt x="17" y="190"/>
                    <a:pt x="38" y="227"/>
                    <a:pt x="54" y="243"/>
                  </a:cubicBezTo>
                  <a:cubicBezTo>
                    <a:pt x="78" y="255"/>
                    <a:pt x="93" y="267"/>
                    <a:pt x="113" y="267"/>
                  </a:cubicBezTo>
                  <a:cubicBezTo>
                    <a:pt x="121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3" y="124"/>
                  </a:cubicBezTo>
                  <a:cubicBezTo>
                    <a:pt x="223" y="87"/>
                    <a:pt x="207" y="54"/>
                    <a:pt x="190" y="37"/>
                  </a:cubicBezTo>
                  <a:cubicBezTo>
                    <a:pt x="174" y="21"/>
                    <a:pt x="174" y="21"/>
                    <a:pt x="157" y="21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9" name="Google Shape;20339;p53"/>
            <p:cNvSpPr/>
            <p:nvPr/>
          </p:nvSpPr>
          <p:spPr>
            <a:xfrm>
              <a:off x="4092625" y="2459800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13" y="1"/>
                  </a:moveTo>
                  <a:cubicBezTo>
                    <a:pt x="72" y="1"/>
                    <a:pt x="32" y="32"/>
                    <a:pt x="17" y="84"/>
                  </a:cubicBezTo>
                  <a:cubicBezTo>
                    <a:pt x="1" y="154"/>
                    <a:pt x="17" y="220"/>
                    <a:pt x="87" y="257"/>
                  </a:cubicBezTo>
                  <a:lnTo>
                    <a:pt x="141" y="257"/>
                  </a:lnTo>
                  <a:cubicBezTo>
                    <a:pt x="174" y="257"/>
                    <a:pt x="207" y="220"/>
                    <a:pt x="223" y="170"/>
                  </a:cubicBezTo>
                  <a:cubicBezTo>
                    <a:pt x="244" y="137"/>
                    <a:pt x="223" y="84"/>
                    <a:pt x="207" y="51"/>
                  </a:cubicBezTo>
                  <a:cubicBezTo>
                    <a:pt x="190" y="34"/>
                    <a:pt x="174" y="13"/>
                    <a:pt x="158" y="13"/>
                  </a:cubicBezTo>
                  <a:cubicBezTo>
                    <a:pt x="143" y="5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0" name="Google Shape;20340;p53"/>
            <p:cNvSpPr/>
            <p:nvPr/>
          </p:nvSpPr>
          <p:spPr>
            <a:xfrm>
              <a:off x="4099950" y="2194850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02" y="0"/>
                  </a:moveTo>
                  <a:cubicBezTo>
                    <a:pt x="87" y="0"/>
                    <a:pt x="71" y="5"/>
                    <a:pt x="54" y="16"/>
                  </a:cubicBezTo>
                  <a:cubicBezTo>
                    <a:pt x="34" y="32"/>
                    <a:pt x="17" y="65"/>
                    <a:pt x="1" y="82"/>
                  </a:cubicBezTo>
                  <a:lnTo>
                    <a:pt x="1" y="168"/>
                  </a:lnTo>
                  <a:cubicBezTo>
                    <a:pt x="17" y="201"/>
                    <a:pt x="34" y="238"/>
                    <a:pt x="71" y="255"/>
                  </a:cubicBezTo>
                  <a:cubicBezTo>
                    <a:pt x="84" y="263"/>
                    <a:pt x="98" y="268"/>
                    <a:pt x="113" y="268"/>
                  </a:cubicBezTo>
                  <a:cubicBezTo>
                    <a:pt x="154" y="268"/>
                    <a:pt x="195" y="236"/>
                    <a:pt x="207" y="185"/>
                  </a:cubicBezTo>
                  <a:cubicBezTo>
                    <a:pt x="223" y="119"/>
                    <a:pt x="207" y="32"/>
                    <a:pt x="137" y="16"/>
                  </a:cubicBezTo>
                  <a:cubicBezTo>
                    <a:pt x="128" y="5"/>
                    <a:pt x="116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1" name="Google Shape;20341;p53"/>
            <p:cNvSpPr/>
            <p:nvPr/>
          </p:nvSpPr>
          <p:spPr>
            <a:xfrm>
              <a:off x="4096550" y="24137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4" y="0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207" y="260"/>
                    <a:pt x="240" y="190"/>
                    <a:pt x="223" y="124"/>
                  </a:cubicBezTo>
                  <a:cubicBezTo>
                    <a:pt x="223" y="87"/>
                    <a:pt x="207" y="54"/>
                    <a:pt x="190" y="37"/>
                  </a:cubicBezTo>
                  <a:cubicBezTo>
                    <a:pt x="170" y="21"/>
                    <a:pt x="170" y="21"/>
                    <a:pt x="153" y="21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2" name="Google Shape;20342;p53"/>
            <p:cNvSpPr/>
            <p:nvPr/>
          </p:nvSpPr>
          <p:spPr>
            <a:xfrm>
              <a:off x="4084500" y="24021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28" y="0"/>
                  </a:moveTo>
                  <a:cubicBezTo>
                    <a:pt x="81" y="0"/>
                    <a:pt x="30" y="33"/>
                    <a:pt x="17" y="91"/>
                  </a:cubicBezTo>
                  <a:cubicBezTo>
                    <a:pt x="0" y="157"/>
                    <a:pt x="17" y="227"/>
                    <a:pt x="87" y="260"/>
                  </a:cubicBezTo>
                  <a:cubicBezTo>
                    <a:pt x="96" y="264"/>
                    <a:pt x="106" y="266"/>
                    <a:pt x="116" y="266"/>
                  </a:cubicBezTo>
                  <a:cubicBezTo>
                    <a:pt x="161" y="266"/>
                    <a:pt x="209" y="231"/>
                    <a:pt x="223" y="178"/>
                  </a:cubicBezTo>
                  <a:cubicBezTo>
                    <a:pt x="239" y="107"/>
                    <a:pt x="223" y="37"/>
                    <a:pt x="157" y="4"/>
                  </a:cubicBezTo>
                  <a:cubicBezTo>
                    <a:pt x="148" y="2"/>
                    <a:pt x="138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3" name="Google Shape;20343;p53"/>
            <p:cNvSpPr/>
            <p:nvPr/>
          </p:nvSpPr>
          <p:spPr>
            <a:xfrm>
              <a:off x="4079325" y="2245325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29" y="0"/>
                  </a:moveTo>
                  <a:cubicBezTo>
                    <a:pt x="82" y="0"/>
                    <a:pt x="31" y="33"/>
                    <a:pt x="17" y="91"/>
                  </a:cubicBezTo>
                  <a:cubicBezTo>
                    <a:pt x="1" y="161"/>
                    <a:pt x="17" y="227"/>
                    <a:pt x="88" y="264"/>
                  </a:cubicBezTo>
                  <a:lnTo>
                    <a:pt x="137" y="264"/>
                  </a:lnTo>
                  <a:cubicBezTo>
                    <a:pt x="174" y="264"/>
                    <a:pt x="207" y="227"/>
                    <a:pt x="224" y="178"/>
                  </a:cubicBezTo>
                  <a:cubicBezTo>
                    <a:pt x="240" y="141"/>
                    <a:pt x="224" y="75"/>
                    <a:pt x="207" y="37"/>
                  </a:cubicBezTo>
                  <a:cubicBezTo>
                    <a:pt x="191" y="37"/>
                    <a:pt x="174" y="21"/>
                    <a:pt x="158" y="4"/>
                  </a:cubicBezTo>
                  <a:cubicBezTo>
                    <a:pt x="149" y="2"/>
                    <a:pt x="139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4" name="Google Shape;20344;p53"/>
            <p:cNvSpPr/>
            <p:nvPr/>
          </p:nvSpPr>
          <p:spPr>
            <a:xfrm>
              <a:off x="4081100" y="232407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3" y="17"/>
                    <a:pt x="0" y="66"/>
                    <a:pt x="0" y="153"/>
                  </a:cubicBezTo>
                  <a:cubicBezTo>
                    <a:pt x="17" y="223"/>
                    <a:pt x="66" y="256"/>
                    <a:pt x="120" y="256"/>
                  </a:cubicBezTo>
                  <a:cubicBezTo>
                    <a:pt x="153" y="256"/>
                    <a:pt x="190" y="223"/>
                    <a:pt x="206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6" y="33"/>
                    <a:pt x="169" y="17"/>
                  </a:cubicBezTo>
                  <a:cubicBezTo>
                    <a:pt x="169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5" name="Google Shape;20345;p53"/>
            <p:cNvSpPr/>
            <p:nvPr/>
          </p:nvSpPr>
          <p:spPr>
            <a:xfrm>
              <a:off x="4076350" y="24153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5" y="1"/>
                  </a:moveTo>
                  <a:cubicBezTo>
                    <a:pt x="81" y="1"/>
                    <a:pt x="30" y="31"/>
                    <a:pt x="17" y="75"/>
                  </a:cubicBezTo>
                  <a:cubicBezTo>
                    <a:pt x="0" y="141"/>
                    <a:pt x="17" y="228"/>
                    <a:pt x="87" y="244"/>
                  </a:cubicBezTo>
                  <a:cubicBezTo>
                    <a:pt x="100" y="254"/>
                    <a:pt x="116" y="259"/>
                    <a:pt x="131" y="259"/>
                  </a:cubicBezTo>
                  <a:cubicBezTo>
                    <a:pt x="171" y="259"/>
                    <a:pt x="211" y="226"/>
                    <a:pt x="223" y="178"/>
                  </a:cubicBezTo>
                  <a:cubicBezTo>
                    <a:pt x="240" y="108"/>
                    <a:pt x="223" y="38"/>
                    <a:pt x="153" y="5"/>
                  </a:cubicBezTo>
                  <a:cubicBezTo>
                    <a:pt x="144" y="2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6" name="Google Shape;20346;p53"/>
            <p:cNvSpPr/>
            <p:nvPr/>
          </p:nvSpPr>
          <p:spPr>
            <a:xfrm>
              <a:off x="4076350" y="22592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2" y="1"/>
                  </a:moveTo>
                  <a:cubicBezTo>
                    <a:pt x="59" y="1"/>
                    <a:pt x="24" y="33"/>
                    <a:pt x="0" y="81"/>
                  </a:cubicBezTo>
                  <a:lnTo>
                    <a:pt x="0" y="151"/>
                  </a:lnTo>
                  <a:cubicBezTo>
                    <a:pt x="0" y="184"/>
                    <a:pt x="33" y="238"/>
                    <a:pt x="71" y="255"/>
                  </a:cubicBezTo>
                  <a:cubicBezTo>
                    <a:pt x="79" y="259"/>
                    <a:pt x="89" y="261"/>
                    <a:pt x="100" y="261"/>
                  </a:cubicBezTo>
                  <a:cubicBezTo>
                    <a:pt x="129" y="261"/>
                    <a:pt x="163" y="246"/>
                    <a:pt x="190" y="222"/>
                  </a:cubicBezTo>
                  <a:cubicBezTo>
                    <a:pt x="190" y="222"/>
                    <a:pt x="207" y="201"/>
                    <a:pt x="207" y="184"/>
                  </a:cubicBezTo>
                  <a:cubicBezTo>
                    <a:pt x="240" y="118"/>
                    <a:pt x="207" y="32"/>
                    <a:pt x="153" y="15"/>
                  </a:cubicBezTo>
                  <a:cubicBezTo>
                    <a:pt x="135" y="5"/>
                    <a:pt x="118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7" name="Google Shape;20347;p53"/>
            <p:cNvSpPr/>
            <p:nvPr/>
          </p:nvSpPr>
          <p:spPr>
            <a:xfrm>
              <a:off x="4074600" y="230942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37" y="17"/>
                    <a:pt x="0" y="87"/>
                    <a:pt x="0" y="153"/>
                  </a:cubicBezTo>
                  <a:cubicBezTo>
                    <a:pt x="0" y="190"/>
                    <a:pt x="17" y="207"/>
                    <a:pt x="54" y="240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23" y="71"/>
                    <a:pt x="206" y="50"/>
                    <a:pt x="173" y="17"/>
                  </a:cubicBezTo>
                  <a:cubicBezTo>
                    <a:pt x="173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8" name="Google Shape;20348;p53"/>
            <p:cNvSpPr/>
            <p:nvPr/>
          </p:nvSpPr>
          <p:spPr>
            <a:xfrm>
              <a:off x="4072425" y="23544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1" y="0"/>
                  </a:moveTo>
                  <a:cubicBezTo>
                    <a:pt x="124" y="0"/>
                    <a:pt x="87" y="0"/>
                    <a:pt x="54" y="38"/>
                  </a:cubicBezTo>
                  <a:cubicBezTo>
                    <a:pt x="21" y="71"/>
                    <a:pt x="1" y="157"/>
                    <a:pt x="54" y="207"/>
                  </a:cubicBezTo>
                  <a:cubicBezTo>
                    <a:pt x="71" y="244"/>
                    <a:pt x="87" y="260"/>
                    <a:pt x="124" y="260"/>
                  </a:cubicBezTo>
                  <a:cubicBezTo>
                    <a:pt x="157" y="260"/>
                    <a:pt x="174" y="260"/>
                    <a:pt x="207" y="227"/>
                  </a:cubicBezTo>
                  <a:cubicBezTo>
                    <a:pt x="228" y="207"/>
                    <a:pt x="244" y="174"/>
                    <a:pt x="244" y="141"/>
                  </a:cubicBezTo>
                  <a:cubicBezTo>
                    <a:pt x="244" y="104"/>
                    <a:pt x="244" y="71"/>
                    <a:pt x="228" y="54"/>
                  </a:cubicBezTo>
                  <a:cubicBezTo>
                    <a:pt x="207" y="38"/>
                    <a:pt x="190" y="2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9" name="Google Shape;20349;p53"/>
            <p:cNvSpPr/>
            <p:nvPr/>
          </p:nvSpPr>
          <p:spPr>
            <a:xfrm>
              <a:off x="4066875" y="21994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20" y="260"/>
                    <a:pt x="140" y="260"/>
                  </a:cubicBezTo>
                  <a:cubicBezTo>
                    <a:pt x="206" y="244"/>
                    <a:pt x="243" y="174"/>
                    <a:pt x="243" y="104"/>
                  </a:cubicBezTo>
                  <a:cubicBezTo>
                    <a:pt x="223" y="71"/>
                    <a:pt x="206" y="54"/>
                    <a:pt x="190" y="17"/>
                  </a:cubicBezTo>
                  <a:cubicBezTo>
                    <a:pt x="190" y="17"/>
                    <a:pt x="173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0" name="Google Shape;20350;p53"/>
            <p:cNvSpPr/>
            <p:nvPr/>
          </p:nvSpPr>
          <p:spPr>
            <a:xfrm>
              <a:off x="4064700" y="221925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24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21" y="50"/>
                    <a:pt x="1" y="87"/>
                    <a:pt x="1" y="120"/>
                  </a:cubicBezTo>
                  <a:cubicBezTo>
                    <a:pt x="1" y="153"/>
                    <a:pt x="21" y="190"/>
                    <a:pt x="38" y="206"/>
                  </a:cubicBezTo>
                  <a:cubicBezTo>
                    <a:pt x="57" y="247"/>
                    <a:pt x="88" y="264"/>
                    <a:pt x="121" y="264"/>
                  </a:cubicBezTo>
                  <a:cubicBezTo>
                    <a:pt x="145" y="264"/>
                    <a:pt x="169" y="255"/>
                    <a:pt x="190" y="239"/>
                  </a:cubicBezTo>
                  <a:cubicBezTo>
                    <a:pt x="227" y="190"/>
                    <a:pt x="244" y="103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41" y="0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1" name="Google Shape;20351;p53"/>
            <p:cNvSpPr/>
            <p:nvPr/>
          </p:nvSpPr>
          <p:spPr>
            <a:xfrm>
              <a:off x="3867625" y="23771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9" y="0"/>
                  </a:moveTo>
                  <a:cubicBezTo>
                    <a:pt x="86" y="0"/>
                    <a:pt x="44" y="33"/>
                    <a:pt x="17" y="91"/>
                  </a:cubicBezTo>
                  <a:cubicBezTo>
                    <a:pt x="1" y="161"/>
                    <a:pt x="34" y="227"/>
                    <a:pt x="87" y="264"/>
                  </a:cubicBezTo>
                  <a:lnTo>
                    <a:pt x="137" y="264"/>
                  </a:lnTo>
                  <a:cubicBezTo>
                    <a:pt x="174" y="264"/>
                    <a:pt x="207" y="227"/>
                    <a:pt x="223" y="178"/>
                  </a:cubicBezTo>
                  <a:cubicBezTo>
                    <a:pt x="240" y="124"/>
                    <a:pt x="240" y="75"/>
                    <a:pt x="207" y="42"/>
                  </a:cubicBezTo>
                  <a:cubicBezTo>
                    <a:pt x="190" y="42"/>
                    <a:pt x="190" y="21"/>
                    <a:pt x="174" y="5"/>
                  </a:cubicBezTo>
                  <a:cubicBezTo>
                    <a:pt x="162" y="2"/>
                    <a:pt x="150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2" name="Google Shape;20352;p53"/>
            <p:cNvSpPr/>
            <p:nvPr/>
          </p:nvSpPr>
          <p:spPr>
            <a:xfrm>
              <a:off x="4054400" y="2186150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3" y="1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21" y="190"/>
                    <a:pt x="21" y="223"/>
                    <a:pt x="54" y="240"/>
                  </a:cubicBezTo>
                  <a:cubicBezTo>
                    <a:pt x="66" y="255"/>
                    <a:pt x="86" y="267"/>
                    <a:pt x="110" y="267"/>
                  </a:cubicBezTo>
                  <a:cubicBezTo>
                    <a:pt x="120" y="267"/>
                    <a:pt x="130" y="265"/>
                    <a:pt x="140" y="261"/>
                  </a:cubicBezTo>
                  <a:cubicBezTo>
                    <a:pt x="190" y="261"/>
                    <a:pt x="243" y="190"/>
                    <a:pt x="227" y="120"/>
                  </a:cubicBezTo>
                  <a:cubicBezTo>
                    <a:pt x="227" y="87"/>
                    <a:pt x="206" y="54"/>
                    <a:pt x="173" y="34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40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3" name="Google Shape;20353;p53"/>
            <p:cNvSpPr/>
            <p:nvPr/>
          </p:nvSpPr>
          <p:spPr>
            <a:xfrm>
              <a:off x="4069025" y="22766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9" y="1"/>
                  </a:moveTo>
                  <a:cubicBezTo>
                    <a:pt x="81" y="1"/>
                    <a:pt x="31" y="33"/>
                    <a:pt x="17" y="91"/>
                  </a:cubicBezTo>
                  <a:cubicBezTo>
                    <a:pt x="1" y="145"/>
                    <a:pt x="17" y="227"/>
                    <a:pt x="87" y="248"/>
                  </a:cubicBezTo>
                  <a:cubicBezTo>
                    <a:pt x="104" y="265"/>
                    <a:pt x="120" y="265"/>
                    <a:pt x="137" y="265"/>
                  </a:cubicBezTo>
                  <a:cubicBezTo>
                    <a:pt x="174" y="265"/>
                    <a:pt x="207" y="227"/>
                    <a:pt x="223" y="178"/>
                  </a:cubicBezTo>
                  <a:cubicBezTo>
                    <a:pt x="240" y="124"/>
                    <a:pt x="223" y="75"/>
                    <a:pt x="207" y="42"/>
                  </a:cubicBezTo>
                  <a:cubicBezTo>
                    <a:pt x="190" y="21"/>
                    <a:pt x="174" y="21"/>
                    <a:pt x="157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4" name="Google Shape;20354;p53"/>
            <p:cNvSpPr/>
            <p:nvPr/>
          </p:nvSpPr>
          <p:spPr>
            <a:xfrm>
              <a:off x="4059550" y="23106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54" y="0"/>
                    <a:pt x="0" y="70"/>
                    <a:pt x="21" y="140"/>
                  </a:cubicBezTo>
                  <a:cubicBezTo>
                    <a:pt x="21" y="190"/>
                    <a:pt x="37" y="227"/>
                    <a:pt x="70" y="243"/>
                  </a:cubicBezTo>
                  <a:cubicBezTo>
                    <a:pt x="87" y="260"/>
                    <a:pt x="124" y="260"/>
                    <a:pt x="141" y="260"/>
                  </a:cubicBezTo>
                  <a:cubicBezTo>
                    <a:pt x="174" y="243"/>
                    <a:pt x="190" y="227"/>
                    <a:pt x="207" y="206"/>
                  </a:cubicBezTo>
                  <a:cubicBezTo>
                    <a:pt x="227" y="173"/>
                    <a:pt x="244" y="140"/>
                    <a:pt x="227" y="103"/>
                  </a:cubicBezTo>
                  <a:cubicBezTo>
                    <a:pt x="227" y="70"/>
                    <a:pt x="207" y="37"/>
                    <a:pt x="190" y="21"/>
                  </a:cubicBezTo>
                  <a:cubicBezTo>
                    <a:pt x="174" y="21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5" name="Google Shape;20355;p53"/>
            <p:cNvSpPr/>
            <p:nvPr/>
          </p:nvSpPr>
          <p:spPr>
            <a:xfrm>
              <a:off x="3959050" y="218857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12" y="0"/>
                  </a:moveTo>
                  <a:cubicBezTo>
                    <a:pt x="93" y="0"/>
                    <a:pt x="77" y="12"/>
                    <a:pt x="54" y="23"/>
                  </a:cubicBezTo>
                  <a:cubicBezTo>
                    <a:pt x="21" y="77"/>
                    <a:pt x="1" y="164"/>
                    <a:pt x="38" y="213"/>
                  </a:cubicBezTo>
                  <a:cubicBezTo>
                    <a:pt x="54" y="229"/>
                    <a:pt x="87" y="246"/>
                    <a:pt x="124" y="267"/>
                  </a:cubicBezTo>
                  <a:cubicBezTo>
                    <a:pt x="141" y="267"/>
                    <a:pt x="174" y="246"/>
                    <a:pt x="190" y="229"/>
                  </a:cubicBezTo>
                  <a:cubicBezTo>
                    <a:pt x="227" y="213"/>
                    <a:pt x="244" y="180"/>
                    <a:pt x="244" y="143"/>
                  </a:cubicBezTo>
                  <a:cubicBezTo>
                    <a:pt x="244" y="110"/>
                    <a:pt x="244" y="77"/>
                    <a:pt x="207" y="40"/>
                  </a:cubicBezTo>
                  <a:cubicBezTo>
                    <a:pt x="207" y="23"/>
                    <a:pt x="190" y="7"/>
                    <a:pt x="174" y="7"/>
                  </a:cubicBezTo>
                  <a:lnTo>
                    <a:pt x="141" y="7"/>
                  </a:lnTo>
                  <a:cubicBezTo>
                    <a:pt x="130" y="2"/>
                    <a:pt x="121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6" name="Google Shape;20356;p53"/>
            <p:cNvSpPr/>
            <p:nvPr/>
          </p:nvSpPr>
          <p:spPr>
            <a:xfrm>
              <a:off x="4077575" y="2212750"/>
              <a:ext cx="5700" cy="6700"/>
            </a:xfrm>
            <a:custGeom>
              <a:avLst/>
              <a:gdLst/>
              <a:ahLst/>
              <a:cxnLst/>
              <a:rect l="l" t="t" r="r" b="b"/>
              <a:pathLst>
                <a:path w="228" h="268" extrusionOk="0">
                  <a:moveTo>
                    <a:pt x="87" y="0"/>
                  </a:moveTo>
                  <a:cubicBezTo>
                    <a:pt x="71" y="21"/>
                    <a:pt x="38" y="38"/>
                    <a:pt x="22" y="54"/>
                  </a:cubicBezTo>
                  <a:cubicBezTo>
                    <a:pt x="1" y="87"/>
                    <a:pt x="1" y="124"/>
                    <a:pt x="1" y="157"/>
                  </a:cubicBezTo>
                  <a:cubicBezTo>
                    <a:pt x="1" y="190"/>
                    <a:pt x="22" y="227"/>
                    <a:pt x="38" y="244"/>
                  </a:cubicBezTo>
                  <a:cubicBezTo>
                    <a:pt x="61" y="255"/>
                    <a:pt x="85" y="267"/>
                    <a:pt x="104" y="267"/>
                  </a:cubicBezTo>
                  <a:cubicBezTo>
                    <a:pt x="111" y="267"/>
                    <a:pt x="119" y="265"/>
                    <a:pt x="125" y="260"/>
                  </a:cubicBezTo>
                  <a:cubicBezTo>
                    <a:pt x="191" y="260"/>
                    <a:pt x="228" y="190"/>
                    <a:pt x="228" y="124"/>
                  </a:cubicBezTo>
                  <a:cubicBezTo>
                    <a:pt x="207" y="87"/>
                    <a:pt x="191" y="54"/>
                    <a:pt x="174" y="38"/>
                  </a:cubicBezTo>
                  <a:cubicBezTo>
                    <a:pt x="174" y="21"/>
                    <a:pt x="158" y="21"/>
                    <a:pt x="158" y="21"/>
                  </a:cubicBezTo>
                  <a:cubicBezTo>
                    <a:pt x="125" y="0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7" name="Google Shape;20357;p53"/>
            <p:cNvSpPr/>
            <p:nvPr/>
          </p:nvSpPr>
          <p:spPr>
            <a:xfrm>
              <a:off x="4090475" y="22579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3" y="0"/>
                  </a:moveTo>
                  <a:cubicBezTo>
                    <a:pt x="70" y="0"/>
                    <a:pt x="54" y="33"/>
                    <a:pt x="37" y="50"/>
                  </a:cubicBezTo>
                  <a:cubicBezTo>
                    <a:pt x="21" y="87"/>
                    <a:pt x="0" y="120"/>
                    <a:pt x="21" y="153"/>
                  </a:cubicBezTo>
                  <a:cubicBezTo>
                    <a:pt x="21" y="190"/>
                    <a:pt x="37" y="223"/>
                    <a:pt x="54" y="239"/>
                  </a:cubicBezTo>
                  <a:cubicBezTo>
                    <a:pt x="87" y="256"/>
                    <a:pt x="103" y="256"/>
                    <a:pt x="140" y="256"/>
                  </a:cubicBezTo>
                  <a:cubicBezTo>
                    <a:pt x="206" y="256"/>
                    <a:pt x="244" y="190"/>
                    <a:pt x="227" y="120"/>
                  </a:cubicBezTo>
                  <a:cubicBezTo>
                    <a:pt x="227" y="87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8" name="Google Shape;20358;p53"/>
            <p:cNvSpPr/>
            <p:nvPr/>
          </p:nvSpPr>
          <p:spPr>
            <a:xfrm>
              <a:off x="4092225" y="22113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1"/>
                  </a:moveTo>
                  <a:cubicBezTo>
                    <a:pt x="114" y="1"/>
                    <a:pt x="109" y="3"/>
                    <a:pt x="103" y="8"/>
                  </a:cubicBezTo>
                  <a:cubicBezTo>
                    <a:pt x="54" y="8"/>
                    <a:pt x="0" y="78"/>
                    <a:pt x="17" y="144"/>
                  </a:cubicBezTo>
                  <a:cubicBezTo>
                    <a:pt x="17" y="198"/>
                    <a:pt x="33" y="214"/>
                    <a:pt x="70" y="247"/>
                  </a:cubicBezTo>
                  <a:cubicBezTo>
                    <a:pt x="87" y="247"/>
                    <a:pt x="120" y="264"/>
                    <a:pt x="136" y="264"/>
                  </a:cubicBezTo>
                  <a:cubicBezTo>
                    <a:pt x="174" y="247"/>
                    <a:pt x="206" y="231"/>
                    <a:pt x="223" y="214"/>
                  </a:cubicBezTo>
                  <a:cubicBezTo>
                    <a:pt x="239" y="181"/>
                    <a:pt x="239" y="144"/>
                    <a:pt x="239" y="111"/>
                  </a:cubicBezTo>
                  <a:cubicBezTo>
                    <a:pt x="223" y="78"/>
                    <a:pt x="223" y="41"/>
                    <a:pt x="190" y="25"/>
                  </a:cubicBezTo>
                  <a:lnTo>
                    <a:pt x="174" y="8"/>
                  </a:lnTo>
                  <a:lnTo>
                    <a:pt x="157" y="8"/>
                  </a:lnTo>
                  <a:cubicBezTo>
                    <a:pt x="143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9" name="Google Shape;20359;p53"/>
            <p:cNvSpPr/>
            <p:nvPr/>
          </p:nvSpPr>
          <p:spPr>
            <a:xfrm>
              <a:off x="4084900" y="22279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1" y="153"/>
                    <a:pt x="38" y="219"/>
                    <a:pt x="87" y="256"/>
                  </a:cubicBezTo>
                  <a:lnTo>
                    <a:pt x="141" y="256"/>
                  </a:lnTo>
                  <a:cubicBezTo>
                    <a:pt x="174" y="256"/>
                    <a:pt x="207" y="219"/>
                    <a:pt x="223" y="186"/>
                  </a:cubicBezTo>
                  <a:cubicBezTo>
                    <a:pt x="244" y="137"/>
                    <a:pt x="244" y="83"/>
                    <a:pt x="207" y="50"/>
                  </a:cubicBezTo>
                  <a:cubicBezTo>
                    <a:pt x="190" y="34"/>
                    <a:pt x="190" y="13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0" name="Google Shape;20360;p53"/>
            <p:cNvSpPr/>
            <p:nvPr/>
          </p:nvSpPr>
          <p:spPr>
            <a:xfrm>
              <a:off x="4072950" y="22317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3" y="0"/>
                  </a:moveTo>
                  <a:cubicBezTo>
                    <a:pt x="50" y="17"/>
                    <a:pt x="0" y="87"/>
                    <a:pt x="17" y="153"/>
                  </a:cubicBezTo>
                  <a:cubicBezTo>
                    <a:pt x="17" y="190"/>
                    <a:pt x="33" y="223"/>
                    <a:pt x="50" y="239"/>
                  </a:cubicBezTo>
                  <a:cubicBezTo>
                    <a:pt x="73" y="251"/>
                    <a:pt x="90" y="263"/>
                    <a:pt x="110" y="263"/>
                  </a:cubicBezTo>
                  <a:cubicBezTo>
                    <a:pt x="118" y="263"/>
                    <a:pt x="127" y="261"/>
                    <a:pt x="136" y="256"/>
                  </a:cubicBezTo>
                  <a:cubicBezTo>
                    <a:pt x="169" y="256"/>
                    <a:pt x="186" y="239"/>
                    <a:pt x="207" y="206"/>
                  </a:cubicBezTo>
                  <a:cubicBezTo>
                    <a:pt x="223" y="190"/>
                    <a:pt x="239" y="153"/>
                    <a:pt x="239" y="120"/>
                  </a:cubicBezTo>
                  <a:cubicBezTo>
                    <a:pt x="223" y="87"/>
                    <a:pt x="207" y="50"/>
                    <a:pt x="186" y="33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1" name="Google Shape;20361;p53"/>
            <p:cNvSpPr/>
            <p:nvPr/>
          </p:nvSpPr>
          <p:spPr>
            <a:xfrm>
              <a:off x="4096150" y="224242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03" y="1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0" y="191"/>
                    <a:pt x="17" y="207"/>
                    <a:pt x="49" y="240"/>
                  </a:cubicBezTo>
                  <a:cubicBezTo>
                    <a:pt x="66" y="257"/>
                    <a:pt x="103" y="257"/>
                    <a:pt x="136" y="257"/>
                  </a:cubicBezTo>
                  <a:cubicBezTo>
                    <a:pt x="186" y="240"/>
                    <a:pt x="223" y="174"/>
                    <a:pt x="223" y="104"/>
                  </a:cubicBezTo>
                  <a:cubicBezTo>
                    <a:pt x="223" y="71"/>
                    <a:pt x="186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2" name="Google Shape;20362;p53"/>
            <p:cNvSpPr/>
            <p:nvPr/>
          </p:nvSpPr>
          <p:spPr>
            <a:xfrm>
              <a:off x="4081500" y="2195650"/>
              <a:ext cx="6425" cy="6775"/>
            </a:xfrm>
            <a:custGeom>
              <a:avLst/>
              <a:gdLst/>
              <a:ahLst/>
              <a:cxnLst/>
              <a:rect l="l" t="t" r="r" b="b"/>
              <a:pathLst>
                <a:path w="257" h="271" extrusionOk="0">
                  <a:moveTo>
                    <a:pt x="137" y="0"/>
                  </a:moveTo>
                  <a:cubicBezTo>
                    <a:pt x="120" y="0"/>
                    <a:pt x="87" y="17"/>
                    <a:pt x="71" y="33"/>
                  </a:cubicBezTo>
                  <a:cubicBezTo>
                    <a:pt x="17" y="87"/>
                    <a:pt x="1" y="153"/>
                    <a:pt x="50" y="223"/>
                  </a:cubicBezTo>
                  <a:cubicBezTo>
                    <a:pt x="72" y="252"/>
                    <a:pt x="104" y="271"/>
                    <a:pt x="137" y="271"/>
                  </a:cubicBezTo>
                  <a:cubicBezTo>
                    <a:pt x="160" y="271"/>
                    <a:pt x="185" y="261"/>
                    <a:pt x="207" y="239"/>
                  </a:cubicBezTo>
                  <a:cubicBezTo>
                    <a:pt x="256" y="190"/>
                    <a:pt x="256" y="103"/>
                    <a:pt x="223" y="50"/>
                  </a:cubicBezTo>
                  <a:cubicBezTo>
                    <a:pt x="207" y="33"/>
                    <a:pt x="190" y="17"/>
                    <a:pt x="174" y="17"/>
                  </a:cubicBezTo>
                  <a:cubicBezTo>
                    <a:pt x="174" y="17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363" name="Google Shape;20363;p53"/>
          <p:cNvSpPr/>
          <p:nvPr/>
        </p:nvSpPr>
        <p:spPr>
          <a:xfrm rot="10284816">
            <a:off x="7432085" y="-1126321"/>
            <a:ext cx="2752853" cy="2418573"/>
          </a:xfrm>
          <a:custGeom>
            <a:avLst/>
            <a:gdLst/>
            <a:ahLst/>
            <a:cxnLst/>
            <a:rect l="l" t="t" r="r" b="b"/>
            <a:pathLst>
              <a:path w="2079" h="1827" extrusionOk="0">
                <a:moveTo>
                  <a:pt x="1037" y="0"/>
                </a:moveTo>
                <a:cubicBezTo>
                  <a:pt x="780" y="0"/>
                  <a:pt x="535" y="110"/>
                  <a:pt x="326" y="298"/>
                </a:cubicBezTo>
                <a:cubicBezTo>
                  <a:pt x="174" y="434"/>
                  <a:pt x="0" y="590"/>
                  <a:pt x="0" y="797"/>
                </a:cubicBezTo>
                <a:cubicBezTo>
                  <a:pt x="0" y="1003"/>
                  <a:pt x="136" y="1188"/>
                  <a:pt x="277" y="1328"/>
                </a:cubicBezTo>
                <a:cubicBezTo>
                  <a:pt x="525" y="1587"/>
                  <a:pt x="915" y="1827"/>
                  <a:pt x="1262" y="1827"/>
                </a:cubicBezTo>
                <a:cubicBezTo>
                  <a:pt x="1491" y="1827"/>
                  <a:pt x="1701" y="1722"/>
                  <a:pt x="1839" y="1448"/>
                </a:cubicBezTo>
                <a:cubicBezTo>
                  <a:pt x="2078" y="966"/>
                  <a:pt x="1975" y="364"/>
                  <a:pt x="1476" y="108"/>
                </a:cubicBezTo>
                <a:cubicBezTo>
                  <a:pt x="1329" y="34"/>
                  <a:pt x="1181" y="0"/>
                  <a:pt x="103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364" name="Google Shape;20364;p53"/>
          <p:cNvSpPr/>
          <p:nvPr/>
        </p:nvSpPr>
        <p:spPr>
          <a:xfrm flipH="1">
            <a:off x="1663975" y="74025"/>
            <a:ext cx="343650" cy="281174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365" name="Google Shape;20365;p53"/>
          <p:cNvSpPr/>
          <p:nvPr/>
        </p:nvSpPr>
        <p:spPr>
          <a:xfrm flipH="1">
            <a:off x="431119" y="1075526"/>
            <a:ext cx="420427" cy="461299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26">
    <p:spTree>
      <p:nvGrpSpPr>
        <p:cNvPr id="1" name="Shape 20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7" name="Google Shape;20367;p54"/>
          <p:cNvSpPr/>
          <p:nvPr/>
        </p:nvSpPr>
        <p:spPr>
          <a:xfrm rot="5400000">
            <a:off x="-2161345" y="2008941"/>
            <a:ext cx="5369585" cy="1199303"/>
          </a:xfrm>
          <a:custGeom>
            <a:avLst/>
            <a:gdLst/>
            <a:ahLst/>
            <a:cxnLst/>
            <a:rect l="l" t="t" r="r" b="b"/>
            <a:pathLst>
              <a:path w="17647" h="6391" extrusionOk="0">
                <a:moveTo>
                  <a:pt x="1" y="0"/>
                </a:moveTo>
                <a:lnTo>
                  <a:pt x="1" y="6391"/>
                </a:lnTo>
                <a:lnTo>
                  <a:pt x="17647" y="6391"/>
                </a:lnTo>
                <a:lnTo>
                  <a:pt x="17647" y="1736"/>
                </a:lnTo>
                <a:cubicBezTo>
                  <a:pt x="17647" y="1630"/>
                  <a:pt x="17502" y="1590"/>
                  <a:pt x="17283" y="1590"/>
                </a:cubicBezTo>
                <a:cubicBezTo>
                  <a:pt x="16649" y="1590"/>
                  <a:pt x="15392" y="1927"/>
                  <a:pt x="15239" y="1979"/>
                </a:cubicBezTo>
                <a:cubicBezTo>
                  <a:pt x="14192" y="2408"/>
                  <a:pt x="13367" y="3093"/>
                  <a:pt x="12473" y="3678"/>
                </a:cubicBezTo>
                <a:cubicBezTo>
                  <a:pt x="11402" y="4369"/>
                  <a:pt x="10189" y="4829"/>
                  <a:pt x="8848" y="4829"/>
                </a:cubicBezTo>
                <a:cubicBezTo>
                  <a:pt x="8557" y="4829"/>
                  <a:pt x="8261" y="4808"/>
                  <a:pt x="7958" y="4762"/>
                </a:cubicBezTo>
                <a:cubicBezTo>
                  <a:pt x="6515" y="4556"/>
                  <a:pt x="5414" y="3798"/>
                  <a:pt x="4433" y="2973"/>
                </a:cubicBezTo>
                <a:cubicBezTo>
                  <a:pt x="3266" y="2012"/>
                  <a:pt x="2203" y="965"/>
                  <a:pt x="743" y="277"/>
                </a:cubicBezTo>
                <a:cubicBezTo>
                  <a:pt x="673" y="244"/>
                  <a:pt x="22" y="54"/>
                  <a:pt x="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368" name="Google Shape;20368;p54"/>
          <p:cNvSpPr/>
          <p:nvPr/>
        </p:nvSpPr>
        <p:spPr>
          <a:xfrm rot="-7617907" flipH="1">
            <a:off x="7250634" y="3261999"/>
            <a:ext cx="2637619" cy="2894050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369" name="Google Shape;20369;p54"/>
          <p:cNvGrpSpPr/>
          <p:nvPr/>
        </p:nvGrpSpPr>
        <p:grpSpPr>
          <a:xfrm rot="10800000">
            <a:off x="7366061" y="11"/>
            <a:ext cx="1777950" cy="1118873"/>
            <a:chOff x="4560800" y="2780575"/>
            <a:chExt cx="421775" cy="265425"/>
          </a:xfrm>
        </p:grpSpPr>
        <p:sp>
          <p:nvSpPr>
            <p:cNvPr id="20370" name="Google Shape;20370;p54"/>
            <p:cNvSpPr/>
            <p:nvPr/>
          </p:nvSpPr>
          <p:spPr>
            <a:xfrm>
              <a:off x="4696950" y="281757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7" y="0"/>
                  </a:moveTo>
                  <a:cubicBezTo>
                    <a:pt x="87" y="0"/>
                    <a:pt x="45" y="32"/>
                    <a:pt x="33" y="83"/>
                  </a:cubicBezTo>
                  <a:cubicBezTo>
                    <a:pt x="0" y="153"/>
                    <a:pt x="33" y="236"/>
                    <a:pt x="87" y="256"/>
                  </a:cubicBezTo>
                  <a:cubicBezTo>
                    <a:pt x="103" y="256"/>
                    <a:pt x="120" y="273"/>
                    <a:pt x="136" y="273"/>
                  </a:cubicBezTo>
                  <a:cubicBezTo>
                    <a:pt x="169" y="256"/>
                    <a:pt x="223" y="236"/>
                    <a:pt x="240" y="186"/>
                  </a:cubicBezTo>
                  <a:cubicBezTo>
                    <a:pt x="240" y="133"/>
                    <a:pt x="240" y="83"/>
                    <a:pt x="207" y="50"/>
                  </a:cubicBezTo>
                  <a:cubicBezTo>
                    <a:pt x="207" y="30"/>
                    <a:pt x="190" y="13"/>
                    <a:pt x="169" y="13"/>
                  </a:cubicBezTo>
                  <a:cubicBezTo>
                    <a:pt x="156" y="4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1" name="Google Shape;20371;p54"/>
            <p:cNvSpPr/>
            <p:nvPr/>
          </p:nvSpPr>
          <p:spPr>
            <a:xfrm>
              <a:off x="4693950" y="28315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3" y="1"/>
                  </a:moveTo>
                  <a:cubicBezTo>
                    <a:pt x="79" y="1"/>
                    <a:pt x="31" y="33"/>
                    <a:pt x="17" y="72"/>
                  </a:cubicBezTo>
                  <a:cubicBezTo>
                    <a:pt x="17" y="110"/>
                    <a:pt x="1" y="126"/>
                    <a:pt x="17" y="143"/>
                  </a:cubicBezTo>
                  <a:cubicBezTo>
                    <a:pt x="17" y="192"/>
                    <a:pt x="34" y="229"/>
                    <a:pt x="83" y="246"/>
                  </a:cubicBezTo>
                  <a:cubicBezTo>
                    <a:pt x="99" y="252"/>
                    <a:pt x="113" y="256"/>
                    <a:pt x="128" y="256"/>
                  </a:cubicBezTo>
                  <a:cubicBezTo>
                    <a:pt x="148" y="256"/>
                    <a:pt x="167" y="248"/>
                    <a:pt x="186" y="229"/>
                  </a:cubicBezTo>
                  <a:cubicBezTo>
                    <a:pt x="207" y="213"/>
                    <a:pt x="223" y="192"/>
                    <a:pt x="223" y="176"/>
                  </a:cubicBezTo>
                  <a:cubicBezTo>
                    <a:pt x="240" y="110"/>
                    <a:pt x="223" y="39"/>
                    <a:pt x="153" y="6"/>
                  </a:cubicBezTo>
                  <a:cubicBezTo>
                    <a:pt x="144" y="2"/>
                    <a:pt x="133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2" name="Google Shape;20372;p54"/>
            <p:cNvSpPr/>
            <p:nvPr/>
          </p:nvSpPr>
          <p:spPr>
            <a:xfrm>
              <a:off x="4704675" y="287622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3" y="1"/>
                  </a:moveTo>
                  <a:cubicBezTo>
                    <a:pt x="98" y="1"/>
                    <a:pt x="47" y="33"/>
                    <a:pt x="34" y="91"/>
                  </a:cubicBezTo>
                  <a:cubicBezTo>
                    <a:pt x="1" y="141"/>
                    <a:pt x="34" y="227"/>
                    <a:pt x="87" y="244"/>
                  </a:cubicBezTo>
                  <a:cubicBezTo>
                    <a:pt x="105" y="254"/>
                    <a:pt x="122" y="259"/>
                    <a:pt x="138" y="259"/>
                  </a:cubicBezTo>
                  <a:cubicBezTo>
                    <a:pt x="181" y="259"/>
                    <a:pt x="216" y="226"/>
                    <a:pt x="240" y="178"/>
                  </a:cubicBezTo>
                  <a:cubicBezTo>
                    <a:pt x="256" y="108"/>
                    <a:pt x="223" y="38"/>
                    <a:pt x="170" y="5"/>
                  </a:cubicBezTo>
                  <a:cubicBezTo>
                    <a:pt x="161" y="2"/>
                    <a:pt x="152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3" name="Google Shape;20373;p54"/>
            <p:cNvSpPr/>
            <p:nvPr/>
          </p:nvSpPr>
          <p:spPr>
            <a:xfrm>
              <a:off x="4701700" y="28466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20" y="0"/>
                  </a:moveTo>
                  <a:cubicBezTo>
                    <a:pt x="103" y="0"/>
                    <a:pt x="66" y="0"/>
                    <a:pt x="50" y="3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44"/>
                    <a:pt x="66" y="260"/>
                    <a:pt x="103" y="260"/>
                  </a:cubicBezTo>
                  <a:cubicBezTo>
                    <a:pt x="136" y="260"/>
                    <a:pt x="153" y="260"/>
                    <a:pt x="186" y="227"/>
                  </a:cubicBezTo>
                  <a:cubicBezTo>
                    <a:pt x="206" y="206"/>
                    <a:pt x="223" y="173"/>
                    <a:pt x="223" y="140"/>
                  </a:cubicBezTo>
                  <a:cubicBezTo>
                    <a:pt x="223" y="103"/>
                    <a:pt x="223" y="70"/>
                    <a:pt x="206" y="54"/>
                  </a:cubicBezTo>
                  <a:cubicBezTo>
                    <a:pt x="186" y="37"/>
                    <a:pt x="169" y="2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4" name="Google Shape;20374;p54"/>
            <p:cNvSpPr/>
            <p:nvPr/>
          </p:nvSpPr>
          <p:spPr>
            <a:xfrm>
              <a:off x="4713650" y="2814475"/>
              <a:ext cx="5575" cy="6650"/>
            </a:xfrm>
            <a:custGeom>
              <a:avLst/>
              <a:gdLst/>
              <a:ahLst/>
              <a:cxnLst/>
              <a:rect l="l" t="t" r="r" b="b"/>
              <a:pathLst>
                <a:path w="223" h="266" extrusionOk="0">
                  <a:moveTo>
                    <a:pt x="103" y="1"/>
                  </a:moveTo>
                  <a:cubicBezTo>
                    <a:pt x="54" y="17"/>
                    <a:pt x="0" y="88"/>
                    <a:pt x="17" y="154"/>
                  </a:cubicBezTo>
                  <a:cubicBezTo>
                    <a:pt x="17" y="191"/>
                    <a:pt x="37" y="224"/>
                    <a:pt x="54" y="240"/>
                  </a:cubicBezTo>
                  <a:cubicBezTo>
                    <a:pt x="77" y="252"/>
                    <a:pt x="92" y="265"/>
                    <a:pt x="112" y="265"/>
                  </a:cubicBezTo>
                  <a:cubicBezTo>
                    <a:pt x="120" y="265"/>
                    <a:pt x="129" y="263"/>
                    <a:pt x="140" y="257"/>
                  </a:cubicBezTo>
                  <a:cubicBezTo>
                    <a:pt x="190" y="257"/>
                    <a:pt x="223" y="224"/>
                    <a:pt x="223" y="174"/>
                  </a:cubicBezTo>
                  <a:cubicBezTo>
                    <a:pt x="206" y="121"/>
                    <a:pt x="173" y="71"/>
                    <a:pt x="157" y="17"/>
                  </a:cubicBezTo>
                  <a:cubicBezTo>
                    <a:pt x="14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5" name="Google Shape;20375;p54"/>
            <p:cNvSpPr/>
            <p:nvPr/>
          </p:nvSpPr>
          <p:spPr>
            <a:xfrm>
              <a:off x="4702925" y="28001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1" y="0"/>
                  </a:moveTo>
                  <a:cubicBezTo>
                    <a:pt x="83" y="0"/>
                    <a:pt x="31" y="35"/>
                    <a:pt x="17" y="91"/>
                  </a:cubicBezTo>
                  <a:cubicBezTo>
                    <a:pt x="1" y="144"/>
                    <a:pt x="17" y="231"/>
                    <a:pt x="87" y="247"/>
                  </a:cubicBezTo>
                  <a:cubicBezTo>
                    <a:pt x="87" y="264"/>
                    <a:pt x="120" y="264"/>
                    <a:pt x="120" y="264"/>
                  </a:cubicBezTo>
                  <a:cubicBezTo>
                    <a:pt x="174" y="247"/>
                    <a:pt x="207" y="231"/>
                    <a:pt x="223" y="177"/>
                  </a:cubicBezTo>
                  <a:cubicBezTo>
                    <a:pt x="240" y="128"/>
                    <a:pt x="223" y="74"/>
                    <a:pt x="207" y="41"/>
                  </a:cubicBezTo>
                  <a:cubicBezTo>
                    <a:pt x="190" y="25"/>
                    <a:pt x="174" y="25"/>
                    <a:pt x="157" y="4"/>
                  </a:cubicBezTo>
                  <a:cubicBezTo>
                    <a:pt x="149" y="1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6" name="Google Shape;20376;p54"/>
            <p:cNvSpPr/>
            <p:nvPr/>
          </p:nvSpPr>
          <p:spPr>
            <a:xfrm>
              <a:off x="4712400" y="2890975"/>
              <a:ext cx="3025" cy="5575"/>
            </a:xfrm>
            <a:custGeom>
              <a:avLst/>
              <a:gdLst/>
              <a:ahLst/>
              <a:cxnLst/>
              <a:rect l="l" t="t" r="r" b="b"/>
              <a:pathLst>
                <a:path w="121" h="223" extrusionOk="0">
                  <a:moveTo>
                    <a:pt x="104" y="0"/>
                  </a:moveTo>
                  <a:cubicBezTo>
                    <a:pt x="50" y="17"/>
                    <a:pt x="1" y="83"/>
                    <a:pt x="17" y="153"/>
                  </a:cubicBezTo>
                  <a:cubicBezTo>
                    <a:pt x="17" y="186"/>
                    <a:pt x="34" y="206"/>
                    <a:pt x="34" y="223"/>
                  </a:cubicBezTo>
                  <a:cubicBezTo>
                    <a:pt x="67" y="153"/>
                    <a:pt x="104" y="83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7" name="Google Shape;20377;p54"/>
            <p:cNvSpPr/>
            <p:nvPr/>
          </p:nvSpPr>
          <p:spPr>
            <a:xfrm>
              <a:off x="4686650" y="28489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6" y="1"/>
                  </a:moveTo>
                  <a:cubicBezTo>
                    <a:pt x="85" y="1"/>
                    <a:pt x="41" y="32"/>
                    <a:pt x="17" y="83"/>
                  </a:cubicBezTo>
                  <a:cubicBezTo>
                    <a:pt x="0" y="154"/>
                    <a:pt x="33" y="220"/>
                    <a:pt x="87" y="257"/>
                  </a:cubicBezTo>
                  <a:lnTo>
                    <a:pt x="136" y="257"/>
                  </a:lnTo>
                  <a:cubicBezTo>
                    <a:pt x="169" y="257"/>
                    <a:pt x="223" y="220"/>
                    <a:pt x="223" y="170"/>
                  </a:cubicBezTo>
                  <a:cubicBezTo>
                    <a:pt x="239" y="137"/>
                    <a:pt x="239" y="83"/>
                    <a:pt x="206" y="50"/>
                  </a:cubicBezTo>
                  <a:cubicBezTo>
                    <a:pt x="206" y="34"/>
                    <a:pt x="190" y="13"/>
                    <a:pt x="169" y="13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8" name="Google Shape;20378;p54"/>
            <p:cNvSpPr/>
            <p:nvPr/>
          </p:nvSpPr>
          <p:spPr>
            <a:xfrm>
              <a:off x="4690875" y="2804175"/>
              <a:ext cx="5675" cy="6425"/>
            </a:xfrm>
            <a:custGeom>
              <a:avLst/>
              <a:gdLst/>
              <a:ahLst/>
              <a:cxnLst/>
              <a:rect l="l" t="t" r="r" b="b"/>
              <a:pathLst>
                <a:path w="227" h="257" extrusionOk="0">
                  <a:moveTo>
                    <a:pt x="103" y="1"/>
                  </a:moveTo>
                  <a:cubicBezTo>
                    <a:pt x="37" y="1"/>
                    <a:pt x="0" y="71"/>
                    <a:pt x="0" y="137"/>
                  </a:cubicBezTo>
                  <a:cubicBezTo>
                    <a:pt x="21" y="174"/>
                    <a:pt x="37" y="207"/>
                    <a:pt x="54" y="223"/>
                  </a:cubicBezTo>
                  <a:cubicBezTo>
                    <a:pt x="70" y="256"/>
                    <a:pt x="103" y="256"/>
                    <a:pt x="140" y="256"/>
                  </a:cubicBezTo>
                  <a:cubicBezTo>
                    <a:pt x="157" y="240"/>
                    <a:pt x="190" y="223"/>
                    <a:pt x="206" y="207"/>
                  </a:cubicBezTo>
                  <a:cubicBezTo>
                    <a:pt x="227" y="174"/>
                    <a:pt x="227" y="137"/>
                    <a:pt x="227" y="104"/>
                  </a:cubicBezTo>
                  <a:cubicBezTo>
                    <a:pt x="227" y="71"/>
                    <a:pt x="206" y="34"/>
                    <a:pt x="190" y="17"/>
                  </a:cubicBezTo>
                  <a:cubicBezTo>
                    <a:pt x="173" y="17"/>
                    <a:pt x="17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9" name="Google Shape;20379;p54"/>
            <p:cNvSpPr/>
            <p:nvPr/>
          </p:nvSpPr>
          <p:spPr>
            <a:xfrm>
              <a:off x="4669850" y="2899425"/>
              <a:ext cx="6500" cy="6500"/>
            </a:xfrm>
            <a:custGeom>
              <a:avLst/>
              <a:gdLst/>
              <a:ahLst/>
              <a:cxnLst/>
              <a:rect l="l" t="t" r="r" b="b"/>
              <a:pathLst>
                <a:path w="260" h="260" extrusionOk="0">
                  <a:moveTo>
                    <a:pt x="145" y="0"/>
                  </a:moveTo>
                  <a:cubicBezTo>
                    <a:pt x="99" y="0"/>
                    <a:pt x="51" y="33"/>
                    <a:pt x="37" y="91"/>
                  </a:cubicBezTo>
                  <a:cubicBezTo>
                    <a:pt x="0" y="157"/>
                    <a:pt x="37" y="227"/>
                    <a:pt x="87" y="243"/>
                  </a:cubicBezTo>
                  <a:cubicBezTo>
                    <a:pt x="103" y="260"/>
                    <a:pt x="120" y="260"/>
                    <a:pt x="140" y="260"/>
                  </a:cubicBezTo>
                  <a:cubicBezTo>
                    <a:pt x="190" y="260"/>
                    <a:pt x="223" y="227"/>
                    <a:pt x="243" y="178"/>
                  </a:cubicBezTo>
                  <a:cubicBezTo>
                    <a:pt x="260" y="124"/>
                    <a:pt x="243" y="74"/>
                    <a:pt x="206" y="37"/>
                  </a:cubicBezTo>
                  <a:lnTo>
                    <a:pt x="173" y="4"/>
                  </a:lnTo>
                  <a:cubicBezTo>
                    <a:pt x="164" y="2"/>
                    <a:pt x="155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0" name="Google Shape;20380;p54"/>
            <p:cNvSpPr/>
            <p:nvPr/>
          </p:nvSpPr>
          <p:spPr>
            <a:xfrm>
              <a:off x="4681075" y="29139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20" y="1"/>
                  </a:moveTo>
                  <a:cubicBezTo>
                    <a:pt x="115" y="1"/>
                    <a:pt x="109" y="3"/>
                    <a:pt x="104" y="10"/>
                  </a:cubicBezTo>
                  <a:cubicBezTo>
                    <a:pt x="33" y="10"/>
                    <a:pt x="0" y="76"/>
                    <a:pt x="17" y="146"/>
                  </a:cubicBezTo>
                  <a:cubicBezTo>
                    <a:pt x="17" y="179"/>
                    <a:pt x="33" y="216"/>
                    <a:pt x="50" y="232"/>
                  </a:cubicBezTo>
                  <a:cubicBezTo>
                    <a:pt x="66" y="249"/>
                    <a:pt x="104" y="265"/>
                    <a:pt x="137" y="265"/>
                  </a:cubicBezTo>
                  <a:cubicBezTo>
                    <a:pt x="186" y="249"/>
                    <a:pt x="240" y="179"/>
                    <a:pt x="223" y="113"/>
                  </a:cubicBezTo>
                  <a:cubicBezTo>
                    <a:pt x="223" y="59"/>
                    <a:pt x="186" y="26"/>
                    <a:pt x="153" y="10"/>
                  </a:cubicBezTo>
                  <a:cubicBezTo>
                    <a:pt x="142" y="10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1" name="Google Shape;20381;p54"/>
            <p:cNvSpPr/>
            <p:nvPr/>
          </p:nvSpPr>
          <p:spPr>
            <a:xfrm>
              <a:off x="4681475" y="2942925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104" y="0"/>
                  </a:moveTo>
                  <a:cubicBezTo>
                    <a:pt x="67" y="17"/>
                    <a:pt x="50" y="17"/>
                    <a:pt x="34" y="33"/>
                  </a:cubicBezTo>
                  <a:cubicBezTo>
                    <a:pt x="17" y="66"/>
                    <a:pt x="1" y="120"/>
                    <a:pt x="1" y="153"/>
                  </a:cubicBezTo>
                  <a:cubicBezTo>
                    <a:pt x="17" y="190"/>
                    <a:pt x="34" y="223"/>
                    <a:pt x="50" y="239"/>
                  </a:cubicBezTo>
                  <a:cubicBezTo>
                    <a:pt x="62" y="251"/>
                    <a:pt x="84" y="263"/>
                    <a:pt x="108" y="263"/>
                  </a:cubicBezTo>
                  <a:cubicBezTo>
                    <a:pt x="117" y="263"/>
                    <a:pt x="127" y="261"/>
                    <a:pt x="137" y="256"/>
                  </a:cubicBezTo>
                  <a:cubicBezTo>
                    <a:pt x="191" y="256"/>
                    <a:pt x="224" y="190"/>
                    <a:pt x="224" y="120"/>
                  </a:cubicBezTo>
                  <a:cubicBezTo>
                    <a:pt x="224" y="66"/>
                    <a:pt x="191" y="33"/>
                    <a:pt x="154" y="17"/>
                  </a:cubicBezTo>
                  <a:cubicBezTo>
                    <a:pt x="137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2" name="Google Shape;20382;p54"/>
            <p:cNvSpPr/>
            <p:nvPr/>
          </p:nvSpPr>
          <p:spPr>
            <a:xfrm>
              <a:off x="4666850" y="28672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1"/>
                  </a:moveTo>
                  <a:cubicBezTo>
                    <a:pt x="104" y="1"/>
                    <a:pt x="71" y="1"/>
                    <a:pt x="54" y="38"/>
                  </a:cubicBezTo>
                  <a:cubicBezTo>
                    <a:pt x="1" y="71"/>
                    <a:pt x="1" y="158"/>
                    <a:pt x="33" y="207"/>
                  </a:cubicBezTo>
                  <a:cubicBezTo>
                    <a:pt x="54" y="245"/>
                    <a:pt x="82" y="263"/>
                    <a:pt x="113" y="263"/>
                  </a:cubicBezTo>
                  <a:cubicBezTo>
                    <a:pt x="139" y="263"/>
                    <a:pt x="166" y="250"/>
                    <a:pt x="190" y="228"/>
                  </a:cubicBezTo>
                  <a:cubicBezTo>
                    <a:pt x="240" y="191"/>
                    <a:pt x="240" y="104"/>
                    <a:pt x="207" y="54"/>
                  </a:cubicBezTo>
                  <a:cubicBezTo>
                    <a:pt x="190" y="38"/>
                    <a:pt x="174" y="21"/>
                    <a:pt x="157" y="21"/>
                  </a:cubicBezTo>
                  <a:cubicBezTo>
                    <a:pt x="157" y="1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3" name="Google Shape;20383;p54"/>
            <p:cNvSpPr/>
            <p:nvPr/>
          </p:nvSpPr>
          <p:spPr>
            <a:xfrm>
              <a:off x="4664275" y="291700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7" y="0"/>
                  </a:moveTo>
                  <a:cubicBezTo>
                    <a:pt x="81" y="0"/>
                    <a:pt x="45" y="22"/>
                    <a:pt x="17" y="72"/>
                  </a:cubicBezTo>
                  <a:cubicBezTo>
                    <a:pt x="0" y="142"/>
                    <a:pt x="33" y="229"/>
                    <a:pt x="87" y="245"/>
                  </a:cubicBezTo>
                  <a:cubicBezTo>
                    <a:pt x="104" y="262"/>
                    <a:pt x="120" y="262"/>
                    <a:pt x="136" y="262"/>
                  </a:cubicBezTo>
                  <a:cubicBezTo>
                    <a:pt x="174" y="245"/>
                    <a:pt x="207" y="229"/>
                    <a:pt x="223" y="175"/>
                  </a:cubicBezTo>
                  <a:cubicBezTo>
                    <a:pt x="240" y="126"/>
                    <a:pt x="240" y="72"/>
                    <a:pt x="207" y="39"/>
                  </a:cubicBezTo>
                  <a:cubicBezTo>
                    <a:pt x="190" y="23"/>
                    <a:pt x="190" y="6"/>
                    <a:pt x="174" y="6"/>
                  </a:cubicBezTo>
                  <a:cubicBezTo>
                    <a:pt x="157" y="2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4" name="Google Shape;20384;p54"/>
            <p:cNvSpPr/>
            <p:nvPr/>
          </p:nvSpPr>
          <p:spPr>
            <a:xfrm>
              <a:off x="4675925" y="292962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83" y="0"/>
                  </a:moveTo>
                  <a:cubicBezTo>
                    <a:pt x="66" y="0"/>
                    <a:pt x="33" y="17"/>
                    <a:pt x="17" y="50"/>
                  </a:cubicBezTo>
                  <a:cubicBezTo>
                    <a:pt x="0" y="66"/>
                    <a:pt x="0" y="103"/>
                    <a:pt x="0" y="136"/>
                  </a:cubicBezTo>
                  <a:cubicBezTo>
                    <a:pt x="0" y="169"/>
                    <a:pt x="17" y="206"/>
                    <a:pt x="50" y="223"/>
                  </a:cubicBezTo>
                  <a:cubicBezTo>
                    <a:pt x="66" y="256"/>
                    <a:pt x="103" y="256"/>
                    <a:pt x="120" y="256"/>
                  </a:cubicBezTo>
                  <a:cubicBezTo>
                    <a:pt x="186" y="239"/>
                    <a:pt x="223" y="169"/>
                    <a:pt x="223" y="103"/>
                  </a:cubicBezTo>
                  <a:cubicBezTo>
                    <a:pt x="206" y="66"/>
                    <a:pt x="206" y="33"/>
                    <a:pt x="169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5" name="Google Shape;20385;p54"/>
            <p:cNvSpPr/>
            <p:nvPr/>
          </p:nvSpPr>
          <p:spPr>
            <a:xfrm>
              <a:off x="4662525" y="2884475"/>
              <a:ext cx="5700" cy="6525"/>
            </a:xfrm>
            <a:custGeom>
              <a:avLst/>
              <a:gdLst/>
              <a:ahLst/>
              <a:cxnLst/>
              <a:rect l="l" t="t" r="r" b="b"/>
              <a:pathLst>
                <a:path w="228" h="261" extrusionOk="0">
                  <a:moveTo>
                    <a:pt x="103" y="0"/>
                  </a:moveTo>
                  <a:cubicBezTo>
                    <a:pt x="70" y="0"/>
                    <a:pt x="37" y="17"/>
                    <a:pt x="21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21" y="207"/>
                    <a:pt x="54" y="240"/>
                  </a:cubicBezTo>
                  <a:cubicBezTo>
                    <a:pt x="70" y="260"/>
                    <a:pt x="103" y="260"/>
                    <a:pt x="141" y="260"/>
                  </a:cubicBezTo>
                  <a:cubicBezTo>
                    <a:pt x="190" y="240"/>
                    <a:pt x="227" y="174"/>
                    <a:pt x="227" y="103"/>
                  </a:cubicBezTo>
                  <a:cubicBezTo>
                    <a:pt x="227" y="70"/>
                    <a:pt x="206" y="54"/>
                    <a:pt x="174" y="17"/>
                  </a:cubicBezTo>
                  <a:cubicBezTo>
                    <a:pt x="174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6" name="Google Shape;20386;p54"/>
            <p:cNvSpPr/>
            <p:nvPr/>
          </p:nvSpPr>
          <p:spPr>
            <a:xfrm>
              <a:off x="4684475" y="28989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2" y="0"/>
                  </a:moveTo>
                  <a:cubicBezTo>
                    <a:pt x="84" y="0"/>
                    <a:pt x="60" y="12"/>
                    <a:pt x="34" y="23"/>
                  </a:cubicBezTo>
                  <a:cubicBezTo>
                    <a:pt x="17" y="40"/>
                    <a:pt x="1" y="73"/>
                    <a:pt x="1" y="110"/>
                  </a:cubicBezTo>
                  <a:cubicBezTo>
                    <a:pt x="1" y="143"/>
                    <a:pt x="1" y="176"/>
                    <a:pt x="17" y="213"/>
                  </a:cubicBezTo>
                  <a:cubicBezTo>
                    <a:pt x="50" y="229"/>
                    <a:pt x="71" y="246"/>
                    <a:pt x="104" y="262"/>
                  </a:cubicBezTo>
                  <a:cubicBezTo>
                    <a:pt x="137" y="262"/>
                    <a:pt x="153" y="246"/>
                    <a:pt x="190" y="229"/>
                  </a:cubicBezTo>
                  <a:cubicBezTo>
                    <a:pt x="223" y="176"/>
                    <a:pt x="240" y="110"/>
                    <a:pt x="207" y="40"/>
                  </a:cubicBezTo>
                  <a:cubicBezTo>
                    <a:pt x="190" y="23"/>
                    <a:pt x="174" y="7"/>
                    <a:pt x="153" y="7"/>
                  </a:cubicBezTo>
                  <a:lnTo>
                    <a:pt x="120" y="7"/>
                  </a:lnTo>
                  <a:cubicBezTo>
                    <a:pt x="115" y="2"/>
                    <a:pt x="109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7" name="Google Shape;20387;p54"/>
            <p:cNvSpPr/>
            <p:nvPr/>
          </p:nvSpPr>
          <p:spPr>
            <a:xfrm>
              <a:off x="4881550" y="29845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71" y="1"/>
                    <a:pt x="54" y="17"/>
                    <a:pt x="38" y="50"/>
                  </a:cubicBezTo>
                  <a:cubicBezTo>
                    <a:pt x="21" y="87"/>
                    <a:pt x="1" y="120"/>
                    <a:pt x="21" y="153"/>
                  </a:cubicBezTo>
                  <a:cubicBezTo>
                    <a:pt x="21" y="190"/>
                    <a:pt x="38" y="207"/>
                    <a:pt x="54" y="223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207" y="240"/>
                    <a:pt x="244" y="174"/>
                    <a:pt x="227" y="104"/>
                  </a:cubicBezTo>
                  <a:cubicBezTo>
                    <a:pt x="227" y="71"/>
                    <a:pt x="207" y="3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8" name="Google Shape;20388;p54"/>
            <p:cNvSpPr/>
            <p:nvPr/>
          </p:nvSpPr>
          <p:spPr>
            <a:xfrm>
              <a:off x="4673350" y="28067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66" y="1"/>
                    <a:pt x="33" y="17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17" y="207"/>
                    <a:pt x="50" y="240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86" y="240"/>
                    <a:pt x="239" y="174"/>
                    <a:pt x="223" y="104"/>
                  </a:cubicBezTo>
                  <a:cubicBezTo>
                    <a:pt x="223" y="71"/>
                    <a:pt x="206" y="50"/>
                    <a:pt x="169" y="17"/>
                  </a:cubicBezTo>
                  <a:cubicBezTo>
                    <a:pt x="169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9" name="Google Shape;20389;p54"/>
            <p:cNvSpPr/>
            <p:nvPr/>
          </p:nvSpPr>
          <p:spPr>
            <a:xfrm>
              <a:off x="4641500" y="2952800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37" y="17"/>
                    <a:pt x="0" y="83"/>
                    <a:pt x="0" y="153"/>
                  </a:cubicBezTo>
                  <a:cubicBezTo>
                    <a:pt x="0" y="186"/>
                    <a:pt x="17" y="207"/>
                    <a:pt x="54" y="240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23" y="67"/>
                    <a:pt x="206" y="50"/>
                    <a:pt x="173" y="17"/>
                  </a:cubicBezTo>
                  <a:cubicBezTo>
                    <a:pt x="173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0" name="Google Shape;20390;p54"/>
            <p:cNvSpPr/>
            <p:nvPr/>
          </p:nvSpPr>
          <p:spPr>
            <a:xfrm>
              <a:off x="4628600" y="3029975"/>
              <a:ext cx="6125" cy="6725"/>
            </a:xfrm>
            <a:custGeom>
              <a:avLst/>
              <a:gdLst/>
              <a:ahLst/>
              <a:cxnLst/>
              <a:rect l="l" t="t" r="r" b="b"/>
              <a:pathLst>
                <a:path w="245" h="269" extrusionOk="0">
                  <a:moveTo>
                    <a:pt x="126" y="0"/>
                  </a:moveTo>
                  <a:cubicBezTo>
                    <a:pt x="80" y="0"/>
                    <a:pt x="31" y="35"/>
                    <a:pt x="1" y="89"/>
                  </a:cubicBezTo>
                  <a:lnTo>
                    <a:pt x="1" y="142"/>
                  </a:lnTo>
                  <a:cubicBezTo>
                    <a:pt x="1" y="192"/>
                    <a:pt x="38" y="229"/>
                    <a:pt x="71" y="262"/>
                  </a:cubicBezTo>
                  <a:cubicBezTo>
                    <a:pt x="84" y="266"/>
                    <a:pt x="97" y="268"/>
                    <a:pt x="108" y="268"/>
                  </a:cubicBezTo>
                  <a:cubicBezTo>
                    <a:pt x="140" y="268"/>
                    <a:pt x="166" y="253"/>
                    <a:pt x="191" y="229"/>
                  </a:cubicBezTo>
                  <a:cubicBezTo>
                    <a:pt x="207" y="212"/>
                    <a:pt x="207" y="192"/>
                    <a:pt x="224" y="175"/>
                  </a:cubicBezTo>
                  <a:cubicBezTo>
                    <a:pt x="244" y="109"/>
                    <a:pt x="207" y="39"/>
                    <a:pt x="158" y="6"/>
                  </a:cubicBezTo>
                  <a:cubicBezTo>
                    <a:pt x="148" y="2"/>
                    <a:pt x="137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1" name="Google Shape;20391;p54"/>
            <p:cNvSpPr/>
            <p:nvPr/>
          </p:nvSpPr>
          <p:spPr>
            <a:xfrm>
              <a:off x="4881150" y="29418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5" y="0"/>
                  </a:moveTo>
                  <a:cubicBezTo>
                    <a:pt x="75" y="0"/>
                    <a:pt x="32" y="22"/>
                    <a:pt x="17" y="76"/>
                  </a:cubicBezTo>
                  <a:cubicBezTo>
                    <a:pt x="0" y="146"/>
                    <a:pt x="37" y="233"/>
                    <a:pt x="87" y="249"/>
                  </a:cubicBezTo>
                  <a:cubicBezTo>
                    <a:pt x="101" y="258"/>
                    <a:pt x="116" y="262"/>
                    <a:pt x="131" y="262"/>
                  </a:cubicBezTo>
                  <a:cubicBezTo>
                    <a:pt x="172" y="262"/>
                    <a:pt x="211" y="231"/>
                    <a:pt x="223" y="179"/>
                  </a:cubicBezTo>
                  <a:cubicBezTo>
                    <a:pt x="243" y="109"/>
                    <a:pt x="223" y="43"/>
                    <a:pt x="173" y="6"/>
                  </a:cubicBezTo>
                  <a:cubicBezTo>
                    <a:pt x="157" y="2"/>
                    <a:pt x="141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2" name="Google Shape;20392;p54"/>
            <p:cNvSpPr/>
            <p:nvPr/>
          </p:nvSpPr>
          <p:spPr>
            <a:xfrm>
              <a:off x="4631600" y="301620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29" y="0"/>
                  </a:moveTo>
                  <a:cubicBezTo>
                    <a:pt x="83" y="0"/>
                    <a:pt x="35" y="33"/>
                    <a:pt x="21" y="91"/>
                  </a:cubicBezTo>
                  <a:cubicBezTo>
                    <a:pt x="0" y="145"/>
                    <a:pt x="21" y="227"/>
                    <a:pt x="87" y="248"/>
                  </a:cubicBezTo>
                  <a:cubicBezTo>
                    <a:pt x="104" y="264"/>
                    <a:pt x="124" y="264"/>
                    <a:pt x="141" y="264"/>
                  </a:cubicBezTo>
                  <a:cubicBezTo>
                    <a:pt x="174" y="264"/>
                    <a:pt x="207" y="227"/>
                    <a:pt x="227" y="178"/>
                  </a:cubicBezTo>
                  <a:cubicBezTo>
                    <a:pt x="244" y="124"/>
                    <a:pt x="227" y="75"/>
                    <a:pt x="207" y="42"/>
                  </a:cubicBezTo>
                  <a:cubicBezTo>
                    <a:pt x="190" y="21"/>
                    <a:pt x="174" y="21"/>
                    <a:pt x="157" y="5"/>
                  </a:cubicBezTo>
                  <a:cubicBezTo>
                    <a:pt x="148" y="2"/>
                    <a:pt x="139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3" name="Google Shape;20393;p54"/>
            <p:cNvSpPr/>
            <p:nvPr/>
          </p:nvSpPr>
          <p:spPr>
            <a:xfrm>
              <a:off x="4634175" y="29665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1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1" y="70"/>
                    <a:pt x="1" y="153"/>
                    <a:pt x="38" y="206"/>
                  </a:cubicBezTo>
                  <a:cubicBezTo>
                    <a:pt x="57" y="247"/>
                    <a:pt x="88" y="264"/>
                    <a:pt x="121" y="264"/>
                  </a:cubicBezTo>
                  <a:cubicBezTo>
                    <a:pt x="145" y="264"/>
                    <a:pt x="169" y="255"/>
                    <a:pt x="190" y="239"/>
                  </a:cubicBezTo>
                  <a:cubicBezTo>
                    <a:pt x="244" y="190"/>
                    <a:pt x="244" y="103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57" y="0"/>
                    <a:pt x="141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4" name="Google Shape;20394;p54"/>
            <p:cNvSpPr/>
            <p:nvPr/>
          </p:nvSpPr>
          <p:spPr>
            <a:xfrm>
              <a:off x="4637275" y="29985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9" y="1"/>
                  </a:moveTo>
                  <a:cubicBezTo>
                    <a:pt x="87" y="1"/>
                    <a:pt x="44" y="36"/>
                    <a:pt x="17" y="91"/>
                  </a:cubicBezTo>
                  <a:cubicBezTo>
                    <a:pt x="0" y="161"/>
                    <a:pt x="33" y="231"/>
                    <a:pt x="83" y="264"/>
                  </a:cubicBezTo>
                  <a:lnTo>
                    <a:pt x="136" y="264"/>
                  </a:lnTo>
                  <a:cubicBezTo>
                    <a:pt x="169" y="264"/>
                    <a:pt x="223" y="231"/>
                    <a:pt x="223" y="178"/>
                  </a:cubicBezTo>
                  <a:cubicBezTo>
                    <a:pt x="239" y="145"/>
                    <a:pt x="239" y="91"/>
                    <a:pt x="206" y="58"/>
                  </a:cubicBezTo>
                  <a:cubicBezTo>
                    <a:pt x="206" y="42"/>
                    <a:pt x="186" y="25"/>
                    <a:pt x="169" y="5"/>
                  </a:cubicBezTo>
                  <a:cubicBezTo>
                    <a:pt x="159" y="2"/>
                    <a:pt x="149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5" name="Google Shape;20395;p54"/>
            <p:cNvSpPr/>
            <p:nvPr/>
          </p:nvSpPr>
          <p:spPr>
            <a:xfrm>
              <a:off x="4696950" y="2861375"/>
              <a:ext cx="6425" cy="6750"/>
            </a:xfrm>
            <a:custGeom>
              <a:avLst/>
              <a:gdLst/>
              <a:ahLst/>
              <a:cxnLst/>
              <a:rect l="l" t="t" r="r" b="b"/>
              <a:pathLst>
                <a:path w="257" h="270" extrusionOk="0">
                  <a:moveTo>
                    <a:pt x="120" y="0"/>
                  </a:moveTo>
                  <a:cubicBezTo>
                    <a:pt x="76" y="0"/>
                    <a:pt x="41" y="32"/>
                    <a:pt x="17" y="83"/>
                  </a:cubicBezTo>
                  <a:cubicBezTo>
                    <a:pt x="0" y="153"/>
                    <a:pt x="33" y="236"/>
                    <a:pt x="87" y="256"/>
                  </a:cubicBezTo>
                  <a:cubicBezTo>
                    <a:pt x="100" y="265"/>
                    <a:pt x="115" y="269"/>
                    <a:pt x="129" y="269"/>
                  </a:cubicBezTo>
                  <a:cubicBezTo>
                    <a:pt x="170" y="269"/>
                    <a:pt x="211" y="238"/>
                    <a:pt x="223" y="186"/>
                  </a:cubicBezTo>
                  <a:cubicBezTo>
                    <a:pt x="256" y="116"/>
                    <a:pt x="223" y="50"/>
                    <a:pt x="169" y="13"/>
                  </a:cubicBezTo>
                  <a:cubicBezTo>
                    <a:pt x="152" y="4"/>
                    <a:pt x="135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6" name="Google Shape;20396;p54"/>
            <p:cNvSpPr/>
            <p:nvPr/>
          </p:nvSpPr>
          <p:spPr>
            <a:xfrm>
              <a:off x="4690450" y="29265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41" y="1"/>
                  </a:moveTo>
                  <a:cubicBezTo>
                    <a:pt x="104" y="1"/>
                    <a:pt x="71" y="21"/>
                    <a:pt x="54" y="38"/>
                  </a:cubicBezTo>
                  <a:cubicBezTo>
                    <a:pt x="1" y="87"/>
                    <a:pt x="1" y="157"/>
                    <a:pt x="38" y="227"/>
                  </a:cubicBezTo>
                  <a:cubicBezTo>
                    <a:pt x="54" y="244"/>
                    <a:pt x="87" y="260"/>
                    <a:pt x="104" y="260"/>
                  </a:cubicBezTo>
                  <a:cubicBezTo>
                    <a:pt x="115" y="265"/>
                    <a:pt x="125" y="267"/>
                    <a:pt x="135" y="267"/>
                  </a:cubicBezTo>
                  <a:cubicBezTo>
                    <a:pt x="159" y="267"/>
                    <a:pt x="179" y="255"/>
                    <a:pt x="190" y="244"/>
                  </a:cubicBezTo>
                  <a:cubicBezTo>
                    <a:pt x="207" y="227"/>
                    <a:pt x="223" y="190"/>
                    <a:pt x="223" y="157"/>
                  </a:cubicBezTo>
                  <a:cubicBezTo>
                    <a:pt x="244" y="124"/>
                    <a:pt x="223" y="87"/>
                    <a:pt x="207" y="54"/>
                  </a:cubicBezTo>
                  <a:cubicBezTo>
                    <a:pt x="190" y="38"/>
                    <a:pt x="174" y="21"/>
                    <a:pt x="157" y="21"/>
                  </a:cubicBezTo>
                  <a:lnTo>
                    <a:pt x="1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7" name="Google Shape;20397;p54"/>
            <p:cNvSpPr/>
            <p:nvPr/>
          </p:nvSpPr>
          <p:spPr>
            <a:xfrm>
              <a:off x="4714050" y="2843650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04" y="1"/>
                  </a:moveTo>
                  <a:cubicBezTo>
                    <a:pt x="87" y="1"/>
                    <a:pt x="54" y="17"/>
                    <a:pt x="54" y="38"/>
                  </a:cubicBezTo>
                  <a:cubicBezTo>
                    <a:pt x="21" y="71"/>
                    <a:pt x="1" y="104"/>
                    <a:pt x="21" y="157"/>
                  </a:cubicBezTo>
                  <a:cubicBezTo>
                    <a:pt x="21" y="190"/>
                    <a:pt x="38" y="223"/>
                    <a:pt x="54" y="244"/>
                  </a:cubicBezTo>
                  <a:cubicBezTo>
                    <a:pt x="78" y="256"/>
                    <a:pt x="93" y="267"/>
                    <a:pt x="113" y="267"/>
                  </a:cubicBezTo>
                  <a:cubicBezTo>
                    <a:pt x="121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8" y="120"/>
                  </a:cubicBezTo>
                  <a:cubicBezTo>
                    <a:pt x="228" y="71"/>
                    <a:pt x="190" y="38"/>
                    <a:pt x="157" y="17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8" name="Google Shape;20398;p54"/>
            <p:cNvSpPr/>
            <p:nvPr/>
          </p:nvSpPr>
          <p:spPr>
            <a:xfrm>
              <a:off x="4712400" y="28605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11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49"/>
                    <a:pt x="17" y="219"/>
                    <a:pt x="87" y="252"/>
                  </a:cubicBezTo>
                  <a:cubicBezTo>
                    <a:pt x="96" y="255"/>
                    <a:pt x="106" y="257"/>
                    <a:pt x="115" y="257"/>
                  </a:cubicBezTo>
                  <a:cubicBezTo>
                    <a:pt x="160" y="257"/>
                    <a:pt x="210" y="227"/>
                    <a:pt x="223" y="186"/>
                  </a:cubicBezTo>
                  <a:cubicBezTo>
                    <a:pt x="240" y="116"/>
                    <a:pt x="223" y="30"/>
                    <a:pt x="153" y="13"/>
                  </a:cubicBezTo>
                  <a:cubicBezTo>
                    <a:pt x="140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9" name="Google Shape;20399;p54"/>
            <p:cNvSpPr/>
            <p:nvPr/>
          </p:nvSpPr>
          <p:spPr>
            <a:xfrm>
              <a:off x="4720150" y="2875500"/>
              <a:ext cx="425" cy="2100"/>
            </a:xfrm>
            <a:custGeom>
              <a:avLst/>
              <a:gdLst/>
              <a:ahLst/>
              <a:cxnLst/>
              <a:rect l="l" t="t" r="r" b="b"/>
              <a:pathLst>
                <a:path w="17" h="84" extrusionOk="0">
                  <a:moveTo>
                    <a:pt x="17" y="1"/>
                  </a:moveTo>
                  <a:cubicBezTo>
                    <a:pt x="0" y="34"/>
                    <a:pt x="0" y="50"/>
                    <a:pt x="0" y="83"/>
                  </a:cubicBezTo>
                  <a:cubicBezTo>
                    <a:pt x="0" y="67"/>
                    <a:pt x="17" y="34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0" name="Google Shape;20400;p54"/>
            <p:cNvSpPr/>
            <p:nvPr/>
          </p:nvSpPr>
          <p:spPr>
            <a:xfrm>
              <a:off x="4697350" y="291157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4" y="1"/>
                  </a:moveTo>
                  <a:cubicBezTo>
                    <a:pt x="34" y="17"/>
                    <a:pt x="1" y="83"/>
                    <a:pt x="1" y="153"/>
                  </a:cubicBezTo>
                  <a:cubicBezTo>
                    <a:pt x="1" y="186"/>
                    <a:pt x="17" y="223"/>
                    <a:pt x="50" y="240"/>
                  </a:cubicBezTo>
                  <a:cubicBezTo>
                    <a:pt x="65" y="252"/>
                    <a:pt x="86" y="263"/>
                    <a:pt x="102" y="263"/>
                  </a:cubicBezTo>
                  <a:cubicBezTo>
                    <a:pt x="109" y="263"/>
                    <a:pt x="116" y="261"/>
                    <a:pt x="120" y="256"/>
                  </a:cubicBezTo>
                  <a:cubicBezTo>
                    <a:pt x="153" y="256"/>
                    <a:pt x="191" y="240"/>
                    <a:pt x="207" y="207"/>
                  </a:cubicBezTo>
                  <a:cubicBezTo>
                    <a:pt x="224" y="186"/>
                    <a:pt x="224" y="153"/>
                    <a:pt x="224" y="120"/>
                  </a:cubicBezTo>
                  <a:cubicBezTo>
                    <a:pt x="224" y="83"/>
                    <a:pt x="207" y="50"/>
                    <a:pt x="174" y="34"/>
                  </a:cubicBezTo>
                  <a:cubicBezTo>
                    <a:pt x="174" y="17"/>
                    <a:pt x="153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1" name="Google Shape;20401;p54"/>
            <p:cNvSpPr/>
            <p:nvPr/>
          </p:nvSpPr>
          <p:spPr>
            <a:xfrm>
              <a:off x="4708500" y="283017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21" y="1"/>
                  </a:moveTo>
                  <a:cubicBezTo>
                    <a:pt x="115" y="1"/>
                    <a:pt x="109" y="2"/>
                    <a:pt x="103" y="8"/>
                  </a:cubicBezTo>
                  <a:cubicBezTo>
                    <a:pt x="70" y="8"/>
                    <a:pt x="37" y="24"/>
                    <a:pt x="17" y="61"/>
                  </a:cubicBezTo>
                  <a:cubicBezTo>
                    <a:pt x="0" y="78"/>
                    <a:pt x="0" y="111"/>
                    <a:pt x="0" y="144"/>
                  </a:cubicBezTo>
                  <a:cubicBezTo>
                    <a:pt x="0" y="181"/>
                    <a:pt x="17" y="214"/>
                    <a:pt x="54" y="231"/>
                  </a:cubicBezTo>
                  <a:cubicBezTo>
                    <a:pt x="70" y="247"/>
                    <a:pt x="103" y="268"/>
                    <a:pt x="140" y="268"/>
                  </a:cubicBezTo>
                  <a:cubicBezTo>
                    <a:pt x="190" y="247"/>
                    <a:pt x="223" y="181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7" y="8"/>
                  </a:lnTo>
                  <a:cubicBezTo>
                    <a:pt x="146" y="8"/>
                    <a:pt x="133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2" name="Google Shape;20402;p54"/>
            <p:cNvSpPr/>
            <p:nvPr/>
          </p:nvSpPr>
          <p:spPr>
            <a:xfrm>
              <a:off x="4698600" y="289612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54" y="17"/>
                    <a:pt x="0" y="83"/>
                    <a:pt x="21" y="153"/>
                  </a:cubicBezTo>
                  <a:cubicBezTo>
                    <a:pt x="21" y="214"/>
                    <a:pt x="71" y="259"/>
                    <a:pt x="119" y="259"/>
                  </a:cubicBezTo>
                  <a:cubicBezTo>
                    <a:pt x="126" y="259"/>
                    <a:pt x="134" y="258"/>
                    <a:pt x="141" y="256"/>
                  </a:cubicBezTo>
                  <a:cubicBezTo>
                    <a:pt x="174" y="256"/>
                    <a:pt x="190" y="239"/>
                    <a:pt x="207" y="206"/>
                  </a:cubicBezTo>
                  <a:cubicBezTo>
                    <a:pt x="227" y="186"/>
                    <a:pt x="244" y="153"/>
                    <a:pt x="227" y="120"/>
                  </a:cubicBezTo>
                  <a:cubicBezTo>
                    <a:pt x="227" y="83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3" name="Google Shape;20403;p54"/>
            <p:cNvSpPr/>
            <p:nvPr/>
          </p:nvSpPr>
          <p:spPr>
            <a:xfrm>
              <a:off x="4692200" y="288147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34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40"/>
                  </a:cubicBezTo>
                  <a:cubicBezTo>
                    <a:pt x="76" y="252"/>
                    <a:pt x="92" y="265"/>
                    <a:pt x="111" y="265"/>
                  </a:cubicBezTo>
                  <a:cubicBezTo>
                    <a:pt x="119" y="265"/>
                    <a:pt x="127" y="263"/>
                    <a:pt x="137" y="256"/>
                  </a:cubicBezTo>
                  <a:cubicBezTo>
                    <a:pt x="190" y="256"/>
                    <a:pt x="240" y="190"/>
                    <a:pt x="223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4" name="Google Shape;20404;p54"/>
            <p:cNvSpPr/>
            <p:nvPr/>
          </p:nvSpPr>
          <p:spPr>
            <a:xfrm>
              <a:off x="4672825" y="30232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54" y="17"/>
                    <a:pt x="1" y="87"/>
                    <a:pt x="21" y="153"/>
                  </a:cubicBezTo>
                  <a:cubicBezTo>
                    <a:pt x="21" y="190"/>
                    <a:pt x="38" y="223"/>
                    <a:pt x="54" y="240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174" y="256"/>
                    <a:pt x="190" y="240"/>
                    <a:pt x="207" y="207"/>
                  </a:cubicBezTo>
                  <a:cubicBezTo>
                    <a:pt x="227" y="174"/>
                    <a:pt x="244" y="137"/>
                    <a:pt x="227" y="104"/>
                  </a:cubicBezTo>
                  <a:cubicBezTo>
                    <a:pt x="227" y="71"/>
                    <a:pt x="207" y="50"/>
                    <a:pt x="190" y="17"/>
                  </a:cubicBezTo>
                  <a:lnTo>
                    <a:pt x="157" y="17"/>
                  </a:ln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5" name="Google Shape;20405;p54"/>
            <p:cNvSpPr/>
            <p:nvPr/>
          </p:nvSpPr>
          <p:spPr>
            <a:xfrm>
              <a:off x="4672000" y="2975400"/>
              <a:ext cx="4350" cy="6600"/>
            </a:xfrm>
            <a:custGeom>
              <a:avLst/>
              <a:gdLst/>
              <a:ahLst/>
              <a:cxnLst/>
              <a:rect l="l" t="t" r="r" b="b"/>
              <a:pathLst>
                <a:path w="174" h="264" extrusionOk="0">
                  <a:moveTo>
                    <a:pt x="142" y="0"/>
                  </a:moveTo>
                  <a:cubicBezTo>
                    <a:pt x="88" y="0"/>
                    <a:pt x="48" y="35"/>
                    <a:pt x="17" y="90"/>
                  </a:cubicBezTo>
                  <a:cubicBezTo>
                    <a:pt x="1" y="161"/>
                    <a:pt x="34" y="231"/>
                    <a:pt x="87" y="247"/>
                  </a:cubicBezTo>
                  <a:cubicBezTo>
                    <a:pt x="104" y="264"/>
                    <a:pt x="120" y="264"/>
                    <a:pt x="120" y="264"/>
                  </a:cubicBezTo>
                  <a:cubicBezTo>
                    <a:pt x="120" y="247"/>
                    <a:pt x="120" y="231"/>
                    <a:pt x="137" y="210"/>
                  </a:cubicBezTo>
                  <a:cubicBezTo>
                    <a:pt x="137" y="144"/>
                    <a:pt x="157" y="74"/>
                    <a:pt x="174" y="25"/>
                  </a:cubicBezTo>
                  <a:lnTo>
                    <a:pt x="174" y="4"/>
                  </a:lnTo>
                  <a:cubicBezTo>
                    <a:pt x="163" y="1"/>
                    <a:pt x="152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6" name="Google Shape;20406;p54"/>
            <p:cNvSpPr/>
            <p:nvPr/>
          </p:nvSpPr>
          <p:spPr>
            <a:xfrm>
              <a:off x="4653550" y="285492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8" y="1"/>
                  </a:moveTo>
                  <a:cubicBezTo>
                    <a:pt x="86" y="1"/>
                    <a:pt x="46" y="34"/>
                    <a:pt x="34" y="82"/>
                  </a:cubicBezTo>
                  <a:cubicBezTo>
                    <a:pt x="1" y="152"/>
                    <a:pt x="34" y="222"/>
                    <a:pt x="87" y="255"/>
                  </a:cubicBezTo>
                  <a:cubicBezTo>
                    <a:pt x="103" y="259"/>
                    <a:pt x="117" y="261"/>
                    <a:pt x="131" y="261"/>
                  </a:cubicBezTo>
                  <a:cubicBezTo>
                    <a:pt x="177" y="261"/>
                    <a:pt x="214" y="238"/>
                    <a:pt x="240" y="185"/>
                  </a:cubicBezTo>
                  <a:cubicBezTo>
                    <a:pt x="256" y="119"/>
                    <a:pt x="223" y="32"/>
                    <a:pt x="174" y="16"/>
                  </a:cubicBezTo>
                  <a:cubicBezTo>
                    <a:pt x="159" y="6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7" name="Google Shape;20407;p54"/>
            <p:cNvSpPr/>
            <p:nvPr/>
          </p:nvSpPr>
          <p:spPr>
            <a:xfrm>
              <a:off x="4668600" y="29459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7" y="1"/>
                  </a:moveTo>
                  <a:cubicBezTo>
                    <a:pt x="120" y="1"/>
                    <a:pt x="87" y="1"/>
                    <a:pt x="67" y="34"/>
                  </a:cubicBezTo>
                  <a:cubicBezTo>
                    <a:pt x="17" y="71"/>
                    <a:pt x="1" y="153"/>
                    <a:pt x="50" y="207"/>
                  </a:cubicBezTo>
                  <a:cubicBezTo>
                    <a:pt x="67" y="240"/>
                    <a:pt x="87" y="256"/>
                    <a:pt x="120" y="256"/>
                  </a:cubicBezTo>
                  <a:cubicBezTo>
                    <a:pt x="153" y="256"/>
                    <a:pt x="170" y="256"/>
                    <a:pt x="207" y="223"/>
                  </a:cubicBezTo>
                  <a:cubicBezTo>
                    <a:pt x="223" y="207"/>
                    <a:pt x="240" y="174"/>
                    <a:pt x="240" y="137"/>
                  </a:cubicBezTo>
                  <a:cubicBezTo>
                    <a:pt x="240" y="104"/>
                    <a:pt x="240" y="71"/>
                    <a:pt x="223" y="50"/>
                  </a:cubicBezTo>
                  <a:cubicBezTo>
                    <a:pt x="207" y="34"/>
                    <a:pt x="190" y="17"/>
                    <a:pt x="170" y="17"/>
                  </a:cubicBezTo>
                  <a:cubicBezTo>
                    <a:pt x="153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8" name="Google Shape;20408;p54"/>
            <p:cNvSpPr/>
            <p:nvPr/>
          </p:nvSpPr>
          <p:spPr>
            <a:xfrm>
              <a:off x="4664275" y="29608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7" y="0"/>
                  </a:moveTo>
                  <a:cubicBezTo>
                    <a:pt x="80" y="0"/>
                    <a:pt x="31" y="30"/>
                    <a:pt x="17" y="71"/>
                  </a:cubicBezTo>
                  <a:cubicBezTo>
                    <a:pt x="0" y="141"/>
                    <a:pt x="17" y="227"/>
                    <a:pt x="87" y="244"/>
                  </a:cubicBezTo>
                  <a:cubicBezTo>
                    <a:pt x="100" y="252"/>
                    <a:pt x="115" y="257"/>
                    <a:pt x="129" y="257"/>
                  </a:cubicBezTo>
                  <a:cubicBezTo>
                    <a:pt x="170" y="257"/>
                    <a:pt x="211" y="225"/>
                    <a:pt x="223" y="174"/>
                  </a:cubicBezTo>
                  <a:cubicBezTo>
                    <a:pt x="240" y="108"/>
                    <a:pt x="223" y="38"/>
                    <a:pt x="157" y="5"/>
                  </a:cubicBezTo>
                  <a:cubicBezTo>
                    <a:pt x="148" y="2"/>
                    <a:pt x="13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9" name="Google Shape;20409;p54"/>
            <p:cNvSpPr/>
            <p:nvPr/>
          </p:nvSpPr>
          <p:spPr>
            <a:xfrm>
              <a:off x="4766925" y="3020950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6" y="0"/>
                  </a:moveTo>
                  <a:cubicBezTo>
                    <a:pt x="98" y="0"/>
                    <a:pt x="48" y="33"/>
                    <a:pt x="34" y="91"/>
                  </a:cubicBezTo>
                  <a:cubicBezTo>
                    <a:pt x="1" y="140"/>
                    <a:pt x="34" y="227"/>
                    <a:pt x="87" y="243"/>
                  </a:cubicBezTo>
                  <a:cubicBezTo>
                    <a:pt x="105" y="253"/>
                    <a:pt x="122" y="258"/>
                    <a:pt x="138" y="258"/>
                  </a:cubicBezTo>
                  <a:cubicBezTo>
                    <a:pt x="181" y="258"/>
                    <a:pt x="216" y="225"/>
                    <a:pt x="240" y="177"/>
                  </a:cubicBezTo>
                  <a:cubicBezTo>
                    <a:pt x="256" y="107"/>
                    <a:pt x="223" y="37"/>
                    <a:pt x="174" y="4"/>
                  </a:cubicBezTo>
                  <a:cubicBezTo>
                    <a:pt x="165" y="1"/>
                    <a:pt x="155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0" name="Google Shape;20410;p54"/>
            <p:cNvSpPr/>
            <p:nvPr/>
          </p:nvSpPr>
          <p:spPr>
            <a:xfrm>
              <a:off x="4658300" y="29033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1"/>
                  </a:moveTo>
                  <a:cubicBezTo>
                    <a:pt x="33" y="22"/>
                    <a:pt x="0" y="71"/>
                    <a:pt x="0" y="158"/>
                  </a:cubicBezTo>
                  <a:cubicBezTo>
                    <a:pt x="0" y="191"/>
                    <a:pt x="17" y="207"/>
                    <a:pt x="50" y="228"/>
                  </a:cubicBezTo>
                  <a:cubicBezTo>
                    <a:pt x="66" y="261"/>
                    <a:pt x="103" y="261"/>
                    <a:pt x="120" y="261"/>
                  </a:cubicBezTo>
                  <a:cubicBezTo>
                    <a:pt x="153" y="261"/>
                    <a:pt x="190" y="228"/>
                    <a:pt x="206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6" y="38"/>
                    <a:pt x="169" y="22"/>
                  </a:cubicBezTo>
                  <a:cubicBezTo>
                    <a:pt x="169" y="22"/>
                    <a:pt x="153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1" name="Google Shape;20411;p54"/>
            <p:cNvSpPr/>
            <p:nvPr/>
          </p:nvSpPr>
          <p:spPr>
            <a:xfrm>
              <a:off x="4661275" y="2930750"/>
              <a:ext cx="6025" cy="6450"/>
            </a:xfrm>
            <a:custGeom>
              <a:avLst/>
              <a:gdLst/>
              <a:ahLst/>
              <a:cxnLst/>
              <a:rect l="l" t="t" r="r" b="b"/>
              <a:pathLst>
                <a:path w="241" h="258" extrusionOk="0">
                  <a:moveTo>
                    <a:pt x="127" y="1"/>
                  </a:moveTo>
                  <a:cubicBezTo>
                    <a:pt x="82" y="1"/>
                    <a:pt x="31" y="33"/>
                    <a:pt x="17" y="91"/>
                  </a:cubicBezTo>
                  <a:cubicBezTo>
                    <a:pt x="1" y="108"/>
                    <a:pt x="1" y="124"/>
                    <a:pt x="1" y="141"/>
                  </a:cubicBezTo>
                  <a:cubicBezTo>
                    <a:pt x="17" y="194"/>
                    <a:pt x="34" y="227"/>
                    <a:pt x="71" y="244"/>
                  </a:cubicBezTo>
                  <a:cubicBezTo>
                    <a:pt x="92" y="253"/>
                    <a:pt x="110" y="258"/>
                    <a:pt x="127" y="258"/>
                  </a:cubicBezTo>
                  <a:cubicBezTo>
                    <a:pt x="149" y="258"/>
                    <a:pt x="169" y="249"/>
                    <a:pt x="191" y="227"/>
                  </a:cubicBezTo>
                  <a:cubicBezTo>
                    <a:pt x="207" y="211"/>
                    <a:pt x="207" y="194"/>
                    <a:pt x="224" y="178"/>
                  </a:cubicBezTo>
                  <a:cubicBezTo>
                    <a:pt x="240" y="108"/>
                    <a:pt x="207" y="38"/>
                    <a:pt x="153" y="5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2" name="Google Shape;20412;p54"/>
            <p:cNvSpPr/>
            <p:nvPr/>
          </p:nvSpPr>
          <p:spPr>
            <a:xfrm>
              <a:off x="4679725" y="2960025"/>
              <a:ext cx="2200" cy="4350"/>
            </a:xfrm>
            <a:custGeom>
              <a:avLst/>
              <a:gdLst/>
              <a:ahLst/>
              <a:cxnLst/>
              <a:rect l="l" t="t" r="r" b="b"/>
              <a:pathLst>
                <a:path w="88" h="174" extrusionOk="0">
                  <a:moveTo>
                    <a:pt x="87" y="0"/>
                  </a:moveTo>
                  <a:cubicBezTo>
                    <a:pt x="54" y="0"/>
                    <a:pt x="17" y="38"/>
                    <a:pt x="17" y="71"/>
                  </a:cubicBezTo>
                  <a:cubicBezTo>
                    <a:pt x="1" y="104"/>
                    <a:pt x="1" y="141"/>
                    <a:pt x="17" y="174"/>
                  </a:cubicBezTo>
                  <a:cubicBezTo>
                    <a:pt x="34" y="104"/>
                    <a:pt x="71" y="54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3" name="Google Shape;20413;p54"/>
            <p:cNvSpPr/>
            <p:nvPr/>
          </p:nvSpPr>
          <p:spPr>
            <a:xfrm>
              <a:off x="4827025" y="298065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54" y="21"/>
                    <a:pt x="1" y="70"/>
                    <a:pt x="17" y="157"/>
                  </a:cubicBezTo>
                  <a:cubicBezTo>
                    <a:pt x="17" y="190"/>
                    <a:pt x="38" y="206"/>
                    <a:pt x="54" y="227"/>
                  </a:cubicBezTo>
                  <a:cubicBezTo>
                    <a:pt x="87" y="260"/>
                    <a:pt x="120" y="260"/>
                    <a:pt x="141" y="260"/>
                  </a:cubicBezTo>
                  <a:cubicBezTo>
                    <a:pt x="207" y="243"/>
                    <a:pt x="244" y="173"/>
                    <a:pt x="244" y="103"/>
                  </a:cubicBezTo>
                  <a:cubicBezTo>
                    <a:pt x="223" y="54"/>
                    <a:pt x="207" y="2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4" name="Google Shape;20414;p54"/>
            <p:cNvSpPr/>
            <p:nvPr/>
          </p:nvSpPr>
          <p:spPr>
            <a:xfrm>
              <a:off x="4810325" y="2983600"/>
              <a:ext cx="6425" cy="6550"/>
            </a:xfrm>
            <a:custGeom>
              <a:avLst/>
              <a:gdLst/>
              <a:ahLst/>
              <a:cxnLst/>
              <a:rect l="l" t="t" r="r" b="b"/>
              <a:pathLst>
                <a:path w="257" h="262" extrusionOk="0">
                  <a:moveTo>
                    <a:pt x="140" y="0"/>
                  </a:moveTo>
                  <a:cubicBezTo>
                    <a:pt x="96" y="0"/>
                    <a:pt x="47" y="35"/>
                    <a:pt x="34" y="88"/>
                  </a:cubicBezTo>
                  <a:cubicBezTo>
                    <a:pt x="1" y="158"/>
                    <a:pt x="34" y="228"/>
                    <a:pt x="87" y="245"/>
                  </a:cubicBezTo>
                  <a:cubicBezTo>
                    <a:pt x="104" y="261"/>
                    <a:pt x="120" y="261"/>
                    <a:pt x="137" y="261"/>
                  </a:cubicBezTo>
                  <a:cubicBezTo>
                    <a:pt x="190" y="261"/>
                    <a:pt x="223" y="228"/>
                    <a:pt x="240" y="175"/>
                  </a:cubicBezTo>
                  <a:cubicBezTo>
                    <a:pt x="256" y="125"/>
                    <a:pt x="240" y="72"/>
                    <a:pt x="207" y="39"/>
                  </a:cubicBezTo>
                  <a:cubicBezTo>
                    <a:pt x="207" y="22"/>
                    <a:pt x="190" y="22"/>
                    <a:pt x="170" y="6"/>
                  </a:cubicBezTo>
                  <a:cubicBezTo>
                    <a:pt x="160" y="2"/>
                    <a:pt x="15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5" name="Google Shape;20415;p54"/>
            <p:cNvSpPr/>
            <p:nvPr/>
          </p:nvSpPr>
          <p:spPr>
            <a:xfrm>
              <a:off x="4823625" y="29493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33" y="17"/>
                    <a:pt x="0" y="87"/>
                    <a:pt x="17" y="157"/>
                  </a:cubicBezTo>
                  <a:cubicBezTo>
                    <a:pt x="17" y="190"/>
                    <a:pt x="33" y="223"/>
                    <a:pt x="71" y="244"/>
                  </a:cubicBezTo>
                  <a:cubicBezTo>
                    <a:pt x="82" y="256"/>
                    <a:pt x="94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74" y="260"/>
                    <a:pt x="190" y="244"/>
                    <a:pt x="207" y="207"/>
                  </a:cubicBezTo>
                  <a:cubicBezTo>
                    <a:pt x="223" y="190"/>
                    <a:pt x="240" y="157"/>
                    <a:pt x="223" y="120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74" y="17"/>
                    <a:pt x="174" y="17"/>
                    <a:pt x="153" y="17"/>
                  </a:cubicBezTo>
                  <a:lnTo>
                    <a:pt x="137" y="17"/>
                  </a:ln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6" name="Google Shape;20416;p54"/>
            <p:cNvSpPr/>
            <p:nvPr/>
          </p:nvSpPr>
          <p:spPr>
            <a:xfrm>
              <a:off x="4797450" y="29849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66" y="0"/>
                    <a:pt x="50" y="33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39"/>
                    <a:pt x="87" y="260"/>
                    <a:pt x="103" y="260"/>
                  </a:cubicBezTo>
                  <a:cubicBezTo>
                    <a:pt x="136" y="260"/>
                    <a:pt x="169" y="260"/>
                    <a:pt x="190" y="239"/>
                  </a:cubicBezTo>
                  <a:cubicBezTo>
                    <a:pt x="206" y="206"/>
                    <a:pt x="223" y="173"/>
                    <a:pt x="223" y="136"/>
                  </a:cubicBezTo>
                  <a:cubicBezTo>
                    <a:pt x="239" y="103"/>
                    <a:pt x="223" y="70"/>
                    <a:pt x="206" y="54"/>
                  </a:cubicBezTo>
                  <a:cubicBezTo>
                    <a:pt x="190" y="33"/>
                    <a:pt x="169" y="17"/>
                    <a:pt x="153" y="17"/>
                  </a:cubicBezTo>
                  <a:cubicBezTo>
                    <a:pt x="153" y="0"/>
                    <a:pt x="136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7" name="Google Shape;20417;p54"/>
            <p:cNvSpPr/>
            <p:nvPr/>
          </p:nvSpPr>
          <p:spPr>
            <a:xfrm>
              <a:off x="4781975" y="29899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5" y="0"/>
                    <a:pt x="109" y="2"/>
                    <a:pt x="104" y="7"/>
                  </a:cubicBezTo>
                  <a:lnTo>
                    <a:pt x="67" y="7"/>
                  </a:lnTo>
                  <a:cubicBezTo>
                    <a:pt x="34" y="24"/>
                    <a:pt x="1" y="94"/>
                    <a:pt x="17" y="143"/>
                  </a:cubicBezTo>
                  <a:cubicBezTo>
                    <a:pt x="17" y="181"/>
                    <a:pt x="34" y="214"/>
                    <a:pt x="50" y="230"/>
                  </a:cubicBezTo>
                  <a:cubicBezTo>
                    <a:pt x="67" y="246"/>
                    <a:pt x="104" y="267"/>
                    <a:pt x="137" y="267"/>
                  </a:cubicBezTo>
                  <a:cubicBezTo>
                    <a:pt x="190" y="246"/>
                    <a:pt x="240" y="181"/>
                    <a:pt x="223" y="110"/>
                  </a:cubicBezTo>
                  <a:lnTo>
                    <a:pt x="223" y="77"/>
                  </a:lnTo>
                  <a:cubicBezTo>
                    <a:pt x="207" y="40"/>
                    <a:pt x="190" y="24"/>
                    <a:pt x="153" y="7"/>
                  </a:cubicBezTo>
                  <a:cubicBezTo>
                    <a:pt x="142" y="7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8" name="Google Shape;20418;p54"/>
            <p:cNvSpPr/>
            <p:nvPr/>
          </p:nvSpPr>
          <p:spPr>
            <a:xfrm>
              <a:off x="4766525" y="29905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7"/>
                    <a:pt x="50" y="54"/>
                    <a:pt x="17" y="87"/>
                  </a:cubicBezTo>
                  <a:cubicBezTo>
                    <a:pt x="0" y="120"/>
                    <a:pt x="17" y="174"/>
                    <a:pt x="33" y="207"/>
                  </a:cubicBezTo>
                  <a:cubicBezTo>
                    <a:pt x="50" y="223"/>
                    <a:pt x="87" y="244"/>
                    <a:pt x="103" y="261"/>
                  </a:cubicBezTo>
                  <a:cubicBezTo>
                    <a:pt x="136" y="261"/>
                    <a:pt x="169" y="244"/>
                    <a:pt x="190" y="223"/>
                  </a:cubicBezTo>
                  <a:cubicBezTo>
                    <a:pt x="239" y="174"/>
                    <a:pt x="239" y="87"/>
                    <a:pt x="207" y="38"/>
                  </a:cubicBezTo>
                  <a:cubicBezTo>
                    <a:pt x="190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9" name="Google Shape;20419;p54"/>
            <p:cNvSpPr/>
            <p:nvPr/>
          </p:nvSpPr>
          <p:spPr>
            <a:xfrm>
              <a:off x="4775500" y="3007850"/>
              <a:ext cx="6100" cy="6450"/>
            </a:xfrm>
            <a:custGeom>
              <a:avLst/>
              <a:gdLst/>
              <a:ahLst/>
              <a:cxnLst/>
              <a:rect l="l" t="t" r="r" b="b"/>
              <a:pathLst>
                <a:path w="244" h="258" extrusionOk="0">
                  <a:moveTo>
                    <a:pt x="113" y="0"/>
                  </a:moveTo>
                  <a:cubicBezTo>
                    <a:pt x="71" y="0"/>
                    <a:pt x="32" y="31"/>
                    <a:pt x="17" y="83"/>
                  </a:cubicBezTo>
                  <a:cubicBezTo>
                    <a:pt x="0" y="149"/>
                    <a:pt x="17" y="219"/>
                    <a:pt x="70" y="252"/>
                  </a:cubicBezTo>
                  <a:cubicBezTo>
                    <a:pt x="83" y="256"/>
                    <a:pt x="96" y="258"/>
                    <a:pt x="109" y="258"/>
                  </a:cubicBezTo>
                  <a:cubicBezTo>
                    <a:pt x="163" y="258"/>
                    <a:pt x="209" y="223"/>
                    <a:pt x="223" y="170"/>
                  </a:cubicBezTo>
                  <a:cubicBezTo>
                    <a:pt x="243" y="99"/>
                    <a:pt x="206" y="29"/>
                    <a:pt x="157" y="13"/>
                  </a:cubicBezTo>
                  <a:cubicBezTo>
                    <a:pt x="142" y="4"/>
                    <a:pt x="127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0" name="Google Shape;20420;p54"/>
            <p:cNvSpPr/>
            <p:nvPr/>
          </p:nvSpPr>
          <p:spPr>
            <a:xfrm>
              <a:off x="4780225" y="30331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1"/>
                  </a:moveTo>
                  <a:cubicBezTo>
                    <a:pt x="104" y="1"/>
                    <a:pt x="71" y="17"/>
                    <a:pt x="54" y="34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4" y="250"/>
                    <a:pt x="83" y="263"/>
                    <a:pt x="114" y="263"/>
                  </a:cubicBezTo>
                  <a:cubicBezTo>
                    <a:pt x="140" y="263"/>
                    <a:pt x="166" y="255"/>
                    <a:pt x="190" y="240"/>
                  </a:cubicBezTo>
                  <a:cubicBezTo>
                    <a:pt x="240" y="190"/>
                    <a:pt x="240" y="104"/>
                    <a:pt x="207" y="50"/>
                  </a:cubicBezTo>
                  <a:cubicBezTo>
                    <a:pt x="190" y="34"/>
                    <a:pt x="190" y="17"/>
                    <a:pt x="174" y="17"/>
                  </a:cubicBezTo>
                  <a:cubicBezTo>
                    <a:pt x="157" y="17"/>
                    <a:pt x="13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1" name="Google Shape;20421;p54"/>
            <p:cNvSpPr/>
            <p:nvPr/>
          </p:nvSpPr>
          <p:spPr>
            <a:xfrm>
              <a:off x="4679725" y="28359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71" y="1"/>
                    <a:pt x="54" y="17"/>
                    <a:pt x="34" y="54"/>
                  </a:cubicBezTo>
                  <a:cubicBezTo>
                    <a:pt x="17" y="87"/>
                    <a:pt x="1" y="120"/>
                    <a:pt x="17" y="157"/>
                  </a:cubicBezTo>
                  <a:cubicBezTo>
                    <a:pt x="17" y="190"/>
                    <a:pt x="34" y="207"/>
                    <a:pt x="54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1" y="244"/>
                    <a:pt x="240" y="174"/>
                    <a:pt x="224" y="104"/>
                  </a:cubicBezTo>
                  <a:cubicBezTo>
                    <a:pt x="224" y="71"/>
                    <a:pt x="207" y="54"/>
                    <a:pt x="191" y="17"/>
                  </a:cubicBezTo>
                  <a:cubicBezTo>
                    <a:pt x="174" y="17"/>
                    <a:pt x="174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2" name="Google Shape;20422;p54"/>
            <p:cNvSpPr/>
            <p:nvPr/>
          </p:nvSpPr>
          <p:spPr>
            <a:xfrm>
              <a:off x="4668600" y="28239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87" y="0"/>
                    <a:pt x="87" y="17"/>
                    <a:pt x="67" y="17"/>
                  </a:cubicBezTo>
                  <a:cubicBezTo>
                    <a:pt x="34" y="33"/>
                    <a:pt x="1" y="83"/>
                    <a:pt x="1" y="153"/>
                  </a:cubicBezTo>
                  <a:cubicBezTo>
                    <a:pt x="17" y="186"/>
                    <a:pt x="34" y="223"/>
                    <a:pt x="50" y="239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90" y="256"/>
                    <a:pt x="240" y="186"/>
                    <a:pt x="223" y="120"/>
                  </a:cubicBezTo>
                  <a:lnTo>
                    <a:pt x="223" y="83"/>
                  </a:lnTo>
                  <a:cubicBezTo>
                    <a:pt x="207" y="50"/>
                    <a:pt x="190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3" name="Google Shape;20423;p54"/>
            <p:cNvSpPr/>
            <p:nvPr/>
          </p:nvSpPr>
          <p:spPr>
            <a:xfrm>
              <a:off x="4652225" y="2871000"/>
              <a:ext cx="5675" cy="6600"/>
            </a:xfrm>
            <a:custGeom>
              <a:avLst/>
              <a:gdLst/>
              <a:ahLst/>
              <a:cxnLst/>
              <a:rect l="l" t="t" r="r" b="b"/>
              <a:pathLst>
                <a:path w="227" h="264" extrusionOk="0">
                  <a:moveTo>
                    <a:pt x="123" y="0"/>
                  </a:moveTo>
                  <a:cubicBezTo>
                    <a:pt x="116" y="0"/>
                    <a:pt x="110" y="2"/>
                    <a:pt x="103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81"/>
                    <a:pt x="21" y="214"/>
                    <a:pt x="54" y="230"/>
                  </a:cubicBezTo>
                  <a:cubicBezTo>
                    <a:pt x="70" y="247"/>
                    <a:pt x="103" y="263"/>
                    <a:pt x="140" y="263"/>
                  </a:cubicBezTo>
                  <a:cubicBezTo>
                    <a:pt x="190" y="247"/>
                    <a:pt x="227" y="181"/>
                    <a:pt x="227" y="111"/>
                  </a:cubicBezTo>
                  <a:cubicBezTo>
                    <a:pt x="227" y="78"/>
                    <a:pt x="206" y="41"/>
                    <a:pt x="173" y="24"/>
                  </a:cubicBezTo>
                  <a:lnTo>
                    <a:pt x="157" y="8"/>
                  </a:lnTo>
                  <a:cubicBezTo>
                    <a:pt x="146" y="8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4" name="Google Shape;20424;p54"/>
            <p:cNvSpPr/>
            <p:nvPr/>
          </p:nvSpPr>
          <p:spPr>
            <a:xfrm>
              <a:off x="4674175" y="28535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7"/>
                    <a:pt x="0" y="71"/>
                    <a:pt x="0" y="157"/>
                  </a:cubicBezTo>
                  <a:cubicBezTo>
                    <a:pt x="17" y="190"/>
                    <a:pt x="17" y="207"/>
                    <a:pt x="50" y="240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73" y="17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5" name="Google Shape;20425;p54"/>
            <p:cNvSpPr/>
            <p:nvPr/>
          </p:nvSpPr>
          <p:spPr>
            <a:xfrm>
              <a:off x="4665100" y="27913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3" y="0"/>
                  </a:moveTo>
                  <a:cubicBezTo>
                    <a:pt x="54" y="17"/>
                    <a:pt x="0" y="87"/>
                    <a:pt x="21" y="153"/>
                  </a:cubicBezTo>
                  <a:cubicBezTo>
                    <a:pt x="21" y="190"/>
                    <a:pt x="38" y="223"/>
                    <a:pt x="71" y="239"/>
                  </a:cubicBezTo>
                  <a:cubicBezTo>
                    <a:pt x="87" y="256"/>
                    <a:pt x="124" y="256"/>
                    <a:pt x="141" y="256"/>
                  </a:cubicBezTo>
                  <a:cubicBezTo>
                    <a:pt x="174" y="256"/>
                    <a:pt x="207" y="239"/>
                    <a:pt x="227" y="206"/>
                  </a:cubicBezTo>
                  <a:cubicBezTo>
                    <a:pt x="244" y="190"/>
                    <a:pt x="244" y="153"/>
                    <a:pt x="244" y="120"/>
                  </a:cubicBezTo>
                  <a:cubicBezTo>
                    <a:pt x="227" y="87"/>
                    <a:pt x="227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7" y="0"/>
                    <a:pt x="141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6" name="Google Shape;20426;p54"/>
            <p:cNvSpPr/>
            <p:nvPr/>
          </p:nvSpPr>
          <p:spPr>
            <a:xfrm>
              <a:off x="4682725" y="279152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91" y="1"/>
                  </a:moveTo>
                  <a:cubicBezTo>
                    <a:pt x="69" y="1"/>
                    <a:pt x="49" y="13"/>
                    <a:pt x="38" y="24"/>
                  </a:cubicBezTo>
                  <a:cubicBezTo>
                    <a:pt x="17" y="61"/>
                    <a:pt x="0" y="78"/>
                    <a:pt x="0" y="111"/>
                  </a:cubicBezTo>
                  <a:cubicBezTo>
                    <a:pt x="0" y="144"/>
                    <a:pt x="0" y="181"/>
                    <a:pt x="17" y="214"/>
                  </a:cubicBezTo>
                  <a:cubicBezTo>
                    <a:pt x="38" y="245"/>
                    <a:pt x="69" y="263"/>
                    <a:pt x="102" y="263"/>
                  </a:cubicBezTo>
                  <a:cubicBezTo>
                    <a:pt x="126" y="263"/>
                    <a:pt x="151" y="253"/>
                    <a:pt x="174" y="230"/>
                  </a:cubicBezTo>
                  <a:cubicBezTo>
                    <a:pt x="223" y="181"/>
                    <a:pt x="223" y="111"/>
                    <a:pt x="190" y="41"/>
                  </a:cubicBezTo>
                  <a:cubicBezTo>
                    <a:pt x="174" y="24"/>
                    <a:pt x="174" y="24"/>
                    <a:pt x="157" y="8"/>
                  </a:cubicBezTo>
                  <a:lnTo>
                    <a:pt x="120" y="8"/>
                  </a:lnTo>
                  <a:cubicBezTo>
                    <a:pt x="110" y="3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7" name="Google Shape;20427;p54"/>
            <p:cNvSpPr/>
            <p:nvPr/>
          </p:nvSpPr>
          <p:spPr>
            <a:xfrm>
              <a:off x="4684900" y="28664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57" y="1"/>
                  </a:moveTo>
                  <a:cubicBezTo>
                    <a:pt x="120" y="1"/>
                    <a:pt x="87" y="1"/>
                    <a:pt x="54" y="17"/>
                  </a:cubicBezTo>
                  <a:cubicBezTo>
                    <a:pt x="33" y="34"/>
                    <a:pt x="17" y="54"/>
                    <a:pt x="0" y="87"/>
                  </a:cubicBezTo>
                  <a:lnTo>
                    <a:pt x="0" y="174"/>
                  </a:lnTo>
                  <a:cubicBezTo>
                    <a:pt x="17" y="207"/>
                    <a:pt x="33" y="240"/>
                    <a:pt x="70" y="261"/>
                  </a:cubicBezTo>
                  <a:cubicBezTo>
                    <a:pt x="78" y="263"/>
                    <a:pt x="86" y="265"/>
                    <a:pt x="95" y="265"/>
                  </a:cubicBezTo>
                  <a:cubicBezTo>
                    <a:pt x="141" y="265"/>
                    <a:pt x="192" y="229"/>
                    <a:pt x="206" y="174"/>
                  </a:cubicBezTo>
                  <a:cubicBezTo>
                    <a:pt x="239" y="104"/>
                    <a:pt x="206" y="34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8" name="Google Shape;20428;p54"/>
            <p:cNvSpPr/>
            <p:nvPr/>
          </p:nvSpPr>
          <p:spPr>
            <a:xfrm>
              <a:off x="4793125" y="30017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3" y="0"/>
                  </a:moveTo>
                  <a:cubicBezTo>
                    <a:pt x="70" y="17"/>
                    <a:pt x="54" y="33"/>
                    <a:pt x="33" y="50"/>
                  </a:cubicBezTo>
                  <a:cubicBezTo>
                    <a:pt x="17" y="83"/>
                    <a:pt x="0" y="120"/>
                    <a:pt x="17" y="153"/>
                  </a:cubicBezTo>
                  <a:cubicBezTo>
                    <a:pt x="17" y="186"/>
                    <a:pt x="33" y="223"/>
                    <a:pt x="54" y="239"/>
                  </a:cubicBezTo>
                  <a:cubicBezTo>
                    <a:pt x="77" y="251"/>
                    <a:pt x="92" y="263"/>
                    <a:pt x="111" y="263"/>
                  </a:cubicBezTo>
                  <a:cubicBezTo>
                    <a:pt x="118" y="263"/>
                    <a:pt x="126" y="261"/>
                    <a:pt x="136" y="256"/>
                  </a:cubicBezTo>
                  <a:cubicBezTo>
                    <a:pt x="206" y="256"/>
                    <a:pt x="239" y="186"/>
                    <a:pt x="223" y="120"/>
                  </a:cubicBezTo>
                  <a:cubicBezTo>
                    <a:pt x="223" y="83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9" name="Google Shape;20429;p54"/>
            <p:cNvSpPr/>
            <p:nvPr/>
          </p:nvSpPr>
          <p:spPr>
            <a:xfrm>
              <a:off x="4661700" y="2841850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41" y="1"/>
                  </a:moveTo>
                  <a:cubicBezTo>
                    <a:pt x="96" y="1"/>
                    <a:pt x="50" y="33"/>
                    <a:pt x="33" y="73"/>
                  </a:cubicBezTo>
                  <a:cubicBezTo>
                    <a:pt x="0" y="143"/>
                    <a:pt x="33" y="229"/>
                    <a:pt x="87" y="246"/>
                  </a:cubicBezTo>
                  <a:cubicBezTo>
                    <a:pt x="106" y="255"/>
                    <a:pt x="123" y="259"/>
                    <a:pt x="138" y="259"/>
                  </a:cubicBezTo>
                  <a:cubicBezTo>
                    <a:pt x="182" y="259"/>
                    <a:pt x="215" y="227"/>
                    <a:pt x="239" y="176"/>
                  </a:cubicBezTo>
                  <a:cubicBezTo>
                    <a:pt x="260" y="110"/>
                    <a:pt x="223" y="40"/>
                    <a:pt x="174" y="7"/>
                  </a:cubicBezTo>
                  <a:cubicBezTo>
                    <a:pt x="163" y="3"/>
                    <a:pt x="152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0" name="Google Shape;20430;p54"/>
            <p:cNvSpPr/>
            <p:nvPr/>
          </p:nvSpPr>
          <p:spPr>
            <a:xfrm>
              <a:off x="4677575" y="28827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7" y="21"/>
                    <a:pt x="0" y="87"/>
                    <a:pt x="0" y="157"/>
                  </a:cubicBezTo>
                  <a:cubicBezTo>
                    <a:pt x="17" y="190"/>
                    <a:pt x="37" y="227"/>
                    <a:pt x="54" y="244"/>
                  </a:cubicBezTo>
                  <a:cubicBezTo>
                    <a:pt x="87" y="260"/>
                    <a:pt x="103" y="260"/>
                    <a:pt x="140" y="260"/>
                  </a:cubicBezTo>
                  <a:cubicBezTo>
                    <a:pt x="157" y="260"/>
                    <a:pt x="190" y="244"/>
                    <a:pt x="206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6" y="54"/>
                    <a:pt x="173" y="37"/>
                  </a:cubicBezTo>
                  <a:cubicBezTo>
                    <a:pt x="173" y="21"/>
                    <a:pt x="173" y="21"/>
                    <a:pt x="157" y="21"/>
                  </a:cubicBezTo>
                  <a:cubicBezTo>
                    <a:pt x="157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1" name="Google Shape;20431;p54"/>
            <p:cNvSpPr/>
            <p:nvPr/>
          </p:nvSpPr>
          <p:spPr>
            <a:xfrm>
              <a:off x="4658300" y="28085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3" y="1"/>
                  </a:moveTo>
                  <a:cubicBezTo>
                    <a:pt x="33" y="17"/>
                    <a:pt x="0" y="83"/>
                    <a:pt x="0" y="153"/>
                  </a:cubicBezTo>
                  <a:cubicBezTo>
                    <a:pt x="17" y="186"/>
                    <a:pt x="33" y="223"/>
                    <a:pt x="50" y="240"/>
                  </a:cubicBezTo>
                  <a:cubicBezTo>
                    <a:pt x="61" y="252"/>
                    <a:pt x="83" y="263"/>
                    <a:pt x="107" y="263"/>
                  </a:cubicBezTo>
                  <a:cubicBezTo>
                    <a:pt x="117" y="263"/>
                    <a:pt x="127" y="261"/>
                    <a:pt x="136" y="256"/>
                  </a:cubicBezTo>
                  <a:cubicBezTo>
                    <a:pt x="190" y="256"/>
                    <a:pt x="239" y="186"/>
                    <a:pt x="223" y="120"/>
                  </a:cubicBezTo>
                  <a:cubicBezTo>
                    <a:pt x="223" y="83"/>
                    <a:pt x="206" y="50"/>
                    <a:pt x="190" y="34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2" name="Google Shape;20432;p54"/>
            <p:cNvSpPr/>
            <p:nvPr/>
          </p:nvSpPr>
          <p:spPr>
            <a:xfrm>
              <a:off x="4650975" y="29183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20" y="1"/>
                    <a:pt x="87" y="1"/>
                    <a:pt x="71" y="17"/>
                  </a:cubicBezTo>
                  <a:cubicBezTo>
                    <a:pt x="17" y="71"/>
                    <a:pt x="1" y="158"/>
                    <a:pt x="50" y="207"/>
                  </a:cubicBezTo>
                  <a:cubicBezTo>
                    <a:pt x="71" y="244"/>
                    <a:pt x="87" y="261"/>
                    <a:pt x="120" y="261"/>
                  </a:cubicBezTo>
                  <a:cubicBezTo>
                    <a:pt x="153" y="261"/>
                    <a:pt x="174" y="261"/>
                    <a:pt x="207" y="223"/>
                  </a:cubicBezTo>
                  <a:cubicBezTo>
                    <a:pt x="223" y="207"/>
                    <a:pt x="240" y="174"/>
                    <a:pt x="240" y="141"/>
                  </a:cubicBezTo>
                  <a:cubicBezTo>
                    <a:pt x="240" y="104"/>
                    <a:pt x="240" y="71"/>
                    <a:pt x="223" y="54"/>
                  </a:cubicBezTo>
                  <a:cubicBezTo>
                    <a:pt x="207" y="38"/>
                    <a:pt x="190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3" name="Google Shape;20433;p54"/>
            <p:cNvSpPr/>
            <p:nvPr/>
          </p:nvSpPr>
          <p:spPr>
            <a:xfrm>
              <a:off x="4649625" y="2890975"/>
              <a:ext cx="6125" cy="6325"/>
            </a:xfrm>
            <a:custGeom>
              <a:avLst/>
              <a:gdLst/>
              <a:ahLst/>
              <a:cxnLst/>
              <a:rect l="l" t="t" r="r" b="b"/>
              <a:pathLst>
                <a:path w="245" h="253" extrusionOk="0">
                  <a:moveTo>
                    <a:pt x="141" y="0"/>
                  </a:moveTo>
                  <a:cubicBezTo>
                    <a:pt x="104" y="0"/>
                    <a:pt x="71" y="0"/>
                    <a:pt x="55" y="17"/>
                  </a:cubicBezTo>
                  <a:cubicBezTo>
                    <a:pt x="38" y="50"/>
                    <a:pt x="22" y="66"/>
                    <a:pt x="22" y="103"/>
                  </a:cubicBezTo>
                  <a:cubicBezTo>
                    <a:pt x="1" y="136"/>
                    <a:pt x="22" y="169"/>
                    <a:pt x="38" y="206"/>
                  </a:cubicBezTo>
                  <a:cubicBezTo>
                    <a:pt x="57" y="235"/>
                    <a:pt x="89" y="253"/>
                    <a:pt x="122" y="253"/>
                  </a:cubicBezTo>
                  <a:cubicBezTo>
                    <a:pt x="146" y="253"/>
                    <a:pt x="170" y="244"/>
                    <a:pt x="191" y="223"/>
                  </a:cubicBezTo>
                  <a:cubicBezTo>
                    <a:pt x="244" y="186"/>
                    <a:pt x="244" y="103"/>
                    <a:pt x="207" y="50"/>
                  </a:cubicBezTo>
                  <a:cubicBezTo>
                    <a:pt x="191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4" name="Google Shape;20434;p54"/>
            <p:cNvSpPr/>
            <p:nvPr/>
          </p:nvSpPr>
          <p:spPr>
            <a:xfrm>
              <a:off x="4647050" y="293517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04" y="1"/>
                  </a:moveTo>
                  <a:cubicBezTo>
                    <a:pt x="71" y="1"/>
                    <a:pt x="55" y="17"/>
                    <a:pt x="38" y="50"/>
                  </a:cubicBezTo>
                  <a:cubicBezTo>
                    <a:pt x="22" y="87"/>
                    <a:pt x="1" y="120"/>
                    <a:pt x="1" y="153"/>
                  </a:cubicBezTo>
                  <a:cubicBezTo>
                    <a:pt x="22" y="191"/>
                    <a:pt x="38" y="207"/>
                    <a:pt x="55" y="240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91" y="240"/>
                    <a:pt x="244" y="191"/>
                    <a:pt x="228" y="104"/>
                  </a:cubicBezTo>
                  <a:cubicBezTo>
                    <a:pt x="228" y="67"/>
                    <a:pt x="207" y="50"/>
                    <a:pt x="191" y="17"/>
                  </a:cubicBezTo>
                  <a:cubicBezTo>
                    <a:pt x="174" y="17"/>
                    <a:pt x="174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5" name="Google Shape;20435;p54"/>
            <p:cNvSpPr/>
            <p:nvPr/>
          </p:nvSpPr>
          <p:spPr>
            <a:xfrm>
              <a:off x="4653150" y="2824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66" y="1"/>
                    <a:pt x="50" y="34"/>
                  </a:cubicBezTo>
                  <a:cubicBezTo>
                    <a:pt x="0" y="67"/>
                    <a:pt x="0" y="153"/>
                    <a:pt x="33" y="207"/>
                  </a:cubicBezTo>
                  <a:cubicBezTo>
                    <a:pt x="50" y="240"/>
                    <a:pt x="66" y="256"/>
                    <a:pt x="103" y="256"/>
                  </a:cubicBezTo>
                  <a:cubicBezTo>
                    <a:pt x="136" y="256"/>
                    <a:pt x="169" y="256"/>
                    <a:pt x="190" y="223"/>
                  </a:cubicBezTo>
                  <a:cubicBezTo>
                    <a:pt x="239" y="190"/>
                    <a:pt x="239" y="104"/>
                    <a:pt x="206" y="50"/>
                  </a:cubicBezTo>
                  <a:cubicBezTo>
                    <a:pt x="190" y="34"/>
                    <a:pt x="169" y="17"/>
                    <a:pt x="153" y="17"/>
                  </a:cubicBezTo>
                  <a:cubicBezTo>
                    <a:pt x="153" y="1"/>
                    <a:pt x="13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6" name="Google Shape;20436;p54"/>
            <p:cNvSpPr/>
            <p:nvPr/>
          </p:nvSpPr>
          <p:spPr>
            <a:xfrm>
              <a:off x="4650150" y="27941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7" y="0"/>
                  </a:moveTo>
                  <a:cubicBezTo>
                    <a:pt x="84" y="0"/>
                    <a:pt x="62" y="12"/>
                    <a:pt x="50" y="23"/>
                  </a:cubicBezTo>
                  <a:cubicBezTo>
                    <a:pt x="1" y="77"/>
                    <a:pt x="1" y="164"/>
                    <a:pt x="34" y="213"/>
                  </a:cubicBezTo>
                  <a:cubicBezTo>
                    <a:pt x="50" y="230"/>
                    <a:pt x="83" y="246"/>
                    <a:pt x="104" y="267"/>
                  </a:cubicBezTo>
                  <a:cubicBezTo>
                    <a:pt x="137" y="267"/>
                    <a:pt x="170" y="246"/>
                    <a:pt x="186" y="230"/>
                  </a:cubicBezTo>
                  <a:cubicBezTo>
                    <a:pt x="223" y="213"/>
                    <a:pt x="223" y="180"/>
                    <a:pt x="240" y="143"/>
                  </a:cubicBezTo>
                  <a:cubicBezTo>
                    <a:pt x="240" y="110"/>
                    <a:pt x="223" y="77"/>
                    <a:pt x="207" y="40"/>
                  </a:cubicBezTo>
                  <a:cubicBezTo>
                    <a:pt x="186" y="23"/>
                    <a:pt x="186" y="23"/>
                    <a:pt x="153" y="7"/>
                  </a:cubicBezTo>
                  <a:lnTo>
                    <a:pt x="137" y="7"/>
                  </a:lnTo>
                  <a:cubicBezTo>
                    <a:pt x="127" y="2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7" name="Google Shape;20437;p54"/>
            <p:cNvSpPr/>
            <p:nvPr/>
          </p:nvSpPr>
          <p:spPr>
            <a:xfrm>
              <a:off x="4646650" y="28410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1"/>
                    <a:pt x="0" y="71"/>
                    <a:pt x="17" y="141"/>
                  </a:cubicBezTo>
                  <a:cubicBezTo>
                    <a:pt x="17" y="174"/>
                    <a:pt x="38" y="207"/>
                    <a:pt x="54" y="223"/>
                  </a:cubicBezTo>
                  <a:cubicBezTo>
                    <a:pt x="87" y="260"/>
                    <a:pt x="103" y="260"/>
                    <a:pt x="141" y="260"/>
                  </a:cubicBezTo>
                  <a:cubicBezTo>
                    <a:pt x="207" y="244"/>
                    <a:pt x="244" y="174"/>
                    <a:pt x="223" y="104"/>
                  </a:cubicBezTo>
                  <a:cubicBezTo>
                    <a:pt x="223" y="71"/>
                    <a:pt x="207" y="38"/>
                    <a:pt x="190" y="17"/>
                  </a:cubicBezTo>
                  <a:cubicBezTo>
                    <a:pt x="174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8" name="Google Shape;20438;p54"/>
            <p:cNvSpPr/>
            <p:nvPr/>
          </p:nvSpPr>
          <p:spPr>
            <a:xfrm>
              <a:off x="4684075" y="281905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07" y="1"/>
                  </a:moveTo>
                  <a:cubicBezTo>
                    <a:pt x="83" y="1"/>
                    <a:pt x="61" y="12"/>
                    <a:pt x="50" y="24"/>
                  </a:cubicBezTo>
                  <a:cubicBezTo>
                    <a:pt x="0" y="74"/>
                    <a:pt x="0" y="160"/>
                    <a:pt x="33" y="214"/>
                  </a:cubicBezTo>
                  <a:cubicBezTo>
                    <a:pt x="50" y="247"/>
                    <a:pt x="66" y="263"/>
                    <a:pt x="103" y="263"/>
                  </a:cubicBezTo>
                  <a:cubicBezTo>
                    <a:pt x="136" y="263"/>
                    <a:pt x="169" y="247"/>
                    <a:pt x="190" y="230"/>
                  </a:cubicBezTo>
                  <a:cubicBezTo>
                    <a:pt x="206" y="214"/>
                    <a:pt x="223" y="177"/>
                    <a:pt x="223" y="144"/>
                  </a:cubicBezTo>
                  <a:cubicBezTo>
                    <a:pt x="223" y="111"/>
                    <a:pt x="223" y="74"/>
                    <a:pt x="206" y="41"/>
                  </a:cubicBezTo>
                  <a:cubicBezTo>
                    <a:pt x="190" y="24"/>
                    <a:pt x="169" y="24"/>
                    <a:pt x="153" y="8"/>
                  </a:cubicBezTo>
                  <a:lnTo>
                    <a:pt x="136" y="8"/>
                  </a:lnTo>
                  <a:cubicBezTo>
                    <a:pt x="126" y="3"/>
                    <a:pt x="116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9" name="Google Shape;20439;p54"/>
            <p:cNvSpPr/>
            <p:nvPr/>
          </p:nvSpPr>
          <p:spPr>
            <a:xfrm>
              <a:off x="4589550" y="285097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87" y="0"/>
                  </a:moveTo>
                  <a:cubicBezTo>
                    <a:pt x="70" y="17"/>
                    <a:pt x="33" y="33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23"/>
                    <a:pt x="54" y="240"/>
                  </a:cubicBezTo>
                  <a:cubicBezTo>
                    <a:pt x="66" y="254"/>
                    <a:pt x="86" y="267"/>
                    <a:pt x="102" y="267"/>
                  </a:cubicBezTo>
                  <a:cubicBezTo>
                    <a:pt x="109" y="267"/>
                    <a:pt x="115" y="265"/>
                    <a:pt x="120" y="260"/>
                  </a:cubicBezTo>
                  <a:cubicBezTo>
                    <a:pt x="190" y="260"/>
                    <a:pt x="223" y="190"/>
                    <a:pt x="223" y="120"/>
                  </a:cubicBezTo>
                  <a:cubicBezTo>
                    <a:pt x="206" y="87"/>
                    <a:pt x="206" y="54"/>
                    <a:pt x="173" y="33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36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0" name="Google Shape;20440;p54"/>
            <p:cNvSpPr/>
            <p:nvPr/>
          </p:nvSpPr>
          <p:spPr>
            <a:xfrm>
              <a:off x="4586550" y="2947650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04" y="1"/>
                  </a:moveTo>
                  <a:cubicBezTo>
                    <a:pt x="34" y="17"/>
                    <a:pt x="1" y="67"/>
                    <a:pt x="1" y="153"/>
                  </a:cubicBezTo>
                  <a:cubicBezTo>
                    <a:pt x="1" y="186"/>
                    <a:pt x="17" y="207"/>
                    <a:pt x="50" y="240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23" y="67"/>
                    <a:pt x="207" y="50"/>
                    <a:pt x="174" y="17"/>
                  </a:cubicBezTo>
                  <a:cubicBezTo>
                    <a:pt x="174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1" name="Google Shape;20441;p54"/>
            <p:cNvSpPr/>
            <p:nvPr/>
          </p:nvSpPr>
          <p:spPr>
            <a:xfrm>
              <a:off x="4591300" y="29273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0" y="157"/>
                    <a:pt x="17" y="227"/>
                    <a:pt x="87" y="260"/>
                  </a:cubicBezTo>
                  <a:cubicBezTo>
                    <a:pt x="95" y="263"/>
                    <a:pt x="104" y="264"/>
                    <a:pt x="114" y="264"/>
                  </a:cubicBezTo>
                  <a:cubicBezTo>
                    <a:pt x="159" y="264"/>
                    <a:pt x="209" y="232"/>
                    <a:pt x="223" y="174"/>
                  </a:cubicBezTo>
                  <a:cubicBezTo>
                    <a:pt x="240" y="108"/>
                    <a:pt x="223" y="38"/>
                    <a:pt x="153" y="5"/>
                  </a:cubicBez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2" name="Google Shape;20442;p54"/>
            <p:cNvSpPr/>
            <p:nvPr/>
          </p:nvSpPr>
          <p:spPr>
            <a:xfrm>
              <a:off x="4591300" y="29776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50" y="0"/>
                    <a:pt x="0" y="71"/>
                    <a:pt x="17" y="141"/>
                  </a:cubicBezTo>
                  <a:cubicBezTo>
                    <a:pt x="17" y="174"/>
                    <a:pt x="33" y="207"/>
                    <a:pt x="50" y="223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69" y="244"/>
                    <a:pt x="190" y="223"/>
                    <a:pt x="207" y="207"/>
                  </a:cubicBezTo>
                  <a:cubicBezTo>
                    <a:pt x="223" y="174"/>
                    <a:pt x="240" y="141"/>
                    <a:pt x="223" y="104"/>
                  </a:cubicBezTo>
                  <a:cubicBezTo>
                    <a:pt x="223" y="71"/>
                    <a:pt x="207" y="38"/>
                    <a:pt x="190" y="17"/>
                  </a:cubicBezTo>
                  <a:cubicBezTo>
                    <a:pt x="169" y="17"/>
                    <a:pt x="169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3" name="Google Shape;20443;p54"/>
            <p:cNvSpPr/>
            <p:nvPr/>
          </p:nvSpPr>
          <p:spPr>
            <a:xfrm>
              <a:off x="4765600" y="303692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21" y="190"/>
                    <a:pt x="37" y="206"/>
                    <a:pt x="54" y="243"/>
                  </a:cubicBezTo>
                  <a:cubicBezTo>
                    <a:pt x="70" y="260"/>
                    <a:pt x="103" y="260"/>
                    <a:pt x="140" y="260"/>
                  </a:cubicBezTo>
                  <a:cubicBezTo>
                    <a:pt x="190" y="243"/>
                    <a:pt x="244" y="173"/>
                    <a:pt x="227" y="103"/>
                  </a:cubicBezTo>
                  <a:cubicBezTo>
                    <a:pt x="227" y="70"/>
                    <a:pt x="206" y="54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4" name="Google Shape;20444;p54"/>
            <p:cNvSpPr/>
            <p:nvPr/>
          </p:nvSpPr>
          <p:spPr>
            <a:xfrm>
              <a:off x="4625200" y="30026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06"/>
                    <a:pt x="50" y="239"/>
                  </a:cubicBezTo>
                  <a:cubicBezTo>
                    <a:pt x="87" y="256"/>
                    <a:pt x="120" y="256"/>
                    <a:pt x="137" y="256"/>
                  </a:cubicBezTo>
                  <a:cubicBezTo>
                    <a:pt x="174" y="256"/>
                    <a:pt x="191" y="239"/>
                    <a:pt x="207" y="206"/>
                  </a:cubicBezTo>
                  <a:cubicBezTo>
                    <a:pt x="223" y="173"/>
                    <a:pt x="240" y="136"/>
                    <a:pt x="240" y="103"/>
                  </a:cubicBezTo>
                  <a:cubicBezTo>
                    <a:pt x="223" y="70"/>
                    <a:pt x="207" y="50"/>
                    <a:pt x="191" y="17"/>
                  </a:cubicBezTo>
                  <a:cubicBezTo>
                    <a:pt x="191" y="17"/>
                    <a:pt x="174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5" name="Google Shape;20445;p54"/>
            <p:cNvSpPr/>
            <p:nvPr/>
          </p:nvSpPr>
          <p:spPr>
            <a:xfrm>
              <a:off x="4752700" y="3023625"/>
              <a:ext cx="6125" cy="6675"/>
            </a:xfrm>
            <a:custGeom>
              <a:avLst/>
              <a:gdLst/>
              <a:ahLst/>
              <a:cxnLst/>
              <a:rect l="l" t="t" r="r" b="b"/>
              <a:pathLst>
                <a:path w="245" h="267" extrusionOk="0">
                  <a:moveTo>
                    <a:pt x="104" y="0"/>
                  </a:moveTo>
                  <a:cubicBezTo>
                    <a:pt x="54" y="17"/>
                    <a:pt x="1" y="87"/>
                    <a:pt x="22" y="157"/>
                  </a:cubicBezTo>
                  <a:cubicBezTo>
                    <a:pt x="22" y="190"/>
                    <a:pt x="38" y="223"/>
                    <a:pt x="54" y="239"/>
                  </a:cubicBezTo>
                  <a:cubicBezTo>
                    <a:pt x="78" y="254"/>
                    <a:pt x="93" y="267"/>
                    <a:pt x="113" y="267"/>
                  </a:cubicBezTo>
                  <a:cubicBezTo>
                    <a:pt x="122" y="267"/>
                    <a:pt x="130" y="265"/>
                    <a:pt x="141" y="260"/>
                  </a:cubicBezTo>
                  <a:cubicBezTo>
                    <a:pt x="207" y="260"/>
                    <a:pt x="244" y="190"/>
                    <a:pt x="228" y="120"/>
                  </a:cubicBezTo>
                  <a:cubicBezTo>
                    <a:pt x="228" y="87"/>
                    <a:pt x="207" y="54"/>
                    <a:pt x="191" y="33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41" y="0"/>
                    <a:pt x="125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6" name="Google Shape;20446;p54"/>
            <p:cNvSpPr/>
            <p:nvPr/>
          </p:nvSpPr>
          <p:spPr>
            <a:xfrm>
              <a:off x="4645000" y="2981975"/>
              <a:ext cx="5600" cy="6625"/>
            </a:xfrm>
            <a:custGeom>
              <a:avLst/>
              <a:gdLst/>
              <a:ahLst/>
              <a:cxnLst/>
              <a:rect l="l" t="t" r="r" b="b"/>
              <a:pathLst>
                <a:path w="224" h="265" extrusionOk="0">
                  <a:moveTo>
                    <a:pt x="83" y="1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0" y="190"/>
                    <a:pt x="33" y="223"/>
                    <a:pt x="50" y="240"/>
                  </a:cubicBezTo>
                  <a:cubicBezTo>
                    <a:pt x="61" y="251"/>
                    <a:pt x="83" y="265"/>
                    <a:pt x="101" y="265"/>
                  </a:cubicBezTo>
                  <a:cubicBezTo>
                    <a:pt x="108" y="265"/>
                    <a:pt x="115" y="262"/>
                    <a:pt x="120" y="256"/>
                  </a:cubicBezTo>
                  <a:cubicBezTo>
                    <a:pt x="153" y="256"/>
                    <a:pt x="186" y="240"/>
                    <a:pt x="207" y="207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7" y="50"/>
                    <a:pt x="169" y="34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7" y="17"/>
                    <a:pt x="13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7" name="Google Shape;20447;p54"/>
            <p:cNvSpPr/>
            <p:nvPr/>
          </p:nvSpPr>
          <p:spPr>
            <a:xfrm>
              <a:off x="4614075" y="2940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34" y="17"/>
                    <a:pt x="1" y="66"/>
                    <a:pt x="1" y="153"/>
                  </a:cubicBezTo>
                  <a:cubicBezTo>
                    <a:pt x="17" y="190"/>
                    <a:pt x="34" y="206"/>
                    <a:pt x="50" y="239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86" y="239"/>
                    <a:pt x="240" y="169"/>
                    <a:pt x="223" y="103"/>
                  </a:cubicBezTo>
                  <a:cubicBezTo>
                    <a:pt x="223" y="66"/>
                    <a:pt x="207" y="49"/>
                    <a:pt x="186" y="17"/>
                  </a:cubicBezTo>
                  <a:cubicBezTo>
                    <a:pt x="17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8" name="Google Shape;20448;p54"/>
            <p:cNvSpPr/>
            <p:nvPr/>
          </p:nvSpPr>
          <p:spPr>
            <a:xfrm>
              <a:off x="4595525" y="291240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1" y="1"/>
                  </a:moveTo>
                  <a:cubicBezTo>
                    <a:pt x="104" y="1"/>
                    <a:pt x="87" y="17"/>
                    <a:pt x="54" y="34"/>
                  </a:cubicBezTo>
                  <a:cubicBezTo>
                    <a:pt x="21" y="87"/>
                    <a:pt x="0" y="153"/>
                    <a:pt x="38" y="223"/>
                  </a:cubicBezTo>
                  <a:cubicBezTo>
                    <a:pt x="54" y="240"/>
                    <a:pt x="87" y="256"/>
                    <a:pt x="124" y="256"/>
                  </a:cubicBezTo>
                  <a:cubicBezTo>
                    <a:pt x="129" y="262"/>
                    <a:pt x="135" y="265"/>
                    <a:pt x="143" y="265"/>
                  </a:cubicBezTo>
                  <a:cubicBezTo>
                    <a:pt x="159" y="265"/>
                    <a:pt x="179" y="251"/>
                    <a:pt x="190" y="240"/>
                  </a:cubicBezTo>
                  <a:cubicBezTo>
                    <a:pt x="227" y="223"/>
                    <a:pt x="244" y="190"/>
                    <a:pt x="244" y="153"/>
                  </a:cubicBezTo>
                  <a:cubicBezTo>
                    <a:pt x="244" y="120"/>
                    <a:pt x="244" y="87"/>
                    <a:pt x="207" y="50"/>
                  </a:cubicBezTo>
                  <a:cubicBezTo>
                    <a:pt x="207" y="34"/>
                    <a:pt x="190" y="17"/>
                    <a:pt x="174" y="17"/>
                  </a:cubicBezTo>
                  <a:cubicBezTo>
                    <a:pt x="157" y="17"/>
                    <a:pt x="157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9" name="Google Shape;20449;p54"/>
            <p:cNvSpPr/>
            <p:nvPr/>
          </p:nvSpPr>
          <p:spPr>
            <a:xfrm>
              <a:off x="4599025" y="294212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19" y="1"/>
                  </a:moveTo>
                  <a:cubicBezTo>
                    <a:pt x="76" y="1"/>
                    <a:pt x="41" y="34"/>
                    <a:pt x="17" y="82"/>
                  </a:cubicBezTo>
                  <a:cubicBezTo>
                    <a:pt x="1" y="152"/>
                    <a:pt x="34" y="222"/>
                    <a:pt x="87" y="255"/>
                  </a:cubicBezTo>
                  <a:cubicBezTo>
                    <a:pt x="96" y="258"/>
                    <a:pt x="105" y="259"/>
                    <a:pt x="115" y="259"/>
                  </a:cubicBezTo>
                  <a:cubicBezTo>
                    <a:pt x="160" y="259"/>
                    <a:pt x="210" y="229"/>
                    <a:pt x="223" y="185"/>
                  </a:cubicBezTo>
                  <a:cubicBezTo>
                    <a:pt x="256" y="119"/>
                    <a:pt x="223" y="32"/>
                    <a:pt x="170" y="16"/>
                  </a:cubicBezTo>
                  <a:cubicBezTo>
                    <a:pt x="152" y="5"/>
                    <a:pt x="135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0" name="Google Shape;20450;p54"/>
            <p:cNvSpPr/>
            <p:nvPr/>
          </p:nvSpPr>
          <p:spPr>
            <a:xfrm>
              <a:off x="4591300" y="28835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0" y="157"/>
                    <a:pt x="33" y="227"/>
                    <a:pt x="87" y="260"/>
                  </a:cubicBezTo>
                  <a:lnTo>
                    <a:pt x="136" y="260"/>
                  </a:lnTo>
                  <a:cubicBezTo>
                    <a:pt x="169" y="260"/>
                    <a:pt x="207" y="227"/>
                    <a:pt x="223" y="173"/>
                  </a:cubicBezTo>
                  <a:cubicBezTo>
                    <a:pt x="240" y="124"/>
                    <a:pt x="223" y="70"/>
                    <a:pt x="207" y="37"/>
                  </a:cubicBezTo>
                  <a:cubicBezTo>
                    <a:pt x="190" y="37"/>
                    <a:pt x="169" y="21"/>
                    <a:pt x="153" y="4"/>
                  </a:cubicBez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1" name="Google Shape;20451;p54"/>
            <p:cNvSpPr/>
            <p:nvPr/>
          </p:nvSpPr>
          <p:spPr>
            <a:xfrm>
              <a:off x="4592950" y="2962200"/>
              <a:ext cx="5700" cy="6500"/>
            </a:xfrm>
            <a:custGeom>
              <a:avLst/>
              <a:gdLst/>
              <a:ahLst/>
              <a:cxnLst/>
              <a:rect l="l" t="t" r="r" b="b"/>
              <a:pathLst>
                <a:path w="228" h="260" extrusionOk="0">
                  <a:moveTo>
                    <a:pt x="103" y="0"/>
                  </a:moveTo>
                  <a:cubicBezTo>
                    <a:pt x="37" y="0"/>
                    <a:pt x="0" y="70"/>
                    <a:pt x="0" y="140"/>
                  </a:cubicBezTo>
                  <a:cubicBezTo>
                    <a:pt x="21" y="223"/>
                    <a:pt x="70" y="260"/>
                    <a:pt x="141" y="260"/>
                  </a:cubicBezTo>
                  <a:cubicBezTo>
                    <a:pt x="157" y="243"/>
                    <a:pt x="190" y="223"/>
                    <a:pt x="207" y="206"/>
                  </a:cubicBezTo>
                  <a:cubicBezTo>
                    <a:pt x="227" y="173"/>
                    <a:pt x="227" y="140"/>
                    <a:pt x="227" y="103"/>
                  </a:cubicBezTo>
                  <a:cubicBezTo>
                    <a:pt x="227" y="70"/>
                    <a:pt x="207" y="37"/>
                    <a:pt x="174" y="17"/>
                  </a:cubicBezTo>
                  <a:cubicBezTo>
                    <a:pt x="174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2" name="Google Shape;20452;p54"/>
            <p:cNvSpPr/>
            <p:nvPr/>
          </p:nvSpPr>
          <p:spPr>
            <a:xfrm>
              <a:off x="4602850" y="289612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87" y="0"/>
                  </a:moveTo>
                  <a:cubicBezTo>
                    <a:pt x="70" y="0"/>
                    <a:pt x="37" y="17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23"/>
                    <a:pt x="37" y="239"/>
                  </a:cubicBezTo>
                  <a:cubicBezTo>
                    <a:pt x="70" y="256"/>
                    <a:pt x="87" y="256"/>
                    <a:pt x="120" y="256"/>
                  </a:cubicBezTo>
                  <a:cubicBezTo>
                    <a:pt x="190" y="239"/>
                    <a:pt x="223" y="186"/>
                    <a:pt x="223" y="103"/>
                  </a:cubicBezTo>
                  <a:cubicBezTo>
                    <a:pt x="206" y="66"/>
                    <a:pt x="190" y="50"/>
                    <a:pt x="173" y="17"/>
                  </a:cubicBezTo>
                  <a:lnTo>
                    <a:pt x="157" y="17"/>
                  </a:lnTo>
                  <a:cubicBezTo>
                    <a:pt x="120" y="0"/>
                    <a:pt x="103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3" name="Google Shape;20453;p54"/>
            <p:cNvSpPr/>
            <p:nvPr/>
          </p:nvSpPr>
          <p:spPr>
            <a:xfrm>
              <a:off x="4588300" y="28974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11" y="0"/>
                  </a:moveTo>
                  <a:cubicBezTo>
                    <a:pt x="71" y="0"/>
                    <a:pt x="29" y="32"/>
                    <a:pt x="17" y="83"/>
                  </a:cubicBezTo>
                  <a:cubicBezTo>
                    <a:pt x="1" y="100"/>
                    <a:pt x="1" y="116"/>
                    <a:pt x="1" y="133"/>
                  </a:cubicBezTo>
                  <a:cubicBezTo>
                    <a:pt x="1" y="186"/>
                    <a:pt x="34" y="236"/>
                    <a:pt x="67" y="257"/>
                  </a:cubicBezTo>
                  <a:cubicBezTo>
                    <a:pt x="81" y="261"/>
                    <a:pt x="94" y="263"/>
                    <a:pt x="105" y="263"/>
                  </a:cubicBezTo>
                  <a:cubicBezTo>
                    <a:pt x="138" y="263"/>
                    <a:pt x="162" y="247"/>
                    <a:pt x="186" y="219"/>
                  </a:cubicBezTo>
                  <a:cubicBezTo>
                    <a:pt x="207" y="219"/>
                    <a:pt x="207" y="203"/>
                    <a:pt x="223" y="170"/>
                  </a:cubicBezTo>
                  <a:cubicBezTo>
                    <a:pt x="240" y="116"/>
                    <a:pt x="207" y="30"/>
                    <a:pt x="153" y="13"/>
                  </a:cubicBezTo>
                  <a:cubicBezTo>
                    <a:pt x="140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4" name="Google Shape;20454;p54"/>
            <p:cNvSpPr/>
            <p:nvPr/>
          </p:nvSpPr>
          <p:spPr>
            <a:xfrm>
              <a:off x="4592525" y="300715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6" y="1"/>
                  </a:moveTo>
                  <a:cubicBezTo>
                    <a:pt x="117" y="1"/>
                    <a:pt x="109" y="2"/>
                    <a:pt x="104" y="8"/>
                  </a:cubicBezTo>
                  <a:cubicBezTo>
                    <a:pt x="54" y="8"/>
                    <a:pt x="1" y="74"/>
                    <a:pt x="17" y="144"/>
                  </a:cubicBezTo>
                  <a:cubicBezTo>
                    <a:pt x="17" y="177"/>
                    <a:pt x="38" y="214"/>
                    <a:pt x="71" y="231"/>
                  </a:cubicBezTo>
                  <a:cubicBezTo>
                    <a:pt x="87" y="247"/>
                    <a:pt x="120" y="264"/>
                    <a:pt x="141" y="264"/>
                  </a:cubicBezTo>
                  <a:cubicBezTo>
                    <a:pt x="207" y="247"/>
                    <a:pt x="244" y="177"/>
                    <a:pt x="244" y="111"/>
                  </a:cubicBezTo>
                  <a:cubicBezTo>
                    <a:pt x="224" y="74"/>
                    <a:pt x="224" y="41"/>
                    <a:pt x="191" y="24"/>
                  </a:cubicBezTo>
                  <a:lnTo>
                    <a:pt x="174" y="8"/>
                  </a:lnTo>
                  <a:cubicBezTo>
                    <a:pt x="163" y="8"/>
                    <a:pt x="143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5" name="Google Shape;20455;p54"/>
            <p:cNvSpPr/>
            <p:nvPr/>
          </p:nvSpPr>
          <p:spPr>
            <a:xfrm>
              <a:off x="4587375" y="3022800"/>
              <a:ext cx="6525" cy="6575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41" y="0"/>
                  </a:moveTo>
                  <a:cubicBezTo>
                    <a:pt x="104" y="0"/>
                    <a:pt x="87" y="17"/>
                    <a:pt x="54" y="33"/>
                  </a:cubicBezTo>
                  <a:cubicBezTo>
                    <a:pt x="17" y="87"/>
                    <a:pt x="1" y="153"/>
                    <a:pt x="38" y="223"/>
                  </a:cubicBezTo>
                  <a:cubicBezTo>
                    <a:pt x="71" y="239"/>
                    <a:pt x="87" y="256"/>
                    <a:pt x="120" y="256"/>
                  </a:cubicBezTo>
                  <a:cubicBezTo>
                    <a:pt x="126" y="261"/>
                    <a:pt x="133" y="263"/>
                    <a:pt x="141" y="263"/>
                  </a:cubicBezTo>
                  <a:cubicBezTo>
                    <a:pt x="159" y="263"/>
                    <a:pt x="179" y="251"/>
                    <a:pt x="190" y="239"/>
                  </a:cubicBezTo>
                  <a:cubicBezTo>
                    <a:pt x="244" y="190"/>
                    <a:pt x="260" y="103"/>
                    <a:pt x="207" y="50"/>
                  </a:cubicBezTo>
                  <a:cubicBezTo>
                    <a:pt x="207" y="33"/>
                    <a:pt x="190" y="17"/>
                    <a:pt x="174" y="17"/>
                  </a:cubicBezTo>
                  <a:cubicBezTo>
                    <a:pt x="157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6" name="Google Shape;20456;p54"/>
            <p:cNvSpPr/>
            <p:nvPr/>
          </p:nvSpPr>
          <p:spPr>
            <a:xfrm>
              <a:off x="4732600" y="3014150"/>
              <a:ext cx="6025" cy="6675"/>
            </a:xfrm>
            <a:custGeom>
              <a:avLst/>
              <a:gdLst/>
              <a:ahLst/>
              <a:cxnLst/>
              <a:rect l="l" t="t" r="r" b="b"/>
              <a:pathLst>
                <a:path w="241" h="267" extrusionOk="0">
                  <a:moveTo>
                    <a:pt x="104" y="0"/>
                  </a:moveTo>
                  <a:cubicBezTo>
                    <a:pt x="34" y="21"/>
                    <a:pt x="1" y="87"/>
                    <a:pt x="17" y="157"/>
                  </a:cubicBezTo>
                  <a:cubicBezTo>
                    <a:pt x="17" y="190"/>
                    <a:pt x="34" y="227"/>
                    <a:pt x="50" y="243"/>
                  </a:cubicBezTo>
                  <a:cubicBezTo>
                    <a:pt x="74" y="255"/>
                    <a:pt x="91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86" y="260"/>
                    <a:pt x="240" y="190"/>
                    <a:pt x="224" y="124"/>
                  </a:cubicBezTo>
                  <a:cubicBezTo>
                    <a:pt x="224" y="87"/>
                    <a:pt x="207" y="54"/>
                    <a:pt x="186" y="37"/>
                  </a:cubicBezTo>
                  <a:cubicBezTo>
                    <a:pt x="170" y="21"/>
                    <a:pt x="170" y="21"/>
                    <a:pt x="153" y="21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7" name="Google Shape;20457;p54"/>
            <p:cNvSpPr/>
            <p:nvPr/>
          </p:nvSpPr>
          <p:spPr>
            <a:xfrm>
              <a:off x="4717975" y="30154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20" y="1"/>
                  </a:moveTo>
                  <a:cubicBezTo>
                    <a:pt x="104" y="1"/>
                    <a:pt x="87" y="17"/>
                    <a:pt x="50" y="17"/>
                  </a:cubicBezTo>
                  <a:cubicBezTo>
                    <a:pt x="17" y="34"/>
                    <a:pt x="0" y="87"/>
                    <a:pt x="0" y="153"/>
                  </a:cubicBezTo>
                  <a:cubicBezTo>
                    <a:pt x="17" y="190"/>
                    <a:pt x="33" y="223"/>
                    <a:pt x="50" y="240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53" y="256"/>
                    <a:pt x="190" y="240"/>
                    <a:pt x="207" y="207"/>
                  </a:cubicBezTo>
                  <a:cubicBezTo>
                    <a:pt x="223" y="174"/>
                    <a:pt x="223" y="137"/>
                    <a:pt x="223" y="104"/>
                  </a:cubicBezTo>
                  <a:cubicBezTo>
                    <a:pt x="223" y="71"/>
                    <a:pt x="207" y="50"/>
                    <a:pt x="174" y="17"/>
                  </a:cubicBezTo>
                  <a:cubicBezTo>
                    <a:pt x="174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8" name="Google Shape;20458;p54"/>
            <p:cNvSpPr/>
            <p:nvPr/>
          </p:nvSpPr>
          <p:spPr>
            <a:xfrm>
              <a:off x="4702925" y="3017650"/>
              <a:ext cx="5600" cy="6000"/>
            </a:xfrm>
            <a:custGeom>
              <a:avLst/>
              <a:gdLst/>
              <a:ahLst/>
              <a:cxnLst/>
              <a:rect l="l" t="t" r="r" b="b"/>
              <a:pathLst>
                <a:path w="224" h="240" extrusionOk="0">
                  <a:moveTo>
                    <a:pt x="54" y="0"/>
                  </a:moveTo>
                  <a:cubicBezTo>
                    <a:pt x="34" y="0"/>
                    <a:pt x="34" y="17"/>
                    <a:pt x="17" y="33"/>
                  </a:cubicBezTo>
                  <a:cubicBezTo>
                    <a:pt x="1" y="50"/>
                    <a:pt x="1" y="87"/>
                    <a:pt x="1" y="120"/>
                  </a:cubicBezTo>
                  <a:cubicBezTo>
                    <a:pt x="1" y="153"/>
                    <a:pt x="17" y="190"/>
                    <a:pt x="54" y="206"/>
                  </a:cubicBezTo>
                  <a:cubicBezTo>
                    <a:pt x="71" y="239"/>
                    <a:pt x="104" y="239"/>
                    <a:pt x="120" y="239"/>
                  </a:cubicBezTo>
                  <a:cubicBezTo>
                    <a:pt x="190" y="223"/>
                    <a:pt x="223" y="153"/>
                    <a:pt x="223" y="87"/>
                  </a:cubicBezTo>
                  <a:cubicBezTo>
                    <a:pt x="223" y="50"/>
                    <a:pt x="207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9" name="Google Shape;20459;p54"/>
            <p:cNvSpPr/>
            <p:nvPr/>
          </p:nvSpPr>
          <p:spPr>
            <a:xfrm>
              <a:off x="4608000" y="28806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37" y="17"/>
                    <a:pt x="0" y="67"/>
                    <a:pt x="0" y="153"/>
                  </a:cubicBezTo>
                  <a:cubicBezTo>
                    <a:pt x="17" y="186"/>
                    <a:pt x="37" y="207"/>
                    <a:pt x="54" y="240"/>
                  </a:cubicBezTo>
                  <a:cubicBezTo>
                    <a:pt x="70" y="256"/>
                    <a:pt x="103" y="256"/>
                    <a:pt x="141" y="256"/>
                  </a:cubicBezTo>
                  <a:cubicBezTo>
                    <a:pt x="190" y="240"/>
                    <a:pt x="244" y="170"/>
                    <a:pt x="223" y="104"/>
                  </a:cubicBezTo>
                  <a:cubicBezTo>
                    <a:pt x="223" y="67"/>
                    <a:pt x="190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0" name="Google Shape;20460;p54"/>
            <p:cNvSpPr/>
            <p:nvPr/>
          </p:nvSpPr>
          <p:spPr>
            <a:xfrm>
              <a:off x="4710250" y="30320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46" y="1"/>
                  </a:moveTo>
                  <a:cubicBezTo>
                    <a:pt x="98" y="1"/>
                    <a:pt x="47" y="33"/>
                    <a:pt x="33" y="75"/>
                  </a:cubicBezTo>
                  <a:cubicBezTo>
                    <a:pt x="0" y="145"/>
                    <a:pt x="33" y="231"/>
                    <a:pt x="87" y="248"/>
                  </a:cubicBezTo>
                  <a:cubicBezTo>
                    <a:pt x="103" y="264"/>
                    <a:pt x="120" y="264"/>
                    <a:pt x="136" y="264"/>
                  </a:cubicBezTo>
                  <a:cubicBezTo>
                    <a:pt x="190" y="248"/>
                    <a:pt x="223" y="231"/>
                    <a:pt x="239" y="178"/>
                  </a:cubicBezTo>
                  <a:cubicBezTo>
                    <a:pt x="239" y="128"/>
                    <a:pt x="239" y="75"/>
                    <a:pt x="206" y="42"/>
                  </a:cubicBezTo>
                  <a:cubicBezTo>
                    <a:pt x="206" y="25"/>
                    <a:pt x="190" y="25"/>
                    <a:pt x="173" y="5"/>
                  </a:cubicBezTo>
                  <a:cubicBezTo>
                    <a:pt x="165" y="2"/>
                    <a:pt x="155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1" name="Google Shape;20461;p54"/>
            <p:cNvSpPr/>
            <p:nvPr/>
          </p:nvSpPr>
          <p:spPr>
            <a:xfrm>
              <a:off x="4724875" y="30313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20" y="1"/>
                  </a:moveTo>
                  <a:cubicBezTo>
                    <a:pt x="83" y="1"/>
                    <a:pt x="67" y="17"/>
                    <a:pt x="34" y="34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" y="190"/>
                    <a:pt x="17" y="223"/>
                  </a:cubicBezTo>
                  <a:cubicBezTo>
                    <a:pt x="50" y="240"/>
                    <a:pt x="67" y="260"/>
                    <a:pt x="104" y="260"/>
                  </a:cubicBezTo>
                  <a:cubicBezTo>
                    <a:pt x="108" y="265"/>
                    <a:pt x="115" y="267"/>
                    <a:pt x="122" y="267"/>
                  </a:cubicBezTo>
                  <a:cubicBezTo>
                    <a:pt x="139" y="267"/>
                    <a:pt x="163" y="254"/>
                    <a:pt x="186" y="240"/>
                  </a:cubicBezTo>
                  <a:cubicBezTo>
                    <a:pt x="223" y="190"/>
                    <a:pt x="240" y="104"/>
                    <a:pt x="186" y="54"/>
                  </a:cubicBezTo>
                  <a:cubicBezTo>
                    <a:pt x="186" y="34"/>
                    <a:pt x="170" y="17"/>
                    <a:pt x="153" y="17"/>
                  </a:cubicBezTo>
                  <a:cubicBezTo>
                    <a:pt x="137" y="17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2" name="Google Shape;20462;p54"/>
            <p:cNvSpPr/>
            <p:nvPr/>
          </p:nvSpPr>
          <p:spPr>
            <a:xfrm>
              <a:off x="4580075" y="2793050"/>
              <a:ext cx="6100" cy="4425"/>
            </a:xfrm>
            <a:custGeom>
              <a:avLst/>
              <a:gdLst/>
              <a:ahLst/>
              <a:cxnLst/>
              <a:rect l="l" t="t" r="r" b="b"/>
              <a:pathLst>
                <a:path w="244" h="177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57" y="17"/>
                    <a:pt x="70" y="33"/>
                    <a:pt x="0" y="50"/>
                  </a:cubicBezTo>
                  <a:cubicBezTo>
                    <a:pt x="0" y="83"/>
                    <a:pt x="21" y="103"/>
                    <a:pt x="37" y="136"/>
                  </a:cubicBezTo>
                  <a:cubicBezTo>
                    <a:pt x="54" y="153"/>
                    <a:pt x="70" y="169"/>
                    <a:pt x="103" y="169"/>
                  </a:cubicBezTo>
                  <a:cubicBezTo>
                    <a:pt x="114" y="174"/>
                    <a:pt x="123" y="176"/>
                    <a:pt x="131" y="176"/>
                  </a:cubicBezTo>
                  <a:cubicBezTo>
                    <a:pt x="151" y="176"/>
                    <a:pt x="166" y="165"/>
                    <a:pt x="190" y="153"/>
                  </a:cubicBezTo>
                  <a:cubicBezTo>
                    <a:pt x="227" y="120"/>
                    <a:pt x="243" y="5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3" name="Google Shape;20463;p54"/>
            <p:cNvSpPr/>
            <p:nvPr/>
          </p:nvSpPr>
          <p:spPr>
            <a:xfrm>
              <a:off x="4939175" y="29742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17" y="223"/>
                    <a:pt x="50" y="240"/>
                  </a:cubicBezTo>
                  <a:cubicBezTo>
                    <a:pt x="61" y="251"/>
                    <a:pt x="83" y="265"/>
                    <a:pt x="106" y="265"/>
                  </a:cubicBezTo>
                  <a:cubicBezTo>
                    <a:pt x="116" y="265"/>
                    <a:pt x="126" y="262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4" name="Google Shape;20464;p54"/>
            <p:cNvSpPr/>
            <p:nvPr/>
          </p:nvSpPr>
          <p:spPr>
            <a:xfrm>
              <a:off x="4969675" y="3016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"/>
                    <a:pt x="1" y="71"/>
                    <a:pt x="17" y="141"/>
                  </a:cubicBezTo>
                  <a:cubicBezTo>
                    <a:pt x="17" y="190"/>
                    <a:pt x="34" y="223"/>
                    <a:pt x="67" y="244"/>
                  </a:cubicBezTo>
                  <a:cubicBezTo>
                    <a:pt x="83" y="260"/>
                    <a:pt x="120" y="260"/>
                    <a:pt x="137" y="260"/>
                  </a:cubicBezTo>
                  <a:cubicBezTo>
                    <a:pt x="170" y="244"/>
                    <a:pt x="186" y="223"/>
                    <a:pt x="223" y="207"/>
                  </a:cubicBezTo>
                  <a:cubicBezTo>
                    <a:pt x="240" y="174"/>
                    <a:pt x="240" y="141"/>
                    <a:pt x="240" y="104"/>
                  </a:cubicBezTo>
                  <a:cubicBezTo>
                    <a:pt x="223" y="71"/>
                    <a:pt x="207" y="38"/>
                    <a:pt x="186" y="17"/>
                  </a:cubicBezTo>
                  <a:lnTo>
                    <a:pt x="1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5" name="Google Shape;20465;p54"/>
            <p:cNvSpPr/>
            <p:nvPr/>
          </p:nvSpPr>
          <p:spPr>
            <a:xfrm>
              <a:off x="4787550" y="301930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4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40" y="190"/>
                    <a:pt x="223" y="124"/>
                  </a:cubicBezTo>
                  <a:cubicBezTo>
                    <a:pt x="223" y="87"/>
                    <a:pt x="207" y="54"/>
                    <a:pt x="190" y="37"/>
                  </a:cubicBezTo>
                  <a:cubicBezTo>
                    <a:pt x="174" y="21"/>
                    <a:pt x="174" y="21"/>
                    <a:pt x="153" y="21"/>
                  </a:cubicBezTo>
                  <a:cubicBezTo>
                    <a:pt x="136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6" name="Google Shape;20466;p54"/>
            <p:cNvSpPr/>
            <p:nvPr/>
          </p:nvSpPr>
          <p:spPr>
            <a:xfrm>
              <a:off x="4866100" y="2941150"/>
              <a:ext cx="5675" cy="6525"/>
            </a:xfrm>
            <a:custGeom>
              <a:avLst/>
              <a:gdLst/>
              <a:ahLst/>
              <a:cxnLst/>
              <a:rect l="l" t="t" r="r" b="b"/>
              <a:pathLst>
                <a:path w="227" h="261" extrusionOk="0">
                  <a:moveTo>
                    <a:pt x="103" y="1"/>
                  </a:moveTo>
                  <a:cubicBezTo>
                    <a:pt x="37" y="1"/>
                    <a:pt x="0" y="71"/>
                    <a:pt x="0" y="137"/>
                  </a:cubicBezTo>
                  <a:cubicBezTo>
                    <a:pt x="0" y="174"/>
                    <a:pt x="21" y="207"/>
                    <a:pt x="54" y="224"/>
                  </a:cubicBezTo>
                  <a:cubicBezTo>
                    <a:pt x="70" y="261"/>
                    <a:pt x="103" y="261"/>
                    <a:pt x="124" y="261"/>
                  </a:cubicBezTo>
                  <a:cubicBezTo>
                    <a:pt x="190" y="240"/>
                    <a:pt x="227" y="174"/>
                    <a:pt x="227" y="104"/>
                  </a:cubicBezTo>
                  <a:cubicBezTo>
                    <a:pt x="227" y="71"/>
                    <a:pt x="206" y="34"/>
                    <a:pt x="173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7" name="Google Shape;20467;p54"/>
            <p:cNvSpPr/>
            <p:nvPr/>
          </p:nvSpPr>
          <p:spPr>
            <a:xfrm>
              <a:off x="4787550" y="2974650"/>
              <a:ext cx="5175" cy="4525"/>
            </a:xfrm>
            <a:custGeom>
              <a:avLst/>
              <a:gdLst/>
              <a:ahLst/>
              <a:cxnLst/>
              <a:rect l="l" t="t" r="r" b="b"/>
              <a:pathLst>
                <a:path w="207" h="181" extrusionOk="0">
                  <a:moveTo>
                    <a:pt x="190" y="1"/>
                  </a:moveTo>
                  <a:cubicBezTo>
                    <a:pt x="120" y="55"/>
                    <a:pt x="71" y="88"/>
                    <a:pt x="0" y="137"/>
                  </a:cubicBezTo>
                  <a:lnTo>
                    <a:pt x="17" y="158"/>
                  </a:lnTo>
                  <a:cubicBezTo>
                    <a:pt x="29" y="169"/>
                    <a:pt x="51" y="181"/>
                    <a:pt x="74" y="181"/>
                  </a:cubicBezTo>
                  <a:cubicBezTo>
                    <a:pt x="84" y="181"/>
                    <a:pt x="94" y="179"/>
                    <a:pt x="104" y="174"/>
                  </a:cubicBezTo>
                  <a:cubicBezTo>
                    <a:pt x="153" y="174"/>
                    <a:pt x="207" y="104"/>
                    <a:pt x="190" y="34"/>
                  </a:cubicBezTo>
                  <a:lnTo>
                    <a:pt x="1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8" name="Google Shape;20468;p54"/>
            <p:cNvSpPr/>
            <p:nvPr/>
          </p:nvSpPr>
          <p:spPr>
            <a:xfrm>
              <a:off x="4896600" y="29828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4" y="1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8" y="223"/>
                    <a:pt x="71" y="244"/>
                  </a:cubicBezTo>
                  <a:cubicBezTo>
                    <a:pt x="87" y="260"/>
                    <a:pt x="120" y="260"/>
                    <a:pt x="141" y="260"/>
                  </a:cubicBezTo>
                  <a:cubicBezTo>
                    <a:pt x="174" y="260"/>
                    <a:pt x="190" y="244"/>
                    <a:pt x="207" y="207"/>
                  </a:cubicBezTo>
                  <a:cubicBezTo>
                    <a:pt x="223" y="174"/>
                    <a:pt x="244" y="141"/>
                    <a:pt x="244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9" name="Google Shape;20469;p54"/>
            <p:cNvSpPr/>
            <p:nvPr/>
          </p:nvSpPr>
          <p:spPr>
            <a:xfrm>
              <a:off x="4567700" y="28724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83" y="0"/>
                  </a:moveTo>
                  <a:cubicBezTo>
                    <a:pt x="66" y="21"/>
                    <a:pt x="33" y="37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27"/>
                    <a:pt x="33" y="243"/>
                  </a:cubicBezTo>
                  <a:cubicBezTo>
                    <a:pt x="57" y="255"/>
                    <a:pt x="82" y="267"/>
                    <a:pt x="101" y="267"/>
                  </a:cubicBezTo>
                  <a:cubicBezTo>
                    <a:pt x="108" y="267"/>
                    <a:pt x="115" y="265"/>
                    <a:pt x="120" y="260"/>
                  </a:cubicBezTo>
                  <a:cubicBezTo>
                    <a:pt x="186" y="260"/>
                    <a:pt x="223" y="190"/>
                    <a:pt x="223" y="124"/>
                  </a:cubicBezTo>
                  <a:cubicBezTo>
                    <a:pt x="206" y="87"/>
                    <a:pt x="186" y="54"/>
                    <a:pt x="169" y="37"/>
                  </a:cubicBezTo>
                  <a:cubicBezTo>
                    <a:pt x="169" y="21"/>
                    <a:pt x="153" y="21"/>
                    <a:pt x="153" y="21"/>
                  </a:cubicBezTo>
                  <a:cubicBezTo>
                    <a:pt x="136" y="0"/>
                    <a:pt x="103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0" name="Google Shape;20470;p54"/>
            <p:cNvSpPr/>
            <p:nvPr/>
          </p:nvSpPr>
          <p:spPr>
            <a:xfrm>
              <a:off x="4690050" y="30234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8" y="0"/>
                  </a:moveTo>
                  <a:cubicBezTo>
                    <a:pt x="85" y="0"/>
                    <a:pt x="65" y="12"/>
                    <a:pt x="54" y="24"/>
                  </a:cubicBezTo>
                  <a:cubicBezTo>
                    <a:pt x="33" y="40"/>
                    <a:pt x="17" y="77"/>
                    <a:pt x="17" y="110"/>
                  </a:cubicBezTo>
                  <a:cubicBezTo>
                    <a:pt x="0" y="143"/>
                    <a:pt x="17" y="180"/>
                    <a:pt x="33" y="213"/>
                  </a:cubicBezTo>
                  <a:cubicBezTo>
                    <a:pt x="54" y="244"/>
                    <a:pt x="85" y="263"/>
                    <a:pt x="118" y="263"/>
                  </a:cubicBezTo>
                  <a:cubicBezTo>
                    <a:pt x="142" y="263"/>
                    <a:pt x="167" y="253"/>
                    <a:pt x="190" y="230"/>
                  </a:cubicBezTo>
                  <a:cubicBezTo>
                    <a:pt x="239" y="180"/>
                    <a:pt x="239" y="110"/>
                    <a:pt x="206" y="40"/>
                  </a:cubicBezTo>
                  <a:cubicBezTo>
                    <a:pt x="190" y="24"/>
                    <a:pt x="173" y="7"/>
                    <a:pt x="157" y="7"/>
                  </a:cubicBezTo>
                  <a:lnTo>
                    <a:pt x="136" y="7"/>
                  </a:lnTo>
                  <a:cubicBezTo>
                    <a:pt x="127" y="2"/>
                    <a:pt x="117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1" name="Google Shape;20471;p54"/>
            <p:cNvSpPr/>
            <p:nvPr/>
          </p:nvSpPr>
          <p:spPr>
            <a:xfrm>
              <a:off x="4606750" y="28024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67" y="17"/>
                    <a:pt x="50" y="38"/>
                    <a:pt x="34" y="54"/>
                  </a:cubicBezTo>
                  <a:cubicBezTo>
                    <a:pt x="17" y="87"/>
                    <a:pt x="1" y="120"/>
                    <a:pt x="1" y="157"/>
                  </a:cubicBezTo>
                  <a:cubicBezTo>
                    <a:pt x="17" y="190"/>
                    <a:pt x="34" y="223"/>
                    <a:pt x="50" y="244"/>
                  </a:cubicBezTo>
                  <a:cubicBezTo>
                    <a:pt x="62" y="255"/>
                    <a:pt x="84" y="267"/>
                    <a:pt x="107" y="267"/>
                  </a:cubicBezTo>
                  <a:cubicBezTo>
                    <a:pt x="117" y="267"/>
                    <a:pt x="127" y="265"/>
                    <a:pt x="137" y="260"/>
                  </a:cubicBezTo>
                  <a:cubicBezTo>
                    <a:pt x="191" y="260"/>
                    <a:pt x="240" y="190"/>
                    <a:pt x="223" y="120"/>
                  </a:cubicBezTo>
                  <a:cubicBezTo>
                    <a:pt x="223" y="87"/>
                    <a:pt x="207" y="54"/>
                    <a:pt x="191" y="38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2" name="Google Shape;20472;p54"/>
            <p:cNvSpPr/>
            <p:nvPr/>
          </p:nvSpPr>
          <p:spPr>
            <a:xfrm>
              <a:off x="4954225" y="2975175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19" y="0"/>
                  </a:moveTo>
                  <a:cubicBezTo>
                    <a:pt x="76" y="0"/>
                    <a:pt x="41" y="32"/>
                    <a:pt x="17" y="83"/>
                  </a:cubicBezTo>
                  <a:cubicBezTo>
                    <a:pt x="0" y="153"/>
                    <a:pt x="33" y="219"/>
                    <a:pt x="83" y="256"/>
                  </a:cubicBezTo>
                  <a:cubicBezTo>
                    <a:pt x="92" y="259"/>
                    <a:pt x="101" y="260"/>
                    <a:pt x="111" y="260"/>
                  </a:cubicBezTo>
                  <a:cubicBezTo>
                    <a:pt x="159" y="260"/>
                    <a:pt x="209" y="228"/>
                    <a:pt x="223" y="170"/>
                  </a:cubicBezTo>
                  <a:cubicBezTo>
                    <a:pt x="256" y="116"/>
                    <a:pt x="223" y="34"/>
                    <a:pt x="169" y="13"/>
                  </a:cubicBezTo>
                  <a:cubicBezTo>
                    <a:pt x="152" y="4"/>
                    <a:pt x="135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3" name="Google Shape;20473;p54"/>
            <p:cNvSpPr/>
            <p:nvPr/>
          </p:nvSpPr>
          <p:spPr>
            <a:xfrm>
              <a:off x="4760025" y="300692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4" y="0"/>
                  </a:moveTo>
                  <a:cubicBezTo>
                    <a:pt x="54" y="17"/>
                    <a:pt x="1" y="83"/>
                    <a:pt x="17" y="153"/>
                  </a:cubicBezTo>
                  <a:cubicBezTo>
                    <a:pt x="17" y="186"/>
                    <a:pt x="38" y="223"/>
                    <a:pt x="54" y="240"/>
                  </a:cubicBezTo>
                  <a:cubicBezTo>
                    <a:pt x="78" y="251"/>
                    <a:pt x="93" y="263"/>
                    <a:pt x="113" y="263"/>
                  </a:cubicBezTo>
                  <a:cubicBezTo>
                    <a:pt x="121" y="263"/>
                    <a:pt x="130" y="261"/>
                    <a:pt x="141" y="256"/>
                  </a:cubicBezTo>
                  <a:cubicBezTo>
                    <a:pt x="207" y="256"/>
                    <a:pt x="244" y="186"/>
                    <a:pt x="223" y="120"/>
                  </a:cubicBezTo>
                  <a:cubicBezTo>
                    <a:pt x="223" y="83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4" name="Google Shape;20474;p54"/>
            <p:cNvSpPr/>
            <p:nvPr/>
          </p:nvSpPr>
          <p:spPr>
            <a:xfrm>
              <a:off x="4623875" y="278427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39" y="1"/>
                  </a:moveTo>
                  <a:cubicBezTo>
                    <a:pt x="87" y="1"/>
                    <a:pt x="48" y="33"/>
                    <a:pt x="21" y="92"/>
                  </a:cubicBezTo>
                  <a:cubicBezTo>
                    <a:pt x="0" y="162"/>
                    <a:pt x="37" y="228"/>
                    <a:pt x="87" y="248"/>
                  </a:cubicBezTo>
                  <a:cubicBezTo>
                    <a:pt x="103" y="265"/>
                    <a:pt x="124" y="265"/>
                    <a:pt x="140" y="265"/>
                  </a:cubicBezTo>
                  <a:cubicBezTo>
                    <a:pt x="173" y="265"/>
                    <a:pt x="206" y="228"/>
                    <a:pt x="227" y="178"/>
                  </a:cubicBezTo>
                  <a:cubicBezTo>
                    <a:pt x="244" y="125"/>
                    <a:pt x="244" y="75"/>
                    <a:pt x="206" y="42"/>
                  </a:cubicBezTo>
                  <a:cubicBezTo>
                    <a:pt x="190" y="22"/>
                    <a:pt x="190" y="22"/>
                    <a:pt x="173" y="5"/>
                  </a:cubicBezTo>
                  <a:cubicBezTo>
                    <a:pt x="161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5" name="Google Shape;20475;p54"/>
            <p:cNvSpPr/>
            <p:nvPr/>
          </p:nvSpPr>
          <p:spPr>
            <a:xfrm>
              <a:off x="4631600" y="28429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2" y="0"/>
                  </a:moveTo>
                  <a:cubicBezTo>
                    <a:pt x="78" y="0"/>
                    <a:pt x="45" y="32"/>
                    <a:pt x="21" y="83"/>
                  </a:cubicBezTo>
                  <a:cubicBezTo>
                    <a:pt x="0" y="149"/>
                    <a:pt x="38" y="219"/>
                    <a:pt x="87" y="252"/>
                  </a:cubicBezTo>
                  <a:cubicBezTo>
                    <a:pt x="97" y="256"/>
                    <a:pt x="108" y="258"/>
                    <a:pt x="118" y="258"/>
                  </a:cubicBezTo>
                  <a:cubicBezTo>
                    <a:pt x="164" y="258"/>
                    <a:pt x="210" y="224"/>
                    <a:pt x="227" y="170"/>
                  </a:cubicBezTo>
                  <a:cubicBezTo>
                    <a:pt x="260" y="100"/>
                    <a:pt x="227" y="30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6" name="Google Shape;20476;p54"/>
            <p:cNvSpPr/>
            <p:nvPr/>
          </p:nvSpPr>
          <p:spPr>
            <a:xfrm>
              <a:off x="4628200" y="28131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36" y="0"/>
                  </a:moveTo>
                  <a:cubicBezTo>
                    <a:pt x="120" y="0"/>
                    <a:pt x="87" y="21"/>
                    <a:pt x="71" y="37"/>
                  </a:cubicBezTo>
                  <a:cubicBezTo>
                    <a:pt x="17" y="87"/>
                    <a:pt x="0" y="157"/>
                    <a:pt x="54" y="227"/>
                  </a:cubicBezTo>
                  <a:cubicBezTo>
                    <a:pt x="71" y="244"/>
                    <a:pt x="87" y="260"/>
                    <a:pt x="120" y="260"/>
                  </a:cubicBezTo>
                  <a:cubicBezTo>
                    <a:pt x="131" y="265"/>
                    <a:pt x="140" y="267"/>
                    <a:pt x="148" y="267"/>
                  </a:cubicBezTo>
                  <a:cubicBezTo>
                    <a:pt x="168" y="267"/>
                    <a:pt x="183" y="255"/>
                    <a:pt x="207" y="244"/>
                  </a:cubicBezTo>
                  <a:cubicBezTo>
                    <a:pt x="223" y="207"/>
                    <a:pt x="240" y="190"/>
                    <a:pt x="240" y="157"/>
                  </a:cubicBezTo>
                  <a:cubicBezTo>
                    <a:pt x="240" y="124"/>
                    <a:pt x="240" y="87"/>
                    <a:pt x="223" y="54"/>
                  </a:cubicBezTo>
                  <a:cubicBezTo>
                    <a:pt x="207" y="37"/>
                    <a:pt x="190" y="21"/>
                    <a:pt x="174" y="21"/>
                  </a:cubicBezTo>
                  <a:cubicBezTo>
                    <a:pt x="157" y="21"/>
                    <a:pt x="15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7" name="Google Shape;20477;p54"/>
            <p:cNvSpPr/>
            <p:nvPr/>
          </p:nvSpPr>
          <p:spPr>
            <a:xfrm>
              <a:off x="4638925" y="2827275"/>
              <a:ext cx="6500" cy="6475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44" y="0"/>
                  </a:moveTo>
                  <a:cubicBezTo>
                    <a:pt x="98" y="0"/>
                    <a:pt x="51" y="30"/>
                    <a:pt x="37" y="74"/>
                  </a:cubicBezTo>
                  <a:cubicBezTo>
                    <a:pt x="0" y="140"/>
                    <a:pt x="37" y="227"/>
                    <a:pt x="87" y="243"/>
                  </a:cubicBezTo>
                  <a:cubicBezTo>
                    <a:pt x="106" y="254"/>
                    <a:pt x="123" y="258"/>
                    <a:pt x="140" y="258"/>
                  </a:cubicBezTo>
                  <a:cubicBezTo>
                    <a:pt x="183" y="258"/>
                    <a:pt x="216" y="225"/>
                    <a:pt x="243" y="177"/>
                  </a:cubicBezTo>
                  <a:cubicBezTo>
                    <a:pt x="260" y="107"/>
                    <a:pt x="223" y="37"/>
                    <a:pt x="173" y="4"/>
                  </a:cubicBezTo>
                  <a:cubicBezTo>
                    <a:pt x="164" y="1"/>
                    <a:pt x="154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8" name="Google Shape;20478;p54"/>
            <p:cNvSpPr/>
            <p:nvPr/>
          </p:nvSpPr>
          <p:spPr>
            <a:xfrm>
              <a:off x="4635525" y="27968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1"/>
                  </a:moveTo>
                  <a:cubicBezTo>
                    <a:pt x="70" y="1"/>
                    <a:pt x="33" y="17"/>
                    <a:pt x="17" y="55"/>
                  </a:cubicBezTo>
                  <a:cubicBezTo>
                    <a:pt x="0" y="88"/>
                    <a:pt x="0" y="121"/>
                    <a:pt x="0" y="158"/>
                  </a:cubicBezTo>
                  <a:cubicBezTo>
                    <a:pt x="0" y="191"/>
                    <a:pt x="17" y="207"/>
                    <a:pt x="50" y="240"/>
                  </a:cubicBezTo>
                  <a:cubicBezTo>
                    <a:pt x="70" y="261"/>
                    <a:pt x="103" y="261"/>
                    <a:pt x="120" y="261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23" y="71"/>
                    <a:pt x="206" y="55"/>
                    <a:pt x="173" y="17"/>
                  </a:cubicBezTo>
                  <a:cubicBezTo>
                    <a:pt x="173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9" name="Google Shape;20479;p54"/>
            <p:cNvSpPr/>
            <p:nvPr/>
          </p:nvSpPr>
          <p:spPr>
            <a:xfrm>
              <a:off x="4638925" y="2873750"/>
              <a:ext cx="6500" cy="6625"/>
            </a:xfrm>
            <a:custGeom>
              <a:avLst/>
              <a:gdLst/>
              <a:ahLst/>
              <a:cxnLst/>
              <a:rect l="l" t="t" r="r" b="b"/>
              <a:pathLst>
                <a:path w="260" h="265" extrusionOk="0">
                  <a:moveTo>
                    <a:pt x="140" y="1"/>
                  </a:moveTo>
                  <a:cubicBezTo>
                    <a:pt x="103" y="1"/>
                    <a:pt x="87" y="17"/>
                    <a:pt x="54" y="34"/>
                  </a:cubicBezTo>
                  <a:cubicBezTo>
                    <a:pt x="0" y="87"/>
                    <a:pt x="0" y="153"/>
                    <a:pt x="37" y="223"/>
                  </a:cubicBezTo>
                  <a:cubicBezTo>
                    <a:pt x="54" y="240"/>
                    <a:pt x="87" y="256"/>
                    <a:pt x="120" y="256"/>
                  </a:cubicBezTo>
                  <a:cubicBezTo>
                    <a:pt x="126" y="262"/>
                    <a:pt x="133" y="265"/>
                    <a:pt x="141" y="265"/>
                  </a:cubicBezTo>
                  <a:cubicBezTo>
                    <a:pt x="159" y="265"/>
                    <a:pt x="178" y="251"/>
                    <a:pt x="190" y="240"/>
                  </a:cubicBezTo>
                  <a:cubicBezTo>
                    <a:pt x="243" y="190"/>
                    <a:pt x="260" y="104"/>
                    <a:pt x="206" y="50"/>
                  </a:cubicBezTo>
                  <a:cubicBezTo>
                    <a:pt x="206" y="34"/>
                    <a:pt x="190" y="17"/>
                    <a:pt x="173" y="17"/>
                  </a:cubicBezTo>
                  <a:cubicBezTo>
                    <a:pt x="157" y="17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0" name="Google Shape;20480;p54"/>
            <p:cNvSpPr/>
            <p:nvPr/>
          </p:nvSpPr>
          <p:spPr>
            <a:xfrm>
              <a:off x="4640675" y="290590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1"/>
                  </a:moveTo>
                  <a:cubicBezTo>
                    <a:pt x="70" y="1"/>
                    <a:pt x="33" y="38"/>
                    <a:pt x="17" y="55"/>
                  </a:cubicBezTo>
                  <a:cubicBezTo>
                    <a:pt x="0" y="88"/>
                    <a:pt x="0" y="125"/>
                    <a:pt x="0" y="158"/>
                  </a:cubicBezTo>
                  <a:cubicBezTo>
                    <a:pt x="0" y="191"/>
                    <a:pt x="17" y="228"/>
                    <a:pt x="50" y="244"/>
                  </a:cubicBezTo>
                  <a:cubicBezTo>
                    <a:pt x="70" y="261"/>
                    <a:pt x="103" y="261"/>
                    <a:pt x="120" y="261"/>
                  </a:cubicBezTo>
                  <a:cubicBezTo>
                    <a:pt x="190" y="244"/>
                    <a:pt x="223" y="191"/>
                    <a:pt x="223" y="104"/>
                  </a:cubicBezTo>
                  <a:cubicBezTo>
                    <a:pt x="223" y="71"/>
                    <a:pt x="206" y="55"/>
                    <a:pt x="173" y="22"/>
                  </a:cubicBezTo>
                  <a:lnTo>
                    <a:pt x="153" y="22"/>
                  </a:ln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1" name="Google Shape;20481;p54"/>
            <p:cNvSpPr/>
            <p:nvPr/>
          </p:nvSpPr>
          <p:spPr>
            <a:xfrm>
              <a:off x="4641075" y="2810375"/>
              <a:ext cx="5600" cy="6725"/>
            </a:xfrm>
            <a:custGeom>
              <a:avLst/>
              <a:gdLst/>
              <a:ahLst/>
              <a:cxnLst/>
              <a:rect l="l" t="t" r="r" b="b"/>
              <a:pathLst>
                <a:path w="224" h="269" extrusionOk="0">
                  <a:moveTo>
                    <a:pt x="121" y="1"/>
                  </a:moveTo>
                  <a:cubicBezTo>
                    <a:pt x="115" y="1"/>
                    <a:pt x="109" y="3"/>
                    <a:pt x="104" y="8"/>
                  </a:cubicBezTo>
                  <a:cubicBezTo>
                    <a:pt x="87" y="8"/>
                    <a:pt x="54" y="29"/>
                    <a:pt x="34" y="45"/>
                  </a:cubicBezTo>
                  <a:cubicBezTo>
                    <a:pt x="17" y="62"/>
                    <a:pt x="1" y="111"/>
                    <a:pt x="17" y="148"/>
                  </a:cubicBezTo>
                  <a:cubicBezTo>
                    <a:pt x="17" y="181"/>
                    <a:pt x="34" y="214"/>
                    <a:pt x="54" y="235"/>
                  </a:cubicBezTo>
                  <a:cubicBezTo>
                    <a:pt x="71" y="252"/>
                    <a:pt x="104" y="268"/>
                    <a:pt x="137" y="268"/>
                  </a:cubicBezTo>
                  <a:cubicBezTo>
                    <a:pt x="190" y="252"/>
                    <a:pt x="223" y="198"/>
                    <a:pt x="223" y="132"/>
                  </a:cubicBezTo>
                  <a:lnTo>
                    <a:pt x="223" y="111"/>
                  </a:lnTo>
                  <a:cubicBezTo>
                    <a:pt x="223" y="62"/>
                    <a:pt x="190" y="29"/>
                    <a:pt x="157" y="8"/>
                  </a:cubicBezTo>
                  <a:cubicBezTo>
                    <a:pt x="144" y="8"/>
                    <a:pt x="132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2" name="Google Shape;20482;p54"/>
            <p:cNvSpPr/>
            <p:nvPr/>
          </p:nvSpPr>
          <p:spPr>
            <a:xfrm>
              <a:off x="4620875" y="2954125"/>
              <a:ext cx="6525" cy="6750"/>
            </a:xfrm>
            <a:custGeom>
              <a:avLst/>
              <a:gdLst/>
              <a:ahLst/>
              <a:cxnLst/>
              <a:rect l="l" t="t" r="r" b="b"/>
              <a:pathLst>
                <a:path w="261" h="270" extrusionOk="0">
                  <a:moveTo>
                    <a:pt x="122" y="1"/>
                  </a:moveTo>
                  <a:cubicBezTo>
                    <a:pt x="78" y="1"/>
                    <a:pt x="44" y="32"/>
                    <a:pt x="17" y="84"/>
                  </a:cubicBezTo>
                  <a:cubicBezTo>
                    <a:pt x="1" y="154"/>
                    <a:pt x="38" y="236"/>
                    <a:pt x="87" y="257"/>
                  </a:cubicBezTo>
                  <a:cubicBezTo>
                    <a:pt x="102" y="266"/>
                    <a:pt x="117" y="270"/>
                    <a:pt x="131" y="270"/>
                  </a:cubicBezTo>
                  <a:cubicBezTo>
                    <a:pt x="172" y="270"/>
                    <a:pt x="211" y="238"/>
                    <a:pt x="223" y="187"/>
                  </a:cubicBezTo>
                  <a:cubicBezTo>
                    <a:pt x="260" y="117"/>
                    <a:pt x="223" y="30"/>
                    <a:pt x="174" y="14"/>
                  </a:cubicBezTo>
                  <a:cubicBezTo>
                    <a:pt x="155" y="5"/>
                    <a:pt x="138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3" name="Google Shape;20483;p54"/>
            <p:cNvSpPr/>
            <p:nvPr/>
          </p:nvSpPr>
          <p:spPr>
            <a:xfrm>
              <a:off x="4618300" y="301765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41" y="0"/>
                  </a:moveTo>
                  <a:cubicBezTo>
                    <a:pt x="104" y="0"/>
                    <a:pt x="87" y="0"/>
                    <a:pt x="54" y="33"/>
                  </a:cubicBezTo>
                  <a:cubicBezTo>
                    <a:pt x="17" y="66"/>
                    <a:pt x="1" y="153"/>
                    <a:pt x="38" y="206"/>
                  </a:cubicBezTo>
                  <a:cubicBezTo>
                    <a:pt x="54" y="239"/>
                    <a:pt x="87" y="256"/>
                    <a:pt x="120" y="256"/>
                  </a:cubicBezTo>
                  <a:cubicBezTo>
                    <a:pt x="141" y="256"/>
                    <a:pt x="174" y="256"/>
                    <a:pt x="190" y="223"/>
                  </a:cubicBezTo>
                  <a:cubicBezTo>
                    <a:pt x="223" y="206"/>
                    <a:pt x="244" y="169"/>
                    <a:pt x="244" y="136"/>
                  </a:cubicBezTo>
                  <a:cubicBezTo>
                    <a:pt x="244" y="103"/>
                    <a:pt x="244" y="66"/>
                    <a:pt x="207" y="50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4" name="Google Shape;20484;p54"/>
            <p:cNvSpPr/>
            <p:nvPr/>
          </p:nvSpPr>
          <p:spPr>
            <a:xfrm>
              <a:off x="4639325" y="28578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38" y="1"/>
                    <a:pt x="1" y="67"/>
                    <a:pt x="21" y="137"/>
                  </a:cubicBezTo>
                  <a:cubicBezTo>
                    <a:pt x="21" y="170"/>
                    <a:pt x="38" y="207"/>
                    <a:pt x="54" y="223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190" y="240"/>
                    <a:pt x="244" y="170"/>
                    <a:pt x="227" y="104"/>
                  </a:cubicBezTo>
                  <a:cubicBezTo>
                    <a:pt x="227" y="67"/>
                    <a:pt x="207" y="34"/>
                    <a:pt x="190" y="17"/>
                  </a:cubicBezTo>
                  <a:cubicBezTo>
                    <a:pt x="174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5" name="Google Shape;20485;p54"/>
            <p:cNvSpPr/>
            <p:nvPr/>
          </p:nvSpPr>
          <p:spPr>
            <a:xfrm>
              <a:off x="4614500" y="303435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03" y="0"/>
                  </a:moveTo>
                  <a:cubicBezTo>
                    <a:pt x="66" y="17"/>
                    <a:pt x="33" y="3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23"/>
                    <a:pt x="50" y="24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60"/>
                    <a:pt x="223" y="190"/>
                    <a:pt x="223" y="120"/>
                  </a:cubicBezTo>
                  <a:cubicBezTo>
                    <a:pt x="223" y="87"/>
                    <a:pt x="206" y="54"/>
                    <a:pt x="169" y="37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6" name="Google Shape;20486;p54"/>
            <p:cNvSpPr/>
            <p:nvPr/>
          </p:nvSpPr>
          <p:spPr>
            <a:xfrm>
              <a:off x="4617475" y="28935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7" y="0"/>
                  </a:moveTo>
                  <a:cubicBezTo>
                    <a:pt x="104" y="0"/>
                    <a:pt x="71" y="0"/>
                    <a:pt x="50" y="17"/>
                  </a:cubicBezTo>
                  <a:cubicBezTo>
                    <a:pt x="1" y="66"/>
                    <a:pt x="1" y="153"/>
                    <a:pt x="34" y="206"/>
                  </a:cubicBezTo>
                  <a:cubicBezTo>
                    <a:pt x="50" y="239"/>
                    <a:pt x="87" y="256"/>
                    <a:pt x="104" y="256"/>
                  </a:cubicBezTo>
                  <a:cubicBezTo>
                    <a:pt x="137" y="256"/>
                    <a:pt x="174" y="239"/>
                    <a:pt x="190" y="223"/>
                  </a:cubicBezTo>
                  <a:cubicBezTo>
                    <a:pt x="207" y="206"/>
                    <a:pt x="223" y="169"/>
                    <a:pt x="223" y="136"/>
                  </a:cubicBezTo>
                  <a:cubicBezTo>
                    <a:pt x="240" y="103"/>
                    <a:pt x="223" y="66"/>
                    <a:pt x="207" y="50"/>
                  </a:cubicBezTo>
                  <a:cubicBezTo>
                    <a:pt x="190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7" name="Google Shape;20487;p54"/>
            <p:cNvSpPr/>
            <p:nvPr/>
          </p:nvSpPr>
          <p:spPr>
            <a:xfrm>
              <a:off x="4617075" y="29901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0" y="0"/>
                  </a:moveTo>
                  <a:cubicBezTo>
                    <a:pt x="103" y="0"/>
                    <a:pt x="66" y="0"/>
                    <a:pt x="50" y="33"/>
                  </a:cubicBezTo>
                  <a:cubicBezTo>
                    <a:pt x="17" y="54"/>
                    <a:pt x="17" y="87"/>
                    <a:pt x="0" y="120"/>
                  </a:cubicBezTo>
                  <a:cubicBezTo>
                    <a:pt x="0" y="157"/>
                    <a:pt x="17" y="190"/>
                    <a:pt x="33" y="207"/>
                  </a:cubicBezTo>
                  <a:cubicBezTo>
                    <a:pt x="52" y="237"/>
                    <a:pt x="83" y="256"/>
                    <a:pt x="117" y="256"/>
                  </a:cubicBezTo>
                  <a:cubicBezTo>
                    <a:pt x="141" y="256"/>
                    <a:pt x="167" y="246"/>
                    <a:pt x="190" y="223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8" name="Google Shape;20488;p54"/>
            <p:cNvSpPr/>
            <p:nvPr/>
          </p:nvSpPr>
          <p:spPr>
            <a:xfrm>
              <a:off x="4619225" y="28484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34" y="0"/>
                    <a:pt x="1" y="70"/>
                    <a:pt x="1" y="136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67" y="260"/>
                    <a:pt x="104" y="260"/>
                    <a:pt x="137" y="260"/>
                  </a:cubicBezTo>
                  <a:cubicBezTo>
                    <a:pt x="186" y="240"/>
                    <a:pt x="240" y="174"/>
                    <a:pt x="223" y="103"/>
                  </a:cubicBezTo>
                  <a:cubicBezTo>
                    <a:pt x="223" y="70"/>
                    <a:pt x="207" y="33"/>
                    <a:pt x="186" y="17"/>
                  </a:cubicBezTo>
                  <a:cubicBezTo>
                    <a:pt x="170" y="17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9" name="Google Shape;20489;p54"/>
            <p:cNvSpPr/>
            <p:nvPr/>
          </p:nvSpPr>
          <p:spPr>
            <a:xfrm>
              <a:off x="4620875" y="27982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12" y="0"/>
                  </a:moveTo>
                  <a:cubicBezTo>
                    <a:pt x="71" y="0"/>
                    <a:pt x="32" y="33"/>
                    <a:pt x="17" y="81"/>
                  </a:cubicBezTo>
                  <a:cubicBezTo>
                    <a:pt x="1" y="102"/>
                    <a:pt x="1" y="118"/>
                    <a:pt x="1" y="135"/>
                  </a:cubicBezTo>
                  <a:cubicBezTo>
                    <a:pt x="17" y="184"/>
                    <a:pt x="38" y="238"/>
                    <a:pt x="71" y="254"/>
                  </a:cubicBezTo>
                  <a:cubicBezTo>
                    <a:pt x="84" y="259"/>
                    <a:pt x="96" y="261"/>
                    <a:pt x="108" y="261"/>
                  </a:cubicBezTo>
                  <a:cubicBezTo>
                    <a:pt x="140" y="261"/>
                    <a:pt x="166" y="245"/>
                    <a:pt x="190" y="221"/>
                  </a:cubicBezTo>
                  <a:cubicBezTo>
                    <a:pt x="207" y="205"/>
                    <a:pt x="207" y="184"/>
                    <a:pt x="223" y="168"/>
                  </a:cubicBezTo>
                  <a:cubicBezTo>
                    <a:pt x="244" y="102"/>
                    <a:pt x="207" y="32"/>
                    <a:pt x="157" y="15"/>
                  </a:cubicBezTo>
                  <a:cubicBezTo>
                    <a:pt x="143" y="5"/>
                    <a:pt x="127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0" name="Google Shape;20490;p54"/>
            <p:cNvSpPr/>
            <p:nvPr/>
          </p:nvSpPr>
          <p:spPr>
            <a:xfrm>
              <a:off x="4606350" y="29732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6" y="1"/>
                  </a:moveTo>
                  <a:cubicBezTo>
                    <a:pt x="83" y="1"/>
                    <a:pt x="61" y="14"/>
                    <a:pt x="50" y="26"/>
                  </a:cubicBezTo>
                  <a:cubicBezTo>
                    <a:pt x="0" y="75"/>
                    <a:pt x="0" y="162"/>
                    <a:pt x="33" y="216"/>
                  </a:cubicBezTo>
                  <a:cubicBezTo>
                    <a:pt x="50" y="232"/>
                    <a:pt x="83" y="249"/>
                    <a:pt x="103" y="265"/>
                  </a:cubicBezTo>
                  <a:cubicBezTo>
                    <a:pt x="136" y="265"/>
                    <a:pt x="169" y="249"/>
                    <a:pt x="186" y="232"/>
                  </a:cubicBezTo>
                  <a:cubicBezTo>
                    <a:pt x="239" y="178"/>
                    <a:pt x="239" y="113"/>
                    <a:pt x="207" y="42"/>
                  </a:cubicBezTo>
                  <a:cubicBezTo>
                    <a:pt x="186" y="26"/>
                    <a:pt x="169" y="9"/>
                    <a:pt x="153" y="9"/>
                  </a:cubicBezTo>
                  <a:lnTo>
                    <a:pt x="136" y="9"/>
                  </a:lnTo>
                  <a:cubicBezTo>
                    <a:pt x="127" y="3"/>
                    <a:pt x="116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1" name="Google Shape;20491;p54"/>
            <p:cNvSpPr/>
            <p:nvPr/>
          </p:nvSpPr>
          <p:spPr>
            <a:xfrm>
              <a:off x="4629950" y="298372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87" y="1"/>
                  </a:moveTo>
                  <a:cubicBezTo>
                    <a:pt x="66" y="1"/>
                    <a:pt x="33" y="17"/>
                    <a:pt x="17" y="50"/>
                  </a:cubicBezTo>
                  <a:cubicBezTo>
                    <a:pt x="1" y="83"/>
                    <a:pt x="1" y="120"/>
                    <a:pt x="1" y="153"/>
                  </a:cubicBezTo>
                  <a:cubicBezTo>
                    <a:pt x="1" y="186"/>
                    <a:pt x="17" y="223"/>
                    <a:pt x="50" y="240"/>
                  </a:cubicBezTo>
                  <a:cubicBezTo>
                    <a:pt x="66" y="256"/>
                    <a:pt x="104" y="256"/>
                    <a:pt x="120" y="256"/>
                  </a:cubicBezTo>
                  <a:cubicBezTo>
                    <a:pt x="190" y="240"/>
                    <a:pt x="223" y="186"/>
                    <a:pt x="223" y="104"/>
                  </a:cubicBezTo>
                  <a:cubicBezTo>
                    <a:pt x="207" y="67"/>
                    <a:pt x="207" y="50"/>
                    <a:pt x="170" y="17"/>
                  </a:cubicBezTo>
                  <a:lnTo>
                    <a:pt x="153" y="17"/>
                  </a:lnTo>
                  <a:cubicBezTo>
                    <a:pt x="137" y="1"/>
                    <a:pt x="10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2" name="Google Shape;20492;p54"/>
            <p:cNvSpPr/>
            <p:nvPr/>
          </p:nvSpPr>
          <p:spPr>
            <a:xfrm>
              <a:off x="4608400" y="2909825"/>
              <a:ext cx="5700" cy="6425"/>
            </a:xfrm>
            <a:custGeom>
              <a:avLst/>
              <a:gdLst/>
              <a:ahLst/>
              <a:cxnLst/>
              <a:rect l="l" t="t" r="r" b="b"/>
              <a:pathLst>
                <a:path w="228" h="257" extrusionOk="0">
                  <a:moveTo>
                    <a:pt x="104" y="1"/>
                  </a:moveTo>
                  <a:cubicBezTo>
                    <a:pt x="71" y="1"/>
                    <a:pt x="54" y="17"/>
                    <a:pt x="38" y="34"/>
                  </a:cubicBezTo>
                  <a:cubicBezTo>
                    <a:pt x="21" y="50"/>
                    <a:pt x="1" y="104"/>
                    <a:pt x="1" y="137"/>
                  </a:cubicBezTo>
                  <a:cubicBezTo>
                    <a:pt x="21" y="174"/>
                    <a:pt x="21" y="207"/>
                    <a:pt x="54" y="223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90" y="240"/>
                    <a:pt x="228" y="190"/>
                    <a:pt x="228" y="120"/>
                  </a:cubicBezTo>
                  <a:lnTo>
                    <a:pt x="228" y="104"/>
                  </a:lnTo>
                  <a:cubicBezTo>
                    <a:pt x="228" y="50"/>
                    <a:pt x="190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3" name="Google Shape;20493;p54"/>
            <p:cNvSpPr/>
            <p:nvPr/>
          </p:nvSpPr>
          <p:spPr>
            <a:xfrm>
              <a:off x="4608000" y="3005175"/>
              <a:ext cx="5575" cy="6625"/>
            </a:xfrm>
            <a:custGeom>
              <a:avLst/>
              <a:gdLst/>
              <a:ahLst/>
              <a:cxnLst/>
              <a:rect l="l" t="t" r="r" b="b"/>
              <a:pathLst>
                <a:path w="223" h="265" extrusionOk="0">
                  <a:moveTo>
                    <a:pt x="87" y="0"/>
                  </a:moveTo>
                  <a:cubicBezTo>
                    <a:pt x="70" y="17"/>
                    <a:pt x="37" y="33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0" y="190"/>
                    <a:pt x="17" y="223"/>
                    <a:pt x="37" y="239"/>
                  </a:cubicBezTo>
                  <a:cubicBezTo>
                    <a:pt x="61" y="251"/>
                    <a:pt x="76" y="265"/>
                    <a:pt x="94" y="265"/>
                  </a:cubicBezTo>
                  <a:cubicBezTo>
                    <a:pt x="102" y="265"/>
                    <a:pt x="110" y="262"/>
                    <a:pt x="120" y="256"/>
                  </a:cubicBezTo>
                  <a:cubicBezTo>
                    <a:pt x="190" y="256"/>
                    <a:pt x="223" y="190"/>
                    <a:pt x="223" y="120"/>
                  </a:cubicBezTo>
                  <a:cubicBezTo>
                    <a:pt x="206" y="87"/>
                    <a:pt x="190" y="50"/>
                    <a:pt x="173" y="33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20" y="0"/>
                    <a:pt x="103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4" name="Google Shape;20494;p54"/>
            <p:cNvSpPr/>
            <p:nvPr/>
          </p:nvSpPr>
          <p:spPr>
            <a:xfrm>
              <a:off x="4611500" y="28656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0" y="1"/>
                  </a:moveTo>
                  <a:cubicBezTo>
                    <a:pt x="83" y="1"/>
                    <a:pt x="66" y="1"/>
                    <a:pt x="33" y="34"/>
                  </a:cubicBezTo>
                  <a:cubicBezTo>
                    <a:pt x="17" y="50"/>
                    <a:pt x="1" y="87"/>
                    <a:pt x="1" y="120"/>
                  </a:cubicBezTo>
                  <a:cubicBezTo>
                    <a:pt x="1" y="153"/>
                    <a:pt x="1" y="191"/>
                    <a:pt x="17" y="207"/>
                  </a:cubicBezTo>
                  <a:cubicBezTo>
                    <a:pt x="33" y="240"/>
                    <a:pt x="66" y="257"/>
                    <a:pt x="104" y="257"/>
                  </a:cubicBezTo>
                  <a:cubicBezTo>
                    <a:pt x="120" y="257"/>
                    <a:pt x="153" y="257"/>
                    <a:pt x="170" y="224"/>
                  </a:cubicBezTo>
                  <a:cubicBezTo>
                    <a:pt x="223" y="191"/>
                    <a:pt x="240" y="104"/>
                    <a:pt x="186" y="50"/>
                  </a:cubicBezTo>
                  <a:cubicBezTo>
                    <a:pt x="186" y="34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5" name="Google Shape;20495;p54"/>
            <p:cNvSpPr/>
            <p:nvPr/>
          </p:nvSpPr>
          <p:spPr>
            <a:xfrm>
              <a:off x="4603250" y="3022375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87" y="1"/>
                  </a:moveTo>
                  <a:cubicBezTo>
                    <a:pt x="87" y="17"/>
                    <a:pt x="71" y="17"/>
                    <a:pt x="71" y="17"/>
                  </a:cubicBezTo>
                  <a:cubicBezTo>
                    <a:pt x="21" y="34"/>
                    <a:pt x="1" y="104"/>
                    <a:pt x="1" y="153"/>
                  </a:cubicBezTo>
                  <a:cubicBezTo>
                    <a:pt x="1" y="186"/>
                    <a:pt x="21" y="223"/>
                    <a:pt x="54" y="240"/>
                  </a:cubicBezTo>
                  <a:cubicBezTo>
                    <a:pt x="66" y="252"/>
                    <a:pt x="86" y="263"/>
                    <a:pt x="104" y="263"/>
                  </a:cubicBezTo>
                  <a:cubicBezTo>
                    <a:pt x="111" y="263"/>
                    <a:pt x="118" y="261"/>
                    <a:pt x="124" y="256"/>
                  </a:cubicBezTo>
                  <a:cubicBezTo>
                    <a:pt x="190" y="256"/>
                    <a:pt x="227" y="186"/>
                    <a:pt x="227" y="120"/>
                  </a:cubicBezTo>
                  <a:cubicBezTo>
                    <a:pt x="227" y="104"/>
                    <a:pt x="207" y="83"/>
                    <a:pt x="207" y="83"/>
                  </a:cubicBezTo>
                  <a:cubicBezTo>
                    <a:pt x="207" y="50"/>
                    <a:pt x="174" y="34"/>
                    <a:pt x="157" y="17"/>
                  </a:cubicBezTo>
                  <a:cubicBezTo>
                    <a:pt x="141" y="1"/>
                    <a:pt x="10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6" name="Google Shape;20496;p54"/>
            <p:cNvSpPr/>
            <p:nvPr/>
          </p:nvSpPr>
          <p:spPr>
            <a:xfrm>
              <a:off x="4599850" y="29897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34" y="17"/>
                    <a:pt x="1" y="87"/>
                    <a:pt x="17" y="153"/>
                  </a:cubicBezTo>
                  <a:cubicBezTo>
                    <a:pt x="17" y="191"/>
                    <a:pt x="34" y="224"/>
                    <a:pt x="54" y="240"/>
                  </a:cubicBezTo>
                  <a:cubicBezTo>
                    <a:pt x="77" y="252"/>
                    <a:pt x="92" y="265"/>
                    <a:pt x="111" y="265"/>
                  </a:cubicBezTo>
                  <a:cubicBezTo>
                    <a:pt x="118" y="265"/>
                    <a:pt x="127" y="263"/>
                    <a:pt x="137" y="256"/>
                  </a:cubicBezTo>
                  <a:cubicBezTo>
                    <a:pt x="174" y="256"/>
                    <a:pt x="190" y="240"/>
                    <a:pt x="207" y="207"/>
                  </a:cubicBezTo>
                  <a:cubicBezTo>
                    <a:pt x="223" y="191"/>
                    <a:pt x="240" y="153"/>
                    <a:pt x="223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7" name="Google Shape;20497;p54"/>
            <p:cNvSpPr/>
            <p:nvPr/>
          </p:nvSpPr>
          <p:spPr>
            <a:xfrm>
              <a:off x="4606750" y="2957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34" y="17"/>
                    <a:pt x="1" y="87"/>
                    <a:pt x="1" y="158"/>
                  </a:cubicBezTo>
                  <a:cubicBezTo>
                    <a:pt x="17" y="191"/>
                    <a:pt x="34" y="207"/>
                    <a:pt x="50" y="244"/>
                  </a:cubicBezTo>
                  <a:cubicBezTo>
                    <a:pt x="67" y="261"/>
                    <a:pt x="104" y="261"/>
                    <a:pt x="137" y="261"/>
                  </a:cubicBezTo>
                  <a:cubicBezTo>
                    <a:pt x="191" y="244"/>
                    <a:pt x="240" y="174"/>
                    <a:pt x="223" y="104"/>
                  </a:cubicBezTo>
                  <a:cubicBezTo>
                    <a:pt x="223" y="71"/>
                    <a:pt x="207" y="55"/>
                    <a:pt x="191" y="17"/>
                  </a:cubicBezTo>
                  <a:cubicBezTo>
                    <a:pt x="17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8" name="Google Shape;20498;p54"/>
            <p:cNvSpPr/>
            <p:nvPr/>
          </p:nvSpPr>
          <p:spPr>
            <a:xfrm>
              <a:off x="4606350" y="2926425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44" y="1"/>
                  </a:moveTo>
                  <a:cubicBezTo>
                    <a:pt x="99" y="1"/>
                    <a:pt x="47" y="36"/>
                    <a:pt x="33" y="91"/>
                  </a:cubicBezTo>
                  <a:cubicBezTo>
                    <a:pt x="0" y="145"/>
                    <a:pt x="33" y="231"/>
                    <a:pt x="83" y="248"/>
                  </a:cubicBezTo>
                  <a:cubicBezTo>
                    <a:pt x="97" y="257"/>
                    <a:pt x="112" y="261"/>
                    <a:pt x="128" y="261"/>
                  </a:cubicBezTo>
                  <a:cubicBezTo>
                    <a:pt x="171" y="261"/>
                    <a:pt x="215" y="229"/>
                    <a:pt x="239" y="178"/>
                  </a:cubicBezTo>
                  <a:cubicBezTo>
                    <a:pt x="256" y="108"/>
                    <a:pt x="223" y="42"/>
                    <a:pt x="169" y="5"/>
                  </a:cubicBezTo>
                  <a:cubicBezTo>
                    <a:pt x="162" y="2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9" name="Google Shape;20499;p54"/>
            <p:cNvSpPr/>
            <p:nvPr/>
          </p:nvSpPr>
          <p:spPr>
            <a:xfrm>
              <a:off x="4632525" y="28904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70" y="260"/>
                    <a:pt x="190" y="244"/>
                    <a:pt x="207" y="207"/>
                  </a:cubicBezTo>
                  <a:cubicBezTo>
                    <a:pt x="223" y="190"/>
                    <a:pt x="240" y="157"/>
                    <a:pt x="240" y="124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70" y="21"/>
                    <a:pt x="170" y="21"/>
                    <a:pt x="153" y="21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0" name="Google Shape;20500;p54"/>
            <p:cNvSpPr/>
            <p:nvPr/>
          </p:nvSpPr>
          <p:spPr>
            <a:xfrm>
              <a:off x="4620050" y="292352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37" y="1"/>
                  </a:moveTo>
                  <a:cubicBezTo>
                    <a:pt x="120" y="1"/>
                    <a:pt x="87" y="17"/>
                    <a:pt x="71" y="38"/>
                  </a:cubicBezTo>
                  <a:cubicBezTo>
                    <a:pt x="17" y="71"/>
                    <a:pt x="1" y="158"/>
                    <a:pt x="50" y="207"/>
                  </a:cubicBezTo>
                  <a:cubicBezTo>
                    <a:pt x="71" y="244"/>
                    <a:pt x="87" y="261"/>
                    <a:pt x="120" y="261"/>
                  </a:cubicBezTo>
                  <a:cubicBezTo>
                    <a:pt x="153" y="261"/>
                    <a:pt x="174" y="261"/>
                    <a:pt x="207" y="244"/>
                  </a:cubicBezTo>
                  <a:cubicBezTo>
                    <a:pt x="240" y="191"/>
                    <a:pt x="256" y="104"/>
                    <a:pt x="223" y="55"/>
                  </a:cubicBezTo>
                  <a:cubicBezTo>
                    <a:pt x="207" y="38"/>
                    <a:pt x="190" y="17"/>
                    <a:pt x="174" y="17"/>
                  </a:cubicBezTo>
                  <a:cubicBezTo>
                    <a:pt x="153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1" name="Google Shape;20501;p54"/>
            <p:cNvSpPr/>
            <p:nvPr/>
          </p:nvSpPr>
          <p:spPr>
            <a:xfrm>
              <a:off x="4629025" y="2941050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47" y="1"/>
                  </a:moveTo>
                  <a:cubicBezTo>
                    <a:pt x="101" y="1"/>
                    <a:pt x="48" y="33"/>
                    <a:pt x="21" y="92"/>
                  </a:cubicBezTo>
                  <a:cubicBezTo>
                    <a:pt x="0" y="162"/>
                    <a:pt x="38" y="228"/>
                    <a:pt x="87" y="244"/>
                  </a:cubicBezTo>
                  <a:cubicBezTo>
                    <a:pt x="102" y="254"/>
                    <a:pt x="117" y="259"/>
                    <a:pt x="133" y="259"/>
                  </a:cubicBezTo>
                  <a:cubicBezTo>
                    <a:pt x="174" y="259"/>
                    <a:pt x="217" y="226"/>
                    <a:pt x="244" y="178"/>
                  </a:cubicBezTo>
                  <a:cubicBezTo>
                    <a:pt x="260" y="108"/>
                    <a:pt x="227" y="38"/>
                    <a:pt x="174" y="5"/>
                  </a:cubicBezTo>
                  <a:cubicBezTo>
                    <a:pt x="165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2" name="Google Shape;20502;p54"/>
            <p:cNvSpPr/>
            <p:nvPr/>
          </p:nvSpPr>
          <p:spPr>
            <a:xfrm>
              <a:off x="4635925" y="2923125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87" y="0"/>
                    <a:pt x="87" y="17"/>
                    <a:pt x="71" y="17"/>
                  </a:cubicBezTo>
                  <a:cubicBezTo>
                    <a:pt x="17" y="33"/>
                    <a:pt x="1" y="104"/>
                    <a:pt x="1" y="157"/>
                  </a:cubicBezTo>
                  <a:cubicBezTo>
                    <a:pt x="1" y="190"/>
                    <a:pt x="17" y="223"/>
                    <a:pt x="54" y="240"/>
                  </a:cubicBezTo>
                  <a:cubicBezTo>
                    <a:pt x="66" y="254"/>
                    <a:pt x="86" y="267"/>
                    <a:pt x="109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90" y="260"/>
                    <a:pt x="223" y="190"/>
                    <a:pt x="223" y="120"/>
                  </a:cubicBezTo>
                  <a:cubicBezTo>
                    <a:pt x="223" y="104"/>
                    <a:pt x="223" y="87"/>
                    <a:pt x="207" y="87"/>
                  </a:cubicBezTo>
                  <a:cubicBezTo>
                    <a:pt x="207" y="54"/>
                    <a:pt x="174" y="17"/>
                    <a:pt x="157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3" name="Google Shape;20503;p54"/>
            <p:cNvSpPr/>
            <p:nvPr/>
          </p:nvSpPr>
          <p:spPr>
            <a:xfrm>
              <a:off x="4625625" y="2907775"/>
              <a:ext cx="5575" cy="6825"/>
            </a:xfrm>
            <a:custGeom>
              <a:avLst/>
              <a:gdLst/>
              <a:ahLst/>
              <a:cxnLst/>
              <a:rect l="l" t="t" r="r" b="b"/>
              <a:pathLst>
                <a:path w="223" h="273" extrusionOk="0">
                  <a:moveTo>
                    <a:pt x="129" y="0"/>
                  </a:moveTo>
                  <a:cubicBezTo>
                    <a:pt x="120" y="0"/>
                    <a:pt x="112" y="4"/>
                    <a:pt x="103" y="13"/>
                  </a:cubicBezTo>
                  <a:cubicBezTo>
                    <a:pt x="33" y="13"/>
                    <a:pt x="0" y="83"/>
                    <a:pt x="0" y="153"/>
                  </a:cubicBezTo>
                  <a:cubicBezTo>
                    <a:pt x="0" y="186"/>
                    <a:pt x="17" y="219"/>
                    <a:pt x="54" y="235"/>
                  </a:cubicBezTo>
                  <a:cubicBezTo>
                    <a:pt x="70" y="256"/>
                    <a:pt x="103" y="272"/>
                    <a:pt x="136" y="272"/>
                  </a:cubicBezTo>
                  <a:cubicBezTo>
                    <a:pt x="190" y="256"/>
                    <a:pt x="223" y="186"/>
                    <a:pt x="223" y="116"/>
                  </a:cubicBezTo>
                  <a:cubicBezTo>
                    <a:pt x="223" y="83"/>
                    <a:pt x="206" y="50"/>
                    <a:pt x="174" y="29"/>
                  </a:cubicBezTo>
                  <a:lnTo>
                    <a:pt x="157" y="13"/>
                  </a:lnTo>
                  <a:cubicBezTo>
                    <a:pt x="147" y="4"/>
                    <a:pt x="137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4" name="Google Shape;20504;p54"/>
            <p:cNvSpPr/>
            <p:nvPr/>
          </p:nvSpPr>
          <p:spPr>
            <a:xfrm>
              <a:off x="4623875" y="28783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7" y="1"/>
                  </a:moveTo>
                  <a:cubicBezTo>
                    <a:pt x="118" y="1"/>
                    <a:pt x="110" y="3"/>
                    <a:pt x="103" y="8"/>
                  </a:cubicBezTo>
                  <a:cubicBezTo>
                    <a:pt x="54" y="8"/>
                    <a:pt x="0" y="74"/>
                    <a:pt x="21" y="144"/>
                  </a:cubicBezTo>
                  <a:cubicBezTo>
                    <a:pt x="21" y="177"/>
                    <a:pt x="37" y="214"/>
                    <a:pt x="70" y="231"/>
                  </a:cubicBezTo>
                  <a:cubicBezTo>
                    <a:pt x="87" y="247"/>
                    <a:pt x="124" y="264"/>
                    <a:pt x="140" y="264"/>
                  </a:cubicBezTo>
                  <a:cubicBezTo>
                    <a:pt x="173" y="247"/>
                    <a:pt x="206" y="231"/>
                    <a:pt x="227" y="214"/>
                  </a:cubicBezTo>
                  <a:cubicBezTo>
                    <a:pt x="244" y="177"/>
                    <a:pt x="244" y="144"/>
                    <a:pt x="244" y="111"/>
                  </a:cubicBezTo>
                  <a:cubicBezTo>
                    <a:pt x="227" y="74"/>
                    <a:pt x="227" y="41"/>
                    <a:pt x="190" y="25"/>
                  </a:cubicBezTo>
                  <a:lnTo>
                    <a:pt x="173" y="8"/>
                  </a:lnTo>
                  <a:cubicBezTo>
                    <a:pt x="162" y="8"/>
                    <a:pt x="144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5" name="Google Shape;20505;p54"/>
            <p:cNvSpPr/>
            <p:nvPr/>
          </p:nvSpPr>
          <p:spPr>
            <a:xfrm>
              <a:off x="4623875" y="28281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29" y="0"/>
                  </a:moveTo>
                  <a:cubicBezTo>
                    <a:pt x="82" y="0"/>
                    <a:pt x="35" y="33"/>
                    <a:pt x="21" y="91"/>
                  </a:cubicBezTo>
                  <a:cubicBezTo>
                    <a:pt x="0" y="161"/>
                    <a:pt x="37" y="227"/>
                    <a:pt x="87" y="248"/>
                  </a:cubicBezTo>
                  <a:cubicBezTo>
                    <a:pt x="101" y="256"/>
                    <a:pt x="116" y="260"/>
                    <a:pt x="131" y="260"/>
                  </a:cubicBezTo>
                  <a:cubicBezTo>
                    <a:pt x="172" y="260"/>
                    <a:pt x="212" y="229"/>
                    <a:pt x="227" y="177"/>
                  </a:cubicBezTo>
                  <a:cubicBezTo>
                    <a:pt x="244" y="107"/>
                    <a:pt x="227" y="41"/>
                    <a:pt x="157" y="4"/>
                  </a:cubicBezTo>
                  <a:cubicBezTo>
                    <a:pt x="148" y="1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6" name="Google Shape;20506;p54"/>
            <p:cNvSpPr/>
            <p:nvPr/>
          </p:nvSpPr>
          <p:spPr>
            <a:xfrm>
              <a:off x="4625625" y="28628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cubicBezTo>
                    <a:pt x="33" y="8"/>
                    <a:pt x="0" y="74"/>
                    <a:pt x="17" y="144"/>
                  </a:cubicBezTo>
                  <a:cubicBezTo>
                    <a:pt x="17" y="214"/>
                    <a:pt x="70" y="263"/>
                    <a:pt x="136" y="263"/>
                  </a:cubicBezTo>
                  <a:cubicBezTo>
                    <a:pt x="174" y="247"/>
                    <a:pt x="190" y="230"/>
                    <a:pt x="206" y="214"/>
                  </a:cubicBezTo>
                  <a:cubicBezTo>
                    <a:pt x="223" y="177"/>
                    <a:pt x="239" y="144"/>
                    <a:pt x="223" y="111"/>
                  </a:cubicBezTo>
                  <a:cubicBezTo>
                    <a:pt x="223" y="74"/>
                    <a:pt x="206" y="41"/>
                    <a:pt x="190" y="24"/>
                  </a:cubicBezTo>
                  <a:cubicBezTo>
                    <a:pt x="174" y="24"/>
                    <a:pt x="174" y="8"/>
                    <a:pt x="157" y="8"/>
                  </a:cubicBezTo>
                  <a:cubicBezTo>
                    <a:pt x="143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7" name="Google Shape;20507;p54"/>
            <p:cNvSpPr/>
            <p:nvPr/>
          </p:nvSpPr>
          <p:spPr>
            <a:xfrm>
              <a:off x="4619225" y="2970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"/>
                    <a:pt x="1" y="71"/>
                    <a:pt x="17" y="141"/>
                  </a:cubicBezTo>
                  <a:cubicBezTo>
                    <a:pt x="17" y="174"/>
                    <a:pt x="34" y="207"/>
                    <a:pt x="67" y="228"/>
                  </a:cubicBezTo>
                  <a:cubicBezTo>
                    <a:pt x="83" y="261"/>
                    <a:pt x="120" y="261"/>
                    <a:pt x="137" y="261"/>
                  </a:cubicBezTo>
                  <a:cubicBezTo>
                    <a:pt x="207" y="244"/>
                    <a:pt x="240" y="174"/>
                    <a:pt x="240" y="104"/>
                  </a:cubicBezTo>
                  <a:cubicBezTo>
                    <a:pt x="223" y="71"/>
                    <a:pt x="223" y="38"/>
                    <a:pt x="186" y="21"/>
                  </a:cubicBezTo>
                  <a:lnTo>
                    <a:pt x="1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8" name="Google Shape;20508;p54"/>
            <p:cNvSpPr/>
            <p:nvPr/>
          </p:nvSpPr>
          <p:spPr>
            <a:xfrm>
              <a:off x="4818475" y="3042150"/>
              <a:ext cx="5575" cy="3450"/>
            </a:xfrm>
            <a:custGeom>
              <a:avLst/>
              <a:gdLst/>
              <a:ahLst/>
              <a:cxnLst/>
              <a:rect l="l" t="t" r="r" b="b"/>
              <a:pathLst>
                <a:path w="223" h="138" extrusionOk="0">
                  <a:moveTo>
                    <a:pt x="110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00"/>
                    <a:pt x="0" y="117"/>
                    <a:pt x="0" y="117"/>
                  </a:cubicBezTo>
                  <a:lnTo>
                    <a:pt x="223" y="137"/>
                  </a:lnTo>
                  <a:cubicBezTo>
                    <a:pt x="223" y="84"/>
                    <a:pt x="206" y="34"/>
                    <a:pt x="153" y="14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9" name="Google Shape;20509;p54"/>
            <p:cNvSpPr/>
            <p:nvPr/>
          </p:nvSpPr>
          <p:spPr>
            <a:xfrm>
              <a:off x="4739000" y="30287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0"/>
                  </a:moveTo>
                  <a:cubicBezTo>
                    <a:pt x="34" y="17"/>
                    <a:pt x="1" y="87"/>
                    <a:pt x="17" y="157"/>
                  </a:cubicBezTo>
                  <a:cubicBezTo>
                    <a:pt x="17" y="215"/>
                    <a:pt x="58" y="263"/>
                    <a:pt x="113" y="263"/>
                  </a:cubicBezTo>
                  <a:cubicBezTo>
                    <a:pt x="120" y="263"/>
                    <a:pt x="128" y="262"/>
                    <a:pt x="137" y="260"/>
                  </a:cubicBezTo>
                  <a:cubicBezTo>
                    <a:pt x="174" y="260"/>
                    <a:pt x="190" y="240"/>
                    <a:pt x="207" y="207"/>
                  </a:cubicBezTo>
                  <a:cubicBezTo>
                    <a:pt x="223" y="174"/>
                    <a:pt x="240" y="137"/>
                    <a:pt x="223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0" name="Google Shape;20510;p54"/>
            <p:cNvSpPr/>
            <p:nvPr/>
          </p:nvSpPr>
          <p:spPr>
            <a:xfrm>
              <a:off x="4664275" y="30107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54" y="17"/>
                    <a:pt x="0" y="88"/>
                    <a:pt x="17" y="158"/>
                  </a:cubicBezTo>
                  <a:cubicBezTo>
                    <a:pt x="17" y="191"/>
                    <a:pt x="33" y="224"/>
                    <a:pt x="54" y="240"/>
                  </a:cubicBezTo>
                  <a:cubicBezTo>
                    <a:pt x="78" y="255"/>
                    <a:pt x="101" y="267"/>
                    <a:pt x="119" y="267"/>
                  </a:cubicBezTo>
                  <a:cubicBezTo>
                    <a:pt x="126" y="267"/>
                    <a:pt x="132" y="265"/>
                    <a:pt x="136" y="261"/>
                  </a:cubicBezTo>
                  <a:cubicBezTo>
                    <a:pt x="174" y="261"/>
                    <a:pt x="190" y="240"/>
                    <a:pt x="207" y="207"/>
                  </a:cubicBezTo>
                  <a:cubicBezTo>
                    <a:pt x="223" y="191"/>
                    <a:pt x="240" y="158"/>
                    <a:pt x="240" y="121"/>
                  </a:cubicBezTo>
                  <a:cubicBezTo>
                    <a:pt x="223" y="88"/>
                    <a:pt x="207" y="55"/>
                    <a:pt x="190" y="34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1" name="Google Shape;20511;p54"/>
            <p:cNvSpPr/>
            <p:nvPr/>
          </p:nvSpPr>
          <p:spPr>
            <a:xfrm>
              <a:off x="4752300" y="3039900"/>
              <a:ext cx="6100" cy="4775"/>
            </a:xfrm>
            <a:custGeom>
              <a:avLst/>
              <a:gdLst/>
              <a:ahLst/>
              <a:cxnLst/>
              <a:rect l="l" t="t" r="r" b="b"/>
              <a:pathLst>
                <a:path w="244" h="191" extrusionOk="0">
                  <a:moveTo>
                    <a:pt x="141" y="1"/>
                  </a:moveTo>
                  <a:cubicBezTo>
                    <a:pt x="103" y="1"/>
                    <a:pt x="87" y="1"/>
                    <a:pt x="54" y="21"/>
                  </a:cubicBezTo>
                  <a:cubicBezTo>
                    <a:pt x="17" y="71"/>
                    <a:pt x="0" y="141"/>
                    <a:pt x="38" y="190"/>
                  </a:cubicBezTo>
                  <a:lnTo>
                    <a:pt x="223" y="190"/>
                  </a:lnTo>
                  <a:cubicBezTo>
                    <a:pt x="244" y="157"/>
                    <a:pt x="244" y="87"/>
                    <a:pt x="207" y="54"/>
                  </a:cubicBezTo>
                  <a:cubicBezTo>
                    <a:pt x="207" y="38"/>
                    <a:pt x="190" y="2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2" name="Google Shape;20512;p54"/>
            <p:cNvSpPr/>
            <p:nvPr/>
          </p:nvSpPr>
          <p:spPr>
            <a:xfrm>
              <a:off x="4744975" y="3008650"/>
              <a:ext cx="6525" cy="6750"/>
            </a:xfrm>
            <a:custGeom>
              <a:avLst/>
              <a:gdLst/>
              <a:ahLst/>
              <a:cxnLst/>
              <a:rect l="l" t="t" r="r" b="b"/>
              <a:pathLst>
                <a:path w="261" h="270" extrusionOk="0">
                  <a:moveTo>
                    <a:pt x="131" y="1"/>
                  </a:moveTo>
                  <a:cubicBezTo>
                    <a:pt x="91" y="1"/>
                    <a:pt x="50" y="32"/>
                    <a:pt x="38" y="84"/>
                  </a:cubicBezTo>
                  <a:cubicBezTo>
                    <a:pt x="1" y="154"/>
                    <a:pt x="38" y="241"/>
                    <a:pt x="87" y="257"/>
                  </a:cubicBezTo>
                  <a:cubicBezTo>
                    <a:pt x="106" y="266"/>
                    <a:pt x="123" y="270"/>
                    <a:pt x="139" y="270"/>
                  </a:cubicBezTo>
                  <a:cubicBezTo>
                    <a:pt x="183" y="270"/>
                    <a:pt x="217" y="239"/>
                    <a:pt x="244" y="187"/>
                  </a:cubicBezTo>
                  <a:cubicBezTo>
                    <a:pt x="260" y="117"/>
                    <a:pt x="227" y="34"/>
                    <a:pt x="174" y="14"/>
                  </a:cubicBezTo>
                  <a:cubicBezTo>
                    <a:pt x="161" y="5"/>
                    <a:pt x="146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3" name="Google Shape;20513;p54"/>
            <p:cNvSpPr/>
            <p:nvPr/>
          </p:nvSpPr>
          <p:spPr>
            <a:xfrm>
              <a:off x="4698600" y="3035900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118" y="1"/>
                  </a:moveTo>
                  <a:cubicBezTo>
                    <a:pt x="109" y="1"/>
                    <a:pt x="99" y="3"/>
                    <a:pt x="87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81"/>
                    <a:pt x="21" y="214"/>
                    <a:pt x="54" y="231"/>
                  </a:cubicBezTo>
                  <a:cubicBezTo>
                    <a:pt x="70" y="247"/>
                    <a:pt x="103" y="264"/>
                    <a:pt x="124" y="264"/>
                  </a:cubicBezTo>
                  <a:cubicBezTo>
                    <a:pt x="157" y="247"/>
                    <a:pt x="190" y="231"/>
                    <a:pt x="207" y="214"/>
                  </a:cubicBezTo>
                  <a:cubicBezTo>
                    <a:pt x="227" y="181"/>
                    <a:pt x="227" y="144"/>
                    <a:pt x="227" y="111"/>
                  </a:cubicBezTo>
                  <a:cubicBezTo>
                    <a:pt x="227" y="78"/>
                    <a:pt x="207" y="41"/>
                    <a:pt x="174" y="25"/>
                  </a:cubicBezTo>
                  <a:lnTo>
                    <a:pt x="157" y="8"/>
                  </a:lnTo>
                  <a:cubicBezTo>
                    <a:pt x="146" y="8"/>
                    <a:pt x="135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4" name="Google Shape;20514;p54"/>
            <p:cNvSpPr/>
            <p:nvPr/>
          </p:nvSpPr>
          <p:spPr>
            <a:xfrm>
              <a:off x="4666025" y="299527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4" y="1"/>
                  </a:moveTo>
                  <a:cubicBezTo>
                    <a:pt x="34" y="17"/>
                    <a:pt x="1" y="87"/>
                    <a:pt x="1" y="157"/>
                  </a:cubicBezTo>
                  <a:cubicBezTo>
                    <a:pt x="15" y="215"/>
                    <a:pt x="55" y="263"/>
                    <a:pt x="111" y="263"/>
                  </a:cubicBezTo>
                  <a:cubicBezTo>
                    <a:pt x="120" y="263"/>
                    <a:pt x="128" y="262"/>
                    <a:pt x="137" y="260"/>
                  </a:cubicBezTo>
                  <a:cubicBezTo>
                    <a:pt x="170" y="260"/>
                    <a:pt x="190" y="240"/>
                    <a:pt x="207" y="207"/>
                  </a:cubicBezTo>
                  <a:cubicBezTo>
                    <a:pt x="223" y="190"/>
                    <a:pt x="223" y="157"/>
                    <a:pt x="223" y="120"/>
                  </a:cubicBezTo>
                  <a:cubicBezTo>
                    <a:pt x="223" y="87"/>
                    <a:pt x="207" y="54"/>
                    <a:pt x="190" y="33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5" name="Google Shape;20515;p54"/>
            <p:cNvSpPr/>
            <p:nvPr/>
          </p:nvSpPr>
          <p:spPr>
            <a:xfrm>
              <a:off x="4679325" y="3006925"/>
              <a:ext cx="5600" cy="6000"/>
            </a:xfrm>
            <a:custGeom>
              <a:avLst/>
              <a:gdLst/>
              <a:ahLst/>
              <a:cxnLst/>
              <a:rect l="l" t="t" r="r" b="b"/>
              <a:pathLst>
                <a:path w="224" h="240" extrusionOk="0">
                  <a:moveTo>
                    <a:pt x="70" y="0"/>
                  </a:moveTo>
                  <a:cubicBezTo>
                    <a:pt x="70" y="17"/>
                    <a:pt x="50" y="17"/>
                    <a:pt x="50" y="17"/>
                  </a:cubicBezTo>
                  <a:cubicBezTo>
                    <a:pt x="0" y="50"/>
                    <a:pt x="0" y="136"/>
                    <a:pt x="33" y="186"/>
                  </a:cubicBezTo>
                  <a:cubicBezTo>
                    <a:pt x="50" y="223"/>
                    <a:pt x="87" y="240"/>
                    <a:pt x="120" y="240"/>
                  </a:cubicBezTo>
                  <a:cubicBezTo>
                    <a:pt x="136" y="240"/>
                    <a:pt x="174" y="240"/>
                    <a:pt x="190" y="223"/>
                  </a:cubicBezTo>
                  <a:cubicBezTo>
                    <a:pt x="207" y="207"/>
                    <a:pt x="223" y="186"/>
                    <a:pt x="223" y="169"/>
                  </a:cubicBezTo>
                  <a:cubicBezTo>
                    <a:pt x="174" y="120"/>
                    <a:pt x="120" y="66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6" name="Google Shape;20516;p54"/>
            <p:cNvSpPr/>
            <p:nvPr/>
          </p:nvSpPr>
          <p:spPr>
            <a:xfrm>
              <a:off x="4755800" y="2998275"/>
              <a:ext cx="2100" cy="1350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83" y="0"/>
                  </a:moveTo>
                  <a:cubicBezTo>
                    <a:pt x="50" y="17"/>
                    <a:pt x="34" y="37"/>
                    <a:pt x="1" y="54"/>
                  </a:cubicBezTo>
                  <a:cubicBezTo>
                    <a:pt x="34" y="54"/>
                    <a:pt x="67" y="37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7" name="Google Shape;20517;p54"/>
            <p:cNvSpPr/>
            <p:nvPr/>
          </p:nvSpPr>
          <p:spPr>
            <a:xfrm>
              <a:off x="4911650" y="2981575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87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0" y="190"/>
                    <a:pt x="17" y="223"/>
                    <a:pt x="54" y="239"/>
                  </a:cubicBezTo>
                  <a:cubicBezTo>
                    <a:pt x="66" y="251"/>
                    <a:pt x="86" y="263"/>
                    <a:pt x="102" y="263"/>
                  </a:cubicBezTo>
                  <a:cubicBezTo>
                    <a:pt x="109" y="263"/>
                    <a:pt x="115" y="261"/>
                    <a:pt x="120" y="256"/>
                  </a:cubicBezTo>
                  <a:cubicBezTo>
                    <a:pt x="190" y="256"/>
                    <a:pt x="223" y="190"/>
                    <a:pt x="223" y="120"/>
                  </a:cubicBezTo>
                  <a:cubicBezTo>
                    <a:pt x="223" y="87"/>
                    <a:pt x="207" y="50"/>
                    <a:pt x="174" y="33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36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8" name="Google Shape;20518;p54"/>
            <p:cNvSpPr/>
            <p:nvPr/>
          </p:nvSpPr>
          <p:spPr>
            <a:xfrm>
              <a:off x="4903500" y="29986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7" y="1"/>
                  </a:moveTo>
                  <a:cubicBezTo>
                    <a:pt x="104" y="1"/>
                    <a:pt x="71" y="21"/>
                    <a:pt x="50" y="38"/>
                  </a:cubicBezTo>
                  <a:cubicBezTo>
                    <a:pt x="34" y="54"/>
                    <a:pt x="17" y="87"/>
                    <a:pt x="17" y="124"/>
                  </a:cubicBezTo>
                  <a:cubicBezTo>
                    <a:pt x="1" y="157"/>
                    <a:pt x="17" y="190"/>
                    <a:pt x="34" y="227"/>
                  </a:cubicBezTo>
                  <a:cubicBezTo>
                    <a:pt x="50" y="244"/>
                    <a:pt x="87" y="260"/>
                    <a:pt x="104" y="260"/>
                  </a:cubicBezTo>
                  <a:cubicBezTo>
                    <a:pt x="113" y="265"/>
                    <a:pt x="123" y="267"/>
                    <a:pt x="133" y="267"/>
                  </a:cubicBezTo>
                  <a:cubicBezTo>
                    <a:pt x="157" y="267"/>
                    <a:pt x="179" y="255"/>
                    <a:pt x="190" y="244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0" y="38"/>
                    <a:pt x="174" y="21"/>
                    <a:pt x="153" y="21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9" name="Google Shape;20519;p54"/>
            <p:cNvSpPr/>
            <p:nvPr/>
          </p:nvSpPr>
          <p:spPr>
            <a:xfrm>
              <a:off x="4903925" y="296652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57" y="0"/>
                  </a:moveTo>
                  <a:cubicBezTo>
                    <a:pt x="120" y="0"/>
                    <a:pt x="87" y="0"/>
                    <a:pt x="70" y="17"/>
                  </a:cubicBezTo>
                  <a:cubicBezTo>
                    <a:pt x="54" y="33"/>
                    <a:pt x="33" y="50"/>
                    <a:pt x="17" y="87"/>
                  </a:cubicBezTo>
                  <a:cubicBezTo>
                    <a:pt x="0" y="103"/>
                    <a:pt x="0" y="136"/>
                    <a:pt x="17" y="173"/>
                  </a:cubicBezTo>
                  <a:cubicBezTo>
                    <a:pt x="17" y="206"/>
                    <a:pt x="54" y="239"/>
                    <a:pt x="87" y="239"/>
                  </a:cubicBezTo>
                  <a:cubicBezTo>
                    <a:pt x="100" y="249"/>
                    <a:pt x="115" y="254"/>
                    <a:pt x="130" y="254"/>
                  </a:cubicBezTo>
                  <a:cubicBezTo>
                    <a:pt x="170" y="254"/>
                    <a:pt x="211" y="221"/>
                    <a:pt x="223" y="173"/>
                  </a:cubicBezTo>
                  <a:cubicBezTo>
                    <a:pt x="239" y="103"/>
                    <a:pt x="223" y="33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0" name="Google Shape;20520;p54"/>
            <p:cNvSpPr/>
            <p:nvPr/>
          </p:nvSpPr>
          <p:spPr>
            <a:xfrm>
              <a:off x="4909475" y="3026600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41" y="1"/>
                  </a:moveTo>
                  <a:cubicBezTo>
                    <a:pt x="120" y="1"/>
                    <a:pt x="87" y="17"/>
                    <a:pt x="71" y="38"/>
                  </a:cubicBezTo>
                  <a:cubicBezTo>
                    <a:pt x="17" y="87"/>
                    <a:pt x="1" y="158"/>
                    <a:pt x="54" y="224"/>
                  </a:cubicBezTo>
                  <a:cubicBezTo>
                    <a:pt x="71" y="244"/>
                    <a:pt x="87" y="261"/>
                    <a:pt x="120" y="261"/>
                  </a:cubicBezTo>
                  <a:cubicBezTo>
                    <a:pt x="131" y="265"/>
                    <a:pt x="140" y="267"/>
                    <a:pt x="149" y="267"/>
                  </a:cubicBezTo>
                  <a:cubicBezTo>
                    <a:pt x="169" y="267"/>
                    <a:pt x="184" y="256"/>
                    <a:pt x="207" y="244"/>
                  </a:cubicBezTo>
                  <a:cubicBezTo>
                    <a:pt x="223" y="207"/>
                    <a:pt x="244" y="191"/>
                    <a:pt x="244" y="158"/>
                  </a:cubicBezTo>
                  <a:cubicBezTo>
                    <a:pt x="244" y="120"/>
                    <a:pt x="244" y="87"/>
                    <a:pt x="223" y="54"/>
                  </a:cubicBezTo>
                  <a:cubicBezTo>
                    <a:pt x="207" y="38"/>
                    <a:pt x="190" y="17"/>
                    <a:pt x="174" y="17"/>
                  </a:cubicBezTo>
                  <a:cubicBezTo>
                    <a:pt x="157" y="17"/>
                    <a:pt x="157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1" name="Google Shape;20521;p54"/>
            <p:cNvSpPr/>
            <p:nvPr/>
          </p:nvSpPr>
          <p:spPr>
            <a:xfrm>
              <a:off x="4906075" y="29489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11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1" y="154"/>
                    <a:pt x="17" y="220"/>
                    <a:pt x="87" y="257"/>
                  </a:cubicBezTo>
                  <a:lnTo>
                    <a:pt x="137" y="257"/>
                  </a:lnTo>
                  <a:cubicBezTo>
                    <a:pt x="174" y="257"/>
                    <a:pt x="207" y="220"/>
                    <a:pt x="223" y="170"/>
                  </a:cubicBezTo>
                  <a:cubicBezTo>
                    <a:pt x="240" y="133"/>
                    <a:pt x="223" y="84"/>
                    <a:pt x="207" y="51"/>
                  </a:cubicBezTo>
                  <a:cubicBezTo>
                    <a:pt x="190" y="30"/>
                    <a:pt x="174" y="14"/>
                    <a:pt x="153" y="14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2" name="Google Shape;20522;p54"/>
            <p:cNvSpPr/>
            <p:nvPr/>
          </p:nvSpPr>
          <p:spPr>
            <a:xfrm>
              <a:off x="4848575" y="3041150"/>
              <a:ext cx="6000" cy="4450"/>
            </a:xfrm>
            <a:custGeom>
              <a:avLst/>
              <a:gdLst/>
              <a:ahLst/>
              <a:cxnLst/>
              <a:rect l="l" t="t" r="r" b="b"/>
              <a:pathLst>
                <a:path w="240" h="178" extrusionOk="0">
                  <a:moveTo>
                    <a:pt x="126" y="0"/>
                  </a:moveTo>
                  <a:cubicBezTo>
                    <a:pt x="81" y="0"/>
                    <a:pt x="30" y="33"/>
                    <a:pt x="17" y="91"/>
                  </a:cubicBezTo>
                  <a:cubicBezTo>
                    <a:pt x="0" y="107"/>
                    <a:pt x="0" y="140"/>
                    <a:pt x="17" y="177"/>
                  </a:cubicBezTo>
                  <a:lnTo>
                    <a:pt x="223" y="177"/>
                  </a:lnTo>
                  <a:cubicBezTo>
                    <a:pt x="239" y="107"/>
                    <a:pt x="223" y="37"/>
                    <a:pt x="153" y="4"/>
                  </a:cubicBezTo>
                  <a:cubicBezTo>
                    <a:pt x="144" y="2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3" name="Google Shape;20523;p54"/>
            <p:cNvSpPr/>
            <p:nvPr/>
          </p:nvSpPr>
          <p:spPr>
            <a:xfrm>
              <a:off x="4894950" y="30294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5" y="0"/>
                    <a:pt x="109" y="2"/>
                    <a:pt x="104" y="7"/>
                  </a:cubicBezTo>
                  <a:cubicBezTo>
                    <a:pt x="66" y="7"/>
                    <a:pt x="50" y="28"/>
                    <a:pt x="33" y="61"/>
                  </a:cubicBezTo>
                  <a:cubicBezTo>
                    <a:pt x="17" y="78"/>
                    <a:pt x="0" y="111"/>
                    <a:pt x="0" y="148"/>
                  </a:cubicBezTo>
                  <a:cubicBezTo>
                    <a:pt x="17" y="181"/>
                    <a:pt x="33" y="214"/>
                    <a:pt x="50" y="234"/>
                  </a:cubicBezTo>
                  <a:cubicBezTo>
                    <a:pt x="66" y="251"/>
                    <a:pt x="104" y="267"/>
                    <a:pt x="137" y="267"/>
                  </a:cubicBezTo>
                  <a:cubicBezTo>
                    <a:pt x="186" y="251"/>
                    <a:pt x="240" y="181"/>
                    <a:pt x="223" y="111"/>
                  </a:cubicBezTo>
                  <a:cubicBezTo>
                    <a:pt x="223" y="78"/>
                    <a:pt x="207" y="45"/>
                    <a:pt x="186" y="28"/>
                  </a:cubicBezTo>
                  <a:cubicBezTo>
                    <a:pt x="170" y="28"/>
                    <a:pt x="170" y="7"/>
                    <a:pt x="153" y="7"/>
                  </a:cubicBezTo>
                  <a:cubicBezTo>
                    <a:pt x="142" y="7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4" name="Google Shape;20524;p54"/>
            <p:cNvSpPr/>
            <p:nvPr/>
          </p:nvSpPr>
          <p:spPr>
            <a:xfrm>
              <a:off x="4900100" y="30138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43" y="1"/>
                  </a:moveTo>
                  <a:cubicBezTo>
                    <a:pt x="133" y="1"/>
                    <a:pt x="120" y="5"/>
                    <a:pt x="104" y="13"/>
                  </a:cubicBezTo>
                  <a:cubicBezTo>
                    <a:pt x="50" y="13"/>
                    <a:pt x="1" y="83"/>
                    <a:pt x="17" y="153"/>
                  </a:cubicBezTo>
                  <a:cubicBezTo>
                    <a:pt x="17" y="186"/>
                    <a:pt x="34" y="219"/>
                    <a:pt x="67" y="240"/>
                  </a:cubicBezTo>
                  <a:cubicBezTo>
                    <a:pt x="78" y="251"/>
                    <a:pt x="100" y="263"/>
                    <a:pt x="118" y="263"/>
                  </a:cubicBezTo>
                  <a:cubicBezTo>
                    <a:pt x="125" y="263"/>
                    <a:pt x="132" y="261"/>
                    <a:pt x="137" y="256"/>
                  </a:cubicBezTo>
                  <a:cubicBezTo>
                    <a:pt x="207" y="256"/>
                    <a:pt x="240" y="186"/>
                    <a:pt x="240" y="116"/>
                  </a:cubicBezTo>
                  <a:cubicBezTo>
                    <a:pt x="223" y="67"/>
                    <a:pt x="207" y="34"/>
                    <a:pt x="170" y="13"/>
                  </a:cubicBezTo>
                  <a:cubicBezTo>
                    <a:pt x="161" y="5"/>
                    <a:pt x="153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5" name="Google Shape;20525;p54"/>
            <p:cNvSpPr/>
            <p:nvPr/>
          </p:nvSpPr>
          <p:spPr>
            <a:xfrm>
              <a:off x="4833100" y="3040425"/>
              <a:ext cx="6000" cy="5175"/>
            </a:xfrm>
            <a:custGeom>
              <a:avLst/>
              <a:gdLst/>
              <a:ahLst/>
              <a:cxnLst/>
              <a:rect l="l" t="t" r="r" b="b"/>
              <a:pathLst>
                <a:path w="240" h="207" extrusionOk="0">
                  <a:moveTo>
                    <a:pt x="104" y="0"/>
                  </a:moveTo>
                  <a:cubicBezTo>
                    <a:pt x="50" y="17"/>
                    <a:pt x="1" y="66"/>
                    <a:pt x="17" y="153"/>
                  </a:cubicBezTo>
                  <a:cubicBezTo>
                    <a:pt x="17" y="169"/>
                    <a:pt x="17" y="186"/>
                    <a:pt x="34" y="206"/>
                  </a:cubicBezTo>
                  <a:lnTo>
                    <a:pt x="223" y="206"/>
                  </a:lnTo>
                  <a:cubicBezTo>
                    <a:pt x="223" y="169"/>
                    <a:pt x="240" y="136"/>
                    <a:pt x="240" y="103"/>
                  </a:cubicBezTo>
                  <a:cubicBezTo>
                    <a:pt x="223" y="66"/>
                    <a:pt x="207" y="33"/>
                    <a:pt x="186" y="17"/>
                  </a:cubicBezTo>
                  <a:cubicBezTo>
                    <a:pt x="186" y="17"/>
                    <a:pt x="170" y="17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6" name="Google Shape;20526;p54"/>
            <p:cNvSpPr/>
            <p:nvPr/>
          </p:nvSpPr>
          <p:spPr>
            <a:xfrm>
              <a:off x="4578825" y="29647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20" y="0"/>
                  </a:moveTo>
                  <a:cubicBezTo>
                    <a:pt x="87" y="0"/>
                    <a:pt x="50" y="0"/>
                    <a:pt x="34" y="37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" y="190"/>
                    <a:pt x="17" y="206"/>
                  </a:cubicBezTo>
                  <a:cubicBezTo>
                    <a:pt x="34" y="243"/>
                    <a:pt x="71" y="260"/>
                    <a:pt x="87" y="260"/>
                  </a:cubicBezTo>
                  <a:cubicBezTo>
                    <a:pt x="120" y="260"/>
                    <a:pt x="153" y="260"/>
                    <a:pt x="174" y="223"/>
                  </a:cubicBezTo>
                  <a:cubicBezTo>
                    <a:pt x="223" y="190"/>
                    <a:pt x="223" y="103"/>
                    <a:pt x="190" y="54"/>
                  </a:cubicBezTo>
                  <a:cubicBezTo>
                    <a:pt x="174" y="37"/>
                    <a:pt x="174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7" name="Google Shape;20527;p54"/>
            <p:cNvSpPr/>
            <p:nvPr/>
          </p:nvSpPr>
          <p:spPr>
            <a:xfrm>
              <a:off x="4575825" y="30089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8" y="1"/>
                  </a:moveTo>
                  <a:cubicBezTo>
                    <a:pt x="67" y="1"/>
                    <a:pt x="50" y="21"/>
                    <a:pt x="34" y="38"/>
                  </a:cubicBezTo>
                  <a:cubicBezTo>
                    <a:pt x="17" y="71"/>
                    <a:pt x="1" y="104"/>
                    <a:pt x="1" y="158"/>
                  </a:cubicBezTo>
                  <a:cubicBezTo>
                    <a:pt x="1" y="191"/>
                    <a:pt x="17" y="207"/>
                    <a:pt x="50" y="228"/>
                  </a:cubicBezTo>
                  <a:cubicBezTo>
                    <a:pt x="67" y="261"/>
                    <a:pt x="104" y="261"/>
                    <a:pt x="121" y="261"/>
                  </a:cubicBezTo>
                  <a:cubicBezTo>
                    <a:pt x="191" y="244"/>
                    <a:pt x="224" y="191"/>
                    <a:pt x="224" y="125"/>
                  </a:cubicBezTo>
                  <a:lnTo>
                    <a:pt x="224" y="104"/>
                  </a:lnTo>
                  <a:cubicBezTo>
                    <a:pt x="207" y="54"/>
                    <a:pt x="191" y="2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8" name="Google Shape;20528;p54"/>
            <p:cNvSpPr/>
            <p:nvPr/>
          </p:nvSpPr>
          <p:spPr>
            <a:xfrm>
              <a:off x="4579250" y="2932325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08" y="1"/>
                  </a:moveTo>
                  <a:cubicBezTo>
                    <a:pt x="92" y="1"/>
                    <a:pt x="73" y="9"/>
                    <a:pt x="54" y="28"/>
                  </a:cubicBezTo>
                  <a:cubicBezTo>
                    <a:pt x="33" y="28"/>
                    <a:pt x="17" y="61"/>
                    <a:pt x="0" y="78"/>
                  </a:cubicBezTo>
                  <a:lnTo>
                    <a:pt x="0" y="164"/>
                  </a:lnTo>
                  <a:cubicBezTo>
                    <a:pt x="17" y="201"/>
                    <a:pt x="33" y="234"/>
                    <a:pt x="70" y="251"/>
                  </a:cubicBezTo>
                  <a:cubicBezTo>
                    <a:pt x="83" y="260"/>
                    <a:pt x="98" y="264"/>
                    <a:pt x="112" y="264"/>
                  </a:cubicBezTo>
                  <a:cubicBezTo>
                    <a:pt x="153" y="264"/>
                    <a:pt x="194" y="232"/>
                    <a:pt x="206" y="181"/>
                  </a:cubicBezTo>
                  <a:cubicBezTo>
                    <a:pt x="223" y="115"/>
                    <a:pt x="206" y="28"/>
                    <a:pt x="136" y="12"/>
                  </a:cubicBezTo>
                  <a:cubicBezTo>
                    <a:pt x="129" y="5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9" name="Google Shape;20529;p54"/>
            <p:cNvSpPr/>
            <p:nvPr/>
          </p:nvSpPr>
          <p:spPr>
            <a:xfrm>
              <a:off x="4584400" y="29927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20" y="0"/>
                    <a:pt x="87" y="0"/>
                    <a:pt x="70" y="33"/>
                  </a:cubicBezTo>
                  <a:cubicBezTo>
                    <a:pt x="17" y="71"/>
                    <a:pt x="0" y="157"/>
                    <a:pt x="54" y="207"/>
                  </a:cubicBezTo>
                  <a:cubicBezTo>
                    <a:pt x="70" y="240"/>
                    <a:pt x="87" y="260"/>
                    <a:pt x="120" y="260"/>
                  </a:cubicBezTo>
                  <a:cubicBezTo>
                    <a:pt x="157" y="260"/>
                    <a:pt x="173" y="260"/>
                    <a:pt x="206" y="223"/>
                  </a:cubicBezTo>
                  <a:cubicBezTo>
                    <a:pt x="223" y="207"/>
                    <a:pt x="239" y="174"/>
                    <a:pt x="239" y="136"/>
                  </a:cubicBezTo>
                  <a:cubicBezTo>
                    <a:pt x="239" y="104"/>
                    <a:pt x="239" y="71"/>
                    <a:pt x="223" y="54"/>
                  </a:cubicBezTo>
                  <a:cubicBezTo>
                    <a:pt x="206" y="33"/>
                    <a:pt x="190" y="17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0" name="Google Shape;20530;p54"/>
            <p:cNvSpPr/>
            <p:nvPr/>
          </p:nvSpPr>
          <p:spPr>
            <a:xfrm>
              <a:off x="4581000" y="29148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5" y="1"/>
                  </a:moveTo>
                  <a:cubicBezTo>
                    <a:pt x="80" y="1"/>
                    <a:pt x="30" y="31"/>
                    <a:pt x="17" y="75"/>
                  </a:cubicBezTo>
                  <a:cubicBezTo>
                    <a:pt x="0" y="141"/>
                    <a:pt x="17" y="227"/>
                    <a:pt x="87" y="244"/>
                  </a:cubicBezTo>
                  <a:cubicBezTo>
                    <a:pt x="103" y="260"/>
                    <a:pt x="120" y="260"/>
                    <a:pt x="136" y="260"/>
                  </a:cubicBezTo>
                  <a:cubicBezTo>
                    <a:pt x="169" y="244"/>
                    <a:pt x="206" y="227"/>
                    <a:pt x="223" y="178"/>
                  </a:cubicBezTo>
                  <a:cubicBezTo>
                    <a:pt x="239" y="124"/>
                    <a:pt x="223" y="75"/>
                    <a:pt x="206" y="38"/>
                  </a:cubicBezTo>
                  <a:cubicBezTo>
                    <a:pt x="190" y="21"/>
                    <a:pt x="169" y="21"/>
                    <a:pt x="153" y="5"/>
                  </a:cubicBezTo>
                  <a:cubicBezTo>
                    <a:pt x="144" y="2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1" name="Google Shape;20531;p54"/>
            <p:cNvSpPr/>
            <p:nvPr/>
          </p:nvSpPr>
          <p:spPr>
            <a:xfrm>
              <a:off x="4564200" y="2965325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20" y="1"/>
                  </a:moveTo>
                  <a:cubicBezTo>
                    <a:pt x="77" y="1"/>
                    <a:pt x="44" y="33"/>
                    <a:pt x="17" y="81"/>
                  </a:cubicBezTo>
                  <a:cubicBezTo>
                    <a:pt x="0" y="151"/>
                    <a:pt x="37" y="221"/>
                    <a:pt x="87" y="254"/>
                  </a:cubicBezTo>
                  <a:cubicBezTo>
                    <a:pt x="98" y="254"/>
                    <a:pt x="109" y="262"/>
                    <a:pt x="121" y="262"/>
                  </a:cubicBezTo>
                  <a:cubicBezTo>
                    <a:pt x="127" y="262"/>
                    <a:pt x="133" y="260"/>
                    <a:pt x="140" y="254"/>
                  </a:cubicBezTo>
                  <a:cubicBezTo>
                    <a:pt x="173" y="254"/>
                    <a:pt x="206" y="221"/>
                    <a:pt x="223" y="184"/>
                  </a:cubicBezTo>
                  <a:cubicBezTo>
                    <a:pt x="243" y="135"/>
                    <a:pt x="243" y="81"/>
                    <a:pt x="206" y="48"/>
                  </a:cubicBezTo>
                  <a:cubicBezTo>
                    <a:pt x="190" y="32"/>
                    <a:pt x="190" y="15"/>
                    <a:pt x="173" y="15"/>
                  </a:cubicBezTo>
                  <a:cubicBezTo>
                    <a:pt x="154" y="5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2" name="Google Shape;20532;p54"/>
            <p:cNvSpPr/>
            <p:nvPr/>
          </p:nvSpPr>
          <p:spPr>
            <a:xfrm>
              <a:off x="4573675" y="3025675"/>
              <a:ext cx="6425" cy="6675"/>
            </a:xfrm>
            <a:custGeom>
              <a:avLst/>
              <a:gdLst/>
              <a:ahLst/>
              <a:cxnLst/>
              <a:rect l="l" t="t" r="r" b="b"/>
              <a:pathLst>
                <a:path w="257" h="267" extrusionOk="0">
                  <a:moveTo>
                    <a:pt x="139" y="1"/>
                  </a:moveTo>
                  <a:cubicBezTo>
                    <a:pt x="86" y="1"/>
                    <a:pt x="44" y="33"/>
                    <a:pt x="17" y="91"/>
                  </a:cubicBezTo>
                  <a:cubicBezTo>
                    <a:pt x="0" y="157"/>
                    <a:pt x="33" y="228"/>
                    <a:pt x="87" y="261"/>
                  </a:cubicBezTo>
                  <a:cubicBezTo>
                    <a:pt x="96" y="264"/>
                    <a:pt x="106" y="266"/>
                    <a:pt x="116" y="266"/>
                  </a:cubicBezTo>
                  <a:cubicBezTo>
                    <a:pt x="161" y="266"/>
                    <a:pt x="210" y="232"/>
                    <a:pt x="223" y="178"/>
                  </a:cubicBezTo>
                  <a:cubicBezTo>
                    <a:pt x="256" y="108"/>
                    <a:pt x="223" y="38"/>
                    <a:pt x="174" y="5"/>
                  </a:cubicBezTo>
                  <a:cubicBezTo>
                    <a:pt x="162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3" name="Google Shape;20533;p54"/>
            <p:cNvSpPr/>
            <p:nvPr/>
          </p:nvSpPr>
          <p:spPr>
            <a:xfrm>
              <a:off x="4562950" y="301185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11" y="1"/>
                  </a:moveTo>
                  <a:cubicBezTo>
                    <a:pt x="92" y="1"/>
                    <a:pt x="76" y="14"/>
                    <a:pt x="50" y="26"/>
                  </a:cubicBezTo>
                  <a:cubicBezTo>
                    <a:pt x="1" y="76"/>
                    <a:pt x="1" y="162"/>
                    <a:pt x="34" y="216"/>
                  </a:cubicBezTo>
                  <a:cubicBezTo>
                    <a:pt x="50" y="232"/>
                    <a:pt x="87" y="249"/>
                    <a:pt x="120" y="265"/>
                  </a:cubicBezTo>
                  <a:cubicBezTo>
                    <a:pt x="137" y="265"/>
                    <a:pt x="170" y="249"/>
                    <a:pt x="190" y="232"/>
                  </a:cubicBezTo>
                  <a:cubicBezTo>
                    <a:pt x="223" y="216"/>
                    <a:pt x="223" y="179"/>
                    <a:pt x="240" y="146"/>
                  </a:cubicBezTo>
                  <a:cubicBezTo>
                    <a:pt x="240" y="113"/>
                    <a:pt x="223" y="76"/>
                    <a:pt x="207" y="43"/>
                  </a:cubicBezTo>
                  <a:cubicBezTo>
                    <a:pt x="207" y="26"/>
                    <a:pt x="190" y="26"/>
                    <a:pt x="170" y="10"/>
                  </a:cubicBezTo>
                  <a:lnTo>
                    <a:pt x="137" y="10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4" name="Google Shape;20534;p54"/>
            <p:cNvSpPr/>
            <p:nvPr/>
          </p:nvSpPr>
          <p:spPr>
            <a:xfrm>
              <a:off x="4651800" y="299810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95" y="0"/>
                  </a:moveTo>
                  <a:cubicBezTo>
                    <a:pt x="76" y="0"/>
                    <a:pt x="61" y="12"/>
                    <a:pt x="38" y="24"/>
                  </a:cubicBezTo>
                  <a:cubicBezTo>
                    <a:pt x="17" y="61"/>
                    <a:pt x="1" y="77"/>
                    <a:pt x="1" y="110"/>
                  </a:cubicBezTo>
                  <a:cubicBezTo>
                    <a:pt x="1" y="147"/>
                    <a:pt x="1" y="180"/>
                    <a:pt x="17" y="213"/>
                  </a:cubicBezTo>
                  <a:cubicBezTo>
                    <a:pt x="38" y="230"/>
                    <a:pt x="71" y="250"/>
                    <a:pt x="104" y="267"/>
                  </a:cubicBezTo>
                  <a:cubicBezTo>
                    <a:pt x="120" y="267"/>
                    <a:pt x="157" y="250"/>
                    <a:pt x="174" y="230"/>
                  </a:cubicBezTo>
                  <a:cubicBezTo>
                    <a:pt x="223" y="180"/>
                    <a:pt x="244" y="110"/>
                    <a:pt x="190" y="44"/>
                  </a:cubicBezTo>
                  <a:cubicBezTo>
                    <a:pt x="190" y="24"/>
                    <a:pt x="174" y="24"/>
                    <a:pt x="157" y="7"/>
                  </a:cubicBezTo>
                  <a:lnTo>
                    <a:pt x="120" y="7"/>
                  </a:lnTo>
                  <a:cubicBezTo>
                    <a:pt x="110" y="2"/>
                    <a:pt x="102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5" name="Google Shape;20535;p54"/>
            <p:cNvSpPr/>
            <p:nvPr/>
          </p:nvSpPr>
          <p:spPr>
            <a:xfrm>
              <a:off x="4653975" y="29481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22" y="1"/>
                  </a:moveTo>
                  <a:cubicBezTo>
                    <a:pt x="78" y="1"/>
                    <a:pt x="44" y="32"/>
                    <a:pt x="17" y="84"/>
                  </a:cubicBezTo>
                  <a:cubicBezTo>
                    <a:pt x="0" y="150"/>
                    <a:pt x="33" y="220"/>
                    <a:pt x="87" y="253"/>
                  </a:cubicBezTo>
                  <a:lnTo>
                    <a:pt x="136" y="253"/>
                  </a:lnTo>
                  <a:cubicBezTo>
                    <a:pt x="173" y="253"/>
                    <a:pt x="206" y="220"/>
                    <a:pt x="223" y="187"/>
                  </a:cubicBezTo>
                  <a:cubicBezTo>
                    <a:pt x="239" y="133"/>
                    <a:pt x="239" y="84"/>
                    <a:pt x="206" y="47"/>
                  </a:cubicBezTo>
                  <a:cubicBezTo>
                    <a:pt x="190" y="30"/>
                    <a:pt x="190" y="14"/>
                    <a:pt x="173" y="14"/>
                  </a:cubicBezTo>
                  <a:cubicBezTo>
                    <a:pt x="155" y="5"/>
                    <a:pt x="138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6" name="Google Shape;20536;p54"/>
            <p:cNvSpPr/>
            <p:nvPr/>
          </p:nvSpPr>
          <p:spPr>
            <a:xfrm>
              <a:off x="4657875" y="3026025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07" y="1"/>
                  </a:moveTo>
                  <a:cubicBezTo>
                    <a:pt x="84" y="1"/>
                    <a:pt x="62" y="12"/>
                    <a:pt x="50" y="24"/>
                  </a:cubicBezTo>
                  <a:cubicBezTo>
                    <a:pt x="1" y="77"/>
                    <a:pt x="1" y="164"/>
                    <a:pt x="34" y="214"/>
                  </a:cubicBezTo>
                  <a:cubicBezTo>
                    <a:pt x="50" y="230"/>
                    <a:pt x="67" y="247"/>
                    <a:pt x="104" y="267"/>
                  </a:cubicBezTo>
                  <a:cubicBezTo>
                    <a:pt x="137" y="267"/>
                    <a:pt x="170" y="247"/>
                    <a:pt x="186" y="230"/>
                  </a:cubicBezTo>
                  <a:cubicBezTo>
                    <a:pt x="207" y="214"/>
                    <a:pt x="223" y="181"/>
                    <a:pt x="223" y="143"/>
                  </a:cubicBezTo>
                  <a:cubicBezTo>
                    <a:pt x="223" y="110"/>
                    <a:pt x="223" y="77"/>
                    <a:pt x="207" y="40"/>
                  </a:cubicBezTo>
                  <a:cubicBezTo>
                    <a:pt x="186" y="24"/>
                    <a:pt x="170" y="7"/>
                    <a:pt x="153" y="7"/>
                  </a:cubicBezTo>
                  <a:lnTo>
                    <a:pt x="137" y="7"/>
                  </a:lnTo>
                  <a:cubicBezTo>
                    <a:pt x="127" y="3"/>
                    <a:pt x="117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7" name="Google Shape;20537;p54"/>
            <p:cNvSpPr/>
            <p:nvPr/>
          </p:nvSpPr>
          <p:spPr>
            <a:xfrm>
              <a:off x="4596875" y="3040275"/>
              <a:ext cx="5575" cy="3575"/>
            </a:xfrm>
            <a:custGeom>
              <a:avLst/>
              <a:gdLst/>
              <a:ahLst/>
              <a:cxnLst/>
              <a:rect l="l" t="t" r="r" b="b"/>
              <a:pathLst>
                <a:path w="223" h="143" extrusionOk="0">
                  <a:moveTo>
                    <a:pt x="117" y="1"/>
                  </a:moveTo>
                  <a:cubicBezTo>
                    <a:pt x="67" y="1"/>
                    <a:pt x="27" y="35"/>
                    <a:pt x="0" y="89"/>
                  </a:cubicBezTo>
                  <a:lnTo>
                    <a:pt x="0" y="142"/>
                  </a:lnTo>
                  <a:lnTo>
                    <a:pt x="223" y="142"/>
                  </a:lnTo>
                  <a:cubicBezTo>
                    <a:pt x="223" y="89"/>
                    <a:pt x="190" y="39"/>
                    <a:pt x="153" y="6"/>
                  </a:cubicBezTo>
                  <a:cubicBezTo>
                    <a:pt x="140" y="2"/>
                    <a:pt x="128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8" name="Google Shape;20538;p54"/>
            <p:cNvSpPr/>
            <p:nvPr/>
          </p:nvSpPr>
          <p:spPr>
            <a:xfrm>
              <a:off x="4652225" y="29658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5" y="0"/>
                  </a:moveTo>
                  <a:cubicBezTo>
                    <a:pt x="88" y="0"/>
                    <a:pt x="70" y="4"/>
                    <a:pt x="54" y="13"/>
                  </a:cubicBezTo>
                  <a:cubicBezTo>
                    <a:pt x="37" y="29"/>
                    <a:pt x="21" y="46"/>
                    <a:pt x="0" y="79"/>
                  </a:cubicBezTo>
                  <a:lnTo>
                    <a:pt x="0" y="165"/>
                  </a:lnTo>
                  <a:cubicBezTo>
                    <a:pt x="21" y="202"/>
                    <a:pt x="37" y="235"/>
                    <a:pt x="70" y="252"/>
                  </a:cubicBezTo>
                  <a:cubicBezTo>
                    <a:pt x="79" y="255"/>
                    <a:pt x="89" y="256"/>
                    <a:pt x="98" y="256"/>
                  </a:cubicBezTo>
                  <a:cubicBezTo>
                    <a:pt x="145" y="256"/>
                    <a:pt x="193" y="223"/>
                    <a:pt x="206" y="165"/>
                  </a:cubicBezTo>
                  <a:cubicBezTo>
                    <a:pt x="243" y="116"/>
                    <a:pt x="206" y="29"/>
                    <a:pt x="157" y="13"/>
                  </a:cubicBezTo>
                  <a:cubicBezTo>
                    <a:pt x="140" y="4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9" name="Google Shape;20539;p54"/>
            <p:cNvSpPr/>
            <p:nvPr/>
          </p:nvSpPr>
          <p:spPr>
            <a:xfrm>
              <a:off x="4659525" y="2980925"/>
              <a:ext cx="6125" cy="6650"/>
            </a:xfrm>
            <a:custGeom>
              <a:avLst/>
              <a:gdLst/>
              <a:ahLst/>
              <a:cxnLst/>
              <a:rect l="l" t="t" r="r" b="b"/>
              <a:pathLst>
                <a:path w="245" h="266" extrusionOk="0">
                  <a:moveTo>
                    <a:pt x="121" y="1"/>
                  </a:moveTo>
                  <a:cubicBezTo>
                    <a:pt x="115" y="1"/>
                    <a:pt x="109" y="3"/>
                    <a:pt x="104" y="10"/>
                  </a:cubicBezTo>
                  <a:cubicBezTo>
                    <a:pt x="38" y="10"/>
                    <a:pt x="1" y="76"/>
                    <a:pt x="1" y="146"/>
                  </a:cubicBezTo>
                  <a:cubicBezTo>
                    <a:pt x="17" y="179"/>
                    <a:pt x="38" y="216"/>
                    <a:pt x="54" y="232"/>
                  </a:cubicBezTo>
                  <a:cubicBezTo>
                    <a:pt x="71" y="249"/>
                    <a:pt x="104" y="265"/>
                    <a:pt x="141" y="265"/>
                  </a:cubicBezTo>
                  <a:cubicBezTo>
                    <a:pt x="190" y="249"/>
                    <a:pt x="244" y="179"/>
                    <a:pt x="223" y="113"/>
                  </a:cubicBezTo>
                  <a:cubicBezTo>
                    <a:pt x="223" y="76"/>
                    <a:pt x="207" y="43"/>
                    <a:pt x="190" y="26"/>
                  </a:cubicBezTo>
                  <a:cubicBezTo>
                    <a:pt x="174" y="26"/>
                    <a:pt x="174" y="10"/>
                    <a:pt x="157" y="10"/>
                  </a:cubicBezTo>
                  <a:cubicBezTo>
                    <a:pt x="146" y="10"/>
                    <a:pt x="134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0" name="Google Shape;20540;p54"/>
            <p:cNvSpPr/>
            <p:nvPr/>
          </p:nvSpPr>
          <p:spPr>
            <a:xfrm>
              <a:off x="4643250" y="30287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7" y="0"/>
                  </a:moveTo>
                  <a:cubicBezTo>
                    <a:pt x="50" y="0"/>
                    <a:pt x="33" y="1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07"/>
                    <a:pt x="33" y="223"/>
                  </a:cubicBezTo>
                  <a:cubicBezTo>
                    <a:pt x="70" y="260"/>
                    <a:pt x="87" y="260"/>
                    <a:pt x="120" y="260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07" y="71"/>
                    <a:pt x="190" y="33"/>
                    <a:pt x="174" y="17"/>
                  </a:cubicBezTo>
                  <a:cubicBezTo>
                    <a:pt x="153" y="17"/>
                    <a:pt x="153" y="17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1" name="Google Shape;20541;p54"/>
            <p:cNvSpPr/>
            <p:nvPr/>
          </p:nvSpPr>
          <p:spPr>
            <a:xfrm>
              <a:off x="4648400" y="30133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33" y="0"/>
                    <a:pt x="1" y="70"/>
                    <a:pt x="1" y="136"/>
                  </a:cubicBezTo>
                  <a:cubicBezTo>
                    <a:pt x="17" y="173"/>
                    <a:pt x="17" y="206"/>
                    <a:pt x="50" y="223"/>
                  </a:cubicBezTo>
                  <a:cubicBezTo>
                    <a:pt x="71" y="260"/>
                    <a:pt x="104" y="260"/>
                    <a:pt x="137" y="260"/>
                  </a:cubicBezTo>
                  <a:cubicBezTo>
                    <a:pt x="190" y="239"/>
                    <a:pt x="240" y="173"/>
                    <a:pt x="223" y="103"/>
                  </a:cubicBezTo>
                  <a:cubicBezTo>
                    <a:pt x="223" y="54"/>
                    <a:pt x="19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2" name="Google Shape;20542;p54"/>
            <p:cNvSpPr/>
            <p:nvPr/>
          </p:nvSpPr>
          <p:spPr>
            <a:xfrm>
              <a:off x="4569750" y="299527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4" y="1"/>
                  </a:moveTo>
                  <a:cubicBezTo>
                    <a:pt x="71" y="17"/>
                    <a:pt x="54" y="33"/>
                    <a:pt x="38" y="54"/>
                  </a:cubicBezTo>
                  <a:cubicBezTo>
                    <a:pt x="21" y="87"/>
                    <a:pt x="1" y="120"/>
                    <a:pt x="21" y="157"/>
                  </a:cubicBezTo>
                  <a:cubicBezTo>
                    <a:pt x="21" y="190"/>
                    <a:pt x="38" y="223"/>
                    <a:pt x="54" y="240"/>
                  </a:cubicBezTo>
                  <a:cubicBezTo>
                    <a:pt x="78" y="254"/>
                    <a:pt x="93" y="267"/>
                    <a:pt x="113" y="267"/>
                  </a:cubicBezTo>
                  <a:cubicBezTo>
                    <a:pt x="121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0"/>
                  </a:cubicBezTo>
                  <a:cubicBezTo>
                    <a:pt x="227" y="87"/>
                    <a:pt x="207" y="54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3" name="Google Shape;20543;p54"/>
            <p:cNvSpPr/>
            <p:nvPr/>
          </p:nvSpPr>
          <p:spPr>
            <a:xfrm>
              <a:off x="4958850" y="3000675"/>
              <a:ext cx="6525" cy="6575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22" y="0"/>
                  </a:moveTo>
                  <a:cubicBezTo>
                    <a:pt x="104" y="0"/>
                    <a:pt x="82" y="12"/>
                    <a:pt x="71" y="24"/>
                  </a:cubicBezTo>
                  <a:cubicBezTo>
                    <a:pt x="21" y="77"/>
                    <a:pt x="1" y="164"/>
                    <a:pt x="54" y="213"/>
                  </a:cubicBezTo>
                  <a:cubicBezTo>
                    <a:pt x="73" y="244"/>
                    <a:pt x="105" y="263"/>
                    <a:pt x="137" y="263"/>
                  </a:cubicBezTo>
                  <a:cubicBezTo>
                    <a:pt x="161" y="263"/>
                    <a:pt x="186" y="253"/>
                    <a:pt x="207" y="230"/>
                  </a:cubicBezTo>
                  <a:cubicBezTo>
                    <a:pt x="260" y="180"/>
                    <a:pt x="260" y="110"/>
                    <a:pt x="227" y="44"/>
                  </a:cubicBezTo>
                  <a:cubicBezTo>
                    <a:pt x="207" y="24"/>
                    <a:pt x="190" y="24"/>
                    <a:pt x="174" y="7"/>
                  </a:cubicBezTo>
                  <a:lnTo>
                    <a:pt x="141" y="7"/>
                  </a:lnTo>
                  <a:cubicBezTo>
                    <a:pt x="136" y="2"/>
                    <a:pt x="129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4" name="Google Shape;20544;p54"/>
            <p:cNvSpPr/>
            <p:nvPr/>
          </p:nvSpPr>
          <p:spPr>
            <a:xfrm>
              <a:off x="4566350" y="2796025"/>
              <a:ext cx="5600" cy="4400"/>
            </a:xfrm>
            <a:custGeom>
              <a:avLst/>
              <a:gdLst/>
              <a:ahLst/>
              <a:cxnLst/>
              <a:rect l="l" t="t" r="r" b="b"/>
              <a:pathLst>
                <a:path w="224" h="176" extrusionOk="0">
                  <a:moveTo>
                    <a:pt x="223" y="1"/>
                  </a:moveTo>
                  <a:cubicBezTo>
                    <a:pt x="174" y="17"/>
                    <a:pt x="104" y="34"/>
                    <a:pt x="54" y="34"/>
                  </a:cubicBezTo>
                  <a:cubicBezTo>
                    <a:pt x="34" y="34"/>
                    <a:pt x="17" y="50"/>
                    <a:pt x="1" y="50"/>
                  </a:cubicBezTo>
                  <a:cubicBezTo>
                    <a:pt x="1" y="104"/>
                    <a:pt x="34" y="154"/>
                    <a:pt x="71" y="170"/>
                  </a:cubicBezTo>
                  <a:cubicBezTo>
                    <a:pt x="83" y="174"/>
                    <a:pt x="95" y="176"/>
                    <a:pt x="106" y="176"/>
                  </a:cubicBezTo>
                  <a:cubicBezTo>
                    <a:pt x="156" y="176"/>
                    <a:pt x="197" y="141"/>
                    <a:pt x="223" y="88"/>
                  </a:cubicBezTo>
                  <a:lnTo>
                    <a:pt x="2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5" name="Google Shape;20545;p54"/>
            <p:cNvSpPr/>
            <p:nvPr/>
          </p:nvSpPr>
          <p:spPr>
            <a:xfrm>
              <a:off x="4561200" y="3026600"/>
              <a:ext cx="3425" cy="6625"/>
            </a:xfrm>
            <a:custGeom>
              <a:avLst/>
              <a:gdLst/>
              <a:ahLst/>
              <a:cxnLst/>
              <a:rect l="l" t="t" r="r" b="b"/>
              <a:pathLst>
                <a:path w="137" h="265" extrusionOk="0">
                  <a:moveTo>
                    <a:pt x="1" y="1"/>
                  </a:moveTo>
                  <a:lnTo>
                    <a:pt x="1" y="261"/>
                  </a:lnTo>
                  <a:cubicBezTo>
                    <a:pt x="10" y="263"/>
                    <a:pt x="19" y="265"/>
                    <a:pt x="27" y="265"/>
                  </a:cubicBezTo>
                  <a:cubicBezTo>
                    <a:pt x="70" y="265"/>
                    <a:pt x="106" y="232"/>
                    <a:pt x="120" y="174"/>
                  </a:cubicBezTo>
                  <a:cubicBezTo>
                    <a:pt x="137" y="120"/>
                    <a:pt x="104" y="38"/>
                    <a:pt x="54" y="17"/>
                  </a:cubicBezTo>
                  <a:cubicBezTo>
                    <a:pt x="34" y="1"/>
                    <a:pt x="17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6" name="Google Shape;20546;p54"/>
            <p:cNvSpPr/>
            <p:nvPr/>
          </p:nvSpPr>
          <p:spPr>
            <a:xfrm>
              <a:off x="4977400" y="3003000"/>
              <a:ext cx="1675" cy="3025"/>
            </a:xfrm>
            <a:custGeom>
              <a:avLst/>
              <a:gdLst/>
              <a:ahLst/>
              <a:cxnLst/>
              <a:rect l="l" t="t" r="r" b="b"/>
              <a:pathLst>
                <a:path w="67" h="121" extrusionOk="0">
                  <a:moveTo>
                    <a:pt x="1" y="1"/>
                  </a:moveTo>
                  <a:lnTo>
                    <a:pt x="1" y="34"/>
                  </a:lnTo>
                  <a:cubicBezTo>
                    <a:pt x="17" y="71"/>
                    <a:pt x="34" y="104"/>
                    <a:pt x="67" y="120"/>
                  </a:cubicBezTo>
                  <a:cubicBezTo>
                    <a:pt x="34" y="71"/>
                    <a:pt x="17" y="3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7" name="Google Shape;20547;p54"/>
            <p:cNvSpPr/>
            <p:nvPr/>
          </p:nvSpPr>
          <p:spPr>
            <a:xfrm>
              <a:off x="4566775" y="3041325"/>
              <a:ext cx="5175" cy="2100"/>
            </a:xfrm>
            <a:custGeom>
              <a:avLst/>
              <a:gdLst/>
              <a:ahLst/>
              <a:cxnLst/>
              <a:rect l="l" t="t" r="r" b="b"/>
              <a:pathLst>
                <a:path w="207" h="84" extrusionOk="0">
                  <a:moveTo>
                    <a:pt x="96" y="1"/>
                  </a:moveTo>
                  <a:cubicBezTo>
                    <a:pt x="53" y="1"/>
                    <a:pt x="12" y="32"/>
                    <a:pt x="0" y="84"/>
                  </a:cubicBezTo>
                  <a:lnTo>
                    <a:pt x="206" y="84"/>
                  </a:lnTo>
                  <a:cubicBezTo>
                    <a:pt x="190" y="47"/>
                    <a:pt x="173" y="30"/>
                    <a:pt x="140" y="14"/>
                  </a:cubicBezTo>
                  <a:cubicBezTo>
                    <a:pt x="126" y="5"/>
                    <a:pt x="111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8" name="Google Shape;20548;p54"/>
            <p:cNvSpPr/>
            <p:nvPr/>
          </p:nvSpPr>
          <p:spPr>
            <a:xfrm>
              <a:off x="4962350" y="30327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19" y="1"/>
                  </a:moveTo>
                  <a:cubicBezTo>
                    <a:pt x="76" y="1"/>
                    <a:pt x="41" y="34"/>
                    <a:pt x="17" y="82"/>
                  </a:cubicBezTo>
                  <a:cubicBezTo>
                    <a:pt x="1" y="152"/>
                    <a:pt x="34" y="238"/>
                    <a:pt x="87" y="255"/>
                  </a:cubicBezTo>
                  <a:cubicBezTo>
                    <a:pt x="98" y="255"/>
                    <a:pt x="109" y="262"/>
                    <a:pt x="120" y="262"/>
                  </a:cubicBezTo>
                  <a:cubicBezTo>
                    <a:pt x="126" y="262"/>
                    <a:pt x="131" y="260"/>
                    <a:pt x="137" y="255"/>
                  </a:cubicBezTo>
                  <a:cubicBezTo>
                    <a:pt x="170" y="255"/>
                    <a:pt x="207" y="222"/>
                    <a:pt x="224" y="185"/>
                  </a:cubicBezTo>
                  <a:cubicBezTo>
                    <a:pt x="240" y="135"/>
                    <a:pt x="240" y="82"/>
                    <a:pt x="207" y="49"/>
                  </a:cubicBezTo>
                  <a:cubicBezTo>
                    <a:pt x="191" y="32"/>
                    <a:pt x="191" y="16"/>
                    <a:pt x="170" y="16"/>
                  </a:cubicBezTo>
                  <a:cubicBezTo>
                    <a:pt x="152" y="5"/>
                    <a:pt x="135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9" name="Google Shape;20549;p54"/>
            <p:cNvSpPr/>
            <p:nvPr/>
          </p:nvSpPr>
          <p:spPr>
            <a:xfrm>
              <a:off x="4966175" y="2987125"/>
              <a:ext cx="5175" cy="6175"/>
            </a:xfrm>
            <a:custGeom>
              <a:avLst/>
              <a:gdLst/>
              <a:ahLst/>
              <a:cxnLst/>
              <a:rect l="l" t="t" r="r" b="b"/>
              <a:pathLst>
                <a:path w="207" h="247" extrusionOk="0">
                  <a:moveTo>
                    <a:pt x="87" y="1"/>
                  </a:moveTo>
                  <a:cubicBezTo>
                    <a:pt x="38" y="17"/>
                    <a:pt x="0" y="71"/>
                    <a:pt x="17" y="137"/>
                  </a:cubicBezTo>
                  <a:cubicBezTo>
                    <a:pt x="17" y="174"/>
                    <a:pt x="38" y="207"/>
                    <a:pt x="71" y="223"/>
                  </a:cubicBezTo>
                  <a:cubicBezTo>
                    <a:pt x="82" y="235"/>
                    <a:pt x="102" y="247"/>
                    <a:pt x="120" y="247"/>
                  </a:cubicBezTo>
                  <a:cubicBezTo>
                    <a:pt x="127" y="247"/>
                    <a:pt x="135" y="245"/>
                    <a:pt x="141" y="240"/>
                  </a:cubicBezTo>
                  <a:cubicBezTo>
                    <a:pt x="174" y="240"/>
                    <a:pt x="190" y="223"/>
                    <a:pt x="207" y="207"/>
                  </a:cubicBezTo>
                  <a:cubicBezTo>
                    <a:pt x="174" y="137"/>
                    <a:pt x="141" y="7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0" name="Google Shape;20550;p54"/>
            <p:cNvSpPr/>
            <p:nvPr/>
          </p:nvSpPr>
          <p:spPr>
            <a:xfrm>
              <a:off x="4976900" y="3032175"/>
              <a:ext cx="5675" cy="6525"/>
            </a:xfrm>
            <a:custGeom>
              <a:avLst/>
              <a:gdLst/>
              <a:ahLst/>
              <a:cxnLst/>
              <a:rect l="l" t="t" r="r" b="b"/>
              <a:pathLst>
                <a:path w="227" h="261" extrusionOk="0">
                  <a:moveTo>
                    <a:pt x="124" y="1"/>
                  </a:moveTo>
                  <a:cubicBezTo>
                    <a:pt x="87" y="1"/>
                    <a:pt x="54" y="1"/>
                    <a:pt x="37" y="38"/>
                  </a:cubicBezTo>
                  <a:cubicBezTo>
                    <a:pt x="21" y="54"/>
                    <a:pt x="0" y="87"/>
                    <a:pt x="0" y="124"/>
                  </a:cubicBezTo>
                  <a:cubicBezTo>
                    <a:pt x="0" y="157"/>
                    <a:pt x="0" y="190"/>
                    <a:pt x="21" y="207"/>
                  </a:cubicBezTo>
                  <a:cubicBezTo>
                    <a:pt x="37" y="244"/>
                    <a:pt x="70" y="260"/>
                    <a:pt x="87" y="260"/>
                  </a:cubicBezTo>
                  <a:cubicBezTo>
                    <a:pt x="124" y="260"/>
                    <a:pt x="157" y="260"/>
                    <a:pt x="173" y="227"/>
                  </a:cubicBezTo>
                  <a:cubicBezTo>
                    <a:pt x="227" y="190"/>
                    <a:pt x="227" y="104"/>
                    <a:pt x="190" y="54"/>
                  </a:cubicBezTo>
                  <a:cubicBezTo>
                    <a:pt x="173" y="38"/>
                    <a:pt x="173" y="21"/>
                    <a:pt x="157" y="21"/>
                  </a:cubicBezTo>
                  <a:cubicBezTo>
                    <a:pt x="140" y="1"/>
                    <a:pt x="124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1" name="Google Shape;20551;p54"/>
            <p:cNvSpPr/>
            <p:nvPr/>
          </p:nvSpPr>
          <p:spPr>
            <a:xfrm>
              <a:off x="4610975" y="2786550"/>
              <a:ext cx="5700" cy="5600"/>
            </a:xfrm>
            <a:custGeom>
              <a:avLst/>
              <a:gdLst/>
              <a:ahLst/>
              <a:cxnLst/>
              <a:rect l="l" t="t" r="r" b="b"/>
              <a:pathLst>
                <a:path w="228" h="224" extrusionOk="0">
                  <a:moveTo>
                    <a:pt x="191" y="1"/>
                  </a:moveTo>
                  <a:cubicBezTo>
                    <a:pt x="125" y="1"/>
                    <a:pt x="71" y="17"/>
                    <a:pt x="22" y="17"/>
                  </a:cubicBezTo>
                  <a:cubicBezTo>
                    <a:pt x="1" y="71"/>
                    <a:pt x="1" y="137"/>
                    <a:pt x="38" y="174"/>
                  </a:cubicBezTo>
                  <a:cubicBezTo>
                    <a:pt x="54" y="207"/>
                    <a:pt x="71" y="223"/>
                    <a:pt x="104" y="223"/>
                  </a:cubicBezTo>
                  <a:cubicBezTo>
                    <a:pt x="141" y="223"/>
                    <a:pt x="158" y="223"/>
                    <a:pt x="191" y="190"/>
                  </a:cubicBezTo>
                  <a:cubicBezTo>
                    <a:pt x="207" y="174"/>
                    <a:pt x="228" y="137"/>
                    <a:pt x="228" y="104"/>
                  </a:cubicBezTo>
                  <a:cubicBezTo>
                    <a:pt x="228" y="71"/>
                    <a:pt x="228" y="34"/>
                    <a:pt x="207" y="17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2" name="Google Shape;20552;p54"/>
            <p:cNvSpPr/>
            <p:nvPr/>
          </p:nvSpPr>
          <p:spPr>
            <a:xfrm>
              <a:off x="4900925" y="3043000"/>
              <a:ext cx="5600" cy="3000"/>
            </a:xfrm>
            <a:custGeom>
              <a:avLst/>
              <a:gdLst/>
              <a:ahLst/>
              <a:cxnLst/>
              <a:rect l="l" t="t" r="r" b="b"/>
              <a:pathLst>
                <a:path w="224" h="120" extrusionOk="0">
                  <a:moveTo>
                    <a:pt x="87" y="0"/>
                  </a:moveTo>
                  <a:cubicBezTo>
                    <a:pt x="71" y="17"/>
                    <a:pt x="50" y="17"/>
                    <a:pt x="34" y="33"/>
                  </a:cubicBezTo>
                  <a:cubicBezTo>
                    <a:pt x="17" y="66"/>
                    <a:pt x="1" y="83"/>
                    <a:pt x="1" y="120"/>
                  </a:cubicBezTo>
                  <a:lnTo>
                    <a:pt x="223" y="120"/>
                  </a:lnTo>
                  <a:cubicBezTo>
                    <a:pt x="207" y="66"/>
                    <a:pt x="190" y="33"/>
                    <a:pt x="153" y="17"/>
                  </a:cubicBezTo>
                  <a:cubicBezTo>
                    <a:pt x="137" y="0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3" name="Google Shape;20553;p54"/>
            <p:cNvSpPr/>
            <p:nvPr/>
          </p:nvSpPr>
          <p:spPr>
            <a:xfrm>
              <a:off x="4739000" y="3044225"/>
              <a:ext cx="3025" cy="450"/>
            </a:xfrm>
            <a:custGeom>
              <a:avLst/>
              <a:gdLst/>
              <a:ahLst/>
              <a:cxnLst/>
              <a:rect l="l" t="t" r="r" b="b"/>
              <a:pathLst>
                <a:path w="121" h="18" extrusionOk="0">
                  <a:moveTo>
                    <a:pt x="34" y="1"/>
                  </a:moveTo>
                  <a:cubicBezTo>
                    <a:pt x="34" y="1"/>
                    <a:pt x="17" y="17"/>
                    <a:pt x="1" y="17"/>
                  </a:cubicBezTo>
                  <a:lnTo>
                    <a:pt x="120" y="17"/>
                  </a:lnTo>
                  <a:cubicBezTo>
                    <a:pt x="104" y="17"/>
                    <a:pt x="104" y="17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4" name="Google Shape;20554;p54"/>
            <p:cNvSpPr/>
            <p:nvPr/>
          </p:nvSpPr>
          <p:spPr>
            <a:xfrm>
              <a:off x="4581400" y="3039500"/>
              <a:ext cx="5600" cy="3925"/>
            </a:xfrm>
            <a:custGeom>
              <a:avLst/>
              <a:gdLst/>
              <a:ahLst/>
              <a:cxnLst/>
              <a:rect l="l" t="t" r="r" b="b"/>
              <a:pathLst>
                <a:path w="224" h="157" extrusionOk="0">
                  <a:moveTo>
                    <a:pt x="104" y="0"/>
                  </a:moveTo>
                  <a:cubicBezTo>
                    <a:pt x="34" y="17"/>
                    <a:pt x="1" y="87"/>
                    <a:pt x="1" y="157"/>
                  </a:cubicBezTo>
                  <a:lnTo>
                    <a:pt x="223" y="157"/>
                  </a:lnTo>
                  <a:lnTo>
                    <a:pt x="223" y="103"/>
                  </a:lnTo>
                  <a:cubicBezTo>
                    <a:pt x="223" y="70"/>
                    <a:pt x="207" y="54"/>
                    <a:pt x="174" y="17"/>
                  </a:cubicBezTo>
                  <a:lnTo>
                    <a:pt x="153" y="17"/>
                  </a:ln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5" name="Google Shape;20555;p54"/>
            <p:cNvSpPr/>
            <p:nvPr/>
          </p:nvSpPr>
          <p:spPr>
            <a:xfrm>
              <a:off x="4916400" y="29614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0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36"/>
                    <a:pt x="70" y="253"/>
                  </a:cubicBezTo>
                  <a:cubicBezTo>
                    <a:pt x="88" y="263"/>
                    <a:pt x="106" y="267"/>
                    <a:pt x="124" y="267"/>
                  </a:cubicBezTo>
                  <a:cubicBezTo>
                    <a:pt x="170" y="267"/>
                    <a:pt x="211" y="235"/>
                    <a:pt x="223" y="187"/>
                  </a:cubicBezTo>
                  <a:cubicBezTo>
                    <a:pt x="239" y="117"/>
                    <a:pt x="206" y="30"/>
                    <a:pt x="153" y="14"/>
                  </a:cubicBezTo>
                  <a:cubicBezTo>
                    <a:pt x="139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6" name="Google Shape;20556;p54"/>
            <p:cNvSpPr/>
            <p:nvPr/>
          </p:nvSpPr>
          <p:spPr>
            <a:xfrm>
              <a:off x="4649225" y="3042175"/>
              <a:ext cx="4775" cy="2075"/>
            </a:xfrm>
            <a:custGeom>
              <a:avLst/>
              <a:gdLst/>
              <a:ahLst/>
              <a:cxnLst/>
              <a:rect l="l" t="t" r="r" b="b"/>
              <a:pathLst>
                <a:path w="191" h="83" extrusionOk="0">
                  <a:moveTo>
                    <a:pt x="112" y="0"/>
                  </a:moveTo>
                  <a:cubicBezTo>
                    <a:pt x="104" y="0"/>
                    <a:pt x="95" y="5"/>
                    <a:pt x="87" y="13"/>
                  </a:cubicBezTo>
                  <a:cubicBezTo>
                    <a:pt x="54" y="13"/>
                    <a:pt x="38" y="33"/>
                    <a:pt x="17" y="50"/>
                  </a:cubicBezTo>
                  <a:lnTo>
                    <a:pt x="0" y="66"/>
                  </a:lnTo>
                  <a:lnTo>
                    <a:pt x="190" y="83"/>
                  </a:lnTo>
                  <a:cubicBezTo>
                    <a:pt x="190" y="50"/>
                    <a:pt x="157" y="33"/>
                    <a:pt x="141" y="13"/>
                  </a:cubicBezTo>
                  <a:cubicBezTo>
                    <a:pt x="130" y="5"/>
                    <a:pt x="121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7" name="Google Shape;20557;p54"/>
            <p:cNvSpPr/>
            <p:nvPr/>
          </p:nvSpPr>
          <p:spPr>
            <a:xfrm>
              <a:off x="4681075" y="3038675"/>
              <a:ext cx="5600" cy="5575"/>
            </a:xfrm>
            <a:custGeom>
              <a:avLst/>
              <a:gdLst/>
              <a:ahLst/>
              <a:cxnLst/>
              <a:rect l="l" t="t" r="r" b="b"/>
              <a:pathLst>
                <a:path w="224" h="223" extrusionOk="0">
                  <a:moveTo>
                    <a:pt x="83" y="0"/>
                  </a:moveTo>
                  <a:cubicBezTo>
                    <a:pt x="66" y="0"/>
                    <a:pt x="33" y="17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0" y="173"/>
                    <a:pt x="17" y="206"/>
                    <a:pt x="33" y="223"/>
                  </a:cubicBezTo>
                  <a:lnTo>
                    <a:pt x="186" y="223"/>
                  </a:lnTo>
                  <a:cubicBezTo>
                    <a:pt x="207" y="190"/>
                    <a:pt x="223" y="153"/>
                    <a:pt x="223" y="103"/>
                  </a:cubicBezTo>
                  <a:cubicBezTo>
                    <a:pt x="207" y="70"/>
                    <a:pt x="207" y="33"/>
                    <a:pt x="170" y="17"/>
                  </a:cubicBezTo>
                  <a:cubicBezTo>
                    <a:pt x="170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8" name="Google Shape;20558;p54"/>
            <p:cNvSpPr/>
            <p:nvPr/>
          </p:nvSpPr>
          <p:spPr>
            <a:xfrm>
              <a:off x="4666025" y="3040425"/>
              <a:ext cx="5600" cy="3825"/>
            </a:xfrm>
            <a:custGeom>
              <a:avLst/>
              <a:gdLst/>
              <a:ahLst/>
              <a:cxnLst/>
              <a:rect l="l" t="t" r="r" b="b"/>
              <a:pathLst>
                <a:path w="224" h="153" extrusionOk="0">
                  <a:moveTo>
                    <a:pt x="104" y="0"/>
                  </a:moveTo>
                  <a:cubicBezTo>
                    <a:pt x="34" y="17"/>
                    <a:pt x="1" y="83"/>
                    <a:pt x="1" y="153"/>
                  </a:cubicBezTo>
                  <a:lnTo>
                    <a:pt x="223" y="153"/>
                  </a:lnTo>
                  <a:lnTo>
                    <a:pt x="223" y="120"/>
                  </a:lnTo>
                  <a:cubicBezTo>
                    <a:pt x="223" y="83"/>
                    <a:pt x="207" y="50"/>
                    <a:pt x="170" y="33"/>
                  </a:cubicBezTo>
                  <a:cubicBezTo>
                    <a:pt x="170" y="17"/>
                    <a:pt x="153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9" name="Google Shape;20559;p54"/>
            <p:cNvSpPr/>
            <p:nvPr/>
          </p:nvSpPr>
          <p:spPr>
            <a:xfrm>
              <a:off x="4917625" y="3041250"/>
              <a:ext cx="6100" cy="4750"/>
            </a:xfrm>
            <a:custGeom>
              <a:avLst/>
              <a:gdLst/>
              <a:ahLst/>
              <a:cxnLst/>
              <a:rect l="l" t="t" r="r" b="b"/>
              <a:pathLst>
                <a:path w="244" h="190" extrusionOk="0">
                  <a:moveTo>
                    <a:pt x="104" y="0"/>
                  </a:moveTo>
                  <a:cubicBezTo>
                    <a:pt x="54" y="17"/>
                    <a:pt x="1" y="87"/>
                    <a:pt x="21" y="153"/>
                  </a:cubicBezTo>
                  <a:cubicBezTo>
                    <a:pt x="21" y="173"/>
                    <a:pt x="21" y="173"/>
                    <a:pt x="38" y="190"/>
                  </a:cubicBezTo>
                  <a:lnTo>
                    <a:pt x="227" y="190"/>
                  </a:lnTo>
                  <a:cubicBezTo>
                    <a:pt x="227" y="173"/>
                    <a:pt x="244" y="136"/>
                    <a:pt x="244" y="103"/>
                  </a:cubicBezTo>
                  <a:cubicBezTo>
                    <a:pt x="227" y="70"/>
                    <a:pt x="207" y="50"/>
                    <a:pt x="190" y="17"/>
                  </a:cubicBezTo>
                  <a:cubicBezTo>
                    <a:pt x="190" y="17"/>
                    <a:pt x="174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0" name="Google Shape;20560;p54"/>
            <p:cNvSpPr/>
            <p:nvPr/>
          </p:nvSpPr>
          <p:spPr>
            <a:xfrm>
              <a:off x="4924950" y="30240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1"/>
                  </a:moveTo>
                  <a:cubicBezTo>
                    <a:pt x="37" y="17"/>
                    <a:pt x="0" y="71"/>
                    <a:pt x="0" y="157"/>
                  </a:cubicBezTo>
                  <a:cubicBezTo>
                    <a:pt x="17" y="190"/>
                    <a:pt x="37" y="207"/>
                    <a:pt x="54" y="223"/>
                  </a:cubicBezTo>
                  <a:cubicBezTo>
                    <a:pt x="70" y="261"/>
                    <a:pt x="103" y="261"/>
                    <a:pt x="140" y="261"/>
                  </a:cubicBezTo>
                  <a:cubicBezTo>
                    <a:pt x="157" y="261"/>
                    <a:pt x="190" y="223"/>
                    <a:pt x="206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73" y="17"/>
                    <a:pt x="173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1" name="Google Shape;20561;p54"/>
            <p:cNvSpPr/>
            <p:nvPr/>
          </p:nvSpPr>
          <p:spPr>
            <a:xfrm>
              <a:off x="4924125" y="29763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5" y="1"/>
                  </a:moveTo>
                  <a:cubicBezTo>
                    <a:pt x="80" y="1"/>
                    <a:pt x="30" y="30"/>
                    <a:pt x="17" y="71"/>
                  </a:cubicBezTo>
                  <a:cubicBezTo>
                    <a:pt x="0" y="141"/>
                    <a:pt x="17" y="228"/>
                    <a:pt x="87" y="244"/>
                  </a:cubicBezTo>
                  <a:cubicBezTo>
                    <a:pt x="100" y="253"/>
                    <a:pt x="115" y="257"/>
                    <a:pt x="129" y="257"/>
                  </a:cubicBezTo>
                  <a:cubicBezTo>
                    <a:pt x="170" y="257"/>
                    <a:pt x="211" y="226"/>
                    <a:pt x="223" y="174"/>
                  </a:cubicBezTo>
                  <a:cubicBezTo>
                    <a:pt x="239" y="108"/>
                    <a:pt x="223" y="38"/>
                    <a:pt x="153" y="5"/>
                  </a:cubicBezTo>
                  <a:cubicBezTo>
                    <a:pt x="144" y="2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2" name="Google Shape;20562;p54"/>
            <p:cNvSpPr/>
            <p:nvPr/>
          </p:nvSpPr>
          <p:spPr>
            <a:xfrm>
              <a:off x="4931425" y="29605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19" y="1"/>
                  </a:moveTo>
                  <a:cubicBezTo>
                    <a:pt x="76" y="1"/>
                    <a:pt x="41" y="34"/>
                    <a:pt x="17" y="82"/>
                  </a:cubicBezTo>
                  <a:cubicBezTo>
                    <a:pt x="1" y="152"/>
                    <a:pt x="34" y="222"/>
                    <a:pt x="88" y="255"/>
                  </a:cubicBezTo>
                  <a:cubicBezTo>
                    <a:pt x="96" y="258"/>
                    <a:pt x="105" y="259"/>
                    <a:pt x="114" y="259"/>
                  </a:cubicBezTo>
                  <a:cubicBezTo>
                    <a:pt x="159" y="259"/>
                    <a:pt x="210" y="226"/>
                    <a:pt x="224" y="168"/>
                  </a:cubicBezTo>
                  <a:cubicBezTo>
                    <a:pt x="257" y="119"/>
                    <a:pt x="224" y="32"/>
                    <a:pt x="170" y="16"/>
                  </a:cubicBezTo>
                  <a:cubicBezTo>
                    <a:pt x="152" y="5"/>
                    <a:pt x="135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3" name="Google Shape;20563;p54"/>
            <p:cNvSpPr/>
            <p:nvPr/>
          </p:nvSpPr>
          <p:spPr>
            <a:xfrm>
              <a:off x="4931850" y="29909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4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17" y="227"/>
                    <a:pt x="50" y="244"/>
                  </a:cubicBezTo>
                  <a:cubicBezTo>
                    <a:pt x="65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7" y="260"/>
                  </a:cubicBezTo>
                  <a:cubicBezTo>
                    <a:pt x="190" y="260"/>
                    <a:pt x="240" y="190"/>
                    <a:pt x="223" y="124"/>
                  </a:cubicBezTo>
                  <a:cubicBezTo>
                    <a:pt x="223" y="87"/>
                    <a:pt x="207" y="54"/>
                    <a:pt x="174" y="37"/>
                  </a:cubicBezTo>
                  <a:cubicBezTo>
                    <a:pt x="174" y="21"/>
                    <a:pt x="153" y="21"/>
                    <a:pt x="153" y="21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4" name="Google Shape;20564;p54"/>
            <p:cNvSpPr/>
            <p:nvPr/>
          </p:nvSpPr>
          <p:spPr>
            <a:xfrm>
              <a:off x="4913400" y="2933850"/>
              <a:ext cx="5175" cy="4200"/>
            </a:xfrm>
            <a:custGeom>
              <a:avLst/>
              <a:gdLst/>
              <a:ahLst/>
              <a:cxnLst/>
              <a:rect l="l" t="t" r="r" b="b"/>
              <a:pathLst>
                <a:path w="207" h="168" extrusionOk="0">
                  <a:moveTo>
                    <a:pt x="0" y="0"/>
                  </a:moveTo>
                  <a:lnTo>
                    <a:pt x="0" y="54"/>
                  </a:lnTo>
                  <a:cubicBezTo>
                    <a:pt x="0" y="103"/>
                    <a:pt x="33" y="140"/>
                    <a:pt x="66" y="157"/>
                  </a:cubicBezTo>
                  <a:cubicBezTo>
                    <a:pt x="82" y="164"/>
                    <a:pt x="99" y="168"/>
                    <a:pt x="117" y="168"/>
                  </a:cubicBezTo>
                  <a:cubicBezTo>
                    <a:pt x="142" y="168"/>
                    <a:pt x="168" y="160"/>
                    <a:pt x="190" y="140"/>
                  </a:cubicBezTo>
                  <a:cubicBezTo>
                    <a:pt x="190" y="120"/>
                    <a:pt x="207" y="120"/>
                    <a:pt x="207" y="103"/>
                  </a:cubicBezTo>
                  <a:cubicBezTo>
                    <a:pt x="137" y="70"/>
                    <a:pt x="66" y="3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5" name="Google Shape;20565;p54"/>
            <p:cNvSpPr/>
            <p:nvPr/>
          </p:nvSpPr>
          <p:spPr>
            <a:xfrm>
              <a:off x="4955050" y="3017750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14" y="0"/>
                  </a:moveTo>
                  <a:cubicBezTo>
                    <a:pt x="103" y="0"/>
                    <a:pt x="95" y="4"/>
                    <a:pt x="87" y="13"/>
                  </a:cubicBezTo>
                  <a:cubicBezTo>
                    <a:pt x="70" y="13"/>
                    <a:pt x="33" y="29"/>
                    <a:pt x="17" y="62"/>
                  </a:cubicBezTo>
                  <a:cubicBezTo>
                    <a:pt x="0" y="83"/>
                    <a:pt x="0" y="116"/>
                    <a:pt x="0" y="149"/>
                  </a:cubicBezTo>
                  <a:cubicBezTo>
                    <a:pt x="0" y="186"/>
                    <a:pt x="17" y="219"/>
                    <a:pt x="33" y="235"/>
                  </a:cubicBezTo>
                  <a:cubicBezTo>
                    <a:pt x="59" y="247"/>
                    <a:pt x="75" y="259"/>
                    <a:pt x="94" y="259"/>
                  </a:cubicBezTo>
                  <a:cubicBezTo>
                    <a:pt x="102" y="259"/>
                    <a:pt x="110" y="257"/>
                    <a:pt x="120" y="252"/>
                  </a:cubicBezTo>
                  <a:cubicBezTo>
                    <a:pt x="190" y="252"/>
                    <a:pt x="223" y="186"/>
                    <a:pt x="223" y="116"/>
                  </a:cubicBezTo>
                  <a:cubicBezTo>
                    <a:pt x="206" y="83"/>
                    <a:pt x="190" y="46"/>
                    <a:pt x="173" y="29"/>
                  </a:cubicBezTo>
                  <a:cubicBezTo>
                    <a:pt x="173" y="13"/>
                    <a:pt x="153" y="13"/>
                    <a:pt x="153" y="13"/>
                  </a:cubicBezTo>
                  <a:cubicBezTo>
                    <a:pt x="136" y="4"/>
                    <a:pt x="124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6" name="Google Shape;20566;p54"/>
            <p:cNvSpPr/>
            <p:nvPr/>
          </p:nvSpPr>
          <p:spPr>
            <a:xfrm>
              <a:off x="4920725" y="29467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83" y="1"/>
                    <a:pt x="50" y="17"/>
                  </a:cubicBezTo>
                  <a:cubicBezTo>
                    <a:pt x="0" y="71"/>
                    <a:pt x="0" y="157"/>
                    <a:pt x="33" y="207"/>
                  </a:cubicBezTo>
                  <a:cubicBezTo>
                    <a:pt x="50" y="244"/>
                    <a:pt x="83" y="260"/>
                    <a:pt x="120" y="260"/>
                  </a:cubicBezTo>
                  <a:cubicBezTo>
                    <a:pt x="136" y="260"/>
                    <a:pt x="169" y="260"/>
                    <a:pt x="186" y="223"/>
                  </a:cubicBezTo>
                  <a:cubicBezTo>
                    <a:pt x="223" y="207"/>
                    <a:pt x="223" y="174"/>
                    <a:pt x="239" y="141"/>
                  </a:cubicBezTo>
                  <a:cubicBezTo>
                    <a:pt x="239" y="104"/>
                    <a:pt x="223" y="71"/>
                    <a:pt x="206" y="54"/>
                  </a:cubicBezTo>
                  <a:cubicBezTo>
                    <a:pt x="206" y="38"/>
                    <a:pt x="186" y="1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7" name="Google Shape;20567;p54"/>
            <p:cNvSpPr/>
            <p:nvPr/>
          </p:nvSpPr>
          <p:spPr>
            <a:xfrm>
              <a:off x="4918150" y="299610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4" y="218"/>
                    <a:pt x="54" y="263"/>
                    <a:pt x="110" y="263"/>
                  </a:cubicBezTo>
                  <a:cubicBezTo>
                    <a:pt x="118" y="263"/>
                    <a:pt x="127" y="262"/>
                    <a:pt x="136" y="260"/>
                  </a:cubicBezTo>
                  <a:cubicBezTo>
                    <a:pt x="153" y="260"/>
                    <a:pt x="186" y="244"/>
                    <a:pt x="206" y="207"/>
                  </a:cubicBezTo>
                  <a:cubicBezTo>
                    <a:pt x="223" y="190"/>
                    <a:pt x="223" y="157"/>
                    <a:pt x="223" y="124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21"/>
                    <a:pt x="153" y="21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8" name="Google Shape;20568;p54"/>
            <p:cNvSpPr/>
            <p:nvPr/>
          </p:nvSpPr>
          <p:spPr>
            <a:xfrm>
              <a:off x="4916400" y="30115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22"/>
                    <a:pt x="0" y="88"/>
                    <a:pt x="17" y="158"/>
                  </a:cubicBezTo>
                  <a:cubicBezTo>
                    <a:pt x="17" y="191"/>
                    <a:pt x="33" y="228"/>
                    <a:pt x="50" y="244"/>
                  </a:cubicBezTo>
                  <a:cubicBezTo>
                    <a:pt x="87" y="261"/>
                    <a:pt x="103" y="261"/>
                    <a:pt x="136" y="261"/>
                  </a:cubicBezTo>
                  <a:cubicBezTo>
                    <a:pt x="173" y="261"/>
                    <a:pt x="190" y="244"/>
                    <a:pt x="206" y="207"/>
                  </a:cubicBezTo>
                  <a:cubicBezTo>
                    <a:pt x="223" y="174"/>
                    <a:pt x="239" y="141"/>
                    <a:pt x="223" y="104"/>
                  </a:cubicBezTo>
                  <a:cubicBezTo>
                    <a:pt x="223" y="71"/>
                    <a:pt x="206" y="55"/>
                    <a:pt x="190" y="38"/>
                  </a:cubicBezTo>
                  <a:cubicBezTo>
                    <a:pt x="173" y="22"/>
                    <a:pt x="173" y="22"/>
                    <a:pt x="153" y="22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9" name="Google Shape;20569;p54"/>
            <p:cNvSpPr/>
            <p:nvPr/>
          </p:nvSpPr>
          <p:spPr>
            <a:xfrm>
              <a:off x="4931425" y="3007325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37" y="1"/>
                  </a:moveTo>
                  <a:cubicBezTo>
                    <a:pt x="104" y="1"/>
                    <a:pt x="67" y="1"/>
                    <a:pt x="50" y="34"/>
                  </a:cubicBezTo>
                  <a:cubicBezTo>
                    <a:pt x="1" y="67"/>
                    <a:pt x="1" y="153"/>
                    <a:pt x="34" y="207"/>
                  </a:cubicBezTo>
                  <a:cubicBezTo>
                    <a:pt x="50" y="240"/>
                    <a:pt x="88" y="257"/>
                    <a:pt x="104" y="257"/>
                  </a:cubicBezTo>
                  <a:cubicBezTo>
                    <a:pt x="137" y="257"/>
                    <a:pt x="170" y="257"/>
                    <a:pt x="191" y="224"/>
                  </a:cubicBezTo>
                  <a:cubicBezTo>
                    <a:pt x="240" y="191"/>
                    <a:pt x="240" y="104"/>
                    <a:pt x="207" y="50"/>
                  </a:cubicBezTo>
                  <a:cubicBezTo>
                    <a:pt x="191" y="34"/>
                    <a:pt x="170" y="17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0" name="Google Shape;20570;p54"/>
            <p:cNvSpPr/>
            <p:nvPr/>
          </p:nvSpPr>
          <p:spPr>
            <a:xfrm>
              <a:off x="4950300" y="30365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3" y="223"/>
                    <a:pt x="54" y="240"/>
                  </a:cubicBezTo>
                  <a:cubicBezTo>
                    <a:pt x="78" y="255"/>
                    <a:pt x="93" y="267"/>
                    <a:pt x="112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74" y="260"/>
                    <a:pt x="190" y="240"/>
                    <a:pt x="207" y="207"/>
                  </a:cubicBezTo>
                  <a:cubicBezTo>
                    <a:pt x="223" y="190"/>
                    <a:pt x="240" y="157"/>
                    <a:pt x="223" y="120"/>
                  </a:cubicBezTo>
                  <a:cubicBezTo>
                    <a:pt x="223" y="87"/>
                    <a:pt x="207" y="54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1" name="Google Shape;20571;p54"/>
            <p:cNvSpPr/>
            <p:nvPr/>
          </p:nvSpPr>
          <p:spPr>
            <a:xfrm>
              <a:off x="4944325" y="3004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50" y="17"/>
                    <a:pt x="0" y="83"/>
                    <a:pt x="17" y="153"/>
                  </a:cubicBezTo>
                  <a:cubicBezTo>
                    <a:pt x="17" y="186"/>
                    <a:pt x="33" y="223"/>
                    <a:pt x="50" y="239"/>
                  </a:cubicBezTo>
                  <a:cubicBezTo>
                    <a:pt x="87" y="256"/>
                    <a:pt x="120" y="256"/>
                    <a:pt x="136" y="256"/>
                  </a:cubicBezTo>
                  <a:cubicBezTo>
                    <a:pt x="207" y="239"/>
                    <a:pt x="239" y="186"/>
                    <a:pt x="239" y="103"/>
                  </a:cubicBezTo>
                  <a:cubicBezTo>
                    <a:pt x="223" y="66"/>
                    <a:pt x="207" y="50"/>
                    <a:pt x="190" y="33"/>
                  </a:cubicBezTo>
                  <a:cubicBezTo>
                    <a:pt x="190" y="17"/>
                    <a:pt x="169" y="1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2" name="Google Shape;20572;p54"/>
            <p:cNvSpPr/>
            <p:nvPr/>
          </p:nvSpPr>
          <p:spPr>
            <a:xfrm>
              <a:off x="4945975" y="29882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0"/>
                  </a:moveTo>
                  <a:cubicBezTo>
                    <a:pt x="84" y="0"/>
                    <a:pt x="35" y="35"/>
                    <a:pt x="21" y="91"/>
                  </a:cubicBezTo>
                  <a:cubicBezTo>
                    <a:pt x="0" y="161"/>
                    <a:pt x="37" y="231"/>
                    <a:pt x="87" y="248"/>
                  </a:cubicBezTo>
                  <a:cubicBezTo>
                    <a:pt x="101" y="256"/>
                    <a:pt x="116" y="260"/>
                    <a:pt x="131" y="260"/>
                  </a:cubicBezTo>
                  <a:cubicBezTo>
                    <a:pt x="172" y="260"/>
                    <a:pt x="212" y="229"/>
                    <a:pt x="227" y="177"/>
                  </a:cubicBezTo>
                  <a:cubicBezTo>
                    <a:pt x="244" y="107"/>
                    <a:pt x="227" y="41"/>
                    <a:pt x="173" y="4"/>
                  </a:cubicBezTo>
                  <a:cubicBezTo>
                    <a:pt x="162" y="2"/>
                    <a:pt x="151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3" name="Google Shape;20573;p54"/>
            <p:cNvSpPr/>
            <p:nvPr/>
          </p:nvSpPr>
          <p:spPr>
            <a:xfrm>
              <a:off x="4932675" y="3039300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1" y="1"/>
                  </a:moveTo>
                  <a:cubicBezTo>
                    <a:pt x="115" y="1"/>
                    <a:pt x="109" y="3"/>
                    <a:pt x="104" y="8"/>
                  </a:cubicBezTo>
                  <a:cubicBezTo>
                    <a:pt x="71" y="8"/>
                    <a:pt x="54" y="25"/>
                    <a:pt x="38" y="62"/>
                  </a:cubicBezTo>
                  <a:cubicBezTo>
                    <a:pt x="17" y="78"/>
                    <a:pt x="0" y="111"/>
                    <a:pt x="17" y="148"/>
                  </a:cubicBezTo>
                  <a:cubicBezTo>
                    <a:pt x="17" y="181"/>
                    <a:pt x="38" y="214"/>
                    <a:pt x="54" y="231"/>
                  </a:cubicBezTo>
                  <a:cubicBezTo>
                    <a:pt x="87" y="251"/>
                    <a:pt x="104" y="268"/>
                    <a:pt x="141" y="268"/>
                  </a:cubicBezTo>
                  <a:cubicBezTo>
                    <a:pt x="207" y="251"/>
                    <a:pt x="244" y="181"/>
                    <a:pt x="223" y="111"/>
                  </a:cubicBezTo>
                  <a:cubicBezTo>
                    <a:pt x="223" y="78"/>
                    <a:pt x="207" y="45"/>
                    <a:pt x="190" y="25"/>
                  </a:cubicBezTo>
                  <a:cubicBezTo>
                    <a:pt x="174" y="25"/>
                    <a:pt x="174" y="8"/>
                    <a:pt x="157" y="8"/>
                  </a:cubicBezTo>
                  <a:cubicBezTo>
                    <a:pt x="146" y="8"/>
                    <a:pt x="133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4" name="Google Shape;20574;p54"/>
            <p:cNvSpPr/>
            <p:nvPr/>
          </p:nvSpPr>
          <p:spPr>
            <a:xfrm>
              <a:off x="4942150" y="30240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20" y="1"/>
                  </a:moveTo>
                  <a:cubicBezTo>
                    <a:pt x="104" y="1"/>
                    <a:pt x="71" y="17"/>
                    <a:pt x="50" y="38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7" y="190"/>
                    <a:pt x="34" y="223"/>
                  </a:cubicBezTo>
                  <a:cubicBezTo>
                    <a:pt x="55" y="253"/>
                    <a:pt x="84" y="267"/>
                    <a:pt x="116" y="267"/>
                  </a:cubicBezTo>
                  <a:cubicBezTo>
                    <a:pt x="141" y="267"/>
                    <a:pt x="167" y="259"/>
                    <a:pt x="190" y="244"/>
                  </a:cubicBezTo>
                  <a:cubicBezTo>
                    <a:pt x="223" y="190"/>
                    <a:pt x="240" y="104"/>
                    <a:pt x="207" y="54"/>
                  </a:cubicBezTo>
                  <a:cubicBezTo>
                    <a:pt x="190" y="38"/>
                    <a:pt x="174" y="17"/>
                    <a:pt x="153" y="17"/>
                  </a:cubicBezTo>
                  <a:cubicBezTo>
                    <a:pt x="137" y="17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5" name="Google Shape;20575;p54"/>
            <p:cNvSpPr/>
            <p:nvPr/>
          </p:nvSpPr>
          <p:spPr>
            <a:xfrm>
              <a:off x="4933600" y="2946325"/>
              <a:ext cx="4250" cy="3925"/>
            </a:xfrm>
            <a:custGeom>
              <a:avLst/>
              <a:gdLst/>
              <a:ahLst/>
              <a:cxnLst/>
              <a:rect l="l" t="t" r="r" b="b"/>
              <a:pathLst>
                <a:path w="170" h="157" extrusionOk="0">
                  <a:moveTo>
                    <a:pt x="1" y="0"/>
                  </a:moveTo>
                  <a:lnTo>
                    <a:pt x="1" y="54"/>
                  </a:lnTo>
                  <a:cubicBezTo>
                    <a:pt x="1" y="87"/>
                    <a:pt x="17" y="120"/>
                    <a:pt x="50" y="136"/>
                  </a:cubicBezTo>
                  <a:cubicBezTo>
                    <a:pt x="67" y="157"/>
                    <a:pt x="104" y="157"/>
                    <a:pt x="137" y="157"/>
                  </a:cubicBezTo>
                  <a:cubicBezTo>
                    <a:pt x="137" y="157"/>
                    <a:pt x="153" y="157"/>
                    <a:pt x="170" y="136"/>
                  </a:cubicBezTo>
                  <a:cubicBezTo>
                    <a:pt x="120" y="103"/>
                    <a:pt x="50" y="5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6" name="Google Shape;20576;p54"/>
            <p:cNvSpPr/>
            <p:nvPr/>
          </p:nvSpPr>
          <p:spPr>
            <a:xfrm>
              <a:off x="4656950" y="2780575"/>
              <a:ext cx="5600" cy="4925"/>
            </a:xfrm>
            <a:custGeom>
              <a:avLst/>
              <a:gdLst/>
              <a:ahLst/>
              <a:cxnLst/>
              <a:rect l="l" t="t" r="r" b="b"/>
              <a:pathLst>
                <a:path w="224" h="197" extrusionOk="0">
                  <a:moveTo>
                    <a:pt x="17" y="1"/>
                  </a:moveTo>
                  <a:cubicBezTo>
                    <a:pt x="1" y="34"/>
                    <a:pt x="1" y="50"/>
                    <a:pt x="1" y="87"/>
                  </a:cubicBezTo>
                  <a:cubicBezTo>
                    <a:pt x="1" y="120"/>
                    <a:pt x="17" y="153"/>
                    <a:pt x="54" y="170"/>
                  </a:cubicBezTo>
                  <a:cubicBezTo>
                    <a:pt x="66" y="184"/>
                    <a:pt x="86" y="197"/>
                    <a:pt x="110" y="197"/>
                  </a:cubicBezTo>
                  <a:cubicBezTo>
                    <a:pt x="120" y="197"/>
                    <a:pt x="130" y="195"/>
                    <a:pt x="141" y="190"/>
                  </a:cubicBezTo>
                  <a:cubicBezTo>
                    <a:pt x="157" y="190"/>
                    <a:pt x="190" y="170"/>
                    <a:pt x="207" y="137"/>
                  </a:cubicBezTo>
                  <a:cubicBezTo>
                    <a:pt x="223" y="120"/>
                    <a:pt x="223" y="87"/>
                    <a:pt x="223" y="50"/>
                  </a:cubicBezTo>
                  <a:cubicBezTo>
                    <a:pt x="223" y="34"/>
                    <a:pt x="223" y="17"/>
                    <a:pt x="207" y="17"/>
                  </a:cubicBezTo>
                  <a:cubicBezTo>
                    <a:pt x="141" y="1"/>
                    <a:pt x="87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7" name="Google Shape;20577;p54"/>
            <p:cNvSpPr/>
            <p:nvPr/>
          </p:nvSpPr>
          <p:spPr>
            <a:xfrm>
              <a:off x="4851975" y="29905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03" y="1"/>
                  </a:moveTo>
                  <a:cubicBezTo>
                    <a:pt x="33" y="17"/>
                    <a:pt x="0" y="87"/>
                    <a:pt x="0" y="158"/>
                  </a:cubicBezTo>
                  <a:cubicBezTo>
                    <a:pt x="17" y="191"/>
                    <a:pt x="17" y="223"/>
                    <a:pt x="50" y="244"/>
                  </a:cubicBezTo>
                  <a:cubicBezTo>
                    <a:pt x="64" y="256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1"/>
                  </a:cubicBezTo>
                  <a:cubicBezTo>
                    <a:pt x="153" y="261"/>
                    <a:pt x="190" y="244"/>
                    <a:pt x="206" y="207"/>
                  </a:cubicBezTo>
                  <a:cubicBezTo>
                    <a:pt x="223" y="191"/>
                    <a:pt x="223" y="158"/>
                    <a:pt x="223" y="120"/>
                  </a:cubicBezTo>
                  <a:cubicBezTo>
                    <a:pt x="223" y="87"/>
                    <a:pt x="206" y="54"/>
                    <a:pt x="173" y="38"/>
                  </a:cubicBezTo>
                  <a:cubicBezTo>
                    <a:pt x="173" y="17"/>
                    <a:pt x="153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8" name="Google Shape;20578;p54"/>
            <p:cNvSpPr/>
            <p:nvPr/>
          </p:nvSpPr>
          <p:spPr>
            <a:xfrm>
              <a:off x="4859700" y="30060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71" y="0"/>
                    <a:pt x="50" y="17"/>
                    <a:pt x="33" y="54"/>
                  </a:cubicBezTo>
                  <a:cubicBezTo>
                    <a:pt x="17" y="87"/>
                    <a:pt x="0" y="120"/>
                    <a:pt x="17" y="157"/>
                  </a:cubicBezTo>
                  <a:cubicBezTo>
                    <a:pt x="17" y="190"/>
                    <a:pt x="33" y="206"/>
                    <a:pt x="50" y="244"/>
                  </a:cubicBezTo>
                  <a:cubicBezTo>
                    <a:pt x="71" y="260"/>
                    <a:pt x="104" y="260"/>
                    <a:pt x="137" y="260"/>
                  </a:cubicBezTo>
                  <a:cubicBezTo>
                    <a:pt x="190" y="244"/>
                    <a:pt x="240" y="173"/>
                    <a:pt x="223" y="103"/>
                  </a:cubicBezTo>
                  <a:cubicBezTo>
                    <a:pt x="223" y="70"/>
                    <a:pt x="207" y="54"/>
                    <a:pt x="190" y="17"/>
                  </a:cubicBezTo>
                  <a:cubicBezTo>
                    <a:pt x="174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9" name="Google Shape;20579;p54"/>
            <p:cNvSpPr/>
            <p:nvPr/>
          </p:nvSpPr>
          <p:spPr>
            <a:xfrm>
              <a:off x="4854950" y="30232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87" y="1"/>
                    <a:pt x="87" y="17"/>
                    <a:pt x="87" y="17"/>
                  </a:cubicBezTo>
                  <a:cubicBezTo>
                    <a:pt x="34" y="34"/>
                    <a:pt x="1" y="87"/>
                    <a:pt x="17" y="153"/>
                  </a:cubicBezTo>
                  <a:cubicBezTo>
                    <a:pt x="17" y="190"/>
                    <a:pt x="34" y="223"/>
                    <a:pt x="54" y="240"/>
                  </a:cubicBezTo>
                  <a:cubicBezTo>
                    <a:pt x="78" y="252"/>
                    <a:pt x="93" y="265"/>
                    <a:pt x="111" y="265"/>
                  </a:cubicBezTo>
                  <a:cubicBezTo>
                    <a:pt x="119" y="265"/>
                    <a:pt x="127" y="263"/>
                    <a:pt x="137" y="256"/>
                  </a:cubicBezTo>
                  <a:cubicBezTo>
                    <a:pt x="207" y="256"/>
                    <a:pt x="240" y="190"/>
                    <a:pt x="223" y="120"/>
                  </a:cubicBezTo>
                  <a:lnTo>
                    <a:pt x="223" y="87"/>
                  </a:lnTo>
                  <a:cubicBezTo>
                    <a:pt x="207" y="50"/>
                    <a:pt x="190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0" name="Google Shape;20580;p54"/>
            <p:cNvSpPr/>
            <p:nvPr/>
          </p:nvSpPr>
          <p:spPr>
            <a:xfrm>
              <a:off x="4872575" y="2925700"/>
              <a:ext cx="6000" cy="5175"/>
            </a:xfrm>
            <a:custGeom>
              <a:avLst/>
              <a:gdLst/>
              <a:ahLst/>
              <a:cxnLst/>
              <a:rect l="l" t="t" r="r" b="b"/>
              <a:pathLst>
                <a:path w="240" h="207" extrusionOk="0">
                  <a:moveTo>
                    <a:pt x="207" y="1"/>
                  </a:moveTo>
                  <a:cubicBezTo>
                    <a:pt x="137" y="1"/>
                    <a:pt x="71" y="1"/>
                    <a:pt x="17" y="17"/>
                  </a:cubicBezTo>
                  <a:cubicBezTo>
                    <a:pt x="1" y="54"/>
                    <a:pt x="1" y="120"/>
                    <a:pt x="17" y="157"/>
                  </a:cubicBezTo>
                  <a:cubicBezTo>
                    <a:pt x="34" y="190"/>
                    <a:pt x="71" y="207"/>
                    <a:pt x="104" y="207"/>
                  </a:cubicBezTo>
                  <a:cubicBezTo>
                    <a:pt x="120" y="207"/>
                    <a:pt x="153" y="207"/>
                    <a:pt x="174" y="174"/>
                  </a:cubicBezTo>
                  <a:cubicBezTo>
                    <a:pt x="223" y="137"/>
                    <a:pt x="240" y="54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1" name="Google Shape;20581;p54"/>
            <p:cNvSpPr/>
            <p:nvPr/>
          </p:nvSpPr>
          <p:spPr>
            <a:xfrm>
              <a:off x="4858350" y="2927875"/>
              <a:ext cx="6125" cy="5900"/>
            </a:xfrm>
            <a:custGeom>
              <a:avLst/>
              <a:gdLst/>
              <a:ahLst/>
              <a:cxnLst/>
              <a:rect l="l" t="t" r="r" b="b"/>
              <a:pathLst>
                <a:path w="245" h="236" extrusionOk="0">
                  <a:moveTo>
                    <a:pt x="191" y="0"/>
                  </a:moveTo>
                  <a:cubicBezTo>
                    <a:pt x="141" y="17"/>
                    <a:pt x="87" y="33"/>
                    <a:pt x="38" y="50"/>
                  </a:cubicBezTo>
                  <a:lnTo>
                    <a:pt x="21" y="50"/>
                  </a:lnTo>
                  <a:cubicBezTo>
                    <a:pt x="1" y="120"/>
                    <a:pt x="38" y="206"/>
                    <a:pt x="87" y="223"/>
                  </a:cubicBezTo>
                  <a:cubicBezTo>
                    <a:pt x="102" y="232"/>
                    <a:pt x="117" y="236"/>
                    <a:pt x="132" y="236"/>
                  </a:cubicBezTo>
                  <a:cubicBezTo>
                    <a:pt x="173" y="236"/>
                    <a:pt x="212" y="204"/>
                    <a:pt x="228" y="153"/>
                  </a:cubicBezTo>
                  <a:cubicBezTo>
                    <a:pt x="244" y="103"/>
                    <a:pt x="228" y="33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2" name="Google Shape;20582;p54"/>
            <p:cNvSpPr/>
            <p:nvPr/>
          </p:nvSpPr>
          <p:spPr>
            <a:xfrm>
              <a:off x="4851150" y="29428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6" y="1"/>
                  </a:moveTo>
                  <a:cubicBezTo>
                    <a:pt x="81" y="1"/>
                    <a:pt x="30" y="34"/>
                    <a:pt x="17" y="92"/>
                  </a:cubicBezTo>
                  <a:cubicBezTo>
                    <a:pt x="0" y="158"/>
                    <a:pt x="17" y="228"/>
                    <a:pt x="83" y="261"/>
                  </a:cubicBezTo>
                  <a:cubicBezTo>
                    <a:pt x="92" y="264"/>
                    <a:pt x="101" y="265"/>
                    <a:pt x="111" y="265"/>
                  </a:cubicBezTo>
                  <a:cubicBezTo>
                    <a:pt x="159" y="265"/>
                    <a:pt x="209" y="232"/>
                    <a:pt x="223" y="174"/>
                  </a:cubicBezTo>
                  <a:cubicBezTo>
                    <a:pt x="239" y="108"/>
                    <a:pt x="223" y="38"/>
                    <a:pt x="153" y="5"/>
                  </a:cubicBezTo>
                  <a:cubicBezTo>
                    <a:pt x="144" y="2"/>
                    <a:pt x="135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3" name="Google Shape;20583;p54"/>
            <p:cNvSpPr/>
            <p:nvPr/>
          </p:nvSpPr>
          <p:spPr>
            <a:xfrm>
              <a:off x="4858875" y="295797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3" y="0"/>
                  </a:moveTo>
                  <a:cubicBezTo>
                    <a:pt x="33" y="0"/>
                    <a:pt x="0" y="66"/>
                    <a:pt x="0" y="136"/>
                  </a:cubicBezTo>
                  <a:cubicBezTo>
                    <a:pt x="0" y="169"/>
                    <a:pt x="17" y="206"/>
                    <a:pt x="50" y="223"/>
                  </a:cubicBezTo>
                  <a:cubicBezTo>
                    <a:pt x="66" y="256"/>
                    <a:pt x="104" y="256"/>
                    <a:pt x="120" y="256"/>
                  </a:cubicBezTo>
                  <a:cubicBezTo>
                    <a:pt x="186" y="239"/>
                    <a:pt x="223" y="169"/>
                    <a:pt x="223" y="103"/>
                  </a:cubicBezTo>
                  <a:cubicBezTo>
                    <a:pt x="223" y="66"/>
                    <a:pt x="207" y="33"/>
                    <a:pt x="170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4" name="Google Shape;20584;p54"/>
            <p:cNvSpPr/>
            <p:nvPr/>
          </p:nvSpPr>
          <p:spPr>
            <a:xfrm>
              <a:off x="4858350" y="297382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5" y="1"/>
                  </a:moveTo>
                  <a:cubicBezTo>
                    <a:pt x="104" y="1"/>
                    <a:pt x="71" y="17"/>
                    <a:pt x="54" y="34"/>
                  </a:cubicBezTo>
                  <a:cubicBezTo>
                    <a:pt x="1" y="88"/>
                    <a:pt x="1" y="153"/>
                    <a:pt x="38" y="224"/>
                  </a:cubicBezTo>
                  <a:cubicBezTo>
                    <a:pt x="54" y="240"/>
                    <a:pt x="71" y="257"/>
                    <a:pt x="104" y="257"/>
                  </a:cubicBezTo>
                  <a:cubicBezTo>
                    <a:pt x="115" y="261"/>
                    <a:pt x="124" y="263"/>
                    <a:pt x="132" y="263"/>
                  </a:cubicBezTo>
                  <a:cubicBezTo>
                    <a:pt x="152" y="263"/>
                    <a:pt x="167" y="252"/>
                    <a:pt x="191" y="240"/>
                  </a:cubicBezTo>
                  <a:cubicBezTo>
                    <a:pt x="244" y="191"/>
                    <a:pt x="244" y="104"/>
                    <a:pt x="207" y="50"/>
                  </a:cubicBezTo>
                  <a:cubicBezTo>
                    <a:pt x="191" y="34"/>
                    <a:pt x="174" y="17"/>
                    <a:pt x="158" y="17"/>
                  </a:cubicBezTo>
                  <a:cubicBezTo>
                    <a:pt x="158" y="17"/>
                    <a:pt x="141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5" name="Google Shape;20585;p54"/>
            <p:cNvSpPr/>
            <p:nvPr/>
          </p:nvSpPr>
          <p:spPr>
            <a:xfrm>
              <a:off x="4880725" y="3030825"/>
              <a:ext cx="5600" cy="6375"/>
            </a:xfrm>
            <a:custGeom>
              <a:avLst/>
              <a:gdLst/>
              <a:ahLst/>
              <a:cxnLst/>
              <a:rect l="l" t="t" r="r" b="b"/>
              <a:pathLst>
                <a:path w="224" h="255" extrusionOk="0">
                  <a:moveTo>
                    <a:pt x="122" y="1"/>
                  </a:moveTo>
                  <a:cubicBezTo>
                    <a:pt x="65" y="1"/>
                    <a:pt x="14" y="33"/>
                    <a:pt x="1" y="92"/>
                  </a:cubicBezTo>
                  <a:lnTo>
                    <a:pt x="1" y="141"/>
                  </a:lnTo>
                  <a:cubicBezTo>
                    <a:pt x="1" y="195"/>
                    <a:pt x="34" y="228"/>
                    <a:pt x="71" y="244"/>
                  </a:cubicBezTo>
                  <a:cubicBezTo>
                    <a:pt x="84" y="251"/>
                    <a:pt x="101" y="255"/>
                    <a:pt x="118" y="255"/>
                  </a:cubicBezTo>
                  <a:cubicBezTo>
                    <a:pt x="142" y="255"/>
                    <a:pt x="164" y="247"/>
                    <a:pt x="174" y="228"/>
                  </a:cubicBezTo>
                  <a:cubicBezTo>
                    <a:pt x="190" y="211"/>
                    <a:pt x="207" y="195"/>
                    <a:pt x="207" y="178"/>
                  </a:cubicBezTo>
                  <a:cubicBezTo>
                    <a:pt x="223" y="108"/>
                    <a:pt x="207" y="38"/>
                    <a:pt x="157" y="5"/>
                  </a:cubicBezTo>
                  <a:cubicBezTo>
                    <a:pt x="145" y="2"/>
                    <a:pt x="133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6" name="Google Shape;20586;p54"/>
            <p:cNvSpPr/>
            <p:nvPr/>
          </p:nvSpPr>
          <p:spPr>
            <a:xfrm>
              <a:off x="4877325" y="30034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33" y="0"/>
                    <a:pt x="0" y="70"/>
                    <a:pt x="17" y="140"/>
                  </a:cubicBezTo>
                  <a:cubicBezTo>
                    <a:pt x="17" y="173"/>
                    <a:pt x="33" y="206"/>
                    <a:pt x="50" y="223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70" y="243"/>
                    <a:pt x="190" y="223"/>
                    <a:pt x="207" y="206"/>
                  </a:cubicBezTo>
                  <a:cubicBezTo>
                    <a:pt x="223" y="173"/>
                    <a:pt x="240" y="140"/>
                    <a:pt x="223" y="103"/>
                  </a:cubicBezTo>
                  <a:cubicBezTo>
                    <a:pt x="223" y="70"/>
                    <a:pt x="207" y="37"/>
                    <a:pt x="190" y="17"/>
                  </a:cubicBezTo>
                  <a:cubicBezTo>
                    <a:pt x="170" y="17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7" name="Google Shape;20587;p54"/>
            <p:cNvSpPr/>
            <p:nvPr/>
          </p:nvSpPr>
          <p:spPr>
            <a:xfrm>
              <a:off x="4846000" y="2933425"/>
              <a:ext cx="2600" cy="1375"/>
            </a:xfrm>
            <a:custGeom>
              <a:avLst/>
              <a:gdLst/>
              <a:ahLst/>
              <a:cxnLst/>
              <a:rect l="l" t="t" r="r" b="b"/>
              <a:pathLst>
                <a:path w="104" h="55" extrusionOk="0">
                  <a:moveTo>
                    <a:pt x="103" y="1"/>
                  </a:moveTo>
                  <a:lnTo>
                    <a:pt x="103" y="1"/>
                  </a:lnTo>
                  <a:cubicBezTo>
                    <a:pt x="66" y="17"/>
                    <a:pt x="33" y="34"/>
                    <a:pt x="0" y="54"/>
                  </a:cubicBezTo>
                  <a:cubicBezTo>
                    <a:pt x="33" y="54"/>
                    <a:pt x="66" y="34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8" name="Google Shape;20588;p54"/>
            <p:cNvSpPr/>
            <p:nvPr/>
          </p:nvSpPr>
          <p:spPr>
            <a:xfrm>
              <a:off x="4873000" y="2955025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11" y="0"/>
                  </a:moveTo>
                  <a:cubicBezTo>
                    <a:pt x="69" y="0"/>
                    <a:pt x="29" y="33"/>
                    <a:pt x="17" y="81"/>
                  </a:cubicBezTo>
                  <a:cubicBezTo>
                    <a:pt x="0" y="151"/>
                    <a:pt x="17" y="221"/>
                    <a:pt x="87" y="254"/>
                  </a:cubicBezTo>
                  <a:cubicBezTo>
                    <a:pt x="96" y="257"/>
                    <a:pt x="105" y="258"/>
                    <a:pt x="114" y="258"/>
                  </a:cubicBezTo>
                  <a:cubicBezTo>
                    <a:pt x="159" y="258"/>
                    <a:pt x="209" y="228"/>
                    <a:pt x="223" y="184"/>
                  </a:cubicBezTo>
                  <a:cubicBezTo>
                    <a:pt x="239" y="118"/>
                    <a:pt x="223" y="31"/>
                    <a:pt x="157" y="15"/>
                  </a:cubicBezTo>
                  <a:cubicBezTo>
                    <a:pt x="142" y="5"/>
                    <a:pt x="127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9" name="Google Shape;20589;p54"/>
            <p:cNvSpPr/>
            <p:nvPr/>
          </p:nvSpPr>
          <p:spPr>
            <a:xfrm>
              <a:off x="4883725" y="3016850"/>
              <a:ext cx="6100" cy="6800"/>
            </a:xfrm>
            <a:custGeom>
              <a:avLst/>
              <a:gdLst/>
              <a:ahLst/>
              <a:cxnLst/>
              <a:rect l="l" t="t" r="r" b="b"/>
              <a:pathLst>
                <a:path w="244" h="272" extrusionOk="0">
                  <a:moveTo>
                    <a:pt x="111" y="1"/>
                  </a:moveTo>
                  <a:cubicBezTo>
                    <a:pt x="71" y="1"/>
                    <a:pt x="32" y="34"/>
                    <a:pt x="17" y="82"/>
                  </a:cubicBezTo>
                  <a:cubicBezTo>
                    <a:pt x="0" y="152"/>
                    <a:pt x="17" y="238"/>
                    <a:pt x="70" y="255"/>
                  </a:cubicBezTo>
                  <a:cubicBezTo>
                    <a:pt x="87" y="271"/>
                    <a:pt x="103" y="271"/>
                    <a:pt x="120" y="271"/>
                  </a:cubicBezTo>
                  <a:cubicBezTo>
                    <a:pt x="173" y="255"/>
                    <a:pt x="206" y="238"/>
                    <a:pt x="223" y="185"/>
                  </a:cubicBezTo>
                  <a:cubicBezTo>
                    <a:pt x="243" y="135"/>
                    <a:pt x="223" y="82"/>
                    <a:pt x="206" y="49"/>
                  </a:cubicBezTo>
                  <a:cubicBezTo>
                    <a:pt x="190" y="32"/>
                    <a:pt x="173" y="16"/>
                    <a:pt x="157" y="16"/>
                  </a:cubicBezTo>
                  <a:cubicBezTo>
                    <a:pt x="142" y="6"/>
                    <a:pt x="127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0" name="Google Shape;20590;p54"/>
            <p:cNvSpPr/>
            <p:nvPr/>
          </p:nvSpPr>
          <p:spPr>
            <a:xfrm>
              <a:off x="4870425" y="30184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70" y="0"/>
                    <a:pt x="54" y="1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4" y="239"/>
                    <a:pt x="87" y="260"/>
                    <a:pt x="103" y="260"/>
                  </a:cubicBezTo>
                  <a:cubicBezTo>
                    <a:pt x="136" y="260"/>
                    <a:pt x="173" y="239"/>
                    <a:pt x="190" y="223"/>
                  </a:cubicBezTo>
                  <a:cubicBezTo>
                    <a:pt x="223" y="206"/>
                    <a:pt x="223" y="173"/>
                    <a:pt x="239" y="136"/>
                  </a:cubicBezTo>
                  <a:cubicBezTo>
                    <a:pt x="239" y="103"/>
                    <a:pt x="223" y="70"/>
                    <a:pt x="206" y="54"/>
                  </a:cubicBezTo>
                  <a:cubicBezTo>
                    <a:pt x="190" y="17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1" name="Google Shape;20591;p54"/>
            <p:cNvSpPr/>
            <p:nvPr/>
          </p:nvSpPr>
          <p:spPr>
            <a:xfrm>
              <a:off x="4871250" y="297095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2" y="1"/>
                  </a:moveTo>
                  <a:cubicBezTo>
                    <a:pt x="123" y="1"/>
                    <a:pt x="114" y="5"/>
                    <a:pt x="103" y="13"/>
                  </a:cubicBezTo>
                  <a:cubicBezTo>
                    <a:pt x="54" y="13"/>
                    <a:pt x="0" y="79"/>
                    <a:pt x="21" y="149"/>
                  </a:cubicBezTo>
                  <a:cubicBezTo>
                    <a:pt x="21" y="182"/>
                    <a:pt x="37" y="219"/>
                    <a:pt x="54" y="236"/>
                  </a:cubicBezTo>
                  <a:cubicBezTo>
                    <a:pt x="77" y="247"/>
                    <a:pt x="92" y="259"/>
                    <a:pt x="112" y="259"/>
                  </a:cubicBezTo>
                  <a:cubicBezTo>
                    <a:pt x="120" y="259"/>
                    <a:pt x="130" y="257"/>
                    <a:pt x="140" y="252"/>
                  </a:cubicBezTo>
                  <a:cubicBezTo>
                    <a:pt x="206" y="252"/>
                    <a:pt x="243" y="182"/>
                    <a:pt x="227" y="116"/>
                  </a:cubicBezTo>
                  <a:cubicBezTo>
                    <a:pt x="227" y="79"/>
                    <a:pt x="206" y="46"/>
                    <a:pt x="190" y="29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9" y="5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2" name="Google Shape;20592;p54"/>
            <p:cNvSpPr/>
            <p:nvPr/>
          </p:nvSpPr>
          <p:spPr>
            <a:xfrm>
              <a:off x="4866600" y="303527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3" y="0"/>
                  </a:moveTo>
                  <a:cubicBezTo>
                    <a:pt x="67" y="0"/>
                    <a:pt x="34" y="17"/>
                    <a:pt x="17" y="50"/>
                  </a:cubicBezTo>
                  <a:cubicBezTo>
                    <a:pt x="1" y="83"/>
                    <a:pt x="1" y="120"/>
                    <a:pt x="1" y="153"/>
                  </a:cubicBezTo>
                  <a:cubicBezTo>
                    <a:pt x="1" y="186"/>
                    <a:pt x="17" y="206"/>
                    <a:pt x="34" y="239"/>
                  </a:cubicBezTo>
                  <a:cubicBezTo>
                    <a:pt x="67" y="256"/>
                    <a:pt x="104" y="256"/>
                    <a:pt x="120" y="256"/>
                  </a:cubicBezTo>
                  <a:cubicBezTo>
                    <a:pt x="186" y="239"/>
                    <a:pt x="223" y="169"/>
                    <a:pt x="223" y="103"/>
                  </a:cubicBezTo>
                  <a:cubicBezTo>
                    <a:pt x="207" y="66"/>
                    <a:pt x="186" y="50"/>
                    <a:pt x="170" y="17"/>
                  </a:cubicBezTo>
                  <a:cubicBezTo>
                    <a:pt x="170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3" name="Google Shape;20593;p54"/>
            <p:cNvSpPr/>
            <p:nvPr/>
          </p:nvSpPr>
          <p:spPr>
            <a:xfrm>
              <a:off x="4869175" y="29907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93" y="1"/>
                  </a:moveTo>
                  <a:cubicBezTo>
                    <a:pt x="72" y="1"/>
                    <a:pt x="57" y="13"/>
                    <a:pt x="34" y="28"/>
                  </a:cubicBezTo>
                  <a:cubicBezTo>
                    <a:pt x="17" y="61"/>
                    <a:pt x="1" y="77"/>
                    <a:pt x="1" y="110"/>
                  </a:cubicBezTo>
                  <a:cubicBezTo>
                    <a:pt x="1" y="148"/>
                    <a:pt x="1" y="181"/>
                    <a:pt x="17" y="213"/>
                  </a:cubicBezTo>
                  <a:cubicBezTo>
                    <a:pt x="46" y="245"/>
                    <a:pt x="83" y="264"/>
                    <a:pt x="118" y="264"/>
                  </a:cubicBezTo>
                  <a:cubicBezTo>
                    <a:pt x="142" y="264"/>
                    <a:pt x="166" y="255"/>
                    <a:pt x="186" y="234"/>
                  </a:cubicBezTo>
                  <a:cubicBezTo>
                    <a:pt x="223" y="181"/>
                    <a:pt x="240" y="110"/>
                    <a:pt x="186" y="44"/>
                  </a:cubicBezTo>
                  <a:cubicBezTo>
                    <a:pt x="186" y="28"/>
                    <a:pt x="170" y="28"/>
                    <a:pt x="153" y="7"/>
                  </a:cubicBezTo>
                  <a:lnTo>
                    <a:pt x="120" y="7"/>
                  </a:lnTo>
                  <a:cubicBezTo>
                    <a:pt x="110" y="3"/>
                    <a:pt x="101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4" name="Google Shape;20594;p54"/>
            <p:cNvSpPr/>
            <p:nvPr/>
          </p:nvSpPr>
          <p:spPr>
            <a:xfrm>
              <a:off x="4839500" y="30236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03" y="0"/>
                    <a:pt x="70" y="0"/>
                    <a:pt x="54" y="33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4" y="239"/>
                    <a:pt x="87" y="260"/>
                    <a:pt x="103" y="260"/>
                  </a:cubicBezTo>
                  <a:cubicBezTo>
                    <a:pt x="136" y="260"/>
                    <a:pt x="174" y="260"/>
                    <a:pt x="190" y="239"/>
                  </a:cubicBezTo>
                  <a:cubicBezTo>
                    <a:pt x="239" y="190"/>
                    <a:pt x="239" y="103"/>
                    <a:pt x="207" y="54"/>
                  </a:cubicBezTo>
                  <a:cubicBezTo>
                    <a:pt x="190" y="33"/>
                    <a:pt x="190" y="17"/>
                    <a:pt x="174" y="17"/>
                  </a:cubicBezTo>
                  <a:cubicBezTo>
                    <a:pt x="157" y="0"/>
                    <a:pt x="136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5" name="Google Shape;20595;p54"/>
            <p:cNvSpPr/>
            <p:nvPr/>
          </p:nvSpPr>
          <p:spPr>
            <a:xfrm>
              <a:off x="4816300" y="296620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13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49"/>
                    <a:pt x="17" y="219"/>
                    <a:pt x="87" y="252"/>
                  </a:cubicBezTo>
                  <a:lnTo>
                    <a:pt x="137" y="252"/>
                  </a:lnTo>
                  <a:cubicBezTo>
                    <a:pt x="174" y="252"/>
                    <a:pt x="207" y="219"/>
                    <a:pt x="223" y="166"/>
                  </a:cubicBezTo>
                  <a:cubicBezTo>
                    <a:pt x="240" y="133"/>
                    <a:pt x="223" y="83"/>
                    <a:pt x="207" y="46"/>
                  </a:cubicBezTo>
                  <a:cubicBezTo>
                    <a:pt x="190" y="30"/>
                    <a:pt x="174" y="13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6" name="Google Shape;20596;p54"/>
            <p:cNvSpPr/>
            <p:nvPr/>
          </p:nvSpPr>
          <p:spPr>
            <a:xfrm>
              <a:off x="4815075" y="3012500"/>
              <a:ext cx="5575" cy="6575"/>
            </a:xfrm>
            <a:custGeom>
              <a:avLst/>
              <a:gdLst/>
              <a:ahLst/>
              <a:cxnLst/>
              <a:rect l="l" t="t" r="r" b="b"/>
              <a:pathLst>
                <a:path w="223" h="263" extrusionOk="0">
                  <a:moveTo>
                    <a:pt x="136" y="0"/>
                  </a:moveTo>
                  <a:cubicBezTo>
                    <a:pt x="103" y="0"/>
                    <a:pt x="66" y="17"/>
                    <a:pt x="50" y="33"/>
                  </a:cubicBezTo>
                  <a:cubicBezTo>
                    <a:pt x="0" y="87"/>
                    <a:pt x="0" y="153"/>
                    <a:pt x="33" y="223"/>
                  </a:cubicBezTo>
                  <a:cubicBezTo>
                    <a:pt x="50" y="239"/>
                    <a:pt x="83" y="256"/>
                    <a:pt x="103" y="256"/>
                  </a:cubicBezTo>
                  <a:cubicBezTo>
                    <a:pt x="113" y="260"/>
                    <a:pt x="123" y="262"/>
                    <a:pt x="132" y="262"/>
                  </a:cubicBezTo>
                  <a:cubicBezTo>
                    <a:pt x="154" y="262"/>
                    <a:pt x="174" y="251"/>
                    <a:pt x="186" y="239"/>
                  </a:cubicBezTo>
                  <a:cubicBezTo>
                    <a:pt x="206" y="206"/>
                    <a:pt x="223" y="190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186" y="33"/>
                    <a:pt x="169" y="17"/>
                    <a:pt x="153" y="17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7" name="Google Shape;20597;p54"/>
            <p:cNvSpPr/>
            <p:nvPr/>
          </p:nvSpPr>
          <p:spPr>
            <a:xfrm>
              <a:off x="4825800" y="30265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5" y="1"/>
                  </a:moveTo>
                  <a:cubicBezTo>
                    <a:pt x="80" y="1"/>
                    <a:pt x="30" y="31"/>
                    <a:pt x="17" y="75"/>
                  </a:cubicBezTo>
                  <a:cubicBezTo>
                    <a:pt x="0" y="145"/>
                    <a:pt x="17" y="228"/>
                    <a:pt x="87" y="248"/>
                  </a:cubicBezTo>
                  <a:cubicBezTo>
                    <a:pt x="100" y="257"/>
                    <a:pt x="114" y="261"/>
                    <a:pt x="129" y="261"/>
                  </a:cubicBezTo>
                  <a:cubicBezTo>
                    <a:pt x="170" y="261"/>
                    <a:pt x="211" y="230"/>
                    <a:pt x="223" y="178"/>
                  </a:cubicBezTo>
                  <a:cubicBezTo>
                    <a:pt x="239" y="108"/>
                    <a:pt x="223" y="42"/>
                    <a:pt x="153" y="5"/>
                  </a:cubicBezTo>
                  <a:cubicBezTo>
                    <a:pt x="144" y="2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8" name="Google Shape;20598;p54"/>
            <p:cNvSpPr/>
            <p:nvPr/>
          </p:nvSpPr>
          <p:spPr>
            <a:xfrm>
              <a:off x="4810325" y="3027400"/>
              <a:ext cx="6425" cy="6650"/>
            </a:xfrm>
            <a:custGeom>
              <a:avLst/>
              <a:gdLst/>
              <a:ahLst/>
              <a:cxnLst/>
              <a:rect l="l" t="t" r="r" b="b"/>
              <a:pathLst>
                <a:path w="257" h="266" extrusionOk="0">
                  <a:moveTo>
                    <a:pt x="134" y="0"/>
                  </a:moveTo>
                  <a:cubicBezTo>
                    <a:pt x="84" y="0"/>
                    <a:pt x="44" y="35"/>
                    <a:pt x="17" y="88"/>
                  </a:cubicBezTo>
                  <a:cubicBezTo>
                    <a:pt x="1" y="159"/>
                    <a:pt x="34" y="229"/>
                    <a:pt x="87" y="262"/>
                  </a:cubicBezTo>
                  <a:cubicBezTo>
                    <a:pt x="96" y="264"/>
                    <a:pt x="105" y="266"/>
                    <a:pt x="114" y="266"/>
                  </a:cubicBezTo>
                  <a:cubicBezTo>
                    <a:pt x="159" y="266"/>
                    <a:pt x="210" y="233"/>
                    <a:pt x="223" y="175"/>
                  </a:cubicBezTo>
                  <a:cubicBezTo>
                    <a:pt x="256" y="109"/>
                    <a:pt x="223" y="39"/>
                    <a:pt x="170" y="6"/>
                  </a:cubicBezTo>
                  <a:cubicBezTo>
                    <a:pt x="157" y="2"/>
                    <a:pt x="145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9" name="Google Shape;20599;p54"/>
            <p:cNvSpPr/>
            <p:nvPr/>
          </p:nvSpPr>
          <p:spPr>
            <a:xfrm>
              <a:off x="4821875" y="29961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0"/>
                  </a:moveTo>
                  <a:cubicBezTo>
                    <a:pt x="70" y="0"/>
                    <a:pt x="54" y="21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17" y="190"/>
                    <a:pt x="17" y="207"/>
                    <a:pt x="54" y="244"/>
                  </a:cubicBezTo>
                  <a:cubicBezTo>
                    <a:pt x="70" y="260"/>
                    <a:pt x="103" y="260"/>
                    <a:pt x="141" y="260"/>
                  </a:cubicBezTo>
                  <a:cubicBezTo>
                    <a:pt x="190" y="244"/>
                    <a:pt x="244" y="174"/>
                    <a:pt x="223" y="104"/>
                  </a:cubicBezTo>
                  <a:cubicBezTo>
                    <a:pt x="223" y="71"/>
                    <a:pt x="207" y="54"/>
                    <a:pt x="174" y="21"/>
                  </a:cubicBezTo>
                  <a:lnTo>
                    <a:pt x="1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0" name="Google Shape;20600;p54"/>
            <p:cNvSpPr/>
            <p:nvPr/>
          </p:nvSpPr>
          <p:spPr>
            <a:xfrm>
              <a:off x="4800025" y="301495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42" y="1"/>
                  </a:moveTo>
                  <a:cubicBezTo>
                    <a:pt x="97" y="1"/>
                    <a:pt x="47" y="30"/>
                    <a:pt x="33" y="71"/>
                  </a:cubicBezTo>
                  <a:cubicBezTo>
                    <a:pt x="0" y="141"/>
                    <a:pt x="33" y="228"/>
                    <a:pt x="87" y="244"/>
                  </a:cubicBezTo>
                  <a:cubicBezTo>
                    <a:pt x="103" y="261"/>
                    <a:pt x="120" y="261"/>
                    <a:pt x="136" y="261"/>
                  </a:cubicBezTo>
                  <a:cubicBezTo>
                    <a:pt x="190" y="244"/>
                    <a:pt x="223" y="228"/>
                    <a:pt x="239" y="174"/>
                  </a:cubicBezTo>
                  <a:cubicBezTo>
                    <a:pt x="256" y="125"/>
                    <a:pt x="239" y="71"/>
                    <a:pt x="206" y="38"/>
                  </a:cubicBezTo>
                  <a:cubicBezTo>
                    <a:pt x="206" y="22"/>
                    <a:pt x="190" y="22"/>
                    <a:pt x="169" y="5"/>
                  </a:cubicBezTo>
                  <a:cubicBezTo>
                    <a:pt x="161" y="2"/>
                    <a:pt x="151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1" name="Google Shape;20601;p54"/>
            <p:cNvSpPr/>
            <p:nvPr/>
          </p:nvSpPr>
          <p:spPr>
            <a:xfrm>
              <a:off x="4807750" y="299752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94" y="1"/>
                  </a:moveTo>
                  <a:cubicBezTo>
                    <a:pt x="54" y="1"/>
                    <a:pt x="13" y="32"/>
                    <a:pt x="1" y="84"/>
                  </a:cubicBezTo>
                  <a:lnTo>
                    <a:pt x="1" y="133"/>
                  </a:lnTo>
                  <a:cubicBezTo>
                    <a:pt x="1" y="187"/>
                    <a:pt x="17" y="236"/>
                    <a:pt x="66" y="253"/>
                  </a:cubicBezTo>
                  <a:cubicBezTo>
                    <a:pt x="77" y="258"/>
                    <a:pt x="88" y="261"/>
                    <a:pt x="99" y="261"/>
                  </a:cubicBezTo>
                  <a:cubicBezTo>
                    <a:pt x="128" y="261"/>
                    <a:pt x="158" y="244"/>
                    <a:pt x="170" y="220"/>
                  </a:cubicBezTo>
                  <a:cubicBezTo>
                    <a:pt x="190" y="203"/>
                    <a:pt x="207" y="203"/>
                    <a:pt x="207" y="170"/>
                  </a:cubicBezTo>
                  <a:cubicBezTo>
                    <a:pt x="223" y="100"/>
                    <a:pt x="207" y="30"/>
                    <a:pt x="137" y="14"/>
                  </a:cubicBezTo>
                  <a:cubicBezTo>
                    <a:pt x="123" y="5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2" name="Google Shape;20602;p54"/>
            <p:cNvSpPr/>
            <p:nvPr/>
          </p:nvSpPr>
          <p:spPr>
            <a:xfrm>
              <a:off x="4804250" y="2969925"/>
              <a:ext cx="5700" cy="6525"/>
            </a:xfrm>
            <a:custGeom>
              <a:avLst/>
              <a:gdLst/>
              <a:ahLst/>
              <a:cxnLst/>
              <a:rect l="l" t="t" r="r" b="b"/>
              <a:pathLst>
                <a:path w="228" h="261" extrusionOk="0">
                  <a:moveTo>
                    <a:pt x="103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21" y="190"/>
                    <a:pt x="37" y="223"/>
                    <a:pt x="54" y="244"/>
                  </a:cubicBezTo>
                  <a:cubicBezTo>
                    <a:pt x="70" y="260"/>
                    <a:pt x="103" y="260"/>
                    <a:pt x="141" y="260"/>
                  </a:cubicBezTo>
                  <a:cubicBezTo>
                    <a:pt x="157" y="260"/>
                    <a:pt x="190" y="244"/>
                    <a:pt x="206" y="206"/>
                  </a:cubicBezTo>
                  <a:cubicBezTo>
                    <a:pt x="227" y="173"/>
                    <a:pt x="227" y="140"/>
                    <a:pt x="227" y="103"/>
                  </a:cubicBezTo>
                  <a:cubicBezTo>
                    <a:pt x="227" y="70"/>
                    <a:pt x="206" y="54"/>
                    <a:pt x="190" y="37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3" name="Google Shape;20603;p54"/>
            <p:cNvSpPr/>
            <p:nvPr/>
          </p:nvSpPr>
          <p:spPr>
            <a:xfrm>
              <a:off x="4885875" y="2967350"/>
              <a:ext cx="6525" cy="6400"/>
            </a:xfrm>
            <a:custGeom>
              <a:avLst/>
              <a:gdLst/>
              <a:ahLst/>
              <a:cxnLst/>
              <a:rect l="l" t="t" r="r" b="b"/>
              <a:pathLst>
                <a:path w="261" h="256" extrusionOk="0">
                  <a:moveTo>
                    <a:pt x="137" y="0"/>
                  </a:moveTo>
                  <a:cubicBezTo>
                    <a:pt x="120" y="0"/>
                    <a:pt x="87" y="0"/>
                    <a:pt x="71" y="37"/>
                  </a:cubicBezTo>
                  <a:cubicBezTo>
                    <a:pt x="17" y="70"/>
                    <a:pt x="1" y="157"/>
                    <a:pt x="54" y="206"/>
                  </a:cubicBezTo>
                  <a:cubicBezTo>
                    <a:pt x="73" y="237"/>
                    <a:pt x="104" y="256"/>
                    <a:pt x="137" y="256"/>
                  </a:cubicBezTo>
                  <a:cubicBezTo>
                    <a:pt x="161" y="256"/>
                    <a:pt x="186" y="246"/>
                    <a:pt x="207" y="223"/>
                  </a:cubicBezTo>
                  <a:cubicBezTo>
                    <a:pt x="240" y="190"/>
                    <a:pt x="260" y="103"/>
                    <a:pt x="223" y="54"/>
                  </a:cubicBezTo>
                  <a:cubicBezTo>
                    <a:pt x="207" y="37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4" name="Google Shape;20604;p54"/>
            <p:cNvSpPr/>
            <p:nvPr/>
          </p:nvSpPr>
          <p:spPr>
            <a:xfrm>
              <a:off x="4836500" y="29933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2" y="1"/>
                  </a:moveTo>
                  <a:cubicBezTo>
                    <a:pt x="93" y="1"/>
                    <a:pt x="77" y="13"/>
                    <a:pt x="50" y="28"/>
                  </a:cubicBezTo>
                  <a:cubicBezTo>
                    <a:pt x="17" y="78"/>
                    <a:pt x="1" y="164"/>
                    <a:pt x="34" y="214"/>
                  </a:cubicBezTo>
                  <a:cubicBezTo>
                    <a:pt x="50" y="251"/>
                    <a:pt x="87" y="267"/>
                    <a:pt x="120" y="267"/>
                  </a:cubicBezTo>
                  <a:cubicBezTo>
                    <a:pt x="137" y="267"/>
                    <a:pt x="174" y="251"/>
                    <a:pt x="190" y="234"/>
                  </a:cubicBezTo>
                  <a:cubicBezTo>
                    <a:pt x="223" y="214"/>
                    <a:pt x="240" y="181"/>
                    <a:pt x="240" y="148"/>
                  </a:cubicBezTo>
                  <a:cubicBezTo>
                    <a:pt x="240" y="110"/>
                    <a:pt x="223" y="78"/>
                    <a:pt x="207" y="45"/>
                  </a:cubicBezTo>
                  <a:cubicBezTo>
                    <a:pt x="207" y="28"/>
                    <a:pt x="190" y="28"/>
                    <a:pt x="174" y="7"/>
                  </a:cubicBezTo>
                  <a:lnTo>
                    <a:pt x="137" y="7"/>
                  </a:lnTo>
                  <a:cubicBezTo>
                    <a:pt x="127" y="3"/>
                    <a:pt x="119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5" name="Google Shape;20605;p54"/>
            <p:cNvSpPr/>
            <p:nvPr/>
          </p:nvSpPr>
          <p:spPr>
            <a:xfrm>
              <a:off x="4844650" y="30077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4" y="0"/>
                  </a:moveTo>
                  <a:cubicBezTo>
                    <a:pt x="54" y="17"/>
                    <a:pt x="1" y="87"/>
                    <a:pt x="17" y="153"/>
                  </a:cubicBezTo>
                  <a:cubicBezTo>
                    <a:pt x="17" y="190"/>
                    <a:pt x="33" y="223"/>
                    <a:pt x="54" y="240"/>
                  </a:cubicBezTo>
                  <a:cubicBezTo>
                    <a:pt x="77" y="251"/>
                    <a:pt x="92" y="265"/>
                    <a:pt x="111" y="265"/>
                  </a:cubicBezTo>
                  <a:cubicBezTo>
                    <a:pt x="118" y="265"/>
                    <a:pt x="127" y="262"/>
                    <a:pt x="137" y="256"/>
                  </a:cubicBezTo>
                  <a:cubicBezTo>
                    <a:pt x="207" y="256"/>
                    <a:pt x="240" y="190"/>
                    <a:pt x="223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6" name="Google Shape;20606;p54"/>
            <p:cNvSpPr/>
            <p:nvPr/>
          </p:nvSpPr>
          <p:spPr>
            <a:xfrm>
              <a:off x="4843425" y="2978200"/>
              <a:ext cx="5575" cy="6550"/>
            </a:xfrm>
            <a:custGeom>
              <a:avLst/>
              <a:gdLst/>
              <a:ahLst/>
              <a:cxnLst/>
              <a:rect l="l" t="t" r="r" b="b"/>
              <a:pathLst>
                <a:path w="223" h="262" extrusionOk="0">
                  <a:moveTo>
                    <a:pt x="128" y="0"/>
                  </a:moveTo>
                  <a:cubicBezTo>
                    <a:pt x="120" y="0"/>
                    <a:pt x="111" y="5"/>
                    <a:pt x="103" y="16"/>
                  </a:cubicBezTo>
                  <a:cubicBezTo>
                    <a:pt x="33" y="16"/>
                    <a:pt x="0" y="82"/>
                    <a:pt x="0" y="152"/>
                  </a:cubicBezTo>
                  <a:cubicBezTo>
                    <a:pt x="17" y="185"/>
                    <a:pt x="33" y="222"/>
                    <a:pt x="50" y="238"/>
                  </a:cubicBezTo>
                  <a:cubicBezTo>
                    <a:pt x="61" y="250"/>
                    <a:pt x="83" y="262"/>
                    <a:pt x="107" y="262"/>
                  </a:cubicBezTo>
                  <a:cubicBezTo>
                    <a:pt x="116" y="262"/>
                    <a:pt x="126" y="260"/>
                    <a:pt x="136" y="255"/>
                  </a:cubicBezTo>
                  <a:cubicBezTo>
                    <a:pt x="169" y="255"/>
                    <a:pt x="186" y="238"/>
                    <a:pt x="206" y="201"/>
                  </a:cubicBezTo>
                  <a:cubicBezTo>
                    <a:pt x="223" y="185"/>
                    <a:pt x="223" y="152"/>
                    <a:pt x="223" y="119"/>
                  </a:cubicBezTo>
                  <a:cubicBezTo>
                    <a:pt x="223" y="82"/>
                    <a:pt x="206" y="49"/>
                    <a:pt x="186" y="32"/>
                  </a:cubicBezTo>
                  <a:cubicBezTo>
                    <a:pt x="169" y="16"/>
                    <a:pt x="169" y="16"/>
                    <a:pt x="153" y="16"/>
                  </a:cubicBezTo>
                  <a:cubicBezTo>
                    <a:pt x="144" y="5"/>
                    <a:pt x="136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7" name="Google Shape;20607;p54"/>
            <p:cNvSpPr/>
            <p:nvPr/>
          </p:nvSpPr>
          <p:spPr>
            <a:xfrm>
              <a:off x="4838250" y="2948475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3" y="256"/>
                    <a:pt x="120" y="256"/>
                    <a:pt x="137" y="256"/>
                  </a:cubicBezTo>
                  <a:cubicBezTo>
                    <a:pt x="207" y="240"/>
                    <a:pt x="240" y="174"/>
                    <a:pt x="240" y="104"/>
                  </a:cubicBezTo>
                  <a:cubicBezTo>
                    <a:pt x="224" y="71"/>
                    <a:pt x="207" y="34"/>
                    <a:pt x="186" y="17"/>
                  </a:cubicBezTo>
                  <a:lnTo>
                    <a:pt x="1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8" name="Google Shape;20608;p54"/>
            <p:cNvSpPr/>
            <p:nvPr/>
          </p:nvSpPr>
          <p:spPr>
            <a:xfrm>
              <a:off x="4844650" y="29629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3" y="0"/>
                  </a:moveTo>
                  <a:cubicBezTo>
                    <a:pt x="124" y="0"/>
                    <a:pt x="115" y="2"/>
                    <a:pt x="104" y="9"/>
                  </a:cubicBezTo>
                  <a:cubicBezTo>
                    <a:pt x="54" y="9"/>
                    <a:pt x="1" y="75"/>
                    <a:pt x="17" y="145"/>
                  </a:cubicBezTo>
                  <a:cubicBezTo>
                    <a:pt x="33" y="215"/>
                    <a:pt x="87" y="265"/>
                    <a:pt x="137" y="265"/>
                  </a:cubicBezTo>
                  <a:cubicBezTo>
                    <a:pt x="174" y="248"/>
                    <a:pt x="207" y="232"/>
                    <a:pt x="223" y="215"/>
                  </a:cubicBezTo>
                  <a:cubicBezTo>
                    <a:pt x="240" y="178"/>
                    <a:pt x="240" y="145"/>
                    <a:pt x="240" y="112"/>
                  </a:cubicBezTo>
                  <a:cubicBezTo>
                    <a:pt x="223" y="75"/>
                    <a:pt x="223" y="42"/>
                    <a:pt x="190" y="26"/>
                  </a:cubicBezTo>
                  <a:lnTo>
                    <a:pt x="174" y="9"/>
                  </a:lnTo>
                  <a:cubicBezTo>
                    <a:pt x="163" y="9"/>
                    <a:pt x="150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9" name="Google Shape;20609;p54"/>
            <p:cNvSpPr/>
            <p:nvPr/>
          </p:nvSpPr>
          <p:spPr>
            <a:xfrm>
              <a:off x="4830525" y="29657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7" y="0"/>
                  </a:moveTo>
                  <a:cubicBezTo>
                    <a:pt x="104" y="0"/>
                    <a:pt x="67" y="0"/>
                    <a:pt x="50" y="17"/>
                  </a:cubicBezTo>
                  <a:cubicBezTo>
                    <a:pt x="17" y="50"/>
                    <a:pt x="17" y="66"/>
                    <a:pt x="1" y="103"/>
                  </a:cubicBezTo>
                  <a:cubicBezTo>
                    <a:pt x="1" y="153"/>
                    <a:pt x="17" y="169"/>
                    <a:pt x="34" y="206"/>
                  </a:cubicBezTo>
                  <a:cubicBezTo>
                    <a:pt x="50" y="239"/>
                    <a:pt x="67" y="256"/>
                    <a:pt x="104" y="256"/>
                  </a:cubicBezTo>
                  <a:cubicBezTo>
                    <a:pt x="137" y="256"/>
                    <a:pt x="170" y="239"/>
                    <a:pt x="186" y="223"/>
                  </a:cubicBezTo>
                  <a:cubicBezTo>
                    <a:pt x="240" y="186"/>
                    <a:pt x="240" y="103"/>
                    <a:pt x="207" y="50"/>
                  </a:cubicBezTo>
                  <a:cubicBezTo>
                    <a:pt x="186" y="33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0" name="Google Shape;20610;p54"/>
            <p:cNvSpPr/>
            <p:nvPr/>
          </p:nvSpPr>
          <p:spPr>
            <a:xfrm>
              <a:off x="4827425" y="300972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3" y="1"/>
                  </a:moveTo>
                  <a:cubicBezTo>
                    <a:pt x="117" y="1"/>
                    <a:pt x="111" y="2"/>
                    <a:pt x="104" y="8"/>
                  </a:cubicBezTo>
                  <a:cubicBezTo>
                    <a:pt x="88" y="8"/>
                    <a:pt x="71" y="24"/>
                    <a:pt x="55" y="41"/>
                  </a:cubicBezTo>
                  <a:cubicBezTo>
                    <a:pt x="22" y="57"/>
                    <a:pt x="1" y="111"/>
                    <a:pt x="22" y="144"/>
                  </a:cubicBezTo>
                  <a:cubicBezTo>
                    <a:pt x="22" y="177"/>
                    <a:pt x="38" y="214"/>
                    <a:pt x="55" y="231"/>
                  </a:cubicBezTo>
                  <a:cubicBezTo>
                    <a:pt x="88" y="247"/>
                    <a:pt x="104" y="264"/>
                    <a:pt x="141" y="264"/>
                  </a:cubicBezTo>
                  <a:cubicBezTo>
                    <a:pt x="191" y="247"/>
                    <a:pt x="244" y="198"/>
                    <a:pt x="244" y="128"/>
                  </a:cubicBezTo>
                  <a:lnTo>
                    <a:pt x="244" y="111"/>
                  </a:lnTo>
                  <a:cubicBezTo>
                    <a:pt x="228" y="57"/>
                    <a:pt x="207" y="24"/>
                    <a:pt x="158" y="8"/>
                  </a:cubicBezTo>
                  <a:cubicBezTo>
                    <a:pt x="147" y="8"/>
                    <a:pt x="136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1" name="Google Shape;20611;p54"/>
            <p:cNvSpPr/>
            <p:nvPr/>
          </p:nvSpPr>
          <p:spPr>
            <a:xfrm>
              <a:off x="4595525" y="2790700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123" y="0"/>
                  </a:moveTo>
                  <a:cubicBezTo>
                    <a:pt x="117" y="0"/>
                    <a:pt x="110" y="2"/>
                    <a:pt x="104" y="8"/>
                  </a:cubicBezTo>
                  <a:lnTo>
                    <a:pt x="71" y="8"/>
                  </a:lnTo>
                  <a:cubicBezTo>
                    <a:pt x="21" y="24"/>
                    <a:pt x="0" y="94"/>
                    <a:pt x="0" y="144"/>
                  </a:cubicBezTo>
                  <a:cubicBezTo>
                    <a:pt x="0" y="177"/>
                    <a:pt x="21" y="214"/>
                    <a:pt x="54" y="230"/>
                  </a:cubicBezTo>
                  <a:cubicBezTo>
                    <a:pt x="71" y="247"/>
                    <a:pt x="104" y="263"/>
                    <a:pt x="141" y="263"/>
                  </a:cubicBezTo>
                  <a:cubicBezTo>
                    <a:pt x="190" y="247"/>
                    <a:pt x="227" y="177"/>
                    <a:pt x="227" y="111"/>
                  </a:cubicBezTo>
                  <a:cubicBezTo>
                    <a:pt x="227" y="94"/>
                    <a:pt x="227" y="94"/>
                    <a:pt x="207" y="74"/>
                  </a:cubicBezTo>
                  <a:cubicBezTo>
                    <a:pt x="207" y="41"/>
                    <a:pt x="174" y="24"/>
                    <a:pt x="157" y="8"/>
                  </a:cubicBezTo>
                  <a:cubicBezTo>
                    <a:pt x="146" y="8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2" name="Google Shape;20612;p54"/>
            <p:cNvSpPr/>
            <p:nvPr/>
          </p:nvSpPr>
          <p:spPr>
            <a:xfrm>
              <a:off x="4561625" y="2857250"/>
              <a:ext cx="3925" cy="6625"/>
            </a:xfrm>
            <a:custGeom>
              <a:avLst/>
              <a:gdLst/>
              <a:ahLst/>
              <a:cxnLst/>
              <a:rect l="l" t="t" r="r" b="b"/>
              <a:pathLst>
                <a:path w="157" h="265" extrusionOk="0">
                  <a:moveTo>
                    <a:pt x="36" y="0"/>
                  </a:moveTo>
                  <a:cubicBezTo>
                    <a:pt x="30" y="0"/>
                    <a:pt x="23" y="2"/>
                    <a:pt x="17" y="9"/>
                  </a:cubicBezTo>
                  <a:lnTo>
                    <a:pt x="0" y="9"/>
                  </a:lnTo>
                  <a:lnTo>
                    <a:pt x="0" y="248"/>
                  </a:lnTo>
                  <a:cubicBezTo>
                    <a:pt x="17" y="265"/>
                    <a:pt x="37" y="265"/>
                    <a:pt x="54" y="265"/>
                  </a:cubicBezTo>
                  <a:cubicBezTo>
                    <a:pt x="87" y="248"/>
                    <a:pt x="103" y="232"/>
                    <a:pt x="120" y="215"/>
                  </a:cubicBezTo>
                  <a:cubicBezTo>
                    <a:pt x="140" y="178"/>
                    <a:pt x="157" y="145"/>
                    <a:pt x="140" y="112"/>
                  </a:cubicBezTo>
                  <a:cubicBezTo>
                    <a:pt x="140" y="75"/>
                    <a:pt x="120" y="42"/>
                    <a:pt x="103" y="26"/>
                  </a:cubicBezTo>
                  <a:cubicBezTo>
                    <a:pt x="87" y="26"/>
                    <a:pt x="87" y="9"/>
                    <a:pt x="70" y="9"/>
                  </a:cubicBezTo>
                  <a:cubicBezTo>
                    <a:pt x="59" y="9"/>
                    <a:pt x="48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3" name="Google Shape;20613;p54"/>
            <p:cNvSpPr/>
            <p:nvPr/>
          </p:nvSpPr>
          <p:spPr>
            <a:xfrm>
              <a:off x="4578000" y="28848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83" y="17"/>
                    <a:pt x="50" y="38"/>
                  </a:cubicBezTo>
                  <a:cubicBezTo>
                    <a:pt x="17" y="71"/>
                    <a:pt x="1" y="158"/>
                    <a:pt x="34" y="207"/>
                  </a:cubicBezTo>
                  <a:cubicBezTo>
                    <a:pt x="67" y="244"/>
                    <a:pt x="83" y="261"/>
                    <a:pt x="120" y="261"/>
                  </a:cubicBezTo>
                  <a:cubicBezTo>
                    <a:pt x="153" y="261"/>
                    <a:pt x="170" y="261"/>
                    <a:pt x="207" y="244"/>
                  </a:cubicBezTo>
                  <a:cubicBezTo>
                    <a:pt x="223" y="207"/>
                    <a:pt x="240" y="191"/>
                    <a:pt x="240" y="158"/>
                  </a:cubicBezTo>
                  <a:cubicBezTo>
                    <a:pt x="240" y="120"/>
                    <a:pt x="240" y="87"/>
                    <a:pt x="207" y="54"/>
                  </a:cubicBezTo>
                  <a:cubicBezTo>
                    <a:pt x="207" y="38"/>
                    <a:pt x="186" y="17"/>
                    <a:pt x="170" y="17"/>
                  </a:cubicBezTo>
                  <a:cubicBezTo>
                    <a:pt x="153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4" name="Google Shape;20614;p54"/>
            <p:cNvSpPr/>
            <p:nvPr/>
          </p:nvSpPr>
          <p:spPr>
            <a:xfrm>
              <a:off x="4568100" y="29193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1"/>
                  </a:moveTo>
                  <a:cubicBezTo>
                    <a:pt x="50" y="17"/>
                    <a:pt x="1" y="83"/>
                    <a:pt x="17" y="153"/>
                  </a:cubicBezTo>
                  <a:cubicBezTo>
                    <a:pt x="17" y="186"/>
                    <a:pt x="34" y="224"/>
                    <a:pt x="67" y="240"/>
                  </a:cubicBezTo>
                  <a:cubicBezTo>
                    <a:pt x="81" y="252"/>
                    <a:pt x="102" y="263"/>
                    <a:pt x="119" y="263"/>
                  </a:cubicBezTo>
                  <a:cubicBezTo>
                    <a:pt x="126" y="263"/>
                    <a:pt x="132" y="261"/>
                    <a:pt x="137" y="257"/>
                  </a:cubicBezTo>
                  <a:cubicBezTo>
                    <a:pt x="207" y="257"/>
                    <a:pt x="240" y="186"/>
                    <a:pt x="240" y="121"/>
                  </a:cubicBezTo>
                  <a:cubicBezTo>
                    <a:pt x="223" y="83"/>
                    <a:pt x="223" y="50"/>
                    <a:pt x="190" y="34"/>
                  </a:cubicBezTo>
                  <a:cubicBezTo>
                    <a:pt x="190" y="17"/>
                    <a:pt x="170" y="17"/>
                    <a:pt x="170" y="17"/>
                  </a:cubicBez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5" name="Google Shape;20615;p54"/>
            <p:cNvSpPr/>
            <p:nvPr/>
          </p:nvSpPr>
          <p:spPr>
            <a:xfrm>
              <a:off x="4576650" y="2857475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37" y="0"/>
                  </a:moveTo>
                  <a:cubicBezTo>
                    <a:pt x="104" y="0"/>
                    <a:pt x="71" y="0"/>
                    <a:pt x="55" y="33"/>
                  </a:cubicBezTo>
                  <a:cubicBezTo>
                    <a:pt x="17" y="50"/>
                    <a:pt x="17" y="83"/>
                    <a:pt x="1" y="120"/>
                  </a:cubicBezTo>
                  <a:cubicBezTo>
                    <a:pt x="1" y="153"/>
                    <a:pt x="17" y="186"/>
                    <a:pt x="34" y="206"/>
                  </a:cubicBezTo>
                  <a:cubicBezTo>
                    <a:pt x="56" y="245"/>
                    <a:pt x="87" y="261"/>
                    <a:pt x="121" y="261"/>
                  </a:cubicBezTo>
                  <a:cubicBezTo>
                    <a:pt x="144" y="261"/>
                    <a:pt x="168" y="253"/>
                    <a:pt x="191" y="239"/>
                  </a:cubicBezTo>
                  <a:cubicBezTo>
                    <a:pt x="240" y="186"/>
                    <a:pt x="240" y="103"/>
                    <a:pt x="207" y="50"/>
                  </a:cubicBezTo>
                  <a:cubicBezTo>
                    <a:pt x="191" y="33"/>
                    <a:pt x="174" y="17"/>
                    <a:pt x="158" y="17"/>
                  </a:cubicBezTo>
                  <a:cubicBezTo>
                    <a:pt x="158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6" name="Google Shape;20616;p54"/>
            <p:cNvSpPr/>
            <p:nvPr/>
          </p:nvSpPr>
          <p:spPr>
            <a:xfrm>
              <a:off x="4573675" y="28075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60"/>
                    <a:pt x="240" y="190"/>
                    <a:pt x="223" y="120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7" name="Google Shape;20617;p54"/>
            <p:cNvSpPr/>
            <p:nvPr/>
          </p:nvSpPr>
          <p:spPr>
            <a:xfrm>
              <a:off x="4571500" y="29489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54" y="0"/>
                    <a:pt x="1" y="70"/>
                    <a:pt x="17" y="136"/>
                  </a:cubicBezTo>
                  <a:cubicBezTo>
                    <a:pt x="17" y="190"/>
                    <a:pt x="34" y="223"/>
                    <a:pt x="71" y="239"/>
                  </a:cubicBezTo>
                  <a:cubicBezTo>
                    <a:pt x="87" y="239"/>
                    <a:pt x="120" y="260"/>
                    <a:pt x="137" y="260"/>
                  </a:cubicBezTo>
                  <a:cubicBezTo>
                    <a:pt x="174" y="239"/>
                    <a:pt x="190" y="223"/>
                    <a:pt x="207" y="206"/>
                  </a:cubicBezTo>
                  <a:cubicBezTo>
                    <a:pt x="240" y="173"/>
                    <a:pt x="240" y="136"/>
                    <a:pt x="240" y="103"/>
                  </a:cubicBezTo>
                  <a:cubicBezTo>
                    <a:pt x="223" y="70"/>
                    <a:pt x="207" y="33"/>
                    <a:pt x="190" y="1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8" name="Google Shape;20618;p54"/>
            <p:cNvSpPr/>
            <p:nvPr/>
          </p:nvSpPr>
          <p:spPr>
            <a:xfrm>
              <a:off x="4574075" y="290167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04" y="1"/>
                  </a:moveTo>
                  <a:cubicBezTo>
                    <a:pt x="71" y="17"/>
                    <a:pt x="34" y="34"/>
                    <a:pt x="17" y="50"/>
                  </a:cubicBezTo>
                  <a:cubicBezTo>
                    <a:pt x="1" y="88"/>
                    <a:pt x="1" y="120"/>
                    <a:pt x="1" y="153"/>
                  </a:cubicBezTo>
                  <a:cubicBezTo>
                    <a:pt x="17" y="191"/>
                    <a:pt x="17" y="224"/>
                    <a:pt x="54" y="240"/>
                  </a:cubicBezTo>
                  <a:cubicBezTo>
                    <a:pt x="66" y="252"/>
                    <a:pt x="86" y="263"/>
                    <a:pt x="108" y="263"/>
                  </a:cubicBezTo>
                  <a:cubicBezTo>
                    <a:pt x="118" y="263"/>
                    <a:pt x="127" y="261"/>
                    <a:pt x="137" y="257"/>
                  </a:cubicBezTo>
                  <a:cubicBezTo>
                    <a:pt x="191" y="257"/>
                    <a:pt x="240" y="191"/>
                    <a:pt x="224" y="120"/>
                  </a:cubicBezTo>
                  <a:cubicBezTo>
                    <a:pt x="224" y="88"/>
                    <a:pt x="207" y="50"/>
                    <a:pt x="174" y="34"/>
                  </a:cubicBezTo>
                  <a:cubicBezTo>
                    <a:pt x="174" y="17"/>
                    <a:pt x="158" y="17"/>
                    <a:pt x="158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9" name="Google Shape;20619;p54"/>
            <p:cNvSpPr/>
            <p:nvPr/>
          </p:nvSpPr>
          <p:spPr>
            <a:xfrm>
              <a:off x="4575425" y="297982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04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0" y="190"/>
                    <a:pt x="17" y="223"/>
                    <a:pt x="50" y="239"/>
                  </a:cubicBezTo>
                  <a:cubicBezTo>
                    <a:pt x="66" y="260"/>
                    <a:pt x="104" y="260"/>
                    <a:pt x="137" y="260"/>
                  </a:cubicBezTo>
                  <a:cubicBezTo>
                    <a:pt x="186" y="239"/>
                    <a:pt x="223" y="190"/>
                    <a:pt x="223" y="103"/>
                  </a:cubicBezTo>
                  <a:cubicBezTo>
                    <a:pt x="223" y="70"/>
                    <a:pt x="186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0" name="Google Shape;20620;p54"/>
            <p:cNvSpPr/>
            <p:nvPr/>
          </p:nvSpPr>
          <p:spPr>
            <a:xfrm>
              <a:off x="4561625" y="2909000"/>
              <a:ext cx="425" cy="3025"/>
            </a:xfrm>
            <a:custGeom>
              <a:avLst/>
              <a:gdLst/>
              <a:ahLst/>
              <a:cxnLst/>
              <a:rect l="l" t="t" r="r" b="b"/>
              <a:pathLst>
                <a:path w="17" h="121" extrusionOk="0">
                  <a:moveTo>
                    <a:pt x="0" y="1"/>
                  </a:moveTo>
                  <a:lnTo>
                    <a:pt x="0" y="120"/>
                  </a:lnTo>
                  <a:cubicBezTo>
                    <a:pt x="17" y="83"/>
                    <a:pt x="17" y="3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1" name="Google Shape;20621;p54"/>
            <p:cNvSpPr/>
            <p:nvPr/>
          </p:nvSpPr>
          <p:spPr>
            <a:xfrm>
              <a:off x="4566350" y="2824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17"/>
                    <a:pt x="1" y="87"/>
                    <a:pt x="1" y="153"/>
                  </a:cubicBezTo>
                  <a:cubicBezTo>
                    <a:pt x="17" y="190"/>
                    <a:pt x="34" y="223"/>
                    <a:pt x="54" y="240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56"/>
                    <a:pt x="240" y="190"/>
                    <a:pt x="223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2" name="Google Shape;20622;p54"/>
            <p:cNvSpPr/>
            <p:nvPr/>
          </p:nvSpPr>
          <p:spPr>
            <a:xfrm>
              <a:off x="4565950" y="28406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70" y="0"/>
                    <a:pt x="50" y="1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39"/>
                    <a:pt x="87" y="260"/>
                    <a:pt x="103" y="260"/>
                  </a:cubicBezTo>
                  <a:cubicBezTo>
                    <a:pt x="136" y="260"/>
                    <a:pt x="173" y="239"/>
                    <a:pt x="190" y="223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9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3" name="Google Shape;20623;p54"/>
            <p:cNvSpPr/>
            <p:nvPr/>
          </p:nvSpPr>
          <p:spPr>
            <a:xfrm>
              <a:off x="4560800" y="2809425"/>
              <a:ext cx="4350" cy="6475"/>
            </a:xfrm>
            <a:custGeom>
              <a:avLst/>
              <a:gdLst/>
              <a:ahLst/>
              <a:cxnLst/>
              <a:rect l="l" t="t" r="r" b="b"/>
              <a:pathLst>
                <a:path w="174" h="259" extrusionOk="0">
                  <a:moveTo>
                    <a:pt x="42" y="1"/>
                  </a:moveTo>
                  <a:cubicBezTo>
                    <a:pt x="29" y="1"/>
                    <a:pt x="17" y="5"/>
                    <a:pt x="0" y="13"/>
                  </a:cubicBezTo>
                  <a:cubicBezTo>
                    <a:pt x="17" y="100"/>
                    <a:pt x="17" y="186"/>
                    <a:pt x="33" y="252"/>
                  </a:cubicBezTo>
                  <a:cubicBezTo>
                    <a:pt x="40" y="256"/>
                    <a:pt x="48" y="258"/>
                    <a:pt x="56" y="258"/>
                  </a:cubicBezTo>
                  <a:cubicBezTo>
                    <a:pt x="88" y="258"/>
                    <a:pt x="123" y="226"/>
                    <a:pt x="136" y="186"/>
                  </a:cubicBezTo>
                  <a:cubicBezTo>
                    <a:pt x="173" y="116"/>
                    <a:pt x="136" y="30"/>
                    <a:pt x="87" y="13"/>
                  </a:cubicBezTo>
                  <a:cubicBezTo>
                    <a:pt x="68" y="5"/>
                    <a:pt x="55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4" name="Google Shape;20624;p54"/>
            <p:cNvSpPr/>
            <p:nvPr/>
          </p:nvSpPr>
          <p:spPr>
            <a:xfrm>
              <a:off x="4562950" y="2889850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15" y="1"/>
                  </a:moveTo>
                  <a:cubicBezTo>
                    <a:pt x="107" y="1"/>
                    <a:pt x="98" y="3"/>
                    <a:pt x="87" y="8"/>
                  </a:cubicBezTo>
                  <a:lnTo>
                    <a:pt x="67" y="8"/>
                  </a:lnTo>
                  <a:cubicBezTo>
                    <a:pt x="17" y="45"/>
                    <a:pt x="1" y="95"/>
                    <a:pt x="1" y="148"/>
                  </a:cubicBezTo>
                  <a:cubicBezTo>
                    <a:pt x="1" y="181"/>
                    <a:pt x="17" y="214"/>
                    <a:pt x="50" y="231"/>
                  </a:cubicBezTo>
                  <a:cubicBezTo>
                    <a:pt x="67" y="268"/>
                    <a:pt x="104" y="268"/>
                    <a:pt x="120" y="268"/>
                  </a:cubicBezTo>
                  <a:cubicBezTo>
                    <a:pt x="190" y="251"/>
                    <a:pt x="223" y="181"/>
                    <a:pt x="223" y="111"/>
                  </a:cubicBezTo>
                  <a:cubicBezTo>
                    <a:pt x="223" y="95"/>
                    <a:pt x="207" y="95"/>
                    <a:pt x="207" y="78"/>
                  </a:cubicBezTo>
                  <a:cubicBezTo>
                    <a:pt x="207" y="45"/>
                    <a:pt x="170" y="25"/>
                    <a:pt x="153" y="8"/>
                  </a:cubicBezTo>
                  <a:cubicBezTo>
                    <a:pt x="142" y="8"/>
                    <a:pt x="131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5" name="Google Shape;20625;p54"/>
            <p:cNvSpPr/>
            <p:nvPr/>
          </p:nvSpPr>
          <p:spPr>
            <a:xfrm>
              <a:off x="4561625" y="2951050"/>
              <a:ext cx="950" cy="5175"/>
            </a:xfrm>
            <a:custGeom>
              <a:avLst/>
              <a:gdLst/>
              <a:ahLst/>
              <a:cxnLst/>
              <a:rect l="l" t="t" r="r" b="b"/>
              <a:pathLst>
                <a:path w="38" h="207" extrusionOk="0">
                  <a:moveTo>
                    <a:pt x="0" y="1"/>
                  </a:moveTo>
                  <a:lnTo>
                    <a:pt x="0" y="207"/>
                  </a:lnTo>
                  <a:cubicBezTo>
                    <a:pt x="17" y="174"/>
                    <a:pt x="37" y="120"/>
                    <a:pt x="37" y="87"/>
                  </a:cubicBezTo>
                  <a:cubicBezTo>
                    <a:pt x="17" y="50"/>
                    <a:pt x="17" y="3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6" name="Google Shape;20626;p54"/>
            <p:cNvSpPr/>
            <p:nvPr/>
          </p:nvSpPr>
          <p:spPr>
            <a:xfrm>
              <a:off x="4561625" y="293325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85" y="1"/>
                  </a:moveTo>
                  <a:cubicBezTo>
                    <a:pt x="69" y="1"/>
                    <a:pt x="49" y="13"/>
                    <a:pt x="37" y="24"/>
                  </a:cubicBezTo>
                  <a:cubicBezTo>
                    <a:pt x="17" y="41"/>
                    <a:pt x="0" y="61"/>
                    <a:pt x="0" y="94"/>
                  </a:cubicBezTo>
                  <a:lnTo>
                    <a:pt x="0" y="164"/>
                  </a:lnTo>
                  <a:cubicBezTo>
                    <a:pt x="0" y="181"/>
                    <a:pt x="0" y="197"/>
                    <a:pt x="17" y="214"/>
                  </a:cubicBezTo>
                  <a:cubicBezTo>
                    <a:pt x="38" y="245"/>
                    <a:pt x="69" y="263"/>
                    <a:pt x="101" y="263"/>
                  </a:cubicBezTo>
                  <a:cubicBezTo>
                    <a:pt x="125" y="263"/>
                    <a:pt x="150" y="253"/>
                    <a:pt x="173" y="230"/>
                  </a:cubicBezTo>
                  <a:cubicBezTo>
                    <a:pt x="206" y="181"/>
                    <a:pt x="223" y="111"/>
                    <a:pt x="190" y="41"/>
                  </a:cubicBezTo>
                  <a:cubicBezTo>
                    <a:pt x="173" y="24"/>
                    <a:pt x="157" y="8"/>
                    <a:pt x="140" y="8"/>
                  </a:cubicBezTo>
                  <a:lnTo>
                    <a:pt x="103" y="8"/>
                  </a:lnTo>
                  <a:cubicBezTo>
                    <a:pt x="98" y="3"/>
                    <a:pt x="92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7" name="Google Shape;20627;p54"/>
            <p:cNvSpPr/>
            <p:nvPr/>
          </p:nvSpPr>
          <p:spPr>
            <a:xfrm>
              <a:off x="4579250" y="28376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33" y="17"/>
                    <a:pt x="0" y="71"/>
                    <a:pt x="0" y="153"/>
                  </a:cubicBezTo>
                  <a:cubicBezTo>
                    <a:pt x="0" y="190"/>
                    <a:pt x="17" y="207"/>
                    <a:pt x="54" y="240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23" y="71"/>
                    <a:pt x="206" y="50"/>
                    <a:pt x="173" y="17"/>
                  </a:cubicBezTo>
                  <a:cubicBezTo>
                    <a:pt x="173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8" name="Google Shape;20628;p54"/>
            <p:cNvSpPr/>
            <p:nvPr/>
          </p:nvSpPr>
          <p:spPr>
            <a:xfrm>
              <a:off x="4613550" y="2815575"/>
              <a:ext cx="6125" cy="6675"/>
            </a:xfrm>
            <a:custGeom>
              <a:avLst/>
              <a:gdLst/>
              <a:ahLst/>
              <a:cxnLst/>
              <a:rect l="l" t="t" r="r" b="b"/>
              <a:pathLst>
                <a:path w="245" h="267" extrusionOk="0">
                  <a:moveTo>
                    <a:pt x="128" y="1"/>
                  </a:moveTo>
                  <a:cubicBezTo>
                    <a:pt x="82" y="1"/>
                    <a:pt x="47" y="23"/>
                    <a:pt x="22" y="77"/>
                  </a:cubicBezTo>
                  <a:cubicBezTo>
                    <a:pt x="1" y="147"/>
                    <a:pt x="38" y="233"/>
                    <a:pt x="88" y="250"/>
                  </a:cubicBezTo>
                  <a:cubicBezTo>
                    <a:pt x="104" y="266"/>
                    <a:pt x="125" y="266"/>
                    <a:pt x="141" y="266"/>
                  </a:cubicBezTo>
                  <a:cubicBezTo>
                    <a:pt x="174" y="250"/>
                    <a:pt x="207" y="233"/>
                    <a:pt x="228" y="180"/>
                  </a:cubicBezTo>
                  <a:cubicBezTo>
                    <a:pt x="244" y="130"/>
                    <a:pt x="244" y="77"/>
                    <a:pt x="207" y="44"/>
                  </a:cubicBezTo>
                  <a:cubicBezTo>
                    <a:pt x="191" y="27"/>
                    <a:pt x="191" y="6"/>
                    <a:pt x="174" y="6"/>
                  </a:cubicBezTo>
                  <a:cubicBezTo>
                    <a:pt x="158" y="3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9" name="Google Shape;20629;p54"/>
            <p:cNvSpPr/>
            <p:nvPr/>
          </p:nvSpPr>
          <p:spPr>
            <a:xfrm>
              <a:off x="4640675" y="27814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120" y="1"/>
                    <a:pt x="87" y="17"/>
                    <a:pt x="70" y="17"/>
                  </a:cubicBezTo>
                  <a:cubicBezTo>
                    <a:pt x="17" y="33"/>
                    <a:pt x="0" y="87"/>
                    <a:pt x="17" y="137"/>
                  </a:cubicBezTo>
                  <a:cubicBezTo>
                    <a:pt x="17" y="174"/>
                    <a:pt x="33" y="207"/>
                    <a:pt x="50" y="223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54"/>
                    <a:pt x="19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0" name="Google Shape;20630;p54"/>
            <p:cNvSpPr/>
            <p:nvPr/>
          </p:nvSpPr>
          <p:spPr>
            <a:xfrm>
              <a:off x="4611925" y="28330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03" y="0"/>
                  </a:moveTo>
                  <a:cubicBezTo>
                    <a:pt x="86" y="0"/>
                    <a:pt x="68" y="4"/>
                    <a:pt x="49" y="12"/>
                  </a:cubicBezTo>
                  <a:cubicBezTo>
                    <a:pt x="33" y="29"/>
                    <a:pt x="16" y="50"/>
                    <a:pt x="0" y="83"/>
                  </a:cubicBezTo>
                  <a:lnTo>
                    <a:pt x="0" y="169"/>
                  </a:lnTo>
                  <a:cubicBezTo>
                    <a:pt x="16" y="202"/>
                    <a:pt x="33" y="235"/>
                    <a:pt x="66" y="256"/>
                  </a:cubicBezTo>
                  <a:cubicBezTo>
                    <a:pt x="78" y="260"/>
                    <a:pt x="92" y="262"/>
                    <a:pt x="105" y="262"/>
                  </a:cubicBezTo>
                  <a:cubicBezTo>
                    <a:pt x="149" y="262"/>
                    <a:pt x="194" y="239"/>
                    <a:pt x="206" y="186"/>
                  </a:cubicBezTo>
                  <a:cubicBezTo>
                    <a:pt x="239" y="116"/>
                    <a:pt x="206" y="29"/>
                    <a:pt x="153" y="12"/>
                  </a:cubicBezTo>
                  <a:cubicBezTo>
                    <a:pt x="136" y="4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1" name="Google Shape;20631;p54"/>
            <p:cNvSpPr/>
            <p:nvPr/>
          </p:nvSpPr>
          <p:spPr>
            <a:xfrm>
              <a:off x="4798275" y="30323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04" y="1"/>
                  </a:moveTo>
                  <a:cubicBezTo>
                    <a:pt x="87" y="1"/>
                    <a:pt x="70" y="6"/>
                    <a:pt x="54" y="16"/>
                  </a:cubicBezTo>
                  <a:cubicBezTo>
                    <a:pt x="33" y="33"/>
                    <a:pt x="17" y="66"/>
                    <a:pt x="17" y="82"/>
                  </a:cubicBezTo>
                  <a:cubicBezTo>
                    <a:pt x="0" y="119"/>
                    <a:pt x="0" y="152"/>
                    <a:pt x="0" y="169"/>
                  </a:cubicBezTo>
                  <a:cubicBezTo>
                    <a:pt x="17" y="202"/>
                    <a:pt x="33" y="239"/>
                    <a:pt x="70" y="255"/>
                  </a:cubicBezTo>
                  <a:cubicBezTo>
                    <a:pt x="88" y="264"/>
                    <a:pt x="104" y="268"/>
                    <a:pt x="120" y="268"/>
                  </a:cubicBezTo>
                  <a:cubicBezTo>
                    <a:pt x="163" y="268"/>
                    <a:pt x="199" y="237"/>
                    <a:pt x="223" y="185"/>
                  </a:cubicBezTo>
                  <a:cubicBezTo>
                    <a:pt x="239" y="119"/>
                    <a:pt x="206" y="33"/>
                    <a:pt x="157" y="16"/>
                  </a:cubicBezTo>
                  <a:cubicBezTo>
                    <a:pt x="138" y="6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2" name="Google Shape;20632;p54"/>
            <p:cNvSpPr/>
            <p:nvPr/>
          </p:nvSpPr>
          <p:spPr>
            <a:xfrm>
              <a:off x="4580575" y="2821700"/>
              <a:ext cx="6425" cy="6425"/>
            </a:xfrm>
            <a:custGeom>
              <a:avLst/>
              <a:gdLst/>
              <a:ahLst/>
              <a:cxnLst/>
              <a:rect l="l" t="t" r="r" b="b"/>
              <a:pathLst>
                <a:path w="257" h="257" extrusionOk="0">
                  <a:moveTo>
                    <a:pt x="136" y="0"/>
                  </a:moveTo>
                  <a:cubicBezTo>
                    <a:pt x="85" y="0"/>
                    <a:pt x="44" y="30"/>
                    <a:pt x="17" y="71"/>
                  </a:cubicBezTo>
                  <a:cubicBezTo>
                    <a:pt x="1" y="141"/>
                    <a:pt x="34" y="227"/>
                    <a:pt x="83" y="244"/>
                  </a:cubicBezTo>
                  <a:cubicBezTo>
                    <a:pt x="97" y="253"/>
                    <a:pt x="113" y="257"/>
                    <a:pt x="128" y="257"/>
                  </a:cubicBezTo>
                  <a:cubicBezTo>
                    <a:pt x="170" y="257"/>
                    <a:pt x="211" y="225"/>
                    <a:pt x="223" y="174"/>
                  </a:cubicBezTo>
                  <a:cubicBezTo>
                    <a:pt x="256" y="108"/>
                    <a:pt x="223" y="38"/>
                    <a:pt x="170" y="5"/>
                  </a:cubicBezTo>
                  <a:cubicBezTo>
                    <a:pt x="158" y="2"/>
                    <a:pt x="14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3" name="Google Shape;20633;p54"/>
            <p:cNvSpPr/>
            <p:nvPr/>
          </p:nvSpPr>
          <p:spPr>
            <a:xfrm>
              <a:off x="4945150" y="2958375"/>
              <a:ext cx="5575" cy="6000"/>
            </a:xfrm>
            <a:custGeom>
              <a:avLst/>
              <a:gdLst/>
              <a:ahLst/>
              <a:cxnLst/>
              <a:rect l="l" t="t" r="r" b="b"/>
              <a:pathLst>
                <a:path w="223" h="240" extrusionOk="0">
                  <a:moveTo>
                    <a:pt x="54" y="1"/>
                  </a:moveTo>
                  <a:cubicBezTo>
                    <a:pt x="17" y="50"/>
                    <a:pt x="0" y="137"/>
                    <a:pt x="54" y="190"/>
                  </a:cubicBezTo>
                  <a:cubicBezTo>
                    <a:pt x="70" y="207"/>
                    <a:pt x="87" y="223"/>
                    <a:pt x="120" y="240"/>
                  </a:cubicBezTo>
                  <a:cubicBezTo>
                    <a:pt x="157" y="240"/>
                    <a:pt x="174" y="223"/>
                    <a:pt x="206" y="207"/>
                  </a:cubicBezTo>
                  <a:cubicBezTo>
                    <a:pt x="206" y="190"/>
                    <a:pt x="223" y="190"/>
                    <a:pt x="223" y="170"/>
                  </a:cubicBezTo>
                  <a:cubicBezTo>
                    <a:pt x="174" y="120"/>
                    <a:pt x="120" y="50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4" name="Google Shape;20634;p54"/>
            <p:cNvSpPr/>
            <p:nvPr/>
          </p:nvSpPr>
          <p:spPr>
            <a:xfrm>
              <a:off x="4893200" y="29536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3"/>
                  </a:cubicBezTo>
                  <a:cubicBezTo>
                    <a:pt x="87" y="256"/>
                    <a:pt x="103" y="256"/>
                    <a:pt x="136" y="256"/>
                  </a:cubicBezTo>
                  <a:cubicBezTo>
                    <a:pt x="207" y="240"/>
                    <a:pt x="240" y="174"/>
                    <a:pt x="240" y="104"/>
                  </a:cubicBezTo>
                  <a:cubicBezTo>
                    <a:pt x="223" y="71"/>
                    <a:pt x="207" y="34"/>
                    <a:pt x="190" y="17"/>
                  </a:cubicBezTo>
                  <a:cubicBezTo>
                    <a:pt x="190" y="17"/>
                    <a:pt x="17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5" name="Google Shape;20635;p54"/>
            <p:cNvSpPr/>
            <p:nvPr/>
          </p:nvSpPr>
          <p:spPr>
            <a:xfrm>
              <a:off x="4899175" y="293600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7" y="1"/>
                  </a:moveTo>
                  <a:cubicBezTo>
                    <a:pt x="71" y="1"/>
                    <a:pt x="38" y="17"/>
                    <a:pt x="17" y="54"/>
                  </a:cubicBezTo>
                  <a:cubicBezTo>
                    <a:pt x="1" y="71"/>
                    <a:pt x="1" y="104"/>
                    <a:pt x="1" y="137"/>
                  </a:cubicBezTo>
                  <a:cubicBezTo>
                    <a:pt x="1" y="174"/>
                    <a:pt x="17" y="207"/>
                    <a:pt x="54" y="223"/>
                  </a:cubicBezTo>
                  <a:cubicBezTo>
                    <a:pt x="71" y="261"/>
                    <a:pt x="104" y="261"/>
                    <a:pt x="120" y="261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23" y="71"/>
                    <a:pt x="207" y="34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6" name="Google Shape;20636;p54"/>
            <p:cNvSpPr/>
            <p:nvPr/>
          </p:nvSpPr>
          <p:spPr>
            <a:xfrm>
              <a:off x="4888050" y="2926525"/>
              <a:ext cx="5575" cy="3950"/>
            </a:xfrm>
            <a:custGeom>
              <a:avLst/>
              <a:gdLst/>
              <a:ahLst/>
              <a:cxnLst/>
              <a:rect l="l" t="t" r="r" b="b"/>
              <a:pathLst>
                <a:path w="223" h="158" extrusionOk="0">
                  <a:moveTo>
                    <a:pt x="0" y="1"/>
                  </a:moveTo>
                  <a:lnTo>
                    <a:pt x="0" y="54"/>
                  </a:lnTo>
                  <a:cubicBezTo>
                    <a:pt x="0" y="87"/>
                    <a:pt x="17" y="124"/>
                    <a:pt x="33" y="141"/>
                  </a:cubicBezTo>
                  <a:cubicBezTo>
                    <a:pt x="70" y="157"/>
                    <a:pt x="103" y="157"/>
                    <a:pt x="120" y="157"/>
                  </a:cubicBezTo>
                  <a:cubicBezTo>
                    <a:pt x="173" y="157"/>
                    <a:pt x="223" y="87"/>
                    <a:pt x="223" y="38"/>
                  </a:cubicBezTo>
                  <a:cubicBezTo>
                    <a:pt x="153" y="21"/>
                    <a:pt x="87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7" name="Google Shape;20637;p54"/>
            <p:cNvSpPr/>
            <p:nvPr/>
          </p:nvSpPr>
          <p:spPr>
            <a:xfrm>
              <a:off x="4889275" y="2999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29" y="0"/>
                  </a:moveTo>
                  <a:cubicBezTo>
                    <a:pt x="83" y="0"/>
                    <a:pt x="35" y="33"/>
                    <a:pt x="21" y="91"/>
                  </a:cubicBezTo>
                  <a:cubicBezTo>
                    <a:pt x="1" y="141"/>
                    <a:pt x="21" y="227"/>
                    <a:pt x="87" y="244"/>
                  </a:cubicBezTo>
                  <a:cubicBezTo>
                    <a:pt x="104" y="260"/>
                    <a:pt x="124" y="260"/>
                    <a:pt x="141" y="260"/>
                  </a:cubicBezTo>
                  <a:cubicBezTo>
                    <a:pt x="174" y="260"/>
                    <a:pt x="207" y="227"/>
                    <a:pt x="227" y="174"/>
                  </a:cubicBezTo>
                  <a:cubicBezTo>
                    <a:pt x="244" y="124"/>
                    <a:pt x="227" y="71"/>
                    <a:pt x="207" y="38"/>
                  </a:cubicBezTo>
                  <a:cubicBezTo>
                    <a:pt x="190" y="21"/>
                    <a:pt x="174" y="21"/>
                    <a:pt x="157" y="5"/>
                  </a:cubicBezTo>
                  <a:cubicBezTo>
                    <a:pt x="148" y="2"/>
                    <a:pt x="139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8" name="Google Shape;20638;p54"/>
            <p:cNvSpPr/>
            <p:nvPr/>
          </p:nvSpPr>
          <p:spPr>
            <a:xfrm>
              <a:off x="4588725" y="2808550"/>
              <a:ext cx="6400" cy="6475"/>
            </a:xfrm>
            <a:custGeom>
              <a:avLst/>
              <a:gdLst/>
              <a:ahLst/>
              <a:cxnLst/>
              <a:rect l="l" t="t" r="r" b="b"/>
              <a:pathLst>
                <a:path w="256" h="259" extrusionOk="0">
                  <a:moveTo>
                    <a:pt x="126" y="1"/>
                  </a:moveTo>
                  <a:cubicBezTo>
                    <a:pt x="86" y="1"/>
                    <a:pt x="45" y="33"/>
                    <a:pt x="33" y="81"/>
                  </a:cubicBezTo>
                  <a:cubicBezTo>
                    <a:pt x="0" y="151"/>
                    <a:pt x="33" y="221"/>
                    <a:pt x="87" y="254"/>
                  </a:cubicBezTo>
                  <a:cubicBezTo>
                    <a:pt x="98" y="257"/>
                    <a:pt x="109" y="259"/>
                    <a:pt x="120" y="259"/>
                  </a:cubicBezTo>
                  <a:cubicBezTo>
                    <a:pt x="171" y="259"/>
                    <a:pt x="212" y="226"/>
                    <a:pt x="239" y="168"/>
                  </a:cubicBezTo>
                  <a:cubicBezTo>
                    <a:pt x="256" y="102"/>
                    <a:pt x="223" y="32"/>
                    <a:pt x="169" y="15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9" name="Google Shape;20639;p54"/>
            <p:cNvSpPr/>
            <p:nvPr/>
          </p:nvSpPr>
          <p:spPr>
            <a:xfrm>
              <a:off x="4584800" y="28698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4" y="1"/>
                  </a:moveTo>
                  <a:cubicBezTo>
                    <a:pt x="54" y="22"/>
                    <a:pt x="1" y="88"/>
                    <a:pt x="17" y="158"/>
                  </a:cubicBezTo>
                  <a:cubicBezTo>
                    <a:pt x="17" y="191"/>
                    <a:pt x="38" y="228"/>
                    <a:pt x="71" y="244"/>
                  </a:cubicBezTo>
                  <a:cubicBezTo>
                    <a:pt x="82" y="256"/>
                    <a:pt x="102" y="268"/>
                    <a:pt x="120" y="268"/>
                  </a:cubicBezTo>
                  <a:cubicBezTo>
                    <a:pt x="128" y="268"/>
                    <a:pt x="135" y="266"/>
                    <a:pt x="141" y="261"/>
                  </a:cubicBezTo>
                  <a:cubicBezTo>
                    <a:pt x="174" y="261"/>
                    <a:pt x="207" y="244"/>
                    <a:pt x="223" y="207"/>
                  </a:cubicBezTo>
                  <a:cubicBezTo>
                    <a:pt x="244" y="191"/>
                    <a:pt x="244" y="158"/>
                    <a:pt x="244" y="125"/>
                  </a:cubicBezTo>
                  <a:cubicBezTo>
                    <a:pt x="223" y="88"/>
                    <a:pt x="223" y="55"/>
                    <a:pt x="190" y="38"/>
                  </a:cubicBezTo>
                  <a:cubicBezTo>
                    <a:pt x="190" y="22"/>
                    <a:pt x="174" y="22"/>
                    <a:pt x="174" y="22"/>
                  </a:cubicBezTo>
                  <a:cubicBezTo>
                    <a:pt x="15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0" name="Google Shape;20640;p54"/>
            <p:cNvSpPr/>
            <p:nvPr/>
          </p:nvSpPr>
          <p:spPr>
            <a:xfrm>
              <a:off x="4593875" y="28337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7" y="1"/>
                  </a:moveTo>
                  <a:cubicBezTo>
                    <a:pt x="104" y="1"/>
                    <a:pt x="66" y="22"/>
                    <a:pt x="50" y="38"/>
                  </a:cubicBezTo>
                  <a:cubicBezTo>
                    <a:pt x="0" y="88"/>
                    <a:pt x="0" y="158"/>
                    <a:pt x="33" y="228"/>
                  </a:cubicBezTo>
                  <a:cubicBezTo>
                    <a:pt x="52" y="255"/>
                    <a:pt x="81" y="267"/>
                    <a:pt x="113" y="267"/>
                  </a:cubicBezTo>
                  <a:cubicBezTo>
                    <a:pt x="139" y="267"/>
                    <a:pt x="166" y="259"/>
                    <a:pt x="190" y="244"/>
                  </a:cubicBezTo>
                  <a:cubicBezTo>
                    <a:pt x="240" y="191"/>
                    <a:pt x="240" y="104"/>
                    <a:pt x="207" y="55"/>
                  </a:cubicBezTo>
                  <a:cubicBezTo>
                    <a:pt x="190" y="38"/>
                    <a:pt x="170" y="22"/>
                    <a:pt x="153" y="22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1" name="Google Shape;20641;p54"/>
            <p:cNvSpPr/>
            <p:nvPr/>
          </p:nvSpPr>
          <p:spPr>
            <a:xfrm>
              <a:off x="4604600" y="2849350"/>
              <a:ext cx="5575" cy="6550"/>
            </a:xfrm>
            <a:custGeom>
              <a:avLst/>
              <a:gdLst/>
              <a:ahLst/>
              <a:cxnLst/>
              <a:rect l="l" t="t" r="r" b="b"/>
              <a:pathLst>
                <a:path w="223" h="262" extrusionOk="0">
                  <a:moveTo>
                    <a:pt x="114" y="1"/>
                  </a:moveTo>
                  <a:cubicBezTo>
                    <a:pt x="107" y="1"/>
                    <a:pt x="103" y="6"/>
                    <a:pt x="103" y="16"/>
                  </a:cubicBezTo>
                  <a:cubicBezTo>
                    <a:pt x="33" y="16"/>
                    <a:pt x="0" y="82"/>
                    <a:pt x="0" y="152"/>
                  </a:cubicBezTo>
                  <a:cubicBezTo>
                    <a:pt x="0" y="185"/>
                    <a:pt x="33" y="222"/>
                    <a:pt x="50" y="239"/>
                  </a:cubicBezTo>
                  <a:cubicBezTo>
                    <a:pt x="64" y="250"/>
                    <a:pt x="85" y="262"/>
                    <a:pt x="102" y="262"/>
                  </a:cubicBezTo>
                  <a:cubicBezTo>
                    <a:pt x="109" y="262"/>
                    <a:pt x="115" y="260"/>
                    <a:pt x="120" y="255"/>
                  </a:cubicBezTo>
                  <a:cubicBezTo>
                    <a:pt x="153" y="255"/>
                    <a:pt x="190" y="239"/>
                    <a:pt x="206" y="202"/>
                  </a:cubicBezTo>
                  <a:cubicBezTo>
                    <a:pt x="223" y="185"/>
                    <a:pt x="223" y="152"/>
                    <a:pt x="223" y="119"/>
                  </a:cubicBezTo>
                  <a:cubicBezTo>
                    <a:pt x="223" y="82"/>
                    <a:pt x="206" y="49"/>
                    <a:pt x="173" y="32"/>
                  </a:cubicBezTo>
                  <a:cubicBezTo>
                    <a:pt x="173" y="16"/>
                    <a:pt x="153" y="16"/>
                    <a:pt x="153" y="16"/>
                  </a:cubicBezTo>
                  <a:lnTo>
                    <a:pt x="136" y="16"/>
                  </a:lnTo>
                  <a:cubicBezTo>
                    <a:pt x="128" y="6"/>
                    <a:pt x="120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2" name="Google Shape;20642;p54"/>
            <p:cNvSpPr/>
            <p:nvPr/>
          </p:nvSpPr>
          <p:spPr>
            <a:xfrm>
              <a:off x="4561625" y="2982800"/>
              <a:ext cx="3000" cy="6525"/>
            </a:xfrm>
            <a:custGeom>
              <a:avLst/>
              <a:gdLst/>
              <a:ahLst/>
              <a:cxnLst/>
              <a:rect l="l" t="t" r="r" b="b"/>
              <a:pathLst>
                <a:path w="120" h="261" extrusionOk="0">
                  <a:moveTo>
                    <a:pt x="0" y="1"/>
                  </a:moveTo>
                  <a:lnTo>
                    <a:pt x="0" y="260"/>
                  </a:lnTo>
                  <a:cubicBezTo>
                    <a:pt x="54" y="260"/>
                    <a:pt x="87" y="223"/>
                    <a:pt x="103" y="174"/>
                  </a:cubicBezTo>
                  <a:cubicBezTo>
                    <a:pt x="120" y="141"/>
                    <a:pt x="103" y="87"/>
                    <a:pt x="87" y="38"/>
                  </a:cubicBezTo>
                  <a:cubicBezTo>
                    <a:pt x="70" y="38"/>
                    <a:pt x="54" y="17"/>
                    <a:pt x="37" y="17"/>
                  </a:cubicBezTo>
                  <a:cubicBezTo>
                    <a:pt x="17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3" name="Google Shape;20643;p54"/>
            <p:cNvSpPr/>
            <p:nvPr/>
          </p:nvSpPr>
          <p:spPr>
            <a:xfrm>
              <a:off x="4601200" y="282005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0" y="190"/>
                    <a:pt x="17" y="223"/>
                    <a:pt x="50" y="240"/>
                  </a:cubicBezTo>
                  <a:cubicBezTo>
                    <a:pt x="61" y="254"/>
                    <a:pt x="84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86" y="260"/>
                    <a:pt x="223" y="190"/>
                    <a:pt x="223" y="120"/>
                  </a:cubicBezTo>
                  <a:cubicBezTo>
                    <a:pt x="223" y="87"/>
                    <a:pt x="206" y="54"/>
                    <a:pt x="169" y="34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4" name="Google Shape;20644;p54"/>
            <p:cNvSpPr/>
            <p:nvPr/>
          </p:nvSpPr>
          <p:spPr>
            <a:xfrm>
              <a:off x="4596875" y="286612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21" y="0"/>
                  </a:moveTo>
                  <a:cubicBezTo>
                    <a:pt x="76" y="0"/>
                    <a:pt x="41" y="31"/>
                    <a:pt x="17" y="83"/>
                  </a:cubicBezTo>
                  <a:cubicBezTo>
                    <a:pt x="0" y="149"/>
                    <a:pt x="33" y="219"/>
                    <a:pt x="87" y="252"/>
                  </a:cubicBezTo>
                  <a:lnTo>
                    <a:pt x="136" y="252"/>
                  </a:lnTo>
                  <a:cubicBezTo>
                    <a:pt x="173" y="252"/>
                    <a:pt x="223" y="219"/>
                    <a:pt x="223" y="186"/>
                  </a:cubicBezTo>
                  <a:cubicBezTo>
                    <a:pt x="239" y="132"/>
                    <a:pt x="239" y="83"/>
                    <a:pt x="206" y="46"/>
                  </a:cubicBezTo>
                  <a:cubicBezTo>
                    <a:pt x="206" y="29"/>
                    <a:pt x="190" y="13"/>
                    <a:pt x="173" y="13"/>
                  </a:cubicBezTo>
                  <a:cubicBezTo>
                    <a:pt x="155" y="4"/>
                    <a:pt x="137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645" name="Google Shape;20645;p54"/>
          <p:cNvSpPr/>
          <p:nvPr/>
        </p:nvSpPr>
        <p:spPr>
          <a:xfrm rot="10800000" flipH="1">
            <a:off x="410206" y="1976937"/>
            <a:ext cx="846599" cy="692702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646" name="Google Shape;20646;p54"/>
          <p:cNvSpPr/>
          <p:nvPr/>
        </p:nvSpPr>
        <p:spPr>
          <a:xfrm flipH="1">
            <a:off x="351625" y="3210400"/>
            <a:ext cx="343650" cy="281174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647" name="Google Shape;20647;p54"/>
          <p:cNvSpPr/>
          <p:nvPr/>
        </p:nvSpPr>
        <p:spPr>
          <a:xfrm flipH="1">
            <a:off x="6945632" y="4478376"/>
            <a:ext cx="420427" cy="461299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27">
    <p:spTree>
      <p:nvGrpSpPr>
        <p:cNvPr id="1" name="Shape 20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49" name="Google Shape;20649;p55"/>
          <p:cNvSpPr/>
          <p:nvPr/>
        </p:nvSpPr>
        <p:spPr>
          <a:xfrm rot="10800000">
            <a:off x="-481625" y="-182998"/>
            <a:ext cx="1791600" cy="1887873"/>
          </a:xfrm>
          <a:custGeom>
            <a:avLst/>
            <a:gdLst/>
            <a:ahLst/>
            <a:cxnLst/>
            <a:rect l="l" t="t" r="r" b="b"/>
            <a:pathLst>
              <a:path w="3592" h="3785" extrusionOk="0">
                <a:moveTo>
                  <a:pt x="1450" y="1"/>
                </a:moveTo>
                <a:cubicBezTo>
                  <a:pt x="1202" y="1"/>
                  <a:pt x="970" y="64"/>
                  <a:pt x="809" y="263"/>
                </a:cubicBezTo>
                <a:cubicBezTo>
                  <a:pt x="706" y="400"/>
                  <a:pt x="652" y="589"/>
                  <a:pt x="619" y="762"/>
                </a:cubicBezTo>
                <a:cubicBezTo>
                  <a:pt x="413" y="1772"/>
                  <a:pt x="207" y="2787"/>
                  <a:pt x="1" y="3784"/>
                </a:cubicBezTo>
                <a:lnTo>
                  <a:pt x="3592" y="3784"/>
                </a:lnTo>
                <a:lnTo>
                  <a:pt x="3592" y="400"/>
                </a:lnTo>
                <a:cubicBezTo>
                  <a:pt x="3039" y="263"/>
                  <a:pt x="2442" y="193"/>
                  <a:pt x="2062" y="90"/>
                </a:cubicBezTo>
                <a:cubicBezTo>
                  <a:pt x="1869" y="44"/>
                  <a:pt x="1654" y="1"/>
                  <a:pt x="14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650" name="Google Shape;20650;p55"/>
          <p:cNvGrpSpPr/>
          <p:nvPr/>
        </p:nvGrpSpPr>
        <p:grpSpPr>
          <a:xfrm flipH="1">
            <a:off x="8674412" y="-183011"/>
            <a:ext cx="901674" cy="1575190"/>
            <a:chOff x="5052950" y="2452900"/>
            <a:chExt cx="213900" cy="373675"/>
          </a:xfrm>
        </p:grpSpPr>
        <p:sp>
          <p:nvSpPr>
            <p:cNvPr id="20651" name="Google Shape;20651;p55"/>
            <p:cNvSpPr/>
            <p:nvPr/>
          </p:nvSpPr>
          <p:spPr>
            <a:xfrm>
              <a:off x="5133675" y="262597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3" y="0"/>
                  </a:moveTo>
                  <a:cubicBezTo>
                    <a:pt x="70" y="17"/>
                    <a:pt x="54" y="33"/>
                    <a:pt x="3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37" y="223"/>
                    <a:pt x="54" y="239"/>
                  </a:cubicBezTo>
                  <a:cubicBezTo>
                    <a:pt x="65" y="251"/>
                    <a:pt x="85" y="263"/>
                    <a:pt x="109" y="263"/>
                  </a:cubicBezTo>
                  <a:cubicBezTo>
                    <a:pt x="119" y="263"/>
                    <a:pt x="129" y="261"/>
                    <a:pt x="140" y="256"/>
                  </a:cubicBezTo>
                  <a:cubicBezTo>
                    <a:pt x="190" y="256"/>
                    <a:pt x="243" y="190"/>
                    <a:pt x="223" y="120"/>
                  </a:cubicBezTo>
                  <a:cubicBezTo>
                    <a:pt x="223" y="87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2" name="Google Shape;20652;p55"/>
            <p:cNvSpPr/>
            <p:nvPr/>
          </p:nvSpPr>
          <p:spPr>
            <a:xfrm>
              <a:off x="5133675" y="25013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21"/>
                    <a:pt x="0" y="71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20" y="260"/>
                    <a:pt x="140" y="260"/>
                  </a:cubicBezTo>
                  <a:cubicBezTo>
                    <a:pt x="206" y="244"/>
                    <a:pt x="243" y="174"/>
                    <a:pt x="243" y="104"/>
                  </a:cubicBezTo>
                  <a:cubicBezTo>
                    <a:pt x="223" y="71"/>
                    <a:pt x="206" y="2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3" name="Google Shape;20653;p55"/>
            <p:cNvSpPr/>
            <p:nvPr/>
          </p:nvSpPr>
          <p:spPr>
            <a:xfrm>
              <a:off x="5132025" y="2593950"/>
              <a:ext cx="6400" cy="6675"/>
            </a:xfrm>
            <a:custGeom>
              <a:avLst/>
              <a:gdLst/>
              <a:ahLst/>
              <a:cxnLst/>
              <a:rect l="l" t="t" r="r" b="b"/>
              <a:pathLst>
                <a:path w="256" h="267" extrusionOk="0">
                  <a:moveTo>
                    <a:pt x="118" y="0"/>
                  </a:moveTo>
                  <a:cubicBezTo>
                    <a:pt x="100" y="0"/>
                    <a:pt x="78" y="13"/>
                    <a:pt x="66" y="28"/>
                  </a:cubicBezTo>
                  <a:cubicBezTo>
                    <a:pt x="17" y="77"/>
                    <a:pt x="0" y="164"/>
                    <a:pt x="50" y="213"/>
                  </a:cubicBezTo>
                  <a:cubicBezTo>
                    <a:pt x="66" y="234"/>
                    <a:pt x="83" y="250"/>
                    <a:pt x="120" y="267"/>
                  </a:cubicBezTo>
                  <a:cubicBezTo>
                    <a:pt x="153" y="267"/>
                    <a:pt x="169" y="250"/>
                    <a:pt x="206" y="234"/>
                  </a:cubicBezTo>
                  <a:cubicBezTo>
                    <a:pt x="239" y="180"/>
                    <a:pt x="256" y="110"/>
                    <a:pt x="223" y="44"/>
                  </a:cubicBezTo>
                  <a:cubicBezTo>
                    <a:pt x="206" y="28"/>
                    <a:pt x="186" y="7"/>
                    <a:pt x="169" y="7"/>
                  </a:cubicBezTo>
                  <a:lnTo>
                    <a:pt x="136" y="7"/>
                  </a:lnTo>
                  <a:cubicBezTo>
                    <a:pt x="132" y="2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4" name="Google Shape;20654;p55"/>
            <p:cNvSpPr/>
            <p:nvPr/>
          </p:nvSpPr>
          <p:spPr>
            <a:xfrm>
              <a:off x="5134075" y="253062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87" y="1"/>
                    <a:pt x="71" y="17"/>
                    <a:pt x="54" y="33"/>
                  </a:cubicBezTo>
                  <a:cubicBezTo>
                    <a:pt x="21" y="50"/>
                    <a:pt x="1" y="104"/>
                    <a:pt x="21" y="137"/>
                  </a:cubicBezTo>
                  <a:cubicBezTo>
                    <a:pt x="21" y="170"/>
                    <a:pt x="38" y="207"/>
                    <a:pt x="54" y="223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190" y="240"/>
                    <a:pt x="244" y="190"/>
                    <a:pt x="244" y="120"/>
                  </a:cubicBezTo>
                  <a:lnTo>
                    <a:pt x="244" y="104"/>
                  </a:lnTo>
                  <a:cubicBezTo>
                    <a:pt x="227" y="50"/>
                    <a:pt x="20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5" name="Google Shape;20655;p55"/>
            <p:cNvSpPr/>
            <p:nvPr/>
          </p:nvSpPr>
          <p:spPr>
            <a:xfrm>
              <a:off x="5132425" y="25472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1" y="145"/>
                    <a:pt x="17" y="227"/>
                    <a:pt x="87" y="248"/>
                  </a:cubicBezTo>
                  <a:cubicBezTo>
                    <a:pt x="100" y="256"/>
                    <a:pt x="115" y="261"/>
                    <a:pt x="130" y="261"/>
                  </a:cubicBezTo>
                  <a:cubicBezTo>
                    <a:pt x="170" y="261"/>
                    <a:pt x="211" y="229"/>
                    <a:pt x="223" y="178"/>
                  </a:cubicBezTo>
                  <a:cubicBezTo>
                    <a:pt x="240" y="107"/>
                    <a:pt x="223" y="42"/>
                    <a:pt x="153" y="4"/>
                  </a:cubicBez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6" name="Google Shape;20656;p55"/>
            <p:cNvSpPr/>
            <p:nvPr/>
          </p:nvSpPr>
          <p:spPr>
            <a:xfrm>
              <a:off x="5125925" y="26105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87" y="1"/>
                  </a:moveTo>
                  <a:cubicBezTo>
                    <a:pt x="38" y="17"/>
                    <a:pt x="1" y="87"/>
                    <a:pt x="1" y="153"/>
                  </a:cubicBezTo>
                  <a:cubicBezTo>
                    <a:pt x="1" y="190"/>
                    <a:pt x="17" y="223"/>
                    <a:pt x="55" y="240"/>
                  </a:cubicBezTo>
                  <a:cubicBezTo>
                    <a:pt x="66" y="252"/>
                    <a:pt x="86" y="263"/>
                    <a:pt x="103" y="263"/>
                  </a:cubicBezTo>
                  <a:cubicBezTo>
                    <a:pt x="109" y="263"/>
                    <a:pt x="116" y="261"/>
                    <a:pt x="120" y="256"/>
                  </a:cubicBezTo>
                  <a:cubicBezTo>
                    <a:pt x="158" y="256"/>
                    <a:pt x="191" y="240"/>
                    <a:pt x="207" y="207"/>
                  </a:cubicBezTo>
                  <a:cubicBezTo>
                    <a:pt x="224" y="190"/>
                    <a:pt x="224" y="153"/>
                    <a:pt x="224" y="120"/>
                  </a:cubicBezTo>
                  <a:cubicBezTo>
                    <a:pt x="224" y="87"/>
                    <a:pt x="207" y="50"/>
                    <a:pt x="174" y="34"/>
                  </a:cubicBezTo>
                  <a:cubicBezTo>
                    <a:pt x="174" y="17"/>
                    <a:pt x="158" y="17"/>
                    <a:pt x="158" y="17"/>
                  </a:cubicBezTo>
                  <a:cubicBezTo>
                    <a:pt x="141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7" name="Google Shape;20657;p55"/>
            <p:cNvSpPr/>
            <p:nvPr/>
          </p:nvSpPr>
          <p:spPr>
            <a:xfrm>
              <a:off x="5128925" y="264307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4" y="1"/>
                  </a:moveTo>
                  <a:cubicBezTo>
                    <a:pt x="87" y="21"/>
                    <a:pt x="87" y="21"/>
                    <a:pt x="71" y="21"/>
                  </a:cubicBezTo>
                  <a:cubicBezTo>
                    <a:pt x="38" y="38"/>
                    <a:pt x="0" y="104"/>
                    <a:pt x="0" y="157"/>
                  </a:cubicBezTo>
                  <a:cubicBezTo>
                    <a:pt x="21" y="190"/>
                    <a:pt x="38" y="227"/>
                    <a:pt x="54" y="244"/>
                  </a:cubicBezTo>
                  <a:cubicBezTo>
                    <a:pt x="66" y="255"/>
                    <a:pt x="86" y="267"/>
                    <a:pt x="109" y="267"/>
                  </a:cubicBezTo>
                  <a:cubicBezTo>
                    <a:pt x="119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4"/>
                  </a:cubicBezTo>
                  <a:lnTo>
                    <a:pt x="227" y="87"/>
                  </a:lnTo>
                  <a:cubicBezTo>
                    <a:pt x="207" y="54"/>
                    <a:pt x="190" y="38"/>
                    <a:pt x="157" y="21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8" name="Google Shape;20658;p55"/>
            <p:cNvSpPr/>
            <p:nvPr/>
          </p:nvSpPr>
          <p:spPr>
            <a:xfrm>
              <a:off x="5132425" y="25778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190"/>
                    <a:pt x="34" y="207"/>
                    <a:pt x="50" y="240"/>
                  </a:cubicBezTo>
                  <a:cubicBezTo>
                    <a:pt x="87" y="261"/>
                    <a:pt x="120" y="261"/>
                    <a:pt x="137" y="261"/>
                  </a:cubicBezTo>
                  <a:cubicBezTo>
                    <a:pt x="207" y="240"/>
                    <a:pt x="240" y="174"/>
                    <a:pt x="240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90" y="17"/>
                    <a:pt x="170" y="17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9" name="Google Shape;20659;p55"/>
            <p:cNvSpPr/>
            <p:nvPr/>
          </p:nvSpPr>
          <p:spPr>
            <a:xfrm>
              <a:off x="5130275" y="247012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6" y="0"/>
                  </a:moveTo>
                  <a:cubicBezTo>
                    <a:pt x="120" y="0"/>
                    <a:pt x="111" y="4"/>
                    <a:pt x="103" y="13"/>
                  </a:cubicBezTo>
                  <a:cubicBezTo>
                    <a:pt x="50" y="13"/>
                    <a:pt x="0" y="83"/>
                    <a:pt x="17" y="153"/>
                  </a:cubicBezTo>
                  <a:cubicBezTo>
                    <a:pt x="17" y="186"/>
                    <a:pt x="33" y="219"/>
                    <a:pt x="70" y="239"/>
                  </a:cubicBezTo>
                  <a:cubicBezTo>
                    <a:pt x="87" y="256"/>
                    <a:pt x="103" y="272"/>
                    <a:pt x="136" y="272"/>
                  </a:cubicBezTo>
                  <a:cubicBezTo>
                    <a:pt x="173" y="256"/>
                    <a:pt x="190" y="239"/>
                    <a:pt x="206" y="202"/>
                  </a:cubicBezTo>
                  <a:cubicBezTo>
                    <a:pt x="223" y="186"/>
                    <a:pt x="239" y="153"/>
                    <a:pt x="223" y="116"/>
                  </a:cubicBezTo>
                  <a:cubicBezTo>
                    <a:pt x="223" y="83"/>
                    <a:pt x="206" y="50"/>
                    <a:pt x="190" y="33"/>
                  </a:cubicBezTo>
                  <a:cubicBezTo>
                    <a:pt x="173" y="13"/>
                    <a:pt x="173" y="13"/>
                    <a:pt x="153" y="13"/>
                  </a:cubicBezTo>
                  <a:lnTo>
                    <a:pt x="136" y="13"/>
                  </a:lnTo>
                  <a:cubicBezTo>
                    <a:pt x="136" y="4"/>
                    <a:pt x="132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0" name="Google Shape;20660;p55"/>
            <p:cNvSpPr/>
            <p:nvPr/>
          </p:nvSpPr>
          <p:spPr>
            <a:xfrm>
              <a:off x="5116975" y="2504300"/>
              <a:ext cx="6400" cy="6550"/>
            </a:xfrm>
            <a:custGeom>
              <a:avLst/>
              <a:gdLst/>
              <a:ahLst/>
              <a:cxnLst/>
              <a:rect l="l" t="t" r="r" b="b"/>
              <a:pathLst>
                <a:path w="256" h="262" extrusionOk="0">
                  <a:moveTo>
                    <a:pt x="140" y="1"/>
                  </a:moveTo>
                  <a:cubicBezTo>
                    <a:pt x="95" y="1"/>
                    <a:pt x="47" y="35"/>
                    <a:pt x="33" y="89"/>
                  </a:cubicBezTo>
                  <a:cubicBezTo>
                    <a:pt x="0" y="159"/>
                    <a:pt x="33" y="229"/>
                    <a:pt x="87" y="262"/>
                  </a:cubicBezTo>
                  <a:lnTo>
                    <a:pt x="136" y="262"/>
                  </a:lnTo>
                  <a:cubicBezTo>
                    <a:pt x="190" y="262"/>
                    <a:pt x="223" y="229"/>
                    <a:pt x="239" y="175"/>
                  </a:cubicBezTo>
                  <a:cubicBezTo>
                    <a:pt x="256" y="126"/>
                    <a:pt x="239" y="72"/>
                    <a:pt x="206" y="39"/>
                  </a:cubicBezTo>
                  <a:cubicBezTo>
                    <a:pt x="206" y="39"/>
                    <a:pt x="190" y="23"/>
                    <a:pt x="169" y="6"/>
                  </a:cubicBezTo>
                  <a:cubicBezTo>
                    <a:pt x="160" y="2"/>
                    <a:pt x="150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1" name="Google Shape;20661;p55"/>
            <p:cNvSpPr/>
            <p:nvPr/>
          </p:nvSpPr>
          <p:spPr>
            <a:xfrm>
              <a:off x="5106650" y="25356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42" y="0"/>
                  </a:moveTo>
                  <a:cubicBezTo>
                    <a:pt x="97" y="0"/>
                    <a:pt x="47" y="30"/>
                    <a:pt x="34" y="71"/>
                  </a:cubicBezTo>
                  <a:cubicBezTo>
                    <a:pt x="1" y="141"/>
                    <a:pt x="34" y="227"/>
                    <a:pt x="88" y="244"/>
                  </a:cubicBezTo>
                  <a:cubicBezTo>
                    <a:pt x="104" y="260"/>
                    <a:pt x="120" y="260"/>
                    <a:pt x="137" y="260"/>
                  </a:cubicBezTo>
                  <a:cubicBezTo>
                    <a:pt x="191" y="244"/>
                    <a:pt x="224" y="227"/>
                    <a:pt x="240" y="174"/>
                  </a:cubicBezTo>
                  <a:cubicBezTo>
                    <a:pt x="257" y="124"/>
                    <a:pt x="240" y="71"/>
                    <a:pt x="207" y="38"/>
                  </a:cubicBezTo>
                  <a:cubicBezTo>
                    <a:pt x="207" y="21"/>
                    <a:pt x="191" y="21"/>
                    <a:pt x="170" y="5"/>
                  </a:cubicBezTo>
                  <a:cubicBezTo>
                    <a:pt x="161" y="2"/>
                    <a:pt x="152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2" name="Google Shape;20662;p55"/>
            <p:cNvSpPr/>
            <p:nvPr/>
          </p:nvSpPr>
          <p:spPr>
            <a:xfrm>
              <a:off x="5110875" y="2490625"/>
              <a:ext cx="5700" cy="6700"/>
            </a:xfrm>
            <a:custGeom>
              <a:avLst/>
              <a:gdLst/>
              <a:ahLst/>
              <a:cxnLst/>
              <a:rect l="l" t="t" r="r" b="b"/>
              <a:pathLst>
                <a:path w="228" h="268" extrusionOk="0">
                  <a:moveTo>
                    <a:pt x="104" y="1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2" y="190"/>
                    <a:pt x="38" y="223"/>
                    <a:pt x="55" y="244"/>
                  </a:cubicBezTo>
                  <a:cubicBezTo>
                    <a:pt x="66" y="256"/>
                    <a:pt x="86" y="267"/>
                    <a:pt x="110" y="267"/>
                  </a:cubicBezTo>
                  <a:cubicBezTo>
                    <a:pt x="120" y="267"/>
                    <a:pt x="130" y="265"/>
                    <a:pt x="141" y="261"/>
                  </a:cubicBezTo>
                  <a:cubicBezTo>
                    <a:pt x="174" y="261"/>
                    <a:pt x="191" y="244"/>
                    <a:pt x="207" y="207"/>
                  </a:cubicBezTo>
                  <a:cubicBezTo>
                    <a:pt x="228" y="190"/>
                    <a:pt x="228" y="157"/>
                    <a:pt x="228" y="120"/>
                  </a:cubicBezTo>
                  <a:cubicBezTo>
                    <a:pt x="228" y="87"/>
                    <a:pt x="207" y="54"/>
                    <a:pt x="191" y="38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3" name="Google Shape;20663;p55"/>
            <p:cNvSpPr/>
            <p:nvPr/>
          </p:nvSpPr>
          <p:spPr>
            <a:xfrm>
              <a:off x="5099750" y="26771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54" y="17"/>
                    <a:pt x="1" y="83"/>
                    <a:pt x="17" y="153"/>
                  </a:cubicBezTo>
                  <a:cubicBezTo>
                    <a:pt x="17" y="186"/>
                    <a:pt x="34" y="223"/>
                    <a:pt x="54" y="239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207" y="239"/>
                    <a:pt x="240" y="186"/>
                    <a:pt x="223" y="103"/>
                  </a:cubicBezTo>
                  <a:cubicBezTo>
                    <a:pt x="223" y="66"/>
                    <a:pt x="207" y="50"/>
                    <a:pt x="190" y="17"/>
                  </a:cubicBezTo>
                  <a:lnTo>
                    <a:pt x="157" y="17"/>
                  </a:ln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4" name="Google Shape;20664;p55"/>
            <p:cNvSpPr/>
            <p:nvPr/>
          </p:nvSpPr>
          <p:spPr>
            <a:xfrm>
              <a:off x="5122950" y="248690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12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20"/>
                    <a:pt x="87" y="253"/>
                  </a:cubicBezTo>
                  <a:lnTo>
                    <a:pt x="136" y="253"/>
                  </a:lnTo>
                  <a:cubicBezTo>
                    <a:pt x="174" y="253"/>
                    <a:pt x="206" y="220"/>
                    <a:pt x="223" y="187"/>
                  </a:cubicBezTo>
                  <a:cubicBezTo>
                    <a:pt x="239" y="133"/>
                    <a:pt x="223" y="84"/>
                    <a:pt x="206" y="47"/>
                  </a:cubicBezTo>
                  <a:cubicBezTo>
                    <a:pt x="190" y="30"/>
                    <a:pt x="174" y="14"/>
                    <a:pt x="157" y="14"/>
                  </a:cubicBezTo>
                  <a:cubicBezTo>
                    <a:pt x="143" y="5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5" name="Google Shape;20665;p55"/>
            <p:cNvSpPr/>
            <p:nvPr/>
          </p:nvSpPr>
          <p:spPr>
            <a:xfrm>
              <a:off x="5099350" y="2693200"/>
              <a:ext cx="6400" cy="6600"/>
            </a:xfrm>
            <a:custGeom>
              <a:avLst/>
              <a:gdLst/>
              <a:ahLst/>
              <a:cxnLst/>
              <a:rect l="l" t="t" r="r" b="b"/>
              <a:pathLst>
                <a:path w="256" h="264" extrusionOk="0">
                  <a:moveTo>
                    <a:pt x="111" y="1"/>
                  </a:moveTo>
                  <a:cubicBezTo>
                    <a:pt x="92" y="1"/>
                    <a:pt x="76" y="12"/>
                    <a:pt x="50" y="24"/>
                  </a:cubicBezTo>
                  <a:cubicBezTo>
                    <a:pt x="17" y="78"/>
                    <a:pt x="0" y="160"/>
                    <a:pt x="33" y="214"/>
                  </a:cubicBezTo>
                  <a:cubicBezTo>
                    <a:pt x="50" y="247"/>
                    <a:pt x="87" y="263"/>
                    <a:pt x="120" y="263"/>
                  </a:cubicBezTo>
                  <a:cubicBezTo>
                    <a:pt x="136" y="263"/>
                    <a:pt x="173" y="247"/>
                    <a:pt x="190" y="230"/>
                  </a:cubicBezTo>
                  <a:cubicBezTo>
                    <a:pt x="239" y="181"/>
                    <a:pt x="256" y="111"/>
                    <a:pt x="206" y="41"/>
                  </a:cubicBezTo>
                  <a:cubicBezTo>
                    <a:pt x="206" y="24"/>
                    <a:pt x="190" y="24"/>
                    <a:pt x="173" y="8"/>
                  </a:cubicBezTo>
                  <a:lnTo>
                    <a:pt x="136" y="8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6" name="Google Shape;20666;p55"/>
            <p:cNvSpPr/>
            <p:nvPr/>
          </p:nvSpPr>
          <p:spPr>
            <a:xfrm>
              <a:off x="5124700" y="25628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7" y="0"/>
                  </a:moveTo>
                  <a:cubicBezTo>
                    <a:pt x="87" y="0"/>
                    <a:pt x="46" y="32"/>
                    <a:pt x="33" y="83"/>
                  </a:cubicBezTo>
                  <a:cubicBezTo>
                    <a:pt x="0" y="154"/>
                    <a:pt x="33" y="219"/>
                    <a:pt x="87" y="257"/>
                  </a:cubicBezTo>
                  <a:cubicBezTo>
                    <a:pt x="99" y="259"/>
                    <a:pt x="110" y="261"/>
                    <a:pt x="121" y="261"/>
                  </a:cubicBezTo>
                  <a:cubicBezTo>
                    <a:pt x="171" y="261"/>
                    <a:pt x="212" y="231"/>
                    <a:pt x="240" y="186"/>
                  </a:cubicBezTo>
                  <a:cubicBezTo>
                    <a:pt x="256" y="116"/>
                    <a:pt x="223" y="34"/>
                    <a:pt x="169" y="13"/>
                  </a:cubicBezTo>
                  <a:cubicBezTo>
                    <a:pt x="156" y="5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7" name="Google Shape;20667;p55"/>
            <p:cNvSpPr/>
            <p:nvPr/>
          </p:nvSpPr>
          <p:spPr>
            <a:xfrm>
              <a:off x="5121700" y="25332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1"/>
                  </a:moveTo>
                  <a:cubicBezTo>
                    <a:pt x="104" y="1"/>
                    <a:pt x="67" y="17"/>
                    <a:pt x="50" y="34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0" y="240"/>
                    <a:pt x="83" y="256"/>
                    <a:pt x="104" y="256"/>
                  </a:cubicBezTo>
                  <a:cubicBezTo>
                    <a:pt x="114" y="261"/>
                    <a:pt x="123" y="263"/>
                    <a:pt x="133" y="263"/>
                  </a:cubicBezTo>
                  <a:cubicBezTo>
                    <a:pt x="155" y="263"/>
                    <a:pt x="175" y="251"/>
                    <a:pt x="186" y="240"/>
                  </a:cubicBezTo>
                  <a:cubicBezTo>
                    <a:pt x="207" y="223"/>
                    <a:pt x="224" y="190"/>
                    <a:pt x="224" y="153"/>
                  </a:cubicBezTo>
                  <a:cubicBezTo>
                    <a:pt x="240" y="120"/>
                    <a:pt x="224" y="87"/>
                    <a:pt x="207" y="50"/>
                  </a:cubicBezTo>
                  <a:cubicBezTo>
                    <a:pt x="186" y="34"/>
                    <a:pt x="170" y="17"/>
                    <a:pt x="153" y="17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8" name="Google Shape;20668;p55"/>
            <p:cNvSpPr/>
            <p:nvPr/>
          </p:nvSpPr>
          <p:spPr>
            <a:xfrm>
              <a:off x="5128500" y="2516825"/>
              <a:ext cx="6125" cy="6500"/>
            </a:xfrm>
            <a:custGeom>
              <a:avLst/>
              <a:gdLst/>
              <a:ahLst/>
              <a:cxnLst/>
              <a:rect l="l" t="t" r="r" b="b"/>
              <a:pathLst>
                <a:path w="245" h="260" extrusionOk="0">
                  <a:moveTo>
                    <a:pt x="104" y="0"/>
                  </a:moveTo>
                  <a:cubicBezTo>
                    <a:pt x="71" y="0"/>
                    <a:pt x="55" y="21"/>
                    <a:pt x="38" y="54"/>
                  </a:cubicBezTo>
                  <a:cubicBezTo>
                    <a:pt x="17" y="87"/>
                    <a:pt x="1" y="124"/>
                    <a:pt x="1" y="157"/>
                  </a:cubicBezTo>
                  <a:cubicBezTo>
                    <a:pt x="17" y="190"/>
                    <a:pt x="38" y="227"/>
                    <a:pt x="55" y="243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1" y="243"/>
                    <a:pt x="244" y="190"/>
                    <a:pt x="224" y="103"/>
                  </a:cubicBezTo>
                  <a:cubicBezTo>
                    <a:pt x="224" y="70"/>
                    <a:pt x="207" y="54"/>
                    <a:pt x="191" y="21"/>
                  </a:cubicBezTo>
                  <a:lnTo>
                    <a:pt x="158" y="21"/>
                  </a:lnTo>
                  <a:cubicBezTo>
                    <a:pt x="141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9" name="Google Shape;20669;p55"/>
            <p:cNvSpPr/>
            <p:nvPr/>
          </p:nvSpPr>
          <p:spPr>
            <a:xfrm>
              <a:off x="5143150" y="25142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4" y="1"/>
                    <a:pt x="87" y="1"/>
                    <a:pt x="50" y="22"/>
                  </a:cubicBezTo>
                  <a:cubicBezTo>
                    <a:pt x="17" y="71"/>
                    <a:pt x="0" y="158"/>
                    <a:pt x="33" y="207"/>
                  </a:cubicBezTo>
                  <a:cubicBezTo>
                    <a:pt x="50" y="244"/>
                    <a:pt x="87" y="261"/>
                    <a:pt x="120" y="261"/>
                  </a:cubicBezTo>
                  <a:cubicBezTo>
                    <a:pt x="136" y="261"/>
                    <a:pt x="174" y="244"/>
                    <a:pt x="190" y="228"/>
                  </a:cubicBezTo>
                  <a:cubicBezTo>
                    <a:pt x="223" y="207"/>
                    <a:pt x="240" y="174"/>
                    <a:pt x="240" y="141"/>
                  </a:cubicBezTo>
                  <a:cubicBezTo>
                    <a:pt x="240" y="104"/>
                    <a:pt x="240" y="71"/>
                    <a:pt x="207" y="55"/>
                  </a:cubicBezTo>
                  <a:cubicBezTo>
                    <a:pt x="207" y="22"/>
                    <a:pt x="190" y="22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0" name="Google Shape;20670;p55"/>
            <p:cNvSpPr/>
            <p:nvPr/>
          </p:nvSpPr>
          <p:spPr>
            <a:xfrm>
              <a:off x="5139750" y="25611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83"/>
                    <a:pt x="17" y="153"/>
                  </a:cubicBezTo>
                  <a:cubicBezTo>
                    <a:pt x="17" y="186"/>
                    <a:pt x="33" y="207"/>
                    <a:pt x="66" y="240"/>
                  </a:cubicBezTo>
                  <a:cubicBezTo>
                    <a:pt x="83" y="256"/>
                    <a:pt x="120" y="256"/>
                    <a:pt x="136" y="256"/>
                  </a:cubicBezTo>
                  <a:cubicBezTo>
                    <a:pt x="207" y="240"/>
                    <a:pt x="240" y="170"/>
                    <a:pt x="240" y="104"/>
                  </a:cubicBezTo>
                  <a:cubicBezTo>
                    <a:pt x="223" y="67"/>
                    <a:pt x="207" y="50"/>
                    <a:pt x="186" y="17"/>
                  </a:cubicBezTo>
                  <a:cubicBezTo>
                    <a:pt x="186" y="17"/>
                    <a:pt x="169" y="1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1" name="Google Shape;20671;p55"/>
            <p:cNvSpPr/>
            <p:nvPr/>
          </p:nvSpPr>
          <p:spPr>
            <a:xfrm>
              <a:off x="5081300" y="26174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0" y="1"/>
                  </a:moveTo>
                  <a:cubicBezTo>
                    <a:pt x="70" y="1"/>
                    <a:pt x="29" y="33"/>
                    <a:pt x="17" y="81"/>
                  </a:cubicBezTo>
                  <a:cubicBezTo>
                    <a:pt x="1" y="98"/>
                    <a:pt x="1" y="119"/>
                    <a:pt x="1" y="152"/>
                  </a:cubicBezTo>
                  <a:cubicBezTo>
                    <a:pt x="17" y="185"/>
                    <a:pt x="34" y="238"/>
                    <a:pt x="87" y="255"/>
                  </a:cubicBezTo>
                  <a:cubicBezTo>
                    <a:pt x="96" y="259"/>
                    <a:pt x="105" y="261"/>
                    <a:pt x="114" y="261"/>
                  </a:cubicBezTo>
                  <a:cubicBezTo>
                    <a:pt x="138" y="261"/>
                    <a:pt x="163" y="246"/>
                    <a:pt x="190" y="222"/>
                  </a:cubicBezTo>
                  <a:cubicBezTo>
                    <a:pt x="207" y="222"/>
                    <a:pt x="207" y="201"/>
                    <a:pt x="223" y="185"/>
                  </a:cubicBezTo>
                  <a:cubicBezTo>
                    <a:pt x="240" y="119"/>
                    <a:pt x="207" y="32"/>
                    <a:pt x="153" y="15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2" name="Google Shape;20672;p55"/>
            <p:cNvSpPr/>
            <p:nvPr/>
          </p:nvSpPr>
          <p:spPr>
            <a:xfrm>
              <a:off x="5166350" y="2483825"/>
              <a:ext cx="2175" cy="1275"/>
            </a:xfrm>
            <a:custGeom>
              <a:avLst/>
              <a:gdLst/>
              <a:ahLst/>
              <a:cxnLst/>
              <a:rect l="l" t="t" r="r" b="b"/>
              <a:pathLst>
                <a:path w="87" h="51" extrusionOk="0">
                  <a:moveTo>
                    <a:pt x="0" y="1"/>
                  </a:moveTo>
                  <a:cubicBezTo>
                    <a:pt x="0" y="17"/>
                    <a:pt x="0" y="17"/>
                    <a:pt x="17" y="17"/>
                  </a:cubicBezTo>
                  <a:cubicBezTo>
                    <a:pt x="33" y="34"/>
                    <a:pt x="50" y="50"/>
                    <a:pt x="87" y="50"/>
                  </a:cubicBezTo>
                  <a:cubicBezTo>
                    <a:pt x="50" y="34"/>
                    <a:pt x="17" y="1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3" name="Google Shape;20673;p55"/>
            <p:cNvSpPr/>
            <p:nvPr/>
          </p:nvSpPr>
          <p:spPr>
            <a:xfrm>
              <a:off x="5118625" y="2627900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3" y="1"/>
                  </a:moveTo>
                  <a:cubicBezTo>
                    <a:pt x="117" y="1"/>
                    <a:pt x="110" y="3"/>
                    <a:pt x="103" y="10"/>
                  </a:cubicBezTo>
                  <a:cubicBezTo>
                    <a:pt x="37" y="10"/>
                    <a:pt x="0" y="76"/>
                    <a:pt x="0" y="146"/>
                  </a:cubicBezTo>
                  <a:cubicBezTo>
                    <a:pt x="21" y="179"/>
                    <a:pt x="37" y="216"/>
                    <a:pt x="54" y="232"/>
                  </a:cubicBezTo>
                  <a:cubicBezTo>
                    <a:pt x="70" y="249"/>
                    <a:pt x="103" y="265"/>
                    <a:pt x="140" y="265"/>
                  </a:cubicBezTo>
                  <a:cubicBezTo>
                    <a:pt x="190" y="249"/>
                    <a:pt x="243" y="179"/>
                    <a:pt x="227" y="113"/>
                  </a:cubicBezTo>
                  <a:cubicBezTo>
                    <a:pt x="227" y="76"/>
                    <a:pt x="206" y="43"/>
                    <a:pt x="190" y="26"/>
                  </a:cubicBezTo>
                  <a:cubicBezTo>
                    <a:pt x="173" y="26"/>
                    <a:pt x="173" y="10"/>
                    <a:pt x="157" y="10"/>
                  </a:cubicBezTo>
                  <a:cubicBezTo>
                    <a:pt x="146" y="10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4" name="Google Shape;20674;p55"/>
            <p:cNvSpPr/>
            <p:nvPr/>
          </p:nvSpPr>
          <p:spPr>
            <a:xfrm>
              <a:off x="5223025" y="25322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0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74" y="260"/>
                    <a:pt x="190" y="244"/>
                    <a:pt x="207" y="207"/>
                  </a:cubicBezTo>
                  <a:cubicBezTo>
                    <a:pt x="223" y="190"/>
                    <a:pt x="240" y="157"/>
                    <a:pt x="223" y="124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74" y="21"/>
                    <a:pt x="174" y="21"/>
                    <a:pt x="153" y="21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5" name="Google Shape;20675;p55"/>
            <p:cNvSpPr/>
            <p:nvPr/>
          </p:nvSpPr>
          <p:spPr>
            <a:xfrm>
              <a:off x="5122950" y="270367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3" y="1"/>
                  </a:moveTo>
                  <a:cubicBezTo>
                    <a:pt x="70" y="17"/>
                    <a:pt x="33" y="34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17" y="223"/>
                    <a:pt x="54" y="240"/>
                  </a:cubicBezTo>
                  <a:cubicBezTo>
                    <a:pt x="66" y="252"/>
                    <a:pt x="85" y="265"/>
                    <a:pt x="107" y="265"/>
                  </a:cubicBezTo>
                  <a:cubicBezTo>
                    <a:pt x="117" y="265"/>
                    <a:pt x="127" y="263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6" y="50"/>
                    <a:pt x="174" y="34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6" name="Google Shape;20676;p55"/>
            <p:cNvSpPr/>
            <p:nvPr/>
          </p:nvSpPr>
          <p:spPr>
            <a:xfrm>
              <a:off x="5231575" y="25447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17" y="190"/>
                    <a:pt x="38" y="206"/>
                    <a:pt x="54" y="244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74" y="260"/>
                    <a:pt x="191" y="244"/>
                    <a:pt x="207" y="206"/>
                  </a:cubicBezTo>
                  <a:cubicBezTo>
                    <a:pt x="224" y="174"/>
                    <a:pt x="224" y="141"/>
                    <a:pt x="224" y="103"/>
                  </a:cubicBezTo>
                  <a:cubicBezTo>
                    <a:pt x="224" y="70"/>
                    <a:pt x="207" y="54"/>
                    <a:pt x="191" y="17"/>
                  </a:cubicBezTo>
                  <a:cubicBezTo>
                    <a:pt x="174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7" name="Google Shape;20677;p55"/>
            <p:cNvSpPr/>
            <p:nvPr/>
          </p:nvSpPr>
          <p:spPr>
            <a:xfrm>
              <a:off x="5224275" y="25619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54" y="17"/>
                    <a:pt x="0" y="87"/>
                    <a:pt x="21" y="153"/>
                  </a:cubicBezTo>
                  <a:cubicBezTo>
                    <a:pt x="21" y="191"/>
                    <a:pt x="37" y="223"/>
                    <a:pt x="54" y="240"/>
                  </a:cubicBezTo>
                  <a:cubicBezTo>
                    <a:pt x="87" y="256"/>
                    <a:pt x="124" y="256"/>
                    <a:pt x="140" y="256"/>
                  </a:cubicBezTo>
                  <a:cubicBezTo>
                    <a:pt x="206" y="256"/>
                    <a:pt x="243" y="191"/>
                    <a:pt x="243" y="104"/>
                  </a:cubicBezTo>
                  <a:cubicBezTo>
                    <a:pt x="227" y="87"/>
                    <a:pt x="206" y="50"/>
                    <a:pt x="190" y="34"/>
                  </a:cubicBezTo>
                  <a:cubicBezTo>
                    <a:pt x="190" y="17"/>
                    <a:pt x="173" y="17"/>
                    <a:pt x="173" y="17"/>
                  </a:cubicBez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8" name="Google Shape;20678;p55"/>
            <p:cNvSpPr/>
            <p:nvPr/>
          </p:nvSpPr>
          <p:spPr>
            <a:xfrm>
              <a:off x="5110475" y="26135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41" y="0"/>
                  </a:moveTo>
                  <a:cubicBezTo>
                    <a:pt x="104" y="0"/>
                    <a:pt x="87" y="0"/>
                    <a:pt x="54" y="33"/>
                  </a:cubicBezTo>
                  <a:cubicBezTo>
                    <a:pt x="0" y="70"/>
                    <a:pt x="0" y="153"/>
                    <a:pt x="38" y="206"/>
                  </a:cubicBezTo>
                  <a:cubicBezTo>
                    <a:pt x="54" y="239"/>
                    <a:pt x="87" y="256"/>
                    <a:pt x="120" y="256"/>
                  </a:cubicBezTo>
                  <a:cubicBezTo>
                    <a:pt x="141" y="256"/>
                    <a:pt x="174" y="256"/>
                    <a:pt x="190" y="223"/>
                  </a:cubicBezTo>
                  <a:cubicBezTo>
                    <a:pt x="223" y="206"/>
                    <a:pt x="223" y="173"/>
                    <a:pt x="244" y="136"/>
                  </a:cubicBezTo>
                  <a:cubicBezTo>
                    <a:pt x="244" y="103"/>
                    <a:pt x="223" y="70"/>
                    <a:pt x="207" y="50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9" name="Google Shape;20679;p55"/>
            <p:cNvSpPr/>
            <p:nvPr/>
          </p:nvSpPr>
          <p:spPr>
            <a:xfrm>
              <a:off x="5112225" y="2568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50" y="21"/>
                    <a:pt x="1" y="71"/>
                    <a:pt x="17" y="157"/>
                  </a:cubicBezTo>
                  <a:cubicBezTo>
                    <a:pt x="17" y="190"/>
                    <a:pt x="34" y="207"/>
                    <a:pt x="50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207" y="244"/>
                    <a:pt x="240" y="174"/>
                    <a:pt x="223" y="104"/>
                  </a:cubicBezTo>
                  <a:cubicBezTo>
                    <a:pt x="223" y="71"/>
                    <a:pt x="207" y="54"/>
                    <a:pt x="190" y="21"/>
                  </a:cubicBezTo>
                  <a:cubicBezTo>
                    <a:pt x="174" y="21"/>
                    <a:pt x="174" y="2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0" name="Google Shape;20680;p55"/>
            <p:cNvSpPr/>
            <p:nvPr/>
          </p:nvSpPr>
          <p:spPr>
            <a:xfrm>
              <a:off x="5113475" y="26436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40" y="0"/>
                  </a:moveTo>
                  <a:cubicBezTo>
                    <a:pt x="103" y="0"/>
                    <a:pt x="70" y="17"/>
                    <a:pt x="54" y="33"/>
                  </a:cubicBezTo>
                  <a:cubicBezTo>
                    <a:pt x="0" y="83"/>
                    <a:pt x="0" y="153"/>
                    <a:pt x="37" y="223"/>
                  </a:cubicBezTo>
                  <a:cubicBezTo>
                    <a:pt x="54" y="239"/>
                    <a:pt x="87" y="256"/>
                    <a:pt x="103" y="256"/>
                  </a:cubicBezTo>
                  <a:cubicBezTo>
                    <a:pt x="114" y="261"/>
                    <a:pt x="124" y="263"/>
                    <a:pt x="134" y="263"/>
                  </a:cubicBezTo>
                  <a:cubicBezTo>
                    <a:pt x="158" y="263"/>
                    <a:pt x="178" y="251"/>
                    <a:pt x="190" y="239"/>
                  </a:cubicBezTo>
                  <a:cubicBezTo>
                    <a:pt x="243" y="186"/>
                    <a:pt x="243" y="103"/>
                    <a:pt x="206" y="50"/>
                  </a:cubicBezTo>
                  <a:cubicBezTo>
                    <a:pt x="190" y="33"/>
                    <a:pt x="173" y="17"/>
                    <a:pt x="157" y="17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1" name="Google Shape;20681;p55"/>
            <p:cNvSpPr/>
            <p:nvPr/>
          </p:nvSpPr>
          <p:spPr>
            <a:xfrm>
              <a:off x="5122525" y="26610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8" y="0"/>
                  </a:moveTo>
                  <a:cubicBezTo>
                    <a:pt x="83" y="0"/>
                    <a:pt x="31" y="35"/>
                    <a:pt x="17" y="91"/>
                  </a:cubicBezTo>
                  <a:cubicBezTo>
                    <a:pt x="1" y="161"/>
                    <a:pt x="17" y="231"/>
                    <a:pt x="71" y="264"/>
                  </a:cubicBezTo>
                  <a:cubicBezTo>
                    <a:pt x="82" y="267"/>
                    <a:pt x="94" y="268"/>
                    <a:pt x="105" y="268"/>
                  </a:cubicBezTo>
                  <a:cubicBezTo>
                    <a:pt x="159" y="268"/>
                    <a:pt x="210" y="235"/>
                    <a:pt x="223" y="177"/>
                  </a:cubicBezTo>
                  <a:cubicBezTo>
                    <a:pt x="240" y="107"/>
                    <a:pt x="207" y="41"/>
                    <a:pt x="153" y="4"/>
                  </a:cubicBezTo>
                  <a:cubicBezTo>
                    <a:pt x="146" y="1"/>
                    <a:pt x="137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2" name="Google Shape;20682;p55"/>
            <p:cNvSpPr/>
            <p:nvPr/>
          </p:nvSpPr>
          <p:spPr>
            <a:xfrm>
              <a:off x="5114400" y="25182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94" y="0"/>
                  </a:moveTo>
                  <a:cubicBezTo>
                    <a:pt x="53" y="0"/>
                    <a:pt x="12" y="32"/>
                    <a:pt x="0" y="83"/>
                  </a:cubicBezTo>
                  <a:lnTo>
                    <a:pt x="0" y="133"/>
                  </a:lnTo>
                  <a:cubicBezTo>
                    <a:pt x="0" y="186"/>
                    <a:pt x="17" y="236"/>
                    <a:pt x="66" y="252"/>
                  </a:cubicBezTo>
                  <a:cubicBezTo>
                    <a:pt x="76" y="258"/>
                    <a:pt x="88" y="261"/>
                    <a:pt x="99" y="261"/>
                  </a:cubicBezTo>
                  <a:cubicBezTo>
                    <a:pt x="128" y="261"/>
                    <a:pt x="157" y="243"/>
                    <a:pt x="169" y="219"/>
                  </a:cubicBezTo>
                  <a:cubicBezTo>
                    <a:pt x="190" y="219"/>
                    <a:pt x="206" y="203"/>
                    <a:pt x="206" y="170"/>
                  </a:cubicBezTo>
                  <a:cubicBezTo>
                    <a:pt x="223" y="116"/>
                    <a:pt x="206" y="30"/>
                    <a:pt x="136" y="13"/>
                  </a:cubicBezTo>
                  <a:cubicBezTo>
                    <a:pt x="123" y="4"/>
                    <a:pt x="108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3" name="Google Shape;20683;p55"/>
            <p:cNvSpPr/>
            <p:nvPr/>
          </p:nvSpPr>
          <p:spPr>
            <a:xfrm>
              <a:off x="5116975" y="2548100"/>
              <a:ext cx="6400" cy="6675"/>
            </a:xfrm>
            <a:custGeom>
              <a:avLst/>
              <a:gdLst/>
              <a:ahLst/>
              <a:cxnLst/>
              <a:rect l="l" t="t" r="r" b="b"/>
              <a:pathLst>
                <a:path w="256" h="267" extrusionOk="0">
                  <a:moveTo>
                    <a:pt x="134" y="1"/>
                  </a:moveTo>
                  <a:cubicBezTo>
                    <a:pt x="84" y="1"/>
                    <a:pt x="44" y="35"/>
                    <a:pt x="17" y="89"/>
                  </a:cubicBezTo>
                  <a:cubicBezTo>
                    <a:pt x="0" y="159"/>
                    <a:pt x="33" y="229"/>
                    <a:pt x="87" y="262"/>
                  </a:cubicBezTo>
                  <a:cubicBezTo>
                    <a:pt x="95" y="265"/>
                    <a:pt x="104" y="266"/>
                    <a:pt x="114" y="266"/>
                  </a:cubicBezTo>
                  <a:cubicBezTo>
                    <a:pt x="159" y="266"/>
                    <a:pt x="209" y="234"/>
                    <a:pt x="223" y="176"/>
                  </a:cubicBezTo>
                  <a:cubicBezTo>
                    <a:pt x="256" y="110"/>
                    <a:pt x="223" y="40"/>
                    <a:pt x="169" y="7"/>
                  </a:cubicBezTo>
                  <a:cubicBezTo>
                    <a:pt x="157" y="3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4" name="Google Shape;20684;p55"/>
            <p:cNvSpPr/>
            <p:nvPr/>
          </p:nvSpPr>
          <p:spPr>
            <a:xfrm>
              <a:off x="5118625" y="25829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1"/>
                    <a:pt x="0" y="71"/>
                    <a:pt x="21" y="137"/>
                  </a:cubicBezTo>
                  <a:cubicBezTo>
                    <a:pt x="21" y="224"/>
                    <a:pt x="87" y="261"/>
                    <a:pt x="140" y="261"/>
                  </a:cubicBezTo>
                  <a:cubicBezTo>
                    <a:pt x="173" y="240"/>
                    <a:pt x="190" y="224"/>
                    <a:pt x="206" y="207"/>
                  </a:cubicBezTo>
                  <a:cubicBezTo>
                    <a:pt x="227" y="174"/>
                    <a:pt x="243" y="137"/>
                    <a:pt x="243" y="104"/>
                  </a:cubicBezTo>
                  <a:cubicBezTo>
                    <a:pt x="227" y="71"/>
                    <a:pt x="206" y="34"/>
                    <a:pt x="190" y="17"/>
                  </a:cubicBezTo>
                  <a:cubicBezTo>
                    <a:pt x="190" y="17"/>
                    <a:pt x="17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5" name="Google Shape;20685;p55"/>
            <p:cNvSpPr/>
            <p:nvPr/>
          </p:nvSpPr>
          <p:spPr>
            <a:xfrm>
              <a:off x="5117375" y="25984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34" y="0"/>
                    <a:pt x="1" y="70"/>
                    <a:pt x="1" y="136"/>
                  </a:cubicBezTo>
                  <a:cubicBezTo>
                    <a:pt x="17" y="174"/>
                    <a:pt x="17" y="207"/>
                    <a:pt x="50" y="223"/>
                  </a:cubicBezTo>
                  <a:cubicBezTo>
                    <a:pt x="71" y="260"/>
                    <a:pt x="104" y="260"/>
                    <a:pt x="137" y="260"/>
                  </a:cubicBezTo>
                  <a:cubicBezTo>
                    <a:pt x="153" y="239"/>
                    <a:pt x="190" y="223"/>
                    <a:pt x="207" y="207"/>
                  </a:cubicBezTo>
                  <a:cubicBezTo>
                    <a:pt x="223" y="174"/>
                    <a:pt x="223" y="136"/>
                    <a:pt x="223" y="103"/>
                  </a:cubicBezTo>
                  <a:cubicBezTo>
                    <a:pt x="223" y="70"/>
                    <a:pt x="207" y="33"/>
                    <a:pt x="174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6" name="Google Shape;20686;p55"/>
            <p:cNvSpPr/>
            <p:nvPr/>
          </p:nvSpPr>
          <p:spPr>
            <a:xfrm>
              <a:off x="5093375" y="24932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66" y="17"/>
                    <a:pt x="50" y="38"/>
                    <a:pt x="33" y="54"/>
                  </a:cubicBezTo>
                  <a:cubicBezTo>
                    <a:pt x="17" y="87"/>
                    <a:pt x="0" y="120"/>
                    <a:pt x="0" y="158"/>
                  </a:cubicBezTo>
                  <a:cubicBezTo>
                    <a:pt x="17" y="191"/>
                    <a:pt x="33" y="224"/>
                    <a:pt x="50" y="244"/>
                  </a:cubicBezTo>
                  <a:cubicBezTo>
                    <a:pt x="61" y="256"/>
                    <a:pt x="83" y="267"/>
                    <a:pt x="107" y="267"/>
                  </a:cubicBezTo>
                  <a:cubicBezTo>
                    <a:pt x="116" y="267"/>
                    <a:pt x="126" y="265"/>
                    <a:pt x="136" y="261"/>
                  </a:cubicBezTo>
                  <a:cubicBezTo>
                    <a:pt x="186" y="261"/>
                    <a:pt x="239" y="191"/>
                    <a:pt x="223" y="120"/>
                  </a:cubicBezTo>
                  <a:cubicBezTo>
                    <a:pt x="223" y="87"/>
                    <a:pt x="206" y="54"/>
                    <a:pt x="186" y="38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7" name="Google Shape;20687;p55"/>
            <p:cNvSpPr/>
            <p:nvPr/>
          </p:nvSpPr>
          <p:spPr>
            <a:xfrm>
              <a:off x="5078325" y="24953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33" y="17"/>
                    <a:pt x="0" y="71"/>
                    <a:pt x="17" y="157"/>
                  </a:cubicBezTo>
                  <a:cubicBezTo>
                    <a:pt x="17" y="190"/>
                    <a:pt x="33" y="207"/>
                    <a:pt x="50" y="240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3"/>
                    <a:pt x="190" y="17"/>
                  </a:cubicBezTo>
                  <a:cubicBezTo>
                    <a:pt x="169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8" name="Google Shape;20688;p55"/>
            <p:cNvSpPr/>
            <p:nvPr/>
          </p:nvSpPr>
          <p:spPr>
            <a:xfrm>
              <a:off x="5085625" y="24781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1"/>
                  </a:moveTo>
                  <a:cubicBezTo>
                    <a:pt x="34" y="1"/>
                    <a:pt x="1" y="71"/>
                    <a:pt x="1" y="141"/>
                  </a:cubicBezTo>
                  <a:cubicBezTo>
                    <a:pt x="1" y="174"/>
                    <a:pt x="17" y="207"/>
                    <a:pt x="50" y="228"/>
                  </a:cubicBezTo>
                  <a:cubicBezTo>
                    <a:pt x="67" y="261"/>
                    <a:pt x="104" y="261"/>
                    <a:pt x="120" y="261"/>
                  </a:cubicBezTo>
                  <a:cubicBezTo>
                    <a:pt x="153" y="244"/>
                    <a:pt x="186" y="228"/>
                    <a:pt x="207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7" y="38"/>
                    <a:pt x="170" y="22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9" name="Google Shape;20689;p55"/>
            <p:cNvSpPr/>
            <p:nvPr/>
          </p:nvSpPr>
          <p:spPr>
            <a:xfrm>
              <a:off x="5088625" y="25106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lnTo>
                    <a:pt x="66" y="8"/>
                  </a:lnTo>
                  <a:cubicBezTo>
                    <a:pt x="33" y="41"/>
                    <a:pt x="0" y="94"/>
                    <a:pt x="17" y="144"/>
                  </a:cubicBezTo>
                  <a:cubicBezTo>
                    <a:pt x="17" y="181"/>
                    <a:pt x="33" y="214"/>
                    <a:pt x="50" y="231"/>
                  </a:cubicBezTo>
                  <a:cubicBezTo>
                    <a:pt x="66" y="268"/>
                    <a:pt x="103" y="268"/>
                    <a:pt x="136" y="268"/>
                  </a:cubicBezTo>
                  <a:cubicBezTo>
                    <a:pt x="190" y="247"/>
                    <a:pt x="240" y="181"/>
                    <a:pt x="223" y="111"/>
                  </a:cubicBezTo>
                  <a:lnTo>
                    <a:pt x="223" y="78"/>
                  </a:lnTo>
                  <a:cubicBezTo>
                    <a:pt x="207" y="41"/>
                    <a:pt x="190" y="24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0" name="Google Shape;20690;p55"/>
            <p:cNvSpPr/>
            <p:nvPr/>
          </p:nvSpPr>
          <p:spPr>
            <a:xfrm>
              <a:off x="5064100" y="24529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0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17" y="50"/>
                    <a:pt x="0" y="83"/>
                    <a:pt x="0" y="120"/>
                  </a:cubicBezTo>
                  <a:cubicBezTo>
                    <a:pt x="0" y="153"/>
                    <a:pt x="17" y="186"/>
                    <a:pt x="37" y="223"/>
                  </a:cubicBezTo>
                  <a:cubicBezTo>
                    <a:pt x="54" y="240"/>
                    <a:pt x="70" y="256"/>
                    <a:pt x="103" y="256"/>
                  </a:cubicBezTo>
                  <a:cubicBezTo>
                    <a:pt x="114" y="261"/>
                    <a:pt x="123" y="263"/>
                    <a:pt x="131" y="263"/>
                  </a:cubicBezTo>
                  <a:cubicBezTo>
                    <a:pt x="151" y="263"/>
                    <a:pt x="167" y="252"/>
                    <a:pt x="190" y="240"/>
                  </a:cubicBezTo>
                  <a:cubicBezTo>
                    <a:pt x="223" y="186"/>
                    <a:pt x="243" y="104"/>
                    <a:pt x="206" y="50"/>
                  </a:cubicBezTo>
                  <a:cubicBezTo>
                    <a:pt x="190" y="34"/>
                    <a:pt x="173" y="17"/>
                    <a:pt x="157" y="17"/>
                  </a:cubicBezTo>
                  <a:cubicBezTo>
                    <a:pt x="157" y="1"/>
                    <a:pt x="140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1" name="Google Shape;20691;p55"/>
            <p:cNvSpPr/>
            <p:nvPr/>
          </p:nvSpPr>
          <p:spPr>
            <a:xfrm>
              <a:off x="5082125" y="252855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13" y="1"/>
                  </a:moveTo>
                  <a:cubicBezTo>
                    <a:pt x="72" y="1"/>
                    <a:pt x="32" y="32"/>
                    <a:pt x="17" y="84"/>
                  </a:cubicBezTo>
                  <a:cubicBezTo>
                    <a:pt x="1" y="149"/>
                    <a:pt x="17" y="220"/>
                    <a:pt x="87" y="253"/>
                  </a:cubicBezTo>
                  <a:cubicBezTo>
                    <a:pt x="97" y="256"/>
                    <a:pt x="108" y="258"/>
                    <a:pt x="118" y="258"/>
                  </a:cubicBezTo>
                  <a:cubicBezTo>
                    <a:pt x="164" y="258"/>
                    <a:pt x="210" y="224"/>
                    <a:pt x="223" y="170"/>
                  </a:cubicBezTo>
                  <a:cubicBezTo>
                    <a:pt x="244" y="116"/>
                    <a:pt x="207" y="30"/>
                    <a:pt x="157" y="13"/>
                  </a:cubicBezTo>
                  <a:cubicBezTo>
                    <a:pt x="143" y="5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2" name="Google Shape;20692;p55"/>
            <p:cNvSpPr/>
            <p:nvPr/>
          </p:nvSpPr>
          <p:spPr>
            <a:xfrm>
              <a:off x="5097600" y="2569700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7" y="0"/>
                    <a:pt x="0" y="70"/>
                    <a:pt x="0" y="136"/>
                  </a:cubicBezTo>
                  <a:cubicBezTo>
                    <a:pt x="17" y="190"/>
                    <a:pt x="37" y="223"/>
                    <a:pt x="70" y="239"/>
                  </a:cubicBezTo>
                  <a:cubicBezTo>
                    <a:pt x="87" y="239"/>
                    <a:pt x="103" y="256"/>
                    <a:pt x="140" y="256"/>
                  </a:cubicBezTo>
                  <a:cubicBezTo>
                    <a:pt x="157" y="239"/>
                    <a:pt x="190" y="223"/>
                    <a:pt x="206" y="206"/>
                  </a:cubicBezTo>
                  <a:cubicBezTo>
                    <a:pt x="223" y="173"/>
                    <a:pt x="223" y="136"/>
                    <a:pt x="223" y="103"/>
                  </a:cubicBezTo>
                  <a:cubicBezTo>
                    <a:pt x="223" y="70"/>
                    <a:pt x="206" y="33"/>
                    <a:pt x="190" y="17"/>
                  </a:cubicBezTo>
                  <a:cubicBezTo>
                    <a:pt x="173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3" name="Google Shape;20693;p55"/>
            <p:cNvSpPr/>
            <p:nvPr/>
          </p:nvSpPr>
          <p:spPr>
            <a:xfrm>
              <a:off x="5219125" y="2577825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40" y="1"/>
                  </a:moveTo>
                  <a:cubicBezTo>
                    <a:pt x="103" y="1"/>
                    <a:pt x="87" y="1"/>
                    <a:pt x="54" y="17"/>
                  </a:cubicBezTo>
                  <a:cubicBezTo>
                    <a:pt x="21" y="71"/>
                    <a:pt x="0" y="157"/>
                    <a:pt x="37" y="207"/>
                  </a:cubicBezTo>
                  <a:cubicBezTo>
                    <a:pt x="54" y="240"/>
                    <a:pt x="87" y="261"/>
                    <a:pt x="124" y="261"/>
                  </a:cubicBezTo>
                  <a:cubicBezTo>
                    <a:pt x="140" y="261"/>
                    <a:pt x="173" y="261"/>
                    <a:pt x="190" y="223"/>
                  </a:cubicBezTo>
                  <a:cubicBezTo>
                    <a:pt x="243" y="190"/>
                    <a:pt x="260" y="104"/>
                    <a:pt x="206" y="54"/>
                  </a:cubicBezTo>
                  <a:cubicBezTo>
                    <a:pt x="206" y="34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4" name="Google Shape;20694;p55"/>
            <p:cNvSpPr/>
            <p:nvPr/>
          </p:nvSpPr>
          <p:spPr>
            <a:xfrm>
              <a:off x="5091600" y="2461475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37" y="0"/>
                  </a:moveTo>
                  <a:cubicBezTo>
                    <a:pt x="121" y="0"/>
                    <a:pt x="88" y="0"/>
                    <a:pt x="71" y="17"/>
                  </a:cubicBezTo>
                  <a:cubicBezTo>
                    <a:pt x="17" y="70"/>
                    <a:pt x="1" y="153"/>
                    <a:pt x="50" y="206"/>
                  </a:cubicBezTo>
                  <a:cubicBezTo>
                    <a:pt x="71" y="239"/>
                    <a:pt x="88" y="256"/>
                    <a:pt x="121" y="256"/>
                  </a:cubicBezTo>
                  <a:cubicBezTo>
                    <a:pt x="154" y="256"/>
                    <a:pt x="174" y="239"/>
                    <a:pt x="207" y="223"/>
                  </a:cubicBezTo>
                  <a:cubicBezTo>
                    <a:pt x="240" y="190"/>
                    <a:pt x="257" y="103"/>
                    <a:pt x="224" y="50"/>
                  </a:cubicBezTo>
                  <a:cubicBezTo>
                    <a:pt x="207" y="33"/>
                    <a:pt x="191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5" name="Google Shape;20695;p55"/>
            <p:cNvSpPr/>
            <p:nvPr/>
          </p:nvSpPr>
          <p:spPr>
            <a:xfrm>
              <a:off x="5094200" y="25400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64" y="256"/>
                    <a:pt x="85" y="267"/>
                    <a:pt x="107" y="267"/>
                  </a:cubicBezTo>
                  <a:cubicBezTo>
                    <a:pt x="117" y="267"/>
                    <a:pt x="126" y="265"/>
                    <a:pt x="136" y="260"/>
                  </a:cubicBezTo>
                  <a:cubicBezTo>
                    <a:pt x="190" y="260"/>
                    <a:pt x="239" y="190"/>
                    <a:pt x="223" y="124"/>
                  </a:cubicBezTo>
                  <a:cubicBezTo>
                    <a:pt x="223" y="87"/>
                    <a:pt x="206" y="54"/>
                    <a:pt x="190" y="38"/>
                  </a:cubicBezTo>
                  <a:cubicBezTo>
                    <a:pt x="173" y="21"/>
                    <a:pt x="173" y="21"/>
                    <a:pt x="153" y="21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6" name="Google Shape;20696;p55"/>
            <p:cNvSpPr/>
            <p:nvPr/>
          </p:nvSpPr>
          <p:spPr>
            <a:xfrm>
              <a:off x="5082550" y="25709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3" y="1"/>
                  </a:moveTo>
                  <a:cubicBezTo>
                    <a:pt x="70" y="21"/>
                    <a:pt x="37" y="38"/>
                    <a:pt x="21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21" y="190"/>
                    <a:pt x="21" y="227"/>
                    <a:pt x="54" y="244"/>
                  </a:cubicBezTo>
                  <a:cubicBezTo>
                    <a:pt x="65" y="255"/>
                    <a:pt x="85" y="267"/>
                    <a:pt x="109" y="267"/>
                  </a:cubicBezTo>
                  <a:cubicBezTo>
                    <a:pt x="119" y="267"/>
                    <a:pt x="129" y="265"/>
                    <a:pt x="140" y="260"/>
                  </a:cubicBezTo>
                  <a:cubicBezTo>
                    <a:pt x="190" y="260"/>
                    <a:pt x="243" y="190"/>
                    <a:pt x="227" y="124"/>
                  </a:cubicBezTo>
                  <a:cubicBezTo>
                    <a:pt x="227" y="87"/>
                    <a:pt x="206" y="54"/>
                    <a:pt x="173" y="38"/>
                  </a:cubicBezTo>
                  <a:cubicBezTo>
                    <a:pt x="173" y="21"/>
                    <a:pt x="173" y="21"/>
                    <a:pt x="157" y="21"/>
                  </a:cubicBezTo>
                  <a:cubicBezTo>
                    <a:pt x="140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7" name="Google Shape;20697;p55"/>
            <p:cNvSpPr/>
            <p:nvPr/>
          </p:nvSpPr>
          <p:spPr>
            <a:xfrm>
              <a:off x="5072225" y="255762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04" y="1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1" y="190"/>
                    <a:pt x="38" y="223"/>
                    <a:pt x="54" y="244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1" y="244"/>
                    <a:pt x="244" y="190"/>
                    <a:pt x="228" y="104"/>
                  </a:cubicBezTo>
                  <a:cubicBezTo>
                    <a:pt x="228" y="71"/>
                    <a:pt x="207" y="54"/>
                    <a:pt x="191" y="17"/>
                  </a:cubicBezTo>
                  <a:lnTo>
                    <a:pt x="158" y="17"/>
                  </a:ln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8" name="Google Shape;20698;p55"/>
            <p:cNvSpPr/>
            <p:nvPr/>
          </p:nvSpPr>
          <p:spPr>
            <a:xfrm>
              <a:off x="5073575" y="2541650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5" y="1"/>
                  </a:moveTo>
                  <a:cubicBezTo>
                    <a:pt x="98" y="1"/>
                    <a:pt x="47" y="33"/>
                    <a:pt x="33" y="91"/>
                  </a:cubicBezTo>
                  <a:cubicBezTo>
                    <a:pt x="0" y="161"/>
                    <a:pt x="33" y="227"/>
                    <a:pt x="87" y="244"/>
                  </a:cubicBezTo>
                  <a:cubicBezTo>
                    <a:pt x="105" y="254"/>
                    <a:pt x="122" y="259"/>
                    <a:pt x="138" y="259"/>
                  </a:cubicBezTo>
                  <a:cubicBezTo>
                    <a:pt x="181" y="259"/>
                    <a:pt x="216" y="226"/>
                    <a:pt x="240" y="178"/>
                  </a:cubicBezTo>
                  <a:cubicBezTo>
                    <a:pt x="256" y="108"/>
                    <a:pt x="223" y="38"/>
                    <a:pt x="174" y="5"/>
                  </a:cubicBezTo>
                  <a:cubicBezTo>
                    <a:pt x="165" y="2"/>
                    <a:pt x="155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9" name="Google Shape;20699;p55"/>
            <p:cNvSpPr/>
            <p:nvPr/>
          </p:nvSpPr>
          <p:spPr>
            <a:xfrm>
              <a:off x="5071400" y="2604950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120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1" y="83"/>
                    <a:pt x="1" y="153"/>
                    <a:pt x="34" y="223"/>
                  </a:cubicBezTo>
                  <a:cubicBezTo>
                    <a:pt x="54" y="239"/>
                    <a:pt x="71" y="256"/>
                    <a:pt x="104" y="256"/>
                  </a:cubicBezTo>
                  <a:cubicBezTo>
                    <a:pt x="114" y="261"/>
                    <a:pt x="122" y="263"/>
                    <a:pt x="130" y="263"/>
                  </a:cubicBezTo>
                  <a:cubicBezTo>
                    <a:pt x="150" y="263"/>
                    <a:pt x="167" y="251"/>
                    <a:pt x="191" y="239"/>
                  </a:cubicBezTo>
                  <a:cubicBezTo>
                    <a:pt x="207" y="206"/>
                    <a:pt x="224" y="186"/>
                    <a:pt x="224" y="153"/>
                  </a:cubicBezTo>
                  <a:cubicBezTo>
                    <a:pt x="224" y="120"/>
                    <a:pt x="224" y="83"/>
                    <a:pt x="207" y="50"/>
                  </a:cubicBezTo>
                  <a:cubicBezTo>
                    <a:pt x="191" y="33"/>
                    <a:pt x="174" y="17"/>
                    <a:pt x="158" y="17"/>
                  </a:cubicBezTo>
                  <a:cubicBezTo>
                    <a:pt x="158" y="17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0" name="Google Shape;20700;p55"/>
            <p:cNvSpPr/>
            <p:nvPr/>
          </p:nvSpPr>
          <p:spPr>
            <a:xfrm>
              <a:off x="5078325" y="2589900"/>
              <a:ext cx="5575" cy="6575"/>
            </a:xfrm>
            <a:custGeom>
              <a:avLst/>
              <a:gdLst/>
              <a:ahLst/>
              <a:cxnLst/>
              <a:rect l="l" t="t" r="r" b="b"/>
              <a:pathLst>
                <a:path w="223" h="263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17" y="223"/>
                    <a:pt x="50" y="239"/>
                  </a:cubicBezTo>
                  <a:cubicBezTo>
                    <a:pt x="61" y="251"/>
                    <a:pt x="83" y="263"/>
                    <a:pt x="107" y="263"/>
                  </a:cubicBezTo>
                  <a:cubicBezTo>
                    <a:pt x="117" y="263"/>
                    <a:pt x="127" y="261"/>
                    <a:pt x="136" y="256"/>
                  </a:cubicBezTo>
                  <a:cubicBezTo>
                    <a:pt x="153" y="256"/>
                    <a:pt x="190" y="239"/>
                    <a:pt x="206" y="206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1" name="Google Shape;20701;p55"/>
            <p:cNvSpPr/>
            <p:nvPr/>
          </p:nvSpPr>
          <p:spPr>
            <a:xfrm>
              <a:off x="5070175" y="2577425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20" y="0"/>
                  </a:moveTo>
                  <a:cubicBezTo>
                    <a:pt x="83" y="0"/>
                    <a:pt x="50" y="17"/>
                    <a:pt x="33" y="33"/>
                  </a:cubicBezTo>
                  <a:cubicBezTo>
                    <a:pt x="17" y="50"/>
                    <a:pt x="0" y="87"/>
                    <a:pt x="0" y="120"/>
                  </a:cubicBezTo>
                  <a:cubicBezTo>
                    <a:pt x="0" y="153"/>
                    <a:pt x="0" y="190"/>
                    <a:pt x="17" y="223"/>
                  </a:cubicBezTo>
                  <a:cubicBezTo>
                    <a:pt x="35" y="252"/>
                    <a:pt x="64" y="265"/>
                    <a:pt x="95" y="265"/>
                  </a:cubicBezTo>
                  <a:cubicBezTo>
                    <a:pt x="120" y="265"/>
                    <a:pt x="147" y="256"/>
                    <a:pt x="169" y="239"/>
                  </a:cubicBezTo>
                  <a:cubicBezTo>
                    <a:pt x="223" y="190"/>
                    <a:pt x="223" y="103"/>
                    <a:pt x="186" y="50"/>
                  </a:cubicBezTo>
                  <a:cubicBezTo>
                    <a:pt x="169" y="33"/>
                    <a:pt x="153" y="17"/>
                    <a:pt x="136" y="17"/>
                  </a:cubicBezTo>
                  <a:cubicBezTo>
                    <a:pt x="136" y="0"/>
                    <a:pt x="120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2" name="Google Shape;20702;p55"/>
            <p:cNvSpPr/>
            <p:nvPr/>
          </p:nvSpPr>
          <p:spPr>
            <a:xfrm>
              <a:off x="5073150" y="2511075"/>
              <a:ext cx="6025" cy="6700"/>
            </a:xfrm>
            <a:custGeom>
              <a:avLst/>
              <a:gdLst/>
              <a:ahLst/>
              <a:cxnLst/>
              <a:rect l="l" t="t" r="r" b="b"/>
              <a:pathLst>
                <a:path w="241" h="268" extrusionOk="0">
                  <a:moveTo>
                    <a:pt x="108" y="1"/>
                  </a:moveTo>
                  <a:cubicBezTo>
                    <a:pt x="84" y="1"/>
                    <a:pt x="62" y="12"/>
                    <a:pt x="50" y="24"/>
                  </a:cubicBezTo>
                  <a:cubicBezTo>
                    <a:pt x="1" y="77"/>
                    <a:pt x="1" y="164"/>
                    <a:pt x="34" y="214"/>
                  </a:cubicBezTo>
                  <a:cubicBezTo>
                    <a:pt x="50" y="230"/>
                    <a:pt x="88" y="251"/>
                    <a:pt x="104" y="267"/>
                  </a:cubicBezTo>
                  <a:cubicBezTo>
                    <a:pt x="137" y="267"/>
                    <a:pt x="170" y="251"/>
                    <a:pt x="191" y="230"/>
                  </a:cubicBezTo>
                  <a:cubicBezTo>
                    <a:pt x="240" y="181"/>
                    <a:pt x="240" y="110"/>
                    <a:pt x="207" y="45"/>
                  </a:cubicBezTo>
                  <a:cubicBezTo>
                    <a:pt x="191" y="24"/>
                    <a:pt x="170" y="7"/>
                    <a:pt x="154" y="7"/>
                  </a:cubicBezTo>
                  <a:lnTo>
                    <a:pt x="137" y="7"/>
                  </a:lnTo>
                  <a:cubicBezTo>
                    <a:pt x="127" y="3"/>
                    <a:pt x="117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3" name="Google Shape;20703;p55"/>
            <p:cNvSpPr/>
            <p:nvPr/>
          </p:nvSpPr>
          <p:spPr>
            <a:xfrm>
              <a:off x="5076975" y="24658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04" y="0"/>
                  </a:moveTo>
                  <a:cubicBezTo>
                    <a:pt x="38" y="17"/>
                    <a:pt x="1" y="66"/>
                    <a:pt x="1" y="153"/>
                  </a:cubicBezTo>
                  <a:cubicBezTo>
                    <a:pt x="17" y="186"/>
                    <a:pt x="17" y="206"/>
                    <a:pt x="54" y="239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57" y="256"/>
                    <a:pt x="190" y="239"/>
                    <a:pt x="207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7" y="50"/>
                    <a:pt x="174" y="17"/>
                  </a:cubicBezTo>
                  <a:lnTo>
                    <a:pt x="1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4" name="Google Shape;20704;p55"/>
            <p:cNvSpPr/>
            <p:nvPr/>
          </p:nvSpPr>
          <p:spPr>
            <a:xfrm>
              <a:off x="5070175" y="24807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83" y="0"/>
                    <a:pt x="50" y="3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43"/>
                    <a:pt x="83" y="260"/>
                    <a:pt x="120" y="260"/>
                  </a:cubicBezTo>
                  <a:cubicBezTo>
                    <a:pt x="136" y="260"/>
                    <a:pt x="169" y="260"/>
                    <a:pt x="186" y="243"/>
                  </a:cubicBezTo>
                  <a:cubicBezTo>
                    <a:pt x="223" y="206"/>
                    <a:pt x="223" y="173"/>
                    <a:pt x="240" y="140"/>
                  </a:cubicBezTo>
                  <a:cubicBezTo>
                    <a:pt x="240" y="103"/>
                    <a:pt x="223" y="70"/>
                    <a:pt x="207" y="54"/>
                  </a:cubicBezTo>
                  <a:cubicBezTo>
                    <a:pt x="207" y="37"/>
                    <a:pt x="186" y="21"/>
                    <a:pt x="169" y="21"/>
                  </a:cubicBezTo>
                  <a:cubicBezTo>
                    <a:pt x="153" y="0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5" name="Google Shape;20705;p55"/>
            <p:cNvSpPr/>
            <p:nvPr/>
          </p:nvSpPr>
          <p:spPr>
            <a:xfrm>
              <a:off x="5060700" y="259270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70" y="8"/>
                    <a:pt x="33" y="24"/>
                    <a:pt x="17" y="57"/>
                  </a:cubicBezTo>
                  <a:cubicBezTo>
                    <a:pt x="0" y="78"/>
                    <a:pt x="0" y="111"/>
                    <a:pt x="0" y="144"/>
                  </a:cubicBezTo>
                  <a:cubicBezTo>
                    <a:pt x="0" y="181"/>
                    <a:pt x="17" y="214"/>
                    <a:pt x="50" y="230"/>
                  </a:cubicBezTo>
                  <a:cubicBezTo>
                    <a:pt x="70" y="247"/>
                    <a:pt x="103" y="263"/>
                    <a:pt x="136" y="263"/>
                  </a:cubicBezTo>
                  <a:cubicBezTo>
                    <a:pt x="190" y="247"/>
                    <a:pt x="223" y="181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3" y="8"/>
                  </a:ln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6" name="Google Shape;20706;p55"/>
            <p:cNvSpPr/>
            <p:nvPr/>
          </p:nvSpPr>
          <p:spPr>
            <a:xfrm>
              <a:off x="5058950" y="2560625"/>
              <a:ext cx="6500" cy="6500"/>
            </a:xfrm>
            <a:custGeom>
              <a:avLst/>
              <a:gdLst/>
              <a:ahLst/>
              <a:cxnLst/>
              <a:rect l="l" t="t" r="r" b="b"/>
              <a:pathLst>
                <a:path w="260" h="260" extrusionOk="0">
                  <a:moveTo>
                    <a:pt x="140" y="0"/>
                  </a:moveTo>
                  <a:cubicBezTo>
                    <a:pt x="103" y="0"/>
                    <a:pt x="87" y="0"/>
                    <a:pt x="54" y="37"/>
                  </a:cubicBezTo>
                  <a:cubicBezTo>
                    <a:pt x="17" y="70"/>
                    <a:pt x="0" y="157"/>
                    <a:pt x="37" y="206"/>
                  </a:cubicBezTo>
                  <a:cubicBezTo>
                    <a:pt x="54" y="244"/>
                    <a:pt x="87" y="260"/>
                    <a:pt x="120" y="260"/>
                  </a:cubicBezTo>
                  <a:cubicBezTo>
                    <a:pt x="140" y="260"/>
                    <a:pt x="173" y="260"/>
                    <a:pt x="190" y="227"/>
                  </a:cubicBezTo>
                  <a:cubicBezTo>
                    <a:pt x="243" y="190"/>
                    <a:pt x="260" y="103"/>
                    <a:pt x="206" y="54"/>
                  </a:cubicBezTo>
                  <a:cubicBezTo>
                    <a:pt x="206" y="37"/>
                    <a:pt x="190" y="21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7" name="Google Shape;20707;p55"/>
            <p:cNvSpPr/>
            <p:nvPr/>
          </p:nvSpPr>
          <p:spPr>
            <a:xfrm>
              <a:off x="5060700" y="24678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50" y="21"/>
                    <a:pt x="0" y="87"/>
                    <a:pt x="17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76" y="256"/>
                    <a:pt x="92" y="267"/>
                    <a:pt x="111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206" y="260"/>
                    <a:pt x="239" y="190"/>
                    <a:pt x="223" y="124"/>
                  </a:cubicBezTo>
                  <a:cubicBezTo>
                    <a:pt x="223" y="71"/>
                    <a:pt x="190" y="38"/>
                    <a:pt x="153" y="21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8" name="Google Shape;20708;p55"/>
            <p:cNvSpPr/>
            <p:nvPr/>
          </p:nvSpPr>
          <p:spPr>
            <a:xfrm>
              <a:off x="5055525" y="2483325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71" y="21"/>
                    <a:pt x="34" y="37"/>
                    <a:pt x="17" y="54"/>
                  </a:cubicBezTo>
                  <a:cubicBezTo>
                    <a:pt x="1" y="87"/>
                    <a:pt x="1" y="124"/>
                    <a:pt x="1" y="157"/>
                  </a:cubicBezTo>
                  <a:cubicBezTo>
                    <a:pt x="1" y="190"/>
                    <a:pt x="17" y="227"/>
                    <a:pt x="50" y="243"/>
                  </a:cubicBezTo>
                  <a:cubicBezTo>
                    <a:pt x="65" y="255"/>
                    <a:pt x="86" y="267"/>
                    <a:pt x="108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91" y="260"/>
                    <a:pt x="224" y="190"/>
                    <a:pt x="224" y="124"/>
                  </a:cubicBezTo>
                  <a:cubicBezTo>
                    <a:pt x="224" y="87"/>
                    <a:pt x="207" y="54"/>
                    <a:pt x="174" y="37"/>
                  </a:cubicBezTo>
                  <a:cubicBezTo>
                    <a:pt x="174" y="21"/>
                    <a:pt x="154" y="21"/>
                    <a:pt x="154" y="21"/>
                  </a:cubicBezTo>
                  <a:cubicBezTo>
                    <a:pt x="137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9" name="Google Shape;20709;p55"/>
            <p:cNvSpPr/>
            <p:nvPr/>
          </p:nvSpPr>
          <p:spPr>
            <a:xfrm>
              <a:off x="5059350" y="25443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4" y="1"/>
                  </a:moveTo>
                  <a:cubicBezTo>
                    <a:pt x="54" y="17"/>
                    <a:pt x="1" y="87"/>
                    <a:pt x="21" y="158"/>
                  </a:cubicBezTo>
                  <a:cubicBezTo>
                    <a:pt x="21" y="191"/>
                    <a:pt x="38" y="223"/>
                    <a:pt x="54" y="240"/>
                  </a:cubicBezTo>
                  <a:cubicBezTo>
                    <a:pt x="78" y="255"/>
                    <a:pt x="93" y="267"/>
                    <a:pt x="113" y="267"/>
                  </a:cubicBezTo>
                  <a:cubicBezTo>
                    <a:pt x="121" y="267"/>
                    <a:pt x="130" y="265"/>
                    <a:pt x="141" y="261"/>
                  </a:cubicBezTo>
                  <a:cubicBezTo>
                    <a:pt x="207" y="261"/>
                    <a:pt x="244" y="191"/>
                    <a:pt x="227" y="120"/>
                  </a:cubicBezTo>
                  <a:cubicBezTo>
                    <a:pt x="227" y="87"/>
                    <a:pt x="207" y="54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0" name="Google Shape;20710;p55"/>
            <p:cNvSpPr/>
            <p:nvPr/>
          </p:nvSpPr>
          <p:spPr>
            <a:xfrm>
              <a:off x="5052950" y="2670600"/>
              <a:ext cx="2600" cy="6525"/>
            </a:xfrm>
            <a:custGeom>
              <a:avLst/>
              <a:gdLst/>
              <a:ahLst/>
              <a:cxnLst/>
              <a:rect l="l" t="t" r="r" b="b"/>
              <a:pathLst>
                <a:path w="104" h="261" extrusionOk="0">
                  <a:moveTo>
                    <a:pt x="1" y="0"/>
                  </a:moveTo>
                  <a:lnTo>
                    <a:pt x="1" y="260"/>
                  </a:lnTo>
                  <a:cubicBezTo>
                    <a:pt x="71" y="240"/>
                    <a:pt x="104" y="174"/>
                    <a:pt x="104" y="103"/>
                  </a:cubicBezTo>
                  <a:cubicBezTo>
                    <a:pt x="104" y="70"/>
                    <a:pt x="87" y="33"/>
                    <a:pt x="50" y="17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1" name="Google Shape;20711;p55"/>
            <p:cNvSpPr/>
            <p:nvPr/>
          </p:nvSpPr>
          <p:spPr>
            <a:xfrm>
              <a:off x="5095950" y="2616075"/>
              <a:ext cx="5575" cy="6625"/>
            </a:xfrm>
            <a:custGeom>
              <a:avLst/>
              <a:gdLst/>
              <a:ahLst/>
              <a:cxnLst/>
              <a:rect l="l" t="t" r="r" b="b"/>
              <a:pathLst>
                <a:path w="223" h="265" extrusionOk="0">
                  <a:moveTo>
                    <a:pt x="103" y="0"/>
                  </a:moveTo>
                  <a:cubicBezTo>
                    <a:pt x="66" y="17"/>
                    <a:pt x="33" y="33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0" y="190"/>
                    <a:pt x="17" y="223"/>
                    <a:pt x="50" y="240"/>
                  </a:cubicBezTo>
                  <a:cubicBezTo>
                    <a:pt x="61" y="251"/>
                    <a:pt x="83" y="265"/>
                    <a:pt x="100" y="265"/>
                  </a:cubicBezTo>
                  <a:cubicBezTo>
                    <a:pt x="108" y="265"/>
                    <a:pt x="115" y="262"/>
                    <a:pt x="120" y="256"/>
                  </a:cubicBezTo>
                  <a:cubicBezTo>
                    <a:pt x="186" y="256"/>
                    <a:pt x="223" y="190"/>
                    <a:pt x="223" y="120"/>
                  </a:cubicBezTo>
                  <a:cubicBezTo>
                    <a:pt x="223" y="87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2" name="Google Shape;20712;p55"/>
            <p:cNvSpPr/>
            <p:nvPr/>
          </p:nvSpPr>
          <p:spPr>
            <a:xfrm>
              <a:off x="5079550" y="26676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38" y="17"/>
                    <a:pt x="1" y="87"/>
                    <a:pt x="17" y="153"/>
                  </a:cubicBezTo>
                  <a:cubicBezTo>
                    <a:pt x="17" y="190"/>
                    <a:pt x="38" y="223"/>
                    <a:pt x="54" y="240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90" y="240"/>
                    <a:pt x="244" y="190"/>
                    <a:pt x="223" y="104"/>
                  </a:cubicBezTo>
                  <a:cubicBezTo>
                    <a:pt x="223" y="71"/>
                    <a:pt x="207" y="50"/>
                    <a:pt x="190" y="17"/>
                  </a:cubicBezTo>
                  <a:lnTo>
                    <a:pt x="157" y="17"/>
                  </a:ln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3" name="Google Shape;20713;p55"/>
            <p:cNvSpPr/>
            <p:nvPr/>
          </p:nvSpPr>
          <p:spPr>
            <a:xfrm>
              <a:off x="5066675" y="25276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03" y="1"/>
                  </a:moveTo>
                  <a:cubicBezTo>
                    <a:pt x="54" y="17"/>
                    <a:pt x="0" y="83"/>
                    <a:pt x="17" y="153"/>
                  </a:cubicBezTo>
                  <a:cubicBezTo>
                    <a:pt x="17" y="186"/>
                    <a:pt x="37" y="224"/>
                    <a:pt x="54" y="240"/>
                  </a:cubicBezTo>
                  <a:cubicBezTo>
                    <a:pt x="77" y="252"/>
                    <a:pt x="92" y="263"/>
                    <a:pt x="112" y="263"/>
                  </a:cubicBezTo>
                  <a:cubicBezTo>
                    <a:pt x="120" y="263"/>
                    <a:pt x="130" y="261"/>
                    <a:pt x="140" y="257"/>
                  </a:cubicBezTo>
                  <a:cubicBezTo>
                    <a:pt x="206" y="257"/>
                    <a:pt x="243" y="186"/>
                    <a:pt x="243" y="121"/>
                  </a:cubicBezTo>
                  <a:cubicBezTo>
                    <a:pt x="223" y="83"/>
                    <a:pt x="206" y="50"/>
                    <a:pt x="190" y="34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4" name="Google Shape;20714;p55"/>
            <p:cNvSpPr/>
            <p:nvPr/>
          </p:nvSpPr>
          <p:spPr>
            <a:xfrm>
              <a:off x="5059350" y="25139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13" y="0"/>
                  </a:moveTo>
                  <a:cubicBezTo>
                    <a:pt x="72" y="0"/>
                    <a:pt x="33" y="32"/>
                    <a:pt x="21" y="83"/>
                  </a:cubicBezTo>
                  <a:cubicBezTo>
                    <a:pt x="1" y="153"/>
                    <a:pt x="21" y="219"/>
                    <a:pt x="87" y="256"/>
                  </a:cubicBezTo>
                  <a:cubicBezTo>
                    <a:pt x="96" y="259"/>
                    <a:pt x="106" y="260"/>
                    <a:pt x="115" y="260"/>
                  </a:cubicBezTo>
                  <a:cubicBezTo>
                    <a:pt x="162" y="260"/>
                    <a:pt x="210" y="228"/>
                    <a:pt x="227" y="170"/>
                  </a:cubicBezTo>
                  <a:cubicBezTo>
                    <a:pt x="244" y="116"/>
                    <a:pt x="207" y="34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5" name="Google Shape;20715;p55"/>
            <p:cNvSpPr/>
            <p:nvPr/>
          </p:nvSpPr>
          <p:spPr>
            <a:xfrm>
              <a:off x="5052950" y="2628125"/>
              <a:ext cx="2600" cy="6000"/>
            </a:xfrm>
            <a:custGeom>
              <a:avLst/>
              <a:gdLst/>
              <a:ahLst/>
              <a:cxnLst/>
              <a:rect l="l" t="t" r="r" b="b"/>
              <a:pathLst>
                <a:path w="104" h="240" extrusionOk="0">
                  <a:moveTo>
                    <a:pt x="1" y="1"/>
                  </a:moveTo>
                  <a:lnTo>
                    <a:pt x="1" y="240"/>
                  </a:lnTo>
                  <a:cubicBezTo>
                    <a:pt x="34" y="240"/>
                    <a:pt x="71" y="207"/>
                    <a:pt x="87" y="170"/>
                  </a:cubicBezTo>
                  <a:cubicBezTo>
                    <a:pt x="104" y="104"/>
                    <a:pt x="71" y="17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6" name="Google Shape;20716;p55"/>
            <p:cNvSpPr/>
            <p:nvPr/>
          </p:nvSpPr>
          <p:spPr>
            <a:xfrm>
              <a:off x="5055950" y="26101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71" y="0"/>
                  </a:moveTo>
                  <a:cubicBezTo>
                    <a:pt x="33" y="33"/>
                    <a:pt x="0" y="83"/>
                    <a:pt x="0" y="136"/>
                  </a:cubicBezTo>
                  <a:cubicBezTo>
                    <a:pt x="17" y="169"/>
                    <a:pt x="17" y="206"/>
                    <a:pt x="54" y="223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39"/>
                    <a:pt x="240" y="169"/>
                    <a:pt x="223" y="103"/>
                  </a:cubicBezTo>
                  <a:lnTo>
                    <a:pt x="223" y="66"/>
                  </a:lnTo>
                  <a:cubicBezTo>
                    <a:pt x="207" y="33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7" name="Google Shape;20717;p55"/>
            <p:cNvSpPr/>
            <p:nvPr/>
          </p:nvSpPr>
          <p:spPr>
            <a:xfrm>
              <a:off x="5052950" y="257742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50" y="0"/>
                    <a:pt x="17" y="33"/>
                    <a:pt x="1" y="87"/>
                  </a:cubicBezTo>
                  <a:lnTo>
                    <a:pt x="1" y="173"/>
                  </a:lnTo>
                  <a:cubicBezTo>
                    <a:pt x="17" y="190"/>
                    <a:pt x="17" y="223"/>
                    <a:pt x="34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53" y="256"/>
                    <a:pt x="174" y="223"/>
                    <a:pt x="191" y="206"/>
                  </a:cubicBezTo>
                  <a:cubicBezTo>
                    <a:pt x="224" y="173"/>
                    <a:pt x="224" y="136"/>
                    <a:pt x="224" y="103"/>
                  </a:cubicBezTo>
                  <a:cubicBezTo>
                    <a:pt x="207" y="70"/>
                    <a:pt x="191" y="33"/>
                    <a:pt x="174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8" name="Google Shape;20718;p55"/>
            <p:cNvSpPr/>
            <p:nvPr/>
          </p:nvSpPr>
          <p:spPr>
            <a:xfrm>
              <a:off x="5099750" y="26464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9" y="1"/>
                  </a:moveTo>
                  <a:cubicBezTo>
                    <a:pt x="81" y="1"/>
                    <a:pt x="31" y="33"/>
                    <a:pt x="17" y="91"/>
                  </a:cubicBezTo>
                  <a:cubicBezTo>
                    <a:pt x="1" y="157"/>
                    <a:pt x="17" y="227"/>
                    <a:pt x="71" y="260"/>
                  </a:cubicBezTo>
                  <a:cubicBezTo>
                    <a:pt x="82" y="263"/>
                    <a:pt x="93" y="265"/>
                    <a:pt x="105" y="265"/>
                  </a:cubicBezTo>
                  <a:cubicBezTo>
                    <a:pt x="159" y="265"/>
                    <a:pt x="210" y="232"/>
                    <a:pt x="223" y="174"/>
                  </a:cubicBezTo>
                  <a:cubicBezTo>
                    <a:pt x="240" y="108"/>
                    <a:pt x="207" y="38"/>
                    <a:pt x="157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9" name="Google Shape;20719;p55"/>
            <p:cNvSpPr/>
            <p:nvPr/>
          </p:nvSpPr>
          <p:spPr>
            <a:xfrm>
              <a:off x="5052950" y="2500525"/>
              <a:ext cx="1275" cy="5600"/>
            </a:xfrm>
            <a:custGeom>
              <a:avLst/>
              <a:gdLst/>
              <a:ahLst/>
              <a:cxnLst/>
              <a:rect l="l" t="t" r="r" b="b"/>
              <a:pathLst>
                <a:path w="51" h="224" extrusionOk="0">
                  <a:moveTo>
                    <a:pt x="1" y="1"/>
                  </a:moveTo>
                  <a:lnTo>
                    <a:pt x="1" y="223"/>
                  </a:lnTo>
                  <a:lnTo>
                    <a:pt x="17" y="207"/>
                  </a:lnTo>
                  <a:cubicBezTo>
                    <a:pt x="34" y="190"/>
                    <a:pt x="50" y="157"/>
                    <a:pt x="50" y="120"/>
                  </a:cubicBezTo>
                  <a:cubicBezTo>
                    <a:pt x="50" y="87"/>
                    <a:pt x="50" y="54"/>
                    <a:pt x="34" y="34"/>
                  </a:cubicBezTo>
                  <a:cubicBezTo>
                    <a:pt x="17" y="17"/>
                    <a:pt x="17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0" name="Google Shape;20720;p55"/>
            <p:cNvSpPr/>
            <p:nvPr/>
          </p:nvSpPr>
          <p:spPr>
            <a:xfrm>
              <a:off x="5052950" y="2717400"/>
              <a:ext cx="1775" cy="5175"/>
            </a:xfrm>
            <a:custGeom>
              <a:avLst/>
              <a:gdLst/>
              <a:ahLst/>
              <a:cxnLst/>
              <a:rect l="l" t="t" r="r" b="b"/>
              <a:pathLst>
                <a:path w="71" h="207" extrusionOk="0">
                  <a:moveTo>
                    <a:pt x="1" y="0"/>
                  </a:moveTo>
                  <a:lnTo>
                    <a:pt x="1" y="206"/>
                  </a:lnTo>
                  <a:lnTo>
                    <a:pt x="17" y="206"/>
                  </a:lnTo>
                  <a:cubicBezTo>
                    <a:pt x="34" y="190"/>
                    <a:pt x="34" y="173"/>
                    <a:pt x="50" y="157"/>
                  </a:cubicBezTo>
                  <a:cubicBezTo>
                    <a:pt x="71" y="87"/>
                    <a:pt x="50" y="37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1" name="Google Shape;20721;p55"/>
            <p:cNvSpPr/>
            <p:nvPr/>
          </p:nvSpPr>
          <p:spPr>
            <a:xfrm>
              <a:off x="5052950" y="2529550"/>
              <a:ext cx="5200" cy="6575"/>
            </a:xfrm>
            <a:custGeom>
              <a:avLst/>
              <a:gdLst/>
              <a:ahLst/>
              <a:cxnLst/>
              <a:rect l="l" t="t" r="r" b="b"/>
              <a:pathLst>
                <a:path w="208" h="263" extrusionOk="0">
                  <a:moveTo>
                    <a:pt x="91" y="0"/>
                  </a:moveTo>
                  <a:cubicBezTo>
                    <a:pt x="61" y="0"/>
                    <a:pt x="25" y="16"/>
                    <a:pt x="1" y="44"/>
                  </a:cubicBezTo>
                  <a:lnTo>
                    <a:pt x="1" y="233"/>
                  </a:lnTo>
                  <a:cubicBezTo>
                    <a:pt x="17" y="233"/>
                    <a:pt x="17" y="250"/>
                    <a:pt x="34" y="250"/>
                  </a:cubicBezTo>
                  <a:cubicBezTo>
                    <a:pt x="52" y="258"/>
                    <a:pt x="70" y="263"/>
                    <a:pt x="85" y="263"/>
                  </a:cubicBezTo>
                  <a:cubicBezTo>
                    <a:pt x="129" y="263"/>
                    <a:pt x="163" y="231"/>
                    <a:pt x="191" y="180"/>
                  </a:cubicBezTo>
                  <a:cubicBezTo>
                    <a:pt x="207" y="109"/>
                    <a:pt x="174" y="44"/>
                    <a:pt x="120" y="6"/>
                  </a:cubicBezTo>
                  <a:cubicBezTo>
                    <a:pt x="112" y="2"/>
                    <a:pt x="102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2" name="Google Shape;20722;p55"/>
            <p:cNvSpPr/>
            <p:nvPr/>
          </p:nvSpPr>
          <p:spPr>
            <a:xfrm>
              <a:off x="5061100" y="24971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87" y="1"/>
                    <a:pt x="54" y="17"/>
                    <a:pt x="54" y="34"/>
                  </a:cubicBezTo>
                  <a:cubicBezTo>
                    <a:pt x="17" y="67"/>
                    <a:pt x="1" y="104"/>
                    <a:pt x="17" y="153"/>
                  </a:cubicBezTo>
                  <a:cubicBezTo>
                    <a:pt x="17" y="190"/>
                    <a:pt x="34" y="223"/>
                    <a:pt x="54" y="240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90" y="240"/>
                    <a:pt x="240" y="190"/>
                    <a:pt x="223" y="120"/>
                  </a:cubicBezTo>
                  <a:lnTo>
                    <a:pt x="223" y="104"/>
                  </a:lnTo>
                  <a:cubicBezTo>
                    <a:pt x="223" y="67"/>
                    <a:pt x="190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3" name="Google Shape;20723;p55"/>
            <p:cNvSpPr/>
            <p:nvPr/>
          </p:nvSpPr>
          <p:spPr>
            <a:xfrm>
              <a:off x="5137175" y="24864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66" y="1"/>
                    <a:pt x="50" y="34"/>
                  </a:cubicBezTo>
                  <a:cubicBezTo>
                    <a:pt x="17" y="50"/>
                    <a:pt x="17" y="83"/>
                    <a:pt x="0" y="120"/>
                  </a:cubicBezTo>
                  <a:cubicBezTo>
                    <a:pt x="0" y="153"/>
                    <a:pt x="17" y="186"/>
                    <a:pt x="33" y="207"/>
                  </a:cubicBezTo>
                  <a:cubicBezTo>
                    <a:pt x="50" y="240"/>
                    <a:pt x="66" y="256"/>
                    <a:pt x="103" y="256"/>
                  </a:cubicBezTo>
                  <a:cubicBezTo>
                    <a:pt x="136" y="256"/>
                    <a:pt x="169" y="256"/>
                    <a:pt x="186" y="223"/>
                  </a:cubicBezTo>
                  <a:cubicBezTo>
                    <a:pt x="239" y="186"/>
                    <a:pt x="239" y="104"/>
                    <a:pt x="206" y="50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4" name="Google Shape;20724;p55"/>
            <p:cNvSpPr/>
            <p:nvPr/>
          </p:nvSpPr>
          <p:spPr>
            <a:xfrm>
              <a:off x="5185200" y="260167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5" y="0"/>
                  </a:moveTo>
                  <a:cubicBezTo>
                    <a:pt x="117" y="0"/>
                    <a:pt x="109" y="2"/>
                    <a:pt x="104" y="7"/>
                  </a:cubicBezTo>
                  <a:cubicBezTo>
                    <a:pt x="54" y="7"/>
                    <a:pt x="1" y="78"/>
                    <a:pt x="17" y="148"/>
                  </a:cubicBezTo>
                  <a:cubicBezTo>
                    <a:pt x="17" y="181"/>
                    <a:pt x="38" y="214"/>
                    <a:pt x="54" y="234"/>
                  </a:cubicBezTo>
                  <a:cubicBezTo>
                    <a:pt x="87" y="251"/>
                    <a:pt x="120" y="267"/>
                    <a:pt x="141" y="267"/>
                  </a:cubicBezTo>
                  <a:cubicBezTo>
                    <a:pt x="207" y="251"/>
                    <a:pt x="244" y="181"/>
                    <a:pt x="244" y="110"/>
                  </a:cubicBezTo>
                  <a:cubicBezTo>
                    <a:pt x="223" y="78"/>
                    <a:pt x="207" y="45"/>
                    <a:pt x="190" y="28"/>
                  </a:cubicBezTo>
                  <a:lnTo>
                    <a:pt x="174" y="7"/>
                  </a:lnTo>
                  <a:cubicBezTo>
                    <a:pt x="163" y="7"/>
                    <a:pt x="143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5" name="Google Shape;20725;p55"/>
            <p:cNvSpPr/>
            <p:nvPr/>
          </p:nvSpPr>
          <p:spPr>
            <a:xfrm>
              <a:off x="5228175" y="25951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1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1" y="150"/>
                    <a:pt x="34" y="236"/>
                    <a:pt x="87" y="253"/>
                  </a:cubicBezTo>
                  <a:cubicBezTo>
                    <a:pt x="101" y="263"/>
                    <a:pt x="116" y="268"/>
                    <a:pt x="131" y="268"/>
                  </a:cubicBezTo>
                  <a:cubicBezTo>
                    <a:pt x="171" y="268"/>
                    <a:pt x="211" y="235"/>
                    <a:pt x="223" y="187"/>
                  </a:cubicBezTo>
                  <a:cubicBezTo>
                    <a:pt x="240" y="117"/>
                    <a:pt x="223" y="30"/>
                    <a:pt x="153" y="14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6" name="Google Shape;20726;p55"/>
            <p:cNvSpPr/>
            <p:nvPr/>
          </p:nvSpPr>
          <p:spPr>
            <a:xfrm>
              <a:off x="5177875" y="249197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04" y="0"/>
                  </a:moveTo>
                  <a:cubicBezTo>
                    <a:pt x="38" y="17"/>
                    <a:pt x="1" y="66"/>
                    <a:pt x="21" y="136"/>
                  </a:cubicBezTo>
                  <a:cubicBezTo>
                    <a:pt x="21" y="169"/>
                    <a:pt x="38" y="207"/>
                    <a:pt x="54" y="223"/>
                  </a:cubicBezTo>
                  <a:cubicBezTo>
                    <a:pt x="87" y="240"/>
                    <a:pt x="104" y="256"/>
                    <a:pt x="141" y="256"/>
                  </a:cubicBezTo>
                  <a:cubicBezTo>
                    <a:pt x="207" y="240"/>
                    <a:pt x="244" y="169"/>
                    <a:pt x="228" y="103"/>
                  </a:cubicBezTo>
                  <a:lnTo>
                    <a:pt x="228" y="66"/>
                  </a:lnTo>
                  <a:cubicBezTo>
                    <a:pt x="191" y="50"/>
                    <a:pt x="141" y="17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7" name="Google Shape;20727;p55"/>
            <p:cNvSpPr/>
            <p:nvPr/>
          </p:nvSpPr>
          <p:spPr>
            <a:xfrm>
              <a:off x="5228600" y="26379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70" y="0"/>
                    <a:pt x="54" y="21"/>
                    <a:pt x="33" y="54"/>
                  </a:cubicBezTo>
                  <a:cubicBezTo>
                    <a:pt x="17" y="71"/>
                    <a:pt x="0" y="104"/>
                    <a:pt x="17" y="141"/>
                  </a:cubicBezTo>
                  <a:cubicBezTo>
                    <a:pt x="17" y="174"/>
                    <a:pt x="33" y="207"/>
                    <a:pt x="54" y="227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4"/>
                  </a:cubicBezTo>
                  <a:cubicBezTo>
                    <a:pt x="223" y="71"/>
                    <a:pt x="206" y="38"/>
                    <a:pt x="190" y="21"/>
                  </a:cubicBezTo>
                  <a:cubicBezTo>
                    <a:pt x="173" y="21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8" name="Google Shape;20728;p55"/>
            <p:cNvSpPr/>
            <p:nvPr/>
          </p:nvSpPr>
          <p:spPr>
            <a:xfrm>
              <a:off x="5152625" y="2701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3" y="256"/>
                    <a:pt x="104" y="256"/>
                    <a:pt x="137" y="256"/>
                  </a:cubicBezTo>
                  <a:cubicBezTo>
                    <a:pt x="207" y="240"/>
                    <a:pt x="240" y="174"/>
                    <a:pt x="223" y="104"/>
                  </a:cubicBezTo>
                  <a:cubicBezTo>
                    <a:pt x="223" y="71"/>
                    <a:pt x="207" y="34"/>
                    <a:pt x="186" y="17"/>
                  </a:cubicBezTo>
                  <a:cubicBezTo>
                    <a:pt x="17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9" name="Google Shape;20729;p55"/>
            <p:cNvSpPr/>
            <p:nvPr/>
          </p:nvSpPr>
          <p:spPr>
            <a:xfrm>
              <a:off x="5138000" y="27019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6" y="256"/>
                    <a:pt x="92" y="267"/>
                    <a:pt x="111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153" y="260"/>
                    <a:pt x="190" y="244"/>
                    <a:pt x="206" y="207"/>
                  </a:cubicBezTo>
                  <a:cubicBezTo>
                    <a:pt x="223" y="190"/>
                    <a:pt x="223" y="157"/>
                    <a:pt x="223" y="120"/>
                  </a:cubicBezTo>
                  <a:cubicBezTo>
                    <a:pt x="223" y="87"/>
                    <a:pt x="206" y="54"/>
                    <a:pt x="190" y="38"/>
                  </a:cubicBezTo>
                  <a:cubicBezTo>
                    <a:pt x="173" y="17"/>
                    <a:pt x="173" y="17"/>
                    <a:pt x="153" y="17"/>
                  </a:cubicBezTo>
                  <a:lnTo>
                    <a:pt x="136" y="17"/>
                  </a:lnTo>
                  <a:cubicBezTo>
                    <a:pt x="12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0" name="Google Shape;20730;p55"/>
            <p:cNvSpPr/>
            <p:nvPr/>
          </p:nvSpPr>
          <p:spPr>
            <a:xfrm>
              <a:off x="5107075" y="26603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0"/>
                  </a:moveTo>
                  <a:cubicBezTo>
                    <a:pt x="50" y="17"/>
                    <a:pt x="0" y="87"/>
                    <a:pt x="17" y="157"/>
                  </a:cubicBezTo>
                  <a:cubicBezTo>
                    <a:pt x="17" y="190"/>
                    <a:pt x="33" y="223"/>
                    <a:pt x="50" y="239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207" y="239"/>
                    <a:pt x="240" y="190"/>
                    <a:pt x="223" y="103"/>
                  </a:cubicBezTo>
                  <a:cubicBezTo>
                    <a:pt x="223" y="70"/>
                    <a:pt x="207" y="54"/>
                    <a:pt x="190" y="17"/>
                  </a:cubicBezTo>
                  <a:lnTo>
                    <a:pt x="153" y="17"/>
                  </a:ln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1" name="Google Shape;20731;p55"/>
            <p:cNvSpPr/>
            <p:nvPr/>
          </p:nvSpPr>
          <p:spPr>
            <a:xfrm>
              <a:off x="5170675" y="26027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3" y="1"/>
                  </a:moveTo>
                  <a:cubicBezTo>
                    <a:pt x="33" y="17"/>
                    <a:pt x="0" y="87"/>
                    <a:pt x="17" y="153"/>
                  </a:cubicBezTo>
                  <a:cubicBezTo>
                    <a:pt x="17" y="190"/>
                    <a:pt x="33" y="223"/>
                    <a:pt x="66" y="240"/>
                  </a:cubicBezTo>
                  <a:cubicBezTo>
                    <a:pt x="78" y="251"/>
                    <a:pt x="92" y="263"/>
                    <a:pt x="110" y="263"/>
                  </a:cubicBezTo>
                  <a:cubicBezTo>
                    <a:pt x="118" y="263"/>
                    <a:pt x="127" y="261"/>
                    <a:pt x="136" y="256"/>
                  </a:cubicBezTo>
                  <a:cubicBezTo>
                    <a:pt x="169" y="256"/>
                    <a:pt x="186" y="240"/>
                    <a:pt x="206" y="207"/>
                  </a:cubicBezTo>
                  <a:cubicBezTo>
                    <a:pt x="223" y="190"/>
                    <a:pt x="239" y="153"/>
                    <a:pt x="223" y="120"/>
                  </a:cubicBezTo>
                  <a:cubicBezTo>
                    <a:pt x="223" y="87"/>
                    <a:pt x="206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lnTo>
                    <a:pt x="1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2" name="Google Shape;20732;p55"/>
            <p:cNvSpPr/>
            <p:nvPr/>
          </p:nvSpPr>
          <p:spPr>
            <a:xfrm>
              <a:off x="5115225" y="24717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70" y="17"/>
                    <a:pt x="54" y="33"/>
                    <a:pt x="33" y="50"/>
                  </a:cubicBezTo>
                  <a:cubicBezTo>
                    <a:pt x="17" y="87"/>
                    <a:pt x="0" y="120"/>
                    <a:pt x="17" y="153"/>
                  </a:cubicBezTo>
                  <a:cubicBezTo>
                    <a:pt x="17" y="190"/>
                    <a:pt x="33" y="223"/>
                    <a:pt x="54" y="239"/>
                  </a:cubicBezTo>
                  <a:cubicBezTo>
                    <a:pt x="65" y="251"/>
                    <a:pt x="85" y="265"/>
                    <a:pt x="107" y="265"/>
                  </a:cubicBezTo>
                  <a:cubicBezTo>
                    <a:pt x="116" y="265"/>
                    <a:pt x="126" y="262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3" name="Google Shape;20733;p55"/>
            <p:cNvSpPr/>
            <p:nvPr/>
          </p:nvSpPr>
          <p:spPr>
            <a:xfrm>
              <a:off x="5065025" y="26688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3" y="0"/>
                    <a:pt x="0" y="70"/>
                    <a:pt x="0" y="140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83" y="260"/>
                    <a:pt x="103" y="260"/>
                    <a:pt x="136" y="260"/>
                  </a:cubicBezTo>
                  <a:cubicBezTo>
                    <a:pt x="153" y="244"/>
                    <a:pt x="186" y="227"/>
                    <a:pt x="206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6" y="37"/>
                    <a:pt x="169" y="21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4" name="Google Shape;20734;p55"/>
            <p:cNvSpPr/>
            <p:nvPr/>
          </p:nvSpPr>
          <p:spPr>
            <a:xfrm>
              <a:off x="5165000" y="24945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4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0" y="87"/>
                    <a:pt x="0" y="153"/>
                    <a:pt x="38" y="223"/>
                  </a:cubicBezTo>
                  <a:cubicBezTo>
                    <a:pt x="54" y="240"/>
                    <a:pt x="71" y="256"/>
                    <a:pt x="104" y="256"/>
                  </a:cubicBezTo>
                  <a:cubicBezTo>
                    <a:pt x="114" y="261"/>
                    <a:pt x="124" y="263"/>
                    <a:pt x="132" y="263"/>
                  </a:cubicBezTo>
                  <a:cubicBezTo>
                    <a:pt x="152" y="263"/>
                    <a:pt x="167" y="251"/>
                    <a:pt x="190" y="240"/>
                  </a:cubicBezTo>
                  <a:cubicBezTo>
                    <a:pt x="244" y="190"/>
                    <a:pt x="244" y="104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57" y="17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5" name="Google Shape;20735;p55"/>
            <p:cNvSpPr/>
            <p:nvPr/>
          </p:nvSpPr>
          <p:spPr>
            <a:xfrm>
              <a:off x="5166350" y="25267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70" y="1"/>
                    <a:pt x="50" y="38"/>
                    <a:pt x="33" y="54"/>
                  </a:cubicBezTo>
                  <a:cubicBezTo>
                    <a:pt x="17" y="87"/>
                    <a:pt x="0" y="120"/>
                    <a:pt x="17" y="158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0" y="261"/>
                    <a:pt x="103" y="261"/>
                    <a:pt x="136" y="261"/>
                  </a:cubicBezTo>
                  <a:cubicBezTo>
                    <a:pt x="190" y="244"/>
                    <a:pt x="239" y="190"/>
                    <a:pt x="223" y="104"/>
                  </a:cubicBezTo>
                  <a:cubicBezTo>
                    <a:pt x="223" y="71"/>
                    <a:pt x="206" y="54"/>
                    <a:pt x="190" y="17"/>
                  </a:cubicBezTo>
                  <a:lnTo>
                    <a:pt x="153" y="17"/>
                  </a:ln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6" name="Google Shape;20736;p55"/>
            <p:cNvSpPr/>
            <p:nvPr/>
          </p:nvSpPr>
          <p:spPr>
            <a:xfrm>
              <a:off x="5161600" y="25439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4" y="0"/>
                  </a:moveTo>
                  <a:lnTo>
                    <a:pt x="87" y="17"/>
                  </a:lnTo>
                  <a:cubicBezTo>
                    <a:pt x="33" y="33"/>
                    <a:pt x="0" y="103"/>
                    <a:pt x="17" y="153"/>
                  </a:cubicBezTo>
                  <a:cubicBezTo>
                    <a:pt x="17" y="190"/>
                    <a:pt x="33" y="223"/>
                    <a:pt x="54" y="239"/>
                  </a:cubicBezTo>
                  <a:cubicBezTo>
                    <a:pt x="77" y="251"/>
                    <a:pt x="92" y="265"/>
                    <a:pt x="110" y="265"/>
                  </a:cubicBezTo>
                  <a:cubicBezTo>
                    <a:pt x="118" y="265"/>
                    <a:pt x="127" y="262"/>
                    <a:pt x="136" y="256"/>
                  </a:cubicBezTo>
                  <a:cubicBezTo>
                    <a:pt x="207" y="256"/>
                    <a:pt x="240" y="190"/>
                    <a:pt x="223" y="120"/>
                  </a:cubicBezTo>
                  <a:lnTo>
                    <a:pt x="223" y="87"/>
                  </a:lnTo>
                  <a:cubicBezTo>
                    <a:pt x="207" y="50"/>
                    <a:pt x="190" y="17"/>
                    <a:pt x="157" y="17"/>
                  </a:cubicBezTo>
                  <a:cubicBezTo>
                    <a:pt x="136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7" name="Google Shape;20737;p55"/>
            <p:cNvSpPr/>
            <p:nvPr/>
          </p:nvSpPr>
          <p:spPr>
            <a:xfrm>
              <a:off x="5158600" y="2511250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34" y="17"/>
                    <a:pt x="1" y="87"/>
                    <a:pt x="1" y="157"/>
                  </a:cubicBezTo>
                  <a:cubicBezTo>
                    <a:pt x="17" y="190"/>
                    <a:pt x="17" y="223"/>
                    <a:pt x="50" y="244"/>
                  </a:cubicBezTo>
                  <a:cubicBezTo>
                    <a:pt x="65" y="255"/>
                    <a:pt x="86" y="267"/>
                    <a:pt x="108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53" y="260"/>
                    <a:pt x="191" y="244"/>
                    <a:pt x="207" y="207"/>
                  </a:cubicBezTo>
                  <a:cubicBezTo>
                    <a:pt x="224" y="190"/>
                    <a:pt x="224" y="157"/>
                    <a:pt x="224" y="120"/>
                  </a:cubicBezTo>
                  <a:cubicBezTo>
                    <a:pt x="224" y="87"/>
                    <a:pt x="207" y="54"/>
                    <a:pt x="174" y="38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8" name="Google Shape;20738;p55"/>
            <p:cNvSpPr/>
            <p:nvPr/>
          </p:nvSpPr>
          <p:spPr>
            <a:xfrm>
              <a:off x="5145325" y="25911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17" y="141"/>
                  </a:cubicBezTo>
                  <a:cubicBezTo>
                    <a:pt x="17" y="174"/>
                    <a:pt x="33" y="207"/>
                    <a:pt x="49" y="22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69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9" name="Google Shape;20739;p55"/>
            <p:cNvSpPr/>
            <p:nvPr/>
          </p:nvSpPr>
          <p:spPr>
            <a:xfrm>
              <a:off x="5144375" y="2638450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41" y="0"/>
                  </a:moveTo>
                  <a:cubicBezTo>
                    <a:pt x="104" y="0"/>
                    <a:pt x="71" y="0"/>
                    <a:pt x="55" y="33"/>
                  </a:cubicBezTo>
                  <a:cubicBezTo>
                    <a:pt x="1" y="66"/>
                    <a:pt x="1" y="153"/>
                    <a:pt x="38" y="206"/>
                  </a:cubicBezTo>
                  <a:cubicBezTo>
                    <a:pt x="55" y="239"/>
                    <a:pt x="87" y="256"/>
                    <a:pt x="104" y="256"/>
                  </a:cubicBezTo>
                  <a:cubicBezTo>
                    <a:pt x="141" y="256"/>
                    <a:pt x="174" y="256"/>
                    <a:pt x="191" y="223"/>
                  </a:cubicBezTo>
                  <a:cubicBezTo>
                    <a:pt x="207" y="206"/>
                    <a:pt x="228" y="169"/>
                    <a:pt x="228" y="136"/>
                  </a:cubicBezTo>
                  <a:cubicBezTo>
                    <a:pt x="244" y="103"/>
                    <a:pt x="228" y="66"/>
                    <a:pt x="207" y="50"/>
                  </a:cubicBezTo>
                  <a:cubicBezTo>
                    <a:pt x="191" y="33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0" name="Google Shape;20740;p55"/>
            <p:cNvSpPr/>
            <p:nvPr/>
          </p:nvSpPr>
          <p:spPr>
            <a:xfrm>
              <a:off x="5143150" y="261092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0" y="0"/>
                  </a:moveTo>
                  <a:cubicBezTo>
                    <a:pt x="87" y="0"/>
                    <a:pt x="71" y="0"/>
                    <a:pt x="33" y="33"/>
                  </a:cubicBezTo>
                  <a:cubicBezTo>
                    <a:pt x="17" y="50"/>
                    <a:pt x="0" y="87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6" y="235"/>
                    <a:pt x="74" y="255"/>
                    <a:pt x="110" y="255"/>
                  </a:cubicBezTo>
                  <a:cubicBezTo>
                    <a:pt x="134" y="255"/>
                    <a:pt x="158" y="245"/>
                    <a:pt x="174" y="223"/>
                  </a:cubicBezTo>
                  <a:cubicBezTo>
                    <a:pt x="223" y="190"/>
                    <a:pt x="240" y="103"/>
                    <a:pt x="190" y="50"/>
                  </a:cubicBezTo>
                  <a:cubicBezTo>
                    <a:pt x="190" y="33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1" name="Google Shape;20741;p55"/>
            <p:cNvSpPr/>
            <p:nvPr/>
          </p:nvSpPr>
          <p:spPr>
            <a:xfrm>
              <a:off x="5167175" y="2573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37" y="21"/>
                    <a:pt x="0" y="87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03" y="260"/>
                    <a:pt x="140" y="260"/>
                  </a:cubicBezTo>
                  <a:cubicBezTo>
                    <a:pt x="190" y="244"/>
                    <a:pt x="243" y="174"/>
                    <a:pt x="223" y="104"/>
                  </a:cubicBezTo>
                  <a:cubicBezTo>
                    <a:pt x="223" y="71"/>
                    <a:pt x="206" y="54"/>
                    <a:pt x="190" y="21"/>
                  </a:cubicBezTo>
                  <a:cubicBezTo>
                    <a:pt x="173" y="21"/>
                    <a:pt x="173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2" name="Google Shape;20742;p55"/>
            <p:cNvSpPr/>
            <p:nvPr/>
          </p:nvSpPr>
          <p:spPr>
            <a:xfrm>
              <a:off x="5247975" y="26963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83" y="0"/>
                  </a:moveTo>
                  <a:cubicBezTo>
                    <a:pt x="66" y="0"/>
                    <a:pt x="50" y="17"/>
                    <a:pt x="33" y="33"/>
                  </a:cubicBezTo>
                  <a:cubicBezTo>
                    <a:pt x="0" y="70"/>
                    <a:pt x="0" y="103"/>
                    <a:pt x="0" y="157"/>
                  </a:cubicBezTo>
                  <a:cubicBezTo>
                    <a:pt x="0" y="190"/>
                    <a:pt x="17" y="223"/>
                    <a:pt x="33" y="239"/>
                  </a:cubicBezTo>
                  <a:cubicBezTo>
                    <a:pt x="66" y="260"/>
                    <a:pt x="104" y="260"/>
                    <a:pt x="120" y="260"/>
                  </a:cubicBezTo>
                  <a:cubicBezTo>
                    <a:pt x="186" y="260"/>
                    <a:pt x="223" y="190"/>
                    <a:pt x="223" y="120"/>
                  </a:cubicBezTo>
                  <a:lnTo>
                    <a:pt x="223" y="103"/>
                  </a:lnTo>
                  <a:cubicBezTo>
                    <a:pt x="207" y="70"/>
                    <a:pt x="186" y="33"/>
                    <a:pt x="153" y="17"/>
                  </a:cubicBezTo>
                  <a:cubicBezTo>
                    <a:pt x="136" y="0"/>
                    <a:pt x="104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3" name="Google Shape;20743;p55"/>
            <p:cNvSpPr/>
            <p:nvPr/>
          </p:nvSpPr>
          <p:spPr>
            <a:xfrm>
              <a:off x="5180050" y="269380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54" y="0"/>
                    <a:pt x="0" y="70"/>
                    <a:pt x="17" y="136"/>
                  </a:cubicBezTo>
                  <a:cubicBezTo>
                    <a:pt x="17" y="173"/>
                    <a:pt x="38" y="206"/>
                    <a:pt x="54" y="223"/>
                  </a:cubicBezTo>
                  <a:cubicBezTo>
                    <a:pt x="87" y="260"/>
                    <a:pt x="120" y="260"/>
                    <a:pt x="141" y="260"/>
                  </a:cubicBezTo>
                  <a:cubicBezTo>
                    <a:pt x="207" y="239"/>
                    <a:pt x="244" y="173"/>
                    <a:pt x="244" y="103"/>
                  </a:cubicBezTo>
                  <a:cubicBezTo>
                    <a:pt x="223" y="70"/>
                    <a:pt x="207" y="33"/>
                    <a:pt x="190" y="1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4" name="Google Shape;20744;p55"/>
            <p:cNvSpPr/>
            <p:nvPr/>
          </p:nvSpPr>
          <p:spPr>
            <a:xfrm>
              <a:off x="5225600" y="27342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4" y="0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39"/>
                  </a:cubicBezTo>
                  <a:cubicBezTo>
                    <a:pt x="76" y="251"/>
                    <a:pt x="101" y="263"/>
                    <a:pt x="118" y="263"/>
                  </a:cubicBezTo>
                  <a:cubicBezTo>
                    <a:pt x="126" y="263"/>
                    <a:pt x="132" y="261"/>
                    <a:pt x="137" y="256"/>
                  </a:cubicBezTo>
                  <a:cubicBezTo>
                    <a:pt x="207" y="256"/>
                    <a:pt x="240" y="190"/>
                    <a:pt x="240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5" name="Google Shape;20745;p55"/>
            <p:cNvSpPr/>
            <p:nvPr/>
          </p:nvSpPr>
          <p:spPr>
            <a:xfrm>
              <a:off x="5147475" y="27930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50" y="17"/>
                    <a:pt x="1" y="66"/>
                    <a:pt x="17" y="153"/>
                  </a:cubicBezTo>
                  <a:cubicBezTo>
                    <a:pt x="17" y="186"/>
                    <a:pt x="34" y="207"/>
                    <a:pt x="50" y="223"/>
                  </a:cubicBezTo>
                  <a:cubicBezTo>
                    <a:pt x="83" y="256"/>
                    <a:pt x="104" y="256"/>
                    <a:pt x="137" y="256"/>
                  </a:cubicBezTo>
                  <a:cubicBezTo>
                    <a:pt x="207" y="240"/>
                    <a:pt x="240" y="169"/>
                    <a:pt x="223" y="103"/>
                  </a:cubicBezTo>
                  <a:cubicBezTo>
                    <a:pt x="223" y="66"/>
                    <a:pt x="207" y="33"/>
                    <a:pt x="186" y="17"/>
                  </a:cubicBezTo>
                  <a:cubicBezTo>
                    <a:pt x="17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6" name="Google Shape;20746;p55"/>
            <p:cNvSpPr/>
            <p:nvPr/>
          </p:nvSpPr>
          <p:spPr>
            <a:xfrm>
              <a:off x="5119950" y="28002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34" y="22"/>
                    <a:pt x="1" y="71"/>
                    <a:pt x="1" y="158"/>
                  </a:cubicBezTo>
                  <a:cubicBezTo>
                    <a:pt x="17" y="191"/>
                    <a:pt x="34" y="207"/>
                    <a:pt x="50" y="228"/>
                  </a:cubicBezTo>
                  <a:cubicBezTo>
                    <a:pt x="71" y="261"/>
                    <a:pt x="104" y="261"/>
                    <a:pt x="137" y="261"/>
                  </a:cubicBezTo>
                  <a:cubicBezTo>
                    <a:pt x="190" y="244"/>
                    <a:pt x="240" y="174"/>
                    <a:pt x="223" y="104"/>
                  </a:cubicBezTo>
                  <a:cubicBezTo>
                    <a:pt x="223" y="71"/>
                    <a:pt x="207" y="38"/>
                    <a:pt x="190" y="22"/>
                  </a:cubicBezTo>
                  <a:cubicBezTo>
                    <a:pt x="174" y="22"/>
                    <a:pt x="174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7" name="Google Shape;20747;p55"/>
            <p:cNvSpPr/>
            <p:nvPr/>
          </p:nvSpPr>
          <p:spPr>
            <a:xfrm>
              <a:off x="5105325" y="2801425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08" y="0"/>
                  </a:moveTo>
                  <a:cubicBezTo>
                    <a:pt x="105" y="0"/>
                    <a:pt x="103" y="2"/>
                    <a:pt x="103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97"/>
                    <a:pt x="37" y="214"/>
                    <a:pt x="54" y="247"/>
                  </a:cubicBezTo>
                  <a:cubicBezTo>
                    <a:pt x="87" y="247"/>
                    <a:pt x="103" y="263"/>
                    <a:pt x="141" y="263"/>
                  </a:cubicBezTo>
                  <a:cubicBezTo>
                    <a:pt x="157" y="247"/>
                    <a:pt x="190" y="230"/>
                    <a:pt x="206" y="214"/>
                  </a:cubicBezTo>
                  <a:cubicBezTo>
                    <a:pt x="223" y="181"/>
                    <a:pt x="223" y="144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7" y="8"/>
                  </a:lnTo>
                  <a:lnTo>
                    <a:pt x="141" y="8"/>
                  </a:lnTo>
                  <a:cubicBezTo>
                    <a:pt x="127" y="8"/>
                    <a:pt x="115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8" name="Google Shape;20748;p55"/>
            <p:cNvSpPr/>
            <p:nvPr/>
          </p:nvSpPr>
          <p:spPr>
            <a:xfrm>
              <a:off x="5258700" y="26349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33" y="17"/>
                    <a:pt x="0" y="87"/>
                    <a:pt x="0" y="158"/>
                  </a:cubicBezTo>
                  <a:cubicBezTo>
                    <a:pt x="0" y="191"/>
                    <a:pt x="17" y="224"/>
                    <a:pt x="50" y="244"/>
                  </a:cubicBezTo>
                  <a:cubicBezTo>
                    <a:pt x="61" y="256"/>
                    <a:pt x="83" y="267"/>
                    <a:pt x="101" y="267"/>
                  </a:cubicBezTo>
                  <a:cubicBezTo>
                    <a:pt x="108" y="267"/>
                    <a:pt x="115" y="265"/>
                    <a:pt x="120" y="261"/>
                  </a:cubicBezTo>
                  <a:cubicBezTo>
                    <a:pt x="190" y="261"/>
                    <a:pt x="223" y="191"/>
                    <a:pt x="223" y="120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9" name="Google Shape;20749;p55"/>
            <p:cNvSpPr/>
            <p:nvPr/>
          </p:nvSpPr>
          <p:spPr>
            <a:xfrm>
              <a:off x="5155200" y="256185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27" y="1"/>
                  </a:moveTo>
                  <a:cubicBezTo>
                    <a:pt x="82" y="1"/>
                    <a:pt x="31" y="33"/>
                    <a:pt x="17" y="91"/>
                  </a:cubicBezTo>
                  <a:cubicBezTo>
                    <a:pt x="1" y="157"/>
                    <a:pt x="17" y="227"/>
                    <a:pt x="83" y="244"/>
                  </a:cubicBezTo>
                  <a:cubicBezTo>
                    <a:pt x="98" y="254"/>
                    <a:pt x="114" y="259"/>
                    <a:pt x="129" y="259"/>
                  </a:cubicBezTo>
                  <a:cubicBezTo>
                    <a:pt x="171" y="259"/>
                    <a:pt x="211" y="226"/>
                    <a:pt x="223" y="178"/>
                  </a:cubicBezTo>
                  <a:cubicBezTo>
                    <a:pt x="240" y="108"/>
                    <a:pt x="223" y="38"/>
                    <a:pt x="153" y="5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0" name="Google Shape;20750;p55"/>
            <p:cNvSpPr/>
            <p:nvPr/>
          </p:nvSpPr>
          <p:spPr>
            <a:xfrm>
              <a:off x="5241900" y="268275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30" y="1"/>
                  </a:moveTo>
                  <a:cubicBezTo>
                    <a:pt x="121" y="1"/>
                    <a:pt x="111" y="5"/>
                    <a:pt x="103" y="13"/>
                  </a:cubicBezTo>
                  <a:cubicBezTo>
                    <a:pt x="70" y="13"/>
                    <a:pt x="54" y="30"/>
                    <a:pt x="37" y="63"/>
                  </a:cubicBezTo>
                  <a:cubicBezTo>
                    <a:pt x="17" y="83"/>
                    <a:pt x="0" y="116"/>
                    <a:pt x="0" y="149"/>
                  </a:cubicBezTo>
                  <a:cubicBezTo>
                    <a:pt x="17" y="186"/>
                    <a:pt x="37" y="219"/>
                    <a:pt x="54" y="236"/>
                  </a:cubicBezTo>
                  <a:cubicBezTo>
                    <a:pt x="65" y="248"/>
                    <a:pt x="85" y="259"/>
                    <a:pt x="109" y="259"/>
                  </a:cubicBezTo>
                  <a:cubicBezTo>
                    <a:pt x="119" y="259"/>
                    <a:pt x="129" y="257"/>
                    <a:pt x="140" y="252"/>
                  </a:cubicBezTo>
                  <a:cubicBezTo>
                    <a:pt x="190" y="252"/>
                    <a:pt x="243" y="186"/>
                    <a:pt x="223" y="116"/>
                  </a:cubicBezTo>
                  <a:cubicBezTo>
                    <a:pt x="223" y="83"/>
                    <a:pt x="206" y="46"/>
                    <a:pt x="190" y="30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9" y="5"/>
                    <a:pt x="139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1" name="Google Shape;20751;p55"/>
            <p:cNvSpPr/>
            <p:nvPr/>
          </p:nvSpPr>
          <p:spPr>
            <a:xfrm>
              <a:off x="5074400" y="27595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4" y="0"/>
                  </a:moveTo>
                  <a:cubicBezTo>
                    <a:pt x="38" y="17"/>
                    <a:pt x="0" y="83"/>
                    <a:pt x="17" y="153"/>
                  </a:cubicBezTo>
                  <a:cubicBezTo>
                    <a:pt x="17" y="186"/>
                    <a:pt x="38" y="223"/>
                    <a:pt x="54" y="240"/>
                  </a:cubicBezTo>
                  <a:cubicBezTo>
                    <a:pt x="66" y="251"/>
                    <a:pt x="86" y="263"/>
                    <a:pt x="109" y="263"/>
                  </a:cubicBezTo>
                  <a:cubicBezTo>
                    <a:pt x="119" y="263"/>
                    <a:pt x="130" y="261"/>
                    <a:pt x="141" y="256"/>
                  </a:cubicBezTo>
                  <a:cubicBezTo>
                    <a:pt x="190" y="256"/>
                    <a:pt x="244" y="186"/>
                    <a:pt x="223" y="120"/>
                  </a:cubicBezTo>
                  <a:cubicBezTo>
                    <a:pt x="223" y="83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2" name="Google Shape;20752;p55"/>
            <p:cNvSpPr/>
            <p:nvPr/>
          </p:nvSpPr>
          <p:spPr>
            <a:xfrm>
              <a:off x="5172325" y="2726475"/>
              <a:ext cx="6500" cy="6575"/>
            </a:xfrm>
            <a:custGeom>
              <a:avLst/>
              <a:gdLst/>
              <a:ahLst/>
              <a:cxnLst/>
              <a:rect l="l" t="t" r="r" b="b"/>
              <a:pathLst>
                <a:path w="260" h="263" extrusionOk="0">
                  <a:moveTo>
                    <a:pt x="140" y="0"/>
                  </a:moveTo>
                  <a:cubicBezTo>
                    <a:pt x="120" y="0"/>
                    <a:pt x="87" y="16"/>
                    <a:pt x="54" y="33"/>
                  </a:cubicBezTo>
                  <a:cubicBezTo>
                    <a:pt x="17" y="87"/>
                    <a:pt x="0" y="153"/>
                    <a:pt x="54" y="223"/>
                  </a:cubicBezTo>
                  <a:cubicBezTo>
                    <a:pt x="70" y="239"/>
                    <a:pt x="87" y="256"/>
                    <a:pt x="120" y="256"/>
                  </a:cubicBezTo>
                  <a:cubicBezTo>
                    <a:pt x="131" y="260"/>
                    <a:pt x="140" y="262"/>
                    <a:pt x="148" y="262"/>
                  </a:cubicBezTo>
                  <a:cubicBezTo>
                    <a:pt x="168" y="262"/>
                    <a:pt x="183" y="251"/>
                    <a:pt x="206" y="239"/>
                  </a:cubicBezTo>
                  <a:cubicBezTo>
                    <a:pt x="243" y="190"/>
                    <a:pt x="260" y="103"/>
                    <a:pt x="223" y="49"/>
                  </a:cubicBezTo>
                  <a:cubicBezTo>
                    <a:pt x="206" y="33"/>
                    <a:pt x="190" y="16"/>
                    <a:pt x="173" y="16"/>
                  </a:cubicBezTo>
                  <a:cubicBezTo>
                    <a:pt x="157" y="16"/>
                    <a:pt x="157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3" name="Google Shape;20753;p55"/>
            <p:cNvSpPr/>
            <p:nvPr/>
          </p:nvSpPr>
          <p:spPr>
            <a:xfrm>
              <a:off x="5090275" y="2802850"/>
              <a:ext cx="5700" cy="6675"/>
            </a:xfrm>
            <a:custGeom>
              <a:avLst/>
              <a:gdLst/>
              <a:ahLst/>
              <a:cxnLst/>
              <a:rect l="l" t="t" r="r" b="b"/>
              <a:pathLst>
                <a:path w="228" h="267" extrusionOk="0">
                  <a:moveTo>
                    <a:pt x="87" y="0"/>
                  </a:moveTo>
                  <a:cubicBezTo>
                    <a:pt x="70" y="21"/>
                    <a:pt x="37" y="37"/>
                    <a:pt x="21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21" y="227"/>
                    <a:pt x="54" y="243"/>
                  </a:cubicBezTo>
                  <a:cubicBezTo>
                    <a:pt x="66" y="255"/>
                    <a:pt x="86" y="267"/>
                    <a:pt x="104" y="267"/>
                  </a:cubicBezTo>
                  <a:cubicBezTo>
                    <a:pt x="111" y="267"/>
                    <a:pt x="118" y="265"/>
                    <a:pt x="124" y="260"/>
                  </a:cubicBezTo>
                  <a:cubicBezTo>
                    <a:pt x="190" y="260"/>
                    <a:pt x="227" y="190"/>
                    <a:pt x="227" y="124"/>
                  </a:cubicBezTo>
                  <a:cubicBezTo>
                    <a:pt x="227" y="87"/>
                    <a:pt x="207" y="54"/>
                    <a:pt x="174" y="37"/>
                  </a:cubicBezTo>
                  <a:cubicBezTo>
                    <a:pt x="174" y="21"/>
                    <a:pt x="157" y="21"/>
                    <a:pt x="157" y="21"/>
                  </a:cubicBezTo>
                  <a:cubicBezTo>
                    <a:pt x="141" y="0"/>
                    <a:pt x="12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4" name="Google Shape;20754;p55"/>
            <p:cNvSpPr/>
            <p:nvPr/>
          </p:nvSpPr>
          <p:spPr>
            <a:xfrm>
              <a:off x="5172725" y="267992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18" y="1"/>
                  </a:moveTo>
                  <a:cubicBezTo>
                    <a:pt x="75" y="1"/>
                    <a:pt x="34" y="22"/>
                    <a:pt x="21" y="73"/>
                  </a:cubicBezTo>
                  <a:cubicBezTo>
                    <a:pt x="1" y="143"/>
                    <a:pt x="21" y="229"/>
                    <a:pt x="87" y="246"/>
                  </a:cubicBezTo>
                  <a:cubicBezTo>
                    <a:pt x="102" y="255"/>
                    <a:pt x="117" y="259"/>
                    <a:pt x="132" y="259"/>
                  </a:cubicBezTo>
                  <a:cubicBezTo>
                    <a:pt x="173" y="259"/>
                    <a:pt x="212" y="227"/>
                    <a:pt x="227" y="176"/>
                  </a:cubicBezTo>
                  <a:cubicBezTo>
                    <a:pt x="244" y="110"/>
                    <a:pt x="227" y="40"/>
                    <a:pt x="157" y="7"/>
                  </a:cubicBezTo>
                  <a:cubicBezTo>
                    <a:pt x="145" y="3"/>
                    <a:pt x="131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5" name="Google Shape;20755;p55"/>
            <p:cNvSpPr/>
            <p:nvPr/>
          </p:nvSpPr>
          <p:spPr>
            <a:xfrm>
              <a:off x="5240250" y="26068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50" y="8"/>
                    <a:pt x="0" y="78"/>
                    <a:pt x="17" y="148"/>
                  </a:cubicBezTo>
                  <a:cubicBezTo>
                    <a:pt x="17" y="181"/>
                    <a:pt x="33" y="214"/>
                    <a:pt x="50" y="234"/>
                  </a:cubicBezTo>
                  <a:cubicBezTo>
                    <a:pt x="83" y="251"/>
                    <a:pt x="103" y="267"/>
                    <a:pt x="136" y="267"/>
                  </a:cubicBezTo>
                  <a:cubicBezTo>
                    <a:pt x="206" y="251"/>
                    <a:pt x="239" y="181"/>
                    <a:pt x="239" y="111"/>
                  </a:cubicBezTo>
                  <a:cubicBezTo>
                    <a:pt x="223" y="78"/>
                    <a:pt x="206" y="45"/>
                    <a:pt x="186" y="28"/>
                  </a:cubicBezTo>
                  <a:cubicBezTo>
                    <a:pt x="169" y="28"/>
                    <a:pt x="169" y="8"/>
                    <a:pt x="153" y="8"/>
                  </a:cubicBez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6" name="Google Shape;20756;p55"/>
            <p:cNvSpPr/>
            <p:nvPr/>
          </p:nvSpPr>
          <p:spPr>
            <a:xfrm>
              <a:off x="5172725" y="27106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54" y="0"/>
                    <a:pt x="1" y="66"/>
                    <a:pt x="21" y="136"/>
                  </a:cubicBezTo>
                  <a:cubicBezTo>
                    <a:pt x="21" y="169"/>
                    <a:pt x="38" y="206"/>
                    <a:pt x="54" y="223"/>
                  </a:cubicBezTo>
                  <a:cubicBezTo>
                    <a:pt x="87" y="256"/>
                    <a:pt x="124" y="256"/>
                    <a:pt x="141" y="256"/>
                  </a:cubicBezTo>
                  <a:cubicBezTo>
                    <a:pt x="207" y="239"/>
                    <a:pt x="244" y="169"/>
                    <a:pt x="244" y="103"/>
                  </a:cubicBezTo>
                  <a:cubicBezTo>
                    <a:pt x="227" y="66"/>
                    <a:pt x="207" y="33"/>
                    <a:pt x="190" y="1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7" name="Google Shape;20757;p55"/>
            <p:cNvSpPr/>
            <p:nvPr/>
          </p:nvSpPr>
          <p:spPr>
            <a:xfrm>
              <a:off x="5243650" y="26362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0"/>
                  </a:moveTo>
                  <a:cubicBezTo>
                    <a:pt x="50" y="17"/>
                    <a:pt x="0" y="66"/>
                    <a:pt x="17" y="153"/>
                  </a:cubicBezTo>
                  <a:cubicBezTo>
                    <a:pt x="17" y="190"/>
                    <a:pt x="33" y="223"/>
                    <a:pt x="70" y="240"/>
                  </a:cubicBezTo>
                  <a:cubicBezTo>
                    <a:pt x="87" y="256"/>
                    <a:pt x="120" y="256"/>
                    <a:pt x="136" y="256"/>
                  </a:cubicBezTo>
                  <a:cubicBezTo>
                    <a:pt x="173" y="256"/>
                    <a:pt x="190" y="240"/>
                    <a:pt x="206" y="207"/>
                  </a:cubicBezTo>
                  <a:cubicBezTo>
                    <a:pt x="223" y="170"/>
                    <a:pt x="239" y="137"/>
                    <a:pt x="223" y="104"/>
                  </a:cubicBezTo>
                  <a:cubicBezTo>
                    <a:pt x="223" y="66"/>
                    <a:pt x="206" y="50"/>
                    <a:pt x="190" y="17"/>
                  </a:cubicBezTo>
                  <a:cubicBezTo>
                    <a:pt x="173" y="17"/>
                    <a:pt x="17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8" name="Google Shape;20758;p55"/>
            <p:cNvSpPr/>
            <p:nvPr/>
          </p:nvSpPr>
          <p:spPr>
            <a:xfrm>
              <a:off x="5168925" y="26495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70" y="0"/>
                    <a:pt x="33" y="17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17" y="206"/>
                    <a:pt x="50" y="223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90" y="239"/>
                    <a:pt x="239" y="173"/>
                    <a:pt x="223" y="103"/>
                  </a:cubicBezTo>
                  <a:cubicBezTo>
                    <a:pt x="223" y="70"/>
                    <a:pt x="206" y="33"/>
                    <a:pt x="173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9" name="Google Shape;20759;p55"/>
            <p:cNvSpPr/>
            <p:nvPr/>
          </p:nvSpPr>
          <p:spPr>
            <a:xfrm>
              <a:off x="5265075" y="2649575"/>
              <a:ext cx="1775" cy="6000"/>
            </a:xfrm>
            <a:custGeom>
              <a:avLst/>
              <a:gdLst/>
              <a:ahLst/>
              <a:cxnLst/>
              <a:rect l="l" t="t" r="r" b="b"/>
              <a:pathLst>
                <a:path w="71" h="240" extrusionOk="0">
                  <a:moveTo>
                    <a:pt x="71" y="0"/>
                  </a:moveTo>
                  <a:cubicBezTo>
                    <a:pt x="17" y="33"/>
                    <a:pt x="1" y="87"/>
                    <a:pt x="1" y="153"/>
                  </a:cubicBezTo>
                  <a:cubicBezTo>
                    <a:pt x="1" y="190"/>
                    <a:pt x="38" y="223"/>
                    <a:pt x="54" y="239"/>
                  </a:cubicBezTo>
                  <a:cubicBezTo>
                    <a:pt x="71" y="173"/>
                    <a:pt x="71" y="87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0" name="Google Shape;20760;p55"/>
            <p:cNvSpPr/>
            <p:nvPr/>
          </p:nvSpPr>
          <p:spPr>
            <a:xfrm>
              <a:off x="5201600" y="2550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66" y="1"/>
                    <a:pt x="50" y="22"/>
                    <a:pt x="33" y="55"/>
                  </a:cubicBezTo>
                  <a:cubicBezTo>
                    <a:pt x="17" y="71"/>
                    <a:pt x="0" y="104"/>
                    <a:pt x="17" y="141"/>
                  </a:cubicBezTo>
                  <a:cubicBezTo>
                    <a:pt x="17" y="174"/>
                    <a:pt x="33" y="207"/>
                    <a:pt x="50" y="228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86" y="244"/>
                    <a:pt x="239" y="174"/>
                    <a:pt x="223" y="104"/>
                  </a:cubicBezTo>
                  <a:cubicBezTo>
                    <a:pt x="223" y="71"/>
                    <a:pt x="206" y="38"/>
                    <a:pt x="186" y="22"/>
                  </a:cubicBezTo>
                  <a:cubicBezTo>
                    <a:pt x="169" y="22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1" name="Google Shape;20761;p55"/>
            <p:cNvSpPr/>
            <p:nvPr/>
          </p:nvSpPr>
          <p:spPr>
            <a:xfrm>
              <a:off x="5187375" y="25515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1" y="0"/>
                  </a:moveTo>
                  <a:cubicBezTo>
                    <a:pt x="64" y="0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0" y="194"/>
                    <a:pt x="33" y="227"/>
                    <a:pt x="70" y="244"/>
                  </a:cubicBezTo>
                  <a:cubicBezTo>
                    <a:pt x="84" y="251"/>
                    <a:pt x="101" y="255"/>
                    <a:pt x="118" y="255"/>
                  </a:cubicBezTo>
                  <a:cubicBezTo>
                    <a:pt x="141" y="255"/>
                    <a:pt x="164" y="247"/>
                    <a:pt x="173" y="227"/>
                  </a:cubicBezTo>
                  <a:cubicBezTo>
                    <a:pt x="190" y="211"/>
                    <a:pt x="206" y="194"/>
                    <a:pt x="206" y="178"/>
                  </a:cubicBezTo>
                  <a:cubicBezTo>
                    <a:pt x="239" y="108"/>
                    <a:pt x="206" y="38"/>
                    <a:pt x="157" y="5"/>
                  </a:cubicBezTo>
                  <a:cubicBezTo>
                    <a:pt x="145" y="2"/>
                    <a:pt x="133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2" name="Google Shape;20762;p55"/>
            <p:cNvSpPr/>
            <p:nvPr/>
          </p:nvSpPr>
          <p:spPr>
            <a:xfrm>
              <a:off x="5190350" y="253775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16" y="1"/>
                  </a:moveTo>
                  <a:cubicBezTo>
                    <a:pt x="74" y="1"/>
                    <a:pt x="33" y="25"/>
                    <a:pt x="17" y="74"/>
                  </a:cubicBezTo>
                  <a:cubicBezTo>
                    <a:pt x="1" y="144"/>
                    <a:pt x="17" y="231"/>
                    <a:pt x="87" y="247"/>
                  </a:cubicBezTo>
                  <a:cubicBezTo>
                    <a:pt x="87" y="264"/>
                    <a:pt x="104" y="264"/>
                    <a:pt x="120" y="264"/>
                  </a:cubicBezTo>
                  <a:cubicBezTo>
                    <a:pt x="174" y="247"/>
                    <a:pt x="207" y="231"/>
                    <a:pt x="223" y="177"/>
                  </a:cubicBezTo>
                  <a:cubicBezTo>
                    <a:pt x="244" y="128"/>
                    <a:pt x="223" y="74"/>
                    <a:pt x="207" y="41"/>
                  </a:cubicBezTo>
                  <a:cubicBezTo>
                    <a:pt x="190" y="25"/>
                    <a:pt x="174" y="8"/>
                    <a:pt x="157" y="8"/>
                  </a:cubicBezTo>
                  <a:cubicBezTo>
                    <a:pt x="144" y="3"/>
                    <a:pt x="130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3" name="Google Shape;20763;p55"/>
            <p:cNvSpPr/>
            <p:nvPr/>
          </p:nvSpPr>
          <p:spPr>
            <a:xfrm>
              <a:off x="5155625" y="26044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66" y="0"/>
                    <a:pt x="50" y="21"/>
                    <a:pt x="33" y="54"/>
                  </a:cubicBezTo>
                  <a:cubicBezTo>
                    <a:pt x="17" y="87"/>
                    <a:pt x="0" y="124"/>
                    <a:pt x="0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4"/>
                    <a:pt x="239" y="190"/>
                    <a:pt x="223" y="104"/>
                  </a:cubicBezTo>
                  <a:cubicBezTo>
                    <a:pt x="223" y="71"/>
                    <a:pt x="206" y="54"/>
                    <a:pt x="190" y="21"/>
                  </a:cubicBezTo>
                  <a:lnTo>
                    <a:pt x="153" y="21"/>
                  </a:ln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4" name="Google Shape;20764;p55"/>
            <p:cNvSpPr/>
            <p:nvPr/>
          </p:nvSpPr>
          <p:spPr>
            <a:xfrm>
              <a:off x="5190350" y="2631525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04" y="1"/>
                  </a:moveTo>
                  <a:cubicBezTo>
                    <a:pt x="38" y="17"/>
                    <a:pt x="1" y="87"/>
                    <a:pt x="1" y="153"/>
                  </a:cubicBezTo>
                  <a:cubicBezTo>
                    <a:pt x="17" y="190"/>
                    <a:pt x="38" y="223"/>
                    <a:pt x="54" y="240"/>
                  </a:cubicBezTo>
                  <a:cubicBezTo>
                    <a:pt x="66" y="252"/>
                    <a:pt x="86" y="265"/>
                    <a:pt x="109" y="265"/>
                  </a:cubicBezTo>
                  <a:cubicBezTo>
                    <a:pt x="119" y="265"/>
                    <a:pt x="130" y="263"/>
                    <a:pt x="141" y="256"/>
                  </a:cubicBezTo>
                  <a:cubicBezTo>
                    <a:pt x="157" y="256"/>
                    <a:pt x="190" y="240"/>
                    <a:pt x="207" y="207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5" name="Google Shape;20765;p55"/>
            <p:cNvSpPr/>
            <p:nvPr/>
          </p:nvSpPr>
          <p:spPr>
            <a:xfrm>
              <a:off x="5188200" y="250527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3" y="0"/>
                  </a:moveTo>
                  <a:cubicBezTo>
                    <a:pt x="70" y="0"/>
                    <a:pt x="54" y="17"/>
                    <a:pt x="37" y="50"/>
                  </a:cubicBezTo>
                  <a:cubicBezTo>
                    <a:pt x="21" y="87"/>
                    <a:pt x="0" y="120"/>
                    <a:pt x="21" y="153"/>
                  </a:cubicBezTo>
                  <a:cubicBezTo>
                    <a:pt x="21" y="190"/>
                    <a:pt x="37" y="206"/>
                    <a:pt x="54" y="239"/>
                  </a:cubicBezTo>
                  <a:cubicBezTo>
                    <a:pt x="87" y="256"/>
                    <a:pt x="103" y="256"/>
                    <a:pt x="140" y="256"/>
                  </a:cubicBezTo>
                  <a:cubicBezTo>
                    <a:pt x="206" y="239"/>
                    <a:pt x="243" y="173"/>
                    <a:pt x="227" y="103"/>
                  </a:cubicBezTo>
                  <a:cubicBezTo>
                    <a:pt x="227" y="70"/>
                    <a:pt x="206" y="50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6" name="Google Shape;20766;p55"/>
            <p:cNvSpPr/>
            <p:nvPr/>
          </p:nvSpPr>
          <p:spPr>
            <a:xfrm>
              <a:off x="5195925" y="252022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29" y="0"/>
                  </a:moveTo>
                  <a:cubicBezTo>
                    <a:pt x="82" y="0"/>
                    <a:pt x="35" y="33"/>
                    <a:pt x="21" y="91"/>
                  </a:cubicBezTo>
                  <a:cubicBezTo>
                    <a:pt x="0" y="157"/>
                    <a:pt x="21" y="227"/>
                    <a:pt x="87" y="243"/>
                  </a:cubicBezTo>
                  <a:cubicBezTo>
                    <a:pt x="103" y="260"/>
                    <a:pt x="124" y="260"/>
                    <a:pt x="141" y="260"/>
                  </a:cubicBezTo>
                  <a:cubicBezTo>
                    <a:pt x="174" y="260"/>
                    <a:pt x="207" y="227"/>
                    <a:pt x="227" y="173"/>
                  </a:cubicBezTo>
                  <a:cubicBezTo>
                    <a:pt x="244" y="124"/>
                    <a:pt x="227" y="70"/>
                    <a:pt x="207" y="37"/>
                  </a:cubicBezTo>
                  <a:cubicBezTo>
                    <a:pt x="190" y="37"/>
                    <a:pt x="174" y="21"/>
                    <a:pt x="157" y="4"/>
                  </a:cubicBezTo>
                  <a:cubicBezTo>
                    <a:pt x="148" y="1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7" name="Google Shape;20767;p55"/>
            <p:cNvSpPr/>
            <p:nvPr/>
          </p:nvSpPr>
          <p:spPr>
            <a:xfrm>
              <a:off x="5205400" y="2580500"/>
              <a:ext cx="6000" cy="6750"/>
            </a:xfrm>
            <a:custGeom>
              <a:avLst/>
              <a:gdLst/>
              <a:ahLst/>
              <a:cxnLst/>
              <a:rect l="l" t="t" r="r" b="b"/>
              <a:pathLst>
                <a:path w="240" h="270" extrusionOk="0">
                  <a:moveTo>
                    <a:pt x="119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54"/>
                    <a:pt x="34" y="236"/>
                    <a:pt x="87" y="257"/>
                  </a:cubicBezTo>
                  <a:cubicBezTo>
                    <a:pt x="100" y="265"/>
                    <a:pt x="115" y="269"/>
                    <a:pt x="130" y="269"/>
                  </a:cubicBezTo>
                  <a:cubicBezTo>
                    <a:pt x="170" y="269"/>
                    <a:pt x="211" y="238"/>
                    <a:pt x="223" y="187"/>
                  </a:cubicBezTo>
                  <a:cubicBezTo>
                    <a:pt x="240" y="116"/>
                    <a:pt x="223" y="30"/>
                    <a:pt x="174" y="13"/>
                  </a:cubicBezTo>
                  <a:cubicBezTo>
                    <a:pt x="155" y="5"/>
                    <a:pt x="137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8" name="Google Shape;20768;p55"/>
            <p:cNvSpPr/>
            <p:nvPr/>
          </p:nvSpPr>
          <p:spPr>
            <a:xfrm>
              <a:off x="5191700" y="2616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50" y="17"/>
                    <a:pt x="0" y="87"/>
                    <a:pt x="17" y="153"/>
                  </a:cubicBezTo>
                  <a:cubicBezTo>
                    <a:pt x="31" y="213"/>
                    <a:pt x="72" y="260"/>
                    <a:pt x="114" y="260"/>
                  </a:cubicBezTo>
                  <a:cubicBezTo>
                    <a:pt x="122" y="260"/>
                    <a:pt x="129" y="259"/>
                    <a:pt x="136" y="256"/>
                  </a:cubicBezTo>
                  <a:cubicBezTo>
                    <a:pt x="169" y="256"/>
                    <a:pt x="206" y="240"/>
                    <a:pt x="223" y="207"/>
                  </a:cubicBezTo>
                  <a:cubicBezTo>
                    <a:pt x="239" y="190"/>
                    <a:pt x="239" y="153"/>
                    <a:pt x="239" y="120"/>
                  </a:cubicBezTo>
                  <a:cubicBezTo>
                    <a:pt x="223" y="87"/>
                    <a:pt x="223" y="50"/>
                    <a:pt x="190" y="33"/>
                  </a:cubicBezTo>
                  <a:cubicBezTo>
                    <a:pt x="190" y="17"/>
                    <a:pt x="169" y="1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9" name="Google Shape;20769;p55"/>
            <p:cNvSpPr/>
            <p:nvPr/>
          </p:nvSpPr>
          <p:spPr>
            <a:xfrm>
              <a:off x="5189950" y="2581600"/>
              <a:ext cx="6500" cy="6475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41" y="1"/>
                  </a:moveTo>
                  <a:cubicBezTo>
                    <a:pt x="96" y="1"/>
                    <a:pt x="50" y="33"/>
                    <a:pt x="33" y="72"/>
                  </a:cubicBezTo>
                  <a:cubicBezTo>
                    <a:pt x="0" y="143"/>
                    <a:pt x="33" y="229"/>
                    <a:pt x="87" y="246"/>
                  </a:cubicBezTo>
                  <a:cubicBezTo>
                    <a:pt x="105" y="254"/>
                    <a:pt x="123" y="258"/>
                    <a:pt x="138" y="258"/>
                  </a:cubicBezTo>
                  <a:cubicBezTo>
                    <a:pt x="182" y="258"/>
                    <a:pt x="215" y="227"/>
                    <a:pt x="239" y="175"/>
                  </a:cubicBezTo>
                  <a:cubicBezTo>
                    <a:pt x="260" y="110"/>
                    <a:pt x="223" y="39"/>
                    <a:pt x="173" y="6"/>
                  </a:cubicBezTo>
                  <a:cubicBezTo>
                    <a:pt x="163" y="2"/>
                    <a:pt x="152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0" name="Google Shape;20770;p55"/>
            <p:cNvSpPr/>
            <p:nvPr/>
          </p:nvSpPr>
          <p:spPr>
            <a:xfrm>
              <a:off x="5206750" y="26594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66" y="0"/>
                    <a:pt x="50" y="17"/>
                    <a:pt x="33" y="50"/>
                  </a:cubicBezTo>
                  <a:cubicBezTo>
                    <a:pt x="17" y="87"/>
                    <a:pt x="0" y="120"/>
                    <a:pt x="0" y="153"/>
                  </a:cubicBezTo>
                  <a:cubicBezTo>
                    <a:pt x="17" y="190"/>
                    <a:pt x="33" y="206"/>
                    <a:pt x="50" y="239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86" y="239"/>
                    <a:pt x="239" y="169"/>
                    <a:pt x="223" y="103"/>
                  </a:cubicBezTo>
                  <a:cubicBezTo>
                    <a:pt x="223" y="66"/>
                    <a:pt x="206" y="33"/>
                    <a:pt x="186" y="17"/>
                  </a:cubicBezTo>
                  <a:cubicBezTo>
                    <a:pt x="169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1" name="Google Shape;20771;p55"/>
            <p:cNvSpPr/>
            <p:nvPr/>
          </p:nvSpPr>
          <p:spPr>
            <a:xfrm>
              <a:off x="5210150" y="25197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7" y="0"/>
                  </a:moveTo>
                  <a:cubicBezTo>
                    <a:pt x="85" y="0"/>
                    <a:pt x="64" y="14"/>
                    <a:pt x="50" y="25"/>
                  </a:cubicBezTo>
                  <a:cubicBezTo>
                    <a:pt x="33" y="42"/>
                    <a:pt x="17" y="75"/>
                    <a:pt x="17" y="112"/>
                  </a:cubicBezTo>
                  <a:cubicBezTo>
                    <a:pt x="0" y="145"/>
                    <a:pt x="17" y="178"/>
                    <a:pt x="33" y="215"/>
                  </a:cubicBezTo>
                  <a:cubicBezTo>
                    <a:pt x="50" y="231"/>
                    <a:pt x="87" y="248"/>
                    <a:pt x="103" y="264"/>
                  </a:cubicBezTo>
                  <a:cubicBezTo>
                    <a:pt x="136" y="264"/>
                    <a:pt x="173" y="248"/>
                    <a:pt x="190" y="231"/>
                  </a:cubicBezTo>
                  <a:cubicBezTo>
                    <a:pt x="239" y="178"/>
                    <a:pt x="239" y="112"/>
                    <a:pt x="206" y="42"/>
                  </a:cubicBezTo>
                  <a:cubicBezTo>
                    <a:pt x="190" y="25"/>
                    <a:pt x="173" y="9"/>
                    <a:pt x="153" y="9"/>
                  </a:cubicBezTo>
                  <a:lnTo>
                    <a:pt x="136" y="9"/>
                  </a:lnTo>
                  <a:cubicBezTo>
                    <a:pt x="127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2" name="Google Shape;20772;p55"/>
            <p:cNvSpPr/>
            <p:nvPr/>
          </p:nvSpPr>
          <p:spPr>
            <a:xfrm>
              <a:off x="5207575" y="256370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87" y="1"/>
                  </a:moveTo>
                  <a:cubicBezTo>
                    <a:pt x="70" y="17"/>
                    <a:pt x="50" y="17"/>
                    <a:pt x="33" y="34"/>
                  </a:cubicBezTo>
                  <a:cubicBezTo>
                    <a:pt x="0" y="67"/>
                    <a:pt x="0" y="121"/>
                    <a:pt x="0" y="153"/>
                  </a:cubicBezTo>
                  <a:cubicBezTo>
                    <a:pt x="0" y="186"/>
                    <a:pt x="17" y="224"/>
                    <a:pt x="50" y="240"/>
                  </a:cubicBezTo>
                  <a:cubicBezTo>
                    <a:pt x="64" y="252"/>
                    <a:pt x="85" y="263"/>
                    <a:pt x="102" y="263"/>
                  </a:cubicBezTo>
                  <a:cubicBezTo>
                    <a:pt x="109" y="263"/>
                    <a:pt x="115" y="261"/>
                    <a:pt x="120" y="257"/>
                  </a:cubicBezTo>
                  <a:cubicBezTo>
                    <a:pt x="190" y="257"/>
                    <a:pt x="223" y="186"/>
                    <a:pt x="223" y="121"/>
                  </a:cubicBezTo>
                  <a:cubicBezTo>
                    <a:pt x="206" y="67"/>
                    <a:pt x="190" y="34"/>
                    <a:pt x="153" y="17"/>
                  </a:cubicBezTo>
                  <a:cubicBezTo>
                    <a:pt x="136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3" name="Google Shape;20773;p55"/>
            <p:cNvSpPr/>
            <p:nvPr/>
          </p:nvSpPr>
          <p:spPr>
            <a:xfrm>
              <a:off x="5203650" y="2507850"/>
              <a:ext cx="2600" cy="2175"/>
            </a:xfrm>
            <a:custGeom>
              <a:avLst/>
              <a:gdLst/>
              <a:ahLst/>
              <a:cxnLst/>
              <a:rect l="l" t="t" r="r" b="b"/>
              <a:pathLst>
                <a:path w="104" h="87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33"/>
                    <a:pt x="38" y="50"/>
                    <a:pt x="54" y="70"/>
                  </a:cubicBezTo>
                  <a:cubicBezTo>
                    <a:pt x="71" y="87"/>
                    <a:pt x="87" y="87"/>
                    <a:pt x="104" y="87"/>
                  </a:cubicBezTo>
                  <a:cubicBezTo>
                    <a:pt x="71" y="70"/>
                    <a:pt x="38" y="3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4" name="Google Shape;20774;p55"/>
            <p:cNvSpPr/>
            <p:nvPr/>
          </p:nvSpPr>
          <p:spPr>
            <a:xfrm>
              <a:off x="5198075" y="25961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9" y="1"/>
                  </a:moveTo>
                  <a:cubicBezTo>
                    <a:pt x="83" y="1"/>
                    <a:pt x="35" y="33"/>
                    <a:pt x="17" y="91"/>
                  </a:cubicBezTo>
                  <a:cubicBezTo>
                    <a:pt x="1" y="161"/>
                    <a:pt x="17" y="227"/>
                    <a:pt x="88" y="248"/>
                  </a:cubicBezTo>
                  <a:cubicBezTo>
                    <a:pt x="102" y="257"/>
                    <a:pt x="117" y="261"/>
                    <a:pt x="132" y="261"/>
                  </a:cubicBezTo>
                  <a:cubicBezTo>
                    <a:pt x="173" y="261"/>
                    <a:pt x="211" y="229"/>
                    <a:pt x="224" y="178"/>
                  </a:cubicBezTo>
                  <a:cubicBezTo>
                    <a:pt x="244" y="108"/>
                    <a:pt x="224" y="42"/>
                    <a:pt x="158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5" name="Google Shape;20775;p55"/>
            <p:cNvSpPr/>
            <p:nvPr/>
          </p:nvSpPr>
          <p:spPr>
            <a:xfrm>
              <a:off x="5194675" y="2566700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37" y="1"/>
                  </a:moveTo>
                  <a:cubicBezTo>
                    <a:pt x="104" y="1"/>
                    <a:pt x="71" y="1"/>
                    <a:pt x="50" y="33"/>
                  </a:cubicBezTo>
                  <a:cubicBezTo>
                    <a:pt x="1" y="66"/>
                    <a:pt x="1" y="153"/>
                    <a:pt x="34" y="207"/>
                  </a:cubicBezTo>
                  <a:cubicBezTo>
                    <a:pt x="50" y="240"/>
                    <a:pt x="87" y="256"/>
                    <a:pt x="104" y="256"/>
                  </a:cubicBezTo>
                  <a:cubicBezTo>
                    <a:pt x="137" y="256"/>
                    <a:pt x="174" y="256"/>
                    <a:pt x="191" y="223"/>
                  </a:cubicBezTo>
                  <a:cubicBezTo>
                    <a:pt x="207" y="207"/>
                    <a:pt x="224" y="170"/>
                    <a:pt x="224" y="137"/>
                  </a:cubicBezTo>
                  <a:cubicBezTo>
                    <a:pt x="240" y="104"/>
                    <a:pt x="224" y="66"/>
                    <a:pt x="207" y="50"/>
                  </a:cubicBezTo>
                  <a:cubicBezTo>
                    <a:pt x="191" y="33"/>
                    <a:pt x="174" y="17"/>
                    <a:pt x="153" y="17"/>
                  </a:cubicBezTo>
                  <a:cubicBezTo>
                    <a:pt x="153" y="1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6" name="Google Shape;20776;p55"/>
            <p:cNvSpPr/>
            <p:nvPr/>
          </p:nvSpPr>
          <p:spPr>
            <a:xfrm>
              <a:off x="5199025" y="2644000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03" y="1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17" y="223"/>
                    <a:pt x="50" y="240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53" y="256"/>
                    <a:pt x="186" y="240"/>
                    <a:pt x="206" y="207"/>
                  </a:cubicBezTo>
                  <a:cubicBezTo>
                    <a:pt x="223" y="170"/>
                    <a:pt x="223" y="137"/>
                    <a:pt x="223" y="104"/>
                  </a:cubicBezTo>
                  <a:cubicBezTo>
                    <a:pt x="223" y="67"/>
                    <a:pt x="206" y="50"/>
                    <a:pt x="169" y="17"/>
                  </a:cubicBezTo>
                  <a:lnTo>
                    <a:pt x="153" y="17"/>
                  </a:ln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7" name="Google Shape;20777;p55"/>
            <p:cNvSpPr/>
            <p:nvPr/>
          </p:nvSpPr>
          <p:spPr>
            <a:xfrm>
              <a:off x="5202000" y="26765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87" y="1"/>
                    <a:pt x="87" y="1"/>
                    <a:pt x="67" y="21"/>
                  </a:cubicBezTo>
                  <a:cubicBezTo>
                    <a:pt x="34" y="38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0" y="244"/>
                    <a:pt x="240" y="190"/>
                    <a:pt x="223" y="104"/>
                  </a:cubicBezTo>
                  <a:lnTo>
                    <a:pt x="223" y="71"/>
                  </a:lnTo>
                  <a:cubicBezTo>
                    <a:pt x="207" y="54"/>
                    <a:pt x="190" y="21"/>
                    <a:pt x="153" y="21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8" name="Google Shape;20778;p55"/>
            <p:cNvSpPr/>
            <p:nvPr/>
          </p:nvSpPr>
          <p:spPr>
            <a:xfrm>
              <a:off x="5183975" y="25241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50" y="17"/>
                    <a:pt x="0" y="71"/>
                    <a:pt x="17" y="157"/>
                  </a:cubicBezTo>
                  <a:cubicBezTo>
                    <a:pt x="17" y="190"/>
                    <a:pt x="33" y="207"/>
                    <a:pt x="50" y="223"/>
                  </a:cubicBezTo>
                  <a:cubicBezTo>
                    <a:pt x="87" y="261"/>
                    <a:pt x="103" y="261"/>
                    <a:pt x="136" y="261"/>
                  </a:cubicBezTo>
                  <a:cubicBezTo>
                    <a:pt x="169" y="261"/>
                    <a:pt x="190" y="223"/>
                    <a:pt x="206" y="207"/>
                  </a:cubicBezTo>
                  <a:cubicBezTo>
                    <a:pt x="223" y="174"/>
                    <a:pt x="239" y="141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9" name="Google Shape;20779;p55"/>
            <p:cNvSpPr/>
            <p:nvPr/>
          </p:nvSpPr>
          <p:spPr>
            <a:xfrm>
              <a:off x="5157275" y="2680800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39" y="1"/>
                  </a:moveTo>
                  <a:cubicBezTo>
                    <a:pt x="87" y="1"/>
                    <a:pt x="48" y="33"/>
                    <a:pt x="21" y="91"/>
                  </a:cubicBezTo>
                  <a:cubicBezTo>
                    <a:pt x="0" y="141"/>
                    <a:pt x="37" y="227"/>
                    <a:pt x="87" y="244"/>
                  </a:cubicBezTo>
                  <a:cubicBezTo>
                    <a:pt x="101" y="254"/>
                    <a:pt x="117" y="259"/>
                    <a:pt x="132" y="259"/>
                  </a:cubicBezTo>
                  <a:cubicBezTo>
                    <a:pt x="173" y="259"/>
                    <a:pt x="212" y="226"/>
                    <a:pt x="227" y="178"/>
                  </a:cubicBezTo>
                  <a:cubicBezTo>
                    <a:pt x="260" y="108"/>
                    <a:pt x="227" y="38"/>
                    <a:pt x="173" y="5"/>
                  </a:cubicBezTo>
                  <a:cubicBezTo>
                    <a:pt x="162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0" name="Google Shape;20780;p55"/>
            <p:cNvSpPr/>
            <p:nvPr/>
          </p:nvSpPr>
          <p:spPr>
            <a:xfrm>
              <a:off x="5146950" y="2574925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14" y="1"/>
                  </a:moveTo>
                  <a:cubicBezTo>
                    <a:pt x="73" y="1"/>
                    <a:pt x="34" y="32"/>
                    <a:pt x="22" y="84"/>
                  </a:cubicBezTo>
                  <a:cubicBezTo>
                    <a:pt x="1" y="150"/>
                    <a:pt x="22" y="236"/>
                    <a:pt x="88" y="253"/>
                  </a:cubicBezTo>
                  <a:cubicBezTo>
                    <a:pt x="102" y="263"/>
                    <a:pt x="118" y="268"/>
                    <a:pt x="133" y="268"/>
                  </a:cubicBezTo>
                  <a:cubicBezTo>
                    <a:pt x="174" y="268"/>
                    <a:pt x="213" y="235"/>
                    <a:pt x="228" y="187"/>
                  </a:cubicBezTo>
                  <a:cubicBezTo>
                    <a:pt x="244" y="117"/>
                    <a:pt x="207" y="30"/>
                    <a:pt x="158" y="14"/>
                  </a:cubicBezTo>
                  <a:cubicBezTo>
                    <a:pt x="143" y="5"/>
                    <a:pt x="128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1" name="Google Shape;20781;p55"/>
            <p:cNvSpPr/>
            <p:nvPr/>
          </p:nvSpPr>
          <p:spPr>
            <a:xfrm>
              <a:off x="5151300" y="2623400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33" y="206"/>
                    <a:pt x="54" y="239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57" y="256"/>
                    <a:pt x="190" y="239"/>
                    <a:pt x="206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6" y="50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2" name="Google Shape;20782;p55"/>
            <p:cNvSpPr/>
            <p:nvPr/>
          </p:nvSpPr>
          <p:spPr>
            <a:xfrm>
              <a:off x="5154700" y="2650700"/>
              <a:ext cx="5675" cy="6775"/>
            </a:xfrm>
            <a:custGeom>
              <a:avLst/>
              <a:gdLst/>
              <a:ahLst/>
              <a:cxnLst/>
              <a:rect l="l" t="t" r="r" b="b"/>
              <a:pathLst>
                <a:path w="227" h="271" extrusionOk="0">
                  <a:moveTo>
                    <a:pt x="114" y="1"/>
                  </a:moveTo>
                  <a:cubicBezTo>
                    <a:pt x="67" y="1"/>
                    <a:pt x="18" y="36"/>
                    <a:pt x="0" y="91"/>
                  </a:cubicBezTo>
                  <a:lnTo>
                    <a:pt x="0" y="145"/>
                  </a:lnTo>
                  <a:cubicBezTo>
                    <a:pt x="0" y="194"/>
                    <a:pt x="21" y="232"/>
                    <a:pt x="70" y="265"/>
                  </a:cubicBezTo>
                  <a:cubicBezTo>
                    <a:pt x="79" y="269"/>
                    <a:pt x="89" y="271"/>
                    <a:pt x="100" y="271"/>
                  </a:cubicBezTo>
                  <a:cubicBezTo>
                    <a:pt x="129" y="271"/>
                    <a:pt x="161" y="256"/>
                    <a:pt x="173" y="232"/>
                  </a:cubicBezTo>
                  <a:cubicBezTo>
                    <a:pt x="190" y="211"/>
                    <a:pt x="206" y="194"/>
                    <a:pt x="206" y="178"/>
                  </a:cubicBezTo>
                  <a:cubicBezTo>
                    <a:pt x="227" y="108"/>
                    <a:pt x="206" y="42"/>
                    <a:pt x="140" y="5"/>
                  </a:cubicBezTo>
                  <a:cubicBezTo>
                    <a:pt x="132" y="2"/>
                    <a:pt x="123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3" name="Google Shape;20783;p55"/>
            <p:cNvSpPr/>
            <p:nvPr/>
          </p:nvSpPr>
          <p:spPr>
            <a:xfrm>
              <a:off x="5146150" y="2544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0" y="71"/>
                    <a:pt x="0" y="158"/>
                    <a:pt x="33" y="207"/>
                  </a:cubicBezTo>
                  <a:cubicBezTo>
                    <a:pt x="54" y="240"/>
                    <a:pt x="87" y="261"/>
                    <a:pt x="103" y="261"/>
                  </a:cubicBezTo>
                  <a:cubicBezTo>
                    <a:pt x="136" y="261"/>
                    <a:pt x="173" y="261"/>
                    <a:pt x="190" y="240"/>
                  </a:cubicBezTo>
                  <a:cubicBezTo>
                    <a:pt x="239" y="191"/>
                    <a:pt x="239" y="104"/>
                    <a:pt x="206" y="54"/>
                  </a:cubicBezTo>
                  <a:cubicBezTo>
                    <a:pt x="190" y="34"/>
                    <a:pt x="190" y="17"/>
                    <a:pt x="173" y="17"/>
                  </a:cubicBezTo>
                  <a:cubicBezTo>
                    <a:pt x="157" y="1"/>
                    <a:pt x="13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4" name="Google Shape;20784;p55"/>
            <p:cNvSpPr/>
            <p:nvPr/>
          </p:nvSpPr>
          <p:spPr>
            <a:xfrm>
              <a:off x="5151300" y="252857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8" y="0"/>
                  </a:moveTo>
                  <a:cubicBezTo>
                    <a:pt x="120" y="0"/>
                    <a:pt x="111" y="4"/>
                    <a:pt x="103" y="12"/>
                  </a:cubicBezTo>
                  <a:cubicBezTo>
                    <a:pt x="54" y="12"/>
                    <a:pt x="0" y="83"/>
                    <a:pt x="17" y="148"/>
                  </a:cubicBezTo>
                  <a:cubicBezTo>
                    <a:pt x="17" y="186"/>
                    <a:pt x="33" y="219"/>
                    <a:pt x="54" y="235"/>
                  </a:cubicBezTo>
                  <a:cubicBezTo>
                    <a:pt x="87" y="252"/>
                    <a:pt x="103" y="272"/>
                    <a:pt x="136" y="272"/>
                  </a:cubicBezTo>
                  <a:cubicBezTo>
                    <a:pt x="206" y="252"/>
                    <a:pt x="239" y="186"/>
                    <a:pt x="223" y="115"/>
                  </a:cubicBezTo>
                  <a:cubicBezTo>
                    <a:pt x="223" y="83"/>
                    <a:pt x="206" y="45"/>
                    <a:pt x="190" y="29"/>
                  </a:cubicBezTo>
                  <a:cubicBezTo>
                    <a:pt x="173" y="29"/>
                    <a:pt x="173" y="12"/>
                    <a:pt x="157" y="12"/>
                  </a:cubicBezTo>
                  <a:cubicBezTo>
                    <a:pt x="147" y="4"/>
                    <a:pt x="137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5" name="Google Shape;20785;p55"/>
            <p:cNvSpPr/>
            <p:nvPr/>
          </p:nvSpPr>
          <p:spPr>
            <a:xfrm>
              <a:off x="5151300" y="24836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32" y="1"/>
                  </a:moveTo>
                  <a:cubicBezTo>
                    <a:pt x="124" y="1"/>
                    <a:pt x="114" y="3"/>
                    <a:pt x="103" y="10"/>
                  </a:cubicBezTo>
                  <a:cubicBezTo>
                    <a:pt x="54" y="10"/>
                    <a:pt x="0" y="76"/>
                    <a:pt x="17" y="146"/>
                  </a:cubicBezTo>
                  <a:cubicBezTo>
                    <a:pt x="33" y="216"/>
                    <a:pt x="87" y="265"/>
                    <a:pt x="136" y="265"/>
                  </a:cubicBezTo>
                  <a:cubicBezTo>
                    <a:pt x="173" y="249"/>
                    <a:pt x="206" y="232"/>
                    <a:pt x="223" y="216"/>
                  </a:cubicBezTo>
                  <a:cubicBezTo>
                    <a:pt x="239" y="179"/>
                    <a:pt x="239" y="146"/>
                    <a:pt x="239" y="113"/>
                  </a:cubicBezTo>
                  <a:cubicBezTo>
                    <a:pt x="223" y="76"/>
                    <a:pt x="223" y="43"/>
                    <a:pt x="190" y="26"/>
                  </a:cubicBezTo>
                  <a:lnTo>
                    <a:pt x="173" y="10"/>
                  </a:lnTo>
                  <a:cubicBezTo>
                    <a:pt x="162" y="10"/>
                    <a:pt x="149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6" name="Google Shape;20786;p55"/>
            <p:cNvSpPr/>
            <p:nvPr/>
          </p:nvSpPr>
          <p:spPr>
            <a:xfrm>
              <a:off x="5150050" y="2499050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20" y="1"/>
                  </a:moveTo>
                  <a:cubicBezTo>
                    <a:pt x="115" y="1"/>
                    <a:pt x="109" y="3"/>
                    <a:pt x="104" y="10"/>
                  </a:cubicBezTo>
                  <a:cubicBezTo>
                    <a:pt x="34" y="10"/>
                    <a:pt x="1" y="76"/>
                    <a:pt x="1" y="146"/>
                  </a:cubicBezTo>
                  <a:cubicBezTo>
                    <a:pt x="17" y="179"/>
                    <a:pt x="34" y="216"/>
                    <a:pt x="50" y="233"/>
                  </a:cubicBezTo>
                  <a:cubicBezTo>
                    <a:pt x="67" y="249"/>
                    <a:pt x="104" y="266"/>
                    <a:pt x="137" y="266"/>
                  </a:cubicBezTo>
                  <a:cubicBezTo>
                    <a:pt x="170" y="249"/>
                    <a:pt x="186" y="233"/>
                    <a:pt x="207" y="216"/>
                  </a:cubicBezTo>
                  <a:cubicBezTo>
                    <a:pt x="223" y="179"/>
                    <a:pt x="223" y="146"/>
                    <a:pt x="223" y="113"/>
                  </a:cubicBezTo>
                  <a:cubicBezTo>
                    <a:pt x="223" y="76"/>
                    <a:pt x="207" y="43"/>
                    <a:pt x="186" y="27"/>
                  </a:cubicBezTo>
                  <a:cubicBezTo>
                    <a:pt x="170" y="27"/>
                    <a:pt x="170" y="10"/>
                    <a:pt x="153" y="10"/>
                  </a:cubicBezTo>
                  <a:cubicBezTo>
                    <a:pt x="142" y="10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7" name="Google Shape;20787;p55"/>
            <p:cNvSpPr/>
            <p:nvPr/>
          </p:nvSpPr>
          <p:spPr>
            <a:xfrm>
              <a:off x="5206750" y="25346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1" y="0"/>
                  </a:moveTo>
                  <a:cubicBezTo>
                    <a:pt x="123" y="0"/>
                    <a:pt x="114" y="2"/>
                    <a:pt x="103" y="8"/>
                  </a:cubicBezTo>
                  <a:cubicBezTo>
                    <a:pt x="50" y="8"/>
                    <a:pt x="0" y="78"/>
                    <a:pt x="17" y="148"/>
                  </a:cubicBezTo>
                  <a:cubicBezTo>
                    <a:pt x="17" y="181"/>
                    <a:pt x="33" y="214"/>
                    <a:pt x="66" y="234"/>
                  </a:cubicBezTo>
                  <a:cubicBezTo>
                    <a:pt x="83" y="251"/>
                    <a:pt x="120" y="267"/>
                    <a:pt x="136" y="267"/>
                  </a:cubicBezTo>
                  <a:cubicBezTo>
                    <a:pt x="206" y="251"/>
                    <a:pt x="239" y="181"/>
                    <a:pt x="239" y="111"/>
                  </a:cubicBezTo>
                  <a:cubicBezTo>
                    <a:pt x="223" y="61"/>
                    <a:pt x="206" y="28"/>
                    <a:pt x="169" y="8"/>
                  </a:cubicBezTo>
                  <a:cubicBezTo>
                    <a:pt x="158" y="8"/>
                    <a:pt x="147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8" name="Google Shape;20788;p55"/>
            <p:cNvSpPr/>
            <p:nvPr/>
          </p:nvSpPr>
          <p:spPr>
            <a:xfrm>
              <a:off x="5177050" y="25391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4" y="240"/>
                    <a:pt x="87" y="260"/>
                    <a:pt x="104" y="260"/>
                  </a:cubicBezTo>
                  <a:cubicBezTo>
                    <a:pt x="137" y="260"/>
                    <a:pt x="174" y="260"/>
                    <a:pt x="191" y="223"/>
                  </a:cubicBezTo>
                  <a:cubicBezTo>
                    <a:pt x="224" y="207"/>
                    <a:pt x="224" y="174"/>
                    <a:pt x="240" y="137"/>
                  </a:cubicBezTo>
                  <a:cubicBezTo>
                    <a:pt x="240" y="104"/>
                    <a:pt x="224" y="71"/>
                    <a:pt x="207" y="54"/>
                  </a:cubicBezTo>
                  <a:cubicBezTo>
                    <a:pt x="191" y="34"/>
                    <a:pt x="191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9" name="Google Shape;20789;p55"/>
            <p:cNvSpPr/>
            <p:nvPr/>
          </p:nvSpPr>
          <p:spPr>
            <a:xfrm>
              <a:off x="5216125" y="254732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41" y="0"/>
                  </a:moveTo>
                  <a:cubicBezTo>
                    <a:pt x="120" y="0"/>
                    <a:pt x="87" y="17"/>
                    <a:pt x="71" y="38"/>
                  </a:cubicBezTo>
                  <a:cubicBezTo>
                    <a:pt x="17" y="87"/>
                    <a:pt x="0" y="157"/>
                    <a:pt x="54" y="223"/>
                  </a:cubicBezTo>
                  <a:cubicBezTo>
                    <a:pt x="71" y="244"/>
                    <a:pt x="87" y="260"/>
                    <a:pt x="120" y="260"/>
                  </a:cubicBezTo>
                  <a:cubicBezTo>
                    <a:pt x="131" y="265"/>
                    <a:pt x="140" y="267"/>
                    <a:pt x="148" y="267"/>
                  </a:cubicBezTo>
                  <a:cubicBezTo>
                    <a:pt x="168" y="267"/>
                    <a:pt x="183" y="255"/>
                    <a:pt x="207" y="244"/>
                  </a:cubicBezTo>
                  <a:cubicBezTo>
                    <a:pt x="223" y="223"/>
                    <a:pt x="244" y="190"/>
                    <a:pt x="244" y="157"/>
                  </a:cubicBezTo>
                  <a:cubicBezTo>
                    <a:pt x="244" y="120"/>
                    <a:pt x="244" y="87"/>
                    <a:pt x="223" y="54"/>
                  </a:cubicBezTo>
                  <a:cubicBezTo>
                    <a:pt x="207" y="38"/>
                    <a:pt x="190" y="17"/>
                    <a:pt x="174" y="17"/>
                  </a:cubicBezTo>
                  <a:cubicBezTo>
                    <a:pt x="157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0" name="Google Shape;20790;p55"/>
            <p:cNvSpPr/>
            <p:nvPr/>
          </p:nvSpPr>
          <p:spPr>
            <a:xfrm>
              <a:off x="5205000" y="262720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36" y="1"/>
                  </a:moveTo>
                  <a:cubicBezTo>
                    <a:pt x="120" y="1"/>
                    <a:pt x="87" y="17"/>
                    <a:pt x="70" y="38"/>
                  </a:cubicBezTo>
                  <a:cubicBezTo>
                    <a:pt x="17" y="71"/>
                    <a:pt x="0" y="157"/>
                    <a:pt x="50" y="207"/>
                  </a:cubicBezTo>
                  <a:cubicBezTo>
                    <a:pt x="70" y="244"/>
                    <a:pt x="87" y="260"/>
                    <a:pt x="120" y="260"/>
                  </a:cubicBezTo>
                  <a:cubicBezTo>
                    <a:pt x="153" y="260"/>
                    <a:pt x="173" y="260"/>
                    <a:pt x="206" y="244"/>
                  </a:cubicBezTo>
                  <a:cubicBezTo>
                    <a:pt x="256" y="190"/>
                    <a:pt x="256" y="104"/>
                    <a:pt x="223" y="54"/>
                  </a:cubicBezTo>
                  <a:cubicBezTo>
                    <a:pt x="206" y="38"/>
                    <a:pt x="190" y="17"/>
                    <a:pt x="173" y="17"/>
                  </a:cubicBezTo>
                  <a:cubicBezTo>
                    <a:pt x="173" y="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1" name="Google Shape;20791;p55"/>
            <p:cNvSpPr/>
            <p:nvPr/>
          </p:nvSpPr>
          <p:spPr>
            <a:xfrm>
              <a:off x="5205825" y="261115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16" y="0"/>
                  </a:moveTo>
                  <a:cubicBezTo>
                    <a:pt x="107" y="0"/>
                    <a:pt x="98" y="2"/>
                    <a:pt x="87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81"/>
                    <a:pt x="17" y="214"/>
                    <a:pt x="54" y="230"/>
                  </a:cubicBezTo>
                  <a:cubicBezTo>
                    <a:pt x="70" y="247"/>
                    <a:pt x="103" y="267"/>
                    <a:pt x="120" y="267"/>
                  </a:cubicBezTo>
                  <a:cubicBezTo>
                    <a:pt x="190" y="247"/>
                    <a:pt x="223" y="181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7" y="8"/>
                  </a:lnTo>
                  <a:cubicBezTo>
                    <a:pt x="146" y="8"/>
                    <a:pt x="13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2" name="Google Shape;20792;p55"/>
            <p:cNvSpPr/>
            <p:nvPr/>
          </p:nvSpPr>
          <p:spPr>
            <a:xfrm>
              <a:off x="5159850" y="2587325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41" y="0"/>
                  </a:moveTo>
                  <a:cubicBezTo>
                    <a:pt x="103" y="0"/>
                    <a:pt x="87" y="17"/>
                    <a:pt x="54" y="33"/>
                  </a:cubicBezTo>
                  <a:cubicBezTo>
                    <a:pt x="21" y="66"/>
                    <a:pt x="0" y="153"/>
                    <a:pt x="37" y="206"/>
                  </a:cubicBezTo>
                  <a:cubicBezTo>
                    <a:pt x="66" y="245"/>
                    <a:pt x="102" y="261"/>
                    <a:pt x="134" y="261"/>
                  </a:cubicBezTo>
                  <a:cubicBezTo>
                    <a:pt x="156" y="261"/>
                    <a:pt x="176" y="253"/>
                    <a:pt x="190" y="239"/>
                  </a:cubicBezTo>
                  <a:cubicBezTo>
                    <a:pt x="244" y="190"/>
                    <a:pt x="260" y="103"/>
                    <a:pt x="206" y="50"/>
                  </a:cubicBezTo>
                  <a:cubicBezTo>
                    <a:pt x="206" y="33"/>
                    <a:pt x="190" y="17"/>
                    <a:pt x="174" y="17"/>
                  </a:cubicBezTo>
                  <a:cubicBezTo>
                    <a:pt x="157" y="0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3" name="Google Shape;20793;p55"/>
            <p:cNvSpPr/>
            <p:nvPr/>
          </p:nvSpPr>
          <p:spPr>
            <a:xfrm>
              <a:off x="5157275" y="2637000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7" y="0"/>
                  </a:moveTo>
                  <a:cubicBezTo>
                    <a:pt x="102" y="0"/>
                    <a:pt x="51" y="33"/>
                    <a:pt x="37" y="91"/>
                  </a:cubicBezTo>
                  <a:cubicBezTo>
                    <a:pt x="0" y="141"/>
                    <a:pt x="37" y="227"/>
                    <a:pt x="87" y="244"/>
                  </a:cubicBezTo>
                  <a:cubicBezTo>
                    <a:pt x="103" y="264"/>
                    <a:pt x="124" y="264"/>
                    <a:pt x="140" y="264"/>
                  </a:cubicBezTo>
                  <a:cubicBezTo>
                    <a:pt x="190" y="264"/>
                    <a:pt x="227" y="227"/>
                    <a:pt x="244" y="178"/>
                  </a:cubicBezTo>
                  <a:cubicBezTo>
                    <a:pt x="260" y="124"/>
                    <a:pt x="244" y="75"/>
                    <a:pt x="206" y="37"/>
                  </a:cubicBezTo>
                  <a:cubicBezTo>
                    <a:pt x="206" y="21"/>
                    <a:pt x="190" y="21"/>
                    <a:pt x="173" y="4"/>
                  </a:cubicBezTo>
                  <a:cubicBezTo>
                    <a:pt x="165" y="2"/>
                    <a:pt x="1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4" name="Google Shape;20794;p55"/>
            <p:cNvSpPr/>
            <p:nvPr/>
          </p:nvSpPr>
          <p:spPr>
            <a:xfrm>
              <a:off x="5163350" y="26193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1" y="161"/>
                    <a:pt x="17" y="227"/>
                    <a:pt x="87" y="264"/>
                  </a:cubicBezTo>
                  <a:lnTo>
                    <a:pt x="137" y="264"/>
                  </a:lnTo>
                  <a:cubicBezTo>
                    <a:pt x="170" y="264"/>
                    <a:pt x="207" y="227"/>
                    <a:pt x="223" y="178"/>
                  </a:cubicBezTo>
                  <a:cubicBezTo>
                    <a:pt x="240" y="145"/>
                    <a:pt x="223" y="91"/>
                    <a:pt x="207" y="58"/>
                  </a:cubicBezTo>
                  <a:lnTo>
                    <a:pt x="153" y="4"/>
                  </a:ln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5" name="Google Shape;20795;p55"/>
            <p:cNvSpPr/>
            <p:nvPr/>
          </p:nvSpPr>
          <p:spPr>
            <a:xfrm>
              <a:off x="5175825" y="2511650"/>
              <a:ext cx="6000" cy="6450"/>
            </a:xfrm>
            <a:custGeom>
              <a:avLst/>
              <a:gdLst/>
              <a:ahLst/>
              <a:cxnLst/>
              <a:rect l="l" t="t" r="r" b="b"/>
              <a:pathLst>
                <a:path w="240" h="258" extrusionOk="0">
                  <a:moveTo>
                    <a:pt x="120" y="1"/>
                  </a:moveTo>
                  <a:cubicBezTo>
                    <a:pt x="83" y="1"/>
                    <a:pt x="66" y="1"/>
                    <a:pt x="33" y="22"/>
                  </a:cubicBezTo>
                  <a:cubicBezTo>
                    <a:pt x="17" y="54"/>
                    <a:pt x="0" y="71"/>
                    <a:pt x="0" y="104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46" y="239"/>
                    <a:pt x="82" y="257"/>
                    <a:pt x="117" y="257"/>
                  </a:cubicBezTo>
                  <a:cubicBezTo>
                    <a:pt x="142" y="257"/>
                    <a:pt x="166" y="248"/>
                    <a:pt x="186" y="228"/>
                  </a:cubicBezTo>
                  <a:cubicBezTo>
                    <a:pt x="223" y="191"/>
                    <a:pt x="240" y="104"/>
                    <a:pt x="207" y="54"/>
                  </a:cubicBezTo>
                  <a:cubicBezTo>
                    <a:pt x="186" y="22"/>
                    <a:pt x="169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6" name="Google Shape;20796;p55"/>
            <p:cNvSpPr/>
            <p:nvPr/>
          </p:nvSpPr>
          <p:spPr>
            <a:xfrm>
              <a:off x="5128925" y="276512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41" y="0"/>
                  </a:moveTo>
                  <a:cubicBezTo>
                    <a:pt x="124" y="0"/>
                    <a:pt x="87" y="17"/>
                    <a:pt x="71" y="33"/>
                  </a:cubicBezTo>
                  <a:cubicBezTo>
                    <a:pt x="21" y="87"/>
                    <a:pt x="0" y="153"/>
                    <a:pt x="54" y="223"/>
                  </a:cubicBezTo>
                  <a:cubicBezTo>
                    <a:pt x="71" y="239"/>
                    <a:pt x="87" y="256"/>
                    <a:pt x="124" y="256"/>
                  </a:cubicBezTo>
                  <a:cubicBezTo>
                    <a:pt x="134" y="261"/>
                    <a:pt x="142" y="263"/>
                    <a:pt x="150" y="263"/>
                  </a:cubicBezTo>
                  <a:cubicBezTo>
                    <a:pt x="168" y="263"/>
                    <a:pt x="183" y="251"/>
                    <a:pt x="207" y="239"/>
                  </a:cubicBezTo>
                  <a:cubicBezTo>
                    <a:pt x="227" y="206"/>
                    <a:pt x="244" y="190"/>
                    <a:pt x="244" y="153"/>
                  </a:cubicBezTo>
                  <a:cubicBezTo>
                    <a:pt x="244" y="120"/>
                    <a:pt x="244" y="87"/>
                    <a:pt x="227" y="50"/>
                  </a:cubicBezTo>
                  <a:cubicBezTo>
                    <a:pt x="207" y="33"/>
                    <a:pt x="190" y="17"/>
                    <a:pt x="174" y="17"/>
                  </a:cubicBezTo>
                  <a:cubicBezTo>
                    <a:pt x="157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7" name="Google Shape;20797;p55"/>
            <p:cNvSpPr/>
            <p:nvPr/>
          </p:nvSpPr>
          <p:spPr>
            <a:xfrm>
              <a:off x="5262925" y="2614725"/>
              <a:ext cx="3525" cy="6525"/>
            </a:xfrm>
            <a:custGeom>
              <a:avLst/>
              <a:gdLst/>
              <a:ahLst/>
              <a:cxnLst/>
              <a:rect l="l" t="t" r="r" b="b"/>
              <a:pathLst>
                <a:path w="141" h="261" extrusionOk="0">
                  <a:moveTo>
                    <a:pt x="103" y="1"/>
                  </a:moveTo>
                  <a:cubicBezTo>
                    <a:pt x="70" y="21"/>
                    <a:pt x="54" y="54"/>
                    <a:pt x="37" y="87"/>
                  </a:cubicBezTo>
                  <a:cubicBezTo>
                    <a:pt x="0" y="157"/>
                    <a:pt x="37" y="228"/>
                    <a:pt x="87" y="261"/>
                  </a:cubicBezTo>
                  <a:lnTo>
                    <a:pt x="140" y="261"/>
                  </a:lnTo>
                  <a:cubicBezTo>
                    <a:pt x="140" y="174"/>
                    <a:pt x="124" y="87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8" name="Google Shape;20798;p55"/>
            <p:cNvSpPr/>
            <p:nvPr/>
          </p:nvSpPr>
          <p:spPr>
            <a:xfrm>
              <a:off x="5114400" y="27675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5" y="0"/>
                  </a:moveTo>
                  <a:cubicBezTo>
                    <a:pt x="79" y="0"/>
                    <a:pt x="42" y="22"/>
                    <a:pt x="17" y="72"/>
                  </a:cubicBezTo>
                  <a:cubicBezTo>
                    <a:pt x="0" y="142"/>
                    <a:pt x="33" y="229"/>
                    <a:pt x="87" y="245"/>
                  </a:cubicBezTo>
                  <a:cubicBezTo>
                    <a:pt x="103" y="262"/>
                    <a:pt x="120" y="262"/>
                    <a:pt x="136" y="262"/>
                  </a:cubicBezTo>
                  <a:cubicBezTo>
                    <a:pt x="169" y="245"/>
                    <a:pt x="206" y="229"/>
                    <a:pt x="223" y="175"/>
                  </a:cubicBezTo>
                  <a:cubicBezTo>
                    <a:pt x="239" y="126"/>
                    <a:pt x="239" y="72"/>
                    <a:pt x="206" y="39"/>
                  </a:cubicBezTo>
                  <a:cubicBezTo>
                    <a:pt x="190" y="23"/>
                    <a:pt x="190" y="23"/>
                    <a:pt x="169" y="6"/>
                  </a:cubicBezTo>
                  <a:cubicBezTo>
                    <a:pt x="154" y="2"/>
                    <a:pt x="139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9" name="Google Shape;20799;p55"/>
            <p:cNvSpPr/>
            <p:nvPr/>
          </p:nvSpPr>
          <p:spPr>
            <a:xfrm>
              <a:off x="5169325" y="27758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87" y="1"/>
                    <a:pt x="87" y="17"/>
                    <a:pt x="71" y="17"/>
                  </a:cubicBezTo>
                  <a:cubicBezTo>
                    <a:pt x="34" y="34"/>
                    <a:pt x="1" y="87"/>
                    <a:pt x="1" y="153"/>
                  </a:cubicBezTo>
                  <a:cubicBezTo>
                    <a:pt x="17" y="191"/>
                    <a:pt x="34" y="224"/>
                    <a:pt x="54" y="240"/>
                  </a:cubicBezTo>
                  <a:cubicBezTo>
                    <a:pt x="66" y="252"/>
                    <a:pt x="85" y="265"/>
                    <a:pt x="108" y="265"/>
                  </a:cubicBezTo>
                  <a:cubicBezTo>
                    <a:pt x="117" y="265"/>
                    <a:pt x="127" y="263"/>
                    <a:pt x="137" y="256"/>
                  </a:cubicBezTo>
                  <a:cubicBezTo>
                    <a:pt x="190" y="256"/>
                    <a:pt x="240" y="191"/>
                    <a:pt x="223" y="120"/>
                  </a:cubicBezTo>
                  <a:lnTo>
                    <a:pt x="223" y="87"/>
                  </a:lnTo>
                  <a:cubicBezTo>
                    <a:pt x="207" y="50"/>
                    <a:pt x="190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0" name="Google Shape;20800;p55"/>
            <p:cNvSpPr/>
            <p:nvPr/>
          </p:nvSpPr>
          <p:spPr>
            <a:xfrm>
              <a:off x="5132425" y="2794775"/>
              <a:ext cx="6425" cy="6550"/>
            </a:xfrm>
            <a:custGeom>
              <a:avLst/>
              <a:gdLst/>
              <a:ahLst/>
              <a:cxnLst/>
              <a:rect l="l" t="t" r="r" b="b"/>
              <a:pathLst>
                <a:path w="257" h="262" extrusionOk="0">
                  <a:moveTo>
                    <a:pt x="127" y="1"/>
                  </a:moveTo>
                  <a:cubicBezTo>
                    <a:pt x="87" y="1"/>
                    <a:pt x="46" y="32"/>
                    <a:pt x="34" y="84"/>
                  </a:cubicBezTo>
                  <a:cubicBezTo>
                    <a:pt x="1" y="154"/>
                    <a:pt x="34" y="220"/>
                    <a:pt x="87" y="257"/>
                  </a:cubicBezTo>
                  <a:cubicBezTo>
                    <a:pt x="96" y="260"/>
                    <a:pt x="105" y="261"/>
                    <a:pt x="114" y="261"/>
                  </a:cubicBezTo>
                  <a:cubicBezTo>
                    <a:pt x="160" y="261"/>
                    <a:pt x="212" y="229"/>
                    <a:pt x="240" y="171"/>
                  </a:cubicBezTo>
                  <a:cubicBezTo>
                    <a:pt x="256" y="117"/>
                    <a:pt x="223" y="34"/>
                    <a:pt x="170" y="14"/>
                  </a:cubicBezTo>
                  <a:cubicBezTo>
                    <a:pt x="157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1" name="Google Shape;20801;p55"/>
            <p:cNvSpPr/>
            <p:nvPr/>
          </p:nvSpPr>
          <p:spPr>
            <a:xfrm>
              <a:off x="5094600" y="27857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1"/>
                  </a:moveTo>
                  <a:cubicBezTo>
                    <a:pt x="104" y="1"/>
                    <a:pt x="71" y="17"/>
                    <a:pt x="54" y="34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4" y="251"/>
                    <a:pt x="83" y="263"/>
                    <a:pt x="114" y="263"/>
                  </a:cubicBezTo>
                  <a:cubicBezTo>
                    <a:pt x="140" y="263"/>
                    <a:pt x="166" y="255"/>
                    <a:pt x="190" y="240"/>
                  </a:cubicBezTo>
                  <a:cubicBezTo>
                    <a:pt x="240" y="190"/>
                    <a:pt x="240" y="104"/>
                    <a:pt x="207" y="50"/>
                  </a:cubicBezTo>
                  <a:cubicBezTo>
                    <a:pt x="190" y="34"/>
                    <a:pt x="174" y="17"/>
                    <a:pt x="157" y="17"/>
                  </a:cubicBezTo>
                  <a:cubicBezTo>
                    <a:pt x="157" y="17"/>
                    <a:pt x="13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2" name="Google Shape;20802;p55"/>
            <p:cNvSpPr/>
            <p:nvPr/>
          </p:nvSpPr>
          <p:spPr>
            <a:xfrm>
              <a:off x="5089450" y="2760475"/>
              <a:ext cx="6525" cy="6450"/>
            </a:xfrm>
            <a:custGeom>
              <a:avLst/>
              <a:gdLst/>
              <a:ahLst/>
              <a:cxnLst/>
              <a:rect l="l" t="t" r="r" b="b"/>
              <a:pathLst>
                <a:path w="261" h="258" extrusionOk="0">
                  <a:moveTo>
                    <a:pt x="129" y="0"/>
                  </a:moveTo>
                  <a:cubicBezTo>
                    <a:pt x="88" y="0"/>
                    <a:pt x="49" y="32"/>
                    <a:pt x="33" y="83"/>
                  </a:cubicBezTo>
                  <a:cubicBezTo>
                    <a:pt x="0" y="149"/>
                    <a:pt x="33" y="219"/>
                    <a:pt x="87" y="252"/>
                  </a:cubicBezTo>
                  <a:cubicBezTo>
                    <a:pt x="100" y="256"/>
                    <a:pt x="113" y="258"/>
                    <a:pt x="124" y="258"/>
                  </a:cubicBezTo>
                  <a:cubicBezTo>
                    <a:pt x="175" y="258"/>
                    <a:pt x="213" y="223"/>
                    <a:pt x="240" y="170"/>
                  </a:cubicBezTo>
                  <a:cubicBezTo>
                    <a:pt x="260" y="100"/>
                    <a:pt x="223" y="29"/>
                    <a:pt x="174" y="13"/>
                  </a:cubicBezTo>
                  <a:cubicBezTo>
                    <a:pt x="159" y="4"/>
                    <a:pt x="144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3" name="Google Shape;20803;p55"/>
            <p:cNvSpPr/>
            <p:nvPr/>
          </p:nvSpPr>
          <p:spPr>
            <a:xfrm>
              <a:off x="5107475" y="2754400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04" y="0"/>
                  </a:moveTo>
                  <a:cubicBezTo>
                    <a:pt x="71" y="17"/>
                    <a:pt x="55" y="33"/>
                    <a:pt x="34" y="50"/>
                  </a:cubicBezTo>
                  <a:cubicBezTo>
                    <a:pt x="17" y="83"/>
                    <a:pt x="1" y="120"/>
                    <a:pt x="1" y="153"/>
                  </a:cubicBezTo>
                  <a:cubicBezTo>
                    <a:pt x="17" y="186"/>
                    <a:pt x="34" y="223"/>
                    <a:pt x="55" y="239"/>
                  </a:cubicBezTo>
                  <a:cubicBezTo>
                    <a:pt x="66" y="251"/>
                    <a:pt x="86" y="263"/>
                    <a:pt x="108" y="263"/>
                  </a:cubicBezTo>
                  <a:cubicBezTo>
                    <a:pt x="118" y="263"/>
                    <a:pt x="127" y="261"/>
                    <a:pt x="137" y="256"/>
                  </a:cubicBezTo>
                  <a:cubicBezTo>
                    <a:pt x="191" y="256"/>
                    <a:pt x="240" y="186"/>
                    <a:pt x="224" y="120"/>
                  </a:cubicBezTo>
                  <a:cubicBezTo>
                    <a:pt x="224" y="83"/>
                    <a:pt x="207" y="50"/>
                    <a:pt x="191" y="33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4" name="Google Shape;20804;p55"/>
            <p:cNvSpPr/>
            <p:nvPr/>
          </p:nvSpPr>
          <p:spPr>
            <a:xfrm>
              <a:off x="5136250" y="27487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1"/>
                  </a:moveTo>
                  <a:cubicBezTo>
                    <a:pt x="70" y="1"/>
                    <a:pt x="37" y="21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07"/>
                    <a:pt x="54" y="244"/>
                  </a:cubicBezTo>
                  <a:cubicBezTo>
                    <a:pt x="70" y="260"/>
                    <a:pt x="103" y="260"/>
                    <a:pt x="120" y="260"/>
                  </a:cubicBezTo>
                  <a:cubicBezTo>
                    <a:pt x="190" y="244"/>
                    <a:pt x="223" y="174"/>
                    <a:pt x="223" y="104"/>
                  </a:cubicBezTo>
                  <a:cubicBezTo>
                    <a:pt x="223" y="71"/>
                    <a:pt x="206" y="54"/>
                    <a:pt x="173" y="21"/>
                  </a:cubicBezTo>
                  <a:cubicBezTo>
                    <a:pt x="173" y="21"/>
                    <a:pt x="157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5" name="Google Shape;20805;p55"/>
            <p:cNvSpPr/>
            <p:nvPr/>
          </p:nvSpPr>
          <p:spPr>
            <a:xfrm>
              <a:off x="5101925" y="27719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0" y="190"/>
                    <a:pt x="17" y="227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23" y="190"/>
                    <a:pt x="223" y="124"/>
                  </a:cubicBezTo>
                  <a:cubicBezTo>
                    <a:pt x="223" y="87"/>
                    <a:pt x="206" y="54"/>
                    <a:pt x="173" y="37"/>
                  </a:cubicBezTo>
                  <a:cubicBezTo>
                    <a:pt x="173" y="21"/>
                    <a:pt x="153" y="21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6" name="Google Shape;20806;p55"/>
            <p:cNvSpPr/>
            <p:nvPr/>
          </p:nvSpPr>
          <p:spPr>
            <a:xfrm>
              <a:off x="5097600" y="28179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29" y="1"/>
                  </a:moveTo>
                  <a:cubicBezTo>
                    <a:pt x="87" y="1"/>
                    <a:pt x="44" y="32"/>
                    <a:pt x="17" y="84"/>
                  </a:cubicBezTo>
                  <a:cubicBezTo>
                    <a:pt x="0" y="154"/>
                    <a:pt x="37" y="220"/>
                    <a:pt x="87" y="257"/>
                  </a:cubicBezTo>
                  <a:lnTo>
                    <a:pt x="140" y="257"/>
                  </a:lnTo>
                  <a:cubicBezTo>
                    <a:pt x="173" y="257"/>
                    <a:pt x="223" y="220"/>
                    <a:pt x="243" y="187"/>
                  </a:cubicBezTo>
                  <a:cubicBezTo>
                    <a:pt x="243" y="137"/>
                    <a:pt x="243" y="84"/>
                    <a:pt x="206" y="51"/>
                  </a:cubicBezTo>
                  <a:cubicBezTo>
                    <a:pt x="206" y="34"/>
                    <a:pt x="190" y="14"/>
                    <a:pt x="173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7" name="Google Shape;20807;p55"/>
            <p:cNvSpPr/>
            <p:nvPr/>
          </p:nvSpPr>
          <p:spPr>
            <a:xfrm>
              <a:off x="5139750" y="2779125"/>
              <a:ext cx="6400" cy="6550"/>
            </a:xfrm>
            <a:custGeom>
              <a:avLst/>
              <a:gdLst/>
              <a:ahLst/>
              <a:cxnLst/>
              <a:rect l="l" t="t" r="r" b="b"/>
              <a:pathLst>
                <a:path w="256" h="262" extrusionOk="0">
                  <a:moveTo>
                    <a:pt x="142" y="1"/>
                  </a:moveTo>
                  <a:cubicBezTo>
                    <a:pt x="97" y="1"/>
                    <a:pt x="47" y="31"/>
                    <a:pt x="33" y="75"/>
                  </a:cubicBezTo>
                  <a:cubicBezTo>
                    <a:pt x="0" y="145"/>
                    <a:pt x="33" y="228"/>
                    <a:pt x="83" y="248"/>
                  </a:cubicBezTo>
                  <a:cubicBezTo>
                    <a:pt x="101" y="257"/>
                    <a:pt x="119" y="261"/>
                    <a:pt x="135" y="261"/>
                  </a:cubicBezTo>
                  <a:cubicBezTo>
                    <a:pt x="180" y="261"/>
                    <a:pt x="215" y="230"/>
                    <a:pt x="240" y="178"/>
                  </a:cubicBezTo>
                  <a:cubicBezTo>
                    <a:pt x="256" y="108"/>
                    <a:pt x="223" y="42"/>
                    <a:pt x="169" y="5"/>
                  </a:cubicBezTo>
                  <a:cubicBezTo>
                    <a:pt x="161" y="2"/>
                    <a:pt x="151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8" name="Google Shape;20808;p55"/>
            <p:cNvSpPr/>
            <p:nvPr/>
          </p:nvSpPr>
          <p:spPr>
            <a:xfrm>
              <a:off x="5162425" y="279377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47" y="0"/>
                  </a:moveTo>
                  <a:cubicBezTo>
                    <a:pt x="102" y="0"/>
                    <a:pt x="51" y="33"/>
                    <a:pt x="38" y="91"/>
                  </a:cubicBezTo>
                  <a:cubicBezTo>
                    <a:pt x="0" y="140"/>
                    <a:pt x="38" y="227"/>
                    <a:pt x="87" y="244"/>
                  </a:cubicBezTo>
                  <a:cubicBezTo>
                    <a:pt x="106" y="254"/>
                    <a:pt x="124" y="258"/>
                    <a:pt x="140" y="258"/>
                  </a:cubicBezTo>
                  <a:cubicBezTo>
                    <a:pt x="183" y="258"/>
                    <a:pt x="217" y="226"/>
                    <a:pt x="244" y="178"/>
                  </a:cubicBezTo>
                  <a:cubicBezTo>
                    <a:pt x="260" y="107"/>
                    <a:pt x="227" y="37"/>
                    <a:pt x="174" y="4"/>
                  </a:cubicBezTo>
                  <a:cubicBezTo>
                    <a:pt x="165" y="2"/>
                    <a:pt x="1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9" name="Google Shape;20809;p55"/>
            <p:cNvSpPr/>
            <p:nvPr/>
          </p:nvSpPr>
          <p:spPr>
            <a:xfrm>
              <a:off x="5166350" y="274315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33" y="17"/>
                    <a:pt x="0" y="87"/>
                    <a:pt x="0" y="158"/>
                  </a:cubicBezTo>
                  <a:cubicBezTo>
                    <a:pt x="0" y="191"/>
                    <a:pt x="17" y="224"/>
                    <a:pt x="50" y="244"/>
                  </a:cubicBezTo>
                  <a:cubicBezTo>
                    <a:pt x="64" y="256"/>
                    <a:pt x="85" y="267"/>
                    <a:pt x="102" y="267"/>
                  </a:cubicBezTo>
                  <a:cubicBezTo>
                    <a:pt x="109" y="267"/>
                    <a:pt x="115" y="265"/>
                    <a:pt x="120" y="261"/>
                  </a:cubicBezTo>
                  <a:cubicBezTo>
                    <a:pt x="153" y="261"/>
                    <a:pt x="190" y="244"/>
                    <a:pt x="206" y="207"/>
                  </a:cubicBezTo>
                  <a:cubicBezTo>
                    <a:pt x="223" y="191"/>
                    <a:pt x="223" y="158"/>
                    <a:pt x="223" y="120"/>
                  </a:cubicBezTo>
                  <a:cubicBezTo>
                    <a:pt x="223" y="87"/>
                    <a:pt x="206" y="55"/>
                    <a:pt x="173" y="38"/>
                  </a:cubicBezTo>
                  <a:cubicBezTo>
                    <a:pt x="173" y="17"/>
                    <a:pt x="153" y="17"/>
                    <a:pt x="153" y="17"/>
                  </a:cubicBez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0" name="Google Shape;20810;p55"/>
            <p:cNvSpPr/>
            <p:nvPr/>
          </p:nvSpPr>
          <p:spPr>
            <a:xfrm>
              <a:off x="5153875" y="27762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03" y="0"/>
                    <a:pt x="70" y="0"/>
                    <a:pt x="54" y="33"/>
                  </a:cubicBezTo>
                  <a:cubicBezTo>
                    <a:pt x="0" y="70"/>
                    <a:pt x="0" y="157"/>
                    <a:pt x="33" y="207"/>
                  </a:cubicBezTo>
                  <a:cubicBezTo>
                    <a:pt x="54" y="239"/>
                    <a:pt x="87" y="260"/>
                    <a:pt x="103" y="260"/>
                  </a:cubicBezTo>
                  <a:cubicBezTo>
                    <a:pt x="136" y="260"/>
                    <a:pt x="173" y="260"/>
                    <a:pt x="190" y="239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73" y="17"/>
                    <a:pt x="157" y="17"/>
                  </a:cubicBezTo>
                  <a:cubicBezTo>
                    <a:pt x="157" y="0"/>
                    <a:pt x="136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1" name="Google Shape;20811;p55"/>
            <p:cNvSpPr/>
            <p:nvPr/>
          </p:nvSpPr>
          <p:spPr>
            <a:xfrm>
              <a:off x="5159025" y="27603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33" y="223"/>
                    <a:pt x="54" y="240"/>
                  </a:cubicBezTo>
                  <a:cubicBezTo>
                    <a:pt x="66" y="251"/>
                    <a:pt x="85" y="265"/>
                    <a:pt x="107" y="265"/>
                  </a:cubicBezTo>
                  <a:cubicBezTo>
                    <a:pt x="117" y="265"/>
                    <a:pt x="127" y="262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2" name="Google Shape;20812;p55"/>
            <p:cNvSpPr/>
            <p:nvPr/>
          </p:nvSpPr>
          <p:spPr>
            <a:xfrm>
              <a:off x="5150875" y="27459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9" y="1"/>
                  </a:moveTo>
                  <a:cubicBezTo>
                    <a:pt x="86" y="1"/>
                    <a:pt x="65" y="13"/>
                    <a:pt x="50" y="28"/>
                  </a:cubicBezTo>
                  <a:cubicBezTo>
                    <a:pt x="1" y="78"/>
                    <a:pt x="1" y="164"/>
                    <a:pt x="34" y="214"/>
                  </a:cubicBezTo>
                  <a:cubicBezTo>
                    <a:pt x="50" y="251"/>
                    <a:pt x="87" y="267"/>
                    <a:pt x="104" y="267"/>
                  </a:cubicBezTo>
                  <a:cubicBezTo>
                    <a:pt x="137" y="267"/>
                    <a:pt x="174" y="251"/>
                    <a:pt x="190" y="234"/>
                  </a:cubicBezTo>
                  <a:cubicBezTo>
                    <a:pt x="223" y="214"/>
                    <a:pt x="223" y="181"/>
                    <a:pt x="240" y="148"/>
                  </a:cubicBezTo>
                  <a:cubicBezTo>
                    <a:pt x="240" y="111"/>
                    <a:pt x="223" y="78"/>
                    <a:pt x="207" y="45"/>
                  </a:cubicBezTo>
                  <a:cubicBezTo>
                    <a:pt x="190" y="28"/>
                    <a:pt x="190" y="28"/>
                    <a:pt x="153" y="7"/>
                  </a:cubicBezTo>
                  <a:lnTo>
                    <a:pt x="137" y="7"/>
                  </a:lnTo>
                  <a:cubicBezTo>
                    <a:pt x="127" y="3"/>
                    <a:pt x="118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3" name="Google Shape;20813;p55"/>
            <p:cNvSpPr/>
            <p:nvPr/>
          </p:nvSpPr>
          <p:spPr>
            <a:xfrm>
              <a:off x="5141800" y="2762350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123" y="1"/>
                  </a:moveTo>
                  <a:cubicBezTo>
                    <a:pt x="117" y="1"/>
                    <a:pt x="111" y="3"/>
                    <a:pt x="104" y="8"/>
                  </a:cubicBezTo>
                  <a:cubicBezTo>
                    <a:pt x="87" y="8"/>
                    <a:pt x="54" y="25"/>
                    <a:pt x="38" y="41"/>
                  </a:cubicBezTo>
                  <a:cubicBezTo>
                    <a:pt x="21" y="57"/>
                    <a:pt x="1" y="111"/>
                    <a:pt x="21" y="144"/>
                  </a:cubicBezTo>
                  <a:cubicBezTo>
                    <a:pt x="21" y="177"/>
                    <a:pt x="38" y="214"/>
                    <a:pt x="54" y="231"/>
                  </a:cubicBezTo>
                  <a:cubicBezTo>
                    <a:pt x="87" y="247"/>
                    <a:pt x="104" y="264"/>
                    <a:pt x="141" y="264"/>
                  </a:cubicBezTo>
                  <a:cubicBezTo>
                    <a:pt x="190" y="247"/>
                    <a:pt x="228" y="198"/>
                    <a:pt x="228" y="128"/>
                  </a:cubicBezTo>
                  <a:lnTo>
                    <a:pt x="228" y="111"/>
                  </a:lnTo>
                  <a:cubicBezTo>
                    <a:pt x="228" y="57"/>
                    <a:pt x="190" y="25"/>
                    <a:pt x="158" y="8"/>
                  </a:cubicBezTo>
                  <a:cubicBezTo>
                    <a:pt x="147" y="8"/>
                    <a:pt x="136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4" name="Google Shape;20814;p55"/>
            <p:cNvSpPr/>
            <p:nvPr/>
          </p:nvSpPr>
          <p:spPr>
            <a:xfrm>
              <a:off x="5144900" y="27183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0" y="0"/>
                  </a:moveTo>
                  <a:cubicBezTo>
                    <a:pt x="104" y="0"/>
                    <a:pt x="66" y="0"/>
                    <a:pt x="50" y="17"/>
                  </a:cubicBezTo>
                  <a:cubicBezTo>
                    <a:pt x="17" y="50"/>
                    <a:pt x="1" y="66"/>
                    <a:pt x="1" y="103"/>
                  </a:cubicBezTo>
                  <a:cubicBezTo>
                    <a:pt x="1" y="153"/>
                    <a:pt x="17" y="169"/>
                    <a:pt x="34" y="206"/>
                  </a:cubicBezTo>
                  <a:cubicBezTo>
                    <a:pt x="50" y="239"/>
                    <a:pt x="66" y="256"/>
                    <a:pt x="104" y="256"/>
                  </a:cubicBezTo>
                  <a:cubicBezTo>
                    <a:pt x="137" y="256"/>
                    <a:pt x="153" y="239"/>
                    <a:pt x="186" y="223"/>
                  </a:cubicBezTo>
                  <a:cubicBezTo>
                    <a:pt x="223" y="186"/>
                    <a:pt x="240" y="103"/>
                    <a:pt x="207" y="50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5" name="Google Shape;20815;p55"/>
            <p:cNvSpPr/>
            <p:nvPr/>
          </p:nvSpPr>
          <p:spPr>
            <a:xfrm>
              <a:off x="5112650" y="278492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04" y="1"/>
                  </a:moveTo>
                  <a:cubicBezTo>
                    <a:pt x="87" y="1"/>
                    <a:pt x="70" y="6"/>
                    <a:pt x="54" y="16"/>
                  </a:cubicBezTo>
                  <a:cubicBezTo>
                    <a:pt x="33" y="33"/>
                    <a:pt x="17" y="66"/>
                    <a:pt x="0" y="82"/>
                  </a:cubicBezTo>
                  <a:lnTo>
                    <a:pt x="0" y="169"/>
                  </a:lnTo>
                  <a:cubicBezTo>
                    <a:pt x="17" y="202"/>
                    <a:pt x="33" y="239"/>
                    <a:pt x="70" y="255"/>
                  </a:cubicBezTo>
                  <a:cubicBezTo>
                    <a:pt x="83" y="264"/>
                    <a:pt x="98" y="268"/>
                    <a:pt x="113" y="268"/>
                  </a:cubicBezTo>
                  <a:cubicBezTo>
                    <a:pt x="153" y="268"/>
                    <a:pt x="194" y="237"/>
                    <a:pt x="206" y="185"/>
                  </a:cubicBezTo>
                  <a:cubicBezTo>
                    <a:pt x="239" y="119"/>
                    <a:pt x="206" y="33"/>
                    <a:pt x="157" y="16"/>
                  </a:cubicBezTo>
                  <a:cubicBezTo>
                    <a:pt x="138" y="6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6" name="Google Shape;20816;p55"/>
            <p:cNvSpPr/>
            <p:nvPr/>
          </p:nvSpPr>
          <p:spPr>
            <a:xfrm>
              <a:off x="5059350" y="2761300"/>
              <a:ext cx="6525" cy="6750"/>
            </a:xfrm>
            <a:custGeom>
              <a:avLst/>
              <a:gdLst/>
              <a:ahLst/>
              <a:cxnLst/>
              <a:rect l="l" t="t" r="r" b="b"/>
              <a:pathLst>
                <a:path w="261" h="270" extrusionOk="0">
                  <a:moveTo>
                    <a:pt x="122" y="0"/>
                  </a:moveTo>
                  <a:cubicBezTo>
                    <a:pt x="78" y="0"/>
                    <a:pt x="45" y="32"/>
                    <a:pt x="21" y="83"/>
                  </a:cubicBezTo>
                  <a:cubicBezTo>
                    <a:pt x="1" y="153"/>
                    <a:pt x="38" y="240"/>
                    <a:pt x="87" y="256"/>
                  </a:cubicBezTo>
                  <a:cubicBezTo>
                    <a:pt x="101" y="265"/>
                    <a:pt x="116" y="269"/>
                    <a:pt x="131" y="269"/>
                  </a:cubicBezTo>
                  <a:cubicBezTo>
                    <a:pt x="173" y="269"/>
                    <a:pt x="212" y="238"/>
                    <a:pt x="227" y="186"/>
                  </a:cubicBezTo>
                  <a:cubicBezTo>
                    <a:pt x="260" y="116"/>
                    <a:pt x="227" y="34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7" name="Google Shape;20817;p55"/>
            <p:cNvSpPr/>
            <p:nvPr/>
          </p:nvSpPr>
          <p:spPr>
            <a:xfrm>
              <a:off x="5055950" y="27318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1" y="1"/>
                  </a:moveTo>
                  <a:cubicBezTo>
                    <a:pt x="92" y="1"/>
                    <a:pt x="77" y="12"/>
                    <a:pt x="54" y="24"/>
                  </a:cubicBezTo>
                  <a:cubicBezTo>
                    <a:pt x="17" y="78"/>
                    <a:pt x="0" y="160"/>
                    <a:pt x="33" y="214"/>
                  </a:cubicBezTo>
                  <a:cubicBezTo>
                    <a:pt x="71" y="247"/>
                    <a:pt x="87" y="263"/>
                    <a:pt x="120" y="263"/>
                  </a:cubicBezTo>
                  <a:cubicBezTo>
                    <a:pt x="157" y="263"/>
                    <a:pt x="174" y="247"/>
                    <a:pt x="207" y="230"/>
                  </a:cubicBezTo>
                  <a:cubicBezTo>
                    <a:pt x="223" y="214"/>
                    <a:pt x="240" y="181"/>
                    <a:pt x="240" y="144"/>
                  </a:cubicBezTo>
                  <a:cubicBezTo>
                    <a:pt x="240" y="111"/>
                    <a:pt x="240" y="78"/>
                    <a:pt x="223" y="41"/>
                  </a:cubicBezTo>
                  <a:cubicBezTo>
                    <a:pt x="207" y="24"/>
                    <a:pt x="190" y="24"/>
                    <a:pt x="174" y="8"/>
                  </a:cubicBezTo>
                  <a:lnTo>
                    <a:pt x="137" y="8"/>
                  </a:lnTo>
                  <a:cubicBezTo>
                    <a:pt x="127" y="3"/>
                    <a:pt x="119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8" name="Google Shape;20818;p55"/>
            <p:cNvSpPr/>
            <p:nvPr/>
          </p:nvSpPr>
          <p:spPr>
            <a:xfrm>
              <a:off x="5060275" y="28093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70" y="240"/>
                    <a:pt x="190" y="223"/>
                    <a:pt x="207" y="207"/>
                  </a:cubicBezTo>
                  <a:cubicBezTo>
                    <a:pt x="223" y="174"/>
                    <a:pt x="240" y="137"/>
                    <a:pt x="223" y="104"/>
                  </a:cubicBezTo>
                  <a:cubicBezTo>
                    <a:pt x="223" y="71"/>
                    <a:pt x="207" y="34"/>
                    <a:pt x="190" y="17"/>
                  </a:cubicBezTo>
                  <a:cubicBezTo>
                    <a:pt x="17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9" name="Google Shape;20819;p55"/>
            <p:cNvSpPr/>
            <p:nvPr/>
          </p:nvSpPr>
          <p:spPr>
            <a:xfrm>
              <a:off x="5063275" y="27152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70" y="21"/>
                    <a:pt x="33" y="38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27"/>
                    <a:pt x="33" y="244"/>
                  </a:cubicBezTo>
                  <a:cubicBezTo>
                    <a:pt x="59" y="256"/>
                    <a:pt x="84" y="267"/>
                    <a:pt x="101" y="267"/>
                  </a:cubicBezTo>
                  <a:cubicBezTo>
                    <a:pt x="109" y="267"/>
                    <a:pt x="115" y="265"/>
                    <a:pt x="120" y="260"/>
                  </a:cubicBezTo>
                  <a:cubicBezTo>
                    <a:pt x="190" y="260"/>
                    <a:pt x="223" y="190"/>
                    <a:pt x="223" y="124"/>
                  </a:cubicBezTo>
                  <a:cubicBezTo>
                    <a:pt x="206" y="87"/>
                    <a:pt x="190" y="54"/>
                    <a:pt x="173" y="38"/>
                  </a:cubicBezTo>
                  <a:cubicBezTo>
                    <a:pt x="173" y="21"/>
                    <a:pt x="153" y="21"/>
                    <a:pt x="153" y="21"/>
                  </a:cubicBezTo>
                  <a:cubicBezTo>
                    <a:pt x="136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0" name="Google Shape;20820;p55"/>
            <p:cNvSpPr/>
            <p:nvPr/>
          </p:nvSpPr>
          <p:spPr>
            <a:xfrm>
              <a:off x="5053375" y="27814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5" y="215"/>
                    <a:pt x="58" y="263"/>
                    <a:pt x="113" y="263"/>
                  </a:cubicBezTo>
                  <a:cubicBezTo>
                    <a:pt x="120" y="263"/>
                    <a:pt x="128" y="262"/>
                    <a:pt x="136" y="260"/>
                  </a:cubicBezTo>
                  <a:cubicBezTo>
                    <a:pt x="157" y="260"/>
                    <a:pt x="190" y="240"/>
                    <a:pt x="207" y="207"/>
                  </a:cubicBezTo>
                  <a:cubicBezTo>
                    <a:pt x="223" y="174"/>
                    <a:pt x="223" y="137"/>
                    <a:pt x="223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1" name="Google Shape;20821;p55"/>
            <p:cNvSpPr/>
            <p:nvPr/>
          </p:nvSpPr>
          <p:spPr>
            <a:xfrm>
              <a:off x="5086050" y="27272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0" y="137"/>
                  </a:cubicBezTo>
                  <a:cubicBezTo>
                    <a:pt x="17" y="174"/>
                    <a:pt x="17" y="207"/>
                    <a:pt x="50" y="224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69" y="17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2" name="Google Shape;20822;p55"/>
            <p:cNvSpPr/>
            <p:nvPr/>
          </p:nvSpPr>
          <p:spPr>
            <a:xfrm>
              <a:off x="5146150" y="2474750"/>
              <a:ext cx="2175" cy="850"/>
            </a:xfrm>
            <a:custGeom>
              <a:avLst/>
              <a:gdLst/>
              <a:ahLst/>
              <a:cxnLst/>
              <a:rect l="l" t="t" r="r" b="b"/>
              <a:pathLst>
                <a:path w="87" h="34" extrusionOk="0">
                  <a:moveTo>
                    <a:pt x="0" y="1"/>
                  </a:moveTo>
                  <a:cubicBezTo>
                    <a:pt x="5" y="1"/>
                    <a:pt x="11" y="2"/>
                    <a:pt x="18" y="4"/>
                  </a:cubicBezTo>
                  <a:lnTo>
                    <a:pt x="18" y="4"/>
                  </a:lnTo>
                  <a:cubicBezTo>
                    <a:pt x="18" y="3"/>
                    <a:pt x="17" y="2"/>
                    <a:pt x="16" y="1"/>
                  </a:cubicBezTo>
                  <a:close/>
                  <a:moveTo>
                    <a:pt x="18" y="4"/>
                  </a:moveTo>
                  <a:cubicBezTo>
                    <a:pt x="35" y="34"/>
                    <a:pt x="55" y="34"/>
                    <a:pt x="87" y="34"/>
                  </a:cubicBezTo>
                  <a:cubicBezTo>
                    <a:pt x="63" y="22"/>
                    <a:pt x="37" y="10"/>
                    <a:pt x="18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3" name="Google Shape;20823;p55"/>
            <p:cNvSpPr/>
            <p:nvPr/>
          </p:nvSpPr>
          <p:spPr>
            <a:xfrm>
              <a:off x="5104900" y="2460650"/>
              <a:ext cx="5600" cy="4250"/>
            </a:xfrm>
            <a:custGeom>
              <a:avLst/>
              <a:gdLst/>
              <a:ahLst/>
              <a:cxnLst/>
              <a:rect l="l" t="t" r="r" b="b"/>
              <a:pathLst>
                <a:path w="224" h="170" extrusionOk="0">
                  <a:moveTo>
                    <a:pt x="17" y="0"/>
                  </a:moveTo>
                  <a:cubicBezTo>
                    <a:pt x="17" y="17"/>
                    <a:pt x="1" y="33"/>
                    <a:pt x="17" y="66"/>
                  </a:cubicBezTo>
                  <a:cubicBezTo>
                    <a:pt x="17" y="103"/>
                    <a:pt x="34" y="120"/>
                    <a:pt x="54" y="153"/>
                  </a:cubicBezTo>
                  <a:cubicBezTo>
                    <a:pt x="87" y="169"/>
                    <a:pt x="104" y="169"/>
                    <a:pt x="137" y="169"/>
                  </a:cubicBezTo>
                  <a:cubicBezTo>
                    <a:pt x="190" y="153"/>
                    <a:pt x="223" y="120"/>
                    <a:pt x="223" y="50"/>
                  </a:cubicBezTo>
                  <a:cubicBezTo>
                    <a:pt x="158" y="33"/>
                    <a:pt x="87" y="17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4" name="Google Shape;20824;p55"/>
            <p:cNvSpPr/>
            <p:nvPr/>
          </p:nvSpPr>
          <p:spPr>
            <a:xfrm>
              <a:off x="5052950" y="2796850"/>
              <a:ext cx="4775" cy="6525"/>
            </a:xfrm>
            <a:custGeom>
              <a:avLst/>
              <a:gdLst/>
              <a:ahLst/>
              <a:cxnLst/>
              <a:rect l="l" t="t" r="r" b="b"/>
              <a:pathLst>
                <a:path w="191" h="261" extrusionOk="0">
                  <a:moveTo>
                    <a:pt x="50" y="1"/>
                  </a:moveTo>
                  <a:cubicBezTo>
                    <a:pt x="34" y="1"/>
                    <a:pt x="17" y="17"/>
                    <a:pt x="1" y="34"/>
                  </a:cubicBezTo>
                  <a:lnTo>
                    <a:pt x="1" y="224"/>
                  </a:lnTo>
                  <a:lnTo>
                    <a:pt x="1" y="240"/>
                  </a:lnTo>
                  <a:cubicBezTo>
                    <a:pt x="34" y="261"/>
                    <a:pt x="50" y="261"/>
                    <a:pt x="87" y="261"/>
                  </a:cubicBezTo>
                  <a:cubicBezTo>
                    <a:pt x="120" y="261"/>
                    <a:pt x="137" y="240"/>
                    <a:pt x="153" y="207"/>
                  </a:cubicBezTo>
                  <a:cubicBezTo>
                    <a:pt x="174" y="174"/>
                    <a:pt x="191" y="137"/>
                    <a:pt x="191" y="104"/>
                  </a:cubicBezTo>
                  <a:cubicBezTo>
                    <a:pt x="174" y="71"/>
                    <a:pt x="153" y="55"/>
                    <a:pt x="137" y="17"/>
                  </a:cubicBezTo>
                  <a:cubicBezTo>
                    <a:pt x="137" y="17"/>
                    <a:pt x="120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5" name="Google Shape;20825;p55"/>
            <p:cNvSpPr/>
            <p:nvPr/>
          </p:nvSpPr>
          <p:spPr>
            <a:xfrm>
              <a:off x="5079975" y="2789550"/>
              <a:ext cx="5675" cy="6500"/>
            </a:xfrm>
            <a:custGeom>
              <a:avLst/>
              <a:gdLst/>
              <a:ahLst/>
              <a:cxnLst/>
              <a:rect l="l" t="t" r="r" b="b"/>
              <a:pathLst>
                <a:path w="227" h="260" extrusionOk="0">
                  <a:moveTo>
                    <a:pt x="87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0" y="190"/>
                    <a:pt x="21" y="206"/>
                    <a:pt x="54" y="243"/>
                  </a:cubicBezTo>
                  <a:cubicBezTo>
                    <a:pt x="70" y="260"/>
                    <a:pt x="103" y="260"/>
                    <a:pt x="124" y="260"/>
                  </a:cubicBezTo>
                  <a:cubicBezTo>
                    <a:pt x="190" y="243"/>
                    <a:pt x="227" y="173"/>
                    <a:pt x="227" y="103"/>
                  </a:cubicBezTo>
                  <a:cubicBezTo>
                    <a:pt x="227" y="70"/>
                    <a:pt x="206" y="54"/>
                    <a:pt x="173" y="17"/>
                  </a:cubicBezTo>
                  <a:cubicBezTo>
                    <a:pt x="173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6" name="Google Shape;20826;p55"/>
            <p:cNvSpPr/>
            <p:nvPr/>
          </p:nvSpPr>
          <p:spPr>
            <a:xfrm>
              <a:off x="5071825" y="268482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20" y="0"/>
                  </a:moveTo>
                  <a:cubicBezTo>
                    <a:pt x="87" y="0"/>
                    <a:pt x="70" y="17"/>
                    <a:pt x="37" y="33"/>
                  </a:cubicBezTo>
                  <a:cubicBezTo>
                    <a:pt x="17" y="50"/>
                    <a:pt x="0" y="83"/>
                    <a:pt x="0" y="120"/>
                  </a:cubicBezTo>
                  <a:cubicBezTo>
                    <a:pt x="0" y="153"/>
                    <a:pt x="0" y="186"/>
                    <a:pt x="17" y="206"/>
                  </a:cubicBezTo>
                  <a:cubicBezTo>
                    <a:pt x="37" y="239"/>
                    <a:pt x="70" y="256"/>
                    <a:pt x="103" y="256"/>
                  </a:cubicBezTo>
                  <a:cubicBezTo>
                    <a:pt x="120" y="256"/>
                    <a:pt x="157" y="256"/>
                    <a:pt x="174" y="239"/>
                  </a:cubicBezTo>
                  <a:cubicBezTo>
                    <a:pt x="223" y="186"/>
                    <a:pt x="244" y="103"/>
                    <a:pt x="190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41" y="0"/>
                    <a:pt x="14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7" name="Google Shape;20827;p55"/>
            <p:cNvSpPr/>
            <p:nvPr/>
          </p:nvSpPr>
          <p:spPr>
            <a:xfrm>
              <a:off x="5077400" y="28093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0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21" y="50"/>
                    <a:pt x="21" y="87"/>
                    <a:pt x="0" y="120"/>
                  </a:cubicBezTo>
                  <a:cubicBezTo>
                    <a:pt x="0" y="153"/>
                    <a:pt x="21" y="190"/>
                    <a:pt x="37" y="207"/>
                  </a:cubicBezTo>
                  <a:cubicBezTo>
                    <a:pt x="56" y="248"/>
                    <a:pt x="88" y="265"/>
                    <a:pt x="121" y="265"/>
                  </a:cubicBezTo>
                  <a:cubicBezTo>
                    <a:pt x="144" y="265"/>
                    <a:pt x="169" y="256"/>
                    <a:pt x="190" y="240"/>
                  </a:cubicBezTo>
                  <a:cubicBezTo>
                    <a:pt x="243" y="190"/>
                    <a:pt x="243" y="104"/>
                    <a:pt x="206" y="50"/>
                  </a:cubicBezTo>
                  <a:cubicBezTo>
                    <a:pt x="190" y="34"/>
                    <a:pt x="173" y="17"/>
                    <a:pt x="157" y="17"/>
                  </a:cubicBezTo>
                  <a:cubicBezTo>
                    <a:pt x="157" y="1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8" name="Google Shape;20828;p55"/>
            <p:cNvSpPr/>
            <p:nvPr/>
          </p:nvSpPr>
          <p:spPr>
            <a:xfrm>
              <a:off x="5081300" y="27735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0" y="0"/>
                  </a:moveTo>
                  <a:cubicBezTo>
                    <a:pt x="86" y="0"/>
                    <a:pt x="45" y="33"/>
                    <a:pt x="17" y="91"/>
                  </a:cubicBezTo>
                  <a:cubicBezTo>
                    <a:pt x="1" y="140"/>
                    <a:pt x="34" y="227"/>
                    <a:pt x="87" y="243"/>
                  </a:cubicBezTo>
                  <a:cubicBezTo>
                    <a:pt x="101" y="254"/>
                    <a:pt x="116" y="258"/>
                    <a:pt x="131" y="258"/>
                  </a:cubicBezTo>
                  <a:cubicBezTo>
                    <a:pt x="171" y="258"/>
                    <a:pt x="211" y="225"/>
                    <a:pt x="223" y="177"/>
                  </a:cubicBezTo>
                  <a:cubicBezTo>
                    <a:pt x="256" y="107"/>
                    <a:pt x="223" y="37"/>
                    <a:pt x="174" y="4"/>
                  </a:cubicBezTo>
                  <a:cubicBezTo>
                    <a:pt x="162" y="1"/>
                    <a:pt x="15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9" name="Google Shape;20829;p55"/>
            <p:cNvSpPr/>
            <p:nvPr/>
          </p:nvSpPr>
          <p:spPr>
            <a:xfrm>
              <a:off x="5067075" y="277625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1" y="190"/>
                    <a:pt x="38" y="223"/>
                    <a:pt x="54" y="239"/>
                  </a:cubicBezTo>
                  <a:cubicBezTo>
                    <a:pt x="66" y="254"/>
                    <a:pt x="86" y="267"/>
                    <a:pt x="110" y="267"/>
                  </a:cubicBezTo>
                  <a:cubicBezTo>
                    <a:pt x="120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0"/>
                  </a:cubicBezTo>
                  <a:cubicBezTo>
                    <a:pt x="227" y="87"/>
                    <a:pt x="207" y="54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0" name="Google Shape;20830;p55"/>
            <p:cNvSpPr/>
            <p:nvPr/>
          </p:nvSpPr>
          <p:spPr>
            <a:xfrm>
              <a:off x="5068825" y="272905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04" y="0"/>
                  </a:moveTo>
                  <a:cubicBezTo>
                    <a:pt x="71" y="0"/>
                    <a:pt x="54" y="17"/>
                    <a:pt x="34" y="33"/>
                  </a:cubicBezTo>
                  <a:cubicBezTo>
                    <a:pt x="17" y="66"/>
                    <a:pt x="1" y="103"/>
                    <a:pt x="1" y="153"/>
                  </a:cubicBezTo>
                  <a:cubicBezTo>
                    <a:pt x="17" y="190"/>
                    <a:pt x="34" y="206"/>
                    <a:pt x="54" y="239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39"/>
                    <a:pt x="223" y="190"/>
                    <a:pt x="223" y="120"/>
                  </a:cubicBezTo>
                  <a:lnTo>
                    <a:pt x="223" y="103"/>
                  </a:lnTo>
                  <a:cubicBezTo>
                    <a:pt x="223" y="66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1" name="Google Shape;20831;p55"/>
            <p:cNvSpPr/>
            <p:nvPr/>
          </p:nvSpPr>
          <p:spPr>
            <a:xfrm>
              <a:off x="5066675" y="27925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103" y="1"/>
                    <a:pt x="70" y="1"/>
                    <a:pt x="54" y="21"/>
                  </a:cubicBezTo>
                  <a:cubicBezTo>
                    <a:pt x="0" y="71"/>
                    <a:pt x="0" y="157"/>
                    <a:pt x="37" y="207"/>
                  </a:cubicBezTo>
                  <a:cubicBezTo>
                    <a:pt x="54" y="244"/>
                    <a:pt x="87" y="261"/>
                    <a:pt x="103" y="261"/>
                  </a:cubicBezTo>
                  <a:cubicBezTo>
                    <a:pt x="140" y="261"/>
                    <a:pt x="173" y="261"/>
                    <a:pt x="190" y="228"/>
                  </a:cubicBezTo>
                  <a:cubicBezTo>
                    <a:pt x="243" y="190"/>
                    <a:pt x="243" y="104"/>
                    <a:pt x="206" y="54"/>
                  </a:cubicBezTo>
                  <a:cubicBezTo>
                    <a:pt x="190" y="38"/>
                    <a:pt x="190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2" name="Google Shape;20832;p55"/>
            <p:cNvSpPr/>
            <p:nvPr/>
          </p:nvSpPr>
          <p:spPr>
            <a:xfrm>
              <a:off x="5066675" y="2745825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29" y="1"/>
                  </a:moveTo>
                  <a:cubicBezTo>
                    <a:pt x="88" y="1"/>
                    <a:pt x="49" y="32"/>
                    <a:pt x="37" y="84"/>
                  </a:cubicBezTo>
                  <a:cubicBezTo>
                    <a:pt x="0" y="154"/>
                    <a:pt x="37" y="220"/>
                    <a:pt x="87" y="257"/>
                  </a:cubicBezTo>
                  <a:cubicBezTo>
                    <a:pt x="99" y="260"/>
                    <a:pt x="110" y="261"/>
                    <a:pt x="121" y="261"/>
                  </a:cubicBezTo>
                  <a:cubicBezTo>
                    <a:pt x="173" y="261"/>
                    <a:pt x="213" y="228"/>
                    <a:pt x="243" y="170"/>
                  </a:cubicBezTo>
                  <a:cubicBezTo>
                    <a:pt x="260" y="100"/>
                    <a:pt x="223" y="34"/>
                    <a:pt x="173" y="13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3" name="Google Shape;20833;p55"/>
            <p:cNvSpPr/>
            <p:nvPr/>
          </p:nvSpPr>
          <p:spPr>
            <a:xfrm>
              <a:off x="5124700" y="27800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32" y="0"/>
                  </a:moveTo>
                  <a:cubicBezTo>
                    <a:pt x="79" y="0"/>
                    <a:pt x="30" y="35"/>
                    <a:pt x="17" y="88"/>
                  </a:cubicBezTo>
                  <a:cubicBezTo>
                    <a:pt x="0" y="159"/>
                    <a:pt x="33" y="229"/>
                    <a:pt x="87" y="262"/>
                  </a:cubicBezTo>
                  <a:cubicBezTo>
                    <a:pt x="95" y="264"/>
                    <a:pt x="104" y="266"/>
                    <a:pt x="114" y="266"/>
                  </a:cubicBezTo>
                  <a:cubicBezTo>
                    <a:pt x="159" y="266"/>
                    <a:pt x="209" y="233"/>
                    <a:pt x="223" y="175"/>
                  </a:cubicBezTo>
                  <a:cubicBezTo>
                    <a:pt x="240" y="109"/>
                    <a:pt x="223" y="39"/>
                    <a:pt x="169" y="6"/>
                  </a:cubicBezTo>
                  <a:cubicBezTo>
                    <a:pt x="157" y="2"/>
                    <a:pt x="14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4" name="Google Shape;20834;p55"/>
            <p:cNvSpPr/>
            <p:nvPr/>
          </p:nvSpPr>
          <p:spPr>
            <a:xfrm>
              <a:off x="5068425" y="2824475"/>
              <a:ext cx="5175" cy="2100"/>
            </a:xfrm>
            <a:custGeom>
              <a:avLst/>
              <a:gdLst/>
              <a:ahLst/>
              <a:cxnLst/>
              <a:rect l="l" t="t" r="r" b="b"/>
              <a:pathLst>
                <a:path w="207" h="84" extrusionOk="0">
                  <a:moveTo>
                    <a:pt x="120" y="1"/>
                  </a:moveTo>
                  <a:cubicBezTo>
                    <a:pt x="108" y="1"/>
                    <a:pt x="95" y="5"/>
                    <a:pt x="87" y="13"/>
                  </a:cubicBezTo>
                  <a:cubicBezTo>
                    <a:pt x="70" y="13"/>
                    <a:pt x="33" y="30"/>
                    <a:pt x="17" y="63"/>
                  </a:cubicBezTo>
                  <a:lnTo>
                    <a:pt x="0" y="83"/>
                  </a:lnTo>
                  <a:lnTo>
                    <a:pt x="206" y="83"/>
                  </a:lnTo>
                  <a:cubicBezTo>
                    <a:pt x="206" y="63"/>
                    <a:pt x="190" y="46"/>
                    <a:pt x="173" y="30"/>
                  </a:cubicBezTo>
                  <a:lnTo>
                    <a:pt x="153" y="13"/>
                  </a:lnTo>
                  <a:cubicBezTo>
                    <a:pt x="145" y="5"/>
                    <a:pt x="132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5" name="Google Shape;20835;p55"/>
            <p:cNvSpPr/>
            <p:nvPr/>
          </p:nvSpPr>
          <p:spPr>
            <a:xfrm>
              <a:off x="5263425" y="2665025"/>
              <a:ext cx="2100" cy="5600"/>
            </a:xfrm>
            <a:custGeom>
              <a:avLst/>
              <a:gdLst/>
              <a:ahLst/>
              <a:cxnLst/>
              <a:rect l="l" t="t" r="r" b="b"/>
              <a:pathLst>
                <a:path w="84" h="224" extrusionOk="0">
                  <a:moveTo>
                    <a:pt x="83" y="1"/>
                  </a:moveTo>
                  <a:lnTo>
                    <a:pt x="83" y="1"/>
                  </a:lnTo>
                  <a:cubicBezTo>
                    <a:pt x="34" y="34"/>
                    <a:pt x="1" y="87"/>
                    <a:pt x="17" y="153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50" y="153"/>
                    <a:pt x="67" y="87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6" name="Google Shape;20836;p55"/>
            <p:cNvSpPr/>
            <p:nvPr/>
          </p:nvSpPr>
          <p:spPr>
            <a:xfrm>
              <a:off x="5085625" y="2821800"/>
              <a:ext cx="6000" cy="4250"/>
            </a:xfrm>
            <a:custGeom>
              <a:avLst/>
              <a:gdLst/>
              <a:ahLst/>
              <a:cxnLst/>
              <a:rect l="l" t="t" r="r" b="b"/>
              <a:pathLst>
                <a:path w="240" h="170" extrusionOk="0">
                  <a:moveTo>
                    <a:pt x="104" y="1"/>
                  </a:moveTo>
                  <a:cubicBezTo>
                    <a:pt x="50" y="17"/>
                    <a:pt x="1" y="87"/>
                    <a:pt x="17" y="153"/>
                  </a:cubicBezTo>
                  <a:lnTo>
                    <a:pt x="17" y="170"/>
                  </a:lnTo>
                  <a:cubicBezTo>
                    <a:pt x="83" y="170"/>
                    <a:pt x="170" y="153"/>
                    <a:pt x="240" y="153"/>
                  </a:cubicBezTo>
                  <a:lnTo>
                    <a:pt x="240" y="120"/>
                  </a:lnTo>
                  <a:cubicBezTo>
                    <a:pt x="223" y="87"/>
                    <a:pt x="223" y="50"/>
                    <a:pt x="186" y="34"/>
                  </a:cubicBezTo>
                  <a:cubicBezTo>
                    <a:pt x="186" y="17"/>
                    <a:pt x="170" y="17"/>
                    <a:pt x="170" y="17"/>
                  </a:cubicBezTo>
                  <a:cubicBezTo>
                    <a:pt x="153" y="1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7" name="Google Shape;20837;p55"/>
            <p:cNvSpPr/>
            <p:nvPr/>
          </p:nvSpPr>
          <p:spPr>
            <a:xfrm>
              <a:off x="5253125" y="2602225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4" y="0"/>
                  </a:moveTo>
                  <a:cubicBezTo>
                    <a:pt x="79" y="0"/>
                    <a:pt x="30" y="35"/>
                    <a:pt x="17" y="88"/>
                  </a:cubicBezTo>
                  <a:cubicBezTo>
                    <a:pt x="1" y="159"/>
                    <a:pt x="17" y="229"/>
                    <a:pt x="83" y="262"/>
                  </a:cubicBezTo>
                  <a:lnTo>
                    <a:pt x="137" y="262"/>
                  </a:lnTo>
                  <a:cubicBezTo>
                    <a:pt x="170" y="262"/>
                    <a:pt x="207" y="229"/>
                    <a:pt x="223" y="175"/>
                  </a:cubicBezTo>
                  <a:cubicBezTo>
                    <a:pt x="240" y="126"/>
                    <a:pt x="223" y="72"/>
                    <a:pt x="207" y="39"/>
                  </a:cubicBezTo>
                  <a:cubicBezTo>
                    <a:pt x="186" y="39"/>
                    <a:pt x="170" y="23"/>
                    <a:pt x="153" y="6"/>
                  </a:cubicBezTo>
                  <a:cubicBezTo>
                    <a:pt x="144" y="2"/>
                    <a:pt x="134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8" name="Google Shape;20838;p55"/>
            <p:cNvSpPr/>
            <p:nvPr/>
          </p:nvSpPr>
          <p:spPr>
            <a:xfrm>
              <a:off x="5250950" y="261972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26" y="0"/>
                  </a:moveTo>
                  <a:cubicBezTo>
                    <a:pt x="103" y="0"/>
                    <a:pt x="82" y="13"/>
                    <a:pt x="67" y="28"/>
                  </a:cubicBezTo>
                  <a:cubicBezTo>
                    <a:pt x="34" y="44"/>
                    <a:pt x="17" y="61"/>
                    <a:pt x="17" y="94"/>
                  </a:cubicBezTo>
                  <a:cubicBezTo>
                    <a:pt x="1" y="110"/>
                    <a:pt x="1" y="147"/>
                    <a:pt x="17" y="180"/>
                  </a:cubicBezTo>
                  <a:cubicBezTo>
                    <a:pt x="17" y="213"/>
                    <a:pt x="50" y="234"/>
                    <a:pt x="88" y="250"/>
                  </a:cubicBezTo>
                  <a:cubicBezTo>
                    <a:pt x="101" y="259"/>
                    <a:pt x="115" y="263"/>
                    <a:pt x="130" y="263"/>
                  </a:cubicBezTo>
                  <a:cubicBezTo>
                    <a:pt x="170" y="263"/>
                    <a:pt x="212" y="232"/>
                    <a:pt x="224" y="180"/>
                  </a:cubicBezTo>
                  <a:cubicBezTo>
                    <a:pt x="240" y="110"/>
                    <a:pt x="224" y="44"/>
                    <a:pt x="154" y="7"/>
                  </a:cubicBezTo>
                  <a:cubicBezTo>
                    <a:pt x="144" y="2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9" name="Google Shape;20839;p55"/>
            <p:cNvSpPr/>
            <p:nvPr/>
          </p:nvSpPr>
          <p:spPr>
            <a:xfrm>
              <a:off x="5112225" y="28174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87" y="1"/>
                    <a:pt x="71" y="1"/>
                    <a:pt x="34" y="34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87" y="190"/>
                    <a:pt x="153" y="190"/>
                    <a:pt x="207" y="174"/>
                  </a:cubicBezTo>
                  <a:cubicBezTo>
                    <a:pt x="223" y="137"/>
                    <a:pt x="223" y="87"/>
                    <a:pt x="190" y="54"/>
                  </a:cubicBezTo>
                  <a:cubicBezTo>
                    <a:pt x="190" y="34"/>
                    <a:pt x="174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0" name="Google Shape;20840;p55"/>
            <p:cNvSpPr/>
            <p:nvPr/>
          </p:nvSpPr>
          <p:spPr>
            <a:xfrm>
              <a:off x="5247050" y="26672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3" y="0"/>
                  </a:moveTo>
                  <a:cubicBezTo>
                    <a:pt x="54" y="17"/>
                    <a:pt x="0" y="87"/>
                    <a:pt x="17" y="153"/>
                  </a:cubicBezTo>
                  <a:cubicBezTo>
                    <a:pt x="17" y="190"/>
                    <a:pt x="37" y="223"/>
                    <a:pt x="70" y="239"/>
                  </a:cubicBezTo>
                  <a:cubicBezTo>
                    <a:pt x="82" y="251"/>
                    <a:pt x="102" y="263"/>
                    <a:pt x="120" y="263"/>
                  </a:cubicBezTo>
                  <a:cubicBezTo>
                    <a:pt x="127" y="263"/>
                    <a:pt x="134" y="261"/>
                    <a:pt x="141" y="256"/>
                  </a:cubicBezTo>
                  <a:cubicBezTo>
                    <a:pt x="206" y="256"/>
                    <a:pt x="244" y="190"/>
                    <a:pt x="244" y="120"/>
                  </a:cubicBezTo>
                  <a:cubicBezTo>
                    <a:pt x="223" y="66"/>
                    <a:pt x="206" y="33"/>
                    <a:pt x="173" y="17"/>
                  </a:cubicBezTo>
                  <a:cubicBezTo>
                    <a:pt x="157" y="0"/>
                    <a:pt x="141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1" name="Google Shape;20841;p55"/>
            <p:cNvSpPr/>
            <p:nvPr/>
          </p:nvSpPr>
          <p:spPr>
            <a:xfrm>
              <a:off x="5250550" y="26521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7" y="0"/>
                  </a:moveTo>
                  <a:cubicBezTo>
                    <a:pt x="104" y="0"/>
                    <a:pt x="66" y="17"/>
                    <a:pt x="50" y="33"/>
                  </a:cubicBezTo>
                  <a:cubicBezTo>
                    <a:pt x="33" y="50"/>
                    <a:pt x="17" y="87"/>
                    <a:pt x="17" y="120"/>
                  </a:cubicBezTo>
                  <a:cubicBezTo>
                    <a:pt x="1" y="153"/>
                    <a:pt x="17" y="190"/>
                    <a:pt x="33" y="223"/>
                  </a:cubicBezTo>
                  <a:cubicBezTo>
                    <a:pt x="50" y="240"/>
                    <a:pt x="83" y="256"/>
                    <a:pt x="104" y="256"/>
                  </a:cubicBezTo>
                  <a:cubicBezTo>
                    <a:pt x="113" y="262"/>
                    <a:pt x="123" y="265"/>
                    <a:pt x="133" y="265"/>
                  </a:cubicBezTo>
                  <a:cubicBezTo>
                    <a:pt x="155" y="265"/>
                    <a:pt x="174" y="251"/>
                    <a:pt x="186" y="240"/>
                  </a:cubicBezTo>
                  <a:cubicBezTo>
                    <a:pt x="240" y="190"/>
                    <a:pt x="240" y="103"/>
                    <a:pt x="207" y="50"/>
                  </a:cubicBezTo>
                  <a:cubicBezTo>
                    <a:pt x="186" y="33"/>
                    <a:pt x="170" y="17"/>
                    <a:pt x="153" y="17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2" name="Google Shape;20842;p55"/>
            <p:cNvSpPr/>
            <p:nvPr/>
          </p:nvSpPr>
          <p:spPr>
            <a:xfrm>
              <a:off x="5236325" y="26528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8" y="0"/>
                  </a:moveTo>
                  <a:cubicBezTo>
                    <a:pt x="81" y="0"/>
                    <a:pt x="31" y="30"/>
                    <a:pt x="17" y="74"/>
                  </a:cubicBezTo>
                  <a:cubicBezTo>
                    <a:pt x="1" y="145"/>
                    <a:pt x="17" y="227"/>
                    <a:pt x="87" y="248"/>
                  </a:cubicBezTo>
                  <a:cubicBezTo>
                    <a:pt x="104" y="264"/>
                    <a:pt x="120" y="264"/>
                    <a:pt x="137" y="264"/>
                  </a:cubicBezTo>
                  <a:cubicBezTo>
                    <a:pt x="174" y="248"/>
                    <a:pt x="207" y="227"/>
                    <a:pt x="223" y="178"/>
                  </a:cubicBezTo>
                  <a:cubicBezTo>
                    <a:pt x="240" y="124"/>
                    <a:pt x="223" y="74"/>
                    <a:pt x="207" y="41"/>
                  </a:cubicBezTo>
                  <a:cubicBezTo>
                    <a:pt x="190" y="21"/>
                    <a:pt x="174" y="21"/>
                    <a:pt x="157" y="4"/>
                  </a:cubicBezTo>
                  <a:cubicBezTo>
                    <a:pt x="148" y="1"/>
                    <a:pt x="138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3" name="Google Shape;20843;p55"/>
            <p:cNvSpPr/>
            <p:nvPr/>
          </p:nvSpPr>
          <p:spPr>
            <a:xfrm>
              <a:off x="5214875" y="2766350"/>
              <a:ext cx="3025" cy="3525"/>
            </a:xfrm>
            <a:custGeom>
              <a:avLst/>
              <a:gdLst/>
              <a:ahLst/>
              <a:cxnLst/>
              <a:rect l="l" t="t" r="r" b="b"/>
              <a:pathLst>
                <a:path w="121" h="141" extrusionOk="0">
                  <a:moveTo>
                    <a:pt x="121" y="1"/>
                  </a:moveTo>
                  <a:cubicBezTo>
                    <a:pt x="104" y="1"/>
                    <a:pt x="104" y="1"/>
                    <a:pt x="88" y="17"/>
                  </a:cubicBezTo>
                  <a:cubicBezTo>
                    <a:pt x="34" y="17"/>
                    <a:pt x="1" y="71"/>
                    <a:pt x="1" y="141"/>
                  </a:cubicBezTo>
                  <a:cubicBezTo>
                    <a:pt x="34" y="87"/>
                    <a:pt x="67" y="54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4" name="Google Shape;20844;p55"/>
            <p:cNvSpPr/>
            <p:nvPr/>
          </p:nvSpPr>
          <p:spPr>
            <a:xfrm>
              <a:off x="5238500" y="2728925"/>
              <a:ext cx="5175" cy="6525"/>
            </a:xfrm>
            <a:custGeom>
              <a:avLst/>
              <a:gdLst/>
              <a:ahLst/>
              <a:cxnLst/>
              <a:rect l="l" t="t" r="r" b="b"/>
              <a:pathLst>
                <a:path w="207" h="261" extrusionOk="0">
                  <a:moveTo>
                    <a:pt x="125" y="1"/>
                  </a:moveTo>
                  <a:cubicBezTo>
                    <a:pt x="80" y="1"/>
                    <a:pt x="30" y="30"/>
                    <a:pt x="17" y="71"/>
                  </a:cubicBezTo>
                  <a:cubicBezTo>
                    <a:pt x="0" y="141"/>
                    <a:pt x="17" y="228"/>
                    <a:pt x="87" y="244"/>
                  </a:cubicBezTo>
                  <a:lnTo>
                    <a:pt x="103" y="261"/>
                  </a:lnTo>
                  <a:lnTo>
                    <a:pt x="103" y="228"/>
                  </a:lnTo>
                  <a:cubicBezTo>
                    <a:pt x="136" y="174"/>
                    <a:pt x="173" y="108"/>
                    <a:pt x="206" y="55"/>
                  </a:cubicBezTo>
                  <a:cubicBezTo>
                    <a:pt x="190" y="38"/>
                    <a:pt x="173" y="22"/>
                    <a:pt x="153" y="5"/>
                  </a:cubicBezTo>
                  <a:cubicBezTo>
                    <a:pt x="144" y="2"/>
                    <a:pt x="134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5" name="Google Shape;20845;p55"/>
            <p:cNvSpPr/>
            <p:nvPr/>
          </p:nvSpPr>
          <p:spPr>
            <a:xfrm>
              <a:off x="5245800" y="2713200"/>
              <a:ext cx="5600" cy="6375"/>
            </a:xfrm>
            <a:custGeom>
              <a:avLst/>
              <a:gdLst/>
              <a:ahLst/>
              <a:cxnLst/>
              <a:rect l="l" t="t" r="r" b="b"/>
              <a:pathLst>
                <a:path w="224" h="255" extrusionOk="0">
                  <a:moveTo>
                    <a:pt x="110" y="1"/>
                  </a:moveTo>
                  <a:cubicBezTo>
                    <a:pt x="70" y="1"/>
                    <a:pt x="29" y="34"/>
                    <a:pt x="17" y="82"/>
                  </a:cubicBezTo>
                  <a:cubicBezTo>
                    <a:pt x="1" y="152"/>
                    <a:pt x="17" y="222"/>
                    <a:pt x="87" y="255"/>
                  </a:cubicBezTo>
                  <a:lnTo>
                    <a:pt x="137" y="255"/>
                  </a:lnTo>
                  <a:cubicBezTo>
                    <a:pt x="153" y="205"/>
                    <a:pt x="191" y="135"/>
                    <a:pt x="223" y="65"/>
                  </a:cubicBezTo>
                  <a:cubicBezTo>
                    <a:pt x="207" y="49"/>
                    <a:pt x="191" y="16"/>
                    <a:pt x="153" y="16"/>
                  </a:cubicBezTo>
                  <a:cubicBezTo>
                    <a:pt x="140" y="6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6" name="Google Shape;20846;p55"/>
            <p:cNvSpPr/>
            <p:nvPr/>
          </p:nvSpPr>
          <p:spPr>
            <a:xfrm>
              <a:off x="5256525" y="26800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37" y="1"/>
                  </a:moveTo>
                  <a:cubicBezTo>
                    <a:pt x="120" y="1"/>
                    <a:pt x="87" y="17"/>
                    <a:pt x="50" y="34"/>
                  </a:cubicBezTo>
                  <a:cubicBezTo>
                    <a:pt x="17" y="67"/>
                    <a:pt x="1" y="153"/>
                    <a:pt x="50" y="207"/>
                  </a:cubicBezTo>
                  <a:cubicBezTo>
                    <a:pt x="71" y="240"/>
                    <a:pt x="87" y="256"/>
                    <a:pt x="120" y="256"/>
                  </a:cubicBezTo>
                  <a:cubicBezTo>
                    <a:pt x="137" y="256"/>
                    <a:pt x="174" y="256"/>
                    <a:pt x="190" y="240"/>
                  </a:cubicBezTo>
                  <a:cubicBezTo>
                    <a:pt x="207" y="190"/>
                    <a:pt x="207" y="137"/>
                    <a:pt x="223" y="67"/>
                  </a:cubicBezTo>
                  <a:lnTo>
                    <a:pt x="223" y="50"/>
                  </a:lnTo>
                  <a:cubicBezTo>
                    <a:pt x="207" y="34"/>
                    <a:pt x="190" y="17"/>
                    <a:pt x="174" y="17"/>
                  </a:cubicBezTo>
                  <a:cubicBezTo>
                    <a:pt x="153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7" name="Google Shape;20847;p55"/>
            <p:cNvSpPr/>
            <p:nvPr/>
          </p:nvSpPr>
          <p:spPr>
            <a:xfrm>
              <a:off x="5140150" y="2809750"/>
              <a:ext cx="5600" cy="5575"/>
            </a:xfrm>
            <a:custGeom>
              <a:avLst/>
              <a:gdLst/>
              <a:ahLst/>
              <a:cxnLst/>
              <a:rect l="l" t="t" r="r" b="b"/>
              <a:pathLst>
                <a:path w="224" h="223" extrusionOk="0">
                  <a:moveTo>
                    <a:pt x="104" y="0"/>
                  </a:moveTo>
                  <a:cubicBezTo>
                    <a:pt x="50" y="17"/>
                    <a:pt x="1" y="70"/>
                    <a:pt x="17" y="157"/>
                  </a:cubicBezTo>
                  <a:cubicBezTo>
                    <a:pt x="17" y="173"/>
                    <a:pt x="34" y="206"/>
                    <a:pt x="50" y="223"/>
                  </a:cubicBezTo>
                  <a:cubicBezTo>
                    <a:pt x="104" y="206"/>
                    <a:pt x="170" y="173"/>
                    <a:pt x="224" y="157"/>
                  </a:cubicBezTo>
                  <a:lnTo>
                    <a:pt x="224" y="103"/>
                  </a:lnTo>
                  <a:cubicBezTo>
                    <a:pt x="224" y="70"/>
                    <a:pt x="207" y="33"/>
                    <a:pt x="191" y="17"/>
                  </a:cubicBezTo>
                  <a:cubicBezTo>
                    <a:pt x="17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8" name="Google Shape;20848;p55"/>
            <p:cNvSpPr/>
            <p:nvPr/>
          </p:nvSpPr>
          <p:spPr>
            <a:xfrm>
              <a:off x="5194675" y="2783450"/>
              <a:ext cx="4375" cy="3550"/>
            </a:xfrm>
            <a:custGeom>
              <a:avLst/>
              <a:gdLst/>
              <a:ahLst/>
              <a:cxnLst/>
              <a:rect l="l" t="t" r="r" b="b"/>
              <a:pathLst>
                <a:path w="175" h="142" extrusionOk="0">
                  <a:moveTo>
                    <a:pt x="127" y="1"/>
                  </a:moveTo>
                  <a:cubicBezTo>
                    <a:pt x="82" y="1"/>
                    <a:pt x="31" y="34"/>
                    <a:pt x="17" y="92"/>
                  </a:cubicBezTo>
                  <a:cubicBezTo>
                    <a:pt x="17" y="108"/>
                    <a:pt x="1" y="125"/>
                    <a:pt x="17" y="141"/>
                  </a:cubicBezTo>
                  <a:cubicBezTo>
                    <a:pt x="71" y="108"/>
                    <a:pt x="120" y="55"/>
                    <a:pt x="174" y="22"/>
                  </a:cubicBezTo>
                  <a:cubicBezTo>
                    <a:pt x="174" y="22"/>
                    <a:pt x="174" y="5"/>
                    <a:pt x="153" y="5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9" name="Google Shape;20849;p55"/>
            <p:cNvSpPr/>
            <p:nvPr/>
          </p:nvSpPr>
          <p:spPr>
            <a:xfrm>
              <a:off x="5126350" y="2814900"/>
              <a:ext cx="5700" cy="4775"/>
            </a:xfrm>
            <a:custGeom>
              <a:avLst/>
              <a:gdLst/>
              <a:ahLst/>
              <a:cxnLst/>
              <a:rect l="l" t="t" r="r" b="b"/>
              <a:pathLst>
                <a:path w="228" h="191" extrusionOk="0">
                  <a:moveTo>
                    <a:pt x="103" y="0"/>
                  </a:moveTo>
                  <a:cubicBezTo>
                    <a:pt x="38" y="0"/>
                    <a:pt x="0" y="71"/>
                    <a:pt x="21" y="137"/>
                  </a:cubicBezTo>
                  <a:lnTo>
                    <a:pt x="21" y="190"/>
                  </a:lnTo>
                  <a:cubicBezTo>
                    <a:pt x="87" y="174"/>
                    <a:pt x="157" y="157"/>
                    <a:pt x="227" y="120"/>
                  </a:cubicBezTo>
                  <a:lnTo>
                    <a:pt x="227" y="104"/>
                  </a:lnTo>
                  <a:cubicBezTo>
                    <a:pt x="227" y="71"/>
                    <a:pt x="207" y="33"/>
                    <a:pt x="190" y="17"/>
                  </a:cubicBezTo>
                  <a:cubicBezTo>
                    <a:pt x="174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0" name="Google Shape;20850;p55"/>
            <p:cNvSpPr/>
            <p:nvPr/>
          </p:nvSpPr>
          <p:spPr>
            <a:xfrm>
              <a:off x="5154700" y="2806850"/>
              <a:ext cx="4750" cy="3325"/>
            </a:xfrm>
            <a:custGeom>
              <a:avLst/>
              <a:gdLst/>
              <a:ahLst/>
              <a:cxnLst/>
              <a:rect l="l" t="t" r="r" b="b"/>
              <a:pathLst>
                <a:path w="190" h="133" extrusionOk="0">
                  <a:moveTo>
                    <a:pt x="113" y="0"/>
                  </a:moveTo>
                  <a:cubicBezTo>
                    <a:pt x="72" y="0"/>
                    <a:pt x="33" y="32"/>
                    <a:pt x="21" y="83"/>
                  </a:cubicBezTo>
                  <a:cubicBezTo>
                    <a:pt x="0" y="100"/>
                    <a:pt x="0" y="116"/>
                    <a:pt x="0" y="133"/>
                  </a:cubicBezTo>
                  <a:cubicBezTo>
                    <a:pt x="70" y="100"/>
                    <a:pt x="140" y="83"/>
                    <a:pt x="190" y="46"/>
                  </a:cubicBezTo>
                  <a:cubicBezTo>
                    <a:pt x="190" y="30"/>
                    <a:pt x="173" y="13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1" name="Google Shape;20851;p55"/>
            <p:cNvSpPr/>
            <p:nvPr/>
          </p:nvSpPr>
          <p:spPr>
            <a:xfrm>
              <a:off x="5174075" y="27586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70" y="0"/>
                    <a:pt x="33" y="1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17" y="190"/>
                    <a:pt x="17" y="206"/>
                    <a:pt x="50" y="244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3"/>
                  </a:cubicBezTo>
                  <a:cubicBezTo>
                    <a:pt x="223" y="70"/>
                    <a:pt x="206" y="54"/>
                    <a:pt x="173" y="17"/>
                  </a:cubicBezTo>
                  <a:cubicBezTo>
                    <a:pt x="173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2" name="Google Shape;20852;p55"/>
            <p:cNvSpPr/>
            <p:nvPr/>
          </p:nvSpPr>
          <p:spPr>
            <a:xfrm>
              <a:off x="5180450" y="2787900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04" y="0"/>
                  </a:moveTo>
                  <a:cubicBezTo>
                    <a:pt x="71" y="0"/>
                    <a:pt x="55" y="17"/>
                    <a:pt x="38" y="50"/>
                  </a:cubicBezTo>
                  <a:cubicBezTo>
                    <a:pt x="22" y="83"/>
                    <a:pt x="1" y="120"/>
                    <a:pt x="22" y="153"/>
                  </a:cubicBezTo>
                  <a:cubicBezTo>
                    <a:pt x="22" y="186"/>
                    <a:pt x="38" y="206"/>
                    <a:pt x="55" y="239"/>
                  </a:cubicBezTo>
                  <a:cubicBezTo>
                    <a:pt x="88" y="256"/>
                    <a:pt x="104" y="256"/>
                    <a:pt x="141" y="256"/>
                  </a:cubicBezTo>
                  <a:cubicBezTo>
                    <a:pt x="207" y="239"/>
                    <a:pt x="244" y="169"/>
                    <a:pt x="228" y="103"/>
                  </a:cubicBezTo>
                  <a:cubicBezTo>
                    <a:pt x="228" y="66"/>
                    <a:pt x="207" y="50"/>
                    <a:pt x="191" y="17"/>
                  </a:cubicBezTo>
                  <a:cubicBezTo>
                    <a:pt x="174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3" name="Google Shape;20853;p55"/>
            <p:cNvSpPr/>
            <p:nvPr/>
          </p:nvSpPr>
          <p:spPr>
            <a:xfrm>
              <a:off x="5185625" y="272357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1" y="1"/>
                  </a:moveTo>
                  <a:cubicBezTo>
                    <a:pt x="123" y="1"/>
                    <a:pt x="113" y="5"/>
                    <a:pt x="103" y="13"/>
                  </a:cubicBezTo>
                  <a:cubicBezTo>
                    <a:pt x="37" y="13"/>
                    <a:pt x="0" y="79"/>
                    <a:pt x="0" y="149"/>
                  </a:cubicBezTo>
                  <a:cubicBezTo>
                    <a:pt x="21" y="182"/>
                    <a:pt x="37" y="219"/>
                    <a:pt x="54" y="236"/>
                  </a:cubicBezTo>
                  <a:cubicBezTo>
                    <a:pt x="65" y="247"/>
                    <a:pt x="85" y="259"/>
                    <a:pt x="109" y="259"/>
                  </a:cubicBezTo>
                  <a:cubicBezTo>
                    <a:pt x="119" y="259"/>
                    <a:pt x="129" y="257"/>
                    <a:pt x="140" y="252"/>
                  </a:cubicBezTo>
                  <a:cubicBezTo>
                    <a:pt x="190" y="252"/>
                    <a:pt x="243" y="182"/>
                    <a:pt x="227" y="116"/>
                  </a:cubicBezTo>
                  <a:cubicBezTo>
                    <a:pt x="227" y="79"/>
                    <a:pt x="206" y="46"/>
                    <a:pt x="190" y="29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8" y="5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4" name="Google Shape;20854;p55"/>
            <p:cNvSpPr/>
            <p:nvPr/>
          </p:nvSpPr>
          <p:spPr>
            <a:xfrm>
              <a:off x="5184800" y="277110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70" y="0"/>
                    <a:pt x="54" y="1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4" y="239"/>
                    <a:pt x="70" y="260"/>
                    <a:pt x="103" y="260"/>
                  </a:cubicBezTo>
                  <a:cubicBezTo>
                    <a:pt x="136" y="260"/>
                    <a:pt x="173" y="239"/>
                    <a:pt x="190" y="223"/>
                  </a:cubicBezTo>
                  <a:cubicBezTo>
                    <a:pt x="206" y="206"/>
                    <a:pt x="223" y="173"/>
                    <a:pt x="223" y="136"/>
                  </a:cubicBezTo>
                  <a:cubicBezTo>
                    <a:pt x="223" y="103"/>
                    <a:pt x="223" y="70"/>
                    <a:pt x="206" y="54"/>
                  </a:cubicBezTo>
                  <a:cubicBezTo>
                    <a:pt x="190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5" name="Google Shape;20855;p55"/>
            <p:cNvSpPr/>
            <p:nvPr/>
          </p:nvSpPr>
          <p:spPr>
            <a:xfrm>
              <a:off x="5187375" y="270765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11" y="0"/>
                  </a:moveTo>
                  <a:cubicBezTo>
                    <a:pt x="69" y="0"/>
                    <a:pt x="29" y="33"/>
                    <a:pt x="17" y="81"/>
                  </a:cubicBezTo>
                  <a:cubicBezTo>
                    <a:pt x="0" y="151"/>
                    <a:pt x="17" y="221"/>
                    <a:pt x="70" y="254"/>
                  </a:cubicBezTo>
                  <a:cubicBezTo>
                    <a:pt x="82" y="257"/>
                    <a:pt x="94" y="258"/>
                    <a:pt x="105" y="258"/>
                  </a:cubicBezTo>
                  <a:cubicBezTo>
                    <a:pt x="159" y="258"/>
                    <a:pt x="209" y="228"/>
                    <a:pt x="223" y="184"/>
                  </a:cubicBezTo>
                  <a:cubicBezTo>
                    <a:pt x="239" y="118"/>
                    <a:pt x="206" y="31"/>
                    <a:pt x="157" y="15"/>
                  </a:cubicBezTo>
                  <a:cubicBezTo>
                    <a:pt x="142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6" name="Google Shape;20856;p55"/>
            <p:cNvSpPr/>
            <p:nvPr/>
          </p:nvSpPr>
          <p:spPr>
            <a:xfrm>
              <a:off x="5084300" y="2647500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0" y="153"/>
                    <a:pt x="33" y="219"/>
                    <a:pt x="87" y="256"/>
                  </a:cubicBezTo>
                  <a:cubicBezTo>
                    <a:pt x="95" y="259"/>
                    <a:pt x="103" y="260"/>
                    <a:pt x="112" y="260"/>
                  </a:cubicBezTo>
                  <a:cubicBezTo>
                    <a:pt x="157" y="260"/>
                    <a:pt x="209" y="225"/>
                    <a:pt x="223" y="170"/>
                  </a:cubicBezTo>
                  <a:cubicBezTo>
                    <a:pt x="260" y="116"/>
                    <a:pt x="223" y="30"/>
                    <a:pt x="173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7" name="Google Shape;20857;p55"/>
            <p:cNvSpPr/>
            <p:nvPr/>
          </p:nvSpPr>
          <p:spPr>
            <a:xfrm>
              <a:off x="5183550" y="27434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93" y="1"/>
                  </a:moveTo>
                  <a:cubicBezTo>
                    <a:pt x="72" y="1"/>
                    <a:pt x="57" y="13"/>
                    <a:pt x="34" y="28"/>
                  </a:cubicBezTo>
                  <a:cubicBezTo>
                    <a:pt x="17" y="61"/>
                    <a:pt x="1" y="77"/>
                    <a:pt x="1" y="110"/>
                  </a:cubicBezTo>
                  <a:cubicBezTo>
                    <a:pt x="1" y="148"/>
                    <a:pt x="1" y="181"/>
                    <a:pt x="17" y="214"/>
                  </a:cubicBezTo>
                  <a:cubicBezTo>
                    <a:pt x="36" y="245"/>
                    <a:pt x="69" y="264"/>
                    <a:pt x="102" y="264"/>
                  </a:cubicBezTo>
                  <a:cubicBezTo>
                    <a:pt x="125" y="264"/>
                    <a:pt x="149" y="255"/>
                    <a:pt x="170" y="234"/>
                  </a:cubicBezTo>
                  <a:cubicBezTo>
                    <a:pt x="223" y="181"/>
                    <a:pt x="223" y="110"/>
                    <a:pt x="186" y="45"/>
                  </a:cubicBezTo>
                  <a:cubicBezTo>
                    <a:pt x="186" y="28"/>
                    <a:pt x="170" y="28"/>
                    <a:pt x="153" y="7"/>
                  </a:cubicBezTo>
                  <a:lnTo>
                    <a:pt x="120" y="7"/>
                  </a:lnTo>
                  <a:cubicBezTo>
                    <a:pt x="110" y="3"/>
                    <a:pt x="101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8" name="Google Shape;20858;p55"/>
            <p:cNvSpPr/>
            <p:nvPr/>
          </p:nvSpPr>
          <p:spPr>
            <a:xfrm>
              <a:off x="5174475" y="26629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29" y="0"/>
                  </a:moveTo>
                  <a:cubicBezTo>
                    <a:pt x="120" y="0"/>
                    <a:pt x="112" y="4"/>
                    <a:pt x="104" y="13"/>
                  </a:cubicBezTo>
                  <a:cubicBezTo>
                    <a:pt x="87" y="13"/>
                    <a:pt x="71" y="29"/>
                    <a:pt x="54" y="50"/>
                  </a:cubicBezTo>
                  <a:cubicBezTo>
                    <a:pt x="17" y="66"/>
                    <a:pt x="1" y="116"/>
                    <a:pt x="17" y="153"/>
                  </a:cubicBezTo>
                  <a:cubicBezTo>
                    <a:pt x="17" y="186"/>
                    <a:pt x="34" y="219"/>
                    <a:pt x="54" y="235"/>
                  </a:cubicBezTo>
                  <a:cubicBezTo>
                    <a:pt x="78" y="250"/>
                    <a:pt x="93" y="263"/>
                    <a:pt x="112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190" y="256"/>
                    <a:pt x="240" y="186"/>
                    <a:pt x="240" y="132"/>
                  </a:cubicBezTo>
                  <a:cubicBezTo>
                    <a:pt x="240" y="116"/>
                    <a:pt x="240" y="116"/>
                    <a:pt x="223" y="116"/>
                  </a:cubicBezTo>
                  <a:cubicBezTo>
                    <a:pt x="223" y="66"/>
                    <a:pt x="207" y="29"/>
                    <a:pt x="157" y="13"/>
                  </a:cubicBezTo>
                  <a:cubicBezTo>
                    <a:pt x="147" y="4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9" name="Google Shape;20859;p55"/>
            <p:cNvSpPr/>
            <p:nvPr/>
          </p:nvSpPr>
          <p:spPr>
            <a:xfrm>
              <a:off x="5177475" y="261890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9" y="0"/>
                  </a:moveTo>
                  <a:cubicBezTo>
                    <a:pt x="86" y="0"/>
                    <a:pt x="66" y="12"/>
                    <a:pt x="54" y="23"/>
                  </a:cubicBezTo>
                  <a:cubicBezTo>
                    <a:pt x="17" y="61"/>
                    <a:pt x="17" y="77"/>
                    <a:pt x="0" y="110"/>
                  </a:cubicBezTo>
                  <a:cubicBezTo>
                    <a:pt x="0" y="143"/>
                    <a:pt x="17" y="180"/>
                    <a:pt x="37" y="213"/>
                  </a:cubicBezTo>
                  <a:cubicBezTo>
                    <a:pt x="54" y="230"/>
                    <a:pt x="70" y="246"/>
                    <a:pt x="103" y="267"/>
                  </a:cubicBezTo>
                  <a:cubicBezTo>
                    <a:pt x="141" y="267"/>
                    <a:pt x="174" y="246"/>
                    <a:pt x="190" y="230"/>
                  </a:cubicBezTo>
                  <a:cubicBezTo>
                    <a:pt x="244" y="180"/>
                    <a:pt x="244" y="110"/>
                    <a:pt x="207" y="40"/>
                  </a:cubicBezTo>
                  <a:cubicBezTo>
                    <a:pt x="190" y="23"/>
                    <a:pt x="174" y="23"/>
                    <a:pt x="157" y="7"/>
                  </a:cubicBezTo>
                  <a:lnTo>
                    <a:pt x="141" y="7"/>
                  </a:lnTo>
                  <a:cubicBezTo>
                    <a:pt x="130" y="2"/>
                    <a:pt x="119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0" name="Google Shape;20860;p55"/>
            <p:cNvSpPr/>
            <p:nvPr/>
          </p:nvSpPr>
          <p:spPr>
            <a:xfrm>
              <a:off x="5213550" y="268862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7" y="1"/>
                  </a:moveTo>
                  <a:cubicBezTo>
                    <a:pt x="70" y="1"/>
                    <a:pt x="37" y="17"/>
                    <a:pt x="17" y="54"/>
                  </a:cubicBezTo>
                  <a:cubicBezTo>
                    <a:pt x="0" y="71"/>
                    <a:pt x="0" y="104"/>
                    <a:pt x="0" y="137"/>
                  </a:cubicBezTo>
                  <a:cubicBezTo>
                    <a:pt x="0" y="174"/>
                    <a:pt x="17" y="207"/>
                    <a:pt x="37" y="224"/>
                  </a:cubicBezTo>
                  <a:cubicBezTo>
                    <a:pt x="70" y="261"/>
                    <a:pt x="103" y="261"/>
                    <a:pt x="120" y="261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07" y="71"/>
                    <a:pt x="190" y="34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1" name="Google Shape;20861;p55"/>
            <p:cNvSpPr/>
            <p:nvPr/>
          </p:nvSpPr>
          <p:spPr>
            <a:xfrm>
              <a:off x="5217875" y="27513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04" y="1"/>
                    <a:pt x="71" y="21"/>
                    <a:pt x="50" y="38"/>
                  </a:cubicBezTo>
                  <a:cubicBezTo>
                    <a:pt x="17" y="54"/>
                    <a:pt x="17" y="87"/>
                    <a:pt x="1" y="124"/>
                  </a:cubicBezTo>
                  <a:cubicBezTo>
                    <a:pt x="1" y="157"/>
                    <a:pt x="17" y="190"/>
                    <a:pt x="34" y="227"/>
                  </a:cubicBezTo>
                  <a:cubicBezTo>
                    <a:pt x="50" y="244"/>
                    <a:pt x="71" y="260"/>
                    <a:pt x="104" y="260"/>
                  </a:cubicBezTo>
                  <a:cubicBezTo>
                    <a:pt x="113" y="265"/>
                    <a:pt x="122" y="267"/>
                    <a:pt x="129" y="267"/>
                  </a:cubicBezTo>
                  <a:cubicBezTo>
                    <a:pt x="148" y="267"/>
                    <a:pt x="164" y="256"/>
                    <a:pt x="190" y="244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0" y="38"/>
                    <a:pt x="174" y="21"/>
                    <a:pt x="153" y="21"/>
                  </a:cubicBezTo>
                  <a:cubicBezTo>
                    <a:pt x="153" y="21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2" name="Google Shape;20862;p55"/>
            <p:cNvSpPr/>
            <p:nvPr/>
          </p:nvSpPr>
          <p:spPr>
            <a:xfrm>
              <a:off x="5195925" y="27371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70" y="1"/>
                    <a:pt x="54" y="17"/>
                    <a:pt x="37" y="50"/>
                  </a:cubicBezTo>
                  <a:cubicBezTo>
                    <a:pt x="21" y="87"/>
                    <a:pt x="0" y="120"/>
                    <a:pt x="0" y="153"/>
                  </a:cubicBezTo>
                  <a:cubicBezTo>
                    <a:pt x="21" y="190"/>
                    <a:pt x="37" y="207"/>
                    <a:pt x="54" y="223"/>
                  </a:cubicBezTo>
                  <a:cubicBezTo>
                    <a:pt x="70" y="256"/>
                    <a:pt x="103" y="256"/>
                    <a:pt x="141" y="256"/>
                  </a:cubicBezTo>
                  <a:cubicBezTo>
                    <a:pt x="190" y="240"/>
                    <a:pt x="244" y="174"/>
                    <a:pt x="227" y="104"/>
                  </a:cubicBezTo>
                  <a:cubicBezTo>
                    <a:pt x="227" y="71"/>
                    <a:pt x="207" y="3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3" name="Google Shape;20863;p55"/>
            <p:cNvSpPr/>
            <p:nvPr/>
          </p:nvSpPr>
          <p:spPr>
            <a:xfrm>
              <a:off x="5220050" y="2701600"/>
              <a:ext cx="6400" cy="6425"/>
            </a:xfrm>
            <a:custGeom>
              <a:avLst/>
              <a:gdLst/>
              <a:ahLst/>
              <a:cxnLst/>
              <a:rect l="l" t="t" r="r" b="b"/>
              <a:pathLst>
                <a:path w="256" h="257" extrusionOk="0">
                  <a:moveTo>
                    <a:pt x="127" y="1"/>
                  </a:moveTo>
                  <a:cubicBezTo>
                    <a:pt x="86" y="1"/>
                    <a:pt x="45" y="32"/>
                    <a:pt x="33" y="84"/>
                  </a:cubicBezTo>
                  <a:cubicBezTo>
                    <a:pt x="0" y="154"/>
                    <a:pt x="33" y="220"/>
                    <a:pt x="87" y="257"/>
                  </a:cubicBezTo>
                  <a:lnTo>
                    <a:pt x="136" y="257"/>
                  </a:lnTo>
                  <a:cubicBezTo>
                    <a:pt x="190" y="257"/>
                    <a:pt x="223" y="220"/>
                    <a:pt x="239" y="170"/>
                  </a:cubicBezTo>
                  <a:cubicBezTo>
                    <a:pt x="256" y="133"/>
                    <a:pt x="239" y="84"/>
                    <a:pt x="206" y="51"/>
                  </a:cubicBezTo>
                  <a:cubicBezTo>
                    <a:pt x="206" y="30"/>
                    <a:pt x="190" y="14"/>
                    <a:pt x="169" y="14"/>
                  </a:cubicBezTo>
                  <a:cubicBezTo>
                    <a:pt x="156" y="5"/>
                    <a:pt x="141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4" name="Google Shape;20864;p55"/>
            <p:cNvSpPr/>
            <p:nvPr/>
          </p:nvSpPr>
          <p:spPr>
            <a:xfrm>
              <a:off x="5230350" y="2714075"/>
              <a:ext cx="6425" cy="6700"/>
            </a:xfrm>
            <a:custGeom>
              <a:avLst/>
              <a:gdLst/>
              <a:ahLst/>
              <a:cxnLst/>
              <a:rect l="l" t="t" r="r" b="b"/>
              <a:pathLst>
                <a:path w="257" h="268" extrusionOk="0">
                  <a:moveTo>
                    <a:pt x="127" y="1"/>
                  </a:moveTo>
                  <a:cubicBezTo>
                    <a:pt x="87" y="1"/>
                    <a:pt x="46" y="32"/>
                    <a:pt x="33" y="84"/>
                  </a:cubicBezTo>
                  <a:cubicBezTo>
                    <a:pt x="0" y="150"/>
                    <a:pt x="33" y="236"/>
                    <a:pt x="87" y="253"/>
                  </a:cubicBezTo>
                  <a:cubicBezTo>
                    <a:pt x="105" y="263"/>
                    <a:pt x="122" y="267"/>
                    <a:pt x="138" y="267"/>
                  </a:cubicBezTo>
                  <a:cubicBezTo>
                    <a:pt x="181" y="267"/>
                    <a:pt x="216" y="235"/>
                    <a:pt x="240" y="187"/>
                  </a:cubicBezTo>
                  <a:cubicBezTo>
                    <a:pt x="256" y="117"/>
                    <a:pt x="223" y="30"/>
                    <a:pt x="169" y="14"/>
                  </a:cubicBezTo>
                  <a:cubicBezTo>
                    <a:pt x="156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5" name="Google Shape;20865;p55"/>
            <p:cNvSpPr/>
            <p:nvPr/>
          </p:nvSpPr>
          <p:spPr>
            <a:xfrm>
              <a:off x="5218300" y="27191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57" y="0"/>
                  </a:moveTo>
                  <a:cubicBezTo>
                    <a:pt x="120" y="0"/>
                    <a:pt x="87" y="0"/>
                    <a:pt x="70" y="17"/>
                  </a:cubicBezTo>
                  <a:cubicBezTo>
                    <a:pt x="33" y="33"/>
                    <a:pt x="17" y="50"/>
                    <a:pt x="17" y="87"/>
                  </a:cubicBezTo>
                  <a:cubicBezTo>
                    <a:pt x="0" y="103"/>
                    <a:pt x="0" y="136"/>
                    <a:pt x="17" y="173"/>
                  </a:cubicBezTo>
                  <a:cubicBezTo>
                    <a:pt x="17" y="206"/>
                    <a:pt x="54" y="239"/>
                    <a:pt x="70" y="239"/>
                  </a:cubicBezTo>
                  <a:cubicBezTo>
                    <a:pt x="88" y="250"/>
                    <a:pt x="105" y="254"/>
                    <a:pt x="121" y="254"/>
                  </a:cubicBezTo>
                  <a:cubicBezTo>
                    <a:pt x="164" y="254"/>
                    <a:pt x="199" y="221"/>
                    <a:pt x="223" y="173"/>
                  </a:cubicBezTo>
                  <a:cubicBezTo>
                    <a:pt x="239" y="103"/>
                    <a:pt x="206" y="33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6" name="Google Shape;20866;p55"/>
            <p:cNvSpPr/>
            <p:nvPr/>
          </p:nvSpPr>
          <p:spPr>
            <a:xfrm>
              <a:off x="5235100" y="2699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66" y="1"/>
                    <a:pt x="50" y="17"/>
                  </a:cubicBezTo>
                  <a:cubicBezTo>
                    <a:pt x="0" y="71"/>
                    <a:pt x="0" y="157"/>
                    <a:pt x="33" y="207"/>
                  </a:cubicBezTo>
                  <a:cubicBezTo>
                    <a:pt x="50" y="244"/>
                    <a:pt x="83" y="260"/>
                    <a:pt x="103" y="260"/>
                  </a:cubicBezTo>
                  <a:cubicBezTo>
                    <a:pt x="136" y="260"/>
                    <a:pt x="169" y="260"/>
                    <a:pt x="186" y="223"/>
                  </a:cubicBezTo>
                  <a:cubicBezTo>
                    <a:pt x="206" y="207"/>
                    <a:pt x="223" y="174"/>
                    <a:pt x="223" y="141"/>
                  </a:cubicBezTo>
                  <a:cubicBezTo>
                    <a:pt x="239" y="104"/>
                    <a:pt x="223" y="71"/>
                    <a:pt x="206" y="54"/>
                  </a:cubicBezTo>
                  <a:cubicBezTo>
                    <a:pt x="186" y="38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7" name="Google Shape;20867;p55"/>
            <p:cNvSpPr/>
            <p:nvPr/>
          </p:nvSpPr>
          <p:spPr>
            <a:xfrm>
              <a:off x="5197675" y="2769500"/>
              <a:ext cx="6000" cy="6775"/>
            </a:xfrm>
            <a:custGeom>
              <a:avLst/>
              <a:gdLst/>
              <a:ahLst/>
              <a:cxnLst/>
              <a:rect l="l" t="t" r="r" b="b"/>
              <a:pathLst>
                <a:path w="240" h="271" extrusionOk="0">
                  <a:moveTo>
                    <a:pt x="128" y="0"/>
                  </a:moveTo>
                  <a:cubicBezTo>
                    <a:pt x="87" y="0"/>
                    <a:pt x="48" y="33"/>
                    <a:pt x="33" y="81"/>
                  </a:cubicBezTo>
                  <a:cubicBezTo>
                    <a:pt x="0" y="151"/>
                    <a:pt x="33" y="237"/>
                    <a:pt x="87" y="254"/>
                  </a:cubicBezTo>
                  <a:cubicBezTo>
                    <a:pt x="104" y="270"/>
                    <a:pt x="120" y="270"/>
                    <a:pt x="137" y="270"/>
                  </a:cubicBezTo>
                  <a:cubicBezTo>
                    <a:pt x="174" y="254"/>
                    <a:pt x="223" y="237"/>
                    <a:pt x="240" y="184"/>
                  </a:cubicBezTo>
                  <a:cubicBezTo>
                    <a:pt x="240" y="134"/>
                    <a:pt x="240" y="81"/>
                    <a:pt x="207" y="48"/>
                  </a:cubicBezTo>
                  <a:cubicBezTo>
                    <a:pt x="207" y="31"/>
                    <a:pt x="190" y="15"/>
                    <a:pt x="174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8" name="Google Shape;20868;p55"/>
            <p:cNvSpPr/>
            <p:nvPr/>
          </p:nvSpPr>
          <p:spPr>
            <a:xfrm>
              <a:off x="5210975" y="27354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37" y="17"/>
                    <a:pt x="0" y="87"/>
                    <a:pt x="17" y="157"/>
                  </a:cubicBezTo>
                  <a:cubicBezTo>
                    <a:pt x="17" y="190"/>
                    <a:pt x="37" y="223"/>
                    <a:pt x="70" y="244"/>
                  </a:cubicBezTo>
                  <a:cubicBezTo>
                    <a:pt x="87" y="260"/>
                    <a:pt x="103" y="260"/>
                    <a:pt x="140" y="260"/>
                  </a:cubicBezTo>
                  <a:cubicBezTo>
                    <a:pt x="173" y="260"/>
                    <a:pt x="190" y="244"/>
                    <a:pt x="206" y="207"/>
                  </a:cubicBezTo>
                  <a:cubicBezTo>
                    <a:pt x="223" y="174"/>
                    <a:pt x="244" y="141"/>
                    <a:pt x="223" y="104"/>
                  </a:cubicBezTo>
                  <a:cubicBezTo>
                    <a:pt x="223" y="71"/>
                    <a:pt x="206" y="54"/>
                    <a:pt x="190" y="17"/>
                  </a:cubicBezTo>
                  <a:cubicBezTo>
                    <a:pt x="173" y="17"/>
                    <a:pt x="173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9" name="Google Shape;20869;p55"/>
            <p:cNvSpPr/>
            <p:nvPr/>
          </p:nvSpPr>
          <p:spPr>
            <a:xfrm>
              <a:off x="5191700" y="27560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3" y="0"/>
                    <a:pt x="0" y="70"/>
                    <a:pt x="0" y="140"/>
                  </a:cubicBezTo>
                  <a:cubicBezTo>
                    <a:pt x="17" y="173"/>
                    <a:pt x="33" y="206"/>
                    <a:pt x="50" y="22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53" y="244"/>
                    <a:pt x="190" y="223"/>
                    <a:pt x="206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6" y="37"/>
                    <a:pt x="190" y="17"/>
                  </a:cubicBezTo>
                  <a:cubicBezTo>
                    <a:pt x="169" y="17"/>
                    <a:pt x="169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0" name="Google Shape;20870;p55"/>
            <p:cNvSpPr/>
            <p:nvPr/>
          </p:nvSpPr>
          <p:spPr>
            <a:xfrm>
              <a:off x="5088625" y="26326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9" y="1"/>
                  </a:moveTo>
                  <a:cubicBezTo>
                    <a:pt x="102" y="1"/>
                    <a:pt x="81" y="13"/>
                    <a:pt x="66" y="28"/>
                  </a:cubicBezTo>
                  <a:cubicBezTo>
                    <a:pt x="17" y="77"/>
                    <a:pt x="0" y="164"/>
                    <a:pt x="50" y="213"/>
                  </a:cubicBezTo>
                  <a:cubicBezTo>
                    <a:pt x="66" y="234"/>
                    <a:pt x="87" y="251"/>
                    <a:pt x="120" y="267"/>
                  </a:cubicBezTo>
                  <a:cubicBezTo>
                    <a:pt x="153" y="267"/>
                    <a:pt x="169" y="251"/>
                    <a:pt x="207" y="234"/>
                  </a:cubicBezTo>
                  <a:cubicBezTo>
                    <a:pt x="223" y="213"/>
                    <a:pt x="240" y="180"/>
                    <a:pt x="240" y="147"/>
                  </a:cubicBezTo>
                  <a:cubicBezTo>
                    <a:pt x="240" y="110"/>
                    <a:pt x="240" y="77"/>
                    <a:pt x="223" y="44"/>
                  </a:cubicBezTo>
                  <a:cubicBezTo>
                    <a:pt x="207" y="28"/>
                    <a:pt x="190" y="28"/>
                    <a:pt x="169" y="7"/>
                  </a:cubicBezTo>
                  <a:lnTo>
                    <a:pt x="136" y="7"/>
                  </a:lnTo>
                  <a:cubicBezTo>
                    <a:pt x="132" y="3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1" name="Google Shape;20871;p55"/>
            <p:cNvSpPr/>
            <p:nvPr/>
          </p:nvSpPr>
          <p:spPr>
            <a:xfrm>
              <a:off x="5092025" y="26621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9" y="1"/>
                  </a:moveTo>
                  <a:cubicBezTo>
                    <a:pt x="88" y="1"/>
                    <a:pt x="49" y="32"/>
                    <a:pt x="33" y="84"/>
                  </a:cubicBezTo>
                  <a:cubicBezTo>
                    <a:pt x="0" y="150"/>
                    <a:pt x="33" y="220"/>
                    <a:pt x="87" y="253"/>
                  </a:cubicBezTo>
                  <a:cubicBezTo>
                    <a:pt x="104" y="257"/>
                    <a:pt x="119" y="259"/>
                    <a:pt x="133" y="259"/>
                  </a:cubicBezTo>
                  <a:cubicBezTo>
                    <a:pt x="180" y="259"/>
                    <a:pt x="214" y="237"/>
                    <a:pt x="240" y="187"/>
                  </a:cubicBezTo>
                  <a:cubicBezTo>
                    <a:pt x="260" y="117"/>
                    <a:pt x="223" y="30"/>
                    <a:pt x="174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2" name="Google Shape;20872;p55"/>
            <p:cNvSpPr/>
            <p:nvPr/>
          </p:nvSpPr>
          <p:spPr>
            <a:xfrm>
              <a:off x="5096350" y="27425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5" y="0"/>
                    <a:pt x="109" y="2"/>
                    <a:pt x="104" y="7"/>
                  </a:cubicBezTo>
                  <a:lnTo>
                    <a:pt x="67" y="7"/>
                  </a:lnTo>
                  <a:cubicBezTo>
                    <a:pt x="17" y="24"/>
                    <a:pt x="1" y="94"/>
                    <a:pt x="1" y="143"/>
                  </a:cubicBezTo>
                  <a:cubicBezTo>
                    <a:pt x="17" y="181"/>
                    <a:pt x="17" y="214"/>
                    <a:pt x="50" y="230"/>
                  </a:cubicBezTo>
                  <a:cubicBezTo>
                    <a:pt x="67" y="247"/>
                    <a:pt x="104" y="267"/>
                    <a:pt x="137" y="267"/>
                  </a:cubicBezTo>
                  <a:cubicBezTo>
                    <a:pt x="190" y="247"/>
                    <a:pt x="240" y="181"/>
                    <a:pt x="223" y="110"/>
                  </a:cubicBezTo>
                  <a:cubicBezTo>
                    <a:pt x="223" y="94"/>
                    <a:pt x="223" y="94"/>
                    <a:pt x="207" y="78"/>
                  </a:cubicBezTo>
                  <a:cubicBezTo>
                    <a:pt x="207" y="40"/>
                    <a:pt x="190" y="24"/>
                    <a:pt x="153" y="7"/>
                  </a:cubicBezTo>
                  <a:cubicBezTo>
                    <a:pt x="142" y="7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3" name="Google Shape;20873;p55"/>
            <p:cNvSpPr/>
            <p:nvPr/>
          </p:nvSpPr>
          <p:spPr>
            <a:xfrm>
              <a:off x="5092850" y="2709900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7" y="0"/>
                  </a:moveTo>
                  <a:cubicBezTo>
                    <a:pt x="119" y="0"/>
                    <a:pt x="110" y="2"/>
                    <a:pt x="104" y="7"/>
                  </a:cubicBezTo>
                  <a:cubicBezTo>
                    <a:pt x="54" y="7"/>
                    <a:pt x="0" y="78"/>
                    <a:pt x="21" y="148"/>
                  </a:cubicBezTo>
                  <a:cubicBezTo>
                    <a:pt x="21" y="181"/>
                    <a:pt x="38" y="214"/>
                    <a:pt x="54" y="234"/>
                  </a:cubicBezTo>
                  <a:cubicBezTo>
                    <a:pt x="87" y="251"/>
                    <a:pt x="124" y="267"/>
                    <a:pt x="141" y="267"/>
                  </a:cubicBezTo>
                  <a:cubicBezTo>
                    <a:pt x="174" y="251"/>
                    <a:pt x="190" y="234"/>
                    <a:pt x="207" y="214"/>
                  </a:cubicBezTo>
                  <a:cubicBezTo>
                    <a:pt x="227" y="181"/>
                    <a:pt x="244" y="148"/>
                    <a:pt x="244" y="111"/>
                  </a:cubicBezTo>
                  <a:cubicBezTo>
                    <a:pt x="227" y="78"/>
                    <a:pt x="207" y="45"/>
                    <a:pt x="190" y="28"/>
                  </a:cubicBezTo>
                  <a:lnTo>
                    <a:pt x="174" y="7"/>
                  </a:lnTo>
                  <a:cubicBezTo>
                    <a:pt x="163" y="7"/>
                    <a:pt x="144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4" name="Google Shape;20874;p55"/>
            <p:cNvSpPr/>
            <p:nvPr/>
          </p:nvSpPr>
          <p:spPr>
            <a:xfrm>
              <a:off x="5086050" y="26822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0"/>
                  </a:moveTo>
                  <a:cubicBezTo>
                    <a:pt x="33" y="17"/>
                    <a:pt x="0" y="66"/>
                    <a:pt x="17" y="153"/>
                  </a:cubicBezTo>
                  <a:cubicBezTo>
                    <a:pt x="17" y="214"/>
                    <a:pt x="54" y="259"/>
                    <a:pt x="110" y="259"/>
                  </a:cubicBezTo>
                  <a:cubicBezTo>
                    <a:pt x="118" y="259"/>
                    <a:pt x="127" y="258"/>
                    <a:pt x="136" y="256"/>
                  </a:cubicBezTo>
                  <a:cubicBezTo>
                    <a:pt x="169" y="256"/>
                    <a:pt x="190" y="239"/>
                    <a:pt x="206" y="206"/>
                  </a:cubicBezTo>
                  <a:cubicBezTo>
                    <a:pt x="223" y="169"/>
                    <a:pt x="239" y="136"/>
                    <a:pt x="223" y="103"/>
                  </a:cubicBezTo>
                  <a:cubicBezTo>
                    <a:pt x="223" y="66"/>
                    <a:pt x="206" y="50"/>
                    <a:pt x="190" y="17"/>
                  </a:cubicBezTo>
                  <a:cubicBezTo>
                    <a:pt x="169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5" name="Google Shape;20875;p55"/>
            <p:cNvSpPr/>
            <p:nvPr/>
          </p:nvSpPr>
          <p:spPr>
            <a:xfrm>
              <a:off x="5084700" y="2697700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87" y="1"/>
                  </a:moveTo>
                  <a:cubicBezTo>
                    <a:pt x="38" y="17"/>
                    <a:pt x="1" y="67"/>
                    <a:pt x="1" y="153"/>
                  </a:cubicBezTo>
                  <a:cubicBezTo>
                    <a:pt x="1" y="186"/>
                    <a:pt x="17" y="207"/>
                    <a:pt x="54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57" y="256"/>
                    <a:pt x="190" y="223"/>
                    <a:pt x="207" y="207"/>
                  </a:cubicBezTo>
                  <a:cubicBezTo>
                    <a:pt x="223" y="170"/>
                    <a:pt x="223" y="137"/>
                    <a:pt x="223" y="104"/>
                  </a:cubicBezTo>
                  <a:cubicBezTo>
                    <a:pt x="223" y="67"/>
                    <a:pt x="207" y="34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6" name="Google Shape;20876;p55"/>
            <p:cNvSpPr/>
            <p:nvPr/>
          </p:nvSpPr>
          <p:spPr>
            <a:xfrm>
              <a:off x="5072225" y="2652400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8" y="0"/>
                  </a:moveTo>
                  <a:cubicBezTo>
                    <a:pt x="103" y="0"/>
                    <a:pt x="78" y="12"/>
                    <a:pt x="54" y="23"/>
                  </a:cubicBezTo>
                  <a:cubicBezTo>
                    <a:pt x="38" y="23"/>
                    <a:pt x="21" y="60"/>
                    <a:pt x="1" y="77"/>
                  </a:cubicBezTo>
                  <a:lnTo>
                    <a:pt x="1" y="164"/>
                  </a:lnTo>
                  <a:cubicBezTo>
                    <a:pt x="21" y="213"/>
                    <a:pt x="38" y="230"/>
                    <a:pt x="71" y="246"/>
                  </a:cubicBezTo>
                  <a:cubicBezTo>
                    <a:pt x="86" y="256"/>
                    <a:pt x="101" y="261"/>
                    <a:pt x="116" y="261"/>
                  </a:cubicBezTo>
                  <a:cubicBezTo>
                    <a:pt x="157" y="261"/>
                    <a:pt x="195" y="228"/>
                    <a:pt x="207" y="180"/>
                  </a:cubicBezTo>
                  <a:cubicBezTo>
                    <a:pt x="244" y="110"/>
                    <a:pt x="207" y="40"/>
                    <a:pt x="158" y="7"/>
                  </a:cubicBezTo>
                  <a:cubicBezTo>
                    <a:pt x="148" y="2"/>
                    <a:pt x="138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7" name="Google Shape;20877;p55"/>
            <p:cNvSpPr/>
            <p:nvPr/>
          </p:nvSpPr>
          <p:spPr>
            <a:xfrm>
              <a:off x="5077900" y="27126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67" y="1"/>
                    <a:pt x="50" y="38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0" y="244"/>
                    <a:pt x="83" y="260"/>
                    <a:pt x="104" y="260"/>
                  </a:cubicBezTo>
                  <a:cubicBezTo>
                    <a:pt x="137" y="260"/>
                    <a:pt x="170" y="260"/>
                    <a:pt x="186" y="227"/>
                  </a:cubicBezTo>
                  <a:cubicBezTo>
                    <a:pt x="207" y="207"/>
                    <a:pt x="223" y="174"/>
                    <a:pt x="223" y="141"/>
                  </a:cubicBezTo>
                  <a:cubicBezTo>
                    <a:pt x="240" y="104"/>
                    <a:pt x="223" y="71"/>
                    <a:pt x="207" y="54"/>
                  </a:cubicBezTo>
                  <a:cubicBezTo>
                    <a:pt x="186" y="38"/>
                    <a:pt x="170" y="2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8" name="Google Shape;20878;p55"/>
            <p:cNvSpPr/>
            <p:nvPr/>
          </p:nvSpPr>
          <p:spPr>
            <a:xfrm>
              <a:off x="5080900" y="2742750"/>
              <a:ext cx="6000" cy="6925"/>
            </a:xfrm>
            <a:custGeom>
              <a:avLst/>
              <a:gdLst/>
              <a:ahLst/>
              <a:cxnLst/>
              <a:rect l="l" t="t" r="r" b="b"/>
              <a:pathLst>
                <a:path w="240" h="277" extrusionOk="0">
                  <a:moveTo>
                    <a:pt x="120" y="0"/>
                  </a:moveTo>
                  <a:cubicBezTo>
                    <a:pt x="103" y="0"/>
                    <a:pt x="66" y="17"/>
                    <a:pt x="50" y="33"/>
                  </a:cubicBezTo>
                  <a:cubicBezTo>
                    <a:pt x="0" y="87"/>
                    <a:pt x="0" y="157"/>
                    <a:pt x="33" y="223"/>
                  </a:cubicBezTo>
                  <a:cubicBezTo>
                    <a:pt x="50" y="240"/>
                    <a:pt x="66" y="260"/>
                    <a:pt x="103" y="277"/>
                  </a:cubicBezTo>
                  <a:cubicBezTo>
                    <a:pt x="136" y="277"/>
                    <a:pt x="153" y="260"/>
                    <a:pt x="190" y="240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69" y="17"/>
                    <a:pt x="153" y="17"/>
                  </a:cubicBezTo>
                  <a:cubicBezTo>
                    <a:pt x="153" y="17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9" name="Google Shape;20879;p55"/>
            <p:cNvSpPr/>
            <p:nvPr/>
          </p:nvSpPr>
          <p:spPr>
            <a:xfrm>
              <a:off x="5073975" y="2634825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40" y="1"/>
                  </a:moveTo>
                  <a:cubicBezTo>
                    <a:pt x="88" y="1"/>
                    <a:pt x="48" y="33"/>
                    <a:pt x="17" y="91"/>
                  </a:cubicBezTo>
                  <a:cubicBezTo>
                    <a:pt x="1" y="162"/>
                    <a:pt x="34" y="228"/>
                    <a:pt x="88" y="248"/>
                  </a:cubicBezTo>
                  <a:cubicBezTo>
                    <a:pt x="104" y="265"/>
                    <a:pt x="121" y="265"/>
                    <a:pt x="137" y="265"/>
                  </a:cubicBezTo>
                  <a:cubicBezTo>
                    <a:pt x="174" y="265"/>
                    <a:pt x="224" y="228"/>
                    <a:pt x="224" y="178"/>
                  </a:cubicBezTo>
                  <a:cubicBezTo>
                    <a:pt x="240" y="124"/>
                    <a:pt x="240" y="75"/>
                    <a:pt x="207" y="42"/>
                  </a:cubicBezTo>
                  <a:cubicBezTo>
                    <a:pt x="207" y="21"/>
                    <a:pt x="191" y="21"/>
                    <a:pt x="174" y="5"/>
                  </a:cubicBezTo>
                  <a:cubicBezTo>
                    <a:pt x="162" y="2"/>
                    <a:pt x="151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0" name="Google Shape;20880;p55"/>
            <p:cNvSpPr/>
            <p:nvPr/>
          </p:nvSpPr>
          <p:spPr>
            <a:xfrm>
              <a:off x="5112650" y="2690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67"/>
                    <a:pt x="0" y="154"/>
                  </a:cubicBezTo>
                  <a:cubicBezTo>
                    <a:pt x="17" y="191"/>
                    <a:pt x="17" y="207"/>
                    <a:pt x="54" y="224"/>
                  </a:cubicBezTo>
                  <a:cubicBezTo>
                    <a:pt x="70" y="257"/>
                    <a:pt x="103" y="257"/>
                    <a:pt x="136" y="257"/>
                  </a:cubicBezTo>
                  <a:cubicBezTo>
                    <a:pt x="190" y="240"/>
                    <a:pt x="239" y="170"/>
                    <a:pt x="223" y="104"/>
                  </a:cubicBezTo>
                  <a:cubicBezTo>
                    <a:pt x="223" y="67"/>
                    <a:pt x="206" y="34"/>
                    <a:pt x="173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1" name="Google Shape;20881;p55"/>
            <p:cNvSpPr/>
            <p:nvPr/>
          </p:nvSpPr>
          <p:spPr>
            <a:xfrm>
              <a:off x="5111400" y="27376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0"/>
                  </a:moveTo>
                  <a:cubicBezTo>
                    <a:pt x="120" y="0"/>
                    <a:pt x="83" y="0"/>
                    <a:pt x="67" y="33"/>
                  </a:cubicBezTo>
                  <a:cubicBezTo>
                    <a:pt x="17" y="70"/>
                    <a:pt x="1" y="157"/>
                    <a:pt x="50" y="206"/>
                  </a:cubicBezTo>
                  <a:cubicBezTo>
                    <a:pt x="67" y="239"/>
                    <a:pt x="83" y="260"/>
                    <a:pt x="120" y="260"/>
                  </a:cubicBezTo>
                  <a:cubicBezTo>
                    <a:pt x="153" y="260"/>
                    <a:pt x="170" y="260"/>
                    <a:pt x="207" y="239"/>
                  </a:cubicBezTo>
                  <a:cubicBezTo>
                    <a:pt x="223" y="206"/>
                    <a:pt x="240" y="173"/>
                    <a:pt x="240" y="136"/>
                  </a:cubicBezTo>
                  <a:cubicBezTo>
                    <a:pt x="240" y="103"/>
                    <a:pt x="240" y="70"/>
                    <a:pt x="223" y="54"/>
                  </a:cubicBezTo>
                  <a:cubicBezTo>
                    <a:pt x="207" y="33"/>
                    <a:pt x="186" y="17"/>
                    <a:pt x="170" y="17"/>
                  </a:cubicBezTo>
                  <a:cubicBezTo>
                    <a:pt x="170" y="0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2" name="Google Shape;20882;p55"/>
            <p:cNvSpPr/>
            <p:nvPr/>
          </p:nvSpPr>
          <p:spPr>
            <a:xfrm>
              <a:off x="5113975" y="26743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39" y="0"/>
                  </a:moveTo>
                  <a:cubicBezTo>
                    <a:pt x="95" y="0"/>
                    <a:pt x="47" y="32"/>
                    <a:pt x="34" y="72"/>
                  </a:cubicBezTo>
                  <a:cubicBezTo>
                    <a:pt x="1" y="142"/>
                    <a:pt x="34" y="229"/>
                    <a:pt x="83" y="245"/>
                  </a:cubicBezTo>
                  <a:cubicBezTo>
                    <a:pt x="102" y="254"/>
                    <a:pt x="119" y="258"/>
                    <a:pt x="135" y="258"/>
                  </a:cubicBezTo>
                  <a:cubicBezTo>
                    <a:pt x="180" y="258"/>
                    <a:pt x="216" y="227"/>
                    <a:pt x="240" y="175"/>
                  </a:cubicBezTo>
                  <a:cubicBezTo>
                    <a:pt x="256" y="109"/>
                    <a:pt x="223" y="39"/>
                    <a:pt x="170" y="6"/>
                  </a:cubicBezTo>
                  <a:cubicBezTo>
                    <a:pt x="160" y="2"/>
                    <a:pt x="150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3" name="Google Shape;20883;p55"/>
            <p:cNvSpPr/>
            <p:nvPr/>
          </p:nvSpPr>
          <p:spPr>
            <a:xfrm>
              <a:off x="5121700" y="27501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1" y="1"/>
                  </a:moveTo>
                  <a:cubicBezTo>
                    <a:pt x="71" y="1"/>
                    <a:pt x="29" y="32"/>
                    <a:pt x="17" y="84"/>
                  </a:cubicBezTo>
                  <a:cubicBezTo>
                    <a:pt x="1" y="100"/>
                    <a:pt x="1" y="117"/>
                    <a:pt x="1" y="133"/>
                  </a:cubicBezTo>
                  <a:cubicBezTo>
                    <a:pt x="17" y="187"/>
                    <a:pt x="34" y="236"/>
                    <a:pt x="67" y="253"/>
                  </a:cubicBezTo>
                  <a:cubicBezTo>
                    <a:pt x="82" y="258"/>
                    <a:pt x="95" y="261"/>
                    <a:pt x="107" y="261"/>
                  </a:cubicBezTo>
                  <a:cubicBezTo>
                    <a:pt x="139" y="261"/>
                    <a:pt x="163" y="244"/>
                    <a:pt x="186" y="220"/>
                  </a:cubicBezTo>
                  <a:cubicBezTo>
                    <a:pt x="207" y="203"/>
                    <a:pt x="207" y="203"/>
                    <a:pt x="224" y="170"/>
                  </a:cubicBezTo>
                  <a:cubicBezTo>
                    <a:pt x="240" y="100"/>
                    <a:pt x="207" y="30"/>
                    <a:pt x="153" y="14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4" name="Google Shape;20884;p55"/>
            <p:cNvSpPr/>
            <p:nvPr/>
          </p:nvSpPr>
          <p:spPr>
            <a:xfrm>
              <a:off x="5101100" y="27251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103" y="0"/>
                  </a:moveTo>
                  <a:cubicBezTo>
                    <a:pt x="66" y="17"/>
                    <a:pt x="33" y="38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23"/>
                    <a:pt x="50" y="244"/>
                  </a:cubicBezTo>
                  <a:cubicBezTo>
                    <a:pt x="61" y="255"/>
                    <a:pt x="83" y="267"/>
                    <a:pt x="101" y="267"/>
                  </a:cubicBezTo>
                  <a:cubicBezTo>
                    <a:pt x="108" y="267"/>
                    <a:pt x="115" y="265"/>
                    <a:pt x="120" y="260"/>
                  </a:cubicBezTo>
                  <a:cubicBezTo>
                    <a:pt x="186" y="260"/>
                    <a:pt x="223" y="190"/>
                    <a:pt x="223" y="120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5" name="Google Shape;20885;p55"/>
            <p:cNvSpPr/>
            <p:nvPr/>
          </p:nvSpPr>
          <p:spPr>
            <a:xfrm>
              <a:off x="5110050" y="2710075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37" y="0"/>
                  </a:moveTo>
                  <a:cubicBezTo>
                    <a:pt x="104" y="0"/>
                    <a:pt x="71" y="0"/>
                    <a:pt x="55" y="38"/>
                  </a:cubicBezTo>
                  <a:cubicBezTo>
                    <a:pt x="34" y="54"/>
                    <a:pt x="17" y="87"/>
                    <a:pt x="17" y="124"/>
                  </a:cubicBezTo>
                  <a:cubicBezTo>
                    <a:pt x="1" y="157"/>
                    <a:pt x="17" y="190"/>
                    <a:pt x="34" y="207"/>
                  </a:cubicBezTo>
                  <a:cubicBezTo>
                    <a:pt x="54" y="245"/>
                    <a:pt x="83" y="262"/>
                    <a:pt x="113" y="262"/>
                  </a:cubicBezTo>
                  <a:cubicBezTo>
                    <a:pt x="139" y="262"/>
                    <a:pt x="166" y="250"/>
                    <a:pt x="191" y="227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1" y="38"/>
                    <a:pt x="174" y="21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6" name="Google Shape;20886;p55"/>
            <p:cNvSpPr/>
            <p:nvPr/>
          </p:nvSpPr>
          <p:spPr>
            <a:xfrm>
              <a:off x="5101500" y="26297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87" y="1"/>
                    <a:pt x="50" y="17"/>
                    <a:pt x="34" y="38"/>
                  </a:cubicBezTo>
                  <a:cubicBezTo>
                    <a:pt x="17" y="71"/>
                    <a:pt x="1" y="104"/>
                    <a:pt x="17" y="157"/>
                  </a:cubicBezTo>
                  <a:cubicBezTo>
                    <a:pt x="17" y="190"/>
                    <a:pt x="34" y="207"/>
                    <a:pt x="50" y="223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0" y="244"/>
                    <a:pt x="240" y="190"/>
                    <a:pt x="223" y="120"/>
                  </a:cubicBezTo>
                  <a:lnTo>
                    <a:pt x="223" y="104"/>
                  </a:lnTo>
                  <a:cubicBezTo>
                    <a:pt x="223" y="54"/>
                    <a:pt x="19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7" name="Google Shape;20887;p55"/>
            <p:cNvSpPr/>
            <p:nvPr/>
          </p:nvSpPr>
          <p:spPr>
            <a:xfrm>
              <a:off x="5104500" y="25855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0" y="0"/>
                  </a:moveTo>
                  <a:cubicBezTo>
                    <a:pt x="103" y="0"/>
                    <a:pt x="70" y="0"/>
                    <a:pt x="50" y="33"/>
                  </a:cubicBezTo>
                  <a:cubicBezTo>
                    <a:pt x="17" y="54"/>
                    <a:pt x="0" y="87"/>
                    <a:pt x="0" y="120"/>
                  </a:cubicBezTo>
                  <a:cubicBezTo>
                    <a:pt x="0" y="157"/>
                    <a:pt x="17" y="190"/>
                    <a:pt x="33" y="206"/>
                  </a:cubicBezTo>
                  <a:cubicBezTo>
                    <a:pt x="50" y="239"/>
                    <a:pt x="70" y="260"/>
                    <a:pt x="103" y="260"/>
                  </a:cubicBezTo>
                  <a:cubicBezTo>
                    <a:pt x="136" y="260"/>
                    <a:pt x="153" y="260"/>
                    <a:pt x="190" y="223"/>
                  </a:cubicBezTo>
                  <a:cubicBezTo>
                    <a:pt x="223" y="190"/>
                    <a:pt x="239" y="103"/>
                    <a:pt x="206" y="54"/>
                  </a:cubicBezTo>
                  <a:cubicBezTo>
                    <a:pt x="190" y="33"/>
                    <a:pt x="174" y="16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8" name="Google Shape;20888;p55"/>
            <p:cNvSpPr/>
            <p:nvPr/>
          </p:nvSpPr>
          <p:spPr>
            <a:xfrm>
              <a:off x="5118625" y="2722550"/>
              <a:ext cx="5675" cy="6525"/>
            </a:xfrm>
            <a:custGeom>
              <a:avLst/>
              <a:gdLst/>
              <a:ahLst/>
              <a:cxnLst/>
              <a:rect l="l" t="t" r="r" b="b"/>
              <a:pathLst>
                <a:path w="227" h="261" extrusionOk="0">
                  <a:moveTo>
                    <a:pt x="103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0" y="190"/>
                    <a:pt x="21" y="223"/>
                    <a:pt x="54" y="244"/>
                  </a:cubicBezTo>
                  <a:cubicBezTo>
                    <a:pt x="70" y="260"/>
                    <a:pt x="103" y="260"/>
                    <a:pt x="140" y="260"/>
                  </a:cubicBezTo>
                  <a:cubicBezTo>
                    <a:pt x="157" y="260"/>
                    <a:pt x="190" y="244"/>
                    <a:pt x="206" y="206"/>
                  </a:cubicBezTo>
                  <a:cubicBezTo>
                    <a:pt x="227" y="173"/>
                    <a:pt x="227" y="141"/>
                    <a:pt x="227" y="103"/>
                  </a:cubicBezTo>
                  <a:cubicBezTo>
                    <a:pt x="227" y="70"/>
                    <a:pt x="206" y="54"/>
                    <a:pt x="173" y="37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40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9" name="Google Shape;20889;p55"/>
            <p:cNvSpPr/>
            <p:nvPr/>
          </p:nvSpPr>
          <p:spPr>
            <a:xfrm>
              <a:off x="5099750" y="25224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1"/>
                  </a:moveTo>
                  <a:cubicBezTo>
                    <a:pt x="71" y="17"/>
                    <a:pt x="54" y="34"/>
                    <a:pt x="34" y="50"/>
                  </a:cubicBezTo>
                  <a:cubicBezTo>
                    <a:pt x="17" y="83"/>
                    <a:pt x="1" y="120"/>
                    <a:pt x="17" y="153"/>
                  </a:cubicBezTo>
                  <a:cubicBezTo>
                    <a:pt x="17" y="186"/>
                    <a:pt x="34" y="223"/>
                    <a:pt x="54" y="240"/>
                  </a:cubicBezTo>
                  <a:cubicBezTo>
                    <a:pt x="78" y="252"/>
                    <a:pt x="93" y="263"/>
                    <a:pt x="111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207" y="256"/>
                    <a:pt x="240" y="186"/>
                    <a:pt x="223" y="120"/>
                  </a:cubicBezTo>
                  <a:cubicBezTo>
                    <a:pt x="223" y="83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0" name="Google Shape;20890;p55"/>
            <p:cNvSpPr/>
            <p:nvPr/>
          </p:nvSpPr>
          <p:spPr>
            <a:xfrm>
              <a:off x="5101100" y="26006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88"/>
                    <a:pt x="17" y="153"/>
                  </a:cubicBezTo>
                  <a:cubicBezTo>
                    <a:pt x="17" y="191"/>
                    <a:pt x="33" y="224"/>
                    <a:pt x="50" y="240"/>
                  </a:cubicBezTo>
                  <a:cubicBezTo>
                    <a:pt x="83" y="257"/>
                    <a:pt x="103" y="257"/>
                    <a:pt x="136" y="257"/>
                  </a:cubicBezTo>
                  <a:cubicBezTo>
                    <a:pt x="206" y="240"/>
                    <a:pt x="239" y="191"/>
                    <a:pt x="223" y="104"/>
                  </a:cubicBezTo>
                  <a:cubicBezTo>
                    <a:pt x="223" y="71"/>
                    <a:pt x="186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1" name="Google Shape;20891;p55"/>
            <p:cNvSpPr/>
            <p:nvPr/>
          </p:nvSpPr>
          <p:spPr>
            <a:xfrm>
              <a:off x="5104900" y="25530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2" y="1"/>
                  </a:moveTo>
                  <a:cubicBezTo>
                    <a:pt x="92" y="1"/>
                    <a:pt x="73" y="10"/>
                    <a:pt x="54" y="31"/>
                  </a:cubicBezTo>
                  <a:cubicBezTo>
                    <a:pt x="34" y="31"/>
                    <a:pt x="17" y="64"/>
                    <a:pt x="17" y="81"/>
                  </a:cubicBezTo>
                  <a:cubicBezTo>
                    <a:pt x="1" y="118"/>
                    <a:pt x="1" y="151"/>
                    <a:pt x="1" y="167"/>
                  </a:cubicBezTo>
                  <a:cubicBezTo>
                    <a:pt x="17" y="200"/>
                    <a:pt x="34" y="237"/>
                    <a:pt x="71" y="254"/>
                  </a:cubicBezTo>
                  <a:cubicBezTo>
                    <a:pt x="88" y="263"/>
                    <a:pt x="105" y="267"/>
                    <a:pt x="121" y="267"/>
                  </a:cubicBezTo>
                  <a:cubicBezTo>
                    <a:pt x="164" y="267"/>
                    <a:pt x="199" y="235"/>
                    <a:pt x="223" y="184"/>
                  </a:cubicBezTo>
                  <a:cubicBezTo>
                    <a:pt x="240" y="118"/>
                    <a:pt x="207" y="31"/>
                    <a:pt x="158" y="15"/>
                  </a:cubicBezTo>
                  <a:cubicBezTo>
                    <a:pt x="142" y="6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2" name="Google Shape;20892;p55"/>
            <p:cNvSpPr/>
            <p:nvPr/>
          </p:nvSpPr>
          <p:spPr>
            <a:xfrm>
              <a:off x="5104075" y="25056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67" y="17"/>
                    <a:pt x="50" y="34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0" y="240"/>
                    <a:pt x="87" y="261"/>
                    <a:pt x="104" y="261"/>
                  </a:cubicBezTo>
                  <a:cubicBezTo>
                    <a:pt x="137" y="261"/>
                    <a:pt x="170" y="261"/>
                    <a:pt x="191" y="240"/>
                  </a:cubicBezTo>
                  <a:cubicBezTo>
                    <a:pt x="207" y="207"/>
                    <a:pt x="223" y="190"/>
                    <a:pt x="223" y="157"/>
                  </a:cubicBezTo>
                  <a:cubicBezTo>
                    <a:pt x="240" y="120"/>
                    <a:pt x="223" y="87"/>
                    <a:pt x="207" y="54"/>
                  </a:cubicBezTo>
                  <a:cubicBezTo>
                    <a:pt x="191" y="34"/>
                    <a:pt x="170" y="17"/>
                    <a:pt x="153" y="17"/>
                  </a:cubicBezTo>
                  <a:cubicBezTo>
                    <a:pt x="153" y="1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3" name="Google Shape;20893;p55"/>
            <p:cNvSpPr/>
            <p:nvPr/>
          </p:nvSpPr>
          <p:spPr>
            <a:xfrm>
              <a:off x="5102750" y="2478150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0" y="1"/>
                  </a:moveTo>
                  <a:cubicBezTo>
                    <a:pt x="87" y="1"/>
                    <a:pt x="70" y="1"/>
                    <a:pt x="37" y="38"/>
                  </a:cubicBezTo>
                  <a:cubicBezTo>
                    <a:pt x="17" y="55"/>
                    <a:pt x="0" y="88"/>
                    <a:pt x="0" y="125"/>
                  </a:cubicBezTo>
                  <a:cubicBezTo>
                    <a:pt x="0" y="158"/>
                    <a:pt x="0" y="191"/>
                    <a:pt x="17" y="207"/>
                  </a:cubicBezTo>
                  <a:cubicBezTo>
                    <a:pt x="49" y="249"/>
                    <a:pt x="86" y="266"/>
                    <a:pt x="118" y="266"/>
                  </a:cubicBezTo>
                  <a:cubicBezTo>
                    <a:pt x="140" y="266"/>
                    <a:pt x="160" y="258"/>
                    <a:pt x="173" y="244"/>
                  </a:cubicBezTo>
                  <a:cubicBezTo>
                    <a:pt x="223" y="191"/>
                    <a:pt x="244" y="104"/>
                    <a:pt x="190" y="55"/>
                  </a:cubicBezTo>
                  <a:cubicBezTo>
                    <a:pt x="190" y="38"/>
                    <a:pt x="173" y="22"/>
                    <a:pt x="157" y="22"/>
                  </a:cubicBezTo>
                  <a:cubicBezTo>
                    <a:pt x="140" y="1"/>
                    <a:pt x="140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4" name="Google Shape;20894;p55"/>
            <p:cNvSpPr/>
            <p:nvPr/>
          </p:nvSpPr>
          <p:spPr>
            <a:xfrm>
              <a:off x="5084300" y="26037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0" y="153"/>
                    <a:pt x="33" y="219"/>
                    <a:pt x="87" y="256"/>
                  </a:cubicBezTo>
                  <a:lnTo>
                    <a:pt x="136" y="256"/>
                  </a:lnTo>
                  <a:cubicBezTo>
                    <a:pt x="173" y="256"/>
                    <a:pt x="223" y="219"/>
                    <a:pt x="223" y="170"/>
                  </a:cubicBezTo>
                  <a:cubicBezTo>
                    <a:pt x="239" y="133"/>
                    <a:pt x="239" y="83"/>
                    <a:pt x="206" y="29"/>
                  </a:cubicBezTo>
                  <a:cubicBezTo>
                    <a:pt x="206" y="29"/>
                    <a:pt x="190" y="13"/>
                    <a:pt x="173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5" name="Google Shape;20895;p55"/>
            <p:cNvSpPr/>
            <p:nvPr/>
          </p:nvSpPr>
          <p:spPr>
            <a:xfrm>
              <a:off x="5086875" y="25540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1" y="1"/>
                  </a:moveTo>
                  <a:cubicBezTo>
                    <a:pt x="92" y="1"/>
                    <a:pt x="77" y="12"/>
                    <a:pt x="54" y="24"/>
                  </a:cubicBezTo>
                  <a:cubicBezTo>
                    <a:pt x="0" y="78"/>
                    <a:pt x="0" y="160"/>
                    <a:pt x="33" y="214"/>
                  </a:cubicBezTo>
                  <a:cubicBezTo>
                    <a:pt x="55" y="243"/>
                    <a:pt x="87" y="262"/>
                    <a:pt x="120" y="262"/>
                  </a:cubicBezTo>
                  <a:cubicBezTo>
                    <a:pt x="144" y="262"/>
                    <a:pt x="168" y="252"/>
                    <a:pt x="190" y="230"/>
                  </a:cubicBezTo>
                  <a:cubicBezTo>
                    <a:pt x="239" y="181"/>
                    <a:pt x="239" y="111"/>
                    <a:pt x="206" y="41"/>
                  </a:cubicBezTo>
                  <a:cubicBezTo>
                    <a:pt x="190" y="24"/>
                    <a:pt x="190" y="8"/>
                    <a:pt x="173" y="8"/>
                  </a:cubicBezTo>
                  <a:lnTo>
                    <a:pt x="136" y="8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6" name="Google Shape;20896;p55"/>
            <p:cNvSpPr/>
            <p:nvPr/>
          </p:nvSpPr>
          <p:spPr>
            <a:xfrm>
              <a:off x="5089850" y="2586075"/>
              <a:ext cx="6525" cy="6600"/>
            </a:xfrm>
            <a:custGeom>
              <a:avLst/>
              <a:gdLst/>
              <a:ahLst/>
              <a:cxnLst/>
              <a:rect l="l" t="t" r="r" b="b"/>
              <a:pathLst>
                <a:path w="261" h="264" extrusionOk="0">
                  <a:moveTo>
                    <a:pt x="130" y="0"/>
                  </a:moveTo>
                  <a:cubicBezTo>
                    <a:pt x="89" y="0"/>
                    <a:pt x="50" y="32"/>
                    <a:pt x="38" y="83"/>
                  </a:cubicBezTo>
                  <a:cubicBezTo>
                    <a:pt x="1" y="153"/>
                    <a:pt x="38" y="219"/>
                    <a:pt x="87" y="256"/>
                  </a:cubicBezTo>
                  <a:cubicBezTo>
                    <a:pt x="98" y="256"/>
                    <a:pt x="109" y="264"/>
                    <a:pt x="122" y="264"/>
                  </a:cubicBezTo>
                  <a:cubicBezTo>
                    <a:pt x="128" y="264"/>
                    <a:pt x="134" y="262"/>
                    <a:pt x="141" y="256"/>
                  </a:cubicBezTo>
                  <a:cubicBezTo>
                    <a:pt x="191" y="256"/>
                    <a:pt x="224" y="219"/>
                    <a:pt x="244" y="186"/>
                  </a:cubicBezTo>
                  <a:cubicBezTo>
                    <a:pt x="261" y="137"/>
                    <a:pt x="244" y="83"/>
                    <a:pt x="224" y="50"/>
                  </a:cubicBezTo>
                  <a:cubicBezTo>
                    <a:pt x="207" y="34"/>
                    <a:pt x="191" y="13"/>
                    <a:pt x="174" y="13"/>
                  </a:cubicBezTo>
                  <a:cubicBezTo>
                    <a:pt x="160" y="4"/>
                    <a:pt x="145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7" name="Google Shape;20897;p55"/>
            <p:cNvSpPr/>
            <p:nvPr/>
          </p:nvSpPr>
          <p:spPr>
            <a:xfrm>
              <a:off x="5052950" y="2453725"/>
              <a:ext cx="3025" cy="6425"/>
            </a:xfrm>
            <a:custGeom>
              <a:avLst/>
              <a:gdLst/>
              <a:ahLst/>
              <a:cxnLst/>
              <a:rect l="l" t="t" r="r" b="b"/>
              <a:pathLst>
                <a:path w="121" h="257" extrusionOk="0">
                  <a:moveTo>
                    <a:pt x="1" y="1"/>
                  </a:moveTo>
                  <a:lnTo>
                    <a:pt x="1" y="256"/>
                  </a:lnTo>
                  <a:cubicBezTo>
                    <a:pt x="50" y="240"/>
                    <a:pt x="87" y="223"/>
                    <a:pt x="104" y="174"/>
                  </a:cubicBezTo>
                  <a:cubicBezTo>
                    <a:pt x="120" y="120"/>
                    <a:pt x="104" y="71"/>
                    <a:pt x="87" y="34"/>
                  </a:cubicBezTo>
                  <a:cubicBezTo>
                    <a:pt x="71" y="17"/>
                    <a:pt x="50" y="17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8" name="Google Shape;20898;p55"/>
            <p:cNvSpPr/>
            <p:nvPr/>
          </p:nvSpPr>
          <p:spPr>
            <a:xfrm>
              <a:off x="5057300" y="268532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27" y="0"/>
                  </a:moveTo>
                  <a:cubicBezTo>
                    <a:pt x="86" y="0"/>
                    <a:pt x="45" y="32"/>
                    <a:pt x="33" y="83"/>
                  </a:cubicBezTo>
                  <a:cubicBezTo>
                    <a:pt x="0" y="149"/>
                    <a:pt x="33" y="236"/>
                    <a:pt x="83" y="252"/>
                  </a:cubicBezTo>
                  <a:cubicBezTo>
                    <a:pt x="103" y="269"/>
                    <a:pt x="120" y="269"/>
                    <a:pt x="136" y="269"/>
                  </a:cubicBezTo>
                  <a:cubicBezTo>
                    <a:pt x="186" y="252"/>
                    <a:pt x="223" y="236"/>
                    <a:pt x="239" y="186"/>
                  </a:cubicBezTo>
                  <a:cubicBezTo>
                    <a:pt x="239" y="133"/>
                    <a:pt x="239" y="83"/>
                    <a:pt x="206" y="46"/>
                  </a:cubicBezTo>
                  <a:cubicBezTo>
                    <a:pt x="206" y="30"/>
                    <a:pt x="186" y="13"/>
                    <a:pt x="169" y="13"/>
                  </a:cubicBezTo>
                  <a:cubicBezTo>
                    <a:pt x="156" y="5"/>
                    <a:pt x="141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9" name="Google Shape;20899;p55"/>
            <p:cNvSpPr/>
            <p:nvPr/>
          </p:nvSpPr>
          <p:spPr>
            <a:xfrm>
              <a:off x="5061525" y="2639375"/>
              <a:ext cx="6100" cy="6825"/>
            </a:xfrm>
            <a:custGeom>
              <a:avLst/>
              <a:gdLst/>
              <a:ahLst/>
              <a:cxnLst/>
              <a:rect l="l" t="t" r="r" b="b"/>
              <a:pathLst>
                <a:path w="244" h="273" extrusionOk="0">
                  <a:moveTo>
                    <a:pt x="130" y="0"/>
                  </a:moveTo>
                  <a:cubicBezTo>
                    <a:pt x="121" y="0"/>
                    <a:pt x="111" y="4"/>
                    <a:pt x="103" y="13"/>
                  </a:cubicBezTo>
                  <a:cubicBezTo>
                    <a:pt x="37" y="13"/>
                    <a:pt x="0" y="83"/>
                    <a:pt x="0" y="149"/>
                  </a:cubicBezTo>
                  <a:cubicBezTo>
                    <a:pt x="17" y="186"/>
                    <a:pt x="17" y="219"/>
                    <a:pt x="54" y="235"/>
                  </a:cubicBezTo>
                  <a:cubicBezTo>
                    <a:pt x="70" y="252"/>
                    <a:pt x="103" y="272"/>
                    <a:pt x="140" y="272"/>
                  </a:cubicBezTo>
                  <a:cubicBezTo>
                    <a:pt x="190" y="252"/>
                    <a:pt x="243" y="186"/>
                    <a:pt x="223" y="116"/>
                  </a:cubicBezTo>
                  <a:cubicBezTo>
                    <a:pt x="223" y="83"/>
                    <a:pt x="206" y="46"/>
                    <a:pt x="173" y="29"/>
                  </a:cubicBezTo>
                  <a:lnTo>
                    <a:pt x="157" y="13"/>
                  </a:lnTo>
                  <a:cubicBezTo>
                    <a:pt x="149" y="4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0" name="Google Shape;20900;p55"/>
            <p:cNvSpPr/>
            <p:nvPr/>
          </p:nvSpPr>
          <p:spPr>
            <a:xfrm>
              <a:off x="5068425" y="26997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39" y="190"/>
                    <a:pt x="223" y="124"/>
                  </a:cubicBezTo>
                  <a:cubicBezTo>
                    <a:pt x="223" y="70"/>
                    <a:pt x="190" y="37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1" name="Google Shape;20901;p55"/>
            <p:cNvSpPr/>
            <p:nvPr/>
          </p:nvSpPr>
          <p:spPr>
            <a:xfrm>
              <a:off x="5054200" y="26532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10" y="0"/>
                  </a:moveTo>
                  <a:cubicBezTo>
                    <a:pt x="86" y="0"/>
                    <a:pt x="66" y="13"/>
                    <a:pt x="54" y="27"/>
                  </a:cubicBezTo>
                  <a:cubicBezTo>
                    <a:pt x="0" y="77"/>
                    <a:pt x="0" y="164"/>
                    <a:pt x="37" y="213"/>
                  </a:cubicBezTo>
                  <a:cubicBezTo>
                    <a:pt x="57" y="245"/>
                    <a:pt x="89" y="263"/>
                    <a:pt x="122" y="263"/>
                  </a:cubicBezTo>
                  <a:cubicBezTo>
                    <a:pt x="146" y="263"/>
                    <a:pt x="170" y="254"/>
                    <a:pt x="190" y="234"/>
                  </a:cubicBezTo>
                  <a:cubicBezTo>
                    <a:pt x="244" y="180"/>
                    <a:pt x="244" y="110"/>
                    <a:pt x="207" y="44"/>
                  </a:cubicBezTo>
                  <a:cubicBezTo>
                    <a:pt x="190" y="27"/>
                    <a:pt x="174" y="27"/>
                    <a:pt x="157" y="7"/>
                  </a:cubicBezTo>
                  <a:lnTo>
                    <a:pt x="141" y="7"/>
                  </a:lnTo>
                  <a:cubicBezTo>
                    <a:pt x="130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2" name="Google Shape;20902;p55"/>
            <p:cNvSpPr/>
            <p:nvPr/>
          </p:nvSpPr>
          <p:spPr>
            <a:xfrm>
              <a:off x="5052950" y="2746800"/>
              <a:ext cx="4775" cy="6375"/>
            </a:xfrm>
            <a:custGeom>
              <a:avLst/>
              <a:gdLst/>
              <a:ahLst/>
              <a:cxnLst/>
              <a:rect l="l" t="t" r="r" b="b"/>
              <a:pathLst>
                <a:path w="191" h="255" extrusionOk="0">
                  <a:moveTo>
                    <a:pt x="61" y="1"/>
                  </a:moveTo>
                  <a:cubicBezTo>
                    <a:pt x="41" y="1"/>
                    <a:pt x="20" y="9"/>
                    <a:pt x="1" y="28"/>
                  </a:cubicBezTo>
                  <a:lnTo>
                    <a:pt x="1" y="234"/>
                  </a:lnTo>
                  <a:cubicBezTo>
                    <a:pt x="17" y="234"/>
                    <a:pt x="17" y="251"/>
                    <a:pt x="34" y="251"/>
                  </a:cubicBezTo>
                  <a:cubicBezTo>
                    <a:pt x="43" y="254"/>
                    <a:pt x="53" y="255"/>
                    <a:pt x="63" y="255"/>
                  </a:cubicBezTo>
                  <a:cubicBezTo>
                    <a:pt x="109" y="255"/>
                    <a:pt x="157" y="225"/>
                    <a:pt x="174" y="181"/>
                  </a:cubicBezTo>
                  <a:cubicBezTo>
                    <a:pt x="191" y="115"/>
                    <a:pt x="174" y="28"/>
                    <a:pt x="104" y="12"/>
                  </a:cubicBezTo>
                  <a:cubicBezTo>
                    <a:pt x="90" y="5"/>
                    <a:pt x="76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3" name="Google Shape;20903;p55"/>
            <p:cNvSpPr/>
            <p:nvPr/>
          </p:nvSpPr>
          <p:spPr>
            <a:xfrm>
              <a:off x="5067075" y="262187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3" y="0"/>
                  </a:moveTo>
                  <a:cubicBezTo>
                    <a:pt x="117" y="0"/>
                    <a:pt x="111" y="2"/>
                    <a:pt x="104" y="8"/>
                  </a:cubicBezTo>
                  <a:cubicBezTo>
                    <a:pt x="71" y="8"/>
                    <a:pt x="54" y="24"/>
                    <a:pt x="38" y="61"/>
                  </a:cubicBezTo>
                  <a:cubicBezTo>
                    <a:pt x="21" y="78"/>
                    <a:pt x="1" y="111"/>
                    <a:pt x="21" y="148"/>
                  </a:cubicBezTo>
                  <a:cubicBezTo>
                    <a:pt x="21" y="181"/>
                    <a:pt x="38" y="214"/>
                    <a:pt x="54" y="230"/>
                  </a:cubicBezTo>
                  <a:cubicBezTo>
                    <a:pt x="71" y="251"/>
                    <a:pt x="104" y="267"/>
                    <a:pt x="141" y="267"/>
                  </a:cubicBezTo>
                  <a:cubicBezTo>
                    <a:pt x="190" y="251"/>
                    <a:pt x="244" y="181"/>
                    <a:pt x="227" y="111"/>
                  </a:cubicBezTo>
                  <a:cubicBezTo>
                    <a:pt x="227" y="78"/>
                    <a:pt x="207" y="45"/>
                    <a:pt x="190" y="24"/>
                  </a:cubicBezTo>
                  <a:cubicBezTo>
                    <a:pt x="174" y="24"/>
                    <a:pt x="174" y="8"/>
                    <a:pt x="157" y="8"/>
                  </a:cubicBezTo>
                  <a:cubicBezTo>
                    <a:pt x="146" y="8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4" name="Google Shape;20904;p55"/>
            <p:cNvSpPr/>
            <p:nvPr/>
          </p:nvSpPr>
          <p:spPr>
            <a:xfrm>
              <a:off x="5052950" y="2703000"/>
              <a:ext cx="4775" cy="6275"/>
            </a:xfrm>
            <a:custGeom>
              <a:avLst/>
              <a:gdLst/>
              <a:ahLst/>
              <a:cxnLst/>
              <a:rect l="l" t="t" r="r" b="b"/>
              <a:pathLst>
                <a:path w="191" h="251" extrusionOk="0">
                  <a:moveTo>
                    <a:pt x="65" y="1"/>
                  </a:moveTo>
                  <a:cubicBezTo>
                    <a:pt x="41" y="1"/>
                    <a:pt x="20" y="9"/>
                    <a:pt x="1" y="28"/>
                  </a:cubicBezTo>
                  <a:lnTo>
                    <a:pt x="1" y="234"/>
                  </a:lnTo>
                  <a:cubicBezTo>
                    <a:pt x="17" y="234"/>
                    <a:pt x="17" y="250"/>
                    <a:pt x="34" y="250"/>
                  </a:cubicBezTo>
                  <a:lnTo>
                    <a:pt x="87" y="250"/>
                  </a:lnTo>
                  <a:cubicBezTo>
                    <a:pt x="120" y="250"/>
                    <a:pt x="153" y="217"/>
                    <a:pt x="174" y="164"/>
                  </a:cubicBezTo>
                  <a:cubicBezTo>
                    <a:pt x="191" y="131"/>
                    <a:pt x="191" y="77"/>
                    <a:pt x="153" y="44"/>
                  </a:cubicBezTo>
                  <a:cubicBezTo>
                    <a:pt x="137" y="28"/>
                    <a:pt x="137" y="11"/>
                    <a:pt x="120" y="11"/>
                  </a:cubicBezTo>
                  <a:cubicBezTo>
                    <a:pt x="100" y="5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5" name="Google Shape;20905;p55"/>
            <p:cNvSpPr/>
            <p:nvPr/>
          </p:nvSpPr>
          <p:spPr>
            <a:xfrm>
              <a:off x="5078725" y="2453725"/>
              <a:ext cx="5175" cy="3100"/>
            </a:xfrm>
            <a:custGeom>
              <a:avLst/>
              <a:gdLst/>
              <a:ahLst/>
              <a:cxnLst/>
              <a:rect l="l" t="t" r="r" b="b"/>
              <a:pathLst>
                <a:path w="207" h="124" extrusionOk="0">
                  <a:moveTo>
                    <a:pt x="1" y="1"/>
                  </a:moveTo>
                  <a:lnTo>
                    <a:pt x="1" y="17"/>
                  </a:lnTo>
                  <a:cubicBezTo>
                    <a:pt x="1" y="78"/>
                    <a:pt x="54" y="124"/>
                    <a:pt x="100" y="124"/>
                  </a:cubicBezTo>
                  <a:cubicBezTo>
                    <a:pt x="107" y="124"/>
                    <a:pt x="114" y="123"/>
                    <a:pt x="120" y="120"/>
                  </a:cubicBezTo>
                  <a:cubicBezTo>
                    <a:pt x="153" y="120"/>
                    <a:pt x="174" y="104"/>
                    <a:pt x="190" y="71"/>
                  </a:cubicBezTo>
                  <a:cubicBezTo>
                    <a:pt x="207" y="71"/>
                    <a:pt x="207" y="50"/>
                    <a:pt x="207" y="50"/>
                  </a:cubicBezTo>
                  <a:cubicBezTo>
                    <a:pt x="137" y="34"/>
                    <a:pt x="71" y="1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6" name="Google Shape;20906;p55"/>
            <p:cNvSpPr/>
            <p:nvPr/>
          </p:nvSpPr>
          <p:spPr>
            <a:xfrm>
              <a:off x="5124700" y="2736225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34" y="0"/>
                  </a:moveTo>
                  <a:cubicBezTo>
                    <a:pt x="84" y="0"/>
                    <a:pt x="44" y="35"/>
                    <a:pt x="17" y="88"/>
                  </a:cubicBezTo>
                  <a:cubicBezTo>
                    <a:pt x="0" y="158"/>
                    <a:pt x="33" y="228"/>
                    <a:pt x="87" y="245"/>
                  </a:cubicBezTo>
                  <a:cubicBezTo>
                    <a:pt x="104" y="261"/>
                    <a:pt x="120" y="261"/>
                    <a:pt x="136" y="261"/>
                  </a:cubicBezTo>
                  <a:cubicBezTo>
                    <a:pt x="169" y="261"/>
                    <a:pt x="207" y="228"/>
                    <a:pt x="223" y="175"/>
                  </a:cubicBezTo>
                  <a:cubicBezTo>
                    <a:pt x="240" y="125"/>
                    <a:pt x="240" y="72"/>
                    <a:pt x="207" y="39"/>
                  </a:cubicBezTo>
                  <a:cubicBezTo>
                    <a:pt x="190" y="22"/>
                    <a:pt x="190" y="22"/>
                    <a:pt x="169" y="6"/>
                  </a:cubicBezTo>
                  <a:cubicBezTo>
                    <a:pt x="157" y="2"/>
                    <a:pt x="145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7" name="Google Shape;20907;p55"/>
            <p:cNvSpPr/>
            <p:nvPr/>
          </p:nvSpPr>
          <p:spPr>
            <a:xfrm>
              <a:off x="5191700" y="26611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50" y="21"/>
                    <a:pt x="0" y="87"/>
                    <a:pt x="17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206" y="260"/>
                    <a:pt x="239" y="190"/>
                    <a:pt x="223" y="124"/>
                  </a:cubicBezTo>
                  <a:cubicBezTo>
                    <a:pt x="223" y="87"/>
                    <a:pt x="206" y="54"/>
                    <a:pt x="190" y="37"/>
                  </a:cubicBezTo>
                  <a:cubicBezTo>
                    <a:pt x="169" y="21"/>
                    <a:pt x="169" y="21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8" name="Google Shape;20908;p55"/>
            <p:cNvSpPr/>
            <p:nvPr/>
          </p:nvSpPr>
          <p:spPr>
            <a:xfrm>
              <a:off x="5216125" y="2644250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94" y="0"/>
                  </a:moveTo>
                  <a:cubicBezTo>
                    <a:pt x="76" y="0"/>
                    <a:pt x="61" y="12"/>
                    <a:pt x="38" y="24"/>
                  </a:cubicBezTo>
                  <a:cubicBezTo>
                    <a:pt x="17" y="40"/>
                    <a:pt x="0" y="77"/>
                    <a:pt x="0" y="110"/>
                  </a:cubicBezTo>
                  <a:cubicBezTo>
                    <a:pt x="0" y="143"/>
                    <a:pt x="0" y="180"/>
                    <a:pt x="17" y="213"/>
                  </a:cubicBezTo>
                  <a:cubicBezTo>
                    <a:pt x="48" y="242"/>
                    <a:pt x="86" y="261"/>
                    <a:pt x="117" y="261"/>
                  </a:cubicBezTo>
                  <a:cubicBezTo>
                    <a:pt x="140" y="261"/>
                    <a:pt x="160" y="252"/>
                    <a:pt x="174" y="230"/>
                  </a:cubicBezTo>
                  <a:cubicBezTo>
                    <a:pt x="223" y="180"/>
                    <a:pt x="244" y="110"/>
                    <a:pt x="190" y="40"/>
                  </a:cubicBezTo>
                  <a:cubicBezTo>
                    <a:pt x="190" y="24"/>
                    <a:pt x="174" y="7"/>
                    <a:pt x="157" y="7"/>
                  </a:cubicBezTo>
                  <a:lnTo>
                    <a:pt x="120" y="7"/>
                  </a:lnTo>
                  <a:cubicBezTo>
                    <a:pt x="110" y="2"/>
                    <a:pt x="102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9" name="Google Shape;20909;p55"/>
            <p:cNvSpPr/>
            <p:nvPr/>
          </p:nvSpPr>
          <p:spPr>
            <a:xfrm>
              <a:off x="5207575" y="27062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4"/>
                  </a:cubicBezTo>
                  <a:cubicBezTo>
                    <a:pt x="87" y="257"/>
                    <a:pt x="103" y="257"/>
                    <a:pt x="136" y="257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90" y="17"/>
                  </a:cubicBezTo>
                  <a:cubicBezTo>
                    <a:pt x="173" y="17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0" name="Google Shape;20910;p55"/>
            <p:cNvSpPr/>
            <p:nvPr/>
          </p:nvSpPr>
          <p:spPr>
            <a:xfrm>
              <a:off x="5218300" y="26242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3" y="223"/>
                    <a:pt x="54" y="239"/>
                  </a:cubicBezTo>
                  <a:cubicBezTo>
                    <a:pt x="77" y="254"/>
                    <a:pt x="92" y="267"/>
                    <a:pt x="111" y="267"/>
                  </a:cubicBezTo>
                  <a:cubicBezTo>
                    <a:pt x="119" y="267"/>
                    <a:pt x="127" y="265"/>
                    <a:pt x="136" y="260"/>
                  </a:cubicBezTo>
                  <a:cubicBezTo>
                    <a:pt x="206" y="260"/>
                    <a:pt x="239" y="190"/>
                    <a:pt x="223" y="120"/>
                  </a:cubicBezTo>
                  <a:cubicBezTo>
                    <a:pt x="223" y="87"/>
                    <a:pt x="206" y="54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1" name="Google Shape;20911;p55"/>
            <p:cNvSpPr/>
            <p:nvPr/>
          </p:nvSpPr>
          <p:spPr>
            <a:xfrm>
              <a:off x="5217475" y="26717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6" y="0"/>
                  </a:moveTo>
                  <a:cubicBezTo>
                    <a:pt x="83" y="0"/>
                    <a:pt x="61" y="14"/>
                    <a:pt x="50" y="25"/>
                  </a:cubicBezTo>
                  <a:cubicBezTo>
                    <a:pt x="0" y="75"/>
                    <a:pt x="0" y="162"/>
                    <a:pt x="33" y="215"/>
                  </a:cubicBezTo>
                  <a:cubicBezTo>
                    <a:pt x="50" y="232"/>
                    <a:pt x="87" y="248"/>
                    <a:pt x="103" y="265"/>
                  </a:cubicBezTo>
                  <a:cubicBezTo>
                    <a:pt x="136" y="265"/>
                    <a:pt x="169" y="248"/>
                    <a:pt x="190" y="232"/>
                  </a:cubicBezTo>
                  <a:cubicBezTo>
                    <a:pt x="206" y="215"/>
                    <a:pt x="223" y="178"/>
                    <a:pt x="239" y="145"/>
                  </a:cubicBezTo>
                  <a:cubicBezTo>
                    <a:pt x="239" y="112"/>
                    <a:pt x="223" y="75"/>
                    <a:pt x="206" y="42"/>
                  </a:cubicBezTo>
                  <a:cubicBezTo>
                    <a:pt x="190" y="25"/>
                    <a:pt x="169" y="25"/>
                    <a:pt x="153" y="9"/>
                  </a:cubicBezTo>
                  <a:lnTo>
                    <a:pt x="136" y="9"/>
                  </a:lnTo>
                  <a:cubicBezTo>
                    <a:pt x="126" y="3"/>
                    <a:pt x="116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2" name="Google Shape;20912;p55"/>
            <p:cNvSpPr/>
            <p:nvPr/>
          </p:nvSpPr>
          <p:spPr>
            <a:xfrm>
              <a:off x="5195500" y="2694475"/>
              <a:ext cx="6125" cy="6575"/>
            </a:xfrm>
            <a:custGeom>
              <a:avLst/>
              <a:gdLst/>
              <a:ahLst/>
              <a:cxnLst/>
              <a:rect l="l" t="t" r="r" b="b"/>
              <a:pathLst>
                <a:path w="245" h="263" extrusionOk="0">
                  <a:moveTo>
                    <a:pt x="119" y="0"/>
                  </a:moveTo>
                  <a:cubicBezTo>
                    <a:pt x="76" y="0"/>
                    <a:pt x="33" y="22"/>
                    <a:pt x="17" y="76"/>
                  </a:cubicBezTo>
                  <a:cubicBezTo>
                    <a:pt x="1" y="146"/>
                    <a:pt x="17" y="233"/>
                    <a:pt x="87" y="249"/>
                  </a:cubicBezTo>
                  <a:cubicBezTo>
                    <a:pt x="102" y="258"/>
                    <a:pt x="117" y="262"/>
                    <a:pt x="132" y="262"/>
                  </a:cubicBezTo>
                  <a:cubicBezTo>
                    <a:pt x="173" y="262"/>
                    <a:pt x="211" y="231"/>
                    <a:pt x="224" y="179"/>
                  </a:cubicBezTo>
                  <a:cubicBezTo>
                    <a:pt x="244" y="109"/>
                    <a:pt x="224" y="43"/>
                    <a:pt x="158" y="6"/>
                  </a:cubicBezTo>
                  <a:cubicBezTo>
                    <a:pt x="145" y="2"/>
                    <a:pt x="132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3" name="Google Shape;20913;p55"/>
            <p:cNvSpPr/>
            <p:nvPr/>
          </p:nvSpPr>
          <p:spPr>
            <a:xfrm>
              <a:off x="5200250" y="2719975"/>
              <a:ext cx="6525" cy="6400"/>
            </a:xfrm>
            <a:custGeom>
              <a:avLst/>
              <a:gdLst/>
              <a:ahLst/>
              <a:cxnLst/>
              <a:rect l="l" t="t" r="r" b="b"/>
              <a:pathLst>
                <a:path w="261" h="256" extrusionOk="0">
                  <a:moveTo>
                    <a:pt x="137" y="0"/>
                  </a:moveTo>
                  <a:cubicBezTo>
                    <a:pt x="104" y="0"/>
                    <a:pt x="87" y="0"/>
                    <a:pt x="54" y="37"/>
                  </a:cubicBezTo>
                  <a:cubicBezTo>
                    <a:pt x="17" y="70"/>
                    <a:pt x="1" y="157"/>
                    <a:pt x="34" y="206"/>
                  </a:cubicBezTo>
                  <a:cubicBezTo>
                    <a:pt x="64" y="237"/>
                    <a:pt x="101" y="256"/>
                    <a:pt x="132" y="256"/>
                  </a:cubicBezTo>
                  <a:cubicBezTo>
                    <a:pt x="155" y="256"/>
                    <a:pt x="176" y="246"/>
                    <a:pt x="190" y="223"/>
                  </a:cubicBezTo>
                  <a:cubicBezTo>
                    <a:pt x="240" y="190"/>
                    <a:pt x="260" y="103"/>
                    <a:pt x="207" y="54"/>
                  </a:cubicBezTo>
                  <a:cubicBezTo>
                    <a:pt x="207" y="37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4" name="Google Shape;20914;p55"/>
            <p:cNvSpPr/>
            <p:nvPr/>
          </p:nvSpPr>
          <p:spPr>
            <a:xfrm>
              <a:off x="5203650" y="27521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29" y="1"/>
                  </a:moveTo>
                  <a:cubicBezTo>
                    <a:pt x="83" y="1"/>
                    <a:pt x="35" y="33"/>
                    <a:pt x="21" y="91"/>
                  </a:cubicBezTo>
                  <a:cubicBezTo>
                    <a:pt x="1" y="141"/>
                    <a:pt x="21" y="227"/>
                    <a:pt x="87" y="244"/>
                  </a:cubicBezTo>
                  <a:cubicBezTo>
                    <a:pt x="104" y="260"/>
                    <a:pt x="124" y="260"/>
                    <a:pt x="141" y="260"/>
                  </a:cubicBezTo>
                  <a:cubicBezTo>
                    <a:pt x="174" y="260"/>
                    <a:pt x="207" y="227"/>
                    <a:pt x="227" y="174"/>
                  </a:cubicBezTo>
                  <a:cubicBezTo>
                    <a:pt x="244" y="124"/>
                    <a:pt x="227" y="71"/>
                    <a:pt x="207" y="38"/>
                  </a:cubicBezTo>
                  <a:cubicBezTo>
                    <a:pt x="190" y="21"/>
                    <a:pt x="174" y="21"/>
                    <a:pt x="157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5" name="Google Shape;20915;p55"/>
            <p:cNvSpPr/>
            <p:nvPr/>
          </p:nvSpPr>
          <p:spPr>
            <a:xfrm>
              <a:off x="5213125" y="2594400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16" y="1"/>
                  </a:moveTo>
                  <a:cubicBezTo>
                    <a:pt x="108" y="1"/>
                    <a:pt x="98" y="3"/>
                    <a:pt x="87" y="10"/>
                  </a:cubicBezTo>
                  <a:cubicBezTo>
                    <a:pt x="34" y="10"/>
                    <a:pt x="1" y="76"/>
                    <a:pt x="1" y="146"/>
                  </a:cubicBezTo>
                  <a:cubicBezTo>
                    <a:pt x="1" y="179"/>
                    <a:pt x="17" y="216"/>
                    <a:pt x="54" y="232"/>
                  </a:cubicBezTo>
                  <a:cubicBezTo>
                    <a:pt x="71" y="249"/>
                    <a:pt x="104" y="265"/>
                    <a:pt x="120" y="265"/>
                  </a:cubicBezTo>
                  <a:cubicBezTo>
                    <a:pt x="191" y="249"/>
                    <a:pt x="224" y="179"/>
                    <a:pt x="224" y="113"/>
                  </a:cubicBezTo>
                  <a:cubicBezTo>
                    <a:pt x="224" y="76"/>
                    <a:pt x="207" y="43"/>
                    <a:pt x="174" y="26"/>
                  </a:cubicBezTo>
                  <a:lnTo>
                    <a:pt x="158" y="10"/>
                  </a:lnTo>
                  <a:cubicBezTo>
                    <a:pt x="144" y="10"/>
                    <a:pt x="132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6" name="Google Shape;20916;p55"/>
            <p:cNvSpPr/>
            <p:nvPr/>
          </p:nvSpPr>
          <p:spPr>
            <a:xfrm>
              <a:off x="5239325" y="25602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70" y="1"/>
                    <a:pt x="54" y="17"/>
                    <a:pt x="37" y="54"/>
                  </a:cubicBezTo>
                  <a:cubicBezTo>
                    <a:pt x="17" y="71"/>
                    <a:pt x="0" y="104"/>
                    <a:pt x="17" y="141"/>
                  </a:cubicBezTo>
                  <a:cubicBezTo>
                    <a:pt x="17" y="174"/>
                    <a:pt x="37" y="207"/>
                    <a:pt x="54" y="223"/>
                  </a:cubicBezTo>
                  <a:cubicBezTo>
                    <a:pt x="87" y="261"/>
                    <a:pt x="103" y="261"/>
                    <a:pt x="140" y="261"/>
                  </a:cubicBezTo>
                  <a:cubicBezTo>
                    <a:pt x="206" y="244"/>
                    <a:pt x="243" y="174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73" y="17"/>
                    <a:pt x="17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7" name="Google Shape;20917;p55"/>
            <p:cNvSpPr/>
            <p:nvPr/>
          </p:nvSpPr>
          <p:spPr>
            <a:xfrm>
              <a:off x="5220050" y="2608425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10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20"/>
                    <a:pt x="87" y="253"/>
                  </a:cubicBezTo>
                  <a:cubicBezTo>
                    <a:pt x="96" y="257"/>
                    <a:pt x="106" y="258"/>
                    <a:pt x="116" y="258"/>
                  </a:cubicBezTo>
                  <a:cubicBezTo>
                    <a:pt x="161" y="258"/>
                    <a:pt x="209" y="224"/>
                    <a:pt x="223" y="170"/>
                  </a:cubicBezTo>
                  <a:cubicBezTo>
                    <a:pt x="239" y="100"/>
                    <a:pt x="223" y="30"/>
                    <a:pt x="153" y="14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8" name="Google Shape;20918;p55"/>
            <p:cNvSpPr/>
            <p:nvPr/>
          </p:nvSpPr>
          <p:spPr>
            <a:xfrm>
              <a:off x="5246225" y="25894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70" y="1"/>
                    <a:pt x="33" y="17"/>
                    <a:pt x="17" y="50"/>
                  </a:cubicBezTo>
                  <a:cubicBezTo>
                    <a:pt x="0" y="67"/>
                    <a:pt x="0" y="104"/>
                    <a:pt x="0" y="137"/>
                  </a:cubicBezTo>
                  <a:cubicBezTo>
                    <a:pt x="0" y="170"/>
                    <a:pt x="17" y="207"/>
                    <a:pt x="50" y="223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23" y="67"/>
                    <a:pt x="206" y="34"/>
                    <a:pt x="174" y="17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9" name="Google Shape;20919;p55"/>
            <p:cNvSpPr/>
            <p:nvPr/>
          </p:nvSpPr>
          <p:spPr>
            <a:xfrm>
              <a:off x="5232925" y="2620825"/>
              <a:ext cx="6425" cy="6325"/>
            </a:xfrm>
            <a:custGeom>
              <a:avLst/>
              <a:gdLst/>
              <a:ahLst/>
              <a:cxnLst/>
              <a:rect l="l" t="t" r="r" b="b"/>
              <a:pathLst>
                <a:path w="257" h="253" extrusionOk="0">
                  <a:moveTo>
                    <a:pt x="137" y="0"/>
                  </a:moveTo>
                  <a:cubicBezTo>
                    <a:pt x="120" y="0"/>
                    <a:pt x="87" y="0"/>
                    <a:pt x="50" y="17"/>
                  </a:cubicBezTo>
                  <a:cubicBezTo>
                    <a:pt x="17" y="66"/>
                    <a:pt x="0" y="153"/>
                    <a:pt x="33" y="206"/>
                  </a:cubicBezTo>
                  <a:cubicBezTo>
                    <a:pt x="65" y="235"/>
                    <a:pt x="100" y="253"/>
                    <a:pt x="135" y="253"/>
                  </a:cubicBezTo>
                  <a:cubicBezTo>
                    <a:pt x="160" y="253"/>
                    <a:pt x="184" y="243"/>
                    <a:pt x="207" y="223"/>
                  </a:cubicBezTo>
                  <a:cubicBezTo>
                    <a:pt x="240" y="190"/>
                    <a:pt x="256" y="103"/>
                    <a:pt x="223" y="50"/>
                  </a:cubicBezTo>
                  <a:cubicBezTo>
                    <a:pt x="207" y="33"/>
                    <a:pt x="190" y="17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0" name="Google Shape;20920;p55"/>
            <p:cNvSpPr/>
            <p:nvPr/>
          </p:nvSpPr>
          <p:spPr>
            <a:xfrm>
              <a:off x="5234575" y="257742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104" y="0"/>
                    <a:pt x="87" y="0"/>
                    <a:pt x="87" y="17"/>
                  </a:cubicBezTo>
                  <a:cubicBezTo>
                    <a:pt x="38" y="33"/>
                    <a:pt x="0" y="87"/>
                    <a:pt x="21" y="153"/>
                  </a:cubicBezTo>
                  <a:cubicBezTo>
                    <a:pt x="21" y="190"/>
                    <a:pt x="38" y="206"/>
                    <a:pt x="54" y="239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207" y="239"/>
                    <a:pt x="244" y="173"/>
                    <a:pt x="244" y="103"/>
                  </a:cubicBezTo>
                  <a:cubicBezTo>
                    <a:pt x="227" y="103"/>
                    <a:pt x="227" y="87"/>
                    <a:pt x="227" y="70"/>
                  </a:cubicBezTo>
                  <a:cubicBezTo>
                    <a:pt x="207" y="50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1" name="Google Shape;20921;p55"/>
            <p:cNvSpPr/>
            <p:nvPr/>
          </p:nvSpPr>
          <p:spPr>
            <a:xfrm>
              <a:off x="5224275" y="26567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3" y="1"/>
                  </a:moveTo>
                  <a:cubicBezTo>
                    <a:pt x="117" y="1"/>
                    <a:pt x="110" y="3"/>
                    <a:pt x="103" y="8"/>
                  </a:cubicBezTo>
                  <a:cubicBezTo>
                    <a:pt x="37" y="8"/>
                    <a:pt x="0" y="74"/>
                    <a:pt x="21" y="144"/>
                  </a:cubicBezTo>
                  <a:cubicBezTo>
                    <a:pt x="21" y="177"/>
                    <a:pt x="37" y="214"/>
                    <a:pt x="54" y="231"/>
                  </a:cubicBezTo>
                  <a:cubicBezTo>
                    <a:pt x="87" y="247"/>
                    <a:pt x="103" y="264"/>
                    <a:pt x="140" y="264"/>
                  </a:cubicBezTo>
                  <a:cubicBezTo>
                    <a:pt x="173" y="247"/>
                    <a:pt x="190" y="231"/>
                    <a:pt x="206" y="214"/>
                  </a:cubicBezTo>
                  <a:cubicBezTo>
                    <a:pt x="227" y="177"/>
                    <a:pt x="243" y="144"/>
                    <a:pt x="227" y="111"/>
                  </a:cubicBezTo>
                  <a:cubicBezTo>
                    <a:pt x="227" y="74"/>
                    <a:pt x="206" y="41"/>
                    <a:pt x="190" y="25"/>
                  </a:cubicBezTo>
                  <a:cubicBezTo>
                    <a:pt x="173" y="25"/>
                    <a:pt x="173" y="8"/>
                    <a:pt x="157" y="8"/>
                  </a:cubicBezTo>
                  <a:cubicBezTo>
                    <a:pt x="146" y="8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2" name="Google Shape;20922;p55"/>
            <p:cNvSpPr/>
            <p:nvPr/>
          </p:nvSpPr>
          <p:spPr>
            <a:xfrm>
              <a:off x="5230350" y="2670275"/>
              <a:ext cx="6425" cy="6550"/>
            </a:xfrm>
            <a:custGeom>
              <a:avLst/>
              <a:gdLst/>
              <a:ahLst/>
              <a:cxnLst/>
              <a:rect l="l" t="t" r="r" b="b"/>
              <a:pathLst>
                <a:path w="257" h="262" extrusionOk="0">
                  <a:moveTo>
                    <a:pt x="127" y="1"/>
                  </a:moveTo>
                  <a:cubicBezTo>
                    <a:pt x="87" y="1"/>
                    <a:pt x="46" y="32"/>
                    <a:pt x="33" y="83"/>
                  </a:cubicBezTo>
                  <a:cubicBezTo>
                    <a:pt x="0" y="149"/>
                    <a:pt x="33" y="220"/>
                    <a:pt x="87" y="253"/>
                  </a:cubicBezTo>
                  <a:cubicBezTo>
                    <a:pt x="98" y="253"/>
                    <a:pt x="109" y="262"/>
                    <a:pt x="120" y="262"/>
                  </a:cubicBezTo>
                  <a:cubicBezTo>
                    <a:pt x="125" y="262"/>
                    <a:pt x="131" y="259"/>
                    <a:pt x="136" y="253"/>
                  </a:cubicBezTo>
                  <a:cubicBezTo>
                    <a:pt x="190" y="253"/>
                    <a:pt x="223" y="220"/>
                    <a:pt x="240" y="187"/>
                  </a:cubicBezTo>
                  <a:cubicBezTo>
                    <a:pt x="256" y="133"/>
                    <a:pt x="240" y="83"/>
                    <a:pt x="207" y="46"/>
                  </a:cubicBezTo>
                  <a:cubicBezTo>
                    <a:pt x="207" y="30"/>
                    <a:pt x="190" y="13"/>
                    <a:pt x="169" y="13"/>
                  </a:cubicBezTo>
                  <a:cubicBezTo>
                    <a:pt x="156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3" name="Google Shape;20923;p55"/>
            <p:cNvSpPr/>
            <p:nvPr/>
          </p:nvSpPr>
          <p:spPr>
            <a:xfrm>
              <a:off x="5227775" y="26841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99" y="1"/>
                  </a:moveTo>
                  <a:cubicBezTo>
                    <a:pt x="57" y="1"/>
                    <a:pt x="13" y="23"/>
                    <a:pt x="0" y="77"/>
                  </a:cubicBezTo>
                  <a:lnTo>
                    <a:pt x="0" y="147"/>
                  </a:lnTo>
                  <a:cubicBezTo>
                    <a:pt x="0" y="196"/>
                    <a:pt x="33" y="233"/>
                    <a:pt x="66" y="250"/>
                  </a:cubicBezTo>
                  <a:cubicBezTo>
                    <a:pt x="82" y="257"/>
                    <a:pt x="99" y="261"/>
                    <a:pt x="116" y="261"/>
                  </a:cubicBezTo>
                  <a:cubicBezTo>
                    <a:pt x="139" y="261"/>
                    <a:pt x="160" y="253"/>
                    <a:pt x="169" y="233"/>
                  </a:cubicBezTo>
                  <a:cubicBezTo>
                    <a:pt x="190" y="213"/>
                    <a:pt x="206" y="196"/>
                    <a:pt x="206" y="180"/>
                  </a:cubicBezTo>
                  <a:cubicBezTo>
                    <a:pt x="223" y="110"/>
                    <a:pt x="206" y="44"/>
                    <a:pt x="136" y="7"/>
                  </a:cubicBezTo>
                  <a:cubicBezTo>
                    <a:pt x="125" y="3"/>
                    <a:pt x="112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4" name="Google Shape;20924;p55"/>
            <p:cNvSpPr/>
            <p:nvPr/>
          </p:nvSpPr>
          <p:spPr>
            <a:xfrm>
              <a:off x="5183550" y="26468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10" y="0"/>
                  </a:moveTo>
                  <a:cubicBezTo>
                    <a:pt x="91" y="0"/>
                    <a:pt x="73" y="12"/>
                    <a:pt x="50" y="24"/>
                  </a:cubicBezTo>
                  <a:cubicBezTo>
                    <a:pt x="17" y="77"/>
                    <a:pt x="1" y="160"/>
                    <a:pt x="34" y="213"/>
                  </a:cubicBezTo>
                  <a:cubicBezTo>
                    <a:pt x="50" y="230"/>
                    <a:pt x="83" y="246"/>
                    <a:pt x="120" y="263"/>
                  </a:cubicBezTo>
                  <a:cubicBezTo>
                    <a:pt x="137" y="263"/>
                    <a:pt x="170" y="246"/>
                    <a:pt x="186" y="230"/>
                  </a:cubicBezTo>
                  <a:cubicBezTo>
                    <a:pt x="223" y="213"/>
                    <a:pt x="240" y="180"/>
                    <a:pt x="240" y="143"/>
                  </a:cubicBezTo>
                  <a:cubicBezTo>
                    <a:pt x="240" y="110"/>
                    <a:pt x="223" y="77"/>
                    <a:pt x="207" y="40"/>
                  </a:cubicBezTo>
                  <a:cubicBezTo>
                    <a:pt x="207" y="24"/>
                    <a:pt x="186" y="7"/>
                    <a:pt x="170" y="7"/>
                  </a:cubicBezTo>
                  <a:lnTo>
                    <a:pt x="137" y="7"/>
                  </a:lnTo>
                  <a:cubicBezTo>
                    <a:pt x="127" y="2"/>
                    <a:pt x="118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5" name="Google Shape;20925;p55"/>
            <p:cNvSpPr/>
            <p:nvPr/>
          </p:nvSpPr>
          <p:spPr>
            <a:xfrm>
              <a:off x="5145325" y="2685750"/>
              <a:ext cx="6000" cy="6450"/>
            </a:xfrm>
            <a:custGeom>
              <a:avLst/>
              <a:gdLst/>
              <a:ahLst/>
              <a:cxnLst/>
              <a:rect l="l" t="t" r="r" b="b"/>
              <a:pathLst>
                <a:path w="240" h="258" extrusionOk="0">
                  <a:moveTo>
                    <a:pt x="103" y="0"/>
                  </a:moveTo>
                  <a:cubicBezTo>
                    <a:pt x="86" y="0"/>
                    <a:pt x="68" y="5"/>
                    <a:pt x="49" y="13"/>
                  </a:cubicBezTo>
                  <a:cubicBezTo>
                    <a:pt x="33" y="29"/>
                    <a:pt x="17" y="46"/>
                    <a:pt x="17" y="83"/>
                  </a:cubicBezTo>
                  <a:cubicBezTo>
                    <a:pt x="0" y="116"/>
                    <a:pt x="0" y="132"/>
                    <a:pt x="0" y="169"/>
                  </a:cubicBezTo>
                  <a:cubicBezTo>
                    <a:pt x="17" y="202"/>
                    <a:pt x="33" y="235"/>
                    <a:pt x="66" y="252"/>
                  </a:cubicBezTo>
                  <a:cubicBezTo>
                    <a:pt x="80" y="256"/>
                    <a:pt x="92" y="258"/>
                    <a:pt x="105" y="258"/>
                  </a:cubicBezTo>
                  <a:cubicBezTo>
                    <a:pt x="156" y="258"/>
                    <a:pt x="196" y="226"/>
                    <a:pt x="223" y="186"/>
                  </a:cubicBezTo>
                  <a:cubicBezTo>
                    <a:pt x="239" y="116"/>
                    <a:pt x="206" y="29"/>
                    <a:pt x="153" y="13"/>
                  </a:cubicBezTo>
                  <a:cubicBezTo>
                    <a:pt x="136" y="5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6" name="Google Shape;20926;p55"/>
            <p:cNvSpPr/>
            <p:nvPr/>
          </p:nvSpPr>
          <p:spPr>
            <a:xfrm>
              <a:off x="5141400" y="27332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37" y="21"/>
                    <a:pt x="0" y="70"/>
                    <a:pt x="17" y="157"/>
                  </a:cubicBezTo>
                  <a:cubicBezTo>
                    <a:pt x="17" y="190"/>
                    <a:pt x="37" y="206"/>
                    <a:pt x="54" y="227"/>
                  </a:cubicBezTo>
                  <a:cubicBezTo>
                    <a:pt x="87" y="260"/>
                    <a:pt x="103" y="260"/>
                    <a:pt x="141" y="260"/>
                  </a:cubicBezTo>
                  <a:cubicBezTo>
                    <a:pt x="190" y="243"/>
                    <a:pt x="244" y="173"/>
                    <a:pt x="223" y="103"/>
                  </a:cubicBezTo>
                  <a:cubicBezTo>
                    <a:pt x="223" y="54"/>
                    <a:pt x="190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7" name="Google Shape;20927;p55"/>
            <p:cNvSpPr/>
            <p:nvPr/>
          </p:nvSpPr>
          <p:spPr>
            <a:xfrm>
              <a:off x="5140150" y="26551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67" y="17"/>
                    <a:pt x="50" y="34"/>
                    <a:pt x="34" y="55"/>
                  </a:cubicBezTo>
                  <a:cubicBezTo>
                    <a:pt x="17" y="88"/>
                    <a:pt x="1" y="121"/>
                    <a:pt x="17" y="158"/>
                  </a:cubicBezTo>
                  <a:cubicBezTo>
                    <a:pt x="17" y="191"/>
                    <a:pt x="34" y="224"/>
                    <a:pt x="50" y="240"/>
                  </a:cubicBezTo>
                  <a:cubicBezTo>
                    <a:pt x="87" y="261"/>
                    <a:pt x="104" y="261"/>
                    <a:pt x="137" y="261"/>
                  </a:cubicBezTo>
                  <a:cubicBezTo>
                    <a:pt x="207" y="261"/>
                    <a:pt x="240" y="191"/>
                    <a:pt x="224" y="121"/>
                  </a:cubicBezTo>
                  <a:cubicBezTo>
                    <a:pt x="224" y="88"/>
                    <a:pt x="207" y="55"/>
                    <a:pt x="191" y="34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8" name="Google Shape;20928;p55"/>
            <p:cNvSpPr/>
            <p:nvPr/>
          </p:nvSpPr>
          <p:spPr>
            <a:xfrm>
              <a:off x="5157775" y="2730825"/>
              <a:ext cx="5600" cy="6550"/>
            </a:xfrm>
            <a:custGeom>
              <a:avLst/>
              <a:gdLst/>
              <a:ahLst/>
              <a:cxnLst/>
              <a:rect l="l" t="t" r="r" b="b"/>
              <a:pathLst>
                <a:path w="224" h="262" extrusionOk="0">
                  <a:moveTo>
                    <a:pt x="129" y="0"/>
                  </a:moveTo>
                  <a:cubicBezTo>
                    <a:pt x="120" y="0"/>
                    <a:pt x="112" y="5"/>
                    <a:pt x="104" y="16"/>
                  </a:cubicBezTo>
                  <a:cubicBezTo>
                    <a:pt x="34" y="16"/>
                    <a:pt x="1" y="82"/>
                    <a:pt x="1" y="152"/>
                  </a:cubicBezTo>
                  <a:cubicBezTo>
                    <a:pt x="1" y="185"/>
                    <a:pt x="17" y="222"/>
                    <a:pt x="50" y="238"/>
                  </a:cubicBezTo>
                  <a:cubicBezTo>
                    <a:pt x="62" y="250"/>
                    <a:pt x="84" y="262"/>
                    <a:pt x="108" y="262"/>
                  </a:cubicBezTo>
                  <a:cubicBezTo>
                    <a:pt x="117" y="262"/>
                    <a:pt x="127" y="260"/>
                    <a:pt x="137" y="255"/>
                  </a:cubicBezTo>
                  <a:cubicBezTo>
                    <a:pt x="153" y="255"/>
                    <a:pt x="186" y="238"/>
                    <a:pt x="207" y="201"/>
                  </a:cubicBezTo>
                  <a:cubicBezTo>
                    <a:pt x="224" y="185"/>
                    <a:pt x="224" y="152"/>
                    <a:pt x="224" y="119"/>
                  </a:cubicBezTo>
                  <a:cubicBezTo>
                    <a:pt x="224" y="82"/>
                    <a:pt x="207" y="49"/>
                    <a:pt x="170" y="32"/>
                  </a:cubicBezTo>
                  <a:cubicBezTo>
                    <a:pt x="170" y="16"/>
                    <a:pt x="153" y="16"/>
                    <a:pt x="153" y="16"/>
                  </a:cubicBezTo>
                  <a:cubicBezTo>
                    <a:pt x="145" y="5"/>
                    <a:pt x="137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9" name="Google Shape;20929;p55"/>
            <p:cNvSpPr/>
            <p:nvPr/>
          </p:nvSpPr>
          <p:spPr>
            <a:xfrm>
              <a:off x="5146950" y="2668100"/>
              <a:ext cx="6125" cy="6850"/>
            </a:xfrm>
            <a:custGeom>
              <a:avLst/>
              <a:gdLst/>
              <a:ahLst/>
              <a:cxnLst/>
              <a:rect l="l" t="t" r="r" b="b"/>
              <a:pathLst>
                <a:path w="245" h="274" extrusionOk="0">
                  <a:moveTo>
                    <a:pt x="132" y="1"/>
                  </a:moveTo>
                  <a:cubicBezTo>
                    <a:pt x="91" y="1"/>
                    <a:pt x="50" y="32"/>
                    <a:pt x="38" y="84"/>
                  </a:cubicBezTo>
                  <a:cubicBezTo>
                    <a:pt x="1" y="154"/>
                    <a:pt x="38" y="236"/>
                    <a:pt x="88" y="257"/>
                  </a:cubicBezTo>
                  <a:cubicBezTo>
                    <a:pt x="104" y="257"/>
                    <a:pt x="125" y="274"/>
                    <a:pt x="141" y="274"/>
                  </a:cubicBezTo>
                  <a:cubicBezTo>
                    <a:pt x="191" y="257"/>
                    <a:pt x="228" y="220"/>
                    <a:pt x="244" y="187"/>
                  </a:cubicBezTo>
                  <a:cubicBezTo>
                    <a:pt x="244" y="133"/>
                    <a:pt x="244" y="84"/>
                    <a:pt x="207" y="51"/>
                  </a:cubicBezTo>
                  <a:cubicBezTo>
                    <a:pt x="207" y="30"/>
                    <a:pt x="191" y="14"/>
                    <a:pt x="174" y="14"/>
                  </a:cubicBezTo>
                  <a:cubicBezTo>
                    <a:pt x="161" y="5"/>
                    <a:pt x="146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0" name="Google Shape;20930;p55"/>
            <p:cNvSpPr/>
            <p:nvPr/>
          </p:nvSpPr>
          <p:spPr>
            <a:xfrm>
              <a:off x="5127275" y="26864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37" y="0"/>
                  </a:moveTo>
                  <a:cubicBezTo>
                    <a:pt x="104" y="0"/>
                    <a:pt x="66" y="17"/>
                    <a:pt x="50" y="37"/>
                  </a:cubicBezTo>
                  <a:cubicBezTo>
                    <a:pt x="1" y="87"/>
                    <a:pt x="1" y="157"/>
                    <a:pt x="33" y="223"/>
                  </a:cubicBezTo>
                  <a:cubicBezTo>
                    <a:pt x="52" y="253"/>
                    <a:pt x="82" y="266"/>
                    <a:pt x="114" y="266"/>
                  </a:cubicBezTo>
                  <a:cubicBezTo>
                    <a:pt x="140" y="266"/>
                    <a:pt x="167" y="258"/>
                    <a:pt x="190" y="244"/>
                  </a:cubicBezTo>
                  <a:cubicBezTo>
                    <a:pt x="240" y="190"/>
                    <a:pt x="240" y="103"/>
                    <a:pt x="207" y="54"/>
                  </a:cubicBezTo>
                  <a:cubicBezTo>
                    <a:pt x="190" y="37"/>
                    <a:pt x="190" y="17"/>
                    <a:pt x="153" y="17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1" name="Google Shape;20931;p55"/>
            <p:cNvSpPr/>
            <p:nvPr/>
          </p:nvSpPr>
          <p:spPr>
            <a:xfrm>
              <a:off x="5134600" y="26727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88"/>
                    <a:pt x="0" y="154"/>
                  </a:cubicBezTo>
                  <a:cubicBezTo>
                    <a:pt x="17" y="191"/>
                    <a:pt x="33" y="224"/>
                    <a:pt x="50" y="240"/>
                  </a:cubicBezTo>
                  <a:cubicBezTo>
                    <a:pt x="66" y="257"/>
                    <a:pt x="103" y="257"/>
                    <a:pt x="136" y="257"/>
                  </a:cubicBezTo>
                  <a:cubicBezTo>
                    <a:pt x="186" y="240"/>
                    <a:pt x="239" y="191"/>
                    <a:pt x="223" y="104"/>
                  </a:cubicBezTo>
                  <a:cubicBezTo>
                    <a:pt x="223" y="71"/>
                    <a:pt x="206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2" name="Google Shape;20932;p55"/>
            <p:cNvSpPr/>
            <p:nvPr/>
          </p:nvSpPr>
          <p:spPr>
            <a:xfrm>
              <a:off x="5130275" y="2718825"/>
              <a:ext cx="6400" cy="6325"/>
            </a:xfrm>
            <a:custGeom>
              <a:avLst/>
              <a:gdLst/>
              <a:ahLst/>
              <a:cxnLst/>
              <a:rect l="l" t="t" r="r" b="b"/>
              <a:pathLst>
                <a:path w="256" h="253" extrusionOk="0">
                  <a:moveTo>
                    <a:pt x="128" y="0"/>
                  </a:moveTo>
                  <a:cubicBezTo>
                    <a:pt x="86" y="0"/>
                    <a:pt x="45" y="32"/>
                    <a:pt x="33" y="83"/>
                  </a:cubicBezTo>
                  <a:cubicBezTo>
                    <a:pt x="0" y="149"/>
                    <a:pt x="33" y="219"/>
                    <a:pt x="87" y="252"/>
                  </a:cubicBezTo>
                  <a:lnTo>
                    <a:pt x="136" y="252"/>
                  </a:lnTo>
                  <a:cubicBezTo>
                    <a:pt x="190" y="252"/>
                    <a:pt x="223" y="219"/>
                    <a:pt x="239" y="166"/>
                  </a:cubicBezTo>
                  <a:cubicBezTo>
                    <a:pt x="256" y="133"/>
                    <a:pt x="239" y="83"/>
                    <a:pt x="206" y="46"/>
                  </a:cubicBezTo>
                  <a:cubicBezTo>
                    <a:pt x="206" y="30"/>
                    <a:pt x="190" y="13"/>
                    <a:pt x="173" y="13"/>
                  </a:cubicBezTo>
                  <a:cubicBezTo>
                    <a:pt x="159" y="5"/>
                    <a:pt x="144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3" name="Google Shape;20933;p55"/>
            <p:cNvSpPr/>
            <p:nvPr/>
          </p:nvSpPr>
          <p:spPr>
            <a:xfrm>
              <a:off x="5173250" y="25559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3" y="1"/>
                  </a:moveTo>
                  <a:cubicBezTo>
                    <a:pt x="66" y="1"/>
                    <a:pt x="33" y="17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07"/>
                    <a:pt x="33" y="240"/>
                  </a:cubicBezTo>
                  <a:cubicBezTo>
                    <a:pt x="66" y="256"/>
                    <a:pt x="103" y="256"/>
                    <a:pt x="120" y="256"/>
                  </a:cubicBezTo>
                  <a:cubicBezTo>
                    <a:pt x="186" y="240"/>
                    <a:pt x="223" y="186"/>
                    <a:pt x="223" y="104"/>
                  </a:cubicBezTo>
                  <a:cubicBezTo>
                    <a:pt x="206" y="67"/>
                    <a:pt x="186" y="50"/>
                    <a:pt x="169" y="17"/>
                  </a:cubicBezTo>
                  <a:cubicBezTo>
                    <a:pt x="169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4" name="Google Shape;20934;p55"/>
            <p:cNvSpPr/>
            <p:nvPr/>
          </p:nvSpPr>
          <p:spPr>
            <a:xfrm>
              <a:off x="5177875" y="2586525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08" y="0"/>
                  </a:moveTo>
                  <a:cubicBezTo>
                    <a:pt x="93" y="0"/>
                    <a:pt x="79" y="5"/>
                    <a:pt x="71" y="16"/>
                  </a:cubicBezTo>
                  <a:cubicBezTo>
                    <a:pt x="38" y="32"/>
                    <a:pt x="21" y="49"/>
                    <a:pt x="21" y="82"/>
                  </a:cubicBezTo>
                  <a:cubicBezTo>
                    <a:pt x="1" y="119"/>
                    <a:pt x="1" y="135"/>
                    <a:pt x="21" y="168"/>
                  </a:cubicBezTo>
                  <a:cubicBezTo>
                    <a:pt x="21" y="201"/>
                    <a:pt x="54" y="238"/>
                    <a:pt x="71" y="255"/>
                  </a:cubicBezTo>
                  <a:cubicBezTo>
                    <a:pt x="83" y="258"/>
                    <a:pt x="94" y="259"/>
                    <a:pt x="105" y="259"/>
                  </a:cubicBezTo>
                  <a:cubicBezTo>
                    <a:pt x="158" y="259"/>
                    <a:pt x="197" y="226"/>
                    <a:pt x="228" y="168"/>
                  </a:cubicBezTo>
                  <a:cubicBezTo>
                    <a:pt x="244" y="119"/>
                    <a:pt x="207" y="32"/>
                    <a:pt x="158" y="16"/>
                  </a:cubicBezTo>
                  <a:cubicBezTo>
                    <a:pt x="141" y="5"/>
                    <a:pt x="124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5" name="Google Shape;20935;p55"/>
            <p:cNvSpPr/>
            <p:nvPr/>
          </p:nvSpPr>
          <p:spPr>
            <a:xfrm>
              <a:off x="5179625" y="2568900"/>
              <a:ext cx="6525" cy="6375"/>
            </a:xfrm>
            <a:custGeom>
              <a:avLst/>
              <a:gdLst/>
              <a:ahLst/>
              <a:cxnLst/>
              <a:rect l="l" t="t" r="r" b="b"/>
              <a:pathLst>
                <a:path w="261" h="255" extrusionOk="0">
                  <a:moveTo>
                    <a:pt x="129" y="1"/>
                  </a:moveTo>
                  <a:cubicBezTo>
                    <a:pt x="88" y="1"/>
                    <a:pt x="49" y="34"/>
                    <a:pt x="34" y="82"/>
                  </a:cubicBezTo>
                  <a:cubicBezTo>
                    <a:pt x="1" y="152"/>
                    <a:pt x="34" y="222"/>
                    <a:pt x="88" y="255"/>
                  </a:cubicBezTo>
                  <a:lnTo>
                    <a:pt x="137" y="255"/>
                  </a:lnTo>
                  <a:cubicBezTo>
                    <a:pt x="191" y="255"/>
                    <a:pt x="224" y="222"/>
                    <a:pt x="240" y="185"/>
                  </a:cubicBezTo>
                  <a:cubicBezTo>
                    <a:pt x="261" y="135"/>
                    <a:pt x="240" y="82"/>
                    <a:pt x="224" y="49"/>
                  </a:cubicBezTo>
                  <a:cubicBezTo>
                    <a:pt x="207" y="32"/>
                    <a:pt x="191" y="16"/>
                    <a:pt x="174" y="16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6" name="Google Shape;20936;p55"/>
            <p:cNvSpPr/>
            <p:nvPr/>
          </p:nvSpPr>
          <p:spPr>
            <a:xfrm>
              <a:off x="5186550" y="26771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6" y="0"/>
                  </a:moveTo>
                  <a:cubicBezTo>
                    <a:pt x="103" y="0"/>
                    <a:pt x="66" y="0"/>
                    <a:pt x="50" y="33"/>
                  </a:cubicBezTo>
                  <a:cubicBezTo>
                    <a:pt x="0" y="66"/>
                    <a:pt x="0" y="153"/>
                    <a:pt x="33" y="206"/>
                  </a:cubicBezTo>
                  <a:cubicBezTo>
                    <a:pt x="50" y="239"/>
                    <a:pt x="87" y="256"/>
                    <a:pt x="103" y="256"/>
                  </a:cubicBezTo>
                  <a:cubicBezTo>
                    <a:pt x="136" y="256"/>
                    <a:pt x="169" y="256"/>
                    <a:pt x="190" y="223"/>
                  </a:cubicBezTo>
                  <a:cubicBezTo>
                    <a:pt x="239" y="186"/>
                    <a:pt x="239" y="103"/>
                    <a:pt x="206" y="50"/>
                  </a:cubicBezTo>
                  <a:cubicBezTo>
                    <a:pt x="190" y="33"/>
                    <a:pt x="19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7" name="Google Shape;20937;p55"/>
            <p:cNvSpPr/>
            <p:nvPr/>
          </p:nvSpPr>
          <p:spPr>
            <a:xfrm>
              <a:off x="5250025" y="2572275"/>
              <a:ext cx="5700" cy="6925"/>
            </a:xfrm>
            <a:custGeom>
              <a:avLst/>
              <a:gdLst/>
              <a:ahLst/>
              <a:cxnLst/>
              <a:rect l="l" t="t" r="r" b="b"/>
              <a:pathLst>
                <a:path w="228" h="277" extrusionOk="0">
                  <a:moveTo>
                    <a:pt x="141" y="0"/>
                  </a:moveTo>
                  <a:cubicBezTo>
                    <a:pt x="104" y="0"/>
                    <a:pt x="87" y="17"/>
                    <a:pt x="54" y="33"/>
                  </a:cubicBezTo>
                  <a:cubicBezTo>
                    <a:pt x="22" y="87"/>
                    <a:pt x="1" y="153"/>
                    <a:pt x="38" y="223"/>
                  </a:cubicBezTo>
                  <a:cubicBezTo>
                    <a:pt x="54" y="239"/>
                    <a:pt x="87" y="256"/>
                    <a:pt x="125" y="276"/>
                  </a:cubicBezTo>
                  <a:cubicBezTo>
                    <a:pt x="141" y="276"/>
                    <a:pt x="174" y="256"/>
                    <a:pt x="191" y="239"/>
                  </a:cubicBezTo>
                  <a:cubicBezTo>
                    <a:pt x="207" y="223"/>
                    <a:pt x="228" y="206"/>
                    <a:pt x="228" y="190"/>
                  </a:cubicBezTo>
                  <a:cubicBezTo>
                    <a:pt x="207" y="136"/>
                    <a:pt x="174" y="70"/>
                    <a:pt x="158" y="17"/>
                  </a:cubicBezTo>
                  <a:cubicBezTo>
                    <a:pt x="158" y="17"/>
                    <a:pt x="141" y="17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8" name="Google Shape;20938;p55"/>
            <p:cNvSpPr/>
            <p:nvPr/>
          </p:nvSpPr>
          <p:spPr>
            <a:xfrm>
              <a:off x="5174075" y="2634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4"/>
                  </a:cubicBezTo>
                  <a:cubicBezTo>
                    <a:pt x="87" y="257"/>
                    <a:pt x="103" y="257"/>
                    <a:pt x="136" y="257"/>
                  </a:cubicBezTo>
                  <a:cubicBezTo>
                    <a:pt x="206" y="240"/>
                    <a:pt x="239" y="174"/>
                    <a:pt x="239" y="104"/>
                  </a:cubicBezTo>
                  <a:cubicBezTo>
                    <a:pt x="223" y="50"/>
                    <a:pt x="206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9" name="Google Shape;20939;p55"/>
            <p:cNvSpPr/>
            <p:nvPr/>
          </p:nvSpPr>
          <p:spPr>
            <a:xfrm>
              <a:off x="5162000" y="26658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41" y="1"/>
                  </a:moveTo>
                  <a:cubicBezTo>
                    <a:pt x="104" y="1"/>
                    <a:pt x="71" y="17"/>
                    <a:pt x="55" y="38"/>
                  </a:cubicBezTo>
                  <a:cubicBezTo>
                    <a:pt x="1" y="71"/>
                    <a:pt x="1" y="157"/>
                    <a:pt x="38" y="207"/>
                  </a:cubicBezTo>
                  <a:cubicBezTo>
                    <a:pt x="55" y="244"/>
                    <a:pt x="71" y="260"/>
                    <a:pt x="104" y="260"/>
                  </a:cubicBezTo>
                  <a:cubicBezTo>
                    <a:pt x="141" y="260"/>
                    <a:pt x="174" y="260"/>
                    <a:pt x="191" y="244"/>
                  </a:cubicBezTo>
                  <a:cubicBezTo>
                    <a:pt x="207" y="207"/>
                    <a:pt x="224" y="190"/>
                    <a:pt x="224" y="157"/>
                  </a:cubicBezTo>
                  <a:cubicBezTo>
                    <a:pt x="224" y="120"/>
                    <a:pt x="224" y="87"/>
                    <a:pt x="207" y="54"/>
                  </a:cubicBezTo>
                  <a:cubicBezTo>
                    <a:pt x="191" y="38"/>
                    <a:pt x="174" y="17"/>
                    <a:pt x="158" y="17"/>
                  </a:cubicBezTo>
                  <a:cubicBezTo>
                    <a:pt x="158" y="1"/>
                    <a:pt x="141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0" name="Google Shape;20940;p55"/>
            <p:cNvSpPr/>
            <p:nvPr/>
          </p:nvSpPr>
          <p:spPr>
            <a:xfrm>
              <a:off x="5159025" y="27155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0" y="0"/>
                  </a:moveTo>
                  <a:cubicBezTo>
                    <a:pt x="114" y="0"/>
                    <a:pt x="109" y="2"/>
                    <a:pt x="103" y="9"/>
                  </a:cubicBezTo>
                  <a:cubicBezTo>
                    <a:pt x="54" y="9"/>
                    <a:pt x="0" y="75"/>
                    <a:pt x="17" y="145"/>
                  </a:cubicBezTo>
                  <a:cubicBezTo>
                    <a:pt x="17" y="215"/>
                    <a:pt x="87" y="265"/>
                    <a:pt x="136" y="265"/>
                  </a:cubicBezTo>
                  <a:cubicBezTo>
                    <a:pt x="174" y="248"/>
                    <a:pt x="190" y="232"/>
                    <a:pt x="207" y="215"/>
                  </a:cubicBezTo>
                  <a:cubicBezTo>
                    <a:pt x="223" y="178"/>
                    <a:pt x="239" y="145"/>
                    <a:pt x="223" y="112"/>
                  </a:cubicBezTo>
                  <a:cubicBezTo>
                    <a:pt x="223" y="75"/>
                    <a:pt x="207" y="42"/>
                    <a:pt x="190" y="26"/>
                  </a:cubicBezTo>
                  <a:cubicBezTo>
                    <a:pt x="174" y="26"/>
                    <a:pt x="174" y="9"/>
                    <a:pt x="157" y="9"/>
                  </a:cubicBezTo>
                  <a:cubicBezTo>
                    <a:pt x="143" y="9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1" name="Google Shape;20941;p55"/>
            <p:cNvSpPr/>
            <p:nvPr/>
          </p:nvSpPr>
          <p:spPr>
            <a:xfrm>
              <a:off x="5165000" y="2695425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7" y="1"/>
                  </a:moveTo>
                  <a:cubicBezTo>
                    <a:pt x="102" y="1"/>
                    <a:pt x="51" y="34"/>
                    <a:pt x="38" y="92"/>
                  </a:cubicBezTo>
                  <a:cubicBezTo>
                    <a:pt x="0" y="158"/>
                    <a:pt x="38" y="228"/>
                    <a:pt x="87" y="261"/>
                  </a:cubicBezTo>
                  <a:cubicBezTo>
                    <a:pt x="99" y="264"/>
                    <a:pt x="110" y="265"/>
                    <a:pt x="121" y="265"/>
                  </a:cubicBezTo>
                  <a:cubicBezTo>
                    <a:pt x="174" y="265"/>
                    <a:pt x="213" y="232"/>
                    <a:pt x="244" y="174"/>
                  </a:cubicBezTo>
                  <a:cubicBezTo>
                    <a:pt x="260" y="108"/>
                    <a:pt x="227" y="38"/>
                    <a:pt x="174" y="5"/>
                  </a:cubicBezTo>
                  <a:cubicBezTo>
                    <a:pt x="165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942" name="Google Shape;20942;p55"/>
          <p:cNvSpPr/>
          <p:nvPr/>
        </p:nvSpPr>
        <p:spPr>
          <a:xfrm flipH="1">
            <a:off x="6431825" y="4615050"/>
            <a:ext cx="343650" cy="281174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943" name="Google Shape;20943;p55"/>
          <p:cNvSpPr/>
          <p:nvPr/>
        </p:nvSpPr>
        <p:spPr>
          <a:xfrm flipH="1">
            <a:off x="8253969" y="3533876"/>
            <a:ext cx="420427" cy="461299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944" name="Google Shape;20944;p55"/>
          <p:cNvSpPr/>
          <p:nvPr/>
        </p:nvSpPr>
        <p:spPr>
          <a:xfrm rot="10800000">
            <a:off x="6690125" y="3203971"/>
            <a:ext cx="2453875" cy="1939529"/>
          </a:xfrm>
          <a:custGeom>
            <a:avLst/>
            <a:gdLst/>
            <a:ahLst/>
            <a:cxnLst/>
            <a:rect l="l" t="t" r="r" b="b"/>
            <a:pathLst>
              <a:path w="8279" h="7456" extrusionOk="0">
                <a:moveTo>
                  <a:pt x="0" y="1"/>
                </a:moveTo>
                <a:lnTo>
                  <a:pt x="0" y="7455"/>
                </a:lnTo>
                <a:cubicBezTo>
                  <a:pt x="186" y="6235"/>
                  <a:pt x="652" y="5117"/>
                  <a:pt x="1443" y="4379"/>
                </a:cubicBezTo>
                <a:cubicBezTo>
                  <a:pt x="1850" y="3996"/>
                  <a:pt x="2252" y="3845"/>
                  <a:pt x="2651" y="3845"/>
                </a:cubicBezTo>
                <a:cubicBezTo>
                  <a:pt x="3415" y="3845"/>
                  <a:pt x="4166" y="4394"/>
                  <a:pt x="4910" y="4911"/>
                </a:cubicBezTo>
                <a:cubicBezTo>
                  <a:pt x="5426" y="5274"/>
                  <a:pt x="6011" y="5600"/>
                  <a:pt x="6597" y="5703"/>
                </a:cubicBezTo>
                <a:cubicBezTo>
                  <a:pt x="6686" y="5720"/>
                  <a:pt x="6778" y="5729"/>
                  <a:pt x="6871" y="5729"/>
                </a:cubicBezTo>
                <a:cubicBezTo>
                  <a:pt x="7335" y="5729"/>
                  <a:pt x="7820" y="5505"/>
                  <a:pt x="8019" y="4948"/>
                </a:cubicBezTo>
                <a:cubicBezTo>
                  <a:pt x="8279" y="4190"/>
                  <a:pt x="7937" y="3365"/>
                  <a:pt x="7660" y="2730"/>
                </a:cubicBezTo>
                <a:cubicBezTo>
                  <a:pt x="7590" y="2578"/>
                  <a:pt x="6560" y="87"/>
                  <a:pt x="674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945" name="Google Shape;20945;p55"/>
          <p:cNvSpPr/>
          <p:nvPr/>
        </p:nvSpPr>
        <p:spPr>
          <a:xfrm rot="8405528" flipH="1">
            <a:off x="157178" y="1820773"/>
            <a:ext cx="513994" cy="420552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946" name="Google Shape;20946;p55"/>
          <p:cNvSpPr/>
          <p:nvPr/>
        </p:nvSpPr>
        <p:spPr>
          <a:xfrm flipH="1">
            <a:off x="-691437" y="4063624"/>
            <a:ext cx="1543786" cy="1693878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69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Berkshire Swash"/>
              <a:buNone/>
              <a:defRPr sz="2800">
                <a:solidFill>
                  <a:schemeClr val="accent2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415900"/>
            <a:ext cx="7704000" cy="313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Open Sans"/>
              <a:buChar char="●"/>
              <a:defRPr sz="1800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○"/>
              <a:defRPr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■"/>
              <a:defRPr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●"/>
              <a:defRPr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○"/>
              <a:defRPr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■"/>
              <a:defRPr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●"/>
              <a:defRPr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○"/>
              <a:defRPr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400"/>
              <a:buFont typeface="Open Sans"/>
              <a:buChar char="■"/>
              <a:defRPr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3" r:id="rId3"/>
    <p:sldLayoutId id="2147483655" r:id="rId4"/>
    <p:sldLayoutId id="2147483656" r:id="rId5"/>
    <p:sldLayoutId id="2147483658" r:id="rId6"/>
    <p:sldLayoutId id="2147483662" r:id="rId7"/>
    <p:sldLayoutId id="2147483673" r:id="rId8"/>
    <p:sldLayoutId id="2147483677" r:id="rId9"/>
    <p:sldLayoutId id="2147483678" r:id="rId10"/>
    <p:sldLayoutId id="2147483679" r:id="rId11"/>
    <p:sldLayoutId id="2147483684" r:id="rId12"/>
    <p:sldLayoutId id="2147483687" r:id="rId13"/>
    <p:sldLayoutId id="2147483688" r:id="rId14"/>
    <p:sldLayoutId id="2147483690" r:id="rId15"/>
    <p:sldLayoutId id="2147483691" r:id="rId16"/>
    <p:sldLayoutId id="2147483693" r:id="rId17"/>
    <p:sldLayoutId id="2147483695" r:id="rId18"/>
    <p:sldLayoutId id="2147483699" r:id="rId19"/>
    <p:sldLayoutId id="2147483700" r:id="rId20"/>
    <p:sldLayoutId id="2147483701" r:id="rId21"/>
  </p:sldLayoutIdLst>
  <mc:AlternateContent xmlns:mc="http://schemas.openxmlformats.org/markup-compatibility/2006" xmlns:p14="http://schemas.microsoft.com/office/powerpoint/2010/main">
    <mc:Choice Requires="p14">
      <p:transition spd="slow">
        <p:fade thruBlk="1"/>
      </p:transition>
    </mc:Choice>
    <mc:Fallback xmlns="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5="http://schemas.microsoft.com/office/powerpoint/2012/main" xmlns:ahyp="http://schemas.microsoft.com/office/drawing/2018/hyperlinkcolor">
      <p:transition spd="slow">
        <p:fade/>
      </p:transition>
    </mc:Fallback>
  </mc:AlternateConten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6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0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59" name="Google Shape;20959;p6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30150" y="434850"/>
            <a:ext cx="4564851" cy="4564851"/>
          </a:xfrm>
          <a:prstGeom prst="rect">
            <a:avLst/>
          </a:prstGeom>
          <a:noFill/>
          <a:ln>
            <a:noFill/>
          </a:ln>
        </p:spPr>
      </p:pic>
      <p:sp>
        <p:nvSpPr>
          <p:cNvPr id="20960" name="Google Shape;20960;p60"/>
          <p:cNvSpPr/>
          <p:nvPr/>
        </p:nvSpPr>
        <p:spPr>
          <a:xfrm>
            <a:off x="-268076" y="84323"/>
            <a:ext cx="8276616" cy="5172932"/>
          </a:xfrm>
          <a:custGeom>
            <a:avLst/>
            <a:gdLst/>
            <a:ahLst/>
            <a:cxnLst/>
            <a:rect l="l" t="t" r="r" b="b"/>
            <a:pathLst>
              <a:path w="57087" h="32295" extrusionOk="0">
                <a:moveTo>
                  <a:pt x="16605" y="3152"/>
                </a:moveTo>
                <a:cubicBezTo>
                  <a:pt x="20314" y="3152"/>
                  <a:pt x="23884" y="4742"/>
                  <a:pt x="26952" y="7438"/>
                </a:cubicBezTo>
                <a:cubicBezTo>
                  <a:pt x="29100" y="9326"/>
                  <a:pt x="31644" y="11647"/>
                  <a:pt x="31574" y="14739"/>
                </a:cubicBezTo>
                <a:cubicBezTo>
                  <a:pt x="31504" y="17675"/>
                  <a:pt x="29583" y="20458"/>
                  <a:pt x="27624" y="22503"/>
                </a:cubicBezTo>
                <a:cubicBezTo>
                  <a:pt x="24108" y="26144"/>
                  <a:pt x="18387" y="29602"/>
                  <a:pt x="13323" y="29602"/>
                </a:cubicBezTo>
                <a:cubicBezTo>
                  <a:pt x="9974" y="29602"/>
                  <a:pt x="6913" y="28090"/>
                  <a:pt x="4965" y="24119"/>
                </a:cubicBezTo>
                <a:cubicBezTo>
                  <a:pt x="1531" y="17127"/>
                  <a:pt x="2953" y="8502"/>
                  <a:pt x="10292" y="4741"/>
                </a:cubicBezTo>
                <a:cubicBezTo>
                  <a:pt x="12397" y="3653"/>
                  <a:pt x="14523" y="3152"/>
                  <a:pt x="16605" y="3152"/>
                </a:cubicBezTo>
                <a:close/>
                <a:moveTo>
                  <a:pt x="1" y="0"/>
                </a:moveTo>
                <a:lnTo>
                  <a:pt x="1" y="32295"/>
                </a:lnTo>
                <a:lnTo>
                  <a:pt x="57087" y="32295"/>
                </a:lnTo>
                <a:lnTo>
                  <a:pt x="5708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961" name="Google Shape;20961;p60"/>
          <p:cNvSpPr/>
          <p:nvPr/>
        </p:nvSpPr>
        <p:spPr>
          <a:xfrm>
            <a:off x="7157422" y="3754448"/>
            <a:ext cx="1803223" cy="1389052"/>
          </a:xfrm>
          <a:custGeom>
            <a:avLst/>
            <a:gdLst/>
            <a:ahLst/>
            <a:cxnLst/>
            <a:rect l="l" t="t" r="r" b="b"/>
            <a:pathLst>
              <a:path w="8573" h="6604" extrusionOk="0">
                <a:moveTo>
                  <a:pt x="5789" y="1"/>
                </a:moveTo>
                <a:cubicBezTo>
                  <a:pt x="3331" y="1"/>
                  <a:pt x="117" y="1067"/>
                  <a:pt x="1" y="6604"/>
                </a:cubicBezTo>
                <a:lnTo>
                  <a:pt x="8572" y="6604"/>
                </a:lnTo>
                <a:lnTo>
                  <a:pt x="8572" y="419"/>
                </a:lnTo>
                <a:cubicBezTo>
                  <a:pt x="8572" y="419"/>
                  <a:pt x="7329" y="1"/>
                  <a:pt x="578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962" name="Google Shape;20962;p60"/>
          <p:cNvSpPr txBox="1">
            <a:spLocks noGrp="1"/>
          </p:cNvSpPr>
          <p:nvPr>
            <p:ph type="ctrTitle"/>
          </p:nvPr>
        </p:nvSpPr>
        <p:spPr>
          <a:xfrm>
            <a:off x="4280105" y="2151934"/>
            <a:ext cx="4863895" cy="950985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sz="5400" dirty="0"/>
              <a:t>BrewBuddy AI</a:t>
            </a:r>
            <a:endParaRPr sz="5400" dirty="0"/>
          </a:p>
        </p:txBody>
      </p:sp>
      <p:sp>
        <p:nvSpPr>
          <p:cNvPr id="20963" name="Google Shape;20963;p60"/>
          <p:cNvSpPr txBox="1">
            <a:spLocks noGrp="1"/>
          </p:cNvSpPr>
          <p:nvPr>
            <p:ph type="subTitle" idx="1"/>
          </p:nvPr>
        </p:nvSpPr>
        <p:spPr>
          <a:xfrm>
            <a:off x="4395584" y="4669926"/>
            <a:ext cx="2522928" cy="66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dirty="0">
                <a:latin typeface="Times New Roman" panose="02020603050405020304" pitchFamily="18" charset="0"/>
                <a:cs typeface="Times New Roman" panose="02020603050405020304" pitchFamily="18" charset="0"/>
              </a:rPr>
              <a:t>Zerina Ibrulj - IB220245</a:t>
            </a:r>
            <a:endParaRPr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64" name="Google Shape;20964;p60"/>
          <p:cNvSpPr/>
          <p:nvPr/>
        </p:nvSpPr>
        <p:spPr>
          <a:xfrm>
            <a:off x="-199475" y="-188050"/>
            <a:ext cx="3673877" cy="1332473"/>
          </a:xfrm>
          <a:custGeom>
            <a:avLst/>
            <a:gdLst/>
            <a:ahLst/>
            <a:cxnLst/>
            <a:rect l="l" t="t" r="r" b="b"/>
            <a:pathLst>
              <a:path w="12333" h="4473" extrusionOk="0">
                <a:moveTo>
                  <a:pt x="17" y="0"/>
                </a:moveTo>
                <a:lnTo>
                  <a:pt x="33" y="4041"/>
                </a:lnTo>
                <a:cubicBezTo>
                  <a:pt x="0" y="4090"/>
                  <a:pt x="602" y="4280"/>
                  <a:pt x="652" y="4297"/>
                </a:cubicBezTo>
                <a:cubicBezTo>
                  <a:pt x="775" y="4335"/>
                  <a:pt x="897" y="4355"/>
                  <a:pt x="1019" y="4355"/>
                </a:cubicBezTo>
                <a:cubicBezTo>
                  <a:pt x="1221" y="4355"/>
                  <a:pt x="1420" y="4301"/>
                  <a:pt x="1612" y="4193"/>
                </a:cubicBezTo>
                <a:cubicBezTo>
                  <a:pt x="2198" y="3868"/>
                  <a:pt x="2577" y="3282"/>
                  <a:pt x="3159" y="2940"/>
                </a:cubicBezTo>
                <a:cubicBezTo>
                  <a:pt x="3576" y="2709"/>
                  <a:pt x="4037" y="2592"/>
                  <a:pt x="4498" y="2592"/>
                </a:cubicBezTo>
                <a:cubicBezTo>
                  <a:pt x="4893" y="2592"/>
                  <a:pt x="5287" y="2678"/>
                  <a:pt x="5653" y="2854"/>
                </a:cubicBezTo>
                <a:cubicBezTo>
                  <a:pt x="6131" y="3093"/>
                  <a:pt x="6494" y="3455"/>
                  <a:pt x="6906" y="3781"/>
                </a:cubicBezTo>
                <a:cubicBezTo>
                  <a:pt x="7302" y="4107"/>
                  <a:pt x="7817" y="4433"/>
                  <a:pt x="8333" y="4470"/>
                </a:cubicBezTo>
                <a:cubicBezTo>
                  <a:pt x="8363" y="4472"/>
                  <a:pt x="8393" y="4472"/>
                  <a:pt x="8423" y="4472"/>
                </a:cubicBezTo>
                <a:cubicBezTo>
                  <a:pt x="9185" y="4472"/>
                  <a:pt x="9795" y="3880"/>
                  <a:pt x="10291" y="3352"/>
                </a:cubicBezTo>
                <a:cubicBezTo>
                  <a:pt x="10786" y="2783"/>
                  <a:pt x="11252" y="2186"/>
                  <a:pt x="11648" y="1547"/>
                </a:cubicBezTo>
                <a:cubicBezTo>
                  <a:pt x="11837" y="1221"/>
                  <a:pt x="12006" y="879"/>
                  <a:pt x="12147" y="536"/>
                </a:cubicBezTo>
                <a:cubicBezTo>
                  <a:pt x="12212" y="380"/>
                  <a:pt x="12332" y="0"/>
                  <a:pt x="123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965" name="Google Shape;20965;p60"/>
          <p:cNvGrpSpPr/>
          <p:nvPr/>
        </p:nvGrpSpPr>
        <p:grpSpPr>
          <a:xfrm rot="-5400000">
            <a:off x="-416999" y="3502895"/>
            <a:ext cx="1803243" cy="1536829"/>
            <a:chOff x="3796300" y="2184925"/>
            <a:chExt cx="427775" cy="364575"/>
          </a:xfrm>
        </p:grpSpPr>
        <p:sp>
          <p:nvSpPr>
            <p:cNvPr id="20966" name="Google Shape;20966;p60"/>
            <p:cNvSpPr/>
            <p:nvPr/>
          </p:nvSpPr>
          <p:spPr>
            <a:xfrm>
              <a:off x="4014925" y="231840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3" y="21"/>
                    <a:pt x="0" y="71"/>
                    <a:pt x="0" y="157"/>
                  </a:cubicBezTo>
                  <a:cubicBezTo>
                    <a:pt x="17" y="190"/>
                    <a:pt x="17" y="207"/>
                    <a:pt x="54" y="244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57" y="260"/>
                    <a:pt x="190" y="227"/>
                    <a:pt x="206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6" y="38"/>
                    <a:pt x="173" y="21"/>
                  </a:cubicBezTo>
                  <a:cubicBezTo>
                    <a:pt x="173" y="21"/>
                    <a:pt x="157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7" name="Google Shape;20967;p60"/>
            <p:cNvSpPr/>
            <p:nvPr/>
          </p:nvSpPr>
          <p:spPr>
            <a:xfrm>
              <a:off x="4016250" y="2394475"/>
              <a:ext cx="6425" cy="6375"/>
            </a:xfrm>
            <a:custGeom>
              <a:avLst/>
              <a:gdLst/>
              <a:ahLst/>
              <a:cxnLst/>
              <a:rect l="l" t="t" r="r" b="b"/>
              <a:pathLst>
                <a:path w="257" h="255" extrusionOk="0">
                  <a:moveTo>
                    <a:pt x="137" y="0"/>
                  </a:moveTo>
                  <a:cubicBezTo>
                    <a:pt x="104" y="0"/>
                    <a:pt x="83" y="0"/>
                    <a:pt x="50" y="17"/>
                  </a:cubicBezTo>
                  <a:cubicBezTo>
                    <a:pt x="17" y="70"/>
                    <a:pt x="1" y="153"/>
                    <a:pt x="34" y="206"/>
                  </a:cubicBezTo>
                  <a:cubicBezTo>
                    <a:pt x="63" y="235"/>
                    <a:pt x="99" y="254"/>
                    <a:pt x="130" y="254"/>
                  </a:cubicBezTo>
                  <a:cubicBezTo>
                    <a:pt x="153" y="254"/>
                    <a:pt x="173" y="245"/>
                    <a:pt x="186" y="223"/>
                  </a:cubicBezTo>
                  <a:cubicBezTo>
                    <a:pt x="240" y="190"/>
                    <a:pt x="256" y="103"/>
                    <a:pt x="207" y="50"/>
                  </a:cubicBezTo>
                  <a:cubicBezTo>
                    <a:pt x="207" y="17"/>
                    <a:pt x="186" y="17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8" name="Google Shape;20968;p60"/>
            <p:cNvSpPr/>
            <p:nvPr/>
          </p:nvSpPr>
          <p:spPr>
            <a:xfrm>
              <a:off x="3944925" y="23175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4" y="0"/>
                  </a:moveTo>
                  <a:cubicBezTo>
                    <a:pt x="87" y="0"/>
                    <a:pt x="87" y="17"/>
                    <a:pt x="71" y="17"/>
                  </a:cubicBezTo>
                  <a:cubicBezTo>
                    <a:pt x="34" y="33"/>
                    <a:pt x="1" y="87"/>
                    <a:pt x="1" y="157"/>
                  </a:cubicBezTo>
                  <a:cubicBezTo>
                    <a:pt x="17" y="190"/>
                    <a:pt x="34" y="223"/>
                    <a:pt x="50" y="240"/>
                  </a:cubicBezTo>
                  <a:cubicBezTo>
                    <a:pt x="65" y="254"/>
                    <a:pt x="86" y="267"/>
                    <a:pt x="109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90" y="260"/>
                    <a:pt x="240" y="190"/>
                    <a:pt x="223" y="120"/>
                  </a:cubicBezTo>
                  <a:lnTo>
                    <a:pt x="223" y="87"/>
                  </a:lnTo>
                  <a:cubicBezTo>
                    <a:pt x="207" y="54"/>
                    <a:pt x="190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9" name="Google Shape;20969;p60"/>
            <p:cNvSpPr/>
            <p:nvPr/>
          </p:nvSpPr>
          <p:spPr>
            <a:xfrm>
              <a:off x="4002450" y="23514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103" y="1"/>
                    <a:pt x="70" y="1"/>
                    <a:pt x="54" y="17"/>
                  </a:cubicBezTo>
                  <a:cubicBezTo>
                    <a:pt x="0" y="71"/>
                    <a:pt x="0" y="158"/>
                    <a:pt x="37" y="207"/>
                  </a:cubicBezTo>
                  <a:cubicBezTo>
                    <a:pt x="54" y="244"/>
                    <a:pt x="87" y="261"/>
                    <a:pt x="103" y="261"/>
                  </a:cubicBezTo>
                  <a:cubicBezTo>
                    <a:pt x="140" y="261"/>
                    <a:pt x="173" y="244"/>
                    <a:pt x="190" y="224"/>
                  </a:cubicBezTo>
                  <a:cubicBezTo>
                    <a:pt x="244" y="191"/>
                    <a:pt x="244" y="104"/>
                    <a:pt x="206" y="55"/>
                  </a:cubicBezTo>
                  <a:cubicBezTo>
                    <a:pt x="190" y="17"/>
                    <a:pt x="190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0" name="Google Shape;20970;p60"/>
            <p:cNvSpPr/>
            <p:nvPr/>
          </p:nvSpPr>
          <p:spPr>
            <a:xfrm>
              <a:off x="4017900" y="23510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71" y="0"/>
                  </a:moveTo>
                  <a:cubicBezTo>
                    <a:pt x="38" y="33"/>
                    <a:pt x="1" y="87"/>
                    <a:pt x="17" y="157"/>
                  </a:cubicBezTo>
                  <a:cubicBezTo>
                    <a:pt x="17" y="190"/>
                    <a:pt x="38" y="207"/>
                    <a:pt x="54" y="240"/>
                  </a:cubicBezTo>
                  <a:cubicBezTo>
                    <a:pt x="87" y="260"/>
                    <a:pt x="104" y="260"/>
                    <a:pt x="141" y="260"/>
                  </a:cubicBezTo>
                  <a:cubicBezTo>
                    <a:pt x="190" y="240"/>
                    <a:pt x="244" y="174"/>
                    <a:pt x="223" y="103"/>
                  </a:cubicBezTo>
                  <a:lnTo>
                    <a:pt x="223" y="71"/>
                  </a:lnTo>
                  <a:cubicBezTo>
                    <a:pt x="207" y="33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1" name="Google Shape;20971;p60"/>
            <p:cNvSpPr/>
            <p:nvPr/>
          </p:nvSpPr>
          <p:spPr>
            <a:xfrm>
              <a:off x="4011525" y="23688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10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0" y="149"/>
                    <a:pt x="17" y="219"/>
                    <a:pt x="87" y="252"/>
                  </a:cubicBezTo>
                  <a:cubicBezTo>
                    <a:pt x="99" y="257"/>
                    <a:pt x="112" y="260"/>
                    <a:pt x="126" y="260"/>
                  </a:cubicBezTo>
                  <a:cubicBezTo>
                    <a:pt x="168" y="260"/>
                    <a:pt x="210" y="236"/>
                    <a:pt x="223" y="186"/>
                  </a:cubicBezTo>
                  <a:cubicBezTo>
                    <a:pt x="239" y="116"/>
                    <a:pt x="223" y="29"/>
                    <a:pt x="153" y="13"/>
                  </a:cubicBezTo>
                  <a:cubicBezTo>
                    <a:pt x="140" y="4"/>
                    <a:pt x="125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2" name="Google Shape;20972;p60"/>
            <p:cNvSpPr/>
            <p:nvPr/>
          </p:nvSpPr>
          <p:spPr>
            <a:xfrm>
              <a:off x="4014100" y="2270675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25" y="0"/>
                  </a:moveTo>
                  <a:cubicBezTo>
                    <a:pt x="80" y="0"/>
                    <a:pt x="30" y="31"/>
                    <a:pt x="17" y="75"/>
                  </a:cubicBezTo>
                  <a:cubicBezTo>
                    <a:pt x="0" y="141"/>
                    <a:pt x="17" y="227"/>
                    <a:pt x="87" y="244"/>
                  </a:cubicBezTo>
                  <a:cubicBezTo>
                    <a:pt x="100" y="254"/>
                    <a:pt x="115" y="259"/>
                    <a:pt x="130" y="259"/>
                  </a:cubicBezTo>
                  <a:cubicBezTo>
                    <a:pt x="170" y="259"/>
                    <a:pt x="211" y="226"/>
                    <a:pt x="223" y="178"/>
                  </a:cubicBezTo>
                  <a:cubicBezTo>
                    <a:pt x="239" y="108"/>
                    <a:pt x="223" y="38"/>
                    <a:pt x="153" y="5"/>
                  </a:cubicBezTo>
                  <a:cubicBezTo>
                    <a:pt x="144" y="2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3" name="Google Shape;20973;p60"/>
            <p:cNvSpPr/>
            <p:nvPr/>
          </p:nvSpPr>
          <p:spPr>
            <a:xfrm>
              <a:off x="4001625" y="23978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33" y="223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39" y="190"/>
                    <a:pt x="223" y="120"/>
                  </a:cubicBezTo>
                  <a:cubicBezTo>
                    <a:pt x="223" y="87"/>
                    <a:pt x="206" y="54"/>
                    <a:pt x="190" y="37"/>
                  </a:cubicBezTo>
                  <a:cubicBezTo>
                    <a:pt x="173" y="17"/>
                    <a:pt x="17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4" name="Google Shape;20974;p60"/>
            <p:cNvSpPr/>
            <p:nvPr/>
          </p:nvSpPr>
          <p:spPr>
            <a:xfrm>
              <a:off x="4020900" y="2301700"/>
              <a:ext cx="6525" cy="6425"/>
            </a:xfrm>
            <a:custGeom>
              <a:avLst/>
              <a:gdLst/>
              <a:ahLst/>
              <a:cxnLst/>
              <a:rect l="l" t="t" r="r" b="b"/>
              <a:pathLst>
                <a:path w="261" h="257" extrusionOk="0">
                  <a:moveTo>
                    <a:pt x="140" y="1"/>
                  </a:moveTo>
                  <a:cubicBezTo>
                    <a:pt x="124" y="1"/>
                    <a:pt x="87" y="1"/>
                    <a:pt x="70" y="34"/>
                  </a:cubicBezTo>
                  <a:cubicBezTo>
                    <a:pt x="21" y="71"/>
                    <a:pt x="0" y="153"/>
                    <a:pt x="54" y="207"/>
                  </a:cubicBezTo>
                  <a:cubicBezTo>
                    <a:pt x="70" y="240"/>
                    <a:pt x="87" y="256"/>
                    <a:pt x="124" y="256"/>
                  </a:cubicBezTo>
                  <a:cubicBezTo>
                    <a:pt x="157" y="256"/>
                    <a:pt x="173" y="256"/>
                    <a:pt x="206" y="223"/>
                  </a:cubicBezTo>
                  <a:cubicBezTo>
                    <a:pt x="260" y="190"/>
                    <a:pt x="260" y="104"/>
                    <a:pt x="227" y="50"/>
                  </a:cubicBezTo>
                  <a:cubicBezTo>
                    <a:pt x="206" y="34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5" name="Google Shape;20975;p60"/>
            <p:cNvSpPr/>
            <p:nvPr/>
          </p:nvSpPr>
          <p:spPr>
            <a:xfrm>
              <a:off x="4021825" y="2285425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87" y="0"/>
                  </a:moveTo>
                  <a:cubicBezTo>
                    <a:pt x="33" y="17"/>
                    <a:pt x="0" y="83"/>
                    <a:pt x="0" y="153"/>
                  </a:cubicBezTo>
                  <a:cubicBezTo>
                    <a:pt x="0" y="186"/>
                    <a:pt x="17" y="223"/>
                    <a:pt x="50" y="239"/>
                  </a:cubicBezTo>
                  <a:cubicBezTo>
                    <a:pt x="62" y="251"/>
                    <a:pt x="84" y="263"/>
                    <a:pt x="101" y="263"/>
                  </a:cubicBezTo>
                  <a:cubicBezTo>
                    <a:pt x="109" y="263"/>
                    <a:pt x="115" y="261"/>
                    <a:pt x="120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23" y="83"/>
                    <a:pt x="207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6" name="Google Shape;20976;p60"/>
            <p:cNvSpPr/>
            <p:nvPr/>
          </p:nvSpPr>
          <p:spPr>
            <a:xfrm>
              <a:off x="4023475" y="2380525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3" y="1"/>
                  </a:moveTo>
                  <a:cubicBezTo>
                    <a:pt x="117" y="1"/>
                    <a:pt x="110" y="3"/>
                    <a:pt x="103" y="10"/>
                  </a:cubicBezTo>
                  <a:cubicBezTo>
                    <a:pt x="37" y="10"/>
                    <a:pt x="0" y="76"/>
                    <a:pt x="21" y="146"/>
                  </a:cubicBezTo>
                  <a:cubicBezTo>
                    <a:pt x="21" y="179"/>
                    <a:pt x="37" y="216"/>
                    <a:pt x="54" y="232"/>
                  </a:cubicBezTo>
                  <a:cubicBezTo>
                    <a:pt x="87" y="249"/>
                    <a:pt x="103" y="265"/>
                    <a:pt x="141" y="265"/>
                  </a:cubicBezTo>
                  <a:cubicBezTo>
                    <a:pt x="190" y="249"/>
                    <a:pt x="244" y="179"/>
                    <a:pt x="227" y="113"/>
                  </a:cubicBezTo>
                  <a:cubicBezTo>
                    <a:pt x="227" y="76"/>
                    <a:pt x="207" y="43"/>
                    <a:pt x="190" y="26"/>
                  </a:cubicBezTo>
                  <a:cubicBezTo>
                    <a:pt x="174" y="26"/>
                    <a:pt x="174" y="10"/>
                    <a:pt x="157" y="10"/>
                  </a:cubicBezTo>
                  <a:cubicBezTo>
                    <a:pt x="146" y="10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7" name="Google Shape;20977;p60"/>
            <p:cNvSpPr/>
            <p:nvPr/>
          </p:nvSpPr>
          <p:spPr>
            <a:xfrm>
              <a:off x="4022650" y="23336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cubicBezTo>
                    <a:pt x="70" y="8"/>
                    <a:pt x="54" y="29"/>
                    <a:pt x="33" y="61"/>
                  </a:cubicBezTo>
                  <a:cubicBezTo>
                    <a:pt x="17" y="78"/>
                    <a:pt x="0" y="111"/>
                    <a:pt x="17" y="148"/>
                  </a:cubicBezTo>
                  <a:cubicBezTo>
                    <a:pt x="17" y="181"/>
                    <a:pt x="33" y="214"/>
                    <a:pt x="54" y="235"/>
                  </a:cubicBezTo>
                  <a:cubicBezTo>
                    <a:pt x="70" y="251"/>
                    <a:pt x="103" y="268"/>
                    <a:pt x="136" y="268"/>
                  </a:cubicBezTo>
                  <a:cubicBezTo>
                    <a:pt x="190" y="251"/>
                    <a:pt x="240" y="181"/>
                    <a:pt x="223" y="111"/>
                  </a:cubicBezTo>
                  <a:cubicBezTo>
                    <a:pt x="223" y="78"/>
                    <a:pt x="207" y="45"/>
                    <a:pt x="190" y="29"/>
                  </a:cubicBezTo>
                  <a:cubicBezTo>
                    <a:pt x="174" y="29"/>
                    <a:pt x="174" y="8"/>
                    <a:pt x="157" y="8"/>
                  </a:cubicBezTo>
                  <a:cubicBezTo>
                    <a:pt x="143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8" name="Google Shape;20978;p60"/>
            <p:cNvSpPr/>
            <p:nvPr/>
          </p:nvSpPr>
          <p:spPr>
            <a:xfrm>
              <a:off x="4021400" y="2255000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18" y="0"/>
                  </a:moveTo>
                  <a:cubicBezTo>
                    <a:pt x="71" y="0"/>
                    <a:pt x="30" y="32"/>
                    <a:pt x="17" y="83"/>
                  </a:cubicBezTo>
                  <a:cubicBezTo>
                    <a:pt x="1" y="149"/>
                    <a:pt x="34" y="219"/>
                    <a:pt x="83" y="252"/>
                  </a:cubicBezTo>
                  <a:cubicBezTo>
                    <a:pt x="92" y="255"/>
                    <a:pt x="102" y="257"/>
                    <a:pt x="112" y="257"/>
                  </a:cubicBezTo>
                  <a:cubicBezTo>
                    <a:pt x="159" y="257"/>
                    <a:pt x="210" y="224"/>
                    <a:pt x="224" y="166"/>
                  </a:cubicBezTo>
                  <a:cubicBezTo>
                    <a:pt x="240" y="116"/>
                    <a:pt x="224" y="30"/>
                    <a:pt x="170" y="13"/>
                  </a:cubicBezTo>
                  <a:cubicBezTo>
                    <a:pt x="152" y="4"/>
                    <a:pt x="13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9" name="Google Shape;20979;p60"/>
            <p:cNvSpPr/>
            <p:nvPr/>
          </p:nvSpPr>
          <p:spPr>
            <a:xfrm>
              <a:off x="4023475" y="2238100"/>
              <a:ext cx="5700" cy="6525"/>
            </a:xfrm>
            <a:custGeom>
              <a:avLst/>
              <a:gdLst/>
              <a:ahLst/>
              <a:cxnLst/>
              <a:rect l="l" t="t" r="r" b="b"/>
              <a:pathLst>
                <a:path w="228" h="261" extrusionOk="0">
                  <a:moveTo>
                    <a:pt x="87" y="1"/>
                  </a:moveTo>
                  <a:cubicBezTo>
                    <a:pt x="70" y="1"/>
                    <a:pt x="54" y="17"/>
                    <a:pt x="37" y="38"/>
                  </a:cubicBezTo>
                  <a:cubicBezTo>
                    <a:pt x="0" y="71"/>
                    <a:pt x="0" y="104"/>
                    <a:pt x="0" y="157"/>
                  </a:cubicBezTo>
                  <a:cubicBezTo>
                    <a:pt x="0" y="190"/>
                    <a:pt x="21" y="223"/>
                    <a:pt x="54" y="244"/>
                  </a:cubicBezTo>
                  <a:cubicBezTo>
                    <a:pt x="70" y="260"/>
                    <a:pt x="103" y="260"/>
                    <a:pt x="124" y="260"/>
                  </a:cubicBezTo>
                  <a:cubicBezTo>
                    <a:pt x="190" y="260"/>
                    <a:pt x="227" y="190"/>
                    <a:pt x="227" y="120"/>
                  </a:cubicBezTo>
                  <a:lnTo>
                    <a:pt x="227" y="104"/>
                  </a:lnTo>
                  <a:cubicBezTo>
                    <a:pt x="207" y="71"/>
                    <a:pt x="190" y="38"/>
                    <a:pt x="157" y="17"/>
                  </a:cubicBezTo>
                  <a:cubicBezTo>
                    <a:pt x="141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0" name="Google Shape;20980;p60"/>
            <p:cNvSpPr/>
            <p:nvPr/>
          </p:nvSpPr>
          <p:spPr>
            <a:xfrm>
              <a:off x="4007600" y="22905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54" y="17"/>
                    <a:pt x="0" y="83"/>
                    <a:pt x="17" y="153"/>
                  </a:cubicBezTo>
                  <a:cubicBezTo>
                    <a:pt x="35" y="214"/>
                    <a:pt x="75" y="259"/>
                    <a:pt x="120" y="259"/>
                  </a:cubicBezTo>
                  <a:cubicBezTo>
                    <a:pt x="127" y="259"/>
                    <a:pt x="134" y="258"/>
                    <a:pt x="141" y="256"/>
                  </a:cubicBezTo>
                  <a:cubicBezTo>
                    <a:pt x="174" y="256"/>
                    <a:pt x="207" y="239"/>
                    <a:pt x="223" y="206"/>
                  </a:cubicBezTo>
                  <a:cubicBezTo>
                    <a:pt x="244" y="186"/>
                    <a:pt x="244" y="153"/>
                    <a:pt x="244" y="120"/>
                  </a:cubicBezTo>
                  <a:cubicBezTo>
                    <a:pt x="223" y="83"/>
                    <a:pt x="223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1" name="Google Shape;20981;p60"/>
            <p:cNvSpPr/>
            <p:nvPr/>
          </p:nvSpPr>
          <p:spPr>
            <a:xfrm>
              <a:off x="3993475" y="22931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0"/>
                  </a:moveTo>
                  <a:cubicBezTo>
                    <a:pt x="104" y="0"/>
                    <a:pt x="67" y="17"/>
                    <a:pt x="50" y="33"/>
                  </a:cubicBezTo>
                  <a:cubicBezTo>
                    <a:pt x="17" y="50"/>
                    <a:pt x="17" y="83"/>
                    <a:pt x="1" y="120"/>
                  </a:cubicBezTo>
                  <a:cubicBezTo>
                    <a:pt x="1" y="153"/>
                    <a:pt x="17" y="186"/>
                    <a:pt x="34" y="223"/>
                  </a:cubicBezTo>
                  <a:cubicBezTo>
                    <a:pt x="50" y="239"/>
                    <a:pt x="67" y="256"/>
                    <a:pt x="104" y="256"/>
                  </a:cubicBezTo>
                  <a:cubicBezTo>
                    <a:pt x="113" y="261"/>
                    <a:pt x="123" y="263"/>
                    <a:pt x="132" y="263"/>
                  </a:cubicBezTo>
                  <a:cubicBezTo>
                    <a:pt x="155" y="263"/>
                    <a:pt x="176" y="251"/>
                    <a:pt x="190" y="239"/>
                  </a:cubicBezTo>
                  <a:cubicBezTo>
                    <a:pt x="240" y="186"/>
                    <a:pt x="240" y="103"/>
                    <a:pt x="207" y="50"/>
                  </a:cubicBezTo>
                  <a:cubicBezTo>
                    <a:pt x="190" y="33"/>
                    <a:pt x="170" y="17"/>
                    <a:pt x="153" y="17"/>
                  </a:cubicBezTo>
                  <a:cubicBezTo>
                    <a:pt x="153" y="17"/>
                    <a:pt x="137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2" name="Google Shape;20982;p60"/>
            <p:cNvSpPr/>
            <p:nvPr/>
          </p:nvSpPr>
          <p:spPr>
            <a:xfrm>
              <a:off x="3996050" y="236797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7" y="1"/>
                  </a:moveTo>
                  <a:cubicBezTo>
                    <a:pt x="124" y="1"/>
                    <a:pt x="112" y="5"/>
                    <a:pt x="104" y="13"/>
                  </a:cubicBezTo>
                  <a:cubicBezTo>
                    <a:pt x="50" y="13"/>
                    <a:pt x="1" y="79"/>
                    <a:pt x="17" y="149"/>
                  </a:cubicBezTo>
                  <a:cubicBezTo>
                    <a:pt x="17" y="182"/>
                    <a:pt x="34" y="219"/>
                    <a:pt x="50" y="236"/>
                  </a:cubicBezTo>
                  <a:cubicBezTo>
                    <a:pt x="87" y="252"/>
                    <a:pt x="120" y="269"/>
                    <a:pt x="137" y="269"/>
                  </a:cubicBezTo>
                  <a:cubicBezTo>
                    <a:pt x="207" y="252"/>
                    <a:pt x="240" y="182"/>
                    <a:pt x="240" y="116"/>
                  </a:cubicBezTo>
                  <a:cubicBezTo>
                    <a:pt x="223" y="79"/>
                    <a:pt x="207" y="46"/>
                    <a:pt x="190" y="29"/>
                  </a:cubicBezTo>
                  <a:lnTo>
                    <a:pt x="170" y="13"/>
                  </a:lnTo>
                  <a:cubicBezTo>
                    <a:pt x="161" y="5"/>
                    <a:pt x="149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3" name="Google Shape;20983;p60"/>
            <p:cNvSpPr/>
            <p:nvPr/>
          </p:nvSpPr>
          <p:spPr>
            <a:xfrm>
              <a:off x="3993900" y="22608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53" y="1"/>
                  </a:moveTo>
                  <a:cubicBezTo>
                    <a:pt x="120" y="1"/>
                    <a:pt x="87" y="1"/>
                    <a:pt x="70" y="17"/>
                  </a:cubicBezTo>
                  <a:cubicBezTo>
                    <a:pt x="33" y="34"/>
                    <a:pt x="17" y="54"/>
                    <a:pt x="17" y="87"/>
                  </a:cubicBezTo>
                  <a:cubicBezTo>
                    <a:pt x="0" y="104"/>
                    <a:pt x="0" y="137"/>
                    <a:pt x="17" y="174"/>
                  </a:cubicBezTo>
                  <a:cubicBezTo>
                    <a:pt x="17" y="207"/>
                    <a:pt x="50" y="240"/>
                    <a:pt x="70" y="261"/>
                  </a:cubicBezTo>
                  <a:cubicBezTo>
                    <a:pt x="81" y="263"/>
                    <a:pt x="91" y="265"/>
                    <a:pt x="101" y="265"/>
                  </a:cubicBezTo>
                  <a:cubicBezTo>
                    <a:pt x="153" y="265"/>
                    <a:pt x="195" y="229"/>
                    <a:pt x="223" y="174"/>
                  </a:cubicBezTo>
                  <a:cubicBezTo>
                    <a:pt x="239" y="104"/>
                    <a:pt x="206" y="34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4" name="Google Shape;20984;p60"/>
            <p:cNvSpPr/>
            <p:nvPr/>
          </p:nvSpPr>
          <p:spPr>
            <a:xfrm>
              <a:off x="3988725" y="2384675"/>
              <a:ext cx="6025" cy="6825"/>
            </a:xfrm>
            <a:custGeom>
              <a:avLst/>
              <a:gdLst/>
              <a:ahLst/>
              <a:cxnLst/>
              <a:rect l="l" t="t" r="r" b="b"/>
              <a:pathLst>
                <a:path w="241" h="273" extrusionOk="0">
                  <a:moveTo>
                    <a:pt x="131" y="0"/>
                  </a:moveTo>
                  <a:cubicBezTo>
                    <a:pt x="121" y="0"/>
                    <a:pt x="112" y="5"/>
                    <a:pt x="104" y="13"/>
                  </a:cubicBezTo>
                  <a:cubicBezTo>
                    <a:pt x="50" y="13"/>
                    <a:pt x="1" y="83"/>
                    <a:pt x="17" y="153"/>
                  </a:cubicBezTo>
                  <a:cubicBezTo>
                    <a:pt x="17" y="186"/>
                    <a:pt x="34" y="219"/>
                    <a:pt x="50" y="235"/>
                  </a:cubicBezTo>
                  <a:cubicBezTo>
                    <a:pt x="88" y="256"/>
                    <a:pt x="121" y="273"/>
                    <a:pt x="137" y="273"/>
                  </a:cubicBezTo>
                  <a:cubicBezTo>
                    <a:pt x="207" y="256"/>
                    <a:pt x="240" y="186"/>
                    <a:pt x="240" y="116"/>
                  </a:cubicBezTo>
                  <a:cubicBezTo>
                    <a:pt x="224" y="83"/>
                    <a:pt x="207" y="50"/>
                    <a:pt x="191" y="29"/>
                  </a:cubicBezTo>
                  <a:lnTo>
                    <a:pt x="174" y="13"/>
                  </a:lnTo>
                  <a:cubicBezTo>
                    <a:pt x="156" y="5"/>
                    <a:pt x="142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5" name="Google Shape;20985;p60"/>
            <p:cNvSpPr/>
            <p:nvPr/>
          </p:nvSpPr>
          <p:spPr>
            <a:xfrm>
              <a:off x="4006350" y="230602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04" y="1"/>
                  </a:moveTo>
                  <a:cubicBezTo>
                    <a:pt x="34" y="17"/>
                    <a:pt x="1" y="83"/>
                    <a:pt x="1" y="153"/>
                  </a:cubicBezTo>
                  <a:cubicBezTo>
                    <a:pt x="17" y="186"/>
                    <a:pt x="34" y="223"/>
                    <a:pt x="50" y="240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54" y="256"/>
                    <a:pt x="191" y="240"/>
                    <a:pt x="207" y="207"/>
                  </a:cubicBezTo>
                  <a:cubicBezTo>
                    <a:pt x="224" y="170"/>
                    <a:pt x="224" y="137"/>
                    <a:pt x="224" y="104"/>
                  </a:cubicBezTo>
                  <a:cubicBezTo>
                    <a:pt x="224" y="67"/>
                    <a:pt x="207" y="50"/>
                    <a:pt x="191" y="34"/>
                  </a:cubicBezTo>
                  <a:cubicBezTo>
                    <a:pt x="170" y="17"/>
                    <a:pt x="170" y="17"/>
                    <a:pt x="154" y="17"/>
                  </a:cubicBezTo>
                  <a:cubicBezTo>
                    <a:pt x="137" y="1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6" name="Google Shape;20986;p60"/>
            <p:cNvSpPr/>
            <p:nvPr/>
          </p:nvSpPr>
          <p:spPr>
            <a:xfrm>
              <a:off x="3990500" y="23373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3" y="0"/>
                  </a:moveTo>
                  <a:cubicBezTo>
                    <a:pt x="82" y="17"/>
                    <a:pt x="66" y="17"/>
                    <a:pt x="50" y="33"/>
                  </a:cubicBezTo>
                  <a:cubicBezTo>
                    <a:pt x="17" y="66"/>
                    <a:pt x="0" y="103"/>
                    <a:pt x="17" y="153"/>
                  </a:cubicBezTo>
                  <a:cubicBezTo>
                    <a:pt x="17" y="190"/>
                    <a:pt x="33" y="223"/>
                    <a:pt x="50" y="239"/>
                  </a:cubicBezTo>
                  <a:cubicBezTo>
                    <a:pt x="73" y="251"/>
                    <a:pt x="90" y="263"/>
                    <a:pt x="110" y="263"/>
                  </a:cubicBezTo>
                  <a:cubicBezTo>
                    <a:pt x="118" y="263"/>
                    <a:pt x="126" y="261"/>
                    <a:pt x="136" y="256"/>
                  </a:cubicBezTo>
                  <a:cubicBezTo>
                    <a:pt x="186" y="256"/>
                    <a:pt x="239" y="190"/>
                    <a:pt x="239" y="120"/>
                  </a:cubicBezTo>
                  <a:lnTo>
                    <a:pt x="223" y="120"/>
                  </a:lnTo>
                  <a:cubicBezTo>
                    <a:pt x="223" y="66"/>
                    <a:pt x="206" y="33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7" name="Google Shape;20987;p60"/>
            <p:cNvSpPr/>
            <p:nvPr/>
          </p:nvSpPr>
          <p:spPr>
            <a:xfrm>
              <a:off x="3984825" y="232385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23" y="0"/>
                  </a:moveTo>
                  <a:cubicBezTo>
                    <a:pt x="117" y="0"/>
                    <a:pt x="110" y="2"/>
                    <a:pt x="103" y="9"/>
                  </a:cubicBezTo>
                  <a:cubicBezTo>
                    <a:pt x="70" y="9"/>
                    <a:pt x="37" y="26"/>
                    <a:pt x="21" y="59"/>
                  </a:cubicBezTo>
                  <a:cubicBezTo>
                    <a:pt x="0" y="75"/>
                    <a:pt x="0" y="112"/>
                    <a:pt x="0" y="145"/>
                  </a:cubicBezTo>
                  <a:cubicBezTo>
                    <a:pt x="21" y="178"/>
                    <a:pt x="21" y="215"/>
                    <a:pt x="54" y="232"/>
                  </a:cubicBezTo>
                  <a:cubicBezTo>
                    <a:pt x="70" y="248"/>
                    <a:pt x="103" y="265"/>
                    <a:pt x="140" y="265"/>
                  </a:cubicBezTo>
                  <a:cubicBezTo>
                    <a:pt x="190" y="248"/>
                    <a:pt x="244" y="178"/>
                    <a:pt x="227" y="112"/>
                  </a:cubicBezTo>
                  <a:cubicBezTo>
                    <a:pt x="227" y="75"/>
                    <a:pt x="206" y="42"/>
                    <a:pt x="173" y="26"/>
                  </a:cubicBezTo>
                  <a:cubicBezTo>
                    <a:pt x="173" y="26"/>
                    <a:pt x="173" y="9"/>
                    <a:pt x="157" y="9"/>
                  </a:cubicBezTo>
                  <a:cubicBezTo>
                    <a:pt x="146" y="9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8" name="Google Shape;20988;p60"/>
            <p:cNvSpPr/>
            <p:nvPr/>
          </p:nvSpPr>
          <p:spPr>
            <a:xfrm>
              <a:off x="3989975" y="2308225"/>
              <a:ext cx="6100" cy="6800"/>
            </a:xfrm>
            <a:custGeom>
              <a:avLst/>
              <a:gdLst/>
              <a:ahLst/>
              <a:cxnLst/>
              <a:rect l="l" t="t" r="r" b="b"/>
              <a:pathLst>
                <a:path w="244" h="272" extrusionOk="0">
                  <a:moveTo>
                    <a:pt x="134" y="0"/>
                  </a:moveTo>
                  <a:cubicBezTo>
                    <a:pt x="123" y="0"/>
                    <a:pt x="114" y="5"/>
                    <a:pt x="103" y="16"/>
                  </a:cubicBezTo>
                  <a:cubicBezTo>
                    <a:pt x="54" y="16"/>
                    <a:pt x="0" y="82"/>
                    <a:pt x="21" y="152"/>
                  </a:cubicBezTo>
                  <a:cubicBezTo>
                    <a:pt x="21" y="185"/>
                    <a:pt x="38" y="222"/>
                    <a:pt x="54" y="238"/>
                  </a:cubicBezTo>
                  <a:cubicBezTo>
                    <a:pt x="87" y="255"/>
                    <a:pt x="103" y="271"/>
                    <a:pt x="141" y="271"/>
                  </a:cubicBezTo>
                  <a:cubicBezTo>
                    <a:pt x="207" y="255"/>
                    <a:pt x="244" y="185"/>
                    <a:pt x="244" y="119"/>
                  </a:cubicBezTo>
                  <a:cubicBezTo>
                    <a:pt x="227" y="65"/>
                    <a:pt x="207" y="32"/>
                    <a:pt x="174" y="16"/>
                  </a:cubicBezTo>
                  <a:cubicBezTo>
                    <a:pt x="157" y="5"/>
                    <a:pt x="145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9" name="Google Shape;20989;p60"/>
            <p:cNvSpPr/>
            <p:nvPr/>
          </p:nvSpPr>
          <p:spPr>
            <a:xfrm>
              <a:off x="4007600" y="23356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4" y="1"/>
                  </a:moveTo>
                  <a:cubicBezTo>
                    <a:pt x="54" y="17"/>
                    <a:pt x="0" y="88"/>
                    <a:pt x="17" y="158"/>
                  </a:cubicBezTo>
                  <a:cubicBezTo>
                    <a:pt x="17" y="191"/>
                    <a:pt x="38" y="224"/>
                    <a:pt x="54" y="240"/>
                  </a:cubicBezTo>
                  <a:cubicBezTo>
                    <a:pt x="87" y="261"/>
                    <a:pt x="104" y="261"/>
                    <a:pt x="141" y="261"/>
                  </a:cubicBezTo>
                  <a:cubicBezTo>
                    <a:pt x="207" y="240"/>
                    <a:pt x="244" y="191"/>
                    <a:pt x="223" y="104"/>
                  </a:cubicBezTo>
                  <a:cubicBezTo>
                    <a:pt x="223" y="71"/>
                    <a:pt x="207" y="55"/>
                    <a:pt x="190" y="17"/>
                  </a:cubicBezTo>
                  <a:lnTo>
                    <a:pt x="157" y="17"/>
                  </a:ln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0" name="Google Shape;20990;p60"/>
            <p:cNvSpPr/>
            <p:nvPr/>
          </p:nvSpPr>
          <p:spPr>
            <a:xfrm>
              <a:off x="4003375" y="2382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11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4"/>
                    <a:pt x="17" y="220"/>
                    <a:pt x="66" y="257"/>
                  </a:cubicBezTo>
                  <a:cubicBezTo>
                    <a:pt x="78" y="260"/>
                    <a:pt x="89" y="261"/>
                    <a:pt x="100" y="261"/>
                  </a:cubicBezTo>
                  <a:cubicBezTo>
                    <a:pt x="157" y="261"/>
                    <a:pt x="209" y="226"/>
                    <a:pt x="223" y="170"/>
                  </a:cubicBezTo>
                  <a:cubicBezTo>
                    <a:pt x="240" y="100"/>
                    <a:pt x="207" y="30"/>
                    <a:pt x="153" y="14"/>
                  </a:cubicBezTo>
                  <a:cubicBezTo>
                    <a:pt x="140" y="5"/>
                    <a:pt x="125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1" name="Google Shape;20991;p60"/>
            <p:cNvSpPr/>
            <p:nvPr/>
          </p:nvSpPr>
          <p:spPr>
            <a:xfrm>
              <a:off x="3999450" y="23209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7" y="1"/>
                  </a:moveTo>
                  <a:cubicBezTo>
                    <a:pt x="104" y="1"/>
                    <a:pt x="87" y="21"/>
                    <a:pt x="54" y="38"/>
                  </a:cubicBezTo>
                  <a:cubicBezTo>
                    <a:pt x="17" y="87"/>
                    <a:pt x="1" y="157"/>
                    <a:pt x="34" y="227"/>
                  </a:cubicBezTo>
                  <a:cubicBezTo>
                    <a:pt x="54" y="244"/>
                    <a:pt x="87" y="260"/>
                    <a:pt x="120" y="260"/>
                  </a:cubicBezTo>
                  <a:cubicBezTo>
                    <a:pt x="125" y="265"/>
                    <a:pt x="132" y="267"/>
                    <a:pt x="139" y="267"/>
                  </a:cubicBezTo>
                  <a:cubicBezTo>
                    <a:pt x="157" y="267"/>
                    <a:pt x="179" y="255"/>
                    <a:pt x="190" y="244"/>
                  </a:cubicBezTo>
                  <a:cubicBezTo>
                    <a:pt x="223" y="207"/>
                    <a:pt x="240" y="190"/>
                    <a:pt x="240" y="157"/>
                  </a:cubicBezTo>
                  <a:cubicBezTo>
                    <a:pt x="240" y="124"/>
                    <a:pt x="223" y="87"/>
                    <a:pt x="207" y="54"/>
                  </a:cubicBezTo>
                  <a:cubicBezTo>
                    <a:pt x="207" y="38"/>
                    <a:pt x="190" y="21"/>
                    <a:pt x="174" y="21"/>
                  </a:cubicBezTo>
                  <a:cubicBezTo>
                    <a:pt x="157" y="21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2" name="Google Shape;20992;p60"/>
            <p:cNvSpPr/>
            <p:nvPr/>
          </p:nvSpPr>
          <p:spPr>
            <a:xfrm>
              <a:off x="4005950" y="2255825"/>
              <a:ext cx="6425" cy="6750"/>
            </a:xfrm>
            <a:custGeom>
              <a:avLst/>
              <a:gdLst/>
              <a:ahLst/>
              <a:cxnLst/>
              <a:rect l="l" t="t" r="r" b="b"/>
              <a:pathLst>
                <a:path w="257" h="270" extrusionOk="0">
                  <a:moveTo>
                    <a:pt x="127" y="0"/>
                  </a:moveTo>
                  <a:cubicBezTo>
                    <a:pt x="87" y="0"/>
                    <a:pt x="46" y="32"/>
                    <a:pt x="33" y="83"/>
                  </a:cubicBezTo>
                  <a:cubicBezTo>
                    <a:pt x="0" y="153"/>
                    <a:pt x="33" y="236"/>
                    <a:pt x="83" y="256"/>
                  </a:cubicBezTo>
                  <a:cubicBezTo>
                    <a:pt x="102" y="265"/>
                    <a:pt x="119" y="269"/>
                    <a:pt x="135" y="269"/>
                  </a:cubicBezTo>
                  <a:cubicBezTo>
                    <a:pt x="180" y="269"/>
                    <a:pt x="215" y="238"/>
                    <a:pt x="240" y="186"/>
                  </a:cubicBezTo>
                  <a:cubicBezTo>
                    <a:pt x="256" y="116"/>
                    <a:pt x="223" y="30"/>
                    <a:pt x="170" y="13"/>
                  </a:cubicBezTo>
                  <a:cubicBezTo>
                    <a:pt x="156" y="4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3" name="Google Shape;20993;p60"/>
            <p:cNvSpPr/>
            <p:nvPr/>
          </p:nvSpPr>
          <p:spPr>
            <a:xfrm>
              <a:off x="4001200" y="22759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40"/>
                  </a:cubicBezTo>
                  <a:cubicBezTo>
                    <a:pt x="76" y="252"/>
                    <a:pt x="100" y="265"/>
                    <a:pt x="118" y="265"/>
                  </a:cubicBezTo>
                  <a:cubicBezTo>
                    <a:pt x="126" y="265"/>
                    <a:pt x="132" y="263"/>
                    <a:pt x="137" y="256"/>
                  </a:cubicBezTo>
                  <a:cubicBezTo>
                    <a:pt x="207" y="256"/>
                    <a:pt x="240" y="190"/>
                    <a:pt x="240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90" y="17"/>
                    <a:pt x="170" y="17"/>
                    <a:pt x="170" y="17"/>
                  </a:cubicBez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4" name="Google Shape;20994;p60"/>
            <p:cNvSpPr/>
            <p:nvPr/>
          </p:nvSpPr>
          <p:spPr>
            <a:xfrm>
              <a:off x="3988725" y="2354150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11" y="1"/>
                  </a:moveTo>
                  <a:cubicBezTo>
                    <a:pt x="71" y="1"/>
                    <a:pt x="30" y="32"/>
                    <a:pt x="17" y="84"/>
                  </a:cubicBezTo>
                  <a:cubicBezTo>
                    <a:pt x="1" y="154"/>
                    <a:pt x="17" y="220"/>
                    <a:pt x="88" y="257"/>
                  </a:cubicBezTo>
                  <a:cubicBezTo>
                    <a:pt x="99" y="261"/>
                    <a:pt x="112" y="263"/>
                    <a:pt x="125" y="263"/>
                  </a:cubicBezTo>
                  <a:cubicBezTo>
                    <a:pt x="167" y="263"/>
                    <a:pt x="211" y="240"/>
                    <a:pt x="224" y="187"/>
                  </a:cubicBezTo>
                  <a:cubicBezTo>
                    <a:pt x="240" y="117"/>
                    <a:pt x="224" y="34"/>
                    <a:pt x="153" y="13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5" name="Google Shape;20995;p60"/>
            <p:cNvSpPr/>
            <p:nvPr/>
          </p:nvSpPr>
          <p:spPr>
            <a:xfrm>
              <a:off x="3827225" y="23386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20" y="260"/>
                    <a:pt x="141" y="260"/>
                  </a:cubicBezTo>
                  <a:cubicBezTo>
                    <a:pt x="174" y="260"/>
                    <a:pt x="190" y="244"/>
                    <a:pt x="207" y="207"/>
                  </a:cubicBezTo>
                  <a:cubicBezTo>
                    <a:pt x="223" y="174"/>
                    <a:pt x="244" y="141"/>
                    <a:pt x="244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90" y="17"/>
                    <a:pt x="174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6" name="Google Shape;20996;p60"/>
            <p:cNvSpPr/>
            <p:nvPr/>
          </p:nvSpPr>
          <p:spPr>
            <a:xfrm>
              <a:off x="3947925" y="2268200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36" y="1"/>
                  </a:moveTo>
                  <a:cubicBezTo>
                    <a:pt x="120" y="1"/>
                    <a:pt x="87" y="17"/>
                    <a:pt x="70" y="34"/>
                  </a:cubicBezTo>
                  <a:cubicBezTo>
                    <a:pt x="17" y="87"/>
                    <a:pt x="0" y="153"/>
                    <a:pt x="54" y="223"/>
                  </a:cubicBezTo>
                  <a:cubicBezTo>
                    <a:pt x="70" y="240"/>
                    <a:pt x="87" y="256"/>
                    <a:pt x="120" y="256"/>
                  </a:cubicBezTo>
                  <a:cubicBezTo>
                    <a:pt x="131" y="262"/>
                    <a:pt x="140" y="265"/>
                    <a:pt x="149" y="265"/>
                  </a:cubicBezTo>
                  <a:cubicBezTo>
                    <a:pt x="168" y="265"/>
                    <a:pt x="183" y="251"/>
                    <a:pt x="206" y="240"/>
                  </a:cubicBezTo>
                  <a:cubicBezTo>
                    <a:pt x="239" y="190"/>
                    <a:pt x="260" y="104"/>
                    <a:pt x="223" y="50"/>
                  </a:cubicBezTo>
                  <a:cubicBezTo>
                    <a:pt x="206" y="34"/>
                    <a:pt x="190" y="17"/>
                    <a:pt x="173" y="17"/>
                  </a:cubicBezTo>
                  <a:cubicBezTo>
                    <a:pt x="157" y="17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7" name="Google Shape;20997;p60"/>
            <p:cNvSpPr/>
            <p:nvPr/>
          </p:nvSpPr>
          <p:spPr>
            <a:xfrm>
              <a:off x="3823400" y="2384000"/>
              <a:ext cx="6425" cy="6575"/>
            </a:xfrm>
            <a:custGeom>
              <a:avLst/>
              <a:gdLst/>
              <a:ahLst/>
              <a:cxnLst/>
              <a:rect l="l" t="t" r="r" b="b"/>
              <a:pathLst>
                <a:path w="257" h="263" extrusionOk="0">
                  <a:moveTo>
                    <a:pt x="119" y="0"/>
                  </a:moveTo>
                  <a:cubicBezTo>
                    <a:pt x="102" y="0"/>
                    <a:pt x="81" y="12"/>
                    <a:pt x="67" y="23"/>
                  </a:cubicBezTo>
                  <a:cubicBezTo>
                    <a:pt x="17" y="77"/>
                    <a:pt x="1" y="159"/>
                    <a:pt x="50" y="213"/>
                  </a:cubicBezTo>
                  <a:cubicBezTo>
                    <a:pt x="67" y="230"/>
                    <a:pt x="87" y="246"/>
                    <a:pt x="120" y="262"/>
                  </a:cubicBezTo>
                  <a:cubicBezTo>
                    <a:pt x="153" y="262"/>
                    <a:pt x="170" y="246"/>
                    <a:pt x="207" y="230"/>
                  </a:cubicBezTo>
                  <a:cubicBezTo>
                    <a:pt x="240" y="180"/>
                    <a:pt x="256" y="110"/>
                    <a:pt x="223" y="40"/>
                  </a:cubicBezTo>
                  <a:cubicBezTo>
                    <a:pt x="207" y="23"/>
                    <a:pt x="190" y="23"/>
                    <a:pt x="170" y="7"/>
                  </a:cubicBezTo>
                  <a:lnTo>
                    <a:pt x="137" y="7"/>
                  </a:lnTo>
                  <a:cubicBezTo>
                    <a:pt x="132" y="2"/>
                    <a:pt x="126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8" name="Google Shape;20998;p60"/>
            <p:cNvSpPr/>
            <p:nvPr/>
          </p:nvSpPr>
          <p:spPr>
            <a:xfrm>
              <a:off x="3824225" y="2414575"/>
              <a:ext cx="6525" cy="6425"/>
            </a:xfrm>
            <a:custGeom>
              <a:avLst/>
              <a:gdLst/>
              <a:ahLst/>
              <a:cxnLst/>
              <a:rect l="l" t="t" r="r" b="b"/>
              <a:pathLst>
                <a:path w="261" h="257" extrusionOk="0">
                  <a:moveTo>
                    <a:pt x="140" y="0"/>
                  </a:moveTo>
                  <a:cubicBezTo>
                    <a:pt x="87" y="0"/>
                    <a:pt x="48" y="33"/>
                    <a:pt x="17" y="91"/>
                  </a:cubicBezTo>
                  <a:cubicBezTo>
                    <a:pt x="1" y="157"/>
                    <a:pt x="34" y="227"/>
                    <a:pt x="87" y="243"/>
                  </a:cubicBezTo>
                  <a:cubicBezTo>
                    <a:pt x="101" y="252"/>
                    <a:pt x="115" y="256"/>
                    <a:pt x="130" y="256"/>
                  </a:cubicBezTo>
                  <a:cubicBezTo>
                    <a:pt x="170" y="256"/>
                    <a:pt x="211" y="225"/>
                    <a:pt x="223" y="173"/>
                  </a:cubicBezTo>
                  <a:cubicBezTo>
                    <a:pt x="261" y="107"/>
                    <a:pt x="223" y="37"/>
                    <a:pt x="174" y="4"/>
                  </a:cubicBezTo>
                  <a:cubicBezTo>
                    <a:pt x="162" y="1"/>
                    <a:pt x="151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9" name="Google Shape;20999;p60"/>
            <p:cNvSpPr/>
            <p:nvPr/>
          </p:nvSpPr>
          <p:spPr>
            <a:xfrm>
              <a:off x="3832375" y="24014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1" y="0"/>
                  </a:moveTo>
                  <a:cubicBezTo>
                    <a:pt x="78" y="0"/>
                    <a:pt x="44" y="33"/>
                    <a:pt x="17" y="81"/>
                  </a:cubicBezTo>
                  <a:cubicBezTo>
                    <a:pt x="1" y="151"/>
                    <a:pt x="38" y="221"/>
                    <a:pt x="87" y="254"/>
                  </a:cubicBezTo>
                  <a:cubicBezTo>
                    <a:pt x="97" y="257"/>
                    <a:pt x="106" y="258"/>
                    <a:pt x="116" y="258"/>
                  </a:cubicBezTo>
                  <a:cubicBezTo>
                    <a:pt x="162" y="258"/>
                    <a:pt x="210" y="228"/>
                    <a:pt x="223" y="184"/>
                  </a:cubicBezTo>
                  <a:cubicBezTo>
                    <a:pt x="260" y="118"/>
                    <a:pt x="223" y="31"/>
                    <a:pt x="174" y="15"/>
                  </a:cubicBezTo>
                  <a:cubicBezTo>
                    <a:pt x="155" y="5"/>
                    <a:pt x="137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0" name="Google Shape;21000;p60"/>
            <p:cNvSpPr/>
            <p:nvPr/>
          </p:nvSpPr>
          <p:spPr>
            <a:xfrm>
              <a:off x="3827225" y="22885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13" y="0"/>
                  </a:moveTo>
                  <a:cubicBezTo>
                    <a:pt x="72" y="0"/>
                    <a:pt x="32" y="32"/>
                    <a:pt x="17" y="83"/>
                  </a:cubicBezTo>
                  <a:cubicBezTo>
                    <a:pt x="0" y="149"/>
                    <a:pt x="17" y="219"/>
                    <a:pt x="87" y="252"/>
                  </a:cubicBezTo>
                  <a:cubicBezTo>
                    <a:pt x="96" y="255"/>
                    <a:pt x="106" y="257"/>
                    <a:pt x="116" y="257"/>
                  </a:cubicBezTo>
                  <a:cubicBezTo>
                    <a:pt x="162" y="257"/>
                    <a:pt x="209" y="227"/>
                    <a:pt x="223" y="186"/>
                  </a:cubicBezTo>
                  <a:cubicBezTo>
                    <a:pt x="244" y="116"/>
                    <a:pt x="223" y="30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1" name="Google Shape;21001;p60"/>
            <p:cNvSpPr/>
            <p:nvPr/>
          </p:nvSpPr>
          <p:spPr>
            <a:xfrm>
              <a:off x="3833300" y="2443950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120" y="0"/>
                  </a:moveTo>
                  <a:cubicBezTo>
                    <a:pt x="107" y="0"/>
                    <a:pt x="93" y="4"/>
                    <a:pt x="83" y="13"/>
                  </a:cubicBezTo>
                  <a:cubicBezTo>
                    <a:pt x="67" y="13"/>
                    <a:pt x="34" y="29"/>
                    <a:pt x="17" y="66"/>
                  </a:cubicBezTo>
                  <a:cubicBezTo>
                    <a:pt x="1" y="83"/>
                    <a:pt x="1" y="116"/>
                    <a:pt x="1" y="153"/>
                  </a:cubicBezTo>
                  <a:cubicBezTo>
                    <a:pt x="1" y="186"/>
                    <a:pt x="17" y="219"/>
                    <a:pt x="34" y="235"/>
                  </a:cubicBezTo>
                  <a:cubicBezTo>
                    <a:pt x="57" y="250"/>
                    <a:pt x="83" y="262"/>
                    <a:pt x="102" y="262"/>
                  </a:cubicBezTo>
                  <a:cubicBezTo>
                    <a:pt x="109" y="262"/>
                    <a:pt x="115" y="260"/>
                    <a:pt x="120" y="256"/>
                  </a:cubicBezTo>
                  <a:cubicBezTo>
                    <a:pt x="186" y="256"/>
                    <a:pt x="223" y="186"/>
                    <a:pt x="223" y="116"/>
                  </a:cubicBezTo>
                  <a:cubicBezTo>
                    <a:pt x="207" y="83"/>
                    <a:pt x="186" y="50"/>
                    <a:pt x="170" y="29"/>
                  </a:cubicBezTo>
                  <a:cubicBezTo>
                    <a:pt x="170" y="13"/>
                    <a:pt x="153" y="13"/>
                    <a:pt x="153" y="13"/>
                  </a:cubicBezTo>
                  <a:cubicBezTo>
                    <a:pt x="145" y="4"/>
                    <a:pt x="133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2" name="Google Shape;21002;p60"/>
            <p:cNvSpPr/>
            <p:nvPr/>
          </p:nvSpPr>
          <p:spPr>
            <a:xfrm>
              <a:off x="3828975" y="23682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04" y="1"/>
                  </a:moveTo>
                  <a:cubicBezTo>
                    <a:pt x="33" y="17"/>
                    <a:pt x="0" y="67"/>
                    <a:pt x="0" y="153"/>
                  </a:cubicBezTo>
                  <a:cubicBezTo>
                    <a:pt x="0" y="191"/>
                    <a:pt x="17" y="207"/>
                    <a:pt x="50" y="240"/>
                  </a:cubicBezTo>
                  <a:cubicBezTo>
                    <a:pt x="71" y="257"/>
                    <a:pt x="104" y="257"/>
                    <a:pt x="120" y="257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23" y="67"/>
                    <a:pt x="207" y="50"/>
                    <a:pt x="174" y="17"/>
                  </a:cubicBezTo>
                  <a:cubicBezTo>
                    <a:pt x="174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3" name="Google Shape;21003;p60"/>
            <p:cNvSpPr/>
            <p:nvPr/>
          </p:nvSpPr>
          <p:spPr>
            <a:xfrm>
              <a:off x="3842275" y="2334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87" y="1"/>
                    <a:pt x="54" y="17"/>
                  </a:cubicBezTo>
                  <a:cubicBezTo>
                    <a:pt x="0" y="66"/>
                    <a:pt x="0" y="153"/>
                    <a:pt x="33" y="207"/>
                  </a:cubicBezTo>
                  <a:cubicBezTo>
                    <a:pt x="54" y="240"/>
                    <a:pt x="87" y="256"/>
                    <a:pt x="120" y="256"/>
                  </a:cubicBezTo>
                  <a:cubicBezTo>
                    <a:pt x="136" y="256"/>
                    <a:pt x="173" y="256"/>
                    <a:pt x="190" y="223"/>
                  </a:cubicBezTo>
                  <a:cubicBezTo>
                    <a:pt x="239" y="186"/>
                    <a:pt x="239" y="104"/>
                    <a:pt x="206" y="50"/>
                  </a:cubicBezTo>
                  <a:cubicBezTo>
                    <a:pt x="206" y="33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4" name="Google Shape;21004;p60"/>
            <p:cNvSpPr/>
            <p:nvPr/>
          </p:nvSpPr>
          <p:spPr>
            <a:xfrm>
              <a:off x="3842275" y="22876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8" y="0"/>
                  </a:moveTo>
                  <a:cubicBezTo>
                    <a:pt x="87" y="0"/>
                    <a:pt x="48" y="33"/>
                    <a:pt x="33" y="81"/>
                  </a:cubicBezTo>
                  <a:cubicBezTo>
                    <a:pt x="0" y="151"/>
                    <a:pt x="33" y="221"/>
                    <a:pt x="87" y="254"/>
                  </a:cubicBezTo>
                  <a:cubicBezTo>
                    <a:pt x="99" y="257"/>
                    <a:pt x="110" y="259"/>
                    <a:pt x="121" y="259"/>
                  </a:cubicBezTo>
                  <a:cubicBezTo>
                    <a:pt x="173" y="259"/>
                    <a:pt x="212" y="226"/>
                    <a:pt x="239" y="168"/>
                  </a:cubicBezTo>
                  <a:cubicBezTo>
                    <a:pt x="260" y="98"/>
                    <a:pt x="223" y="32"/>
                    <a:pt x="173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5" name="Google Shape;21005;p60"/>
            <p:cNvSpPr/>
            <p:nvPr/>
          </p:nvSpPr>
          <p:spPr>
            <a:xfrm>
              <a:off x="3820425" y="24503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20" y="1"/>
                  </a:moveTo>
                  <a:cubicBezTo>
                    <a:pt x="103" y="1"/>
                    <a:pt x="66" y="17"/>
                    <a:pt x="50" y="34"/>
                  </a:cubicBezTo>
                  <a:cubicBezTo>
                    <a:pt x="17" y="50"/>
                    <a:pt x="0" y="83"/>
                    <a:pt x="0" y="120"/>
                  </a:cubicBezTo>
                  <a:cubicBezTo>
                    <a:pt x="0" y="153"/>
                    <a:pt x="17" y="186"/>
                    <a:pt x="33" y="223"/>
                  </a:cubicBezTo>
                  <a:cubicBezTo>
                    <a:pt x="51" y="251"/>
                    <a:pt x="81" y="263"/>
                    <a:pt x="112" y="263"/>
                  </a:cubicBezTo>
                  <a:cubicBezTo>
                    <a:pt x="137" y="263"/>
                    <a:pt x="164" y="255"/>
                    <a:pt x="186" y="240"/>
                  </a:cubicBezTo>
                  <a:cubicBezTo>
                    <a:pt x="239" y="186"/>
                    <a:pt x="239" y="104"/>
                    <a:pt x="206" y="50"/>
                  </a:cubicBezTo>
                  <a:cubicBezTo>
                    <a:pt x="186" y="34"/>
                    <a:pt x="169" y="17"/>
                    <a:pt x="153" y="17"/>
                  </a:cubicBezTo>
                  <a:cubicBezTo>
                    <a:pt x="15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6" name="Google Shape;21006;p60"/>
            <p:cNvSpPr/>
            <p:nvPr/>
          </p:nvSpPr>
          <p:spPr>
            <a:xfrm>
              <a:off x="3844425" y="22707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04" y="1"/>
                  </a:moveTo>
                  <a:cubicBezTo>
                    <a:pt x="71" y="1"/>
                    <a:pt x="50" y="17"/>
                    <a:pt x="34" y="34"/>
                  </a:cubicBezTo>
                  <a:cubicBezTo>
                    <a:pt x="17" y="71"/>
                    <a:pt x="1" y="104"/>
                    <a:pt x="1" y="153"/>
                  </a:cubicBezTo>
                  <a:cubicBezTo>
                    <a:pt x="17" y="190"/>
                    <a:pt x="34" y="207"/>
                    <a:pt x="50" y="240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1" y="240"/>
                    <a:pt x="224" y="190"/>
                    <a:pt x="224" y="120"/>
                  </a:cubicBezTo>
                  <a:lnTo>
                    <a:pt x="224" y="104"/>
                  </a:lnTo>
                  <a:cubicBezTo>
                    <a:pt x="224" y="71"/>
                    <a:pt x="191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7" name="Google Shape;21007;p60"/>
            <p:cNvSpPr/>
            <p:nvPr/>
          </p:nvSpPr>
          <p:spPr>
            <a:xfrm>
              <a:off x="3839275" y="238375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71" y="0"/>
                  </a:moveTo>
                  <a:cubicBezTo>
                    <a:pt x="17" y="33"/>
                    <a:pt x="1" y="87"/>
                    <a:pt x="1" y="136"/>
                  </a:cubicBezTo>
                  <a:cubicBezTo>
                    <a:pt x="1" y="169"/>
                    <a:pt x="17" y="207"/>
                    <a:pt x="50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90" y="240"/>
                    <a:pt x="223" y="169"/>
                    <a:pt x="223" y="103"/>
                  </a:cubicBezTo>
                  <a:cubicBezTo>
                    <a:pt x="223" y="87"/>
                    <a:pt x="223" y="87"/>
                    <a:pt x="207" y="66"/>
                  </a:cubicBezTo>
                  <a:cubicBezTo>
                    <a:pt x="207" y="33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8" name="Google Shape;21008;p60"/>
            <p:cNvSpPr/>
            <p:nvPr/>
          </p:nvSpPr>
          <p:spPr>
            <a:xfrm>
              <a:off x="3822475" y="243055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54" y="17"/>
                    <a:pt x="1" y="87"/>
                    <a:pt x="21" y="153"/>
                  </a:cubicBezTo>
                  <a:cubicBezTo>
                    <a:pt x="21" y="190"/>
                    <a:pt x="38" y="223"/>
                    <a:pt x="71" y="239"/>
                  </a:cubicBezTo>
                  <a:cubicBezTo>
                    <a:pt x="87" y="256"/>
                    <a:pt x="124" y="256"/>
                    <a:pt x="141" y="256"/>
                  </a:cubicBezTo>
                  <a:cubicBezTo>
                    <a:pt x="207" y="239"/>
                    <a:pt x="244" y="190"/>
                    <a:pt x="244" y="103"/>
                  </a:cubicBezTo>
                  <a:cubicBezTo>
                    <a:pt x="227" y="70"/>
                    <a:pt x="207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7" y="0"/>
                    <a:pt x="12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9" name="Google Shape;21009;p60"/>
            <p:cNvSpPr/>
            <p:nvPr/>
          </p:nvSpPr>
          <p:spPr>
            <a:xfrm>
              <a:off x="3828975" y="2323150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104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5" y="215"/>
                    <a:pt x="58" y="263"/>
                    <a:pt x="113" y="263"/>
                  </a:cubicBezTo>
                  <a:cubicBezTo>
                    <a:pt x="120" y="263"/>
                    <a:pt x="128" y="262"/>
                    <a:pt x="137" y="260"/>
                  </a:cubicBezTo>
                  <a:cubicBezTo>
                    <a:pt x="153" y="260"/>
                    <a:pt x="190" y="243"/>
                    <a:pt x="207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7" y="54"/>
                    <a:pt x="190" y="17"/>
                  </a:cubicBezTo>
                  <a:lnTo>
                    <a:pt x="153" y="17"/>
                  </a:ln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0" name="Google Shape;21010;p60"/>
            <p:cNvSpPr/>
            <p:nvPr/>
          </p:nvSpPr>
          <p:spPr>
            <a:xfrm>
              <a:off x="3898550" y="22454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70" y="17"/>
                    <a:pt x="50" y="33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17" y="190"/>
                    <a:pt x="17" y="223"/>
                    <a:pt x="50" y="240"/>
                  </a:cubicBezTo>
                  <a:cubicBezTo>
                    <a:pt x="65" y="254"/>
                    <a:pt x="86" y="267"/>
                    <a:pt x="108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190" y="260"/>
                    <a:pt x="240" y="190"/>
                    <a:pt x="223" y="120"/>
                  </a:cubicBezTo>
                  <a:cubicBezTo>
                    <a:pt x="223" y="87"/>
                    <a:pt x="207" y="54"/>
                    <a:pt x="174" y="33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1" name="Google Shape;21011;p60"/>
            <p:cNvSpPr/>
            <p:nvPr/>
          </p:nvSpPr>
          <p:spPr>
            <a:xfrm>
              <a:off x="3828550" y="246270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1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88" y="260"/>
                    <a:pt x="104" y="260"/>
                    <a:pt x="121" y="260"/>
                  </a:cubicBezTo>
                  <a:cubicBezTo>
                    <a:pt x="154" y="207"/>
                    <a:pt x="191" y="157"/>
                    <a:pt x="224" y="87"/>
                  </a:cubicBezTo>
                  <a:cubicBezTo>
                    <a:pt x="224" y="71"/>
                    <a:pt x="207" y="54"/>
                    <a:pt x="191" y="38"/>
                  </a:cubicBezTo>
                  <a:cubicBezTo>
                    <a:pt x="191" y="21"/>
                    <a:pt x="170" y="21"/>
                    <a:pt x="170" y="21"/>
                  </a:cubicBezTo>
                  <a:cubicBezTo>
                    <a:pt x="137" y="1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2" name="Google Shape;21012;p60"/>
            <p:cNvSpPr/>
            <p:nvPr/>
          </p:nvSpPr>
          <p:spPr>
            <a:xfrm>
              <a:off x="3837525" y="2426925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02" y="0"/>
                  </a:moveTo>
                  <a:cubicBezTo>
                    <a:pt x="85" y="0"/>
                    <a:pt x="66" y="14"/>
                    <a:pt x="54" y="26"/>
                  </a:cubicBezTo>
                  <a:cubicBezTo>
                    <a:pt x="1" y="75"/>
                    <a:pt x="1" y="162"/>
                    <a:pt x="38" y="215"/>
                  </a:cubicBezTo>
                  <a:cubicBezTo>
                    <a:pt x="57" y="244"/>
                    <a:pt x="89" y="262"/>
                    <a:pt x="122" y="262"/>
                  </a:cubicBezTo>
                  <a:cubicBezTo>
                    <a:pt x="145" y="262"/>
                    <a:pt x="170" y="252"/>
                    <a:pt x="190" y="232"/>
                  </a:cubicBezTo>
                  <a:cubicBezTo>
                    <a:pt x="244" y="178"/>
                    <a:pt x="244" y="112"/>
                    <a:pt x="207" y="42"/>
                  </a:cubicBezTo>
                  <a:cubicBezTo>
                    <a:pt x="190" y="26"/>
                    <a:pt x="174" y="26"/>
                    <a:pt x="157" y="9"/>
                  </a:cubicBezTo>
                  <a:lnTo>
                    <a:pt x="120" y="9"/>
                  </a:lnTo>
                  <a:cubicBezTo>
                    <a:pt x="115" y="3"/>
                    <a:pt x="109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3" name="Google Shape;21013;p60"/>
            <p:cNvSpPr/>
            <p:nvPr/>
          </p:nvSpPr>
          <p:spPr>
            <a:xfrm>
              <a:off x="3948325" y="225232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04" y="1"/>
                  </a:moveTo>
                  <a:cubicBezTo>
                    <a:pt x="54" y="1"/>
                    <a:pt x="1" y="67"/>
                    <a:pt x="17" y="137"/>
                  </a:cubicBezTo>
                  <a:cubicBezTo>
                    <a:pt x="17" y="170"/>
                    <a:pt x="38" y="207"/>
                    <a:pt x="54" y="223"/>
                  </a:cubicBezTo>
                  <a:cubicBezTo>
                    <a:pt x="87" y="256"/>
                    <a:pt x="120" y="256"/>
                    <a:pt x="141" y="256"/>
                  </a:cubicBezTo>
                  <a:cubicBezTo>
                    <a:pt x="207" y="240"/>
                    <a:pt x="244" y="170"/>
                    <a:pt x="244" y="104"/>
                  </a:cubicBezTo>
                  <a:cubicBezTo>
                    <a:pt x="223" y="67"/>
                    <a:pt x="207" y="34"/>
                    <a:pt x="190" y="17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4" name="Google Shape;21014;p60"/>
            <p:cNvSpPr/>
            <p:nvPr/>
          </p:nvSpPr>
          <p:spPr>
            <a:xfrm>
              <a:off x="3949675" y="2300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66" y="1"/>
                    <a:pt x="50" y="22"/>
                    <a:pt x="33" y="55"/>
                  </a:cubicBezTo>
                  <a:cubicBezTo>
                    <a:pt x="0" y="88"/>
                    <a:pt x="0" y="125"/>
                    <a:pt x="0" y="158"/>
                  </a:cubicBezTo>
                  <a:cubicBezTo>
                    <a:pt x="17" y="191"/>
                    <a:pt x="33" y="207"/>
                    <a:pt x="50" y="244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90" y="244"/>
                    <a:pt x="239" y="191"/>
                    <a:pt x="223" y="104"/>
                  </a:cubicBezTo>
                  <a:cubicBezTo>
                    <a:pt x="223" y="71"/>
                    <a:pt x="207" y="55"/>
                    <a:pt x="190" y="22"/>
                  </a:cubicBezTo>
                  <a:cubicBezTo>
                    <a:pt x="169" y="22"/>
                    <a:pt x="169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5" name="Google Shape;21015;p60"/>
            <p:cNvSpPr/>
            <p:nvPr/>
          </p:nvSpPr>
          <p:spPr>
            <a:xfrm>
              <a:off x="3820825" y="23536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37" y="0"/>
                  </a:moveTo>
                  <a:cubicBezTo>
                    <a:pt x="104" y="0"/>
                    <a:pt x="67" y="17"/>
                    <a:pt x="50" y="33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0" y="240"/>
                    <a:pt x="67" y="260"/>
                    <a:pt x="104" y="260"/>
                  </a:cubicBezTo>
                  <a:cubicBezTo>
                    <a:pt x="137" y="260"/>
                    <a:pt x="170" y="260"/>
                    <a:pt x="190" y="240"/>
                  </a:cubicBezTo>
                  <a:cubicBezTo>
                    <a:pt x="207" y="207"/>
                    <a:pt x="223" y="190"/>
                    <a:pt x="223" y="157"/>
                  </a:cubicBezTo>
                  <a:cubicBezTo>
                    <a:pt x="223" y="120"/>
                    <a:pt x="223" y="87"/>
                    <a:pt x="207" y="54"/>
                  </a:cubicBezTo>
                  <a:cubicBezTo>
                    <a:pt x="190" y="33"/>
                    <a:pt x="170" y="17"/>
                    <a:pt x="153" y="17"/>
                  </a:cubicBezTo>
                  <a:cubicBezTo>
                    <a:pt x="153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6" name="Google Shape;21016;p60"/>
            <p:cNvSpPr/>
            <p:nvPr/>
          </p:nvSpPr>
          <p:spPr>
            <a:xfrm>
              <a:off x="3864625" y="2391100"/>
              <a:ext cx="6025" cy="6550"/>
            </a:xfrm>
            <a:custGeom>
              <a:avLst/>
              <a:gdLst/>
              <a:ahLst/>
              <a:cxnLst/>
              <a:rect l="l" t="t" r="r" b="b"/>
              <a:pathLst>
                <a:path w="241" h="262" extrusionOk="0">
                  <a:moveTo>
                    <a:pt x="110" y="1"/>
                  </a:moveTo>
                  <a:cubicBezTo>
                    <a:pt x="70" y="1"/>
                    <a:pt x="29" y="34"/>
                    <a:pt x="17" y="82"/>
                  </a:cubicBezTo>
                  <a:cubicBezTo>
                    <a:pt x="1" y="102"/>
                    <a:pt x="1" y="119"/>
                    <a:pt x="1" y="152"/>
                  </a:cubicBezTo>
                  <a:cubicBezTo>
                    <a:pt x="17" y="185"/>
                    <a:pt x="34" y="238"/>
                    <a:pt x="67" y="255"/>
                  </a:cubicBezTo>
                  <a:cubicBezTo>
                    <a:pt x="81" y="259"/>
                    <a:pt x="94" y="261"/>
                    <a:pt x="106" y="261"/>
                  </a:cubicBezTo>
                  <a:cubicBezTo>
                    <a:pt x="139" y="261"/>
                    <a:pt x="163" y="246"/>
                    <a:pt x="191" y="222"/>
                  </a:cubicBezTo>
                  <a:cubicBezTo>
                    <a:pt x="207" y="222"/>
                    <a:pt x="207" y="205"/>
                    <a:pt x="224" y="185"/>
                  </a:cubicBezTo>
                  <a:cubicBezTo>
                    <a:pt x="240" y="119"/>
                    <a:pt x="207" y="32"/>
                    <a:pt x="154" y="16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7" name="Google Shape;21017;p60"/>
            <p:cNvSpPr/>
            <p:nvPr/>
          </p:nvSpPr>
          <p:spPr>
            <a:xfrm>
              <a:off x="3834950" y="2303075"/>
              <a:ext cx="6525" cy="6700"/>
            </a:xfrm>
            <a:custGeom>
              <a:avLst/>
              <a:gdLst/>
              <a:ahLst/>
              <a:cxnLst/>
              <a:rect l="l" t="t" r="r" b="b"/>
              <a:pathLst>
                <a:path w="261" h="268" extrusionOk="0">
                  <a:moveTo>
                    <a:pt x="121" y="1"/>
                  </a:moveTo>
                  <a:cubicBezTo>
                    <a:pt x="78" y="1"/>
                    <a:pt x="44" y="34"/>
                    <a:pt x="17" y="82"/>
                  </a:cubicBezTo>
                  <a:cubicBezTo>
                    <a:pt x="1" y="152"/>
                    <a:pt x="38" y="238"/>
                    <a:pt x="87" y="255"/>
                  </a:cubicBezTo>
                  <a:cubicBezTo>
                    <a:pt x="101" y="264"/>
                    <a:pt x="116" y="268"/>
                    <a:pt x="131" y="268"/>
                  </a:cubicBezTo>
                  <a:cubicBezTo>
                    <a:pt x="172" y="268"/>
                    <a:pt x="211" y="236"/>
                    <a:pt x="223" y="185"/>
                  </a:cubicBezTo>
                  <a:cubicBezTo>
                    <a:pt x="260" y="119"/>
                    <a:pt x="223" y="49"/>
                    <a:pt x="174" y="16"/>
                  </a:cubicBezTo>
                  <a:cubicBezTo>
                    <a:pt x="155" y="6"/>
                    <a:pt x="137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8" name="Google Shape;21018;p60"/>
            <p:cNvSpPr/>
            <p:nvPr/>
          </p:nvSpPr>
          <p:spPr>
            <a:xfrm>
              <a:off x="3835875" y="2351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50" y="0"/>
                    <a:pt x="1" y="71"/>
                    <a:pt x="17" y="136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3" y="260"/>
                    <a:pt x="104" y="260"/>
                    <a:pt x="137" y="260"/>
                  </a:cubicBezTo>
                  <a:cubicBezTo>
                    <a:pt x="170" y="240"/>
                    <a:pt x="186" y="223"/>
                    <a:pt x="207" y="207"/>
                  </a:cubicBezTo>
                  <a:cubicBezTo>
                    <a:pt x="223" y="174"/>
                    <a:pt x="240" y="136"/>
                    <a:pt x="223" y="103"/>
                  </a:cubicBezTo>
                  <a:cubicBezTo>
                    <a:pt x="223" y="71"/>
                    <a:pt x="207" y="33"/>
                    <a:pt x="186" y="17"/>
                  </a:cubicBezTo>
                  <a:cubicBezTo>
                    <a:pt x="170" y="17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9" name="Google Shape;21019;p60"/>
            <p:cNvSpPr/>
            <p:nvPr/>
          </p:nvSpPr>
          <p:spPr>
            <a:xfrm>
              <a:off x="3831550" y="227360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9" y="0"/>
                  </a:moveTo>
                  <a:cubicBezTo>
                    <a:pt x="102" y="0"/>
                    <a:pt x="82" y="12"/>
                    <a:pt x="71" y="24"/>
                  </a:cubicBezTo>
                  <a:cubicBezTo>
                    <a:pt x="17" y="77"/>
                    <a:pt x="1" y="164"/>
                    <a:pt x="50" y="213"/>
                  </a:cubicBezTo>
                  <a:cubicBezTo>
                    <a:pt x="71" y="246"/>
                    <a:pt x="87" y="267"/>
                    <a:pt x="120" y="267"/>
                  </a:cubicBezTo>
                  <a:cubicBezTo>
                    <a:pt x="153" y="267"/>
                    <a:pt x="174" y="246"/>
                    <a:pt x="207" y="230"/>
                  </a:cubicBezTo>
                  <a:cubicBezTo>
                    <a:pt x="223" y="213"/>
                    <a:pt x="240" y="180"/>
                    <a:pt x="240" y="143"/>
                  </a:cubicBezTo>
                  <a:cubicBezTo>
                    <a:pt x="240" y="110"/>
                    <a:pt x="240" y="77"/>
                    <a:pt x="223" y="40"/>
                  </a:cubicBezTo>
                  <a:cubicBezTo>
                    <a:pt x="207" y="24"/>
                    <a:pt x="190" y="24"/>
                    <a:pt x="174" y="7"/>
                  </a:cubicBezTo>
                  <a:lnTo>
                    <a:pt x="137" y="7"/>
                  </a:lnTo>
                  <a:cubicBezTo>
                    <a:pt x="132" y="2"/>
                    <a:pt x="126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0" name="Google Shape;21020;p60"/>
            <p:cNvSpPr/>
            <p:nvPr/>
          </p:nvSpPr>
          <p:spPr>
            <a:xfrm>
              <a:off x="3824225" y="22584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3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00"/>
                    <a:pt x="1" y="133"/>
                    <a:pt x="1" y="153"/>
                  </a:cubicBezTo>
                  <a:cubicBezTo>
                    <a:pt x="17" y="203"/>
                    <a:pt x="34" y="236"/>
                    <a:pt x="71" y="257"/>
                  </a:cubicBezTo>
                  <a:cubicBezTo>
                    <a:pt x="85" y="261"/>
                    <a:pt x="98" y="263"/>
                    <a:pt x="110" y="263"/>
                  </a:cubicBezTo>
                  <a:cubicBezTo>
                    <a:pt x="141" y="263"/>
                    <a:pt x="167" y="251"/>
                    <a:pt x="190" y="236"/>
                  </a:cubicBezTo>
                  <a:cubicBezTo>
                    <a:pt x="207" y="219"/>
                    <a:pt x="207" y="203"/>
                    <a:pt x="223" y="186"/>
                  </a:cubicBezTo>
                  <a:cubicBezTo>
                    <a:pt x="240" y="116"/>
                    <a:pt x="207" y="30"/>
                    <a:pt x="157" y="13"/>
                  </a:cubicBezTo>
                  <a:cubicBezTo>
                    <a:pt x="143" y="5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1" name="Google Shape;21021;p60"/>
            <p:cNvSpPr/>
            <p:nvPr/>
          </p:nvSpPr>
          <p:spPr>
            <a:xfrm>
              <a:off x="3822475" y="23086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04" y="1"/>
                  </a:moveTo>
                  <a:cubicBezTo>
                    <a:pt x="38" y="17"/>
                    <a:pt x="1" y="83"/>
                    <a:pt x="1" y="153"/>
                  </a:cubicBezTo>
                  <a:cubicBezTo>
                    <a:pt x="21" y="186"/>
                    <a:pt x="38" y="223"/>
                    <a:pt x="54" y="240"/>
                  </a:cubicBezTo>
                  <a:cubicBezTo>
                    <a:pt x="66" y="252"/>
                    <a:pt x="86" y="263"/>
                    <a:pt x="110" y="263"/>
                  </a:cubicBezTo>
                  <a:cubicBezTo>
                    <a:pt x="120" y="263"/>
                    <a:pt x="130" y="261"/>
                    <a:pt x="141" y="256"/>
                  </a:cubicBezTo>
                  <a:cubicBezTo>
                    <a:pt x="190" y="256"/>
                    <a:pt x="244" y="186"/>
                    <a:pt x="227" y="120"/>
                  </a:cubicBezTo>
                  <a:cubicBezTo>
                    <a:pt x="227" y="83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2" name="Google Shape;21022;p60"/>
            <p:cNvSpPr/>
            <p:nvPr/>
          </p:nvSpPr>
          <p:spPr>
            <a:xfrm>
              <a:off x="3827225" y="2244700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0" y="149"/>
                    <a:pt x="37" y="219"/>
                    <a:pt x="87" y="252"/>
                  </a:cubicBezTo>
                  <a:lnTo>
                    <a:pt x="141" y="252"/>
                  </a:lnTo>
                  <a:cubicBezTo>
                    <a:pt x="174" y="252"/>
                    <a:pt x="207" y="219"/>
                    <a:pt x="223" y="186"/>
                  </a:cubicBezTo>
                  <a:cubicBezTo>
                    <a:pt x="244" y="133"/>
                    <a:pt x="244" y="83"/>
                    <a:pt x="207" y="46"/>
                  </a:cubicBezTo>
                  <a:cubicBezTo>
                    <a:pt x="190" y="29"/>
                    <a:pt x="190" y="13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3" name="Google Shape;21023;p60"/>
            <p:cNvSpPr/>
            <p:nvPr/>
          </p:nvSpPr>
          <p:spPr>
            <a:xfrm>
              <a:off x="3973275" y="2355250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27" y="1"/>
                  </a:moveTo>
                  <a:cubicBezTo>
                    <a:pt x="79" y="1"/>
                    <a:pt x="42" y="22"/>
                    <a:pt x="17" y="73"/>
                  </a:cubicBezTo>
                  <a:cubicBezTo>
                    <a:pt x="1" y="143"/>
                    <a:pt x="33" y="229"/>
                    <a:pt x="87" y="246"/>
                  </a:cubicBezTo>
                  <a:cubicBezTo>
                    <a:pt x="100" y="254"/>
                    <a:pt x="115" y="259"/>
                    <a:pt x="129" y="259"/>
                  </a:cubicBezTo>
                  <a:cubicBezTo>
                    <a:pt x="170" y="259"/>
                    <a:pt x="211" y="227"/>
                    <a:pt x="223" y="176"/>
                  </a:cubicBezTo>
                  <a:cubicBezTo>
                    <a:pt x="256" y="110"/>
                    <a:pt x="223" y="40"/>
                    <a:pt x="174" y="7"/>
                  </a:cubicBezTo>
                  <a:cubicBezTo>
                    <a:pt x="157" y="3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4" name="Google Shape;21024;p60"/>
            <p:cNvSpPr/>
            <p:nvPr/>
          </p:nvSpPr>
          <p:spPr>
            <a:xfrm>
              <a:off x="3908025" y="23365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26" y="1"/>
                  </a:moveTo>
                  <a:cubicBezTo>
                    <a:pt x="86" y="1"/>
                    <a:pt x="46" y="34"/>
                    <a:pt x="34" y="82"/>
                  </a:cubicBezTo>
                  <a:cubicBezTo>
                    <a:pt x="1" y="152"/>
                    <a:pt x="34" y="222"/>
                    <a:pt x="83" y="255"/>
                  </a:cubicBezTo>
                  <a:cubicBezTo>
                    <a:pt x="95" y="258"/>
                    <a:pt x="107" y="259"/>
                    <a:pt x="118" y="259"/>
                  </a:cubicBezTo>
                  <a:cubicBezTo>
                    <a:pt x="171" y="259"/>
                    <a:pt x="212" y="226"/>
                    <a:pt x="240" y="168"/>
                  </a:cubicBezTo>
                  <a:cubicBezTo>
                    <a:pt x="256" y="119"/>
                    <a:pt x="223" y="32"/>
                    <a:pt x="170" y="16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5" name="Google Shape;21025;p60"/>
            <p:cNvSpPr/>
            <p:nvPr/>
          </p:nvSpPr>
          <p:spPr>
            <a:xfrm>
              <a:off x="3908850" y="238415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1"/>
                    <a:pt x="34" y="224"/>
                    <a:pt x="50" y="240"/>
                  </a:cubicBezTo>
                  <a:cubicBezTo>
                    <a:pt x="76" y="252"/>
                    <a:pt x="100" y="265"/>
                    <a:pt x="118" y="265"/>
                  </a:cubicBezTo>
                  <a:cubicBezTo>
                    <a:pt x="125" y="265"/>
                    <a:pt x="132" y="263"/>
                    <a:pt x="137" y="256"/>
                  </a:cubicBezTo>
                  <a:cubicBezTo>
                    <a:pt x="174" y="256"/>
                    <a:pt x="190" y="240"/>
                    <a:pt x="207" y="207"/>
                  </a:cubicBezTo>
                  <a:cubicBezTo>
                    <a:pt x="223" y="191"/>
                    <a:pt x="240" y="153"/>
                    <a:pt x="240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6" name="Google Shape;21026;p60"/>
            <p:cNvSpPr/>
            <p:nvPr/>
          </p:nvSpPr>
          <p:spPr>
            <a:xfrm>
              <a:off x="3917000" y="2275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4" y="17"/>
                    <a:pt x="0" y="67"/>
                    <a:pt x="17" y="153"/>
                  </a:cubicBezTo>
                  <a:cubicBezTo>
                    <a:pt x="17" y="186"/>
                    <a:pt x="33" y="207"/>
                    <a:pt x="54" y="240"/>
                  </a:cubicBezTo>
                  <a:cubicBezTo>
                    <a:pt x="87" y="256"/>
                    <a:pt x="103" y="256"/>
                    <a:pt x="136" y="256"/>
                  </a:cubicBezTo>
                  <a:cubicBezTo>
                    <a:pt x="207" y="240"/>
                    <a:pt x="240" y="170"/>
                    <a:pt x="223" y="104"/>
                  </a:cubicBezTo>
                  <a:cubicBezTo>
                    <a:pt x="223" y="50"/>
                    <a:pt x="190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7" name="Google Shape;21027;p60"/>
            <p:cNvSpPr/>
            <p:nvPr/>
          </p:nvSpPr>
          <p:spPr>
            <a:xfrm>
              <a:off x="3911850" y="229057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70" y="0"/>
                    <a:pt x="33" y="17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06"/>
                    <a:pt x="54" y="239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39"/>
                    <a:pt x="223" y="169"/>
                    <a:pt x="223" y="103"/>
                  </a:cubicBezTo>
                  <a:cubicBezTo>
                    <a:pt x="223" y="66"/>
                    <a:pt x="206" y="50"/>
                    <a:pt x="173" y="17"/>
                  </a:cubicBezTo>
                  <a:cubicBezTo>
                    <a:pt x="173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8" name="Google Shape;21028;p60"/>
            <p:cNvSpPr/>
            <p:nvPr/>
          </p:nvSpPr>
          <p:spPr>
            <a:xfrm>
              <a:off x="3901950" y="235665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38" y="0"/>
                    <a:pt x="0" y="70"/>
                    <a:pt x="17" y="140"/>
                  </a:cubicBezTo>
                  <a:cubicBezTo>
                    <a:pt x="17" y="206"/>
                    <a:pt x="71" y="260"/>
                    <a:pt x="141" y="260"/>
                  </a:cubicBezTo>
                  <a:cubicBezTo>
                    <a:pt x="174" y="243"/>
                    <a:pt x="190" y="223"/>
                    <a:pt x="207" y="206"/>
                  </a:cubicBezTo>
                  <a:cubicBezTo>
                    <a:pt x="223" y="173"/>
                    <a:pt x="244" y="140"/>
                    <a:pt x="223" y="103"/>
                  </a:cubicBezTo>
                  <a:cubicBezTo>
                    <a:pt x="223" y="70"/>
                    <a:pt x="207" y="37"/>
                    <a:pt x="190" y="17"/>
                  </a:cubicBezTo>
                  <a:cubicBezTo>
                    <a:pt x="174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9" name="Google Shape;21029;p60"/>
            <p:cNvSpPr/>
            <p:nvPr/>
          </p:nvSpPr>
          <p:spPr>
            <a:xfrm>
              <a:off x="3904525" y="230685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1" y="1"/>
                  </a:moveTo>
                  <a:cubicBezTo>
                    <a:pt x="120" y="1"/>
                    <a:pt x="87" y="17"/>
                    <a:pt x="71" y="34"/>
                  </a:cubicBezTo>
                  <a:cubicBezTo>
                    <a:pt x="17" y="87"/>
                    <a:pt x="1" y="153"/>
                    <a:pt x="54" y="223"/>
                  </a:cubicBezTo>
                  <a:cubicBezTo>
                    <a:pt x="71" y="240"/>
                    <a:pt x="87" y="256"/>
                    <a:pt x="120" y="256"/>
                  </a:cubicBezTo>
                  <a:cubicBezTo>
                    <a:pt x="131" y="262"/>
                    <a:pt x="140" y="265"/>
                    <a:pt x="149" y="265"/>
                  </a:cubicBezTo>
                  <a:cubicBezTo>
                    <a:pt x="169" y="265"/>
                    <a:pt x="184" y="251"/>
                    <a:pt x="207" y="240"/>
                  </a:cubicBezTo>
                  <a:cubicBezTo>
                    <a:pt x="223" y="223"/>
                    <a:pt x="244" y="190"/>
                    <a:pt x="244" y="153"/>
                  </a:cubicBezTo>
                  <a:cubicBezTo>
                    <a:pt x="244" y="120"/>
                    <a:pt x="244" y="87"/>
                    <a:pt x="223" y="50"/>
                  </a:cubicBezTo>
                  <a:cubicBezTo>
                    <a:pt x="207" y="34"/>
                    <a:pt x="190" y="17"/>
                    <a:pt x="174" y="17"/>
                  </a:cubicBezTo>
                  <a:cubicBezTo>
                    <a:pt x="174" y="17"/>
                    <a:pt x="157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0" name="Google Shape;21030;p60"/>
            <p:cNvSpPr/>
            <p:nvPr/>
          </p:nvSpPr>
          <p:spPr>
            <a:xfrm>
              <a:off x="3900700" y="2371925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16" y="0"/>
                  </a:moveTo>
                  <a:cubicBezTo>
                    <a:pt x="108" y="0"/>
                    <a:pt x="99" y="2"/>
                    <a:pt x="88" y="7"/>
                  </a:cubicBezTo>
                  <a:cubicBezTo>
                    <a:pt x="34" y="7"/>
                    <a:pt x="1" y="78"/>
                    <a:pt x="1" y="148"/>
                  </a:cubicBezTo>
                  <a:cubicBezTo>
                    <a:pt x="1" y="181"/>
                    <a:pt x="17" y="214"/>
                    <a:pt x="50" y="230"/>
                  </a:cubicBezTo>
                  <a:cubicBezTo>
                    <a:pt x="67" y="251"/>
                    <a:pt x="104" y="267"/>
                    <a:pt x="121" y="267"/>
                  </a:cubicBezTo>
                  <a:cubicBezTo>
                    <a:pt x="154" y="251"/>
                    <a:pt x="191" y="230"/>
                    <a:pt x="207" y="214"/>
                  </a:cubicBezTo>
                  <a:cubicBezTo>
                    <a:pt x="224" y="181"/>
                    <a:pt x="224" y="148"/>
                    <a:pt x="224" y="111"/>
                  </a:cubicBezTo>
                  <a:cubicBezTo>
                    <a:pt x="224" y="78"/>
                    <a:pt x="207" y="45"/>
                    <a:pt x="170" y="24"/>
                  </a:cubicBezTo>
                  <a:lnTo>
                    <a:pt x="154" y="7"/>
                  </a:lnTo>
                  <a:cubicBezTo>
                    <a:pt x="143" y="7"/>
                    <a:pt x="132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1" name="Google Shape;21031;p60"/>
            <p:cNvSpPr/>
            <p:nvPr/>
          </p:nvSpPr>
          <p:spPr>
            <a:xfrm>
              <a:off x="3900300" y="2321800"/>
              <a:ext cx="6425" cy="6625"/>
            </a:xfrm>
            <a:custGeom>
              <a:avLst/>
              <a:gdLst/>
              <a:ahLst/>
              <a:cxnLst/>
              <a:rect l="l" t="t" r="r" b="b"/>
              <a:pathLst>
                <a:path w="257" h="265" extrusionOk="0">
                  <a:moveTo>
                    <a:pt x="137" y="0"/>
                  </a:moveTo>
                  <a:cubicBezTo>
                    <a:pt x="86" y="0"/>
                    <a:pt x="44" y="33"/>
                    <a:pt x="17" y="91"/>
                  </a:cubicBezTo>
                  <a:cubicBezTo>
                    <a:pt x="0" y="157"/>
                    <a:pt x="33" y="227"/>
                    <a:pt x="83" y="260"/>
                  </a:cubicBezTo>
                  <a:cubicBezTo>
                    <a:pt x="92" y="263"/>
                    <a:pt x="102" y="264"/>
                    <a:pt x="111" y="264"/>
                  </a:cubicBezTo>
                  <a:cubicBezTo>
                    <a:pt x="159" y="264"/>
                    <a:pt x="209" y="232"/>
                    <a:pt x="223" y="174"/>
                  </a:cubicBezTo>
                  <a:cubicBezTo>
                    <a:pt x="256" y="108"/>
                    <a:pt x="223" y="38"/>
                    <a:pt x="170" y="5"/>
                  </a:cubicBezTo>
                  <a:cubicBezTo>
                    <a:pt x="158" y="2"/>
                    <a:pt x="14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2" name="Google Shape;21032;p60"/>
            <p:cNvSpPr/>
            <p:nvPr/>
          </p:nvSpPr>
          <p:spPr>
            <a:xfrm>
              <a:off x="3917400" y="230410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2" y="0"/>
                  </a:moveTo>
                  <a:cubicBezTo>
                    <a:pt x="115" y="0"/>
                    <a:pt x="109" y="2"/>
                    <a:pt x="104" y="8"/>
                  </a:cubicBezTo>
                  <a:cubicBezTo>
                    <a:pt x="87" y="8"/>
                    <a:pt x="54" y="24"/>
                    <a:pt x="38" y="41"/>
                  </a:cubicBezTo>
                  <a:cubicBezTo>
                    <a:pt x="17" y="57"/>
                    <a:pt x="1" y="111"/>
                    <a:pt x="17" y="144"/>
                  </a:cubicBezTo>
                  <a:cubicBezTo>
                    <a:pt x="17" y="181"/>
                    <a:pt x="38" y="214"/>
                    <a:pt x="54" y="230"/>
                  </a:cubicBezTo>
                  <a:cubicBezTo>
                    <a:pt x="87" y="247"/>
                    <a:pt x="104" y="263"/>
                    <a:pt x="141" y="263"/>
                  </a:cubicBezTo>
                  <a:cubicBezTo>
                    <a:pt x="191" y="247"/>
                    <a:pt x="244" y="197"/>
                    <a:pt x="224" y="127"/>
                  </a:cubicBezTo>
                  <a:lnTo>
                    <a:pt x="224" y="111"/>
                  </a:lnTo>
                  <a:cubicBezTo>
                    <a:pt x="224" y="57"/>
                    <a:pt x="191" y="24"/>
                    <a:pt x="158" y="8"/>
                  </a:cubicBezTo>
                  <a:cubicBezTo>
                    <a:pt x="147" y="8"/>
                    <a:pt x="134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3" name="Google Shape;21033;p60"/>
            <p:cNvSpPr/>
            <p:nvPr/>
          </p:nvSpPr>
          <p:spPr>
            <a:xfrm>
              <a:off x="3920400" y="22600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24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21" y="50"/>
                    <a:pt x="0" y="87"/>
                    <a:pt x="0" y="120"/>
                  </a:cubicBezTo>
                  <a:cubicBezTo>
                    <a:pt x="0" y="153"/>
                    <a:pt x="21" y="191"/>
                    <a:pt x="38" y="207"/>
                  </a:cubicBezTo>
                  <a:cubicBezTo>
                    <a:pt x="54" y="240"/>
                    <a:pt x="71" y="257"/>
                    <a:pt x="104" y="257"/>
                  </a:cubicBezTo>
                  <a:cubicBezTo>
                    <a:pt x="141" y="257"/>
                    <a:pt x="157" y="257"/>
                    <a:pt x="190" y="224"/>
                  </a:cubicBezTo>
                  <a:cubicBezTo>
                    <a:pt x="227" y="191"/>
                    <a:pt x="244" y="104"/>
                    <a:pt x="207" y="50"/>
                  </a:cubicBezTo>
                  <a:cubicBezTo>
                    <a:pt x="190" y="34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4" name="Google Shape;21034;p60"/>
            <p:cNvSpPr/>
            <p:nvPr/>
          </p:nvSpPr>
          <p:spPr>
            <a:xfrm>
              <a:off x="3922975" y="23348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54" y="16"/>
                    <a:pt x="1" y="66"/>
                    <a:pt x="21" y="153"/>
                  </a:cubicBezTo>
                  <a:cubicBezTo>
                    <a:pt x="21" y="190"/>
                    <a:pt x="38" y="206"/>
                    <a:pt x="54" y="239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207" y="239"/>
                    <a:pt x="244" y="169"/>
                    <a:pt x="227" y="103"/>
                  </a:cubicBezTo>
                  <a:cubicBezTo>
                    <a:pt x="227" y="66"/>
                    <a:pt x="207" y="33"/>
                    <a:pt x="190" y="16"/>
                  </a:cubicBezTo>
                  <a:cubicBezTo>
                    <a:pt x="174" y="16"/>
                    <a:pt x="174" y="16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5" name="Google Shape;21035;p60"/>
            <p:cNvSpPr/>
            <p:nvPr/>
          </p:nvSpPr>
          <p:spPr>
            <a:xfrm>
              <a:off x="3915750" y="2351475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04" y="1"/>
                  </a:moveTo>
                  <a:cubicBezTo>
                    <a:pt x="50" y="17"/>
                    <a:pt x="1" y="71"/>
                    <a:pt x="17" y="158"/>
                  </a:cubicBezTo>
                  <a:cubicBezTo>
                    <a:pt x="17" y="191"/>
                    <a:pt x="34" y="207"/>
                    <a:pt x="50" y="244"/>
                  </a:cubicBezTo>
                  <a:cubicBezTo>
                    <a:pt x="83" y="261"/>
                    <a:pt x="104" y="261"/>
                    <a:pt x="137" y="261"/>
                  </a:cubicBezTo>
                  <a:cubicBezTo>
                    <a:pt x="207" y="244"/>
                    <a:pt x="240" y="174"/>
                    <a:pt x="224" y="104"/>
                  </a:cubicBezTo>
                  <a:cubicBezTo>
                    <a:pt x="224" y="71"/>
                    <a:pt x="207" y="38"/>
                    <a:pt x="186" y="17"/>
                  </a:cubicBezTo>
                  <a:cubicBezTo>
                    <a:pt x="17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6" name="Google Shape;21036;p60"/>
            <p:cNvSpPr/>
            <p:nvPr/>
          </p:nvSpPr>
          <p:spPr>
            <a:xfrm>
              <a:off x="3915250" y="2367350"/>
              <a:ext cx="6525" cy="6950"/>
            </a:xfrm>
            <a:custGeom>
              <a:avLst/>
              <a:gdLst/>
              <a:ahLst/>
              <a:cxnLst/>
              <a:rect l="l" t="t" r="r" b="b"/>
              <a:pathLst>
                <a:path w="261" h="278" extrusionOk="0">
                  <a:moveTo>
                    <a:pt x="140" y="1"/>
                  </a:moveTo>
                  <a:cubicBezTo>
                    <a:pt x="103" y="1"/>
                    <a:pt x="87" y="21"/>
                    <a:pt x="54" y="38"/>
                  </a:cubicBezTo>
                  <a:cubicBezTo>
                    <a:pt x="21" y="87"/>
                    <a:pt x="0" y="158"/>
                    <a:pt x="37" y="228"/>
                  </a:cubicBezTo>
                  <a:cubicBezTo>
                    <a:pt x="54" y="244"/>
                    <a:pt x="87" y="261"/>
                    <a:pt x="124" y="277"/>
                  </a:cubicBezTo>
                  <a:cubicBezTo>
                    <a:pt x="140" y="277"/>
                    <a:pt x="173" y="261"/>
                    <a:pt x="190" y="244"/>
                  </a:cubicBezTo>
                  <a:cubicBezTo>
                    <a:pt x="244" y="190"/>
                    <a:pt x="260" y="104"/>
                    <a:pt x="206" y="54"/>
                  </a:cubicBezTo>
                  <a:cubicBezTo>
                    <a:pt x="206" y="38"/>
                    <a:pt x="190" y="21"/>
                    <a:pt x="173" y="21"/>
                  </a:cubicBezTo>
                  <a:cubicBezTo>
                    <a:pt x="157" y="21"/>
                    <a:pt x="157" y="2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7" name="Google Shape;21037;p60"/>
            <p:cNvSpPr/>
            <p:nvPr/>
          </p:nvSpPr>
          <p:spPr>
            <a:xfrm>
              <a:off x="3915750" y="2320875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28" y="1"/>
                  </a:moveTo>
                  <a:cubicBezTo>
                    <a:pt x="83" y="1"/>
                    <a:pt x="31" y="36"/>
                    <a:pt x="17" y="91"/>
                  </a:cubicBezTo>
                  <a:cubicBezTo>
                    <a:pt x="1" y="145"/>
                    <a:pt x="17" y="231"/>
                    <a:pt x="67" y="248"/>
                  </a:cubicBezTo>
                  <a:cubicBezTo>
                    <a:pt x="86" y="257"/>
                    <a:pt x="104" y="261"/>
                    <a:pt x="122" y="261"/>
                  </a:cubicBezTo>
                  <a:cubicBezTo>
                    <a:pt x="170" y="261"/>
                    <a:pt x="211" y="229"/>
                    <a:pt x="224" y="178"/>
                  </a:cubicBezTo>
                  <a:cubicBezTo>
                    <a:pt x="240" y="108"/>
                    <a:pt x="207" y="42"/>
                    <a:pt x="153" y="5"/>
                  </a:cubicBezTo>
                  <a:cubicBezTo>
                    <a:pt x="146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8" name="Google Shape;21038;p60"/>
            <p:cNvSpPr/>
            <p:nvPr/>
          </p:nvSpPr>
          <p:spPr>
            <a:xfrm>
              <a:off x="3900300" y="22780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0"/>
                  </a:moveTo>
                  <a:cubicBezTo>
                    <a:pt x="86" y="0"/>
                    <a:pt x="44" y="33"/>
                    <a:pt x="17" y="91"/>
                  </a:cubicBezTo>
                  <a:cubicBezTo>
                    <a:pt x="0" y="157"/>
                    <a:pt x="33" y="227"/>
                    <a:pt x="83" y="244"/>
                  </a:cubicBezTo>
                  <a:cubicBezTo>
                    <a:pt x="104" y="260"/>
                    <a:pt x="120" y="260"/>
                    <a:pt x="137" y="260"/>
                  </a:cubicBezTo>
                  <a:cubicBezTo>
                    <a:pt x="170" y="260"/>
                    <a:pt x="223" y="227"/>
                    <a:pt x="223" y="173"/>
                  </a:cubicBezTo>
                  <a:cubicBezTo>
                    <a:pt x="240" y="124"/>
                    <a:pt x="240" y="70"/>
                    <a:pt x="207" y="37"/>
                  </a:cubicBezTo>
                  <a:cubicBezTo>
                    <a:pt x="207" y="21"/>
                    <a:pt x="186" y="21"/>
                    <a:pt x="170" y="4"/>
                  </a:cubicBezTo>
                  <a:cubicBezTo>
                    <a:pt x="158" y="2"/>
                    <a:pt x="14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9" name="Google Shape;21039;p60"/>
            <p:cNvSpPr/>
            <p:nvPr/>
          </p:nvSpPr>
          <p:spPr>
            <a:xfrm>
              <a:off x="3886075" y="2251925"/>
              <a:ext cx="5600" cy="6475"/>
            </a:xfrm>
            <a:custGeom>
              <a:avLst/>
              <a:gdLst/>
              <a:ahLst/>
              <a:cxnLst/>
              <a:rect l="l" t="t" r="r" b="b"/>
              <a:pathLst>
                <a:path w="224" h="259" extrusionOk="0">
                  <a:moveTo>
                    <a:pt x="120" y="0"/>
                  </a:moveTo>
                  <a:cubicBezTo>
                    <a:pt x="87" y="0"/>
                    <a:pt x="54" y="0"/>
                    <a:pt x="34" y="33"/>
                  </a:cubicBezTo>
                  <a:cubicBezTo>
                    <a:pt x="17" y="50"/>
                    <a:pt x="1" y="83"/>
                    <a:pt x="1" y="120"/>
                  </a:cubicBezTo>
                  <a:cubicBezTo>
                    <a:pt x="1" y="153"/>
                    <a:pt x="1" y="186"/>
                    <a:pt x="17" y="206"/>
                  </a:cubicBezTo>
                  <a:cubicBezTo>
                    <a:pt x="37" y="242"/>
                    <a:pt x="65" y="258"/>
                    <a:pt x="95" y="258"/>
                  </a:cubicBezTo>
                  <a:cubicBezTo>
                    <a:pt x="121" y="258"/>
                    <a:pt x="149" y="246"/>
                    <a:pt x="174" y="223"/>
                  </a:cubicBezTo>
                  <a:cubicBezTo>
                    <a:pt x="223" y="186"/>
                    <a:pt x="223" y="103"/>
                    <a:pt x="190" y="50"/>
                  </a:cubicBezTo>
                  <a:cubicBezTo>
                    <a:pt x="174" y="33"/>
                    <a:pt x="174" y="17"/>
                    <a:pt x="137" y="17"/>
                  </a:cubicBezTo>
                  <a:cubicBezTo>
                    <a:pt x="137" y="0"/>
                    <a:pt x="120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0" name="Google Shape;21040;p60"/>
            <p:cNvSpPr/>
            <p:nvPr/>
          </p:nvSpPr>
          <p:spPr>
            <a:xfrm>
              <a:off x="3883075" y="229612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04" y="1"/>
                  </a:moveTo>
                  <a:cubicBezTo>
                    <a:pt x="71" y="17"/>
                    <a:pt x="50" y="34"/>
                    <a:pt x="34" y="50"/>
                  </a:cubicBezTo>
                  <a:cubicBezTo>
                    <a:pt x="17" y="87"/>
                    <a:pt x="1" y="120"/>
                    <a:pt x="17" y="153"/>
                  </a:cubicBezTo>
                  <a:cubicBezTo>
                    <a:pt x="17" y="191"/>
                    <a:pt x="34" y="224"/>
                    <a:pt x="50" y="240"/>
                  </a:cubicBezTo>
                  <a:cubicBezTo>
                    <a:pt x="65" y="252"/>
                    <a:pt x="86" y="263"/>
                    <a:pt x="108" y="263"/>
                  </a:cubicBezTo>
                  <a:cubicBezTo>
                    <a:pt x="118" y="263"/>
                    <a:pt x="127" y="261"/>
                    <a:pt x="137" y="257"/>
                  </a:cubicBezTo>
                  <a:cubicBezTo>
                    <a:pt x="191" y="257"/>
                    <a:pt x="240" y="191"/>
                    <a:pt x="224" y="120"/>
                  </a:cubicBezTo>
                  <a:cubicBezTo>
                    <a:pt x="224" y="87"/>
                    <a:pt x="207" y="50"/>
                    <a:pt x="191" y="34"/>
                  </a:cubicBezTo>
                  <a:cubicBezTo>
                    <a:pt x="174" y="17"/>
                    <a:pt x="174" y="17"/>
                    <a:pt x="154" y="17"/>
                  </a:cubicBezTo>
                  <a:cubicBezTo>
                    <a:pt x="137" y="1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1" name="Google Shape;21041;p60"/>
            <p:cNvSpPr/>
            <p:nvPr/>
          </p:nvSpPr>
          <p:spPr>
            <a:xfrm>
              <a:off x="3887425" y="22793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20" y="1"/>
                  </a:moveTo>
                  <a:cubicBezTo>
                    <a:pt x="103" y="1"/>
                    <a:pt x="66" y="1"/>
                    <a:pt x="50" y="38"/>
                  </a:cubicBezTo>
                  <a:cubicBezTo>
                    <a:pt x="0" y="71"/>
                    <a:pt x="0" y="158"/>
                    <a:pt x="33" y="207"/>
                  </a:cubicBezTo>
                  <a:cubicBezTo>
                    <a:pt x="50" y="244"/>
                    <a:pt x="66" y="261"/>
                    <a:pt x="103" y="261"/>
                  </a:cubicBezTo>
                  <a:cubicBezTo>
                    <a:pt x="136" y="261"/>
                    <a:pt x="153" y="261"/>
                    <a:pt x="186" y="244"/>
                  </a:cubicBezTo>
                  <a:cubicBezTo>
                    <a:pt x="206" y="207"/>
                    <a:pt x="223" y="174"/>
                    <a:pt x="223" y="141"/>
                  </a:cubicBezTo>
                  <a:cubicBezTo>
                    <a:pt x="223" y="104"/>
                    <a:pt x="223" y="71"/>
                    <a:pt x="206" y="54"/>
                  </a:cubicBezTo>
                  <a:cubicBezTo>
                    <a:pt x="186" y="38"/>
                    <a:pt x="169" y="17"/>
                    <a:pt x="153" y="17"/>
                  </a:cubicBezTo>
                  <a:cubicBezTo>
                    <a:pt x="153" y="1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2" name="Google Shape;21042;p60"/>
            <p:cNvSpPr/>
            <p:nvPr/>
          </p:nvSpPr>
          <p:spPr>
            <a:xfrm>
              <a:off x="3873200" y="235977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8" y="1"/>
                  </a:moveTo>
                  <a:cubicBezTo>
                    <a:pt x="87" y="1"/>
                    <a:pt x="48" y="33"/>
                    <a:pt x="33" y="81"/>
                  </a:cubicBezTo>
                  <a:cubicBezTo>
                    <a:pt x="0" y="151"/>
                    <a:pt x="33" y="221"/>
                    <a:pt x="87" y="254"/>
                  </a:cubicBezTo>
                  <a:lnTo>
                    <a:pt x="136" y="254"/>
                  </a:lnTo>
                  <a:cubicBezTo>
                    <a:pt x="190" y="254"/>
                    <a:pt x="223" y="221"/>
                    <a:pt x="239" y="184"/>
                  </a:cubicBezTo>
                  <a:cubicBezTo>
                    <a:pt x="239" y="135"/>
                    <a:pt x="239" y="81"/>
                    <a:pt x="206" y="48"/>
                  </a:cubicBezTo>
                  <a:cubicBezTo>
                    <a:pt x="206" y="32"/>
                    <a:pt x="190" y="15"/>
                    <a:pt x="173" y="15"/>
                  </a:cubicBezTo>
                  <a:cubicBezTo>
                    <a:pt x="159" y="5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3" name="Google Shape;21043;p60"/>
            <p:cNvSpPr/>
            <p:nvPr/>
          </p:nvSpPr>
          <p:spPr>
            <a:xfrm>
              <a:off x="3888250" y="23267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86" y="0"/>
                    <a:pt x="68" y="5"/>
                    <a:pt x="50" y="13"/>
                  </a:cubicBezTo>
                  <a:cubicBezTo>
                    <a:pt x="33" y="29"/>
                    <a:pt x="17" y="62"/>
                    <a:pt x="0" y="79"/>
                  </a:cubicBezTo>
                  <a:lnTo>
                    <a:pt x="0" y="165"/>
                  </a:lnTo>
                  <a:cubicBezTo>
                    <a:pt x="17" y="202"/>
                    <a:pt x="33" y="235"/>
                    <a:pt x="70" y="252"/>
                  </a:cubicBezTo>
                  <a:cubicBezTo>
                    <a:pt x="83" y="261"/>
                    <a:pt x="98" y="265"/>
                    <a:pt x="113" y="265"/>
                  </a:cubicBezTo>
                  <a:cubicBezTo>
                    <a:pt x="153" y="265"/>
                    <a:pt x="194" y="233"/>
                    <a:pt x="206" y="182"/>
                  </a:cubicBezTo>
                  <a:cubicBezTo>
                    <a:pt x="239" y="116"/>
                    <a:pt x="206" y="29"/>
                    <a:pt x="153" y="13"/>
                  </a:cubicBezTo>
                  <a:cubicBezTo>
                    <a:pt x="136" y="5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4" name="Google Shape;21044;p60"/>
            <p:cNvSpPr/>
            <p:nvPr/>
          </p:nvSpPr>
          <p:spPr>
            <a:xfrm>
              <a:off x="3880925" y="2343150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08" y="1"/>
                  </a:moveTo>
                  <a:cubicBezTo>
                    <a:pt x="105" y="1"/>
                    <a:pt x="103" y="3"/>
                    <a:pt x="103" y="8"/>
                  </a:cubicBezTo>
                  <a:cubicBezTo>
                    <a:pt x="33" y="8"/>
                    <a:pt x="0" y="78"/>
                    <a:pt x="0" y="144"/>
                  </a:cubicBezTo>
                  <a:cubicBezTo>
                    <a:pt x="17" y="198"/>
                    <a:pt x="33" y="214"/>
                    <a:pt x="54" y="247"/>
                  </a:cubicBezTo>
                  <a:cubicBezTo>
                    <a:pt x="87" y="247"/>
                    <a:pt x="103" y="268"/>
                    <a:pt x="136" y="268"/>
                  </a:cubicBezTo>
                  <a:cubicBezTo>
                    <a:pt x="157" y="247"/>
                    <a:pt x="190" y="231"/>
                    <a:pt x="207" y="214"/>
                  </a:cubicBezTo>
                  <a:cubicBezTo>
                    <a:pt x="223" y="181"/>
                    <a:pt x="223" y="144"/>
                    <a:pt x="223" y="111"/>
                  </a:cubicBezTo>
                  <a:cubicBezTo>
                    <a:pt x="223" y="78"/>
                    <a:pt x="207" y="41"/>
                    <a:pt x="174" y="25"/>
                  </a:cubicBezTo>
                  <a:lnTo>
                    <a:pt x="157" y="8"/>
                  </a:lnTo>
                  <a:lnTo>
                    <a:pt x="136" y="8"/>
                  </a:lnTo>
                  <a:cubicBezTo>
                    <a:pt x="125" y="8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5" name="Google Shape;21045;p60"/>
            <p:cNvSpPr/>
            <p:nvPr/>
          </p:nvSpPr>
          <p:spPr>
            <a:xfrm>
              <a:off x="3879175" y="2389725"/>
              <a:ext cx="5700" cy="6525"/>
            </a:xfrm>
            <a:custGeom>
              <a:avLst/>
              <a:gdLst/>
              <a:ahLst/>
              <a:cxnLst/>
              <a:rect l="l" t="t" r="r" b="b"/>
              <a:pathLst>
                <a:path w="228" h="261" extrusionOk="0">
                  <a:moveTo>
                    <a:pt x="87" y="1"/>
                  </a:moveTo>
                  <a:cubicBezTo>
                    <a:pt x="70" y="1"/>
                    <a:pt x="37" y="33"/>
                    <a:pt x="21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21" y="223"/>
                    <a:pt x="37" y="240"/>
                  </a:cubicBezTo>
                  <a:cubicBezTo>
                    <a:pt x="70" y="260"/>
                    <a:pt x="103" y="260"/>
                    <a:pt x="124" y="260"/>
                  </a:cubicBezTo>
                  <a:cubicBezTo>
                    <a:pt x="190" y="260"/>
                    <a:pt x="227" y="190"/>
                    <a:pt x="227" y="120"/>
                  </a:cubicBezTo>
                  <a:cubicBezTo>
                    <a:pt x="206" y="71"/>
                    <a:pt x="190" y="54"/>
                    <a:pt x="173" y="33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40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6" name="Google Shape;21046;p60"/>
            <p:cNvSpPr/>
            <p:nvPr/>
          </p:nvSpPr>
          <p:spPr>
            <a:xfrm>
              <a:off x="3897200" y="2291900"/>
              <a:ext cx="6125" cy="6575"/>
            </a:xfrm>
            <a:custGeom>
              <a:avLst/>
              <a:gdLst/>
              <a:ahLst/>
              <a:cxnLst/>
              <a:rect l="l" t="t" r="r" b="b"/>
              <a:pathLst>
                <a:path w="245" h="263" extrusionOk="0">
                  <a:moveTo>
                    <a:pt x="113" y="0"/>
                  </a:moveTo>
                  <a:cubicBezTo>
                    <a:pt x="72" y="0"/>
                    <a:pt x="34" y="32"/>
                    <a:pt x="21" y="83"/>
                  </a:cubicBezTo>
                  <a:cubicBezTo>
                    <a:pt x="1" y="100"/>
                    <a:pt x="1" y="116"/>
                    <a:pt x="1" y="133"/>
                  </a:cubicBezTo>
                  <a:cubicBezTo>
                    <a:pt x="21" y="186"/>
                    <a:pt x="38" y="236"/>
                    <a:pt x="87" y="256"/>
                  </a:cubicBezTo>
                  <a:cubicBezTo>
                    <a:pt x="97" y="261"/>
                    <a:pt x="107" y="263"/>
                    <a:pt x="116" y="263"/>
                  </a:cubicBezTo>
                  <a:cubicBezTo>
                    <a:pt x="142" y="263"/>
                    <a:pt x="166" y="247"/>
                    <a:pt x="190" y="219"/>
                  </a:cubicBezTo>
                  <a:cubicBezTo>
                    <a:pt x="207" y="219"/>
                    <a:pt x="207" y="203"/>
                    <a:pt x="228" y="170"/>
                  </a:cubicBezTo>
                  <a:cubicBezTo>
                    <a:pt x="244" y="100"/>
                    <a:pt x="207" y="30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7" name="Google Shape;21047;p60"/>
            <p:cNvSpPr/>
            <p:nvPr/>
          </p:nvSpPr>
          <p:spPr>
            <a:xfrm>
              <a:off x="3893800" y="23871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0"/>
                  </a:moveTo>
                  <a:cubicBezTo>
                    <a:pt x="104" y="0"/>
                    <a:pt x="71" y="0"/>
                    <a:pt x="54" y="17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4" y="240"/>
                    <a:pt x="87" y="260"/>
                    <a:pt x="104" y="260"/>
                  </a:cubicBezTo>
                  <a:cubicBezTo>
                    <a:pt x="137" y="260"/>
                    <a:pt x="174" y="260"/>
                    <a:pt x="190" y="223"/>
                  </a:cubicBezTo>
                  <a:cubicBezTo>
                    <a:pt x="207" y="207"/>
                    <a:pt x="223" y="174"/>
                    <a:pt x="223" y="136"/>
                  </a:cubicBezTo>
                  <a:cubicBezTo>
                    <a:pt x="240" y="104"/>
                    <a:pt x="223" y="71"/>
                    <a:pt x="207" y="54"/>
                  </a:cubicBezTo>
                  <a:cubicBezTo>
                    <a:pt x="190" y="33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8" name="Google Shape;21048;p60"/>
            <p:cNvSpPr/>
            <p:nvPr/>
          </p:nvSpPr>
          <p:spPr>
            <a:xfrm>
              <a:off x="3895550" y="2342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17"/>
                    <a:pt x="1" y="67"/>
                    <a:pt x="17" y="153"/>
                  </a:cubicBezTo>
                  <a:cubicBezTo>
                    <a:pt x="17" y="186"/>
                    <a:pt x="34" y="207"/>
                    <a:pt x="50" y="240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90" y="240"/>
                    <a:pt x="240" y="170"/>
                    <a:pt x="223" y="104"/>
                  </a:cubicBezTo>
                  <a:cubicBezTo>
                    <a:pt x="223" y="67"/>
                    <a:pt x="207" y="34"/>
                    <a:pt x="190" y="17"/>
                  </a:cubicBezTo>
                  <a:cubicBezTo>
                    <a:pt x="17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9" name="Google Shape;21049;p60"/>
            <p:cNvSpPr/>
            <p:nvPr/>
          </p:nvSpPr>
          <p:spPr>
            <a:xfrm>
              <a:off x="3926475" y="22877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11" y="1"/>
                  </a:moveTo>
                  <a:cubicBezTo>
                    <a:pt x="92" y="1"/>
                    <a:pt x="76" y="14"/>
                    <a:pt x="50" y="26"/>
                  </a:cubicBezTo>
                  <a:cubicBezTo>
                    <a:pt x="1" y="75"/>
                    <a:pt x="1" y="162"/>
                    <a:pt x="34" y="215"/>
                  </a:cubicBezTo>
                  <a:cubicBezTo>
                    <a:pt x="50" y="248"/>
                    <a:pt x="87" y="265"/>
                    <a:pt x="120" y="265"/>
                  </a:cubicBezTo>
                  <a:cubicBezTo>
                    <a:pt x="137" y="265"/>
                    <a:pt x="170" y="248"/>
                    <a:pt x="190" y="232"/>
                  </a:cubicBezTo>
                  <a:cubicBezTo>
                    <a:pt x="223" y="215"/>
                    <a:pt x="223" y="178"/>
                    <a:pt x="240" y="145"/>
                  </a:cubicBezTo>
                  <a:cubicBezTo>
                    <a:pt x="240" y="112"/>
                    <a:pt x="223" y="75"/>
                    <a:pt x="207" y="42"/>
                  </a:cubicBezTo>
                  <a:cubicBezTo>
                    <a:pt x="207" y="26"/>
                    <a:pt x="190" y="26"/>
                    <a:pt x="170" y="9"/>
                  </a:cubicBezTo>
                  <a:lnTo>
                    <a:pt x="137" y="9"/>
                  </a:lnTo>
                  <a:cubicBezTo>
                    <a:pt x="127" y="3"/>
                    <a:pt x="119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0" name="Google Shape;21050;p60"/>
            <p:cNvSpPr/>
            <p:nvPr/>
          </p:nvSpPr>
          <p:spPr>
            <a:xfrm>
              <a:off x="3890000" y="2309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85" y="1"/>
                    <a:pt x="44" y="31"/>
                    <a:pt x="17" y="75"/>
                  </a:cubicBezTo>
                  <a:cubicBezTo>
                    <a:pt x="0" y="141"/>
                    <a:pt x="33" y="227"/>
                    <a:pt x="83" y="244"/>
                  </a:cubicBezTo>
                  <a:cubicBezTo>
                    <a:pt x="103" y="260"/>
                    <a:pt x="120" y="260"/>
                    <a:pt x="136" y="260"/>
                  </a:cubicBezTo>
                  <a:cubicBezTo>
                    <a:pt x="169" y="244"/>
                    <a:pt x="223" y="227"/>
                    <a:pt x="223" y="178"/>
                  </a:cubicBezTo>
                  <a:cubicBezTo>
                    <a:pt x="239" y="124"/>
                    <a:pt x="239" y="75"/>
                    <a:pt x="206" y="38"/>
                  </a:cubicBezTo>
                  <a:cubicBezTo>
                    <a:pt x="206" y="21"/>
                    <a:pt x="186" y="21"/>
                    <a:pt x="169" y="5"/>
                  </a:cubicBezTo>
                  <a:cubicBezTo>
                    <a:pt x="158" y="2"/>
                    <a:pt x="14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1" name="Google Shape;21051;p60"/>
            <p:cNvSpPr/>
            <p:nvPr/>
          </p:nvSpPr>
          <p:spPr>
            <a:xfrm>
              <a:off x="3884325" y="23742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38" y="17"/>
                    <a:pt x="0" y="87"/>
                    <a:pt x="0" y="157"/>
                  </a:cubicBezTo>
                  <a:cubicBezTo>
                    <a:pt x="21" y="190"/>
                    <a:pt x="38" y="206"/>
                    <a:pt x="54" y="239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0" y="239"/>
                    <a:pt x="244" y="173"/>
                    <a:pt x="227" y="103"/>
                  </a:cubicBezTo>
                  <a:cubicBezTo>
                    <a:pt x="227" y="70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2" name="Google Shape;21052;p60"/>
            <p:cNvSpPr/>
            <p:nvPr/>
          </p:nvSpPr>
          <p:spPr>
            <a:xfrm>
              <a:off x="3887825" y="23592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0" y="0"/>
                  </a:moveTo>
                  <a:cubicBezTo>
                    <a:pt x="87" y="0"/>
                    <a:pt x="67" y="0"/>
                    <a:pt x="34" y="37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" y="190"/>
                    <a:pt x="17" y="206"/>
                  </a:cubicBezTo>
                  <a:cubicBezTo>
                    <a:pt x="34" y="243"/>
                    <a:pt x="67" y="260"/>
                    <a:pt x="104" y="260"/>
                  </a:cubicBezTo>
                  <a:cubicBezTo>
                    <a:pt x="120" y="260"/>
                    <a:pt x="153" y="260"/>
                    <a:pt x="170" y="223"/>
                  </a:cubicBezTo>
                  <a:cubicBezTo>
                    <a:pt x="223" y="190"/>
                    <a:pt x="240" y="103"/>
                    <a:pt x="190" y="54"/>
                  </a:cubicBezTo>
                  <a:cubicBezTo>
                    <a:pt x="190" y="3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3" name="Google Shape;21053;p60"/>
            <p:cNvSpPr/>
            <p:nvPr/>
          </p:nvSpPr>
          <p:spPr>
            <a:xfrm>
              <a:off x="3943175" y="236097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1" y="0"/>
                  </a:moveTo>
                  <a:cubicBezTo>
                    <a:pt x="104" y="0"/>
                    <a:pt x="71" y="0"/>
                    <a:pt x="54" y="33"/>
                  </a:cubicBezTo>
                  <a:cubicBezTo>
                    <a:pt x="1" y="70"/>
                    <a:pt x="1" y="153"/>
                    <a:pt x="38" y="206"/>
                  </a:cubicBezTo>
                  <a:cubicBezTo>
                    <a:pt x="57" y="247"/>
                    <a:pt x="88" y="264"/>
                    <a:pt x="121" y="264"/>
                  </a:cubicBezTo>
                  <a:cubicBezTo>
                    <a:pt x="145" y="264"/>
                    <a:pt x="169" y="255"/>
                    <a:pt x="190" y="239"/>
                  </a:cubicBezTo>
                  <a:cubicBezTo>
                    <a:pt x="244" y="190"/>
                    <a:pt x="244" y="103"/>
                    <a:pt x="207" y="50"/>
                  </a:cubicBezTo>
                  <a:cubicBezTo>
                    <a:pt x="190" y="33"/>
                    <a:pt x="190" y="17"/>
                    <a:pt x="157" y="17"/>
                  </a:cubicBezTo>
                  <a:cubicBezTo>
                    <a:pt x="157" y="0"/>
                    <a:pt x="141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4" name="Google Shape;21054;p60"/>
            <p:cNvSpPr/>
            <p:nvPr/>
          </p:nvSpPr>
          <p:spPr>
            <a:xfrm>
              <a:off x="3979250" y="22938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29" y="0"/>
                  </a:moveTo>
                  <a:cubicBezTo>
                    <a:pt x="83" y="0"/>
                    <a:pt x="34" y="33"/>
                    <a:pt x="17" y="91"/>
                  </a:cubicBezTo>
                  <a:cubicBezTo>
                    <a:pt x="1" y="140"/>
                    <a:pt x="17" y="227"/>
                    <a:pt x="87" y="243"/>
                  </a:cubicBezTo>
                  <a:cubicBezTo>
                    <a:pt x="104" y="260"/>
                    <a:pt x="120" y="260"/>
                    <a:pt x="141" y="260"/>
                  </a:cubicBezTo>
                  <a:cubicBezTo>
                    <a:pt x="174" y="260"/>
                    <a:pt x="207" y="227"/>
                    <a:pt x="223" y="177"/>
                  </a:cubicBezTo>
                  <a:cubicBezTo>
                    <a:pt x="244" y="124"/>
                    <a:pt x="223" y="74"/>
                    <a:pt x="207" y="37"/>
                  </a:cubicBezTo>
                  <a:cubicBezTo>
                    <a:pt x="190" y="21"/>
                    <a:pt x="174" y="21"/>
                    <a:pt x="157" y="4"/>
                  </a:cubicBezTo>
                  <a:cubicBezTo>
                    <a:pt x="148" y="2"/>
                    <a:pt x="139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5" name="Google Shape;21055;p60"/>
            <p:cNvSpPr/>
            <p:nvPr/>
          </p:nvSpPr>
          <p:spPr>
            <a:xfrm>
              <a:off x="3981000" y="2369850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47" y="0"/>
                  </a:moveTo>
                  <a:cubicBezTo>
                    <a:pt x="99" y="0"/>
                    <a:pt x="48" y="35"/>
                    <a:pt x="34" y="90"/>
                  </a:cubicBezTo>
                  <a:cubicBezTo>
                    <a:pt x="1" y="144"/>
                    <a:pt x="34" y="231"/>
                    <a:pt x="87" y="247"/>
                  </a:cubicBezTo>
                  <a:cubicBezTo>
                    <a:pt x="105" y="256"/>
                    <a:pt x="121" y="260"/>
                    <a:pt x="137" y="260"/>
                  </a:cubicBezTo>
                  <a:cubicBezTo>
                    <a:pt x="180" y="260"/>
                    <a:pt x="216" y="229"/>
                    <a:pt x="240" y="177"/>
                  </a:cubicBezTo>
                  <a:cubicBezTo>
                    <a:pt x="256" y="107"/>
                    <a:pt x="223" y="41"/>
                    <a:pt x="174" y="4"/>
                  </a:cubicBezTo>
                  <a:cubicBezTo>
                    <a:pt x="165" y="1"/>
                    <a:pt x="1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6" name="Google Shape;21056;p60"/>
            <p:cNvSpPr/>
            <p:nvPr/>
          </p:nvSpPr>
          <p:spPr>
            <a:xfrm>
              <a:off x="3978025" y="2340350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36" y="1"/>
                  </a:moveTo>
                  <a:cubicBezTo>
                    <a:pt x="103" y="1"/>
                    <a:pt x="66" y="1"/>
                    <a:pt x="50" y="34"/>
                  </a:cubicBezTo>
                  <a:cubicBezTo>
                    <a:pt x="0" y="71"/>
                    <a:pt x="0" y="153"/>
                    <a:pt x="33" y="207"/>
                  </a:cubicBezTo>
                  <a:cubicBezTo>
                    <a:pt x="50" y="240"/>
                    <a:pt x="66" y="256"/>
                    <a:pt x="103" y="256"/>
                  </a:cubicBezTo>
                  <a:cubicBezTo>
                    <a:pt x="136" y="256"/>
                    <a:pt x="169" y="256"/>
                    <a:pt x="190" y="223"/>
                  </a:cubicBezTo>
                  <a:cubicBezTo>
                    <a:pt x="206" y="207"/>
                    <a:pt x="223" y="174"/>
                    <a:pt x="223" y="137"/>
                  </a:cubicBezTo>
                  <a:cubicBezTo>
                    <a:pt x="223" y="104"/>
                    <a:pt x="223" y="71"/>
                    <a:pt x="206" y="50"/>
                  </a:cubicBezTo>
                  <a:cubicBezTo>
                    <a:pt x="190" y="34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7" name="Google Shape;21057;p60"/>
            <p:cNvSpPr/>
            <p:nvPr/>
          </p:nvSpPr>
          <p:spPr>
            <a:xfrm>
              <a:off x="3975850" y="2261700"/>
              <a:ext cx="6425" cy="6575"/>
            </a:xfrm>
            <a:custGeom>
              <a:avLst/>
              <a:gdLst/>
              <a:ahLst/>
              <a:cxnLst/>
              <a:rect l="l" t="t" r="r" b="b"/>
              <a:pathLst>
                <a:path w="257" h="263" extrusionOk="0">
                  <a:moveTo>
                    <a:pt x="137" y="1"/>
                  </a:moveTo>
                  <a:cubicBezTo>
                    <a:pt x="104" y="1"/>
                    <a:pt x="87" y="1"/>
                    <a:pt x="50" y="38"/>
                  </a:cubicBezTo>
                  <a:cubicBezTo>
                    <a:pt x="17" y="71"/>
                    <a:pt x="1" y="158"/>
                    <a:pt x="34" y="207"/>
                  </a:cubicBezTo>
                  <a:cubicBezTo>
                    <a:pt x="63" y="245"/>
                    <a:pt x="95" y="262"/>
                    <a:pt x="125" y="262"/>
                  </a:cubicBezTo>
                  <a:cubicBezTo>
                    <a:pt x="150" y="262"/>
                    <a:pt x="173" y="250"/>
                    <a:pt x="190" y="228"/>
                  </a:cubicBezTo>
                  <a:cubicBezTo>
                    <a:pt x="240" y="191"/>
                    <a:pt x="256" y="104"/>
                    <a:pt x="207" y="54"/>
                  </a:cubicBezTo>
                  <a:cubicBezTo>
                    <a:pt x="207" y="38"/>
                    <a:pt x="190" y="2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8" name="Google Shape;21058;p60"/>
            <p:cNvSpPr/>
            <p:nvPr/>
          </p:nvSpPr>
          <p:spPr>
            <a:xfrm>
              <a:off x="3967300" y="22977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3" y="1"/>
                  </a:moveTo>
                  <a:cubicBezTo>
                    <a:pt x="33" y="1"/>
                    <a:pt x="0" y="71"/>
                    <a:pt x="0" y="141"/>
                  </a:cubicBezTo>
                  <a:cubicBezTo>
                    <a:pt x="17" y="174"/>
                    <a:pt x="33" y="207"/>
                    <a:pt x="50" y="228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53" y="244"/>
                    <a:pt x="186" y="228"/>
                    <a:pt x="207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7" y="38"/>
                    <a:pt x="186" y="21"/>
                  </a:cubicBezTo>
                  <a:cubicBezTo>
                    <a:pt x="169" y="21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9" name="Google Shape;21059;p60"/>
            <p:cNvSpPr/>
            <p:nvPr/>
          </p:nvSpPr>
          <p:spPr>
            <a:xfrm>
              <a:off x="3971525" y="22789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0"/>
                  </a:moveTo>
                  <a:cubicBezTo>
                    <a:pt x="71" y="0"/>
                    <a:pt x="54" y="17"/>
                    <a:pt x="38" y="54"/>
                  </a:cubicBezTo>
                  <a:cubicBezTo>
                    <a:pt x="17" y="87"/>
                    <a:pt x="0" y="120"/>
                    <a:pt x="0" y="157"/>
                  </a:cubicBezTo>
                  <a:cubicBezTo>
                    <a:pt x="17" y="190"/>
                    <a:pt x="38" y="207"/>
                    <a:pt x="54" y="223"/>
                  </a:cubicBezTo>
                  <a:cubicBezTo>
                    <a:pt x="71" y="260"/>
                    <a:pt x="103" y="260"/>
                    <a:pt x="141" y="260"/>
                  </a:cubicBezTo>
                  <a:cubicBezTo>
                    <a:pt x="190" y="240"/>
                    <a:pt x="244" y="174"/>
                    <a:pt x="223" y="103"/>
                  </a:cubicBezTo>
                  <a:cubicBezTo>
                    <a:pt x="223" y="70"/>
                    <a:pt x="207" y="33"/>
                    <a:pt x="190" y="17"/>
                  </a:cubicBezTo>
                  <a:cubicBezTo>
                    <a:pt x="174" y="17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0" name="Google Shape;21060;p60"/>
            <p:cNvSpPr/>
            <p:nvPr/>
          </p:nvSpPr>
          <p:spPr>
            <a:xfrm>
              <a:off x="3975025" y="23897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1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215"/>
                    <a:pt x="68" y="263"/>
                    <a:pt x="116" y="263"/>
                  </a:cubicBezTo>
                  <a:cubicBezTo>
                    <a:pt x="123" y="263"/>
                    <a:pt x="130" y="262"/>
                    <a:pt x="137" y="260"/>
                  </a:cubicBezTo>
                  <a:cubicBezTo>
                    <a:pt x="170" y="260"/>
                    <a:pt x="186" y="240"/>
                    <a:pt x="207" y="207"/>
                  </a:cubicBezTo>
                  <a:cubicBezTo>
                    <a:pt x="223" y="190"/>
                    <a:pt x="240" y="157"/>
                    <a:pt x="223" y="120"/>
                  </a:cubicBezTo>
                  <a:cubicBezTo>
                    <a:pt x="223" y="87"/>
                    <a:pt x="207" y="54"/>
                    <a:pt x="186" y="33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1" name="Google Shape;21061;p60"/>
            <p:cNvSpPr/>
            <p:nvPr/>
          </p:nvSpPr>
          <p:spPr>
            <a:xfrm>
              <a:off x="3960400" y="23128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70" y="1"/>
                    <a:pt x="50" y="17"/>
                  </a:cubicBezTo>
                  <a:cubicBezTo>
                    <a:pt x="0" y="71"/>
                    <a:pt x="0" y="157"/>
                    <a:pt x="33" y="207"/>
                  </a:cubicBezTo>
                  <a:cubicBezTo>
                    <a:pt x="50" y="244"/>
                    <a:pt x="87" y="261"/>
                    <a:pt x="103" y="261"/>
                  </a:cubicBezTo>
                  <a:cubicBezTo>
                    <a:pt x="136" y="261"/>
                    <a:pt x="173" y="244"/>
                    <a:pt x="190" y="223"/>
                  </a:cubicBezTo>
                  <a:cubicBezTo>
                    <a:pt x="206" y="207"/>
                    <a:pt x="223" y="174"/>
                    <a:pt x="223" y="141"/>
                  </a:cubicBezTo>
                  <a:cubicBezTo>
                    <a:pt x="239" y="104"/>
                    <a:pt x="223" y="71"/>
                    <a:pt x="206" y="54"/>
                  </a:cubicBezTo>
                  <a:cubicBezTo>
                    <a:pt x="190" y="17"/>
                    <a:pt x="17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2" name="Google Shape;21062;p60"/>
            <p:cNvSpPr/>
            <p:nvPr/>
          </p:nvSpPr>
          <p:spPr>
            <a:xfrm>
              <a:off x="3929475" y="23179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70" y="1"/>
                    <a:pt x="50" y="38"/>
                  </a:cubicBezTo>
                  <a:cubicBezTo>
                    <a:pt x="0" y="71"/>
                    <a:pt x="0" y="158"/>
                    <a:pt x="33" y="207"/>
                  </a:cubicBezTo>
                  <a:cubicBezTo>
                    <a:pt x="50" y="244"/>
                    <a:pt x="87" y="261"/>
                    <a:pt x="103" y="261"/>
                  </a:cubicBezTo>
                  <a:cubicBezTo>
                    <a:pt x="136" y="261"/>
                    <a:pt x="173" y="261"/>
                    <a:pt x="190" y="244"/>
                  </a:cubicBezTo>
                  <a:cubicBezTo>
                    <a:pt x="239" y="191"/>
                    <a:pt x="239" y="104"/>
                    <a:pt x="206" y="55"/>
                  </a:cubicBezTo>
                  <a:cubicBezTo>
                    <a:pt x="190" y="38"/>
                    <a:pt x="173" y="17"/>
                    <a:pt x="153" y="17"/>
                  </a:cubicBezTo>
                  <a:cubicBezTo>
                    <a:pt x="153" y="1"/>
                    <a:pt x="13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3" name="Google Shape;21063;p60"/>
            <p:cNvSpPr/>
            <p:nvPr/>
          </p:nvSpPr>
          <p:spPr>
            <a:xfrm>
              <a:off x="3962975" y="234260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29" y="1"/>
                  </a:moveTo>
                  <a:cubicBezTo>
                    <a:pt x="86" y="1"/>
                    <a:pt x="45" y="32"/>
                    <a:pt x="33" y="84"/>
                  </a:cubicBezTo>
                  <a:cubicBezTo>
                    <a:pt x="0" y="150"/>
                    <a:pt x="33" y="220"/>
                    <a:pt x="87" y="253"/>
                  </a:cubicBezTo>
                  <a:lnTo>
                    <a:pt x="136" y="253"/>
                  </a:lnTo>
                  <a:cubicBezTo>
                    <a:pt x="190" y="253"/>
                    <a:pt x="223" y="220"/>
                    <a:pt x="239" y="187"/>
                  </a:cubicBezTo>
                  <a:cubicBezTo>
                    <a:pt x="239" y="133"/>
                    <a:pt x="239" y="84"/>
                    <a:pt x="206" y="47"/>
                  </a:cubicBezTo>
                  <a:cubicBezTo>
                    <a:pt x="206" y="30"/>
                    <a:pt x="190" y="14"/>
                    <a:pt x="173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4" name="Google Shape;21064;p60"/>
            <p:cNvSpPr/>
            <p:nvPr/>
          </p:nvSpPr>
          <p:spPr>
            <a:xfrm>
              <a:off x="3961225" y="23602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0"/>
                  </a:moveTo>
                  <a:cubicBezTo>
                    <a:pt x="87" y="0"/>
                    <a:pt x="70" y="4"/>
                    <a:pt x="54" y="13"/>
                  </a:cubicBezTo>
                  <a:cubicBezTo>
                    <a:pt x="37" y="29"/>
                    <a:pt x="17" y="46"/>
                    <a:pt x="17" y="79"/>
                  </a:cubicBezTo>
                  <a:cubicBezTo>
                    <a:pt x="0" y="116"/>
                    <a:pt x="0" y="132"/>
                    <a:pt x="0" y="165"/>
                  </a:cubicBezTo>
                  <a:cubicBezTo>
                    <a:pt x="17" y="202"/>
                    <a:pt x="37" y="235"/>
                    <a:pt x="70" y="252"/>
                  </a:cubicBezTo>
                  <a:cubicBezTo>
                    <a:pt x="82" y="255"/>
                    <a:pt x="93" y="256"/>
                    <a:pt x="104" y="256"/>
                  </a:cubicBezTo>
                  <a:cubicBezTo>
                    <a:pt x="157" y="256"/>
                    <a:pt x="195" y="223"/>
                    <a:pt x="223" y="165"/>
                  </a:cubicBezTo>
                  <a:cubicBezTo>
                    <a:pt x="243" y="99"/>
                    <a:pt x="206" y="29"/>
                    <a:pt x="157" y="13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5" name="Google Shape;21065;p60"/>
            <p:cNvSpPr/>
            <p:nvPr/>
          </p:nvSpPr>
          <p:spPr>
            <a:xfrm>
              <a:off x="3970700" y="2325200"/>
              <a:ext cx="5600" cy="6450"/>
            </a:xfrm>
            <a:custGeom>
              <a:avLst/>
              <a:gdLst/>
              <a:ahLst/>
              <a:cxnLst/>
              <a:rect l="l" t="t" r="r" b="b"/>
              <a:pathLst>
                <a:path w="224" h="258" extrusionOk="0">
                  <a:moveTo>
                    <a:pt x="110" y="1"/>
                  </a:moveTo>
                  <a:cubicBezTo>
                    <a:pt x="65" y="1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0" y="194"/>
                    <a:pt x="17" y="227"/>
                    <a:pt x="71" y="244"/>
                  </a:cubicBezTo>
                  <a:cubicBezTo>
                    <a:pt x="85" y="253"/>
                    <a:pt x="102" y="258"/>
                    <a:pt x="118" y="258"/>
                  </a:cubicBezTo>
                  <a:cubicBezTo>
                    <a:pt x="141" y="258"/>
                    <a:pt x="162" y="249"/>
                    <a:pt x="174" y="227"/>
                  </a:cubicBezTo>
                  <a:cubicBezTo>
                    <a:pt x="190" y="211"/>
                    <a:pt x="207" y="194"/>
                    <a:pt x="207" y="178"/>
                  </a:cubicBezTo>
                  <a:cubicBezTo>
                    <a:pt x="223" y="108"/>
                    <a:pt x="207" y="38"/>
                    <a:pt x="136" y="5"/>
                  </a:cubicBezTo>
                  <a:cubicBezTo>
                    <a:pt x="128" y="2"/>
                    <a:pt x="119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6" name="Google Shape;21066;p60"/>
            <p:cNvSpPr/>
            <p:nvPr/>
          </p:nvSpPr>
          <p:spPr>
            <a:xfrm>
              <a:off x="3973275" y="2311225"/>
              <a:ext cx="6425" cy="6775"/>
            </a:xfrm>
            <a:custGeom>
              <a:avLst/>
              <a:gdLst/>
              <a:ahLst/>
              <a:cxnLst/>
              <a:rect l="l" t="t" r="r" b="b"/>
              <a:pathLst>
                <a:path w="257" h="271" extrusionOk="0">
                  <a:moveTo>
                    <a:pt x="128" y="1"/>
                  </a:moveTo>
                  <a:cubicBezTo>
                    <a:pt x="86" y="1"/>
                    <a:pt x="45" y="33"/>
                    <a:pt x="33" y="81"/>
                  </a:cubicBezTo>
                  <a:cubicBezTo>
                    <a:pt x="1" y="151"/>
                    <a:pt x="33" y="238"/>
                    <a:pt x="87" y="254"/>
                  </a:cubicBezTo>
                  <a:cubicBezTo>
                    <a:pt x="104" y="271"/>
                    <a:pt x="120" y="271"/>
                    <a:pt x="137" y="271"/>
                  </a:cubicBezTo>
                  <a:cubicBezTo>
                    <a:pt x="190" y="254"/>
                    <a:pt x="223" y="238"/>
                    <a:pt x="240" y="184"/>
                  </a:cubicBezTo>
                  <a:cubicBezTo>
                    <a:pt x="256" y="135"/>
                    <a:pt x="240" y="81"/>
                    <a:pt x="207" y="48"/>
                  </a:cubicBezTo>
                  <a:cubicBezTo>
                    <a:pt x="207" y="32"/>
                    <a:pt x="190" y="15"/>
                    <a:pt x="174" y="15"/>
                  </a:cubicBezTo>
                  <a:cubicBezTo>
                    <a:pt x="159" y="5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7" name="Google Shape;21067;p60"/>
            <p:cNvSpPr/>
            <p:nvPr/>
          </p:nvSpPr>
          <p:spPr>
            <a:xfrm>
              <a:off x="3844025" y="2366225"/>
              <a:ext cx="5600" cy="6825"/>
            </a:xfrm>
            <a:custGeom>
              <a:avLst/>
              <a:gdLst/>
              <a:ahLst/>
              <a:cxnLst/>
              <a:rect l="l" t="t" r="r" b="b"/>
              <a:pathLst>
                <a:path w="224" h="273" extrusionOk="0">
                  <a:moveTo>
                    <a:pt x="120" y="0"/>
                  </a:moveTo>
                  <a:cubicBezTo>
                    <a:pt x="108" y="0"/>
                    <a:pt x="95" y="5"/>
                    <a:pt x="87" y="13"/>
                  </a:cubicBezTo>
                  <a:cubicBezTo>
                    <a:pt x="66" y="13"/>
                    <a:pt x="33" y="29"/>
                    <a:pt x="17" y="66"/>
                  </a:cubicBezTo>
                  <a:cubicBezTo>
                    <a:pt x="0" y="83"/>
                    <a:pt x="0" y="116"/>
                    <a:pt x="0" y="149"/>
                  </a:cubicBezTo>
                  <a:cubicBezTo>
                    <a:pt x="0" y="186"/>
                    <a:pt x="17" y="219"/>
                    <a:pt x="50" y="235"/>
                  </a:cubicBezTo>
                  <a:cubicBezTo>
                    <a:pt x="66" y="252"/>
                    <a:pt x="103" y="273"/>
                    <a:pt x="120" y="273"/>
                  </a:cubicBezTo>
                  <a:cubicBezTo>
                    <a:pt x="190" y="252"/>
                    <a:pt x="223" y="186"/>
                    <a:pt x="223" y="116"/>
                  </a:cubicBezTo>
                  <a:cubicBezTo>
                    <a:pt x="207" y="83"/>
                    <a:pt x="207" y="46"/>
                    <a:pt x="169" y="29"/>
                  </a:cubicBezTo>
                  <a:lnTo>
                    <a:pt x="153" y="13"/>
                  </a:lnTo>
                  <a:cubicBezTo>
                    <a:pt x="145" y="5"/>
                    <a:pt x="132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8" name="Google Shape;21068;p60"/>
            <p:cNvSpPr/>
            <p:nvPr/>
          </p:nvSpPr>
          <p:spPr>
            <a:xfrm>
              <a:off x="3962975" y="2249375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09" y="1"/>
                  </a:moveTo>
                  <a:cubicBezTo>
                    <a:pt x="69" y="1"/>
                    <a:pt x="29" y="34"/>
                    <a:pt x="17" y="82"/>
                  </a:cubicBezTo>
                  <a:cubicBezTo>
                    <a:pt x="0" y="152"/>
                    <a:pt x="17" y="222"/>
                    <a:pt x="87" y="255"/>
                  </a:cubicBezTo>
                  <a:cubicBezTo>
                    <a:pt x="95" y="258"/>
                    <a:pt x="105" y="259"/>
                    <a:pt x="114" y="259"/>
                  </a:cubicBezTo>
                  <a:cubicBezTo>
                    <a:pt x="159" y="259"/>
                    <a:pt x="209" y="229"/>
                    <a:pt x="223" y="185"/>
                  </a:cubicBezTo>
                  <a:cubicBezTo>
                    <a:pt x="239" y="119"/>
                    <a:pt x="206" y="32"/>
                    <a:pt x="153" y="16"/>
                  </a:cubicBezTo>
                  <a:cubicBezTo>
                    <a:pt x="139" y="5"/>
                    <a:pt x="124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9" name="Google Shape;21069;p60"/>
            <p:cNvSpPr/>
            <p:nvPr/>
          </p:nvSpPr>
          <p:spPr>
            <a:xfrm>
              <a:off x="3941950" y="228490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0" y="190"/>
                    <a:pt x="17" y="227"/>
                    <a:pt x="50" y="244"/>
                  </a:cubicBezTo>
                  <a:cubicBezTo>
                    <a:pt x="61" y="255"/>
                    <a:pt x="83" y="267"/>
                    <a:pt x="101" y="267"/>
                  </a:cubicBezTo>
                  <a:cubicBezTo>
                    <a:pt x="108" y="267"/>
                    <a:pt x="115" y="265"/>
                    <a:pt x="120" y="260"/>
                  </a:cubicBezTo>
                  <a:cubicBezTo>
                    <a:pt x="153" y="260"/>
                    <a:pt x="190" y="244"/>
                    <a:pt x="206" y="207"/>
                  </a:cubicBezTo>
                  <a:cubicBezTo>
                    <a:pt x="223" y="190"/>
                    <a:pt x="223" y="157"/>
                    <a:pt x="223" y="124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21"/>
                    <a:pt x="153" y="21"/>
                    <a:pt x="153" y="21"/>
                  </a:cubicBez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0" name="Google Shape;21070;p60"/>
            <p:cNvSpPr/>
            <p:nvPr/>
          </p:nvSpPr>
          <p:spPr>
            <a:xfrm>
              <a:off x="3968525" y="2375225"/>
              <a:ext cx="6000" cy="6800"/>
            </a:xfrm>
            <a:custGeom>
              <a:avLst/>
              <a:gdLst/>
              <a:ahLst/>
              <a:cxnLst/>
              <a:rect l="l" t="t" r="r" b="b"/>
              <a:pathLst>
                <a:path w="240" h="272" extrusionOk="0">
                  <a:moveTo>
                    <a:pt x="129" y="0"/>
                  </a:moveTo>
                  <a:cubicBezTo>
                    <a:pt x="120" y="0"/>
                    <a:pt x="112" y="5"/>
                    <a:pt x="104" y="16"/>
                  </a:cubicBezTo>
                  <a:cubicBezTo>
                    <a:pt x="54" y="16"/>
                    <a:pt x="1" y="82"/>
                    <a:pt x="17" y="152"/>
                  </a:cubicBezTo>
                  <a:cubicBezTo>
                    <a:pt x="17" y="185"/>
                    <a:pt x="34" y="222"/>
                    <a:pt x="54" y="238"/>
                  </a:cubicBezTo>
                  <a:cubicBezTo>
                    <a:pt x="87" y="255"/>
                    <a:pt x="104" y="271"/>
                    <a:pt x="137" y="271"/>
                  </a:cubicBezTo>
                  <a:cubicBezTo>
                    <a:pt x="207" y="255"/>
                    <a:pt x="240" y="185"/>
                    <a:pt x="223" y="119"/>
                  </a:cubicBezTo>
                  <a:cubicBezTo>
                    <a:pt x="223" y="82"/>
                    <a:pt x="207" y="49"/>
                    <a:pt x="191" y="32"/>
                  </a:cubicBezTo>
                  <a:cubicBezTo>
                    <a:pt x="174" y="32"/>
                    <a:pt x="174" y="16"/>
                    <a:pt x="158" y="16"/>
                  </a:cubicBezTo>
                  <a:cubicBezTo>
                    <a:pt x="147" y="5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1" name="Google Shape;21071;p60"/>
            <p:cNvSpPr/>
            <p:nvPr/>
          </p:nvSpPr>
          <p:spPr>
            <a:xfrm>
              <a:off x="3938425" y="2335500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29" y="1"/>
                  </a:moveTo>
                  <a:cubicBezTo>
                    <a:pt x="83" y="1"/>
                    <a:pt x="35" y="33"/>
                    <a:pt x="22" y="92"/>
                  </a:cubicBezTo>
                  <a:cubicBezTo>
                    <a:pt x="1" y="141"/>
                    <a:pt x="22" y="228"/>
                    <a:pt x="71" y="244"/>
                  </a:cubicBezTo>
                  <a:cubicBezTo>
                    <a:pt x="90" y="254"/>
                    <a:pt x="109" y="259"/>
                    <a:pt x="127" y="259"/>
                  </a:cubicBezTo>
                  <a:cubicBezTo>
                    <a:pt x="174" y="259"/>
                    <a:pt x="213" y="226"/>
                    <a:pt x="228" y="178"/>
                  </a:cubicBezTo>
                  <a:cubicBezTo>
                    <a:pt x="244" y="108"/>
                    <a:pt x="207" y="38"/>
                    <a:pt x="158" y="5"/>
                  </a:cubicBezTo>
                  <a:cubicBezTo>
                    <a:pt x="149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2" name="Google Shape;21072;p60"/>
            <p:cNvSpPr/>
            <p:nvPr/>
          </p:nvSpPr>
          <p:spPr>
            <a:xfrm>
              <a:off x="3938950" y="23781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67" y="1"/>
                    <a:pt x="34" y="17"/>
                    <a:pt x="17" y="50"/>
                  </a:cubicBezTo>
                  <a:cubicBezTo>
                    <a:pt x="1" y="83"/>
                    <a:pt x="1" y="120"/>
                    <a:pt x="1" y="153"/>
                  </a:cubicBezTo>
                  <a:cubicBezTo>
                    <a:pt x="17" y="186"/>
                    <a:pt x="17" y="207"/>
                    <a:pt x="50" y="240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86" y="240"/>
                    <a:pt x="240" y="170"/>
                    <a:pt x="223" y="104"/>
                  </a:cubicBezTo>
                  <a:cubicBezTo>
                    <a:pt x="223" y="67"/>
                    <a:pt x="207" y="50"/>
                    <a:pt x="170" y="17"/>
                  </a:cubicBezTo>
                  <a:cubicBezTo>
                    <a:pt x="170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3" name="Google Shape;21073;p60"/>
            <p:cNvSpPr/>
            <p:nvPr/>
          </p:nvSpPr>
          <p:spPr>
            <a:xfrm>
              <a:off x="3934625" y="22573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cubicBezTo>
                    <a:pt x="50" y="8"/>
                    <a:pt x="0" y="74"/>
                    <a:pt x="17" y="144"/>
                  </a:cubicBezTo>
                  <a:cubicBezTo>
                    <a:pt x="17" y="214"/>
                    <a:pt x="87" y="263"/>
                    <a:pt x="136" y="263"/>
                  </a:cubicBezTo>
                  <a:cubicBezTo>
                    <a:pt x="174" y="247"/>
                    <a:pt x="190" y="230"/>
                    <a:pt x="207" y="214"/>
                  </a:cubicBezTo>
                  <a:cubicBezTo>
                    <a:pt x="223" y="177"/>
                    <a:pt x="240" y="144"/>
                    <a:pt x="240" y="111"/>
                  </a:cubicBezTo>
                  <a:cubicBezTo>
                    <a:pt x="223" y="74"/>
                    <a:pt x="207" y="41"/>
                    <a:pt x="190" y="24"/>
                  </a:cubicBezTo>
                  <a:cubicBezTo>
                    <a:pt x="190" y="24"/>
                    <a:pt x="174" y="8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4" name="Google Shape;21074;p60"/>
            <p:cNvSpPr/>
            <p:nvPr/>
          </p:nvSpPr>
          <p:spPr>
            <a:xfrm>
              <a:off x="3933275" y="2272625"/>
              <a:ext cx="5700" cy="6500"/>
            </a:xfrm>
            <a:custGeom>
              <a:avLst/>
              <a:gdLst/>
              <a:ahLst/>
              <a:cxnLst/>
              <a:rect l="l" t="t" r="r" b="b"/>
              <a:pathLst>
                <a:path w="228" h="260" extrusionOk="0">
                  <a:moveTo>
                    <a:pt x="132" y="1"/>
                  </a:moveTo>
                  <a:cubicBezTo>
                    <a:pt x="123" y="1"/>
                    <a:pt x="114" y="5"/>
                    <a:pt x="104" y="13"/>
                  </a:cubicBezTo>
                  <a:cubicBezTo>
                    <a:pt x="38" y="13"/>
                    <a:pt x="1" y="79"/>
                    <a:pt x="1" y="149"/>
                  </a:cubicBezTo>
                  <a:cubicBezTo>
                    <a:pt x="21" y="182"/>
                    <a:pt x="21" y="219"/>
                    <a:pt x="54" y="236"/>
                  </a:cubicBezTo>
                  <a:cubicBezTo>
                    <a:pt x="66" y="248"/>
                    <a:pt x="86" y="259"/>
                    <a:pt x="110" y="259"/>
                  </a:cubicBezTo>
                  <a:cubicBezTo>
                    <a:pt x="120" y="259"/>
                    <a:pt x="130" y="257"/>
                    <a:pt x="141" y="252"/>
                  </a:cubicBezTo>
                  <a:cubicBezTo>
                    <a:pt x="157" y="252"/>
                    <a:pt x="190" y="236"/>
                    <a:pt x="207" y="203"/>
                  </a:cubicBezTo>
                  <a:cubicBezTo>
                    <a:pt x="228" y="182"/>
                    <a:pt x="228" y="149"/>
                    <a:pt x="228" y="116"/>
                  </a:cubicBezTo>
                  <a:cubicBezTo>
                    <a:pt x="228" y="79"/>
                    <a:pt x="207" y="46"/>
                    <a:pt x="174" y="30"/>
                  </a:cubicBezTo>
                  <a:cubicBezTo>
                    <a:pt x="174" y="13"/>
                    <a:pt x="157" y="13"/>
                    <a:pt x="157" y="13"/>
                  </a:cubicBezTo>
                  <a:cubicBezTo>
                    <a:pt x="149" y="5"/>
                    <a:pt x="141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5" name="Google Shape;21075;p60"/>
            <p:cNvSpPr/>
            <p:nvPr/>
          </p:nvSpPr>
          <p:spPr>
            <a:xfrm>
              <a:off x="3934625" y="23021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33" y="223"/>
                    <a:pt x="50" y="239"/>
                  </a:cubicBezTo>
                  <a:cubicBezTo>
                    <a:pt x="65" y="254"/>
                    <a:pt x="86" y="267"/>
                    <a:pt x="108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190" y="260"/>
                    <a:pt x="240" y="190"/>
                    <a:pt x="223" y="120"/>
                  </a:cubicBezTo>
                  <a:cubicBezTo>
                    <a:pt x="223" y="87"/>
                    <a:pt x="207" y="54"/>
                    <a:pt x="190" y="33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6" name="Google Shape;21076;p60"/>
            <p:cNvSpPr/>
            <p:nvPr/>
          </p:nvSpPr>
          <p:spPr>
            <a:xfrm>
              <a:off x="3956050" y="232962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04" y="1"/>
                  </a:moveTo>
                  <a:cubicBezTo>
                    <a:pt x="71" y="1"/>
                    <a:pt x="55" y="17"/>
                    <a:pt x="38" y="50"/>
                  </a:cubicBezTo>
                  <a:cubicBezTo>
                    <a:pt x="17" y="87"/>
                    <a:pt x="1" y="120"/>
                    <a:pt x="17" y="153"/>
                  </a:cubicBezTo>
                  <a:cubicBezTo>
                    <a:pt x="17" y="191"/>
                    <a:pt x="38" y="207"/>
                    <a:pt x="55" y="240"/>
                  </a:cubicBezTo>
                  <a:cubicBezTo>
                    <a:pt x="88" y="256"/>
                    <a:pt x="104" y="256"/>
                    <a:pt x="141" y="256"/>
                  </a:cubicBezTo>
                  <a:cubicBezTo>
                    <a:pt x="207" y="240"/>
                    <a:pt x="244" y="170"/>
                    <a:pt x="224" y="104"/>
                  </a:cubicBezTo>
                  <a:cubicBezTo>
                    <a:pt x="224" y="67"/>
                    <a:pt x="207" y="50"/>
                    <a:pt x="191" y="17"/>
                  </a:cubicBezTo>
                  <a:cubicBezTo>
                    <a:pt x="174" y="17"/>
                    <a:pt x="174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7" name="Google Shape;21077;p60"/>
            <p:cNvSpPr/>
            <p:nvPr/>
          </p:nvSpPr>
          <p:spPr>
            <a:xfrm>
              <a:off x="3953900" y="2376425"/>
              <a:ext cx="5700" cy="6425"/>
            </a:xfrm>
            <a:custGeom>
              <a:avLst/>
              <a:gdLst/>
              <a:ahLst/>
              <a:cxnLst/>
              <a:rect l="l" t="t" r="r" b="b"/>
              <a:pathLst>
                <a:path w="228" h="257" extrusionOk="0">
                  <a:moveTo>
                    <a:pt x="103" y="1"/>
                  </a:moveTo>
                  <a:cubicBezTo>
                    <a:pt x="38" y="17"/>
                    <a:pt x="0" y="87"/>
                    <a:pt x="0" y="153"/>
                  </a:cubicBezTo>
                  <a:cubicBezTo>
                    <a:pt x="21" y="190"/>
                    <a:pt x="38" y="223"/>
                    <a:pt x="54" y="240"/>
                  </a:cubicBezTo>
                  <a:cubicBezTo>
                    <a:pt x="87" y="256"/>
                    <a:pt x="103" y="256"/>
                    <a:pt x="141" y="256"/>
                  </a:cubicBezTo>
                  <a:cubicBezTo>
                    <a:pt x="157" y="256"/>
                    <a:pt x="190" y="240"/>
                    <a:pt x="207" y="207"/>
                  </a:cubicBezTo>
                  <a:cubicBezTo>
                    <a:pt x="227" y="190"/>
                    <a:pt x="227" y="153"/>
                    <a:pt x="227" y="120"/>
                  </a:cubicBezTo>
                  <a:cubicBezTo>
                    <a:pt x="227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57" y="1"/>
                    <a:pt x="141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8" name="Google Shape;21078;p60"/>
            <p:cNvSpPr/>
            <p:nvPr/>
          </p:nvSpPr>
          <p:spPr>
            <a:xfrm>
              <a:off x="3959050" y="2285200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95" y="0"/>
                  </a:moveTo>
                  <a:cubicBezTo>
                    <a:pt x="76" y="0"/>
                    <a:pt x="61" y="14"/>
                    <a:pt x="38" y="26"/>
                  </a:cubicBezTo>
                  <a:cubicBezTo>
                    <a:pt x="21" y="59"/>
                    <a:pt x="1" y="75"/>
                    <a:pt x="1" y="112"/>
                  </a:cubicBezTo>
                  <a:cubicBezTo>
                    <a:pt x="1" y="145"/>
                    <a:pt x="1" y="178"/>
                    <a:pt x="21" y="215"/>
                  </a:cubicBezTo>
                  <a:cubicBezTo>
                    <a:pt x="40" y="244"/>
                    <a:pt x="78" y="262"/>
                    <a:pt x="112" y="262"/>
                  </a:cubicBezTo>
                  <a:cubicBezTo>
                    <a:pt x="137" y="262"/>
                    <a:pt x="160" y="252"/>
                    <a:pt x="174" y="232"/>
                  </a:cubicBezTo>
                  <a:cubicBezTo>
                    <a:pt x="227" y="178"/>
                    <a:pt x="244" y="112"/>
                    <a:pt x="190" y="42"/>
                  </a:cubicBezTo>
                  <a:cubicBezTo>
                    <a:pt x="190" y="26"/>
                    <a:pt x="174" y="26"/>
                    <a:pt x="157" y="9"/>
                  </a:cubicBezTo>
                  <a:lnTo>
                    <a:pt x="124" y="9"/>
                  </a:lnTo>
                  <a:cubicBezTo>
                    <a:pt x="113" y="3"/>
                    <a:pt x="104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9" name="Google Shape;21079;p60"/>
            <p:cNvSpPr/>
            <p:nvPr/>
          </p:nvSpPr>
          <p:spPr>
            <a:xfrm>
              <a:off x="3929875" y="2348575"/>
              <a:ext cx="6525" cy="6750"/>
            </a:xfrm>
            <a:custGeom>
              <a:avLst/>
              <a:gdLst/>
              <a:ahLst/>
              <a:cxnLst/>
              <a:rect l="l" t="t" r="r" b="b"/>
              <a:pathLst>
                <a:path w="261" h="270" extrusionOk="0">
                  <a:moveTo>
                    <a:pt x="130" y="1"/>
                  </a:moveTo>
                  <a:cubicBezTo>
                    <a:pt x="89" y="1"/>
                    <a:pt x="49" y="32"/>
                    <a:pt x="34" y="84"/>
                  </a:cubicBezTo>
                  <a:cubicBezTo>
                    <a:pt x="1" y="154"/>
                    <a:pt x="34" y="220"/>
                    <a:pt x="87" y="257"/>
                  </a:cubicBezTo>
                  <a:cubicBezTo>
                    <a:pt x="106" y="266"/>
                    <a:pt x="123" y="270"/>
                    <a:pt x="139" y="270"/>
                  </a:cubicBezTo>
                  <a:cubicBezTo>
                    <a:pt x="183" y="270"/>
                    <a:pt x="216" y="238"/>
                    <a:pt x="240" y="187"/>
                  </a:cubicBezTo>
                  <a:cubicBezTo>
                    <a:pt x="261" y="117"/>
                    <a:pt x="223" y="30"/>
                    <a:pt x="174" y="14"/>
                  </a:cubicBezTo>
                  <a:cubicBezTo>
                    <a:pt x="160" y="5"/>
                    <a:pt x="145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0" name="Google Shape;21080;p60"/>
            <p:cNvSpPr/>
            <p:nvPr/>
          </p:nvSpPr>
          <p:spPr>
            <a:xfrm>
              <a:off x="3961225" y="226532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121" y="0"/>
                    <a:pt x="111" y="4"/>
                    <a:pt x="103" y="13"/>
                  </a:cubicBezTo>
                  <a:cubicBezTo>
                    <a:pt x="37" y="13"/>
                    <a:pt x="0" y="83"/>
                    <a:pt x="17" y="149"/>
                  </a:cubicBezTo>
                  <a:cubicBezTo>
                    <a:pt x="17" y="186"/>
                    <a:pt x="37" y="219"/>
                    <a:pt x="54" y="235"/>
                  </a:cubicBezTo>
                  <a:cubicBezTo>
                    <a:pt x="65" y="247"/>
                    <a:pt x="85" y="259"/>
                    <a:pt x="109" y="259"/>
                  </a:cubicBezTo>
                  <a:cubicBezTo>
                    <a:pt x="119" y="259"/>
                    <a:pt x="129" y="256"/>
                    <a:pt x="140" y="252"/>
                  </a:cubicBezTo>
                  <a:cubicBezTo>
                    <a:pt x="190" y="252"/>
                    <a:pt x="243" y="186"/>
                    <a:pt x="223" y="116"/>
                  </a:cubicBezTo>
                  <a:cubicBezTo>
                    <a:pt x="223" y="83"/>
                    <a:pt x="206" y="46"/>
                    <a:pt x="190" y="29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9" y="4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1" name="Google Shape;21081;p60"/>
            <p:cNvSpPr/>
            <p:nvPr/>
          </p:nvSpPr>
          <p:spPr>
            <a:xfrm>
              <a:off x="3928650" y="23646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33" y="8"/>
                    <a:pt x="0" y="78"/>
                    <a:pt x="0" y="148"/>
                  </a:cubicBezTo>
                  <a:cubicBezTo>
                    <a:pt x="17" y="181"/>
                    <a:pt x="17" y="214"/>
                    <a:pt x="50" y="235"/>
                  </a:cubicBezTo>
                  <a:cubicBezTo>
                    <a:pt x="66" y="251"/>
                    <a:pt x="103" y="268"/>
                    <a:pt x="136" y="268"/>
                  </a:cubicBezTo>
                  <a:cubicBezTo>
                    <a:pt x="186" y="251"/>
                    <a:pt x="239" y="181"/>
                    <a:pt x="223" y="111"/>
                  </a:cubicBezTo>
                  <a:cubicBezTo>
                    <a:pt x="223" y="78"/>
                    <a:pt x="206" y="45"/>
                    <a:pt x="169" y="28"/>
                  </a:cubicBezTo>
                  <a:cubicBezTo>
                    <a:pt x="169" y="28"/>
                    <a:pt x="169" y="8"/>
                    <a:pt x="153" y="8"/>
                  </a:cubicBez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2" name="Google Shape;21082;p60"/>
            <p:cNvSpPr/>
            <p:nvPr/>
          </p:nvSpPr>
          <p:spPr>
            <a:xfrm>
              <a:off x="3821650" y="2477750"/>
              <a:ext cx="5175" cy="6525"/>
            </a:xfrm>
            <a:custGeom>
              <a:avLst/>
              <a:gdLst/>
              <a:ahLst/>
              <a:cxnLst/>
              <a:rect l="l" t="t" r="r" b="b"/>
              <a:pathLst>
                <a:path w="207" h="261" extrusionOk="0">
                  <a:moveTo>
                    <a:pt x="137" y="0"/>
                  </a:moveTo>
                  <a:cubicBezTo>
                    <a:pt x="104" y="0"/>
                    <a:pt x="87" y="17"/>
                    <a:pt x="54" y="38"/>
                  </a:cubicBezTo>
                  <a:cubicBezTo>
                    <a:pt x="17" y="87"/>
                    <a:pt x="1" y="157"/>
                    <a:pt x="34" y="223"/>
                  </a:cubicBezTo>
                  <a:cubicBezTo>
                    <a:pt x="54" y="244"/>
                    <a:pt x="71" y="260"/>
                    <a:pt x="87" y="260"/>
                  </a:cubicBezTo>
                  <a:cubicBezTo>
                    <a:pt x="137" y="190"/>
                    <a:pt x="174" y="120"/>
                    <a:pt x="207" y="38"/>
                  </a:cubicBezTo>
                  <a:cubicBezTo>
                    <a:pt x="190" y="38"/>
                    <a:pt x="174" y="17"/>
                    <a:pt x="174" y="17"/>
                  </a:cubicBezTo>
                  <a:cubicBezTo>
                    <a:pt x="157" y="17"/>
                    <a:pt x="15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3" name="Google Shape;21083;p60"/>
            <p:cNvSpPr/>
            <p:nvPr/>
          </p:nvSpPr>
          <p:spPr>
            <a:xfrm>
              <a:off x="4137775" y="22527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37" y="0"/>
                  </a:moveTo>
                  <a:cubicBezTo>
                    <a:pt x="104" y="0"/>
                    <a:pt x="67" y="0"/>
                    <a:pt x="50" y="17"/>
                  </a:cubicBezTo>
                  <a:cubicBezTo>
                    <a:pt x="17" y="50"/>
                    <a:pt x="17" y="87"/>
                    <a:pt x="1" y="120"/>
                  </a:cubicBezTo>
                  <a:cubicBezTo>
                    <a:pt x="1" y="153"/>
                    <a:pt x="17" y="190"/>
                    <a:pt x="34" y="206"/>
                  </a:cubicBezTo>
                  <a:cubicBezTo>
                    <a:pt x="53" y="235"/>
                    <a:pt x="85" y="254"/>
                    <a:pt x="119" y="254"/>
                  </a:cubicBezTo>
                  <a:cubicBezTo>
                    <a:pt x="143" y="254"/>
                    <a:pt x="168" y="245"/>
                    <a:pt x="190" y="223"/>
                  </a:cubicBezTo>
                  <a:cubicBezTo>
                    <a:pt x="240" y="190"/>
                    <a:pt x="240" y="103"/>
                    <a:pt x="207" y="50"/>
                  </a:cubicBezTo>
                  <a:cubicBezTo>
                    <a:pt x="190" y="33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4" name="Google Shape;21084;p60"/>
            <p:cNvSpPr/>
            <p:nvPr/>
          </p:nvSpPr>
          <p:spPr>
            <a:xfrm>
              <a:off x="4139025" y="22802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40" y="1"/>
                  </a:moveTo>
                  <a:cubicBezTo>
                    <a:pt x="103" y="1"/>
                    <a:pt x="87" y="1"/>
                    <a:pt x="54" y="34"/>
                  </a:cubicBezTo>
                  <a:cubicBezTo>
                    <a:pt x="17" y="67"/>
                    <a:pt x="0" y="154"/>
                    <a:pt x="37" y="207"/>
                  </a:cubicBezTo>
                  <a:cubicBezTo>
                    <a:pt x="70" y="240"/>
                    <a:pt x="87" y="257"/>
                    <a:pt x="120" y="257"/>
                  </a:cubicBezTo>
                  <a:cubicBezTo>
                    <a:pt x="140" y="257"/>
                    <a:pt x="173" y="257"/>
                    <a:pt x="206" y="224"/>
                  </a:cubicBezTo>
                  <a:cubicBezTo>
                    <a:pt x="223" y="207"/>
                    <a:pt x="243" y="170"/>
                    <a:pt x="243" y="137"/>
                  </a:cubicBezTo>
                  <a:cubicBezTo>
                    <a:pt x="243" y="104"/>
                    <a:pt x="243" y="67"/>
                    <a:pt x="206" y="50"/>
                  </a:cubicBezTo>
                  <a:cubicBezTo>
                    <a:pt x="206" y="34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5" name="Google Shape;21085;p60"/>
            <p:cNvSpPr/>
            <p:nvPr/>
          </p:nvSpPr>
          <p:spPr>
            <a:xfrm>
              <a:off x="4135200" y="22969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67" y="1"/>
                    <a:pt x="34" y="34"/>
                    <a:pt x="17" y="54"/>
                  </a:cubicBezTo>
                  <a:cubicBezTo>
                    <a:pt x="1" y="87"/>
                    <a:pt x="1" y="120"/>
                    <a:pt x="1" y="158"/>
                  </a:cubicBezTo>
                  <a:cubicBezTo>
                    <a:pt x="17" y="191"/>
                    <a:pt x="17" y="224"/>
                    <a:pt x="50" y="240"/>
                  </a:cubicBezTo>
                  <a:cubicBezTo>
                    <a:pt x="67" y="261"/>
                    <a:pt x="104" y="261"/>
                    <a:pt x="137" y="261"/>
                  </a:cubicBezTo>
                  <a:cubicBezTo>
                    <a:pt x="190" y="240"/>
                    <a:pt x="240" y="191"/>
                    <a:pt x="223" y="104"/>
                  </a:cubicBezTo>
                  <a:cubicBezTo>
                    <a:pt x="223" y="71"/>
                    <a:pt x="207" y="54"/>
                    <a:pt x="170" y="34"/>
                  </a:cubicBezTo>
                  <a:cubicBezTo>
                    <a:pt x="170" y="17"/>
                    <a:pt x="153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6" name="Google Shape;21086;p60"/>
            <p:cNvSpPr/>
            <p:nvPr/>
          </p:nvSpPr>
          <p:spPr>
            <a:xfrm>
              <a:off x="4136450" y="237510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03" y="0"/>
                  </a:moveTo>
                  <a:cubicBezTo>
                    <a:pt x="37" y="0"/>
                    <a:pt x="0" y="70"/>
                    <a:pt x="0" y="140"/>
                  </a:cubicBezTo>
                  <a:cubicBezTo>
                    <a:pt x="0" y="173"/>
                    <a:pt x="17" y="206"/>
                    <a:pt x="54" y="227"/>
                  </a:cubicBezTo>
                  <a:cubicBezTo>
                    <a:pt x="70" y="260"/>
                    <a:pt x="103" y="260"/>
                    <a:pt x="120" y="260"/>
                  </a:cubicBezTo>
                  <a:cubicBezTo>
                    <a:pt x="190" y="243"/>
                    <a:pt x="223" y="173"/>
                    <a:pt x="223" y="103"/>
                  </a:cubicBezTo>
                  <a:cubicBezTo>
                    <a:pt x="223" y="54"/>
                    <a:pt x="190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7" name="Google Shape;21087;p60"/>
            <p:cNvSpPr/>
            <p:nvPr/>
          </p:nvSpPr>
          <p:spPr>
            <a:xfrm>
              <a:off x="4152300" y="2278825"/>
              <a:ext cx="6125" cy="6625"/>
            </a:xfrm>
            <a:custGeom>
              <a:avLst/>
              <a:gdLst/>
              <a:ahLst/>
              <a:cxnLst/>
              <a:rect l="l" t="t" r="r" b="b"/>
              <a:pathLst>
                <a:path w="245" h="265" extrusionOk="0">
                  <a:moveTo>
                    <a:pt x="129" y="0"/>
                  </a:moveTo>
                  <a:cubicBezTo>
                    <a:pt x="82" y="0"/>
                    <a:pt x="35" y="30"/>
                    <a:pt x="22" y="74"/>
                  </a:cubicBezTo>
                  <a:cubicBezTo>
                    <a:pt x="1" y="140"/>
                    <a:pt x="38" y="227"/>
                    <a:pt x="88" y="244"/>
                  </a:cubicBezTo>
                  <a:cubicBezTo>
                    <a:pt x="104" y="264"/>
                    <a:pt x="125" y="264"/>
                    <a:pt x="141" y="264"/>
                  </a:cubicBezTo>
                  <a:cubicBezTo>
                    <a:pt x="174" y="244"/>
                    <a:pt x="207" y="227"/>
                    <a:pt x="228" y="178"/>
                  </a:cubicBezTo>
                  <a:cubicBezTo>
                    <a:pt x="244" y="124"/>
                    <a:pt x="228" y="74"/>
                    <a:pt x="207" y="37"/>
                  </a:cubicBezTo>
                  <a:cubicBezTo>
                    <a:pt x="191" y="21"/>
                    <a:pt x="174" y="21"/>
                    <a:pt x="158" y="4"/>
                  </a:cubicBezTo>
                  <a:cubicBezTo>
                    <a:pt x="148" y="1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8" name="Google Shape;21088;p60"/>
            <p:cNvSpPr/>
            <p:nvPr/>
          </p:nvSpPr>
          <p:spPr>
            <a:xfrm>
              <a:off x="4142000" y="23099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13" y="1"/>
                  </a:moveTo>
                  <a:cubicBezTo>
                    <a:pt x="72" y="1"/>
                    <a:pt x="33" y="32"/>
                    <a:pt x="21" y="84"/>
                  </a:cubicBezTo>
                  <a:cubicBezTo>
                    <a:pt x="1" y="154"/>
                    <a:pt x="21" y="220"/>
                    <a:pt x="87" y="257"/>
                  </a:cubicBezTo>
                  <a:cubicBezTo>
                    <a:pt x="98" y="257"/>
                    <a:pt x="111" y="264"/>
                    <a:pt x="123" y="264"/>
                  </a:cubicBezTo>
                  <a:cubicBezTo>
                    <a:pt x="129" y="264"/>
                    <a:pt x="135" y="263"/>
                    <a:pt x="141" y="257"/>
                  </a:cubicBezTo>
                  <a:cubicBezTo>
                    <a:pt x="174" y="257"/>
                    <a:pt x="207" y="220"/>
                    <a:pt x="227" y="187"/>
                  </a:cubicBezTo>
                  <a:cubicBezTo>
                    <a:pt x="244" y="133"/>
                    <a:pt x="227" y="84"/>
                    <a:pt x="207" y="51"/>
                  </a:cubicBezTo>
                  <a:cubicBezTo>
                    <a:pt x="190" y="30"/>
                    <a:pt x="174" y="14"/>
                    <a:pt x="157" y="14"/>
                  </a:cubicBezTo>
                  <a:cubicBezTo>
                    <a:pt x="143" y="5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9" name="Google Shape;21089;p60"/>
            <p:cNvSpPr/>
            <p:nvPr/>
          </p:nvSpPr>
          <p:spPr>
            <a:xfrm>
              <a:off x="4140350" y="2327575"/>
              <a:ext cx="5600" cy="6450"/>
            </a:xfrm>
            <a:custGeom>
              <a:avLst/>
              <a:gdLst/>
              <a:ahLst/>
              <a:cxnLst/>
              <a:rect l="l" t="t" r="r" b="b"/>
              <a:pathLst>
                <a:path w="224" h="258" extrusionOk="0">
                  <a:moveTo>
                    <a:pt x="101" y="0"/>
                  </a:moveTo>
                  <a:cubicBezTo>
                    <a:pt x="86" y="0"/>
                    <a:pt x="69" y="5"/>
                    <a:pt x="50" y="13"/>
                  </a:cubicBezTo>
                  <a:cubicBezTo>
                    <a:pt x="34" y="29"/>
                    <a:pt x="17" y="46"/>
                    <a:pt x="1" y="83"/>
                  </a:cubicBezTo>
                  <a:lnTo>
                    <a:pt x="1" y="169"/>
                  </a:lnTo>
                  <a:cubicBezTo>
                    <a:pt x="17" y="202"/>
                    <a:pt x="34" y="235"/>
                    <a:pt x="67" y="252"/>
                  </a:cubicBezTo>
                  <a:cubicBezTo>
                    <a:pt x="77" y="256"/>
                    <a:pt x="87" y="258"/>
                    <a:pt x="98" y="258"/>
                  </a:cubicBezTo>
                  <a:cubicBezTo>
                    <a:pt x="145" y="258"/>
                    <a:pt x="193" y="223"/>
                    <a:pt x="207" y="169"/>
                  </a:cubicBezTo>
                  <a:cubicBezTo>
                    <a:pt x="223" y="116"/>
                    <a:pt x="207" y="29"/>
                    <a:pt x="137" y="13"/>
                  </a:cubicBezTo>
                  <a:cubicBezTo>
                    <a:pt x="129" y="5"/>
                    <a:pt x="116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0" name="Google Shape;21090;p60"/>
            <p:cNvSpPr/>
            <p:nvPr/>
          </p:nvSpPr>
          <p:spPr>
            <a:xfrm>
              <a:off x="4132625" y="23437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1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190"/>
                    <a:pt x="34" y="223"/>
                    <a:pt x="66" y="244"/>
                  </a:cubicBezTo>
                  <a:cubicBezTo>
                    <a:pt x="81" y="256"/>
                    <a:pt x="102" y="267"/>
                    <a:pt x="119" y="267"/>
                  </a:cubicBezTo>
                  <a:cubicBezTo>
                    <a:pt x="125" y="267"/>
                    <a:pt x="132" y="265"/>
                    <a:pt x="137" y="260"/>
                  </a:cubicBezTo>
                  <a:cubicBezTo>
                    <a:pt x="170" y="260"/>
                    <a:pt x="190" y="244"/>
                    <a:pt x="207" y="207"/>
                  </a:cubicBezTo>
                  <a:cubicBezTo>
                    <a:pt x="223" y="190"/>
                    <a:pt x="240" y="157"/>
                    <a:pt x="240" y="120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90" y="17"/>
                    <a:pt x="170" y="17"/>
                    <a:pt x="170" y="17"/>
                  </a:cubicBezTo>
                  <a:cubicBezTo>
                    <a:pt x="153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1" name="Google Shape;21091;p60"/>
            <p:cNvSpPr/>
            <p:nvPr/>
          </p:nvSpPr>
          <p:spPr>
            <a:xfrm>
              <a:off x="4169525" y="2304700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71" y="17"/>
                    <a:pt x="54" y="17"/>
                    <a:pt x="33" y="54"/>
                  </a:cubicBezTo>
                  <a:cubicBezTo>
                    <a:pt x="17" y="70"/>
                    <a:pt x="1" y="120"/>
                    <a:pt x="1" y="157"/>
                  </a:cubicBezTo>
                  <a:cubicBezTo>
                    <a:pt x="17" y="190"/>
                    <a:pt x="17" y="223"/>
                    <a:pt x="54" y="239"/>
                  </a:cubicBezTo>
                  <a:cubicBezTo>
                    <a:pt x="66" y="254"/>
                    <a:pt x="86" y="267"/>
                    <a:pt x="109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90" y="260"/>
                    <a:pt x="223" y="190"/>
                    <a:pt x="223" y="136"/>
                  </a:cubicBezTo>
                  <a:lnTo>
                    <a:pt x="223" y="120"/>
                  </a:lnTo>
                  <a:cubicBezTo>
                    <a:pt x="223" y="70"/>
                    <a:pt x="190" y="33"/>
                    <a:pt x="157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2" name="Google Shape;21092;p60"/>
            <p:cNvSpPr/>
            <p:nvPr/>
          </p:nvSpPr>
          <p:spPr>
            <a:xfrm>
              <a:off x="4167350" y="2321525"/>
              <a:ext cx="6525" cy="6700"/>
            </a:xfrm>
            <a:custGeom>
              <a:avLst/>
              <a:gdLst/>
              <a:ahLst/>
              <a:cxnLst/>
              <a:rect l="l" t="t" r="r" b="b"/>
              <a:pathLst>
                <a:path w="261" h="268" extrusionOk="0">
                  <a:moveTo>
                    <a:pt x="128" y="1"/>
                  </a:moveTo>
                  <a:cubicBezTo>
                    <a:pt x="87" y="1"/>
                    <a:pt x="44" y="34"/>
                    <a:pt x="17" y="82"/>
                  </a:cubicBezTo>
                  <a:cubicBezTo>
                    <a:pt x="1" y="152"/>
                    <a:pt x="38" y="238"/>
                    <a:pt x="88" y="255"/>
                  </a:cubicBezTo>
                  <a:cubicBezTo>
                    <a:pt x="102" y="264"/>
                    <a:pt x="117" y="268"/>
                    <a:pt x="132" y="268"/>
                  </a:cubicBezTo>
                  <a:cubicBezTo>
                    <a:pt x="174" y="268"/>
                    <a:pt x="217" y="236"/>
                    <a:pt x="244" y="185"/>
                  </a:cubicBezTo>
                  <a:cubicBezTo>
                    <a:pt x="261" y="119"/>
                    <a:pt x="224" y="32"/>
                    <a:pt x="174" y="16"/>
                  </a:cubicBezTo>
                  <a:cubicBezTo>
                    <a:pt x="159" y="6"/>
                    <a:pt x="144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3" name="Google Shape;21093;p60"/>
            <p:cNvSpPr/>
            <p:nvPr/>
          </p:nvSpPr>
          <p:spPr>
            <a:xfrm>
              <a:off x="4169125" y="22757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cubicBezTo>
                    <a:pt x="33" y="8"/>
                    <a:pt x="0" y="78"/>
                    <a:pt x="0" y="144"/>
                  </a:cubicBezTo>
                  <a:cubicBezTo>
                    <a:pt x="17" y="181"/>
                    <a:pt x="33" y="214"/>
                    <a:pt x="49" y="230"/>
                  </a:cubicBezTo>
                  <a:cubicBezTo>
                    <a:pt x="70" y="247"/>
                    <a:pt x="103" y="263"/>
                    <a:pt x="136" y="263"/>
                  </a:cubicBezTo>
                  <a:cubicBezTo>
                    <a:pt x="190" y="247"/>
                    <a:pt x="239" y="181"/>
                    <a:pt x="223" y="111"/>
                  </a:cubicBezTo>
                  <a:cubicBezTo>
                    <a:pt x="223" y="57"/>
                    <a:pt x="190" y="24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4" name="Google Shape;21094;p60"/>
            <p:cNvSpPr/>
            <p:nvPr/>
          </p:nvSpPr>
          <p:spPr>
            <a:xfrm>
              <a:off x="4152300" y="2322625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30" y="0"/>
                  </a:moveTo>
                  <a:cubicBezTo>
                    <a:pt x="83" y="0"/>
                    <a:pt x="35" y="33"/>
                    <a:pt x="22" y="91"/>
                  </a:cubicBezTo>
                  <a:cubicBezTo>
                    <a:pt x="1" y="141"/>
                    <a:pt x="22" y="227"/>
                    <a:pt x="88" y="244"/>
                  </a:cubicBezTo>
                  <a:cubicBezTo>
                    <a:pt x="102" y="254"/>
                    <a:pt x="118" y="258"/>
                    <a:pt x="133" y="258"/>
                  </a:cubicBezTo>
                  <a:cubicBezTo>
                    <a:pt x="174" y="258"/>
                    <a:pt x="213" y="226"/>
                    <a:pt x="228" y="178"/>
                  </a:cubicBezTo>
                  <a:cubicBezTo>
                    <a:pt x="244" y="108"/>
                    <a:pt x="228" y="38"/>
                    <a:pt x="158" y="5"/>
                  </a:cubicBezTo>
                  <a:cubicBezTo>
                    <a:pt x="149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5" name="Google Shape;21095;p60"/>
            <p:cNvSpPr/>
            <p:nvPr/>
          </p:nvSpPr>
          <p:spPr>
            <a:xfrm>
              <a:off x="4163950" y="22914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71" y="0"/>
                    <a:pt x="34" y="17"/>
                    <a:pt x="17" y="50"/>
                  </a:cubicBezTo>
                  <a:cubicBezTo>
                    <a:pt x="1" y="70"/>
                    <a:pt x="1" y="103"/>
                    <a:pt x="1" y="136"/>
                  </a:cubicBezTo>
                  <a:cubicBezTo>
                    <a:pt x="1" y="173"/>
                    <a:pt x="17" y="206"/>
                    <a:pt x="34" y="223"/>
                  </a:cubicBezTo>
                  <a:cubicBezTo>
                    <a:pt x="71" y="256"/>
                    <a:pt x="87" y="256"/>
                    <a:pt x="120" y="256"/>
                  </a:cubicBezTo>
                  <a:cubicBezTo>
                    <a:pt x="191" y="239"/>
                    <a:pt x="224" y="173"/>
                    <a:pt x="224" y="103"/>
                  </a:cubicBezTo>
                  <a:cubicBezTo>
                    <a:pt x="207" y="70"/>
                    <a:pt x="191" y="33"/>
                    <a:pt x="174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6" name="Google Shape;21096;p60"/>
            <p:cNvSpPr/>
            <p:nvPr/>
          </p:nvSpPr>
          <p:spPr>
            <a:xfrm>
              <a:off x="4147675" y="24646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15" y="1"/>
                    <a:pt x="109" y="3"/>
                    <a:pt x="104" y="8"/>
                  </a:cubicBezTo>
                  <a:cubicBezTo>
                    <a:pt x="50" y="8"/>
                    <a:pt x="0" y="78"/>
                    <a:pt x="17" y="148"/>
                  </a:cubicBezTo>
                  <a:cubicBezTo>
                    <a:pt x="17" y="181"/>
                    <a:pt x="33" y="214"/>
                    <a:pt x="50" y="231"/>
                  </a:cubicBezTo>
                  <a:cubicBezTo>
                    <a:pt x="83" y="251"/>
                    <a:pt x="104" y="268"/>
                    <a:pt x="137" y="268"/>
                  </a:cubicBezTo>
                  <a:cubicBezTo>
                    <a:pt x="207" y="251"/>
                    <a:pt x="240" y="181"/>
                    <a:pt x="240" y="111"/>
                  </a:cubicBezTo>
                  <a:cubicBezTo>
                    <a:pt x="223" y="78"/>
                    <a:pt x="207" y="45"/>
                    <a:pt x="186" y="25"/>
                  </a:cubicBezTo>
                  <a:cubicBezTo>
                    <a:pt x="186" y="25"/>
                    <a:pt x="169" y="8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7" name="Google Shape;21097;p60"/>
            <p:cNvSpPr/>
            <p:nvPr/>
          </p:nvSpPr>
          <p:spPr>
            <a:xfrm>
              <a:off x="4150675" y="22462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0"/>
                  </a:moveTo>
                  <a:cubicBezTo>
                    <a:pt x="66" y="0"/>
                    <a:pt x="33" y="21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07"/>
                    <a:pt x="49" y="244"/>
                  </a:cubicBezTo>
                  <a:cubicBezTo>
                    <a:pt x="66" y="260"/>
                    <a:pt x="103" y="260"/>
                    <a:pt x="120" y="260"/>
                  </a:cubicBezTo>
                  <a:cubicBezTo>
                    <a:pt x="190" y="244"/>
                    <a:pt x="223" y="174"/>
                    <a:pt x="223" y="104"/>
                  </a:cubicBezTo>
                  <a:cubicBezTo>
                    <a:pt x="206" y="71"/>
                    <a:pt x="206" y="54"/>
                    <a:pt x="169" y="21"/>
                  </a:cubicBezTo>
                  <a:cubicBezTo>
                    <a:pt x="169" y="21"/>
                    <a:pt x="153" y="2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8" name="Google Shape;21098;p60"/>
            <p:cNvSpPr/>
            <p:nvPr/>
          </p:nvSpPr>
          <p:spPr>
            <a:xfrm>
              <a:off x="4157975" y="22612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7" y="0"/>
                  </a:moveTo>
                  <a:cubicBezTo>
                    <a:pt x="86" y="0"/>
                    <a:pt x="45" y="33"/>
                    <a:pt x="17" y="91"/>
                  </a:cubicBezTo>
                  <a:cubicBezTo>
                    <a:pt x="1" y="161"/>
                    <a:pt x="34" y="227"/>
                    <a:pt x="83" y="264"/>
                  </a:cubicBezTo>
                  <a:lnTo>
                    <a:pt x="137" y="264"/>
                  </a:lnTo>
                  <a:cubicBezTo>
                    <a:pt x="170" y="264"/>
                    <a:pt x="223" y="227"/>
                    <a:pt x="223" y="178"/>
                  </a:cubicBezTo>
                  <a:cubicBezTo>
                    <a:pt x="240" y="124"/>
                    <a:pt x="240" y="91"/>
                    <a:pt x="207" y="41"/>
                  </a:cubicBezTo>
                  <a:cubicBezTo>
                    <a:pt x="207" y="41"/>
                    <a:pt x="186" y="21"/>
                    <a:pt x="170" y="4"/>
                  </a:cubicBezTo>
                  <a:cubicBezTo>
                    <a:pt x="159" y="2"/>
                    <a:pt x="148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9" name="Google Shape;21099;p60"/>
            <p:cNvSpPr/>
            <p:nvPr/>
          </p:nvSpPr>
          <p:spPr>
            <a:xfrm>
              <a:off x="4160975" y="23849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7"/>
                    <a:pt x="0" y="87"/>
                    <a:pt x="17" y="158"/>
                  </a:cubicBezTo>
                  <a:cubicBezTo>
                    <a:pt x="17" y="191"/>
                    <a:pt x="33" y="223"/>
                    <a:pt x="50" y="244"/>
                  </a:cubicBezTo>
                  <a:cubicBezTo>
                    <a:pt x="87" y="261"/>
                    <a:pt x="103" y="261"/>
                    <a:pt x="136" y="261"/>
                  </a:cubicBezTo>
                  <a:cubicBezTo>
                    <a:pt x="169" y="261"/>
                    <a:pt x="190" y="244"/>
                    <a:pt x="206" y="207"/>
                  </a:cubicBezTo>
                  <a:cubicBezTo>
                    <a:pt x="223" y="191"/>
                    <a:pt x="239" y="158"/>
                    <a:pt x="223" y="120"/>
                  </a:cubicBezTo>
                  <a:cubicBezTo>
                    <a:pt x="223" y="87"/>
                    <a:pt x="206" y="54"/>
                    <a:pt x="190" y="38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0" name="Google Shape;21100;p60"/>
            <p:cNvSpPr/>
            <p:nvPr/>
          </p:nvSpPr>
          <p:spPr>
            <a:xfrm>
              <a:off x="4160050" y="2337250"/>
              <a:ext cx="6500" cy="6625"/>
            </a:xfrm>
            <a:custGeom>
              <a:avLst/>
              <a:gdLst/>
              <a:ahLst/>
              <a:cxnLst/>
              <a:rect l="l" t="t" r="r" b="b"/>
              <a:pathLst>
                <a:path w="260" h="265" extrusionOk="0">
                  <a:moveTo>
                    <a:pt x="139" y="1"/>
                  </a:moveTo>
                  <a:cubicBezTo>
                    <a:pt x="87" y="1"/>
                    <a:pt x="48" y="34"/>
                    <a:pt x="21" y="92"/>
                  </a:cubicBezTo>
                  <a:cubicBezTo>
                    <a:pt x="0" y="158"/>
                    <a:pt x="37" y="228"/>
                    <a:pt x="87" y="261"/>
                  </a:cubicBezTo>
                  <a:cubicBezTo>
                    <a:pt x="96" y="264"/>
                    <a:pt x="105" y="265"/>
                    <a:pt x="115" y="265"/>
                  </a:cubicBezTo>
                  <a:cubicBezTo>
                    <a:pt x="162" y="265"/>
                    <a:pt x="210" y="232"/>
                    <a:pt x="227" y="174"/>
                  </a:cubicBezTo>
                  <a:cubicBezTo>
                    <a:pt x="260" y="108"/>
                    <a:pt x="227" y="38"/>
                    <a:pt x="173" y="5"/>
                  </a:cubicBezTo>
                  <a:cubicBezTo>
                    <a:pt x="161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1" name="Google Shape;21101;p60"/>
            <p:cNvSpPr/>
            <p:nvPr/>
          </p:nvSpPr>
          <p:spPr>
            <a:xfrm>
              <a:off x="4167350" y="236827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41" y="1"/>
                  </a:moveTo>
                  <a:cubicBezTo>
                    <a:pt x="104" y="1"/>
                    <a:pt x="71" y="17"/>
                    <a:pt x="55" y="34"/>
                  </a:cubicBezTo>
                  <a:cubicBezTo>
                    <a:pt x="1" y="67"/>
                    <a:pt x="1" y="153"/>
                    <a:pt x="38" y="224"/>
                  </a:cubicBezTo>
                  <a:cubicBezTo>
                    <a:pt x="55" y="240"/>
                    <a:pt x="88" y="257"/>
                    <a:pt x="104" y="257"/>
                  </a:cubicBezTo>
                  <a:cubicBezTo>
                    <a:pt x="115" y="261"/>
                    <a:pt x="125" y="263"/>
                    <a:pt x="135" y="263"/>
                  </a:cubicBezTo>
                  <a:cubicBezTo>
                    <a:pt x="159" y="263"/>
                    <a:pt x="179" y="252"/>
                    <a:pt x="191" y="240"/>
                  </a:cubicBezTo>
                  <a:cubicBezTo>
                    <a:pt x="244" y="191"/>
                    <a:pt x="244" y="104"/>
                    <a:pt x="207" y="50"/>
                  </a:cubicBezTo>
                  <a:cubicBezTo>
                    <a:pt x="191" y="34"/>
                    <a:pt x="174" y="17"/>
                    <a:pt x="158" y="17"/>
                  </a:cubicBezTo>
                  <a:cubicBezTo>
                    <a:pt x="158" y="1"/>
                    <a:pt x="141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2" name="Google Shape;21102;p60"/>
            <p:cNvSpPr/>
            <p:nvPr/>
          </p:nvSpPr>
          <p:spPr>
            <a:xfrm>
              <a:off x="4149325" y="2292525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31" y="1"/>
                  </a:moveTo>
                  <a:cubicBezTo>
                    <a:pt x="84" y="1"/>
                    <a:pt x="34" y="36"/>
                    <a:pt x="17" y="91"/>
                  </a:cubicBezTo>
                  <a:cubicBezTo>
                    <a:pt x="0" y="108"/>
                    <a:pt x="0" y="128"/>
                    <a:pt x="0" y="145"/>
                  </a:cubicBezTo>
                  <a:cubicBezTo>
                    <a:pt x="0" y="194"/>
                    <a:pt x="38" y="231"/>
                    <a:pt x="71" y="248"/>
                  </a:cubicBezTo>
                  <a:cubicBezTo>
                    <a:pt x="89" y="261"/>
                    <a:pt x="107" y="266"/>
                    <a:pt x="122" y="266"/>
                  </a:cubicBezTo>
                  <a:cubicBezTo>
                    <a:pt x="148" y="266"/>
                    <a:pt x="170" y="252"/>
                    <a:pt x="190" y="231"/>
                  </a:cubicBezTo>
                  <a:cubicBezTo>
                    <a:pt x="207" y="211"/>
                    <a:pt x="207" y="194"/>
                    <a:pt x="223" y="178"/>
                  </a:cubicBezTo>
                  <a:cubicBezTo>
                    <a:pt x="244" y="108"/>
                    <a:pt x="207" y="42"/>
                    <a:pt x="157" y="5"/>
                  </a:cubicBezTo>
                  <a:cubicBezTo>
                    <a:pt x="149" y="2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3" name="Google Shape;21103;p60"/>
            <p:cNvSpPr/>
            <p:nvPr/>
          </p:nvSpPr>
          <p:spPr>
            <a:xfrm>
              <a:off x="4156650" y="23076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87" y="1"/>
                    <a:pt x="54" y="38"/>
                  </a:cubicBezTo>
                  <a:cubicBezTo>
                    <a:pt x="17" y="71"/>
                    <a:pt x="0" y="157"/>
                    <a:pt x="33" y="207"/>
                  </a:cubicBezTo>
                  <a:cubicBezTo>
                    <a:pt x="54" y="244"/>
                    <a:pt x="87" y="260"/>
                    <a:pt x="120" y="260"/>
                  </a:cubicBezTo>
                  <a:cubicBezTo>
                    <a:pt x="136" y="260"/>
                    <a:pt x="173" y="260"/>
                    <a:pt x="190" y="244"/>
                  </a:cubicBezTo>
                  <a:cubicBezTo>
                    <a:pt x="223" y="207"/>
                    <a:pt x="239" y="174"/>
                    <a:pt x="239" y="141"/>
                  </a:cubicBezTo>
                  <a:cubicBezTo>
                    <a:pt x="239" y="104"/>
                    <a:pt x="239" y="71"/>
                    <a:pt x="206" y="54"/>
                  </a:cubicBezTo>
                  <a:cubicBezTo>
                    <a:pt x="206" y="38"/>
                    <a:pt x="190" y="17"/>
                    <a:pt x="173" y="17"/>
                  </a:cubicBezTo>
                  <a:cubicBezTo>
                    <a:pt x="157" y="1"/>
                    <a:pt x="157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4" name="Google Shape;21104;p60"/>
            <p:cNvSpPr/>
            <p:nvPr/>
          </p:nvSpPr>
          <p:spPr>
            <a:xfrm>
              <a:off x="4154900" y="22291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0"/>
                  </a:moveTo>
                  <a:cubicBezTo>
                    <a:pt x="103" y="0"/>
                    <a:pt x="70" y="0"/>
                    <a:pt x="54" y="33"/>
                  </a:cubicBezTo>
                  <a:cubicBezTo>
                    <a:pt x="0" y="66"/>
                    <a:pt x="0" y="153"/>
                    <a:pt x="37" y="206"/>
                  </a:cubicBezTo>
                  <a:cubicBezTo>
                    <a:pt x="56" y="245"/>
                    <a:pt x="89" y="261"/>
                    <a:pt x="122" y="261"/>
                  </a:cubicBezTo>
                  <a:cubicBezTo>
                    <a:pt x="145" y="261"/>
                    <a:pt x="169" y="253"/>
                    <a:pt x="190" y="239"/>
                  </a:cubicBezTo>
                  <a:cubicBezTo>
                    <a:pt x="243" y="190"/>
                    <a:pt x="243" y="103"/>
                    <a:pt x="206" y="50"/>
                  </a:cubicBezTo>
                  <a:cubicBezTo>
                    <a:pt x="190" y="33"/>
                    <a:pt x="173" y="17"/>
                    <a:pt x="157" y="17"/>
                  </a:cubicBezTo>
                  <a:cubicBezTo>
                    <a:pt x="157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5" name="Google Shape;21105;p60"/>
            <p:cNvSpPr/>
            <p:nvPr/>
          </p:nvSpPr>
          <p:spPr>
            <a:xfrm>
              <a:off x="4145500" y="2387800"/>
              <a:ext cx="6025" cy="6700"/>
            </a:xfrm>
            <a:custGeom>
              <a:avLst/>
              <a:gdLst/>
              <a:ahLst/>
              <a:cxnLst/>
              <a:rect l="l" t="t" r="r" b="b"/>
              <a:pathLst>
                <a:path w="241" h="268" extrusionOk="0">
                  <a:moveTo>
                    <a:pt x="119" y="1"/>
                  </a:moveTo>
                  <a:cubicBezTo>
                    <a:pt x="103" y="1"/>
                    <a:pt x="82" y="13"/>
                    <a:pt x="67" y="28"/>
                  </a:cubicBezTo>
                  <a:cubicBezTo>
                    <a:pt x="17" y="78"/>
                    <a:pt x="1" y="164"/>
                    <a:pt x="50" y="214"/>
                  </a:cubicBezTo>
                  <a:cubicBezTo>
                    <a:pt x="67" y="234"/>
                    <a:pt x="87" y="251"/>
                    <a:pt x="120" y="267"/>
                  </a:cubicBezTo>
                  <a:cubicBezTo>
                    <a:pt x="153" y="267"/>
                    <a:pt x="170" y="251"/>
                    <a:pt x="207" y="234"/>
                  </a:cubicBezTo>
                  <a:cubicBezTo>
                    <a:pt x="224" y="214"/>
                    <a:pt x="240" y="181"/>
                    <a:pt x="240" y="148"/>
                  </a:cubicBezTo>
                  <a:cubicBezTo>
                    <a:pt x="240" y="110"/>
                    <a:pt x="240" y="78"/>
                    <a:pt x="224" y="45"/>
                  </a:cubicBezTo>
                  <a:cubicBezTo>
                    <a:pt x="207" y="28"/>
                    <a:pt x="191" y="28"/>
                    <a:pt x="170" y="7"/>
                  </a:cubicBezTo>
                  <a:lnTo>
                    <a:pt x="137" y="7"/>
                  </a:lnTo>
                  <a:cubicBezTo>
                    <a:pt x="132" y="3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6" name="Google Shape;21106;p60"/>
            <p:cNvSpPr/>
            <p:nvPr/>
          </p:nvSpPr>
          <p:spPr>
            <a:xfrm>
              <a:off x="4149325" y="244867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13" y="0"/>
                  </a:moveTo>
                  <a:cubicBezTo>
                    <a:pt x="72" y="0"/>
                    <a:pt x="32" y="32"/>
                    <a:pt x="17" y="83"/>
                  </a:cubicBezTo>
                  <a:cubicBezTo>
                    <a:pt x="0" y="149"/>
                    <a:pt x="17" y="219"/>
                    <a:pt x="87" y="252"/>
                  </a:cubicBezTo>
                  <a:cubicBezTo>
                    <a:pt x="97" y="256"/>
                    <a:pt x="108" y="258"/>
                    <a:pt x="119" y="258"/>
                  </a:cubicBezTo>
                  <a:cubicBezTo>
                    <a:pt x="164" y="258"/>
                    <a:pt x="210" y="226"/>
                    <a:pt x="223" y="186"/>
                  </a:cubicBezTo>
                  <a:cubicBezTo>
                    <a:pt x="244" y="116"/>
                    <a:pt x="223" y="30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7" name="Google Shape;21107;p60"/>
            <p:cNvSpPr/>
            <p:nvPr/>
          </p:nvSpPr>
          <p:spPr>
            <a:xfrm>
              <a:off x="4147675" y="234275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20" y="0"/>
                  </a:moveTo>
                  <a:cubicBezTo>
                    <a:pt x="115" y="0"/>
                    <a:pt x="109" y="2"/>
                    <a:pt x="104" y="8"/>
                  </a:cubicBezTo>
                  <a:cubicBezTo>
                    <a:pt x="33" y="8"/>
                    <a:pt x="0" y="78"/>
                    <a:pt x="0" y="144"/>
                  </a:cubicBezTo>
                  <a:cubicBezTo>
                    <a:pt x="0" y="181"/>
                    <a:pt x="17" y="214"/>
                    <a:pt x="50" y="230"/>
                  </a:cubicBezTo>
                  <a:cubicBezTo>
                    <a:pt x="66" y="247"/>
                    <a:pt x="104" y="263"/>
                    <a:pt x="137" y="263"/>
                  </a:cubicBezTo>
                  <a:cubicBezTo>
                    <a:pt x="186" y="247"/>
                    <a:pt x="223" y="181"/>
                    <a:pt x="223" y="111"/>
                  </a:cubicBezTo>
                  <a:cubicBezTo>
                    <a:pt x="223" y="78"/>
                    <a:pt x="207" y="41"/>
                    <a:pt x="169" y="24"/>
                  </a:cubicBezTo>
                  <a:lnTo>
                    <a:pt x="153" y="8"/>
                  </a:ln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8" name="Google Shape;21108;p60"/>
            <p:cNvSpPr/>
            <p:nvPr/>
          </p:nvSpPr>
          <p:spPr>
            <a:xfrm>
              <a:off x="4154075" y="2357175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28" y="1"/>
                  </a:moveTo>
                  <a:cubicBezTo>
                    <a:pt x="120" y="1"/>
                    <a:pt x="111" y="6"/>
                    <a:pt x="103" y="16"/>
                  </a:cubicBezTo>
                  <a:cubicBezTo>
                    <a:pt x="33" y="16"/>
                    <a:pt x="0" y="82"/>
                    <a:pt x="0" y="152"/>
                  </a:cubicBezTo>
                  <a:cubicBezTo>
                    <a:pt x="14" y="213"/>
                    <a:pt x="57" y="258"/>
                    <a:pt x="111" y="258"/>
                  </a:cubicBezTo>
                  <a:cubicBezTo>
                    <a:pt x="119" y="258"/>
                    <a:pt x="128" y="257"/>
                    <a:pt x="136" y="255"/>
                  </a:cubicBezTo>
                  <a:cubicBezTo>
                    <a:pt x="157" y="255"/>
                    <a:pt x="190" y="239"/>
                    <a:pt x="206" y="202"/>
                  </a:cubicBezTo>
                  <a:cubicBezTo>
                    <a:pt x="223" y="185"/>
                    <a:pt x="223" y="152"/>
                    <a:pt x="223" y="119"/>
                  </a:cubicBezTo>
                  <a:cubicBezTo>
                    <a:pt x="223" y="82"/>
                    <a:pt x="206" y="49"/>
                    <a:pt x="173" y="33"/>
                  </a:cubicBezTo>
                  <a:cubicBezTo>
                    <a:pt x="173" y="16"/>
                    <a:pt x="157" y="16"/>
                    <a:pt x="157" y="16"/>
                  </a:cubicBezTo>
                  <a:cubicBezTo>
                    <a:pt x="146" y="6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9" name="Google Shape;21109;p60"/>
            <p:cNvSpPr/>
            <p:nvPr/>
          </p:nvSpPr>
          <p:spPr>
            <a:xfrm>
              <a:off x="4152300" y="2372500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04" y="1"/>
                  </a:moveTo>
                  <a:cubicBezTo>
                    <a:pt x="55" y="22"/>
                    <a:pt x="1" y="88"/>
                    <a:pt x="22" y="158"/>
                  </a:cubicBezTo>
                  <a:cubicBezTo>
                    <a:pt x="22" y="191"/>
                    <a:pt x="38" y="228"/>
                    <a:pt x="55" y="244"/>
                  </a:cubicBezTo>
                  <a:cubicBezTo>
                    <a:pt x="78" y="256"/>
                    <a:pt x="93" y="268"/>
                    <a:pt x="113" y="268"/>
                  </a:cubicBezTo>
                  <a:cubicBezTo>
                    <a:pt x="121" y="268"/>
                    <a:pt x="130" y="266"/>
                    <a:pt x="141" y="261"/>
                  </a:cubicBezTo>
                  <a:cubicBezTo>
                    <a:pt x="174" y="261"/>
                    <a:pt x="191" y="244"/>
                    <a:pt x="207" y="207"/>
                  </a:cubicBezTo>
                  <a:cubicBezTo>
                    <a:pt x="228" y="191"/>
                    <a:pt x="244" y="158"/>
                    <a:pt x="228" y="125"/>
                  </a:cubicBezTo>
                  <a:cubicBezTo>
                    <a:pt x="228" y="88"/>
                    <a:pt x="207" y="55"/>
                    <a:pt x="191" y="38"/>
                  </a:cubicBezTo>
                  <a:cubicBezTo>
                    <a:pt x="174" y="22"/>
                    <a:pt x="174" y="22"/>
                    <a:pt x="158" y="22"/>
                  </a:cubicBez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0" name="Google Shape;21110;p60"/>
            <p:cNvSpPr/>
            <p:nvPr/>
          </p:nvSpPr>
          <p:spPr>
            <a:xfrm>
              <a:off x="4148500" y="24180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36" y="0"/>
                  </a:moveTo>
                  <a:cubicBezTo>
                    <a:pt x="104" y="0"/>
                    <a:pt x="87" y="0"/>
                    <a:pt x="50" y="33"/>
                  </a:cubicBezTo>
                  <a:cubicBezTo>
                    <a:pt x="17" y="70"/>
                    <a:pt x="0" y="157"/>
                    <a:pt x="33" y="206"/>
                  </a:cubicBezTo>
                  <a:cubicBezTo>
                    <a:pt x="71" y="239"/>
                    <a:pt x="87" y="260"/>
                    <a:pt x="120" y="260"/>
                  </a:cubicBezTo>
                  <a:cubicBezTo>
                    <a:pt x="136" y="260"/>
                    <a:pt x="174" y="260"/>
                    <a:pt x="190" y="223"/>
                  </a:cubicBezTo>
                  <a:cubicBezTo>
                    <a:pt x="240" y="190"/>
                    <a:pt x="256" y="103"/>
                    <a:pt x="207" y="54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1" name="Google Shape;21111;p60"/>
            <p:cNvSpPr/>
            <p:nvPr/>
          </p:nvSpPr>
          <p:spPr>
            <a:xfrm>
              <a:off x="4209925" y="2437450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04" y="0"/>
                  </a:moveTo>
                  <a:cubicBezTo>
                    <a:pt x="67" y="0"/>
                    <a:pt x="50" y="17"/>
                    <a:pt x="34" y="33"/>
                  </a:cubicBezTo>
                  <a:cubicBezTo>
                    <a:pt x="17" y="66"/>
                    <a:pt x="1" y="103"/>
                    <a:pt x="1" y="153"/>
                  </a:cubicBezTo>
                  <a:cubicBezTo>
                    <a:pt x="17" y="186"/>
                    <a:pt x="17" y="223"/>
                    <a:pt x="50" y="240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23" y="66"/>
                    <a:pt x="190" y="33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2" name="Google Shape;21112;p60"/>
            <p:cNvSpPr/>
            <p:nvPr/>
          </p:nvSpPr>
          <p:spPr>
            <a:xfrm>
              <a:off x="4114600" y="2442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49" y="1"/>
                    <a:pt x="0" y="71"/>
                    <a:pt x="17" y="141"/>
                  </a:cubicBezTo>
                  <a:cubicBezTo>
                    <a:pt x="17" y="174"/>
                    <a:pt x="33" y="207"/>
                    <a:pt x="66" y="228"/>
                  </a:cubicBezTo>
                  <a:cubicBezTo>
                    <a:pt x="87" y="261"/>
                    <a:pt x="120" y="261"/>
                    <a:pt x="136" y="261"/>
                  </a:cubicBezTo>
                  <a:cubicBezTo>
                    <a:pt x="206" y="244"/>
                    <a:pt x="239" y="174"/>
                    <a:pt x="239" y="104"/>
                  </a:cubicBezTo>
                  <a:cubicBezTo>
                    <a:pt x="223" y="71"/>
                    <a:pt x="223" y="38"/>
                    <a:pt x="190" y="22"/>
                  </a:cubicBezTo>
                  <a:lnTo>
                    <a:pt x="1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3" name="Google Shape;21113;p60"/>
            <p:cNvSpPr/>
            <p:nvPr/>
          </p:nvSpPr>
          <p:spPr>
            <a:xfrm>
              <a:off x="3876600" y="2266875"/>
              <a:ext cx="5675" cy="6675"/>
            </a:xfrm>
            <a:custGeom>
              <a:avLst/>
              <a:gdLst/>
              <a:ahLst/>
              <a:cxnLst/>
              <a:rect l="l" t="t" r="r" b="b"/>
              <a:pathLst>
                <a:path w="227" h="267" extrusionOk="0">
                  <a:moveTo>
                    <a:pt x="103" y="0"/>
                  </a:moveTo>
                  <a:cubicBezTo>
                    <a:pt x="70" y="21"/>
                    <a:pt x="37" y="37"/>
                    <a:pt x="21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21" y="227"/>
                    <a:pt x="54" y="243"/>
                  </a:cubicBezTo>
                  <a:cubicBezTo>
                    <a:pt x="65" y="255"/>
                    <a:pt x="85" y="267"/>
                    <a:pt x="109" y="267"/>
                  </a:cubicBezTo>
                  <a:cubicBezTo>
                    <a:pt x="119" y="267"/>
                    <a:pt x="130" y="265"/>
                    <a:pt x="140" y="260"/>
                  </a:cubicBezTo>
                  <a:cubicBezTo>
                    <a:pt x="190" y="260"/>
                    <a:pt x="227" y="190"/>
                    <a:pt x="227" y="124"/>
                  </a:cubicBezTo>
                  <a:cubicBezTo>
                    <a:pt x="227" y="87"/>
                    <a:pt x="206" y="54"/>
                    <a:pt x="173" y="37"/>
                  </a:cubicBezTo>
                  <a:cubicBezTo>
                    <a:pt x="173" y="21"/>
                    <a:pt x="157" y="21"/>
                    <a:pt x="157" y="21"/>
                  </a:cubicBezTo>
                  <a:cubicBezTo>
                    <a:pt x="140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4" name="Google Shape;21114;p60"/>
            <p:cNvSpPr/>
            <p:nvPr/>
          </p:nvSpPr>
          <p:spPr>
            <a:xfrm>
              <a:off x="3803625" y="22338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70" y="1"/>
                    <a:pt x="33" y="17"/>
                    <a:pt x="17" y="50"/>
                  </a:cubicBezTo>
                  <a:cubicBezTo>
                    <a:pt x="0" y="67"/>
                    <a:pt x="0" y="104"/>
                    <a:pt x="0" y="137"/>
                  </a:cubicBezTo>
                  <a:cubicBezTo>
                    <a:pt x="0" y="170"/>
                    <a:pt x="17" y="207"/>
                    <a:pt x="54" y="223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06" y="67"/>
                    <a:pt x="206" y="34"/>
                    <a:pt x="173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5" name="Google Shape;21115;p60"/>
            <p:cNvSpPr/>
            <p:nvPr/>
          </p:nvSpPr>
          <p:spPr>
            <a:xfrm>
              <a:off x="3915750" y="2196875"/>
              <a:ext cx="6025" cy="6700"/>
            </a:xfrm>
            <a:custGeom>
              <a:avLst/>
              <a:gdLst/>
              <a:ahLst/>
              <a:cxnLst/>
              <a:rect l="l" t="t" r="r" b="b"/>
              <a:pathLst>
                <a:path w="241" h="268" extrusionOk="0">
                  <a:moveTo>
                    <a:pt x="104" y="1"/>
                  </a:moveTo>
                  <a:cubicBezTo>
                    <a:pt x="67" y="17"/>
                    <a:pt x="50" y="38"/>
                    <a:pt x="34" y="54"/>
                  </a:cubicBezTo>
                  <a:cubicBezTo>
                    <a:pt x="17" y="87"/>
                    <a:pt x="1" y="120"/>
                    <a:pt x="17" y="157"/>
                  </a:cubicBezTo>
                  <a:cubicBezTo>
                    <a:pt x="17" y="190"/>
                    <a:pt x="34" y="223"/>
                    <a:pt x="50" y="244"/>
                  </a:cubicBezTo>
                  <a:cubicBezTo>
                    <a:pt x="74" y="255"/>
                    <a:pt x="91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207" y="260"/>
                    <a:pt x="240" y="190"/>
                    <a:pt x="224" y="120"/>
                  </a:cubicBezTo>
                  <a:cubicBezTo>
                    <a:pt x="224" y="87"/>
                    <a:pt x="207" y="54"/>
                    <a:pt x="186" y="38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6" name="Google Shape;21116;p60"/>
            <p:cNvSpPr/>
            <p:nvPr/>
          </p:nvSpPr>
          <p:spPr>
            <a:xfrm>
              <a:off x="3842675" y="2317975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04" y="1"/>
                  </a:moveTo>
                  <a:cubicBezTo>
                    <a:pt x="38" y="17"/>
                    <a:pt x="1" y="88"/>
                    <a:pt x="17" y="158"/>
                  </a:cubicBezTo>
                  <a:cubicBezTo>
                    <a:pt x="17" y="191"/>
                    <a:pt x="38" y="224"/>
                    <a:pt x="54" y="244"/>
                  </a:cubicBezTo>
                  <a:cubicBezTo>
                    <a:pt x="66" y="256"/>
                    <a:pt x="86" y="268"/>
                    <a:pt x="110" y="268"/>
                  </a:cubicBezTo>
                  <a:cubicBezTo>
                    <a:pt x="120" y="268"/>
                    <a:pt x="130" y="266"/>
                    <a:pt x="141" y="261"/>
                  </a:cubicBezTo>
                  <a:cubicBezTo>
                    <a:pt x="190" y="261"/>
                    <a:pt x="244" y="191"/>
                    <a:pt x="223" y="121"/>
                  </a:cubicBezTo>
                  <a:cubicBezTo>
                    <a:pt x="223" y="88"/>
                    <a:pt x="207" y="55"/>
                    <a:pt x="190" y="38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7" name="Google Shape;21117;p60"/>
            <p:cNvSpPr/>
            <p:nvPr/>
          </p:nvSpPr>
          <p:spPr>
            <a:xfrm>
              <a:off x="4055325" y="22344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28" y="0"/>
                  </a:moveTo>
                  <a:cubicBezTo>
                    <a:pt x="120" y="0"/>
                    <a:pt x="112" y="4"/>
                    <a:pt x="103" y="13"/>
                  </a:cubicBezTo>
                  <a:cubicBezTo>
                    <a:pt x="66" y="13"/>
                    <a:pt x="50" y="29"/>
                    <a:pt x="33" y="62"/>
                  </a:cubicBezTo>
                  <a:cubicBezTo>
                    <a:pt x="17" y="83"/>
                    <a:pt x="0" y="116"/>
                    <a:pt x="17" y="149"/>
                  </a:cubicBezTo>
                  <a:cubicBezTo>
                    <a:pt x="17" y="186"/>
                    <a:pt x="33" y="219"/>
                    <a:pt x="50" y="235"/>
                  </a:cubicBezTo>
                  <a:cubicBezTo>
                    <a:pt x="87" y="252"/>
                    <a:pt x="103" y="268"/>
                    <a:pt x="136" y="268"/>
                  </a:cubicBezTo>
                  <a:cubicBezTo>
                    <a:pt x="206" y="252"/>
                    <a:pt x="239" y="186"/>
                    <a:pt x="223" y="116"/>
                  </a:cubicBezTo>
                  <a:cubicBezTo>
                    <a:pt x="223" y="83"/>
                    <a:pt x="206" y="46"/>
                    <a:pt x="190" y="29"/>
                  </a:cubicBezTo>
                  <a:cubicBezTo>
                    <a:pt x="169" y="29"/>
                    <a:pt x="169" y="13"/>
                    <a:pt x="153" y="13"/>
                  </a:cubicBezTo>
                  <a:cubicBezTo>
                    <a:pt x="145" y="4"/>
                    <a:pt x="136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8" name="Google Shape;21118;p60"/>
            <p:cNvSpPr/>
            <p:nvPr/>
          </p:nvSpPr>
          <p:spPr>
            <a:xfrm>
              <a:off x="3982250" y="22012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70" y="1"/>
                    <a:pt x="54" y="17"/>
                    <a:pt x="37" y="50"/>
                  </a:cubicBezTo>
                  <a:cubicBezTo>
                    <a:pt x="21" y="87"/>
                    <a:pt x="0" y="120"/>
                    <a:pt x="21" y="153"/>
                  </a:cubicBezTo>
                  <a:cubicBezTo>
                    <a:pt x="21" y="190"/>
                    <a:pt x="37" y="207"/>
                    <a:pt x="54" y="240"/>
                  </a:cubicBezTo>
                  <a:cubicBezTo>
                    <a:pt x="70" y="256"/>
                    <a:pt x="103" y="256"/>
                    <a:pt x="140" y="256"/>
                  </a:cubicBezTo>
                  <a:cubicBezTo>
                    <a:pt x="190" y="240"/>
                    <a:pt x="243" y="174"/>
                    <a:pt x="227" y="104"/>
                  </a:cubicBezTo>
                  <a:cubicBezTo>
                    <a:pt x="227" y="71"/>
                    <a:pt x="206" y="34"/>
                    <a:pt x="190" y="17"/>
                  </a:cubicBezTo>
                  <a:cubicBezTo>
                    <a:pt x="173" y="17"/>
                    <a:pt x="173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9" name="Google Shape;21119;p60"/>
            <p:cNvSpPr/>
            <p:nvPr/>
          </p:nvSpPr>
          <p:spPr>
            <a:xfrm>
              <a:off x="4142525" y="243487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3" y="0"/>
                    <a:pt x="0" y="66"/>
                    <a:pt x="0" y="136"/>
                  </a:cubicBezTo>
                  <a:cubicBezTo>
                    <a:pt x="0" y="169"/>
                    <a:pt x="17" y="206"/>
                    <a:pt x="50" y="223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86" y="239"/>
                    <a:pt x="223" y="169"/>
                    <a:pt x="223" y="103"/>
                  </a:cubicBezTo>
                  <a:cubicBezTo>
                    <a:pt x="223" y="66"/>
                    <a:pt x="206" y="33"/>
                    <a:pt x="169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0" name="Google Shape;21120;p60"/>
            <p:cNvSpPr/>
            <p:nvPr/>
          </p:nvSpPr>
          <p:spPr>
            <a:xfrm>
              <a:off x="4190975" y="2379000"/>
              <a:ext cx="5675" cy="6425"/>
            </a:xfrm>
            <a:custGeom>
              <a:avLst/>
              <a:gdLst/>
              <a:ahLst/>
              <a:cxnLst/>
              <a:rect l="l" t="t" r="r" b="b"/>
              <a:pathLst>
                <a:path w="227" h="257" extrusionOk="0">
                  <a:moveTo>
                    <a:pt x="87" y="1"/>
                  </a:moveTo>
                  <a:cubicBezTo>
                    <a:pt x="70" y="1"/>
                    <a:pt x="37" y="17"/>
                    <a:pt x="21" y="50"/>
                  </a:cubicBezTo>
                  <a:cubicBezTo>
                    <a:pt x="0" y="71"/>
                    <a:pt x="0" y="104"/>
                    <a:pt x="0" y="137"/>
                  </a:cubicBezTo>
                  <a:cubicBezTo>
                    <a:pt x="0" y="174"/>
                    <a:pt x="21" y="207"/>
                    <a:pt x="54" y="223"/>
                  </a:cubicBezTo>
                  <a:cubicBezTo>
                    <a:pt x="70" y="256"/>
                    <a:pt x="103" y="256"/>
                    <a:pt x="124" y="256"/>
                  </a:cubicBezTo>
                  <a:cubicBezTo>
                    <a:pt x="190" y="240"/>
                    <a:pt x="227" y="174"/>
                    <a:pt x="227" y="104"/>
                  </a:cubicBezTo>
                  <a:cubicBezTo>
                    <a:pt x="206" y="71"/>
                    <a:pt x="206" y="34"/>
                    <a:pt x="173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1" name="Google Shape;21121;p60"/>
            <p:cNvSpPr/>
            <p:nvPr/>
          </p:nvSpPr>
          <p:spPr>
            <a:xfrm>
              <a:off x="4200850" y="2469900"/>
              <a:ext cx="3550" cy="3125"/>
            </a:xfrm>
            <a:custGeom>
              <a:avLst/>
              <a:gdLst/>
              <a:ahLst/>
              <a:cxnLst/>
              <a:rect l="l" t="t" r="r" b="b"/>
              <a:pathLst>
                <a:path w="142" h="125" extrusionOk="0">
                  <a:moveTo>
                    <a:pt x="112" y="1"/>
                  </a:moveTo>
                  <a:cubicBezTo>
                    <a:pt x="64" y="1"/>
                    <a:pt x="14" y="31"/>
                    <a:pt x="1" y="75"/>
                  </a:cubicBezTo>
                  <a:lnTo>
                    <a:pt x="1" y="125"/>
                  </a:lnTo>
                  <a:cubicBezTo>
                    <a:pt x="54" y="92"/>
                    <a:pt x="87" y="59"/>
                    <a:pt x="141" y="5"/>
                  </a:cubicBezTo>
                  <a:cubicBezTo>
                    <a:pt x="132" y="2"/>
                    <a:pt x="122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2" name="Google Shape;21122;p60"/>
            <p:cNvSpPr/>
            <p:nvPr/>
          </p:nvSpPr>
          <p:spPr>
            <a:xfrm>
              <a:off x="4145925" y="22652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50" y="17"/>
                    <a:pt x="0" y="66"/>
                    <a:pt x="17" y="153"/>
                  </a:cubicBezTo>
                  <a:cubicBezTo>
                    <a:pt x="17" y="190"/>
                    <a:pt x="33" y="206"/>
                    <a:pt x="70" y="239"/>
                  </a:cubicBezTo>
                  <a:cubicBezTo>
                    <a:pt x="87" y="256"/>
                    <a:pt x="120" y="256"/>
                    <a:pt x="136" y="256"/>
                  </a:cubicBezTo>
                  <a:cubicBezTo>
                    <a:pt x="174" y="256"/>
                    <a:pt x="207" y="239"/>
                    <a:pt x="223" y="206"/>
                  </a:cubicBezTo>
                  <a:cubicBezTo>
                    <a:pt x="239" y="169"/>
                    <a:pt x="239" y="136"/>
                    <a:pt x="239" y="103"/>
                  </a:cubicBezTo>
                  <a:cubicBezTo>
                    <a:pt x="223" y="66"/>
                    <a:pt x="223" y="50"/>
                    <a:pt x="190" y="17"/>
                  </a:cubicBezTo>
                  <a:cubicBezTo>
                    <a:pt x="190" y="17"/>
                    <a:pt x="174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3" name="Google Shape;21123;p60"/>
            <p:cNvSpPr/>
            <p:nvPr/>
          </p:nvSpPr>
          <p:spPr>
            <a:xfrm>
              <a:off x="4172925" y="24765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54" y="17"/>
                    <a:pt x="1" y="88"/>
                    <a:pt x="21" y="154"/>
                  </a:cubicBezTo>
                  <a:cubicBezTo>
                    <a:pt x="21" y="191"/>
                    <a:pt x="38" y="224"/>
                    <a:pt x="71" y="240"/>
                  </a:cubicBezTo>
                  <a:cubicBezTo>
                    <a:pt x="87" y="257"/>
                    <a:pt x="124" y="257"/>
                    <a:pt x="141" y="257"/>
                  </a:cubicBezTo>
                  <a:cubicBezTo>
                    <a:pt x="174" y="257"/>
                    <a:pt x="190" y="240"/>
                    <a:pt x="207" y="207"/>
                  </a:cubicBezTo>
                  <a:cubicBezTo>
                    <a:pt x="227" y="170"/>
                    <a:pt x="244" y="137"/>
                    <a:pt x="244" y="104"/>
                  </a:cubicBezTo>
                  <a:cubicBezTo>
                    <a:pt x="227" y="67"/>
                    <a:pt x="207" y="50"/>
                    <a:pt x="190" y="34"/>
                  </a:cubicBezTo>
                  <a:cubicBezTo>
                    <a:pt x="190" y="17"/>
                    <a:pt x="174" y="17"/>
                    <a:pt x="174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4" name="Google Shape;21124;p60"/>
            <p:cNvSpPr/>
            <p:nvPr/>
          </p:nvSpPr>
          <p:spPr>
            <a:xfrm>
              <a:off x="4169525" y="24472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54" y="21"/>
                    <a:pt x="1" y="70"/>
                    <a:pt x="17" y="157"/>
                  </a:cubicBezTo>
                  <a:cubicBezTo>
                    <a:pt x="17" y="190"/>
                    <a:pt x="33" y="206"/>
                    <a:pt x="54" y="227"/>
                  </a:cubicBezTo>
                  <a:cubicBezTo>
                    <a:pt x="87" y="260"/>
                    <a:pt x="120" y="260"/>
                    <a:pt x="137" y="260"/>
                  </a:cubicBezTo>
                  <a:cubicBezTo>
                    <a:pt x="207" y="243"/>
                    <a:pt x="240" y="173"/>
                    <a:pt x="240" y="103"/>
                  </a:cubicBezTo>
                  <a:cubicBezTo>
                    <a:pt x="223" y="70"/>
                    <a:pt x="207" y="37"/>
                    <a:pt x="190" y="21"/>
                  </a:cubicBezTo>
                  <a:cubicBezTo>
                    <a:pt x="190" y="21"/>
                    <a:pt x="174" y="2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5" name="Google Shape;21125;p60"/>
            <p:cNvSpPr/>
            <p:nvPr/>
          </p:nvSpPr>
          <p:spPr>
            <a:xfrm>
              <a:off x="4167775" y="2352175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3" y="1"/>
                  </a:moveTo>
                  <a:cubicBezTo>
                    <a:pt x="117" y="1"/>
                    <a:pt x="110" y="3"/>
                    <a:pt x="103" y="10"/>
                  </a:cubicBezTo>
                  <a:cubicBezTo>
                    <a:pt x="38" y="10"/>
                    <a:pt x="0" y="76"/>
                    <a:pt x="0" y="146"/>
                  </a:cubicBezTo>
                  <a:cubicBezTo>
                    <a:pt x="21" y="179"/>
                    <a:pt x="38" y="216"/>
                    <a:pt x="54" y="233"/>
                  </a:cubicBezTo>
                  <a:cubicBezTo>
                    <a:pt x="71" y="249"/>
                    <a:pt x="103" y="266"/>
                    <a:pt x="141" y="266"/>
                  </a:cubicBezTo>
                  <a:cubicBezTo>
                    <a:pt x="190" y="249"/>
                    <a:pt x="244" y="179"/>
                    <a:pt x="227" y="113"/>
                  </a:cubicBezTo>
                  <a:cubicBezTo>
                    <a:pt x="227" y="76"/>
                    <a:pt x="207" y="43"/>
                    <a:pt x="190" y="27"/>
                  </a:cubicBezTo>
                  <a:cubicBezTo>
                    <a:pt x="174" y="27"/>
                    <a:pt x="174" y="10"/>
                    <a:pt x="157" y="10"/>
                  </a:cubicBezTo>
                  <a:cubicBezTo>
                    <a:pt x="146" y="10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6" name="Google Shape;21126;p60"/>
            <p:cNvSpPr/>
            <p:nvPr/>
          </p:nvSpPr>
          <p:spPr>
            <a:xfrm>
              <a:off x="4179425" y="24127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1" y="0"/>
                  </a:moveTo>
                  <a:cubicBezTo>
                    <a:pt x="92" y="0"/>
                    <a:pt x="76" y="12"/>
                    <a:pt x="50" y="24"/>
                  </a:cubicBezTo>
                  <a:cubicBezTo>
                    <a:pt x="17" y="77"/>
                    <a:pt x="0" y="164"/>
                    <a:pt x="33" y="213"/>
                  </a:cubicBezTo>
                  <a:cubicBezTo>
                    <a:pt x="50" y="246"/>
                    <a:pt x="87" y="267"/>
                    <a:pt x="120" y="267"/>
                  </a:cubicBezTo>
                  <a:cubicBezTo>
                    <a:pt x="136" y="267"/>
                    <a:pt x="173" y="246"/>
                    <a:pt x="190" y="230"/>
                  </a:cubicBezTo>
                  <a:cubicBezTo>
                    <a:pt x="223" y="213"/>
                    <a:pt x="239" y="180"/>
                    <a:pt x="239" y="143"/>
                  </a:cubicBezTo>
                  <a:cubicBezTo>
                    <a:pt x="239" y="110"/>
                    <a:pt x="239" y="77"/>
                    <a:pt x="206" y="40"/>
                  </a:cubicBezTo>
                  <a:cubicBezTo>
                    <a:pt x="206" y="24"/>
                    <a:pt x="190" y="24"/>
                    <a:pt x="173" y="7"/>
                  </a:cubicBezTo>
                  <a:lnTo>
                    <a:pt x="136" y="7"/>
                  </a:lnTo>
                  <a:cubicBezTo>
                    <a:pt x="127" y="2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7" name="Google Shape;21127;p60"/>
            <p:cNvSpPr/>
            <p:nvPr/>
          </p:nvSpPr>
          <p:spPr>
            <a:xfrm>
              <a:off x="4178075" y="23852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04" y="1"/>
                  </a:moveTo>
                  <a:cubicBezTo>
                    <a:pt x="86" y="1"/>
                    <a:pt x="66" y="13"/>
                    <a:pt x="54" y="28"/>
                  </a:cubicBezTo>
                  <a:cubicBezTo>
                    <a:pt x="21" y="44"/>
                    <a:pt x="21" y="77"/>
                    <a:pt x="1" y="110"/>
                  </a:cubicBezTo>
                  <a:cubicBezTo>
                    <a:pt x="1" y="148"/>
                    <a:pt x="21" y="181"/>
                    <a:pt x="38" y="213"/>
                  </a:cubicBezTo>
                  <a:cubicBezTo>
                    <a:pt x="57" y="245"/>
                    <a:pt x="89" y="264"/>
                    <a:pt x="123" y="264"/>
                  </a:cubicBezTo>
                  <a:cubicBezTo>
                    <a:pt x="146" y="264"/>
                    <a:pt x="170" y="254"/>
                    <a:pt x="190" y="234"/>
                  </a:cubicBezTo>
                  <a:cubicBezTo>
                    <a:pt x="244" y="181"/>
                    <a:pt x="244" y="110"/>
                    <a:pt x="207" y="44"/>
                  </a:cubicBezTo>
                  <a:cubicBezTo>
                    <a:pt x="190" y="28"/>
                    <a:pt x="174" y="28"/>
                    <a:pt x="157" y="7"/>
                  </a:cubicBezTo>
                  <a:lnTo>
                    <a:pt x="124" y="7"/>
                  </a:lnTo>
                  <a:cubicBezTo>
                    <a:pt x="119" y="3"/>
                    <a:pt x="112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8" name="Google Shape;21128;p60"/>
            <p:cNvSpPr/>
            <p:nvPr/>
          </p:nvSpPr>
          <p:spPr>
            <a:xfrm>
              <a:off x="4181175" y="2318925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36" y="0"/>
                  </a:moveTo>
                  <a:cubicBezTo>
                    <a:pt x="120" y="0"/>
                    <a:pt x="83" y="0"/>
                    <a:pt x="66" y="33"/>
                  </a:cubicBezTo>
                  <a:cubicBezTo>
                    <a:pt x="17" y="66"/>
                    <a:pt x="0" y="153"/>
                    <a:pt x="50" y="206"/>
                  </a:cubicBezTo>
                  <a:cubicBezTo>
                    <a:pt x="66" y="239"/>
                    <a:pt x="83" y="256"/>
                    <a:pt x="120" y="256"/>
                  </a:cubicBezTo>
                  <a:cubicBezTo>
                    <a:pt x="153" y="256"/>
                    <a:pt x="169" y="256"/>
                    <a:pt x="207" y="223"/>
                  </a:cubicBezTo>
                  <a:cubicBezTo>
                    <a:pt x="240" y="186"/>
                    <a:pt x="256" y="103"/>
                    <a:pt x="223" y="50"/>
                  </a:cubicBezTo>
                  <a:cubicBezTo>
                    <a:pt x="207" y="33"/>
                    <a:pt x="186" y="17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9" name="Google Shape;21129;p60"/>
            <p:cNvSpPr/>
            <p:nvPr/>
          </p:nvSpPr>
          <p:spPr>
            <a:xfrm>
              <a:off x="4180250" y="23653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3" y="0"/>
                  </a:moveTo>
                  <a:cubicBezTo>
                    <a:pt x="54" y="17"/>
                    <a:pt x="0" y="83"/>
                    <a:pt x="17" y="153"/>
                  </a:cubicBezTo>
                  <a:cubicBezTo>
                    <a:pt x="17" y="186"/>
                    <a:pt x="37" y="223"/>
                    <a:pt x="70" y="240"/>
                  </a:cubicBezTo>
                  <a:cubicBezTo>
                    <a:pt x="82" y="251"/>
                    <a:pt x="102" y="263"/>
                    <a:pt x="120" y="263"/>
                  </a:cubicBezTo>
                  <a:cubicBezTo>
                    <a:pt x="127" y="263"/>
                    <a:pt x="134" y="261"/>
                    <a:pt x="140" y="256"/>
                  </a:cubicBezTo>
                  <a:cubicBezTo>
                    <a:pt x="206" y="256"/>
                    <a:pt x="244" y="186"/>
                    <a:pt x="244" y="120"/>
                  </a:cubicBezTo>
                  <a:cubicBezTo>
                    <a:pt x="223" y="83"/>
                    <a:pt x="223" y="50"/>
                    <a:pt x="190" y="33"/>
                  </a:cubicBezTo>
                  <a:cubicBezTo>
                    <a:pt x="190" y="17"/>
                    <a:pt x="173" y="17"/>
                    <a:pt x="173" y="17"/>
                  </a:cubicBezTo>
                  <a:cubicBezTo>
                    <a:pt x="157" y="0"/>
                    <a:pt x="14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0" name="Google Shape;21130;p60"/>
            <p:cNvSpPr/>
            <p:nvPr/>
          </p:nvSpPr>
          <p:spPr>
            <a:xfrm>
              <a:off x="4172525" y="2261300"/>
              <a:ext cx="3000" cy="6100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37" y="0"/>
                  </a:moveTo>
                  <a:cubicBezTo>
                    <a:pt x="17" y="37"/>
                    <a:pt x="0" y="54"/>
                    <a:pt x="0" y="87"/>
                  </a:cubicBezTo>
                  <a:cubicBezTo>
                    <a:pt x="0" y="120"/>
                    <a:pt x="0" y="157"/>
                    <a:pt x="17" y="190"/>
                  </a:cubicBezTo>
                  <a:cubicBezTo>
                    <a:pt x="37" y="207"/>
                    <a:pt x="70" y="223"/>
                    <a:pt x="103" y="244"/>
                  </a:cubicBezTo>
                  <a:lnTo>
                    <a:pt x="120" y="244"/>
                  </a:lnTo>
                  <a:cubicBezTo>
                    <a:pt x="87" y="157"/>
                    <a:pt x="70" y="87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1" name="Google Shape;21131;p60"/>
            <p:cNvSpPr/>
            <p:nvPr/>
          </p:nvSpPr>
          <p:spPr>
            <a:xfrm>
              <a:off x="4182000" y="23494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20" y="0"/>
                  </a:moveTo>
                  <a:cubicBezTo>
                    <a:pt x="76" y="0"/>
                    <a:pt x="41" y="33"/>
                    <a:pt x="17" y="81"/>
                  </a:cubicBezTo>
                  <a:cubicBezTo>
                    <a:pt x="0" y="151"/>
                    <a:pt x="33" y="221"/>
                    <a:pt x="87" y="254"/>
                  </a:cubicBezTo>
                  <a:cubicBezTo>
                    <a:pt x="95" y="257"/>
                    <a:pt x="104" y="258"/>
                    <a:pt x="114" y="258"/>
                  </a:cubicBezTo>
                  <a:cubicBezTo>
                    <a:pt x="159" y="258"/>
                    <a:pt x="209" y="226"/>
                    <a:pt x="223" y="167"/>
                  </a:cubicBezTo>
                  <a:cubicBezTo>
                    <a:pt x="256" y="118"/>
                    <a:pt x="223" y="31"/>
                    <a:pt x="174" y="15"/>
                  </a:cubicBezTo>
                  <a:cubicBezTo>
                    <a:pt x="154" y="5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2" name="Google Shape;21132;p60"/>
            <p:cNvSpPr/>
            <p:nvPr/>
          </p:nvSpPr>
          <p:spPr>
            <a:xfrm>
              <a:off x="4192725" y="24113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11" y="1"/>
                  </a:moveTo>
                  <a:cubicBezTo>
                    <a:pt x="69" y="1"/>
                    <a:pt x="29" y="34"/>
                    <a:pt x="17" y="82"/>
                  </a:cubicBezTo>
                  <a:cubicBezTo>
                    <a:pt x="0" y="152"/>
                    <a:pt x="17" y="238"/>
                    <a:pt x="87" y="255"/>
                  </a:cubicBezTo>
                  <a:cubicBezTo>
                    <a:pt x="98" y="255"/>
                    <a:pt x="109" y="262"/>
                    <a:pt x="120" y="262"/>
                  </a:cubicBezTo>
                  <a:cubicBezTo>
                    <a:pt x="125" y="262"/>
                    <a:pt x="131" y="260"/>
                    <a:pt x="136" y="255"/>
                  </a:cubicBezTo>
                  <a:cubicBezTo>
                    <a:pt x="173" y="255"/>
                    <a:pt x="206" y="222"/>
                    <a:pt x="223" y="185"/>
                  </a:cubicBezTo>
                  <a:cubicBezTo>
                    <a:pt x="239" y="135"/>
                    <a:pt x="223" y="82"/>
                    <a:pt x="206" y="49"/>
                  </a:cubicBezTo>
                  <a:cubicBezTo>
                    <a:pt x="190" y="32"/>
                    <a:pt x="173" y="16"/>
                    <a:pt x="157" y="16"/>
                  </a:cubicBezTo>
                  <a:cubicBezTo>
                    <a:pt x="142" y="6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3" name="Google Shape;21133;p60"/>
            <p:cNvSpPr/>
            <p:nvPr/>
          </p:nvSpPr>
          <p:spPr>
            <a:xfrm>
              <a:off x="4197050" y="2321900"/>
              <a:ext cx="850" cy="2200"/>
            </a:xfrm>
            <a:custGeom>
              <a:avLst/>
              <a:gdLst/>
              <a:ahLst/>
              <a:cxnLst/>
              <a:rect l="l" t="t" r="r" b="b"/>
              <a:pathLst>
                <a:path w="34" h="88" extrusionOk="0">
                  <a:moveTo>
                    <a:pt x="0" y="1"/>
                  </a:moveTo>
                  <a:lnTo>
                    <a:pt x="0" y="17"/>
                  </a:lnTo>
                  <a:cubicBezTo>
                    <a:pt x="0" y="34"/>
                    <a:pt x="17" y="67"/>
                    <a:pt x="33" y="87"/>
                  </a:cubicBezTo>
                  <a:cubicBezTo>
                    <a:pt x="17" y="67"/>
                    <a:pt x="17" y="3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4" name="Google Shape;21134;p60"/>
            <p:cNvSpPr/>
            <p:nvPr/>
          </p:nvSpPr>
          <p:spPr>
            <a:xfrm>
              <a:off x="4195300" y="23618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6" y="0"/>
                  </a:moveTo>
                  <a:cubicBezTo>
                    <a:pt x="103" y="0"/>
                    <a:pt x="70" y="0"/>
                    <a:pt x="54" y="1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5" y="237"/>
                    <a:pt x="85" y="256"/>
                    <a:pt x="118" y="256"/>
                  </a:cubicBezTo>
                  <a:cubicBezTo>
                    <a:pt x="142" y="256"/>
                    <a:pt x="167" y="246"/>
                    <a:pt x="190" y="223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5" name="Google Shape;21135;p60"/>
            <p:cNvSpPr/>
            <p:nvPr/>
          </p:nvSpPr>
          <p:spPr>
            <a:xfrm>
              <a:off x="4190150" y="2336125"/>
              <a:ext cx="6500" cy="6750"/>
            </a:xfrm>
            <a:custGeom>
              <a:avLst/>
              <a:gdLst/>
              <a:ahLst/>
              <a:cxnLst/>
              <a:rect l="l" t="t" r="r" b="b"/>
              <a:pathLst>
                <a:path w="260" h="270" extrusionOk="0">
                  <a:moveTo>
                    <a:pt x="129" y="0"/>
                  </a:moveTo>
                  <a:cubicBezTo>
                    <a:pt x="87" y="0"/>
                    <a:pt x="44" y="32"/>
                    <a:pt x="17" y="83"/>
                  </a:cubicBezTo>
                  <a:cubicBezTo>
                    <a:pt x="0" y="153"/>
                    <a:pt x="33" y="240"/>
                    <a:pt x="87" y="256"/>
                  </a:cubicBezTo>
                  <a:cubicBezTo>
                    <a:pt x="100" y="265"/>
                    <a:pt x="114" y="269"/>
                    <a:pt x="129" y="269"/>
                  </a:cubicBezTo>
                  <a:cubicBezTo>
                    <a:pt x="170" y="269"/>
                    <a:pt x="211" y="238"/>
                    <a:pt x="223" y="186"/>
                  </a:cubicBezTo>
                  <a:cubicBezTo>
                    <a:pt x="260" y="116"/>
                    <a:pt x="223" y="34"/>
                    <a:pt x="173" y="13"/>
                  </a:cubicBezTo>
                  <a:cubicBezTo>
                    <a:pt x="159" y="4"/>
                    <a:pt x="144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6" name="Google Shape;21136;p60"/>
            <p:cNvSpPr/>
            <p:nvPr/>
          </p:nvSpPr>
          <p:spPr>
            <a:xfrm>
              <a:off x="4178600" y="2288400"/>
              <a:ext cx="5575" cy="6825"/>
            </a:xfrm>
            <a:custGeom>
              <a:avLst/>
              <a:gdLst/>
              <a:ahLst/>
              <a:cxnLst/>
              <a:rect l="l" t="t" r="r" b="b"/>
              <a:pathLst>
                <a:path w="223" h="273" extrusionOk="0">
                  <a:moveTo>
                    <a:pt x="136" y="1"/>
                  </a:moveTo>
                  <a:cubicBezTo>
                    <a:pt x="103" y="1"/>
                    <a:pt x="66" y="17"/>
                    <a:pt x="50" y="34"/>
                  </a:cubicBezTo>
                  <a:cubicBezTo>
                    <a:pt x="0" y="87"/>
                    <a:pt x="0" y="153"/>
                    <a:pt x="33" y="223"/>
                  </a:cubicBezTo>
                  <a:cubicBezTo>
                    <a:pt x="50" y="240"/>
                    <a:pt x="83" y="256"/>
                    <a:pt x="103" y="273"/>
                  </a:cubicBezTo>
                  <a:cubicBezTo>
                    <a:pt x="136" y="273"/>
                    <a:pt x="169" y="256"/>
                    <a:pt x="186" y="240"/>
                  </a:cubicBezTo>
                  <a:cubicBezTo>
                    <a:pt x="206" y="223"/>
                    <a:pt x="223" y="190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186" y="34"/>
                    <a:pt x="169" y="17"/>
                    <a:pt x="153" y="17"/>
                  </a:cubicBezTo>
                  <a:cubicBezTo>
                    <a:pt x="153" y="17"/>
                    <a:pt x="136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7" name="Google Shape;21137;p60"/>
            <p:cNvSpPr/>
            <p:nvPr/>
          </p:nvSpPr>
          <p:spPr>
            <a:xfrm>
              <a:off x="4175100" y="23354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1" y="1"/>
                  </a:moveTo>
                  <a:cubicBezTo>
                    <a:pt x="115" y="1"/>
                    <a:pt x="109" y="2"/>
                    <a:pt x="103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17" y="181"/>
                    <a:pt x="37" y="214"/>
                    <a:pt x="54" y="231"/>
                  </a:cubicBezTo>
                  <a:cubicBezTo>
                    <a:pt x="70" y="247"/>
                    <a:pt x="103" y="268"/>
                    <a:pt x="140" y="268"/>
                  </a:cubicBezTo>
                  <a:cubicBezTo>
                    <a:pt x="190" y="247"/>
                    <a:pt x="243" y="181"/>
                    <a:pt x="223" y="111"/>
                  </a:cubicBezTo>
                  <a:cubicBezTo>
                    <a:pt x="223" y="78"/>
                    <a:pt x="206" y="41"/>
                    <a:pt x="190" y="24"/>
                  </a:cubicBezTo>
                  <a:cubicBezTo>
                    <a:pt x="173" y="24"/>
                    <a:pt x="173" y="8"/>
                    <a:pt x="157" y="8"/>
                  </a:cubicBezTo>
                  <a:cubicBezTo>
                    <a:pt x="146" y="8"/>
                    <a:pt x="133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8" name="Google Shape;21138;p60"/>
            <p:cNvSpPr/>
            <p:nvPr/>
          </p:nvSpPr>
          <p:spPr>
            <a:xfrm>
              <a:off x="4186750" y="2302950"/>
              <a:ext cx="4750" cy="6675"/>
            </a:xfrm>
            <a:custGeom>
              <a:avLst/>
              <a:gdLst/>
              <a:ahLst/>
              <a:cxnLst/>
              <a:rect l="l" t="t" r="r" b="b"/>
              <a:pathLst>
                <a:path w="190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0" y="190"/>
                    <a:pt x="17" y="227"/>
                    <a:pt x="50" y="243"/>
                  </a:cubicBezTo>
                  <a:cubicBezTo>
                    <a:pt x="61" y="255"/>
                    <a:pt x="83" y="267"/>
                    <a:pt x="107" y="267"/>
                  </a:cubicBezTo>
                  <a:cubicBezTo>
                    <a:pt x="116" y="267"/>
                    <a:pt x="126" y="265"/>
                    <a:pt x="136" y="260"/>
                  </a:cubicBezTo>
                  <a:cubicBezTo>
                    <a:pt x="153" y="260"/>
                    <a:pt x="169" y="243"/>
                    <a:pt x="190" y="227"/>
                  </a:cubicBezTo>
                  <a:cubicBezTo>
                    <a:pt x="169" y="157"/>
                    <a:pt x="136" y="87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9" name="Google Shape;21139;p60"/>
            <p:cNvSpPr/>
            <p:nvPr/>
          </p:nvSpPr>
          <p:spPr>
            <a:xfrm>
              <a:off x="4128700" y="22678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71" y="17"/>
                    <a:pt x="38" y="33"/>
                    <a:pt x="17" y="50"/>
                  </a:cubicBezTo>
                  <a:cubicBezTo>
                    <a:pt x="1" y="87"/>
                    <a:pt x="1" y="120"/>
                    <a:pt x="1" y="153"/>
                  </a:cubicBezTo>
                  <a:cubicBezTo>
                    <a:pt x="1" y="190"/>
                    <a:pt x="17" y="223"/>
                    <a:pt x="38" y="239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91" y="256"/>
                    <a:pt x="223" y="190"/>
                    <a:pt x="223" y="120"/>
                  </a:cubicBezTo>
                  <a:cubicBezTo>
                    <a:pt x="207" y="87"/>
                    <a:pt x="191" y="50"/>
                    <a:pt x="174" y="33"/>
                  </a:cubicBezTo>
                  <a:cubicBezTo>
                    <a:pt x="174" y="17"/>
                    <a:pt x="158" y="17"/>
                    <a:pt x="158" y="17"/>
                  </a:cubicBezTo>
                  <a:cubicBezTo>
                    <a:pt x="141" y="0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0" name="Google Shape;21140;p60"/>
            <p:cNvSpPr/>
            <p:nvPr/>
          </p:nvSpPr>
          <p:spPr>
            <a:xfrm>
              <a:off x="3796300" y="2343850"/>
              <a:ext cx="4350" cy="6600"/>
            </a:xfrm>
            <a:custGeom>
              <a:avLst/>
              <a:gdLst/>
              <a:ahLst/>
              <a:cxnLst/>
              <a:rect l="l" t="t" r="r" b="b"/>
              <a:pathLst>
                <a:path w="174" h="264" extrusionOk="0">
                  <a:moveTo>
                    <a:pt x="52" y="1"/>
                  </a:moveTo>
                  <a:cubicBezTo>
                    <a:pt x="37" y="1"/>
                    <a:pt x="19" y="5"/>
                    <a:pt x="0" y="13"/>
                  </a:cubicBezTo>
                  <a:lnTo>
                    <a:pt x="0" y="256"/>
                  </a:lnTo>
                  <a:lnTo>
                    <a:pt x="17" y="256"/>
                  </a:lnTo>
                  <a:cubicBezTo>
                    <a:pt x="31" y="256"/>
                    <a:pt x="43" y="264"/>
                    <a:pt x="54" y="264"/>
                  </a:cubicBezTo>
                  <a:cubicBezTo>
                    <a:pt x="60" y="264"/>
                    <a:pt x="65" y="262"/>
                    <a:pt x="71" y="256"/>
                  </a:cubicBezTo>
                  <a:cubicBezTo>
                    <a:pt x="104" y="256"/>
                    <a:pt x="141" y="219"/>
                    <a:pt x="157" y="186"/>
                  </a:cubicBezTo>
                  <a:cubicBezTo>
                    <a:pt x="174" y="137"/>
                    <a:pt x="157" y="83"/>
                    <a:pt x="141" y="50"/>
                  </a:cubicBezTo>
                  <a:cubicBezTo>
                    <a:pt x="120" y="34"/>
                    <a:pt x="104" y="13"/>
                    <a:pt x="87" y="13"/>
                  </a:cubicBezTo>
                  <a:cubicBezTo>
                    <a:pt x="79" y="5"/>
                    <a:pt x="66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1" name="Google Shape;21141;p60"/>
            <p:cNvSpPr/>
            <p:nvPr/>
          </p:nvSpPr>
          <p:spPr>
            <a:xfrm>
              <a:off x="3796300" y="2437850"/>
              <a:ext cx="4350" cy="6425"/>
            </a:xfrm>
            <a:custGeom>
              <a:avLst/>
              <a:gdLst/>
              <a:ahLst/>
              <a:cxnLst/>
              <a:rect l="l" t="t" r="r" b="b"/>
              <a:pathLst>
                <a:path w="174" h="257" extrusionOk="0">
                  <a:moveTo>
                    <a:pt x="38" y="1"/>
                  </a:moveTo>
                  <a:cubicBezTo>
                    <a:pt x="17" y="1"/>
                    <a:pt x="17" y="1"/>
                    <a:pt x="0" y="17"/>
                  </a:cubicBezTo>
                  <a:lnTo>
                    <a:pt x="0" y="257"/>
                  </a:lnTo>
                  <a:lnTo>
                    <a:pt x="71" y="257"/>
                  </a:lnTo>
                  <a:cubicBezTo>
                    <a:pt x="104" y="257"/>
                    <a:pt x="120" y="240"/>
                    <a:pt x="141" y="207"/>
                  </a:cubicBezTo>
                  <a:cubicBezTo>
                    <a:pt x="157" y="170"/>
                    <a:pt x="174" y="137"/>
                    <a:pt x="157" y="104"/>
                  </a:cubicBezTo>
                  <a:cubicBezTo>
                    <a:pt x="157" y="67"/>
                    <a:pt x="141" y="50"/>
                    <a:pt x="120" y="34"/>
                  </a:cubicBezTo>
                  <a:cubicBezTo>
                    <a:pt x="104" y="17"/>
                    <a:pt x="104" y="17"/>
                    <a:pt x="87" y="17"/>
                  </a:cubicBezTo>
                  <a:cubicBezTo>
                    <a:pt x="71" y="1"/>
                    <a:pt x="54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2" name="Google Shape;21142;p60"/>
            <p:cNvSpPr/>
            <p:nvPr/>
          </p:nvSpPr>
          <p:spPr>
            <a:xfrm>
              <a:off x="3796300" y="2387675"/>
              <a:ext cx="4350" cy="6725"/>
            </a:xfrm>
            <a:custGeom>
              <a:avLst/>
              <a:gdLst/>
              <a:ahLst/>
              <a:cxnLst/>
              <a:rect l="l" t="t" r="r" b="b"/>
              <a:pathLst>
                <a:path w="174" h="269" extrusionOk="0">
                  <a:moveTo>
                    <a:pt x="52" y="0"/>
                  </a:moveTo>
                  <a:cubicBezTo>
                    <a:pt x="37" y="0"/>
                    <a:pt x="19" y="4"/>
                    <a:pt x="0" y="12"/>
                  </a:cubicBezTo>
                  <a:lnTo>
                    <a:pt x="0" y="256"/>
                  </a:lnTo>
                  <a:lnTo>
                    <a:pt x="17" y="256"/>
                  </a:lnTo>
                  <a:cubicBezTo>
                    <a:pt x="31" y="264"/>
                    <a:pt x="47" y="269"/>
                    <a:pt x="62" y="269"/>
                  </a:cubicBezTo>
                  <a:cubicBezTo>
                    <a:pt x="104" y="269"/>
                    <a:pt x="145" y="237"/>
                    <a:pt x="157" y="186"/>
                  </a:cubicBezTo>
                  <a:cubicBezTo>
                    <a:pt x="174" y="115"/>
                    <a:pt x="157" y="33"/>
                    <a:pt x="87" y="12"/>
                  </a:cubicBezTo>
                  <a:cubicBezTo>
                    <a:pt x="79" y="4"/>
                    <a:pt x="66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3" name="Google Shape;21143;p60"/>
            <p:cNvSpPr/>
            <p:nvPr/>
          </p:nvSpPr>
          <p:spPr>
            <a:xfrm>
              <a:off x="4141600" y="2216750"/>
              <a:ext cx="6500" cy="6700"/>
            </a:xfrm>
            <a:custGeom>
              <a:avLst/>
              <a:gdLst/>
              <a:ahLst/>
              <a:cxnLst/>
              <a:rect l="l" t="t" r="r" b="b"/>
              <a:pathLst>
                <a:path w="260" h="268" extrusionOk="0">
                  <a:moveTo>
                    <a:pt x="122" y="1"/>
                  </a:moveTo>
                  <a:cubicBezTo>
                    <a:pt x="78" y="1"/>
                    <a:pt x="44" y="32"/>
                    <a:pt x="17" y="84"/>
                  </a:cubicBezTo>
                  <a:cubicBezTo>
                    <a:pt x="0" y="150"/>
                    <a:pt x="37" y="220"/>
                    <a:pt x="87" y="253"/>
                  </a:cubicBezTo>
                  <a:cubicBezTo>
                    <a:pt x="101" y="263"/>
                    <a:pt x="117" y="268"/>
                    <a:pt x="132" y="268"/>
                  </a:cubicBezTo>
                  <a:cubicBezTo>
                    <a:pt x="173" y="268"/>
                    <a:pt x="211" y="235"/>
                    <a:pt x="223" y="187"/>
                  </a:cubicBezTo>
                  <a:cubicBezTo>
                    <a:pt x="260" y="117"/>
                    <a:pt x="223" y="30"/>
                    <a:pt x="173" y="14"/>
                  </a:cubicBezTo>
                  <a:cubicBezTo>
                    <a:pt x="155" y="5"/>
                    <a:pt x="138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4" name="Google Shape;21144;p60"/>
            <p:cNvSpPr/>
            <p:nvPr/>
          </p:nvSpPr>
          <p:spPr>
            <a:xfrm>
              <a:off x="3806200" y="2356325"/>
              <a:ext cx="5575" cy="6825"/>
            </a:xfrm>
            <a:custGeom>
              <a:avLst/>
              <a:gdLst/>
              <a:ahLst/>
              <a:cxnLst/>
              <a:rect l="l" t="t" r="r" b="b"/>
              <a:pathLst>
                <a:path w="223" h="273" extrusionOk="0">
                  <a:moveTo>
                    <a:pt x="112" y="1"/>
                  </a:moveTo>
                  <a:cubicBezTo>
                    <a:pt x="103" y="1"/>
                    <a:pt x="95" y="5"/>
                    <a:pt x="87" y="13"/>
                  </a:cubicBezTo>
                  <a:cubicBezTo>
                    <a:pt x="54" y="13"/>
                    <a:pt x="33" y="30"/>
                    <a:pt x="17" y="67"/>
                  </a:cubicBezTo>
                  <a:cubicBezTo>
                    <a:pt x="0" y="83"/>
                    <a:pt x="0" y="116"/>
                    <a:pt x="0" y="153"/>
                  </a:cubicBezTo>
                  <a:cubicBezTo>
                    <a:pt x="0" y="186"/>
                    <a:pt x="17" y="219"/>
                    <a:pt x="33" y="236"/>
                  </a:cubicBezTo>
                  <a:cubicBezTo>
                    <a:pt x="70" y="256"/>
                    <a:pt x="87" y="273"/>
                    <a:pt x="120" y="273"/>
                  </a:cubicBezTo>
                  <a:cubicBezTo>
                    <a:pt x="190" y="256"/>
                    <a:pt x="223" y="186"/>
                    <a:pt x="206" y="116"/>
                  </a:cubicBezTo>
                  <a:cubicBezTo>
                    <a:pt x="206" y="83"/>
                    <a:pt x="190" y="50"/>
                    <a:pt x="173" y="30"/>
                  </a:cubicBezTo>
                  <a:cubicBezTo>
                    <a:pt x="157" y="30"/>
                    <a:pt x="157" y="13"/>
                    <a:pt x="136" y="13"/>
                  </a:cubicBezTo>
                  <a:cubicBezTo>
                    <a:pt x="128" y="5"/>
                    <a:pt x="120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5" name="Google Shape;21145;p60"/>
            <p:cNvSpPr/>
            <p:nvPr/>
          </p:nvSpPr>
          <p:spPr>
            <a:xfrm>
              <a:off x="3798875" y="237302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41" y="1"/>
                  </a:moveTo>
                  <a:cubicBezTo>
                    <a:pt x="104" y="1"/>
                    <a:pt x="87" y="1"/>
                    <a:pt x="54" y="17"/>
                  </a:cubicBezTo>
                  <a:cubicBezTo>
                    <a:pt x="17" y="67"/>
                    <a:pt x="1" y="153"/>
                    <a:pt x="38" y="207"/>
                  </a:cubicBezTo>
                  <a:cubicBezTo>
                    <a:pt x="54" y="240"/>
                    <a:pt x="87" y="256"/>
                    <a:pt x="120" y="256"/>
                  </a:cubicBezTo>
                  <a:cubicBezTo>
                    <a:pt x="141" y="256"/>
                    <a:pt x="174" y="256"/>
                    <a:pt x="190" y="223"/>
                  </a:cubicBezTo>
                  <a:cubicBezTo>
                    <a:pt x="223" y="207"/>
                    <a:pt x="244" y="170"/>
                    <a:pt x="244" y="137"/>
                  </a:cubicBezTo>
                  <a:cubicBezTo>
                    <a:pt x="244" y="104"/>
                    <a:pt x="223" y="67"/>
                    <a:pt x="207" y="50"/>
                  </a:cubicBezTo>
                  <a:cubicBezTo>
                    <a:pt x="207" y="34"/>
                    <a:pt x="190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6" name="Google Shape;21146;p60"/>
            <p:cNvSpPr/>
            <p:nvPr/>
          </p:nvSpPr>
          <p:spPr>
            <a:xfrm>
              <a:off x="3796300" y="2358800"/>
              <a:ext cx="950" cy="4350"/>
            </a:xfrm>
            <a:custGeom>
              <a:avLst/>
              <a:gdLst/>
              <a:ahLst/>
              <a:cxnLst/>
              <a:rect l="l" t="t" r="r" b="b"/>
              <a:pathLst>
                <a:path w="38" h="174" extrusionOk="0">
                  <a:moveTo>
                    <a:pt x="0" y="1"/>
                  </a:moveTo>
                  <a:lnTo>
                    <a:pt x="0" y="174"/>
                  </a:lnTo>
                  <a:cubicBezTo>
                    <a:pt x="17" y="157"/>
                    <a:pt x="17" y="157"/>
                    <a:pt x="17" y="137"/>
                  </a:cubicBezTo>
                  <a:cubicBezTo>
                    <a:pt x="38" y="87"/>
                    <a:pt x="38" y="3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7" name="Google Shape;21147;p60"/>
            <p:cNvSpPr/>
            <p:nvPr/>
          </p:nvSpPr>
          <p:spPr>
            <a:xfrm>
              <a:off x="3796300" y="242240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04" y="0"/>
                  </a:moveTo>
                  <a:cubicBezTo>
                    <a:pt x="54" y="17"/>
                    <a:pt x="17" y="50"/>
                    <a:pt x="0" y="104"/>
                  </a:cubicBezTo>
                  <a:lnTo>
                    <a:pt x="0" y="170"/>
                  </a:lnTo>
                  <a:cubicBezTo>
                    <a:pt x="15" y="216"/>
                    <a:pt x="57" y="259"/>
                    <a:pt x="114" y="259"/>
                  </a:cubicBezTo>
                  <a:cubicBezTo>
                    <a:pt x="122" y="259"/>
                    <a:pt x="131" y="258"/>
                    <a:pt x="141" y="256"/>
                  </a:cubicBezTo>
                  <a:cubicBezTo>
                    <a:pt x="157" y="256"/>
                    <a:pt x="190" y="240"/>
                    <a:pt x="207" y="207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7" y="50"/>
                    <a:pt x="174" y="33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8" name="Google Shape;21148;p60"/>
            <p:cNvSpPr/>
            <p:nvPr/>
          </p:nvSpPr>
          <p:spPr>
            <a:xfrm>
              <a:off x="3796300" y="2311600"/>
              <a:ext cx="2200" cy="6000"/>
            </a:xfrm>
            <a:custGeom>
              <a:avLst/>
              <a:gdLst/>
              <a:ahLst/>
              <a:cxnLst/>
              <a:rect l="l" t="t" r="r" b="b"/>
              <a:pathLst>
                <a:path w="88" h="240" extrusionOk="0">
                  <a:moveTo>
                    <a:pt x="0" y="0"/>
                  </a:moveTo>
                  <a:lnTo>
                    <a:pt x="0" y="239"/>
                  </a:lnTo>
                  <a:cubicBezTo>
                    <a:pt x="54" y="223"/>
                    <a:pt x="87" y="169"/>
                    <a:pt x="87" y="103"/>
                  </a:cubicBezTo>
                  <a:cubicBezTo>
                    <a:pt x="71" y="66"/>
                    <a:pt x="71" y="33"/>
                    <a:pt x="38" y="17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9" name="Google Shape;21149;p60"/>
            <p:cNvSpPr/>
            <p:nvPr/>
          </p:nvSpPr>
          <p:spPr>
            <a:xfrm>
              <a:off x="4074600" y="24313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54" y="17"/>
                    <a:pt x="0" y="70"/>
                    <a:pt x="17" y="157"/>
                  </a:cubicBezTo>
                  <a:cubicBezTo>
                    <a:pt x="17" y="190"/>
                    <a:pt x="37" y="206"/>
                    <a:pt x="54" y="243"/>
                  </a:cubicBezTo>
                  <a:cubicBezTo>
                    <a:pt x="87" y="260"/>
                    <a:pt x="103" y="260"/>
                    <a:pt x="141" y="260"/>
                  </a:cubicBezTo>
                  <a:cubicBezTo>
                    <a:pt x="190" y="243"/>
                    <a:pt x="244" y="173"/>
                    <a:pt x="223" y="103"/>
                  </a:cubicBezTo>
                  <a:cubicBezTo>
                    <a:pt x="223" y="70"/>
                    <a:pt x="206" y="37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0" name="Google Shape;21150;p60"/>
            <p:cNvSpPr/>
            <p:nvPr/>
          </p:nvSpPr>
          <p:spPr>
            <a:xfrm>
              <a:off x="4102125" y="23021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17" y="206"/>
                    <a:pt x="50" y="239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39"/>
                    <a:pt x="239" y="173"/>
                    <a:pt x="223" y="103"/>
                  </a:cubicBezTo>
                  <a:cubicBezTo>
                    <a:pt x="223" y="70"/>
                    <a:pt x="206" y="54"/>
                    <a:pt x="173" y="17"/>
                  </a:cubicBezTo>
                  <a:cubicBezTo>
                    <a:pt x="173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1" name="Google Shape;21151;p60"/>
            <p:cNvSpPr/>
            <p:nvPr/>
          </p:nvSpPr>
          <p:spPr>
            <a:xfrm>
              <a:off x="4041500" y="24085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04" y="1"/>
                  </a:moveTo>
                  <a:cubicBezTo>
                    <a:pt x="54" y="22"/>
                    <a:pt x="1" y="88"/>
                    <a:pt x="21" y="158"/>
                  </a:cubicBezTo>
                  <a:cubicBezTo>
                    <a:pt x="21" y="191"/>
                    <a:pt x="38" y="228"/>
                    <a:pt x="54" y="244"/>
                  </a:cubicBezTo>
                  <a:cubicBezTo>
                    <a:pt x="87" y="261"/>
                    <a:pt x="125" y="261"/>
                    <a:pt x="141" y="261"/>
                  </a:cubicBezTo>
                  <a:cubicBezTo>
                    <a:pt x="207" y="261"/>
                    <a:pt x="244" y="191"/>
                    <a:pt x="244" y="125"/>
                  </a:cubicBezTo>
                  <a:cubicBezTo>
                    <a:pt x="228" y="71"/>
                    <a:pt x="207" y="55"/>
                    <a:pt x="191" y="38"/>
                  </a:cubicBezTo>
                  <a:cubicBezTo>
                    <a:pt x="191" y="22"/>
                    <a:pt x="174" y="22"/>
                    <a:pt x="174" y="22"/>
                  </a:cubicBez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2" name="Google Shape;21152;p60"/>
            <p:cNvSpPr/>
            <p:nvPr/>
          </p:nvSpPr>
          <p:spPr>
            <a:xfrm>
              <a:off x="3817325" y="240045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1" y="190"/>
                    <a:pt x="38" y="223"/>
                    <a:pt x="54" y="244"/>
                  </a:cubicBezTo>
                  <a:cubicBezTo>
                    <a:pt x="66" y="255"/>
                    <a:pt x="86" y="267"/>
                    <a:pt x="110" y="267"/>
                  </a:cubicBezTo>
                  <a:cubicBezTo>
                    <a:pt x="119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0"/>
                  </a:cubicBezTo>
                  <a:cubicBezTo>
                    <a:pt x="227" y="87"/>
                    <a:pt x="207" y="54"/>
                    <a:pt x="190" y="37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3" name="Google Shape;21153;p60"/>
            <p:cNvSpPr/>
            <p:nvPr/>
          </p:nvSpPr>
          <p:spPr>
            <a:xfrm>
              <a:off x="3855575" y="2425950"/>
              <a:ext cx="5175" cy="6375"/>
            </a:xfrm>
            <a:custGeom>
              <a:avLst/>
              <a:gdLst/>
              <a:ahLst/>
              <a:cxnLst/>
              <a:rect l="l" t="t" r="r" b="b"/>
              <a:pathLst>
                <a:path w="207" h="255" extrusionOk="0">
                  <a:moveTo>
                    <a:pt x="113" y="0"/>
                  </a:moveTo>
                  <a:cubicBezTo>
                    <a:pt x="92" y="0"/>
                    <a:pt x="73" y="8"/>
                    <a:pt x="54" y="28"/>
                  </a:cubicBezTo>
                  <a:cubicBezTo>
                    <a:pt x="37" y="28"/>
                    <a:pt x="17" y="65"/>
                    <a:pt x="0" y="81"/>
                  </a:cubicBezTo>
                  <a:lnTo>
                    <a:pt x="0" y="168"/>
                  </a:lnTo>
                  <a:cubicBezTo>
                    <a:pt x="17" y="201"/>
                    <a:pt x="37" y="234"/>
                    <a:pt x="70" y="254"/>
                  </a:cubicBezTo>
                  <a:cubicBezTo>
                    <a:pt x="120" y="201"/>
                    <a:pt x="157" y="151"/>
                    <a:pt x="206" y="81"/>
                  </a:cubicBezTo>
                  <a:cubicBezTo>
                    <a:pt x="206" y="48"/>
                    <a:pt x="173" y="28"/>
                    <a:pt x="157" y="11"/>
                  </a:cubicBezTo>
                  <a:cubicBezTo>
                    <a:pt x="141" y="4"/>
                    <a:pt x="127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4" name="Google Shape;21154;p60"/>
            <p:cNvSpPr/>
            <p:nvPr/>
          </p:nvSpPr>
          <p:spPr>
            <a:xfrm>
              <a:off x="3809600" y="24335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1" y="1"/>
                  </a:moveTo>
                  <a:cubicBezTo>
                    <a:pt x="103" y="1"/>
                    <a:pt x="70" y="1"/>
                    <a:pt x="54" y="34"/>
                  </a:cubicBezTo>
                  <a:cubicBezTo>
                    <a:pt x="0" y="71"/>
                    <a:pt x="0" y="157"/>
                    <a:pt x="37" y="207"/>
                  </a:cubicBezTo>
                  <a:cubicBezTo>
                    <a:pt x="54" y="240"/>
                    <a:pt x="87" y="260"/>
                    <a:pt x="103" y="260"/>
                  </a:cubicBezTo>
                  <a:cubicBezTo>
                    <a:pt x="141" y="260"/>
                    <a:pt x="174" y="260"/>
                    <a:pt x="190" y="223"/>
                  </a:cubicBezTo>
                  <a:cubicBezTo>
                    <a:pt x="244" y="190"/>
                    <a:pt x="244" y="104"/>
                    <a:pt x="206" y="54"/>
                  </a:cubicBezTo>
                  <a:cubicBezTo>
                    <a:pt x="190" y="34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5" name="Google Shape;21155;p60"/>
            <p:cNvSpPr/>
            <p:nvPr/>
          </p:nvSpPr>
          <p:spPr>
            <a:xfrm>
              <a:off x="3815275" y="229340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23" y="0"/>
                  </a:moveTo>
                  <a:cubicBezTo>
                    <a:pt x="98" y="0"/>
                    <a:pt x="73" y="12"/>
                    <a:pt x="50" y="23"/>
                  </a:cubicBezTo>
                  <a:cubicBezTo>
                    <a:pt x="33" y="40"/>
                    <a:pt x="17" y="56"/>
                    <a:pt x="0" y="93"/>
                  </a:cubicBezTo>
                  <a:lnTo>
                    <a:pt x="0" y="176"/>
                  </a:lnTo>
                  <a:cubicBezTo>
                    <a:pt x="17" y="213"/>
                    <a:pt x="33" y="246"/>
                    <a:pt x="66" y="246"/>
                  </a:cubicBezTo>
                  <a:cubicBezTo>
                    <a:pt x="80" y="255"/>
                    <a:pt x="95" y="259"/>
                    <a:pt x="110" y="259"/>
                  </a:cubicBezTo>
                  <a:cubicBezTo>
                    <a:pt x="151" y="259"/>
                    <a:pt x="191" y="227"/>
                    <a:pt x="206" y="176"/>
                  </a:cubicBezTo>
                  <a:cubicBezTo>
                    <a:pt x="239" y="110"/>
                    <a:pt x="206" y="40"/>
                    <a:pt x="153" y="7"/>
                  </a:cubicBezTo>
                  <a:cubicBezTo>
                    <a:pt x="143" y="2"/>
                    <a:pt x="13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6" name="Google Shape;21156;p60"/>
            <p:cNvSpPr/>
            <p:nvPr/>
          </p:nvSpPr>
          <p:spPr>
            <a:xfrm>
              <a:off x="3810925" y="2465575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21" y="0"/>
                  </a:moveTo>
                  <a:cubicBezTo>
                    <a:pt x="115" y="0"/>
                    <a:pt x="110" y="2"/>
                    <a:pt x="104" y="9"/>
                  </a:cubicBezTo>
                  <a:cubicBezTo>
                    <a:pt x="71" y="9"/>
                    <a:pt x="50" y="26"/>
                    <a:pt x="34" y="59"/>
                  </a:cubicBezTo>
                  <a:cubicBezTo>
                    <a:pt x="17" y="75"/>
                    <a:pt x="1" y="112"/>
                    <a:pt x="17" y="145"/>
                  </a:cubicBezTo>
                  <a:cubicBezTo>
                    <a:pt x="17" y="178"/>
                    <a:pt x="34" y="215"/>
                    <a:pt x="50" y="232"/>
                  </a:cubicBezTo>
                  <a:cubicBezTo>
                    <a:pt x="88" y="248"/>
                    <a:pt x="104" y="265"/>
                    <a:pt x="137" y="265"/>
                  </a:cubicBezTo>
                  <a:cubicBezTo>
                    <a:pt x="207" y="248"/>
                    <a:pt x="240" y="178"/>
                    <a:pt x="224" y="112"/>
                  </a:cubicBezTo>
                  <a:cubicBezTo>
                    <a:pt x="224" y="75"/>
                    <a:pt x="207" y="42"/>
                    <a:pt x="191" y="26"/>
                  </a:cubicBezTo>
                  <a:cubicBezTo>
                    <a:pt x="174" y="26"/>
                    <a:pt x="174" y="9"/>
                    <a:pt x="153" y="9"/>
                  </a:cubicBezTo>
                  <a:cubicBezTo>
                    <a:pt x="142" y="9"/>
                    <a:pt x="132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7" name="Google Shape;21157;p60"/>
            <p:cNvSpPr/>
            <p:nvPr/>
          </p:nvSpPr>
          <p:spPr>
            <a:xfrm>
              <a:off x="3811750" y="236992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1"/>
                  </a:moveTo>
                  <a:cubicBezTo>
                    <a:pt x="71" y="1"/>
                    <a:pt x="55" y="22"/>
                    <a:pt x="38" y="38"/>
                  </a:cubicBezTo>
                  <a:cubicBezTo>
                    <a:pt x="17" y="71"/>
                    <a:pt x="1" y="104"/>
                    <a:pt x="1" y="158"/>
                  </a:cubicBezTo>
                  <a:cubicBezTo>
                    <a:pt x="1" y="191"/>
                    <a:pt x="17" y="228"/>
                    <a:pt x="55" y="244"/>
                  </a:cubicBezTo>
                  <a:cubicBezTo>
                    <a:pt x="71" y="261"/>
                    <a:pt x="104" y="261"/>
                    <a:pt x="141" y="261"/>
                  </a:cubicBezTo>
                  <a:cubicBezTo>
                    <a:pt x="191" y="261"/>
                    <a:pt x="224" y="191"/>
                    <a:pt x="224" y="125"/>
                  </a:cubicBezTo>
                  <a:lnTo>
                    <a:pt x="224" y="104"/>
                  </a:lnTo>
                  <a:cubicBezTo>
                    <a:pt x="224" y="71"/>
                    <a:pt x="191" y="38"/>
                    <a:pt x="158" y="22"/>
                  </a:cubicBez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8" name="Google Shape;21158;p60"/>
            <p:cNvSpPr/>
            <p:nvPr/>
          </p:nvSpPr>
          <p:spPr>
            <a:xfrm>
              <a:off x="3814750" y="232572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24" y="0"/>
                  </a:moveTo>
                  <a:cubicBezTo>
                    <a:pt x="87" y="0"/>
                    <a:pt x="71" y="17"/>
                    <a:pt x="38" y="37"/>
                  </a:cubicBezTo>
                  <a:cubicBezTo>
                    <a:pt x="21" y="54"/>
                    <a:pt x="0" y="87"/>
                    <a:pt x="0" y="120"/>
                  </a:cubicBezTo>
                  <a:cubicBezTo>
                    <a:pt x="0" y="157"/>
                    <a:pt x="0" y="190"/>
                    <a:pt x="21" y="223"/>
                  </a:cubicBezTo>
                  <a:cubicBezTo>
                    <a:pt x="38" y="243"/>
                    <a:pt x="71" y="260"/>
                    <a:pt x="104" y="260"/>
                  </a:cubicBezTo>
                  <a:cubicBezTo>
                    <a:pt x="110" y="265"/>
                    <a:pt x="117" y="267"/>
                    <a:pt x="124" y="267"/>
                  </a:cubicBezTo>
                  <a:cubicBezTo>
                    <a:pt x="142" y="267"/>
                    <a:pt x="162" y="255"/>
                    <a:pt x="174" y="243"/>
                  </a:cubicBezTo>
                  <a:cubicBezTo>
                    <a:pt x="227" y="190"/>
                    <a:pt x="244" y="103"/>
                    <a:pt x="190" y="54"/>
                  </a:cubicBezTo>
                  <a:cubicBezTo>
                    <a:pt x="190" y="37"/>
                    <a:pt x="174" y="17"/>
                    <a:pt x="157" y="17"/>
                  </a:cubicBezTo>
                  <a:cubicBezTo>
                    <a:pt x="141" y="17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9" name="Google Shape;21159;p60"/>
            <p:cNvSpPr/>
            <p:nvPr/>
          </p:nvSpPr>
          <p:spPr>
            <a:xfrm>
              <a:off x="3813925" y="2245825"/>
              <a:ext cx="6000" cy="6950"/>
            </a:xfrm>
            <a:custGeom>
              <a:avLst/>
              <a:gdLst/>
              <a:ahLst/>
              <a:cxnLst/>
              <a:rect l="l" t="t" r="r" b="b"/>
              <a:pathLst>
                <a:path w="240" h="278" extrusionOk="0">
                  <a:moveTo>
                    <a:pt x="137" y="1"/>
                  </a:moveTo>
                  <a:cubicBezTo>
                    <a:pt x="120" y="1"/>
                    <a:pt x="87" y="17"/>
                    <a:pt x="71" y="38"/>
                  </a:cubicBezTo>
                  <a:cubicBezTo>
                    <a:pt x="17" y="88"/>
                    <a:pt x="1" y="174"/>
                    <a:pt x="54" y="224"/>
                  </a:cubicBezTo>
                  <a:cubicBezTo>
                    <a:pt x="71" y="244"/>
                    <a:pt x="87" y="261"/>
                    <a:pt x="120" y="277"/>
                  </a:cubicBezTo>
                  <a:cubicBezTo>
                    <a:pt x="157" y="277"/>
                    <a:pt x="174" y="261"/>
                    <a:pt x="207" y="244"/>
                  </a:cubicBezTo>
                  <a:cubicBezTo>
                    <a:pt x="223" y="224"/>
                    <a:pt x="240" y="191"/>
                    <a:pt x="240" y="158"/>
                  </a:cubicBezTo>
                  <a:cubicBezTo>
                    <a:pt x="240" y="121"/>
                    <a:pt x="240" y="88"/>
                    <a:pt x="223" y="55"/>
                  </a:cubicBezTo>
                  <a:cubicBezTo>
                    <a:pt x="207" y="38"/>
                    <a:pt x="190" y="17"/>
                    <a:pt x="174" y="17"/>
                  </a:cubicBezTo>
                  <a:cubicBezTo>
                    <a:pt x="157" y="17"/>
                    <a:pt x="15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0" name="Google Shape;21160;p60"/>
            <p:cNvSpPr/>
            <p:nvPr/>
          </p:nvSpPr>
          <p:spPr>
            <a:xfrm>
              <a:off x="3844425" y="2412925"/>
              <a:ext cx="6025" cy="6675"/>
            </a:xfrm>
            <a:custGeom>
              <a:avLst/>
              <a:gdLst/>
              <a:ahLst/>
              <a:cxnLst/>
              <a:rect l="l" t="t" r="r" b="b"/>
              <a:pathLst>
                <a:path w="241" h="267" extrusionOk="0">
                  <a:moveTo>
                    <a:pt x="104" y="0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190"/>
                    <a:pt x="34" y="223"/>
                    <a:pt x="71" y="239"/>
                  </a:cubicBezTo>
                  <a:cubicBezTo>
                    <a:pt x="83" y="254"/>
                    <a:pt x="103" y="267"/>
                    <a:pt x="120" y="267"/>
                  </a:cubicBezTo>
                  <a:cubicBezTo>
                    <a:pt x="126" y="267"/>
                    <a:pt x="132" y="265"/>
                    <a:pt x="137" y="260"/>
                  </a:cubicBezTo>
                  <a:cubicBezTo>
                    <a:pt x="207" y="260"/>
                    <a:pt x="240" y="190"/>
                    <a:pt x="240" y="120"/>
                  </a:cubicBezTo>
                  <a:cubicBezTo>
                    <a:pt x="240" y="87"/>
                    <a:pt x="224" y="54"/>
                    <a:pt x="191" y="33"/>
                  </a:cubicBezTo>
                  <a:cubicBezTo>
                    <a:pt x="191" y="17"/>
                    <a:pt x="174" y="17"/>
                    <a:pt x="174" y="17"/>
                  </a:cubicBezTo>
                  <a:cubicBezTo>
                    <a:pt x="153" y="0"/>
                    <a:pt x="137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1" name="Google Shape;21161;p60"/>
            <p:cNvSpPr/>
            <p:nvPr/>
          </p:nvSpPr>
          <p:spPr>
            <a:xfrm>
              <a:off x="3800225" y="232650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32" y="0"/>
                  </a:moveTo>
                  <a:cubicBezTo>
                    <a:pt x="83" y="0"/>
                    <a:pt x="43" y="32"/>
                    <a:pt x="17" y="72"/>
                  </a:cubicBezTo>
                  <a:cubicBezTo>
                    <a:pt x="0" y="142"/>
                    <a:pt x="33" y="229"/>
                    <a:pt x="87" y="245"/>
                  </a:cubicBezTo>
                  <a:cubicBezTo>
                    <a:pt x="103" y="262"/>
                    <a:pt x="120" y="262"/>
                    <a:pt x="136" y="262"/>
                  </a:cubicBezTo>
                  <a:cubicBezTo>
                    <a:pt x="169" y="245"/>
                    <a:pt x="206" y="229"/>
                    <a:pt x="223" y="175"/>
                  </a:cubicBezTo>
                  <a:cubicBezTo>
                    <a:pt x="239" y="126"/>
                    <a:pt x="239" y="72"/>
                    <a:pt x="206" y="39"/>
                  </a:cubicBezTo>
                  <a:cubicBezTo>
                    <a:pt x="206" y="23"/>
                    <a:pt x="190" y="23"/>
                    <a:pt x="169" y="6"/>
                  </a:cubicBezTo>
                  <a:cubicBezTo>
                    <a:pt x="156" y="2"/>
                    <a:pt x="144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2" name="Google Shape;21162;p60"/>
            <p:cNvSpPr/>
            <p:nvPr/>
          </p:nvSpPr>
          <p:spPr>
            <a:xfrm>
              <a:off x="3810100" y="2417250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04" y="0"/>
                  </a:moveTo>
                  <a:cubicBezTo>
                    <a:pt x="34" y="17"/>
                    <a:pt x="1" y="87"/>
                    <a:pt x="1" y="153"/>
                  </a:cubicBezTo>
                  <a:cubicBezTo>
                    <a:pt x="17" y="190"/>
                    <a:pt x="17" y="223"/>
                    <a:pt x="50" y="239"/>
                  </a:cubicBezTo>
                  <a:cubicBezTo>
                    <a:pt x="62" y="251"/>
                    <a:pt x="84" y="263"/>
                    <a:pt x="108" y="263"/>
                  </a:cubicBezTo>
                  <a:cubicBezTo>
                    <a:pt x="117" y="263"/>
                    <a:pt x="127" y="261"/>
                    <a:pt x="137" y="256"/>
                  </a:cubicBezTo>
                  <a:cubicBezTo>
                    <a:pt x="186" y="256"/>
                    <a:pt x="240" y="190"/>
                    <a:pt x="224" y="120"/>
                  </a:cubicBezTo>
                  <a:cubicBezTo>
                    <a:pt x="224" y="87"/>
                    <a:pt x="207" y="50"/>
                    <a:pt x="170" y="33"/>
                  </a:cubicBezTo>
                  <a:cubicBezTo>
                    <a:pt x="170" y="17"/>
                    <a:pt x="170" y="17"/>
                    <a:pt x="154" y="17"/>
                  </a:cubicBezTo>
                  <a:cubicBezTo>
                    <a:pt x="137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3" name="Google Shape;21163;p60"/>
            <p:cNvSpPr/>
            <p:nvPr/>
          </p:nvSpPr>
          <p:spPr>
            <a:xfrm>
              <a:off x="3809600" y="23868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2" y="1"/>
                  </a:moveTo>
                  <a:cubicBezTo>
                    <a:pt x="78" y="1"/>
                    <a:pt x="45" y="32"/>
                    <a:pt x="21" y="84"/>
                  </a:cubicBezTo>
                  <a:cubicBezTo>
                    <a:pt x="0" y="149"/>
                    <a:pt x="37" y="220"/>
                    <a:pt x="87" y="253"/>
                  </a:cubicBezTo>
                  <a:cubicBezTo>
                    <a:pt x="97" y="256"/>
                    <a:pt x="107" y="258"/>
                    <a:pt x="118" y="258"/>
                  </a:cubicBezTo>
                  <a:cubicBezTo>
                    <a:pt x="164" y="258"/>
                    <a:pt x="210" y="224"/>
                    <a:pt x="227" y="170"/>
                  </a:cubicBezTo>
                  <a:cubicBezTo>
                    <a:pt x="260" y="117"/>
                    <a:pt x="227" y="30"/>
                    <a:pt x="174" y="13"/>
                  </a:cubicBezTo>
                  <a:cubicBezTo>
                    <a:pt x="155" y="5"/>
                    <a:pt x="138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4" name="Google Shape;21164;p60"/>
            <p:cNvSpPr/>
            <p:nvPr/>
          </p:nvSpPr>
          <p:spPr>
            <a:xfrm>
              <a:off x="4105100" y="22553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7" y="0"/>
                  </a:moveTo>
                  <a:cubicBezTo>
                    <a:pt x="120" y="0"/>
                    <a:pt x="87" y="0"/>
                    <a:pt x="71" y="17"/>
                  </a:cubicBezTo>
                  <a:cubicBezTo>
                    <a:pt x="17" y="70"/>
                    <a:pt x="1" y="153"/>
                    <a:pt x="54" y="206"/>
                  </a:cubicBezTo>
                  <a:cubicBezTo>
                    <a:pt x="71" y="239"/>
                    <a:pt x="87" y="256"/>
                    <a:pt x="120" y="256"/>
                  </a:cubicBezTo>
                  <a:cubicBezTo>
                    <a:pt x="157" y="256"/>
                    <a:pt x="174" y="256"/>
                    <a:pt x="207" y="223"/>
                  </a:cubicBezTo>
                  <a:cubicBezTo>
                    <a:pt x="223" y="206"/>
                    <a:pt x="240" y="173"/>
                    <a:pt x="240" y="136"/>
                  </a:cubicBezTo>
                  <a:cubicBezTo>
                    <a:pt x="240" y="103"/>
                    <a:pt x="240" y="70"/>
                    <a:pt x="223" y="50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5" name="Google Shape;21165;p60"/>
            <p:cNvSpPr/>
            <p:nvPr/>
          </p:nvSpPr>
          <p:spPr>
            <a:xfrm>
              <a:off x="3802375" y="240250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35" y="1"/>
                  </a:moveTo>
                  <a:cubicBezTo>
                    <a:pt x="81" y="1"/>
                    <a:pt x="31" y="31"/>
                    <a:pt x="17" y="75"/>
                  </a:cubicBezTo>
                  <a:cubicBezTo>
                    <a:pt x="1" y="141"/>
                    <a:pt x="34" y="228"/>
                    <a:pt x="83" y="244"/>
                  </a:cubicBezTo>
                  <a:cubicBezTo>
                    <a:pt x="98" y="254"/>
                    <a:pt x="114" y="259"/>
                    <a:pt x="129" y="259"/>
                  </a:cubicBezTo>
                  <a:cubicBezTo>
                    <a:pt x="171" y="259"/>
                    <a:pt x="211" y="226"/>
                    <a:pt x="223" y="178"/>
                  </a:cubicBezTo>
                  <a:cubicBezTo>
                    <a:pt x="240" y="108"/>
                    <a:pt x="223" y="38"/>
                    <a:pt x="170" y="5"/>
                  </a:cubicBezTo>
                  <a:cubicBezTo>
                    <a:pt x="158" y="2"/>
                    <a:pt x="146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6" name="Google Shape;21166;p60"/>
            <p:cNvSpPr/>
            <p:nvPr/>
          </p:nvSpPr>
          <p:spPr>
            <a:xfrm>
              <a:off x="3803200" y="24503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17"/>
                    <a:pt x="1" y="67"/>
                    <a:pt x="17" y="153"/>
                  </a:cubicBezTo>
                  <a:cubicBezTo>
                    <a:pt x="17" y="186"/>
                    <a:pt x="34" y="207"/>
                    <a:pt x="50" y="223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74" y="256"/>
                    <a:pt x="190" y="223"/>
                    <a:pt x="207" y="207"/>
                  </a:cubicBezTo>
                  <a:cubicBezTo>
                    <a:pt x="223" y="170"/>
                    <a:pt x="240" y="137"/>
                    <a:pt x="223" y="104"/>
                  </a:cubicBezTo>
                  <a:cubicBezTo>
                    <a:pt x="223" y="67"/>
                    <a:pt x="207" y="34"/>
                    <a:pt x="190" y="17"/>
                  </a:cubicBezTo>
                  <a:cubicBezTo>
                    <a:pt x="174" y="17"/>
                    <a:pt x="174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7" name="Google Shape;21167;p60"/>
            <p:cNvSpPr/>
            <p:nvPr/>
          </p:nvSpPr>
          <p:spPr>
            <a:xfrm>
              <a:off x="3806200" y="24829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87" y="1"/>
                  </a:moveTo>
                  <a:cubicBezTo>
                    <a:pt x="33" y="38"/>
                    <a:pt x="0" y="87"/>
                    <a:pt x="17" y="157"/>
                  </a:cubicBezTo>
                  <a:cubicBezTo>
                    <a:pt x="17" y="190"/>
                    <a:pt x="33" y="207"/>
                    <a:pt x="54" y="244"/>
                  </a:cubicBezTo>
                  <a:cubicBezTo>
                    <a:pt x="87" y="260"/>
                    <a:pt x="120" y="260"/>
                    <a:pt x="136" y="260"/>
                  </a:cubicBezTo>
                  <a:cubicBezTo>
                    <a:pt x="206" y="244"/>
                    <a:pt x="239" y="174"/>
                    <a:pt x="239" y="104"/>
                  </a:cubicBezTo>
                  <a:cubicBezTo>
                    <a:pt x="239" y="104"/>
                    <a:pt x="223" y="87"/>
                    <a:pt x="223" y="71"/>
                  </a:cubicBezTo>
                  <a:cubicBezTo>
                    <a:pt x="206" y="38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8" name="Google Shape;21168;p60"/>
            <p:cNvSpPr/>
            <p:nvPr/>
          </p:nvSpPr>
          <p:spPr>
            <a:xfrm>
              <a:off x="3811350" y="23407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4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17" y="223"/>
                    <a:pt x="54" y="239"/>
                  </a:cubicBezTo>
                  <a:cubicBezTo>
                    <a:pt x="66" y="254"/>
                    <a:pt x="86" y="267"/>
                    <a:pt x="109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190" y="260"/>
                    <a:pt x="240" y="190"/>
                    <a:pt x="223" y="120"/>
                  </a:cubicBezTo>
                  <a:cubicBezTo>
                    <a:pt x="223" y="70"/>
                    <a:pt x="190" y="33"/>
                    <a:pt x="157" y="17"/>
                  </a:cubicBezTo>
                  <a:cubicBezTo>
                    <a:pt x="136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9" name="Google Shape;21169;p60"/>
            <p:cNvSpPr/>
            <p:nvPr/>
          </p:nvSpPr>
          <p:spPr>
            <a:xfrm>
              <a:off x="4108100" y="2285425"/>
              <a:ext cx="6525" cy="6575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40" y="0"/>
                  </a:moveTo>
                  <a:cubicBezTo>
                    <a:pt x="103" y="0"/>
                    <a:pt x="87" y="17"/>
                    <a:pt x="54" y="33"/>
                  </a:cubicBezTo>
                  <a:cubicBezTo>
                    <a:pt x="17" y="66"/>
                    <a:pt x="0" y="153"/>
                    <a:pt x="37" y="223"/>
                  </a:cubicBezTo>
                  <a:cubicBezTo>
                    <a:pt x="70" y="239"/>
                    <a:pt x="87" y="256"/>
                    <a:pt x="120" y="256"/>
                  </a:cubicBezTo>
                  <a:cubicBezTo>
                    <a:pt x="131" y="261"/>
                    <a:pt x="140" y="263"/>
                    <a:pt x="148" y="263"/>
                  </a:cubicBezTo>
                  <a:cubicBezTo>
                    <a:pt x="168" y="263"/>
                    <a:pt x="183" y="251"/>
                    <a:pt x="206" y="239"/>
                  </a:cubicBezTo>
                  <a:cubicBezTo>
                    <a:pt x="244" y="186"/>
                    <a:pt x="260" y="103"/>
                    <a:pt x="223" y="50"/>
                  </a:cubicBezTo>
                  <a:cubicBezTo>
                    <a:pt x="206" y="33"/>
                    <a:pt x="190" y="17"/>
                    <a:pt x="173" y="17"/>
                  </a:cubicBezTo>
                  <a:cubicBezTo>
                    <a:pt x="157" y="0"/>
                    <a:pt x="157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0" name="Google Shape;21170;p60"/>
            <p:cNvSpPr/>
            <p:nvPr/>
          </p:nvSpPr>
          <p:spPr>
            <a:xfrm>
              <a:off x="4113250" y="2269725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34" y="1"/>
                  </a:moveTo>
                  <a:cubicBezTo>
                    <a:pt x="126" y="1"/>
                    <a:pt x="116" y="3"/>
                    <a:pt x="103" y="10"/>
                  </a:cubicBezTo>
                  <a:cubicBezTo>
                    <a:pt x="54" y="10"/>
                    <a:pt x="0" y="76"/>
                    <a:pt x="17" y="146"/>
                  </a:cubicBezTo>
                  <a:cubicBezTo>
                    <a:pt x="17" y="179"/>
                    <a:pt x="38" y="216"/>
                    <a:pt x="71" y="232"/>
                  </a:cubicBezTo>
                  <a:cubicBezTo>
                    <a:pt x="87" y="249"/>
                    <a:pt x="120" y="265"/>
                    <a:pt x="141" y="265"/>
                  </a:cubicBezTo>
                  <a:cubicBezTo>
                    <a:pt x="207" y="249"/>
                    <a:pt x="244" y="179"/>
                    <a:pt x="244" y="113"/>
                  </a:cubicBezTo>
                  <a:cubicBezTo>
                    <a:pt x="223" y="76"/>
                    <a:pt x="223" y="43"/>
                    <a:pt x="190" y="26"/>
                  </a:cubicBezTo>
                  <a:lnTo>
                    <a:pt x="174" y="10"/>
                  </a:lnTo>
                  <a:cubicBezTo>
                    <a:pt x="163" y="10"/>
                    <a:pt x="152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1" name="Google Shape;21171;p60"/>
            <p:cNvSpPr/>
            <p:nvPr/>
          </p:nvSpPr>
          <p:spPr>
            <a:xfrm>
              <a:off x="4112000" y="2240075"/>
              <a:ext cx="6025" cy="6725"/>
            </a:xfrm>
            <a:custGeom>
              <a:avLst/>
              <a:gdLst/>
              <a:ahLst/>
              <a:cxnLst/>
              <a:rect l="l" t="t" r="r" b="b"/>
              <a:pathLst>
                <a:path w="241" h="269" extrusionOk="0">
                  <a:moveTo>
                    <a:pt x="121" y="1"/>
                  </a:moveTo>
                  <a:cubicBezTo>
                    <a:pt x="115" y="1"/>
                    <a:pt x="110" y="3"/>
                    <a:pt x="104" y="8"/>
                  </a:cubicBezTo>
                  <a:cubicBezTo>
                    <a:pt x="50" y="8"/>
                    <a:pt x="1" y="78"/>
                    <a:pt x="17" y="144"/>
                  </a:cubicBezTo>
                  <a:cubicBezTo>
                    <a:pt x="17" y="181"/>
                    <a:pt x="34" y="214"/>
                    <a:pt x="50" y="231"/>
                  </a:cubicBezTo>
                  <a:cubicBezTo>
                    <a:pt x="88" y="247"/>
                    <a:pt x="104" y="268"/>
                    <a:pt x="137" y="268"/>
                  </a:cubicBezTo>
                  <a:cubicBezTo>
                    <a:pt x="170" y="247"/>
                    <a:pt x="191" y="231"/>
                    <a:pt x="207" y="214"/>
                  </a:cubicBezTo>
                  <a:cubicBezTo>
                    <a:pt x="224" y="181"/>
                    <a:pt x="240" y="144"/>
                    <a:pt x="240" y="111"/>
                  </a:cubicBezTo>
                  <a:cubicBezTo>
                    <a:pt x="224" y="78"/>
                    <a:pt x="207" y="41"/>
                    <a:pt x="191" y="25"/>
                  </a:cubicBezTo>
                  <a:cubicBezTo>
                    <a:pt x="191" y="25"/>
                    <a:pt x="170" y="8"/>
                    <a:pt x="153" y="8"/>
                  </a:cubicBezTo>
                  <a:cubicBezTo>
                    <a:pt x="142" y="8"/>
                    <a:pt x="131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2" name="Google Shape;21172;p60"/>
            <p:cNvSpPr/>
            <p:nvPr/>
          </p:nvSpPr>
          <p:spPr>
            <a:xfrm>
              <a:off x="4109025" y="23159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6" y="0"/>
                  </a:moveTo>
                  <a:cubicBezTo>
                    <a:pt x="69" y="0"/>
                    <a:pt x="29" y="33"/>
                    <a:pt x="17" y="81"/>
                  </a:cubicBezTo>
                  <a:cubicBezTo>
                    <a:pt x="0" y="151"/>
                    <a:pt x="33" y="238"/>
                    <a:pt x="83" y="254"/>
                  </a:cubicBezTo>
                  <a:cubicBezTo>
                    <a:pt x="97" y="263"/>
                    <a:pt x="112" y="267"/>
                    <a:pt x="128" y="267"/>
                  </a:cubicBezTo>
                  <a:cubicBezTo>
                    <a:pt x="170" y="267"/>
                    <a:pt x="211" y="236"/>
                    <a:pt x="223" y="184"/>
                  </a:cubicBezTo>
                  <a:cubicBezTo>
                    <a:pt x="240" y="118"/>
                    <a:pt x="223" y="48"/>
                    <a:pt x="169" y="15"/>
                  </a:cubicBezTo>
                  <a:cubicBezTo>
                    <a:pt x="151" y="5"/>
                    <a:pt x="13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3" name="Google Shape;21173;p60"/>
            <p:cNvSpPr/>
            <p:nvPr/>
          </p:nvSpPr>
          <p:spPr>
            <a:xfrm>
              <a:off x="4116750" y="239177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19" y="1"/>
                  </a:moveTo>
                  <a:cubicBezTo>
                    <a:pt x="67" y="1"/>
                    <a:pt x="28" y="34"/>
                    <a:pt x="1" y="92"/>
                  </a:cubicBezTo>
                  <a:lnTo>
                    <a:pt x="1" y="141"/>
                  </a:lnTo>
                  <a:cubicBezTo>
                    <a:pt x="1" y="195"/>
                    <a:pt x="34" y="244"/>
                    <a:pt x="67" y="261"/>
                  </a:cubicBezTo>
                  <a:cubicBezTo>
                    <a:pt x="77" y="266"/>
                    <a:pt x="88" y="269"/>
                    <a:pt x="100" y="269"/>
                  </a:cubicBezTo>
                  <a:cubicBezTo>
                    <a:pt x="130" y="269"/>
                    <a:pt x="162" y="252"/>
                    <a:pt x="186" y="228"/>
                  </a:cubicBezTo>
                  <a:cubicBezTo>
                    <a:pt x="186" y="211"/>
                    <a:pt x="207" y="195"/>
                    <a:pt x="207" y="178"/>
                  </a:cubicBezTo>
                  <a:cubicBezTo>
                    <a:pt x="240" y="108"/>
                    <a:pt x="207" y="38"/>
                    <a:pt x="153" y="5"/>
                  </a:cubicBezTo>
                  <a:cubicBezTo>
                    <a:pt x="141" y="2"/>
                    <a:pt x="130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4" name="Google Shape;21174;p60"/>
            <p:cNvSpPr/>
            <p:nvPr/>
          </p:nvSpPr>
          <p:spPr>
            <a:xfrm>
              <a:off x="4107275" y="23322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"/>
                    <a:pt x="0" y="67"/>
                    <a:pt x="17" y="137"/>
                  </a:cubicBezTo>
                  <a:cubicBezTo>
                    <a:pt x="17" y="170"/>
                    <a:pt x="33" y="207"/>
                    <a:pt x="50" y="224"/>
                  </a:cubicBezTo>
                  <a:cubicBezTo>
                    <a:pt x="87" y="257"/>
                    <a:pt x="120" y="257"/>
                    <a:pt x="136" y="257"/>
                  </a:cubicBezTo>
                  <a:cubicBezTo>
                    <a:pt x="206" y="240"/>
                    <a:pt x="239" y="170"/>
                    <a:pt x="239" y="104"/>
                  </a:cubicBezTo>
                  <a:cubicBezTo>
                    <a:pt x="223" y="67"/>
                    <a:pt x="206" y="34"/>
                    <a:pt x="190" y="17"/>
                  </a:cubicBezTo>
                  <a:lnTo>
                    <a:pt x="17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5" name="Google Shape;21175;p60"/>
            <p:cNvSpPr/>
            <p:nvPr/>
          </p:nvSpPr>
          <p:spPr>
            <a:xfrm>
              <a:off x="4113250" y="23643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0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8" y="206"/>
                    <a:pt x="54" y="244"/>
                  </a:cubicBezTo>
                  <a:cubicBezTo>
                    <a:pt x="87" y="260"/>
                    <a:pt x="103" y="260"/>
                    <a:pt x="141" y="260"/>
                  </a:cubicBezTo>
                  <a:cubicBezTo>
                    <a:pt x="174" y="260"/>
                    <a:pt x="190" y="244"/>
                    <a:pt x="207" y="206"/>
                  </a:cubicBezTo>
                  <a:cubicBezTo>
                    <a:pt x="223" y="173"/>
                    <a:pt x="244" y="140"/>
                    <a:pt x="223" y="103"/>
                  </a:cubicBezTo>
                  <a:cubicBezTo>
                    <a:pt x="223" y="70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6" name="Google Shape;21176;p60"/>
            <p:cNvSpPr/>
            <p:nvPr/>
          </p:nvSpPr>
          <p:spPr>
            <a:xfrm>
              <a:off x="4118000" y="2345500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54" y="1"/>
                    <a:pt x="33" y="34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0" y="190"/>
                    <a:pt x="17" y="223"/>
                    <a:pt x="33" y="240"/>
                  </a:cubicBezTo>
                  <a:cubicBezTo>
                    <a:pt x="70" y="256"/>
                    <a:pt x="87" y="256"/>
                    <a:pt x="120" y="256"/>
                  </a:cubicBezTo>
                  <a:cubicBezTo>
                    <a:pt x="190" y="240"/>
                    <a:pt x="223" y="190"/>
                    <a:pt x="223" y="104"/>
                  </a:cubicBezTo>
                  <a:cubicBezTo>
                    <a:pt x="206" y="71"/>
                    <a:pt x="190" y="50"/>
                    <a:pt x="173" y="34"/>
                  </a:cubicBezTo>
                  <a:cubicBezTo>
                    <a:pt x="173" y="17"/>
                    <a:pt x="157" y="17"/>
                    <a:pt x="136" y="17"/>
                  </a:cubicBezTo>
                  <a:cubicBezTo>
                    <a:pt x="120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7" name="Google Shape;21177;p60"/>
            <p:cNvSpPr/>
            <p:nvPr/>
          </p:nvSpPr>
          <p:spPr>
            <a:xfrm>
              <a:off x="4107275" y="22101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33" y="21"/>
                    <a:pt x="0" y="71"/>
                    <a:pt x="0" y="157"/>
                  </a:cubicBezTo>
                  <a:cubicBezTo>
                    <a:pt x="17" y="190"/>
                    <a:pt x="17" y="207"/>
                    <a:pt x="50" y="244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3"/>
                  </a:cubicBezTo>
                  <a:cubicBezTo>
                    <a:pt x="223" y="71"/>
                    <a:pt x="206" y="38"/>
                    <a:pt x="173" y="21"/>
                  </a:cubicBezTo>
                  <a:cubicBezTo>
                    <a:pt x="173" y="21"/>
                    <a:pt x="153" y="2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8" name="Google Shape;21178;p60"/>
            <p:cNvSpPr/>
            <p:nvPr/>
          </p:nvSpPr>
          <p:spPr>
            <a:xfrm>
              <a:off x="4134800" y="22029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67"/>
                    <a:pt x="0" y="153"/>
                  </a:cubicBezTo>
                  <a:cubicBezTo>
                    <a:pt x="17" y="186"/>
                    <a:pt x="33" y="207"/>
                    <a:pt x="50" y="240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86" y="240"/>
                    <a:pt x="239" y="170"/>
                    <a:pt x="223" y="104"/>
                  </a:cubicBezTo>
                  <a:cubicBezTo>
                    <a:pt x="223" y="67"/>
                    <a:pt x="206" y="34"/>
                    <a:pt x="186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9" name="Google Shape;21179;p60"/>
            <p:cNvSpPr/>
            <p:nvPr/>
          </p:nvSpPr>
          <p:spPr>
            <a:xfrm>
              <a:off x="4140775" y="218615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36" y="1"/>
                  </a:moveTo>
                  <a:cubicBezTo>
                    <a:pt x="120" y="1"/>
                    <a:pt x="87" y="1"/>
                    <a:pt x="70" y="34"/>
                  </a:cubicBezTo>
                  <a:cubicBezTo>
                    <a:pt x="17" y="71"/>
                    <a:pt x="0" y="157"/>
                    <a:pt x="50" y="207"/>
                  </a:cubicBezTo>
                  <a:cubicBezTo>
                    <a:pt x="70" y="240"/>
                    <a:pt x="87" y="261"/>
                    <a:pt x="120" y="261"/>
                  </a:cubicBezTo>
                  <a:cubicBezTo>
                    <a:pt x="153" y="261"/>
                    <a:pt x="173" y="261"/>
                    <a:pt x="206" y="240"/>
                  </a:cubicBezTo>
                  <a:cubicBezTo>
                    <a:pt x="256" y="190"/>
                    <a:pt x="256" y="104"/>
                    <a:pt x="223" y="54"/>
                  </a:cubicBezTo>
                  <a:cubicBezTo>
                    <a:pt x="206" y="34"/>
                    <a:pt x="190" y="17"/>
                    <a:pt x="173" y="17"/>
                  </a:cubicBezTo>
                  <a:cubicBezTo>
                    <a:pt x="173" y="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0" name="Google Shape;21180;p60"/>
            <p:cNvSpPr/>
            <p:nvPr/>
          </p:nvSpPr>
          <p:spPr>
            <a:xfrm>
              <a:off x="4106450" y="23794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83" y="0"/>
                    <a:pt x="50" y="33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39"/>
                    <a:pt x="83" y="260"/>
                    <a:pt x="120" y="260"/>
                  </a:cubicBezTo>
                  <a:cubicBezTo>
                    <a:pt x="136" y="260"/>
                    <a:pt x="169" y="260"/>
                    <a:pt x="186" y="223"/>
                  </a:cubicBezTo>
                  <a:cubicBezTo>
                    <a:pt x="223" y="206"/>
                    <a:pt x="223" y="173"/>
                    <a:pt x="239" y="136"/>
                  </a:cubicBezTo>
                  <a:cubicBezTo>
                    <a:pt x="239" y="103"/>
                    <a:pt x="223" y="70"/>
                    <a:pt x="206" y="54"/>
                  </a:cubicBezTo>
                  <a:cubicBezTo>
                    <a:pt x="206" y="33"/>
                    <a:pt x="186" y="17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1" name="Google Shape;21181;p60"/>
            <p:cNvSpPr/>
            <p:nvPr/>
          </p:nvSpPr>
          <p:spPr>
            <a:xfrm>
              <a:off x="4129125" y="23145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54" y="17"/>
                    <a:pt x="0" y="87"/>
                    <a:pt x="21" y="153"/>
                  </a:cubicBezTo>
                  <a:cubicBezTo>
                    <a:pt x="21" y="191"/>
                    <a:pt x="37" y="224"/>
                    <a:pt x="70" y="240"/>
                  </a:cubicBezTo>
                  <a:cubicBezTo>
                    <a:pt x="87" y="257"/>
                    <a:pt x="124" y="257"/>
                    <a:pt x="141" y="257"/>
                  </a:cubicBezTo>
                  <a:cubicBezTo>
                    <a:pt x="206" y="240"/>
                    <a:pt x="244" y="191"/>
                    <a:pt x="244" y="104"/>
                  </a:cubicBezTo>
                  <a:cubicBezTo>
                    <a:pt x="227" y="71"/>
                    <a:pt x="206" y="50"/>
                    <a:pt x="190" y="17"/>
                  </a:cubicBezTo>
                  <a:lnTo>
                    <a:pt x="174" y="17"/>
                  </a:ln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2" name="Google Shape;21182;p60"/>
            <p:cNvSpPr/>
            <p:nvPr/>
          </p:nvSpPr>
          <p:spPr>
            <a:xfrm>
              <a:off x="4105100" y="23519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0" y="0"/>
                  </a:moveTo>
                  <a:cubicBezTo>
                    <a:pt x="104" y="0"/>
                    <a:pt x="71" y="0"/>
                    <a:pt x="54" y="38"/>
                  </a:cubicBezTo>
                  <a:cubicBezTo>
                    <a:pt x="17" y="54"/>
                    <a:pt x="1" y="87"/>
                    <a:pt x="1" y="124"/>
                  </a:cubicBezTo>
                  <a:cubicBezTo>
                    <a:pt x="1" y="157"/>
                    <a:pt x="17" y="190"/>
                    <a:pt x="34" y="207"/>
                  </a:cubicBezTo>
                  <a:cubicBezTo>
                    <a:pt x="55" y="238"/>
                    <a:pt x="87" y="257"/>
                    <a:pt x="121" y="257"/>
                  </a:cubicBezTo>
                  <a:cubicBezTo>
                    <a:pt x="144" y="257"/>
                    <a:pt x="168" y="248"/>
                    <a:pt x="190" y="227"/>
                  </a:cubicBezTo>
                  <a:cubicBezTo>
                    <a:pt x="223" y="190"/>
                    <a:pt x="240" y="103"/>
                    <a:pt x="207" y="54"/>
                  </a:cubicBezTo>
                  <a:cubicBezTo>
                    <a:pt x="190" y="38"/>
                    <a:pt x="174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3" name="Google Shape;21183;p60"/>
            <p:cNvSpPr/>
            <p:nvPr/>
          </p:nvSpPr>
          <p:spPr>
            <a:xfrm>
              <a:off x="4140350" y="2232775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15" y="0"/>
                  </a:moveTo>
                  <a:cubicBezTo>
                    <a:pt x="107" y="0"/>
                    <a:pt x="98" y="2"/>
                    <a:pt x="87" y="8"/>
                  </a:cubicBezTo>
                  <a:cubicBezTo>
                    <a:pt x="34" y="8"/>
                    <a:pt x="1" y="78"/>
                    <a:pt x="1" y="148"/>
                  </a:cubicBezTo>
                  <a:cubicBezTo>
                    <a:pt x="1" y="181"/>
                    <a:pt x="17" y="214"/>
                    <a:pt x="50" y="230"/>
                  </a:cubicBezTo>
                  <a:cubicBezTo>
                    <a:pt x="67" y="251"/>
                    <a:pt x="104" y="267"/>
                    <a:pt x="120" y="267"/>
                  </a:cubicBezTo>
                  <a:cubicBezTo>
                    <a:pt x="190" y="251"/>
                    <a:pt x="223" y="181"/>
                    <a:pt x="223" y="111"/>
                  </a:cubicBezTo>
                  <a:cubicBezTo>
                    <a:pt x="223" y="78"/>
                    <a:pt x="207" y="45"/>
                    <a:pt x="170" y="24"/>
                  </a:cubicBezTo>
                  <a:lnTo>
                    <a:pt x="153" y="8"/>
                  </a:lnTo>
                  <a:cubicBezTo>
                    <a:pt x="142" y="8"/>
                    <a:pt x="131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4" name="Google Shape;21184;p60"/>
            <p:cNvSpPr/>
            <p:nvPr/>
          </p:nvSpPr>
          <p:spPr>
            <a:xfrm>
              <a:off x="4117175" y="230285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38" y="0"/>
                  </a:moveTo>
                  <a:cubicBezTo>
                    <a:pt x="87" y="0"/>
                    <a:pt x="44" y="35"/>
                    <a:pt x="17" y="91"/>
                  </a:cubicBezTo>
                  <a:cubicBezTo>
                    <a:pt x="0" y="161"/>
                    <a:pt x="33" y="231"/>
                    <a:pt x="87" y="247"/>
                  </a:cubicBezTo>
                  <a:cubicBezTo>
                    <a:pt x="100" y="256"/>
                    <a:pt x="114" y="260"/>
                    <a:pt x="129" y="260"/>
                  </a:cubicBezTo>
                  <a:cubicBezTo>
                    <a:pt x="170" y="260"/>
                    <a:pt x="211" y="229"/>
                    <a:pt x="223" y="177"/>
                  </a:cubicBezTo>
                  <a:cubicBezTo>
                    <a:pt x="256" y="107"/>
                    <a:pt x="223" y="41"/>
                    <a:pt x="169" y="4"/>
                  </a:cubicBezTo>
                  <a:cubicBezTo>
                    <a:pt x="159" y="1"/>
                    <a:pt x="148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5" name="Google Shape;21185;p60"/>
            <p:cNvSpPr/>
            <p:nvPr/>
          </p:nvSpPr>
          <p:spPr>
            <a:xfrm>
              <a:off x="4119325" y="2421850"/>
              <a:ext cx="6425" cy="6450"/>
            </a:xfrm>
            <a:custGeom>
              <a:avLst/>
              <a:gdLst/>
              <a:ahLst/>
              <a:cxnLst/>
              <a:rect l="l" t="t" r="r" b="b"/>
              <a:pathLst>
                <a:path w="257" h="258" extrusionOk="0">
                  <a:moveTo>
                    <a:pt x="140" y="0"/>
                  </a:moveTo>
                  <a:cubicBezTo>
                    <a:pt x="96" y="0"/>
                    <a:pt x="47" y="35"/>
                    <a:pt x="34" y="88"/>
                  </a:cubicBezTo>
                  <a:cubicBezTo>
                    <a:pt x="1" y="159"/>
                    <a:pt x="34" y="229"/>
                    <a:pt x="83" y="245"/>
                  </a:cubicBezTo>
                  <a:cubicBezTo>
                    <a:pt x="102" y="254"/>
                    <a:pt x="119" y="258"/>
                    <a:pt x="135" y="258"/>
                  </a:cubicBezTo>
                  <a:cubicBezTo>
                    <a:pt x="180" y="258"/>
                    <a:pt x="216" y="226"/>
                    <a:pt x="240" y="175"/>
                  </a:cubicBezTo>
                  <a:cubicBezTo>
                    <a:pt x="256" y="109"/>
                    <a:pt x="223" y="39"/>
                    <a:pt x="170" y="6"/>
                  </a:cubicBezTo>
                  <a:cubicBezTo>
                    <a:pt x="160" y="2"/>
                    <a:pt x="15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6" name="Google Shape;21186;p60"/>
            <p:cNvSpPr/>
            <p:nvPr/>
          </p:nvSpPr>
          <p:spPr>
            <a:xfrm>
              <a:off x="4120575" y="22523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3" y="1"/>
                  </a:moveTo>
                  <a:cubicBezTo>
                    <a:pt x="33" y="17"/>
                    <a:pt x="0" y="87"/>
                    <a:pt x="17" y="153"/>
                  </a:cubicBezTo>
                  <a:cubicBezTo>
                    <a:pt x="17" y="190"/>
                    <a:pt x="33" y="223"/>
                    <a:pt x="54" y="240"/>
                  </a:cubicBezTo>
                  <a:cubicBezTo>
                    <a:pt x="77" y="251"/>
                    <a:pt x="92" y="263"/>
                    <a:pt x="111" y="263"/>
                  </a:cubicBezTo>
                  <a:cubicBezTo>
                    <a:pt x="118" y="263"/>
                    <a:pt x="127" y="261"/>
                    <a:pt x="136" y="256"/>
                  </a:cubicBezTo>
                  <a:cubicBezTo>
                    <a:pt x="173" y="256"/>
                    <a:pt x="190" y="240"/>
                    <a:pt x="206" y="207"/>
                  </a:cubicBezTo>
                  <a:cubicBezTo>
                    <a:pt x="223" y="190"/>
                    <a:pt x="239" y="153"/>
                    <a:pt x="223" y="120"/>
                  </a:cubicBezTo>
                  <a:cubicBezTo>
                    <a:pt x="223" y="87"/>
                    <a:pt x="206" y="50"/>
                    <a:pt x="190" y="34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7" name="Google Shape;21187;p60"/>
            <p:cNvSpPr/>
            <p:nvPr/>
          </p:nvSpPr>
          <p:spPr>
            <a:xfrm>
              <a:off x="4119750" y="220470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19" y="0"/>
                  </a:moveTo>
                  <a:cubicBezTo>
                    <a:pt x="76" y="0"/>
                    <a:pt x="41" y="32"/>
                    <a:pt x="17" y="83"/>
                  </a:cubicBezTo>
                  <a:cubicBezTo>
                    <a:pt x="0" y="153"/>
                    <a:pt x="33" y="219"/>
                    <a:pt x="87" y="257"/>
                  </a:cubicBezTo>
                  <a:cubicBezTo>
                    <a:pt x="95" y="259"/>
                    <a:pt x="104" y="261"/>
                    <a:pt x="113" y="261"/>
                  </a:cubicBezTo>
                  <a:cubicBezTo>
                    <a:pt x="159" y="261"/>
                    <a:pt x="209" y="228"/>
                    <a:pt x="223" y="170"/>
                  </a:cubicBezTo>
                  <a:cubicBezTo>
                    <a:pt x="256" y="116"/>
                    <a:pt x="223" y="34"/>
                    <a:pt x="169" y="13"/>
                  </a:cubicBezTo>
                  <a:cubicBezTo>
                    <a:pt x="152" y="5"/>
                    <a:pt x="135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8" name="Google Shape;21188;p60"/>
            <p:cNvSpPr/>
            <p:nvPr/>
          </p:nvSpPr>
          <p:spPr>
            <a:xfrm>
              <a:off x="4112000" y="2189925"/>
              <a:ext cx="6025" cy="6675"/>
            </a:xfrm>
            <a:custGeom>
              <a:avLst/>
              <a:gdLst/>
              <a:ahLst/>
              <a:cxnLst/>
              <a:rect l="l" t="t" r="r" b="b"/>
              <a:pathLst>
                <a:path w="241" h="267" extrusionOk="0">
                  <a:moveTo>
                    <a:pt x="124" y="1"/>
                  </a:moveTo>
                  <a:cubicBezTo>
                    <a:pt x="80" y="1"/>
                    <a:pt x="31" y="35"/>
                    <a:pt x="17" y="89"/>
                  </a:cubicBezTo>
                  <a:cubicBezTo>
                    <a:pt x="1" y="159"/>
                    <a:pt x="17" y="229"/>
                    <a:pt x="88" y="262"/>
                  </a:cubicBezTo>
                  <a:cubicBezTo>
                    <a:pt x="96" y="265"/>
                    <a:pt x="105" y="266"/>
                    <a:pt x="114" y="266"/>
                  </a:cubicBezTo>
                  <a:cubicBezTo>
                    <a:pt x="159" y="266"/>
                    <a:pt x="210" y="234"/>
                    <a:pt x="224" y="175"/>
                  </a:cubicBezTo>
                  <a:cubicBezTo>
                    <a:pt x="240" y="110"/>
                    <a:pt x="224" y="39"/>
                    <a:pt x="153" y="6"/>
                  </a:cubicBezTo>
                  <a:cubicBezTo>
                    <a:pt x="144" y="3"/>
                    <a:pt x="134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9" name="Google Shape;21189;p60"/>
            <p:cNvSpPr/>
            <p:nvPr/>
          </p:nvSpPr>
          <p:spPr>
            <a:xfrm>
              <a:off x="4113650" y="2224800"/>
              <a:ext cx="5700" cy="6525"/>
            </a:xfrm>
            <a:custGeom>
              <a:avLst/>
              <a:gdLst/>
              <a:ahLst/>
              <a:cxnLst/>
              <a:rect l="l" t="t" r="r" b="b"/>
              <a:pathLst>
                <a:path w="228" h="261" extrusionOk="0">
                  <a:moveTo>
                    <a:pt x="104" y="1"/>
                  </a:moveTo>
                  <a:cubicBezTo>
                    <a:pt x="38" y="1"/>
                    <a:pt x="1" y="71"/>
                    <a:pt x="1" y="137"/>
                  </a:cubicBezTo>
                  <a:cubicBezTo>
                    <a:pt x="22" y="207"/>
                    <a:pt x="71" y="261"/>
                    <a:pt x="141" y="261"/>
                  </a:cubicBezTo>
                  <a:cubicBezTo>
                    <a:pt x="158" y="240"/>
                    <a:pt x="191" y="224"/>
                    <a:pt x="207" y="207"/>
                  </a:cubicBezTo>
                  <a:cubicBezTo>
                    <a:pt x="228" y="174"/>
                    <a:pt x="228" y="137"/>
                    <a:pt x="228" y="104"/>
                  </a:cubicBezTo>
                  <a:cubicBezTo>
                    <a:pt x="228" y="71"/>
                    <a:pt x="207" y="34"/>
                    <a:pt x="191" y="17"/>
                  </a:cubicBezTo>
                  <a:cubicBezTo>
                    <a:pt x="174" y="17"/>
                    <a:pt x="174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0" name="Google Shape;21190;p60"/>
            <p:cNvSpPr/>
            <p:nvPr/>
          </p:nvSpPr>
          <p:spPr>
            <a:xfrm>
              <a:off x="4123975" y="2284900"/>
              <a:ext cx="5675" cy="6700"/>
            </a:xfrm>
            <a:custGeom>
              <a:avLst/>
              <a:gdLst/>
              <a:ahLst/>
              <a:cxnLst/>
              <a:rect l="l" t="t" r="r" b="b"/>
              <a:pathLst>
                <a:path w="227" h="268" extrusionOk="0">
                  <a:moveTo>
                    <a:pt x="87" y="1"/>
                  </a:moveTo>
                  <a:cubicBezTo>
                    <a:pt x="87" y="21"/>
                    <a:pt x="70" y="21"/>
                    <a:pt x="70" y="21"/>
                  </a:cubicBezTo>
                  <a:cubicBezTo>
                    <a:pt x="21" y="38"/>
                    <a:pt x="0" y="104"/>
                    <a:pt x="0" y="157"/>
                  </a:cubicBezTo>
                  <a:cubicBezTo>
                    <a:pt x="0" y="190"/>
                    <a:pt x="21" y="227"/>
                    <a:pt x="54" y="244"/>
                  </a:cubicBezTo>
                  <a:cubicBezTo>
                    <a:pt x="65" y="255"/>
                    <a:pt x="85" y="267"/>
                    <a:pt x="103" y="267"/>
                  </a:cubicBezTo>
                  <a:cubicBezTo>
                    <a:pt x="111" y="267"/>
                    <a:pt x="118" y="265"/>
                    <a:pt x="124" y="260"/>
                  </a:cubicBezTo>
                  <a:cubicBezTo>
                    <a:pt x="190" y="260"/>
                    <a:pt x="227" y="190"/>
                    <a:pt x="227" y="124"/>
                  </a:cubicBezTo>
                  <a:cubicBezTo>
                    <a:pt x="227" y="104"/>
                    <a:pt x="206" y="87"/>
                    <a:pt x="206" y="87"/>
                  </a:cubicBezTo>
                  <a:cubicBezTo>
                    <a:pt x="206" y="54"/>
                    <a:pt x="173" y="38"/>
                    <a:pt x="157" y="21"/>
                  </a:cubicBezTo>
                  <a:cubicBezTo>
                    <a:pt x="140" y="1"/>
                    <a:pt x="12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1" name="Google Shape;21191;p60"/>
            <p:cNvSpPr/>
            <p:nvPr/>
          </p:nvSpPr>
          <p:spPr>
            <a:xfrm>
              <a:off x="4125300" y="23606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22" y="0"/>
                  </a:moveTo>
                  <a:cubicBezTo>
                    <a:pt x="77" y="0"/>
                    <a:pt x="42" y="32"/>
                    <a:pt x="17" y="83"/>
                  </a:cubicBezTo>
                  <a:cubicBezTo>
                    <a:pt x="1" y="149"/>
                    <a:pt x="34" y="219"/>
                    <a:pt x="87" y="252"/>
                  </a:cubicBezTo>
                  <a:lnTo>
                    <a:pt x="137" y="252"/>
                  </a:lnTo>
                  <a:cubicBezTo>
                    <a:pt x="174" y="252"/>
                    <a:pt x="207" y="219"/>
                    <a:pt x="223" y="166"/>
                  </a:cubicBezTo>
                  <a:cubicBezTo>
                    <a:pt x="240" y="133"/>
                    <a:pt x="240" y="83"/>
                    <a:pt x="207" y="46"/>
                  </a:cubicBezTo>
                  <a:cubicBezTo>
                    <a:pt x="190" y="30"/>
                    <a:pt x="190" y="13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2" name="Google Shape;21192;p60"/>
            <p:cNvSpPr/>
            <p:nvPr/>
          </p:nvSpPr>
          <p:spPr>
            <a:xfrm>
              <a:off x="4121900" y="2328300"/>
              <a:ext cx="6425" cy="6675"/>
            </a:xfrm>
            <a:custGeom>
              <a:avLst/>
              <a:gdLst/>
              <a:ahLst/>
              <a:cxnLst/>
              <a:rect l="l" t="t" r="r" b="b"/>
              <a:pathLst>
                <a:path w="257" h="267" extrusionOk="0">
                  <a:moveTo>
                    <a:pt x="137" y="0"/>
                  </a:moveTo>
                  <a:cubicBezTo>
                    <a:pt x="120" y="0"/>
                    <a:pt x="83" y="17"/>
                    <a:pt x="67" y="37"/>
                  </a:cubicBezTo>
                  <a:cubicBezTo>
                    <a:pt x="17" y="70"/>
                    <a:pt x="1" y="157"/>
                    <a:pt x="50" y="223"/>
                  </a:cubicBezTo>
                  <a:cubicBezTo>
                    <a:pt x="69" y="253"/>
                    <a:pt x="99" y="266"/>
                    <a:pt x="131" y="266"/>
                  </a:cubicBezTo>
                  <a:cubicBezTo>
                    <a:pt x="157" y="266"/>
                    <a:pt x="183" y="258"/>
                    <a:pt x="207" y="244"/>
                  </a:cubicBezTo>
                  <a:cubicBezTo>
                    <a:pt x="240" y="190"/>
                    <a:pt x="256" y="103"/>
                    <a:pt x="223" y="54"/>
                  </a:cubicBezTo>
                  <a:cubicBezTo>
                    <a:pt x="207" y="37"/>
                    <a:pt x="186" y="17"/>
                    <a:pt x="170" y="17"/>
                  </a:cubicBezTo>
                  <a:cubicBezTo>
                    <a:pt x="170" y="0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3" name="Google Shape;21193;p60"/>
            <p:cNvSpPr/>
            <p:nvPr/>
          </p:nvSpPr>
          <p:spPr>
            <a:xfrm>
              <a:off x="4119750" y="23780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3" y="0"/>
                  </a:moveTo>
                  <a:cubicBezTo>
                    <a:pt x="79" y="0"/>
                    <a:pt x="30" y="35"/>
                    <a:pt x="17" y="88"/>
                  </a:cubicBezTo>
                  <a:cubicBezTo>
                    <a:pt x="0" y="142"/>
                    <a:pt x="17" y="228"/>
                    <a:pt x="87" y="245"/>
                  </a:cubicBezTo>
                  <a:cubicBezTo>
                    <a:pt x="103" y="261"/>
                    <a:pt x="120" y="261"/>
                    <a:pt x="120" y="261"/>
                  </a:cubicBezTo>
                  <a:cubicBezTo>
                    <a:pt x="169" y="261"/>
                    <a:pt x="206" y="228"/>
                    <a:pt x="223" y="175"/>
                  </a:cubicBezTo>
                  <a:cubicBezTo>
                    <a:pt x="239" y="125"/>
                    <a:pt x="223" y="72"/>
                    <a:pt x="206" y="39"/>
                  </a:cubicBezTo>
                  <a:cubicBezTo>
                    <a:pt x="190" y="22"/>
                    <a:pt x="169" y="22"/>
                    <a:pt x="153" y="6"/>
                  </a:cubicBezTo>
                  <a:cubicBezTo>
                    <a:pt x="143" y="2"/>
                    <a:pt x="13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4" name="Google Shape;21194;p60"/>
            <p:cNvSpPr/>
            <p:nvPr/>
          </p:nvSpPr>
          <p:spPr>
            <a:xfrm>
              <a:off x="4127050" y="2189050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43" y="0"/>
                  </a:moveTo>
                  <a:cubicBezTo>
                    <a:pt x="98" y="0"/>
                    <a:pt x="48" y="33"/>
                    <a:pt x="34" y="91"/>
                  </a:cubicBezTo>
                  <a:cubicBezTo>
                    <a:pt x="1" y="145"/>
                    <a:pt x="34" y="227"/>
                    <a:pt x="83" y="248"/>
                  </a:cubicBezTo>
                  <a:cubicBezTo>
                    <a:pt x="102" y="256"/>
                    <a:pt x="119" y="260"/>
                    <a:pt x="136" y="260"/>
                  </a:cubicBezTo>
                  <a:cubicBezTo>
                    <a:pt x="180" y="260"/>
                    <a:pt x="216" y="229"/>
                    <a:pt x="240" y="178"/>
                  </a:cubicBezTo>
                  <a:cubicBezTo>
                    <a:pt x="257" y="107"/>
                    <a:pt x="224" y="41"/>
                    <a:pt x="170" y="4"/>
                  </a:cubicBezTo>
                  <a:cubicBezTo>
                    <a:pt x="161" y="2"/>
                    <a:pt x="152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5" name="Google Shape;21195;p60"/>
            <p:cNvSpPr/>
            <p:nvPr/>
          </p:nvSpPr>
          <p:spPr>
            <a:xfrm>
              <a:off x="4127050" y="2235525"/>
              <a:ext cx="6025" cy="6925"/>
            </a:xfrm>
            <a:custGeom>
              <a:avLst/>
              <a:gdLst/>
              <a:ahLst/>
              <a:cxnLst/>
              <a:rect l="l" t="t" r="r" b="b"/>
              <a:pathLst>
                <a:path w="241" h="277" extrusionOk="0">
                  <a:moveTo>
                    <a:pt x="137" y="1"/>
                  </a:moveTo>
                  <a:cubicBezTo>
                    <a:pt x="104" y="1"/>
                    <a:pt x="67" y="17"/>
                    <a:pt x="50" y="38"/>
                  </a:cubicBezTo>
                  <a:cubicBezTo>
                    <a:pt x="1" y="87"/>
                    <a:pt x="1" y="157"/>
                    <a:pt x="34" y="223"/>
                  </a:cubicBezTo>
                  <a:cubicBezTo>
                    <a:pt x="50" y="244"/>
                    <a:pt x="83" y="260"/>
                    <a:pt x="104" y="277"/>
                  </a:cubicBezTo>
                  <a:cubicBezTo>
                    <a:pt x="137" y="277"/>
                    <a:pt x="170" y="260"/>
                    <a:pt x="186" y="244"/>
                  </a:cubicBezTo>
                  <a:cubicBezTo>
                    <a:pt x="240" y="190"/>
                    <a:pt x="240" y="120"/>
                    <a:pt x="207" y="54"/>
                  </a:cubicBezTo>
                  <a:cubicBezTo>
                    <a:pt x="186" y="38"/>
                    <a:pt x="170" y="17"/>
                    <a:pt x="153" y="17"/>
                  </a:cubicBezTo>
                  <a:cubicBezTo>
                    <a:pt x="153" y="17"/>
                    <a:pt x="13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6" name="Google Shape;21196;p60"/>
            <p:cNvSpPr/>
            <p:nvPr/>
          </p:nvSpPr>
          <p:spPr>
            <a:xfrm>
              <a:off x="4127475" y="22196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7"/>
                    <a:pt x="0" y="71"/>
                    <a:pt x="0" y="157"/>
                  </a:cubicBezTo>
                  <a:cubicBezTo>
                    <a:pt x="17" y="190"/>
                    <a:pt x="33" y="207"/>
                    <a:pt x="50" y="240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0"/>
                    <a:pt x="240" y="174"/>
                    <a:pt x="223" y="104"/>
                  </a:cubicBezTo>
                  <a:cubicBezTo>
                    <a:pt x="223" y="71"/>
                    <a:pt x="207" y="34"/>
                    <a:pt x="190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7" name="Google Shape;21197;p60"/>
            <p:cNvSpPr/>
            <p:nvPr/>
          </p:nvSpPr>
          <p:spPr>
            <a:xfrm>
              <a:off x="3894225" y="226427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1"/>
                  </a:moveTo>
                  <a:cubicBezTo>
                    <a:pt x="37" y="22"/>
                    <a:pt x="0" y="88"/>
                    <a:pt x="0" y="158"/>
                  </a:cubicBezTo>
                  <a:cubicBezTo>
                    <a:pt x="17" y="191"/>
                    <a:pt x="17" y="228"/>
                    <a:pt x="54" y="244"/>
                  </a:cubicBezTo>
                  <a:cubicBezTo>
                    <a:pt x="70" y="261"/>
                    <a:pt x="103" y="261"/>
                    <a:pt x="140" y="261"/>
                  </a:cubicBezTo>
                  <a:cubicBezTo>
                    <a:pt x="157" y="261"/>
                    <a:pt x="190" y="244"/>
                    <a:pt x="206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6" y="55"/>
                    <a:pt x="173" y="38"/>
                  </a:cubicBezTo>
                  <a:cubicBezTo>
                    <a:pt x="173" y="22"/>
                    <a:pt x="157" y="22"/>
                    <a:pt x="157" y="22"/>
                  </a:cubicBezTo>
                  <a:cubicBezTo>
                    <a:pt x="14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8" name="Google Shape;21198;p60"/>
            <p:cNvSpPr/>
            <p:nvPr/>
          </p:nvSpPr>
          <p:spPr>
            <a:xfrm>
              <a:off x="3838875" y="2257075"/>
              <a:ext cx="5575" cy="6575"/>
            </a:xfrm>
            <a:custGeom>
              <a:avLst/>
              <a:gdLst/>
              <a:ahLst/>
              <a:cxnLst/>
              <a:rect l="l" t="t" r="r" b="b"/>
              <a:pathLst>
                <a:path w="223" h="263" extrusionOk="0">
                  <a:moveTo>
                    <a:pt x="87" y="0"/>
                  </a:moveTo>
                  <a:cubicBezTo>
                    <a:pt x="66" y="17"/>
                    <a:pt x="33" y="33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23"/>
                    <a:pt x="50" y="239"/>
                  </a:cubicBezTo>
                  <a:cubicBezTo>
                    <a:pt x="61" y="251"/>
                    <a:pt x="83" y="263"/>
                    <a:pt x="101" y="263"/>
                  </a:cubicBezTo>
                  <a:cubicBezTo>
                    <a:pt x="108" y="263"/>
                    <a:pt x="115" y="261"/>
                    <a:pt x="120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06" y="83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03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9" name="Google Shape;21199;p60"/>
            <p:cNvSpPr/>
            <p:nvPr/>
          </p:nvSpPr>
          <p:spPr>
            <a:xfrm>
              <a:off x="3840525" y="2210700"/>
              <a:ext cx="5675" cy="6400"/>
            </a:xfrm>
            <a:custGeom>
              <a:avLst/>
              <a:gdLst/>
              <a:ahLst/>
              <a:cxnLst/>
              <a:rect l="l" t="t" r="r" b="b"/>
              <a:pathLst>
                <a:path w="227" h="256" extrusionOk="0">
                  <a:moveTo>
                    <a:pt x="103" y="0"/>
                  </a:moveTo>
                  <a:cubicBezTo>
                    <a:pt x="37" y="0"/>
                    <a:pt x="0" y="66"/>
                    <a:pt x="0" y="136"/>
                  </a:cubicBezTo>
                  <a:cubicBezTo>
                    <a:pt x="21" y="186"/>
                    <a:pt x="37" y="223"/>
                    <a:pt x="54" y="239"/>
                  </a:cubicBezTo>
                  <a:cubicBezTo>
                    <a:pt x="87" y="256"/>
                    <a:pt x="103" y="256"/>
                    <a:pt x="140" y="256"/>
                  </a:cubicBezTo>
                  <a:cubicBezTo>
                    <a:pt x="157" y="239"/>
                    <a:pt x="190" y="223"/>
                    <a:pt x="206" y="206"/>
                  </a:cubicBezTo>
                  <a:cubicBezTo>
                    <a:pt x="227" y="169"/>
                    <a:pt x="227" y="136"/>
                    <a:pt x="227" y="103"/>
                  </a:cubicBezTo>
                  <a:cubicBezTo>
                    <a:pt x="227" y="66"/>
                    <a:pt x="206" y="33"/>
                    <a:pt x="173" y="17"/>
                  </a:cubicBezTo>
                  <a:lnTo>
                    <a:pt x="1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0" name="Google Shape;21200;p60"/>
            <p:cNvSpPr/>
            <p:nvPr/>
          </p:nvSpPr>
          <p:spPr>
            <a:xfrm>
              <a:off x="3821250" y="2230925"/>
              <a:ext cx="5575" cy="6800"/>
            </a:xfrm>
            <a:custGeom>
              <a:avLst/>
              <a:gdLst/>
              <a:ahLst/>
              <a:cxnLst/>
              <a:rect l="l" t="t" r="r" b="b"/>
              <a:pathLst>
                <a:path w="223" h="272" extrusionOk="0">
                  <a:moveTo>
                    <a:pt x="126" y="0"/>
                  </a:moveTo>
                  <a:cubicBezTo>
                    <a:pt x="116" y="0"/>
                    <a:pt x="103" y="5"/>
                    <a:pt x="87" y="16"/>
                  </a:cubicBezTo>
                  <a:cubicBezTo>
                    <a:pt x="33" y="16"/>
                    <a:pt x="0" y="82"/>
                    <a:pt x="0" y="152"/>
                  </a:cubicBezTo>
                  <a:cubicBezTo>
                    <a:pt x="0" y="185"/>
                    <a:pt x="17" y="222"/>
                    <a:pt x="50" y="238"/>
                  </a:cubicBezTo>
                  <a:cubicBezTo>
                    <a:pt x="70" y="255"/>
                    <a:pt x="103" y="271"/>
                    <a:pt x="120" y="271"/>
                  </a:cubicBezTo>
                  <a:cubicBezTo>
                    <a:pt x="153" y="255"/>
                    <a:pt x="190" y="238"/>
                    <a:pt x="206" y="201"/>
                  </a:cubicBezTo>
                  <a:cubicBezTo>
                    <a:pt x="223" y="185"/>
                    <a:pt x="223" y="152"/>
                    <a:pt x="223" y="119"/>
                  </a:cubicBezTo>
                  <a:cubicBezTo>
                    <a:pt x="223" y="82"/>
                    <a:pt x="206" y="49"/>
                    <a:pt x="173" y="32"/>
                  </a:cubicBezTo>
                  <a:lnTo>
                    <a:pt x="153" y="16"/>
                  </a:lnTo>
                  <a:cubicBezTo>
                    <a:pt x="145" y="5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1" name="Google Shape;21201;p60"/>
            <p:cNvSpPr/>
            <p:nvPr/>
          </p:nvSpPr>
          <p:spPr>
            <a:xfrm>
              <a:off x="3832775" y="2227075"/>
              <a:ext cx="6525" cy="6825"/>
            </a:xfrm>
            <a:custGeom>
              <a:avLst/>
              <a:gdLst/>
              <a:ahLst/>
              <a:cxnLst/>
              <a:rect l="l" t="t" r="r" b="b"/>
              <a:pathLst>
                <a:path w="261" h="273" extrusionOk="0">
                  <a:moveTo>
                    <a:pt x="132" y="0"/>
                  </a:moveTo>
                  <a:cubicBezTo>
                    <a:pt x="91" y="0"/>
                    <a:pt x="50" y="32"/>
                    <a:pt x="38" y="83"/>
                  </a:cubicBezTo>
                  <a:cubicBezTo>
                    <a:pt x="1" y="149"/>
                    <a:pt x="38" y="236"/>
                    <a:pt x="88" y="252"/>
                  </a:cubicBezTo>
                  <a:cubicBezTo>
                    <a:pt x="104" y="273"/>
                    <a:pt x="125" y="273"/>
                    <a:pt x="141" y="273"/>
                  </a:cubicBezTo>
                  <a:cubicBezTo>
                    <a:pt x="191" y="252"/>
                    <a:pt x="228" y="236"/>
                    <a:pt x="244" y="186"/>
                  </a:cubicBezTo>
                  <a:cubicBezTo>
                    <a:pt x="261" y="133"/>
                    <a:pt x="244" y="83"/>
                    <a:pt x="207" y="46"/>
                  </a:cubicBezTo>
                  <a:cubicBezTo>
                    <a:pt x="207" y="29"/>
                    <a:pt x="191" y="13"/>
                    <a:pt x="174" y="13"/>
                  </a:cubicBezTo>
                  <a:cubicBezTo>
                    <a:pt x="161" y="4"/>
                    <a:pt x="146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2" name="Google Shape;21202;p60"/>
            <p:cNvSpPr/>
            <p:nvPr/>
          </p:nvSpPr>
          <p:spPr>
            <a:xfrm>
              <a:off x="3847425" y="22265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0" y="1"/>
                  </a:moveTo>
                  <a:cubicBezTo>
                    <a:pt x="87" y="1"/>
                    <a:pt x="71" y="17"/>
                    <a:pt x="33" y="34"/>
                  </a:cubicBezTo>
                  <a:cubicBezTo>
                    <a:pt x="17" y="50"/>
                    <a:pt x="0" y="88"/>
                    <a:pt x="0" y="121"/>
                  </a:cubicBezTo>
                  <a:cubicBezTo>
                    <a:pt x="0" y="154"/>
                    <a:pt x="0" y="191"/>
                    <a:pt x="17" y="207"/>
                  </a:cubicBezTo>
                  <a:cubicBezTo>
                    <a:pt x="54" y="240"/>
                    <a:pt x="71" y="257"/>
                    <a:pt x="104" y="257"/>
                  </a:cubicBezTo>
                  <a:cubicBezTo>
                    <a:pt x="137" y="257"/>
                    <a:pt x="157" y="257"/>
                    <a:pt x="190" y="240"/>
                  </a:cubicBezTo>
                  <a:cubicBezTo>
                    <a:pt x="223" y="191"/>
                    <a:pt x="240" y="104"/>
                    <a:pt x="207" y="50"/>
                  </a:cubicBezTo>
                  <a:cubicBezTo>
                    <a:pt x="190" y="34"/>
                    <a:pt x="174" y="17"/>
                    <a:pt x="157" y="17"/>
                  </a:cubicBezTo>
                  <a:cubicBezTo>
                    <a:pt x="137" y="1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3" name="Google Shape;21203;p60"/>
            <p:cNvSpPr/>
            <p:nvPr/>
          </p:nvSpPr>
          <p:spPr>
            <a:xfrm>
              <a:off x="3825575" y="2212150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20" y="1"/>
                  </a:moveTo>
                  <a:cubicBezTo>
                    <a:pt x="114" y="1"/>
                    <a:pt x="109" y="3"/>
                    <a:pt x="103" y="8"/>
                  </a:cubicBezTo>
                  <a:cubicBezTo>
                    <a:pt x="66" y="8"/>
                    <a:pt x="33" y="24"/>
                    <a:pt x="17" y="62"/>
                  </a:cubicBezTo>
                  <a:cubicBezTo>
                    <a:pt x="0" y="78"/>
                    <a:pt x="0" y="111"/>
                    <a:pt x="0" y="148"/>
                  </a:cubicBezTo>
                  <a:cubicBezTo>
                    <a:pt x="0" y="181"/>
                    <a:pt x="17" y="214"/>
                    <a:pt x="50" y="231"/>
                  </a:cubicBezTo>
                  <a:cubicBezTo>
                    <a:pt x="66" y="251"/>
                    <a:pt x="103" y="268"/>
                    <a:pt x="136" y="268"/>
                  </a:cubicBezTo>
                  <a:cubicBezTo>
                    <a:pt x="186" y="251"/>
                    <a:pt x="223" y="181"/>
                    <a:pt x="223" y="111"/>
                  </a:cubicBezTo>
                  <a:cubicBezTo>
                    <a:pt x="223" y="78"/>
                    <a:pt x="207" y="45"/>
                    <a:pt x="169" y="24"/>
                  </a:cubicBezTo>
                  <a:lnTo>
                    <a:pt x="153" y="8"/>
                  </a:ln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4" name="Google Shape;21204;p60"/>
            <p:cNvSpPr/>
            <p:nvPr/>
          </p:nvSpPr>
          <p:spPr>
            <a:xfrm>
              <a:off x="3829800" y="21950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9" y="1"/>
                  </a:moveTo>
                  <a:cubicBezTo>
                    <a:pt x="85" y="1"/>
                    <a:pt x="66" y="15"/>
                    <a:pt x="54" y="26"/>
                  </a:cubicBezTo>
                  <a:cubicBezTo>
                    <a:pt x="0" y="76"/>
                    <a:pt x="0" y="162"/>
                    <a:pt x="38" y="216"/>
                  </a:cubicBezTo>
                  <a:cubicBezTo>
                    <a:pt x="57" y="245"/>
                    <a:pt x="88" y="262"/>
                    <a:pt x="121" y="262"/>
                  </a:cubicBezTo>
                  <a:cubicBezTo>
                    <a:pt x="145" y="262"/>
                    <a:pt x="169" y="253"/>
                    <a:pt x="190" y="232"/>
                  </a:cubicBezTo>
                  <a:cubicBezTo>
                    <a:pt x="244" y="195"/>
                    <a:pt x="244" y="113"/>
                    <a:pt x="207" y="43"/>
                  </a:cubicBezTo>
                  <a:cubicBezTo>
                    <a:pt x="190" y="26"/>
                    <a:pt x="174" y="26"/>
                    <a:pt x="157" y="10"/>
                  </a:cubicBezTo>
                  <a:lnTo>
                    <a:pt x="141" y="10"/>
                  </a:lnTo>
                  <a:cubicBezTo>
                    <a:pt x="130" y="3"/>
                    <a:pt x="119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5" name="Google Shape;21205;p60"/>
            <p:cNvSpPr/>
            <p:nvPr/>
          </p:nvSpPr>
          <p:spPr>
            <a:xfrm>
              <a:off x="3844025" y="22416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3" y="1"/>
                  </a:moveTo>
                  <a:cubicBezTo>
                    <a:pt x="33" y="17"/>
                    <a:pt x="0" y="83"/>
                    <a:pt x="17" y="153"/>
                  </a:cubicBezTo>
                  <a:cubicBezTo>
                    <a:pt x="17" y="186"/>
                    <a:pt x="33" y="224"/>
                    <a:pt x="50" y="240"/>
                  </a:cubicBezTo>
                  <a:cubicBezTo>
                    <a:pt x="62" y="252"/>
                    <a:pt x="83" y="263"/>
                    <a:pt x="107" y="263"/>
                  </a:cubicBezTo>
                  <a:cubicBezTo>
                    <a:pt x="117" y="263"/>
                    <a:pt x="127" y="261"/>
                    <a:pt x="136" y="257"/>
                  </a:cubicBezTo>
                  <a:cubicBezTo>
                    <a:pt x="190" y="257"/>
                    <a:pt x="240" y="186"/>
                    <a:pt x="223" y="120"/>
                  </a:cubicBezTo>
                  <a:cubicBezTo>
                    <a:pt x="223" y="67"/>
                    <a:pt x="190" y="34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6" name="Google Shape;21206;p60"/>
            <p:cNvSpPr/>
            <p:nvPr/>
          </p:nvSpPr>
          <p:spPr>
            <a:xfrm>
              <a:off x="3859900" y="2189225"/>
              <a:ext cx="6400" cy="6550"/>
            </a:xfrm>
            <a:custGeom>
              <a:avLst/>
              <a:gdLst/>
              <a:ahLst/>
              <a:cxnLst/>
              <a:rect l="l" t="t" r="r" b="b"/>
              <a:pathLst>
                <a:path w="256" h="262" extrusionOk="0">
                  <a:moveTo>
                    <a:pt x="121" y="1"/>
                  </a:moveTo>
                  <a:cubicBezTo>
                    <a:pt x="76" y="1"/>
                    <a:pt x="41" y="32"/>
                    <a:pt x="17" y="84"/>
                  </a:cubicBezTo>
                  <a:cubicBezTo>
                    <a:pt x="0" y="154"/>
                    <a:pt x="33" y="220"/>
                    <a:pt x="87" y="257"/>
                  </a:cubicBezTo>
                  <a:cubicBezTo>
                    <a:pt x="95" y="260"/>
                    <a:pt x="104" y="261"/>
                    <a:pt x="114" y="261"/>
                  </a:cubicBezTo>
                  <a:cubicBezTo>
                    <a:pt x="159" y="261"/>
                    <a:pt x="209" y="229"/>
                    <a:pt x="223" y="171"/>
                  </a:cubicBezTo>
                  <a:cubicBezTo>
                    <a:pt x="256" y="117"/>
                    <a:pt x="223" y="34"/>
                    <a:pt x="173" y="14"/>
                  </a:cubicBezTo>
                  <a:cubicBezTo>
                    <a:pt x="155" y="5"/>
                    <a:pt x="137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7" name="Google Shape;21207;p60"/>
            <p:cNvSpPr/>
            <p:nvPr/>
          </p:nvSpPr>
          <p:spPr>
            <a:xfrm>
              <a:off x="3865050" y="2302200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9" y="1"/>
                  </a:moveTo>
                  <a:cubicBezTo>
                    <a:pt x="87" y="1"/>
                    <a:pt x="46" y="32"/>
                    <a:pt x="33" y="84"/>
                  </a:cubicBezTo>
                  <a:cubicBezTo>
                    <a:pt x="0" y="154"/>
                    <a:pt x="33" y="220"/>
                    <a:pt x="87" y="257"/>
                  </a:cubicBezTo>
                  <a:cubicBezTo>
                    <a:pt x="98" y="259"/>
                    <a:pt x="108" y="261"/>
                    <a:pt x="118" y="261"/>
                  </a:cubicBezTo>
                  <a:cubicBezTo>
                    <a:pt x="170" y="261"/>
                    <a:pt x="212" y="226"/>
                    <a:pt x="240" y="170"/>
                  </a:cubicBezTo>
                  <a:cubicBezTo>
                    <a:pt x="256" y="100"/>
                    <a:pt x="223" y="30"/>
                    <a:pt x="174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8" name="Google Shape;21208;p60"/>
            <p:cNvSpPr/>
            <p:nvPr/>
          </p:nvSpPr>
          <p:spPr>
            <a:xfrm>
              <a:off x="3847825" y="219412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6" y="1"/>
                  </a:moveTo>
                  <a:cubicBezTo>
                    <a:pt x="101" y="1"/>
                    <a:pt x="78" y="12"/>
                    <a:pt x="55" y="24"/>
                  </a:cubicBezTo>
                  <a:cubicBezTo>
                    <a:pt x="38" y="24"/>
                    <a:pt x="17" y="61"/>
                    <a:pt x="1" y="78"/>
                  </a:cubicBezTo>
                  <a:lnTo>
                    <a:pt x="1" y="164"/>
                  </a:lnTo>
                  <a:cubicBezTo>
                    <a:pt x="17" y="214"/>
                    <a:pt x="38" y="230"/>
                    <a:pt x="71" y="251"/>
                  </a:cubicBezTo>
                  <a:cubicBezTo>
                    <a:pt x="84" y="260"/>
                    <a:pt x="99" y="264"/>
                    <a:pt x="113" y="264"/>
                  </a:cubicBezTo>
                  <a:cubicBezTo>
                    <a:pt x="154" y="264"/>
                    <a:pt x="195" y="232"/>
                    <a:pt x="207" y="181"/>
                  </a:cubicBezTo>
                  <a:cubicBezTo>
                    <a:pt x="244" y="111"/>
                    <a:pt x="207" y="45"/>
                    <a:pt x="158" y="7"/>
                  </a:cubicBezTo>
                  <a:cubicBezTo>
                    <a:pt x="147" y="3"/>
                    <a:pt x="136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9" name="Google Shape;21209;p60"/>
            <p:cNvSpPr/>
            <p:nvPr/>
          </p:nvSpPr>
          <p:spPr>
            <a:xfrm>
              <a:off x="3855150" y="2209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34" y="17"/>
                    <a:pt x="1" y="87"/>
                    <a:pt x="17" y="157"/>
                  </a:cubicBezTo>
                  <a:cubicBezTo>
                    <a:pt x="17" y="190"/>
                    <a:pt x="34" y="223"/>
                    <a:pt x="54" y="240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0" y="240"/>
                    <a:pt x="240" y="190"/>
                    <a:pt x="223" y="104"/>
                  </a:cubicBezTo>
                  <a:cubicBezTo>
                    <a:pt x="223" y="71"/>
                    <a:pt x="207" y="54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0" name="Google Shape;21210;p60"/>
            <p:cNvSpPr/>
            <p:nvPr/>
          </p:nvSpPr>
          <p:spPr>
            <a:xfrm>
              <a:off x="3853400" y="22545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41" y="0"/>
                  </a:moveTo>
                  <a:cubicBezTo>
                    <a:pt x="104" y="0"/>
                    <a:pt x="71" y="0"/>
                    <a:pt x="54" y="33"/>
                  </a:cubicBezTo>
                  <a:cubicBezTo>
                    <a:pt x="1" y="66"/>
                    <a:pt x="1" y="153"/>
                    <a:pt x="38" y="206"/>
                  </a:cubicBezTo>
                  <a:cubicBezTo>
                    <a:pt x="54" y="239"/>
                    <a:pt x="87" y="256"/>
                    <a:pt x="104" y="256"/>
                  </a:cubicBezTo>
                  <a:cubicBezTo>
                    <a:pt x="141" y="256"/>
                    <a:pt x="174" y="256"/>
                    <a:pt x="190" y="223"/>
                  </a:cubicBezTo>
                  <a:cubicBezTo>
                    <a:pt x="207" y="206"/>
                    <a:pt x="227" y="169"/>
                    <a:pt x="227" y="136"/>
                  </a:cubicBezTo>
                  <a:cubicBezTo>
                    <a:pt x="244" y="103"/>
                    <a:pt x="227" y="66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57" y="0"/>
                    <a:pt x="141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1" name="Google Shape;21211;p60"/>
            <p:cNvSpPr/>
            <p:nvPr/>
          </p:nvSpPr>
          <p:spPr>
            <a:xfrm>
              <a:off x="3850000" y="23013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4" y="0"/>
                  </a:moveTo>
                  <a:cubicBezTo>
                    <a:pt x="34" y="17"/>
                    <a:pt x="1" y="87"/>
                    <a:pt x="17" y="153"/>
                  </a:cubicBezTo>
                  <a:cubicBezTo>
                    <a:pt x="17" y="190"/>
                    <a:pt x="34" y="223"/>
                    <a:pt x="54" y="239"/>
                  </a:cubicBezTo>
                  <a:cubicBezTo>
                    <a:pt x="77" y="251"/>
                    <a:pt x="93" y="263"/>
                    <a:pt x="111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190" y="256"/>
                    <a:pt x="240" y="190"/>
                    <a:pt x="223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2" name="Google Shape;21212;p60"/>
            <p:cNvSpPr/>
            <p:nvPr/>
          </p:nvSpPr>
          <p:spPr>
            <a:xfrm>
              <a:off x="3861650" y="22239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1"/>
                  </a:moveTo>
                  <a:cubicBezTo>
                    <a:pt x="50" y="17"/>
                    <a:pt x="0" y="67"/>
                    <a:pt x="17" y="153"/>
                  </a:cubicBezTo>
                  <a:cubicBezTo>
                    <a:pt x="17" y="214"/>
                    <a:pt x="54" y="260"/>
                    <a:pt x="110" y="260"/>
                  </a:cubicBezTo>
                  <a:cubicBezTo>
                    <a:pt x="118" y="260"/>
                    <a:pt x="127" y="259"/>
                    <a:pt x="136" y="257"/>
                  </a:cubicBezTo>
                  <a:cubicBezTo>
                    <a:pt x="169" y="257"/>
                    <a:pt x="186" y="240"/>
                    <a:pt x="207" y="207"/>
                  </a:cubicBezTo>
                  <a:cubicBezTo>
                    <a:pt x="223" y="170"/>
                    <a:pt x="240" y="137"/>
                    <a:pt x="223" y="104"/>
                  </a:cubicBezTo>
                  <a:cubicBezTo>
                    <a:pt x="223" y="67"/>
                    <a:pt x="207" y="50"/>
                    <a:pt x="186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3" name="Google Shape;21213;p60"/>
            <p:cNvSpPr/>
            <p:nvPr/>
          </p:nvSpPr>
          <p:spPr>
            <a:xfrm>
              <a:off x="3797225" y="2294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7" y="1"/>
                  </a:moveTo>
                  <a:cubicBezTo>
                    <a:pt x="104" y="1"/>
                    <a:pt x="67" y="1"/>
                    <a:pt x="50" y="17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3" y="238"/>
                    <a:pt x="84" y="256"/>
                    <a:pt x="116" y="256"/>
                  </a:cubicBezTo>
                  <a:cubicBezTo>
                    <a:pt x="140" y="256"/>
                    <a:pt x="165" y="246"/>
                    <a:pt x="186" y="223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86" y="34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4" name="Google Shape;21214;p60"/>
            <p:cNvSpPr/>
            <p:nvPr/>
          </p:nvSpPr>
          <p:spPr>
            <a:xfrm>
              <a:off x="3799800" y="2500625"/>
              <a:ext cx="6425" cy="6575"/>
            </a:xfrm>
            <a:custGeom>
              <a:avLst/>
              <a:gdLst/>
              <a:ahLst/>
              <a:cxnLst/>
              <a:rect l="l" t="t" r="r" b="b"/>
              <a:pathLst>
                <a:path w="257" h="263" extrusionOk="0">
                  <a:moveTo>
                    <a:pt x="117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53"/>
                    <a:pt x="34" y="219"/>
                    <a:pt x="83" y="256"/>
                  </a:cubicBezTo>
                  <a:cubicBezTo>
                    <a:pt x="96" y="260"/>
                    <a:pt x="109" y="262"/>
                    <a:pt x="122" y="262"/>
                  </a:cubicBezTo>
                  <a:cubicBezTo>
                    <a:pt x="166" y="262"/>
                    <a:pt x="211" y="240"/>
                    <a:pt x="223" y="186"/>
                  </a:cubicBezTo>
                  <a:cubicBezTo>
                    <a:pt x="256" y="116"/>
                    <a:pt x="223" y="30"/>
                    <a:pt x="170" y="13"/>
                  </a:cubicBezTo>
                  <a:cubicBezTo>
                    <a:pt x="152" y="4"/>
                    <a:pt x="13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5" name="Google Shape;21215;p60"/>
            <p:cNvSpPr/>
            <p:nvPr/>
          </p:nvSpPr>
          <p:spPr>
            <a:xfrm>
              <a:off x="3798875" y="225100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04" y="0"/>
                  </a:moveTo>
                  <a:cubicBezTo>
                    <a:pt x="87" y="0"/>
                    <a:pt x="71" y="0"/>
                    <a:pt x="71" y="17"/>
                  </a:cubicBezTo>
                  <a:cubicBezTo>
                    <a:pt x="17" y="37"/>
                    <a:pt x="1" y="87"/>
                    <a:pt x="1" y="157"/>
                  </a:cubicBezTo>
                  <a:cubicBezTo>
                    <a:pt x="1" y="190"/>
                    <a:pt x="17" y="206"/>
                    <a:pt x="54" y="243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0" y="243"/>
                    <a:pt x="223" y="173"/>
                    <a:pt x="223" y="103"/>
                  </a:cubicBezTo>
                  <a:cubicBezTo>
                    <a:pt x="223" y="103"/>
                    <a:pt x="223" y="87"/>
                    <a:pt x="207" y="70"/>
                  </a:cubicBezTo>
                  <a:cubicBezTo>
                    <a:pt x="207" y="54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6" name="Google Shape;21216;p60"/>
            <p:cNvSpPr/>
            <p:nvPr/>
          </p:nvSpPr>
          <p:spPr>
            <a:xfrm>
              <a:off x="3796300" y="2269025"/>
              <a:ext cx="2200" cy="6100"/>
            </a:xfrm>
            <a:custGeom>
              <a:avLst/>
              <a:gdLst/>
              <a:ahLst/>
              <a:cxnLst/>
              <a:rect l="l" t="t" r="r" b="b"/>
              <a:pathLst>
                <a:path w="88" h="244" extrusionOk="0">
                  <a:moveTo>
                    <a:pt x="0" y="1"/>
                  </a:moveTo>
                  <a:lnTo>
                    <a:pt x="0" y="244"/>
                  </a:lnTo>
                  <a:cubicBezTo>
                    <a:pt x="38" y="223"/>
                    <a:pt x="54" y="207"/>
                    <a:pt x="54" y="174"/>
                  </a:cubicBezTo>
                  <a:cubicBezTo>
                    <a:pt x="87" y="104"/>
                    <a:pt x="54" y="3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7" name="Google Shape;21217;p60"/>
            <p:cNvSpPr/>
            <p:nvPr/>
          </p:nvSpPr>
          <p:spPr>
            <a:xfrm>
              <a:off x="3796300" y="24674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87" y="0"/>
                  </a:moveTo>
                  <a:cubicBezTo>
                    <a:pt x="54" y="17"/>
                    <a:pt x="17" y="37"/>
                    <a:pt x="0" y="87"/>
                  </a:cubicBezTo>
                  <a:lnTo>
                    <a:pt x="0" y="190"/>
                  </a:lnTo>
                  <a:cubicBezTo>
                    <a:pt x="17" y="206"/>
                    <a:pt x="38" y="223"/>
                    <a:pt x="38" y="243"/>
                  </a:cubicBezTo>
                  <a:cubicBezTo>
                    <a:pt x="71" y="260"/>
                    <a:pt x="104" y="260"/>
                    <a:pt x="120" y="260"/>
                  </a:cubicBezTo>
                  <a:cubicBezTo>
                    <a:pt x="190" y="243"/>
                    <a:pt x="223" y="190"/>
                    <a:pt x="223" y="103"/>
                  </a:cubicBezTo>
                  <a:cubicBezTo>
                    <a:pt x="207" y="70"/>
                    <a:pt x="190" y="54"/>
                    <a:pt x="174" y="17"/>
                  </a:cubicBezTo>
                  <a:lnTo>
                    <a:pt x="157" y="17"/>
                  </a:lnTo>
                  <a:cubicBezTo>
                    <a:pt x="141" y="0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8" name="Google Shape;21218;p60"/>
            <p:cNvSpPr/>
            <p:nvPr/>
          </p:nvSpPr>
          <p:spPr>
            <a:xfrm>
              <a:off x="3796300" y="2485475"/>
              <a:ext cx="425" cy="2200"/>
            </a:xfrm>
            <a:custGeom>
              <a:avLst/>
              <a:gdLst/>
              <a:ahLst/>
              <a:cxnLst/>
              <a:rect l="l" t="t" r="r" b="b"/>
              <a:pathLst>
                <a:path w="17" h="88" extrusionOk="0">
                  <a:moveTo>
                    <a:pt x="0" y="1"/>
                  </a:moveTo>
                  <a:lnTo>
                    <a:pt x="0" y="87"/>
                  </a:lnTo>
                  <a:cubicBezTo>
                    <a:pt x="17" y="54"/>
                    <a:pt x="17" y="1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9" name="Google Shape;21219;p60"/>
            <p:cNvSpPr/>
            <p:nvPr/>
          </p:nvSpPr>
          <p:spPr>
            <a:xfrm>
              <a:off x="3816925" y="22758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9" y="1"/>
                  </a:moveTo>
                  <a:cubicBezTo>
                    <a:pt x="87" y="1"/>
                    <a:pt x="47" y="33"/>
                    <a:pt x="17" y="91"/>
                  </a:cubicBezTo>
                  <a:cubicBezTo>
                    <a:pt x="0" y="157"/>
                    <a:pt x="37" y="227"/>
                    <a:pt x="87" y="260"/>
                  </a:cubicBezTo>
                  <a:lnTo>
                    <a:pt x="140" y="260"/>
                  </a:lnTo>
                  <a:cubicBezTo>
                    <a:pt x="173" y="260"/>
                    <a:pt x="206" y="227"/>
                    <a:pt x="223" y="178"/>
                  </a:cubicBezTo>
                  <a:cubicBezTo>
                    <a:pt x="243" y="124"/>
                    <a:pt x="243" y="91"/>
                    <a:pt x="206" y="38"/>
                  </a:cubicBezTo>
                  <a:cubicBezTo>
                    <a:pt x="190" y="38"/>
                    <a:pt x="190" y="21"/>
                    <a:pt x="173" y="5"/>
                  </a:cubicBezTo>
                  <a:cubicBezTo>
                    <a:pt x="161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0" name="Google Shape;21220;p60"/>
            <p:cNvSpPr/>
            <p:nvPr/>
          </p:nvSpPr>
          <p:spPr>
            <a:xfrm>
              <a:off x="3802375" y="21853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1"/>
                  </a:moveTo>
                  <a:cubicBezTo>
                    <a:pt x="34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40"/>
                  </a:cubicBezTo>
                  <a:cubicBezTo>
                    <a:pt x="74" y="252"/>
                    <a:pt x="91" y="263"/>
                    <a:pt x="110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186" y="256"/>
                    <a:pt x="240" y="190"/>
                    <a:pt x="223" y="120"/>
                  </a:cubicBezTo>
                  <a:cubicBezTo>
                    <a:pt x="223" y="87"/>
                    <a:pt x="207" y="50"/>
                    <a:pt x="186" y="34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1" name="Google Shape;21221;p60"/>
            <p:cNvSpPr/>
            <p:nvPr/>
          </p:nvSpPr>
          <p:spPr>
            <a:xfrm>
              <a:off x="3812700" y="22184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6" y="0"/>
                  </a:moveTo>
                  <a:cubicBezTo>
                    <a:pt x="103" y="0"/>
                    <a:pt x="66" y="17"/>
                    <a:pt x="50" y="33"/>
                  </a:cubicBezTo>
                  <a:cubicBezTo>
                    <a:pt x="33" y="50"/>
                    <a:pt x="17" y="83"/>
                    <a:pt x="17" y="120"/>
                  </a:cubicBezTo>
                  <a:cubicBezTo>
                    <a:pt x="0" y="153"/>
                    <a:pt x="17" y="186"/>
                    <a:pt x="33" y="223"/>
                  </a:cubicBezTo>
                  <a:cubicBezTo>
                    <a:pt x="51" y="250"/>
                    <a:pt x="81" y="262"/>
                    <a:pt x="112" y="262"/>
                  </a:cubicBezTo>
                  <a:cubicBezTo>
                    <a:pt x="137" y="262"/>
                    <a:pt x="163" y="254"/>
                    <a:pt x="186" y="239"/>
                  </a:cubicBezTo>
                  <a:cubicBezTo>
                    <a:pt x="239" y="186"/>
                    <a:pt x="239" y="103"/>
                    <a:pt x="206" y="50"/>
                  </a:cubicBezTo>
                  <a:cubicBezTo>
                    <a:pt x="186" y="33"/>
                    <a:pt x="169" y="17"/>
                    <a:pt x="153" y="17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2" name="Google Shape;21222;p60"/>
            <p:cNvSpPr/>
            <p:nvPr/>
          </p:nvSpPr>
          <p:spPr>
            <a:xfrm>
              <a:off x="3815275" y="2198625"/>
              <a:ext cx="5575" cy="6625"/>
            </a:xfrm>
            <a:custGeom>
              <a:avLst/>
              <a:gdLst/>
              <a:ahLst/>
              <a:cxnLst/>
              <a:rect l="l" t="t" r="r" b="b"/>
              <a:pathLst>
                <a:path w="223" h="265" extrusionOk="0">
                  <a:moveTo>
                    <a:pt x="103" y="1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0" y="190"/>
                    <a:pt x="17" y="223"/>
                    <a:pt x="50" y="240"/>
                  </a:cubicBezTo>
                  <a:cubicBezTo>
                    <a:pt x="61" y="251"/>
                    <a:pt x="83" y="265"/>
                    <a:pt x="106" y="265"/>
                  </a:cubicBezTo>
                  <a:cubicBezTo>
                    <a:pt x="116" y="265"/>
                    <a:pt x="126" y="262"/>
                    <a:pt x="136" y="256"/>
                  </a:cubicBezTo>
                  <a:cubicBezTo>
                    <a:pt x="186" y="256"/>
                    <a:pt x="223" y="190"/>
                    <a:pt x="223" y="120"/>
                  </a:cubicBezTo>
                  <a:cubicBezTo>
                    <a:pt x="223" y="87"/>
                    <a:pt x="206" y="50"/>
                    <a:pt x="169" y="34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3" name="Google Shape;21223;p60"/>
            <p:cNvSpPr/>
            <p:nvPr/>
          </p:nvSpPr>
          <p:spPr>
            <a:xfrm>
              <a:off x="3810100" y="2263050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04" y="0"/>
                  </a:moveTo>
                  <a:cubicBezTo>
                    <a:pt x="67" y="0"/>
                    <a:pt x="50" y="17"/>
                    <a:pt x="34" y="50"/>
                  </a:cubicBezTo>
                  <a:cubicBezTo>
                    <a:pt x="17" y="71"/>
                    <a:pt x="1" y="104"/>
                    <a:pt x="1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67" y="256"/>
                    <a:pt x="104" y="256"/>
                    <a:pt x="137" y="256"/>
                  </a:cubicBezTo>
                  <a:cubicBezTo>
                    <a:pt x="186" y="240"/>
                    <a:pt x="240" y="174"/>
                    <a:pt x="224" y="104"/>
                  </a:cubicBezTo>
                  <a:cubicBezTo>
                    <a:pt x="224" y="71"/>
                    <a:pt x="207" y="33"/>
                    <a:pt x="186" y="17"/>
                  </a:cubicBezTo>
                  <a:cubicBezTo>
                    <a:pt x="170" y="17"/>
                    <a:pt x="170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4" name="Google Shape;21224;p60"/>
            <p:cNvSpPr/>
            <p:nvPr/>
          </p:nvSpPr>
          <p:spPr>
            <a:xfrm>
              <a:off x="3807950" y="23098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87" y="0"/>
                  </a:moveTo>
                  <a:cubicBezTo>
                    <a:pt x="33" y="17"/>
                    <a:pt x="0" y="70"/>
                    <a:pt x="0" y="157"/>
                  </a:cubicBezTo>
                  <a:cubicBezTo>
                    <a:pt x="0" y="190"/>
                    <a:pt x="33" y="223"/>
                    <a:pt x="50" y="239"/>
                  </a:cubicBezTo>
                  <a:cubicBezTo>
                    <a:pt x="66" y="260"/>
                    <a:pt x="103" y="260"/>
                    <a:pt x="120" y="260"/>
                  </a:cubicBezTo>
                  <a:cubicBezTo>
                    <a:pt x="153" y="260"/>
                    <a:pt x="190" y="239"/>
                    <a:pt x="207" y="206"/>
                  </a:cubicBezTo>
                  <a:cubicBezTo>
                    <a:pt x="223" y="173"/>
                    <a:pt x="223" y="136"/>
                    <a:pt x="223" y="103"/>
                  </a:cubicBezTo>
                  <a:cubicBezTo>
                    <a:pt x="223" y="70"/>
                    <a:pt x="207" y="54"/>
                    <a:pt x="169" y="17"/>
                  </a:cubicBezTo>
                  <a:cubicBezTo>
                    <a:pt x="169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5" name="Google Shape;21225;p60"/>
            <p:cNvSpPr/>
            <p:nvPr/>
          </p:nvSpPr>
          <p:spPr>
            <a:xfrm>
              <a:off x="3804450" y="2280500"/>
              <a:ext cx="5675" cy="6600"/>
            </a:xfrm>
            <a:custGeom>
              <a:avLst/>
              <a:gdLst/>
              <a:ahLst/>
              <a:cxnLst/>
              <a:rect l="l" t="t" r="r" b="b"/>
              <a:pathLst>
                <a:path w="227" h="264" extrusionOk="0">
                  <a:moveTo>
                    <a:pt x="118" y="0"/>
                  </a:moveTo>
                  <a:cubicBezTo>
                    <a:pt x="109" y="0"/>
                    <a:pt x="99" y="2"/>
                    <a:pt x="87" y="7"/>
                  </a:cubicBezTo>
                  <a:cubicBezTo>
                    <a:pt x="37" y="7"/>
                    <a:pt x="0" y="73"/>
                    <a:pt x="0" y="144"/>
                  </a:cubicBezTo>
                  <a:cubicBezTo>
                    <a:pt x="0" y="177"/>
                    <a:pt x="21" y="214"/>
                    <a:pt x="54" y="230"/>
                  </a:cubicBezTo>
                  <a:cubicBezTo>
                    <a:pt x="70" y="247"/>
                    <a:pt x="103" y="263"/>
                    <a:pt x="124" y="263"/>
                  </a:cubicBezTo>
                  <a:cubicBezTo>
                    <a:pt x="190" y="247"/>
                    <a:pt x="227" y="177"/>
                    <a:pt x="227" y="111"/>
                  </a:cubicBezTo>
                  <a:cubicBezTo>
                    <a:pt x="227" y="73"/>
                    <a:pt x="206" y="40"/>
                    <a:pt x="173" y="24"/>
                  </a:cubicBezTo>
                  <a:lnTo>
                    <a:pt x="157" y="7"/>
                  </a:lnTo>
                  <a:cubicBezTo>
                    <a:pt x="146" y="7"/>
                    <a:pt x="13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6" name="Google Shape;21226;p60"/>
            <p:cNvSpPr/>
            <p:nvPr/>
          </p:nvSpPr>
          <p:spPr>
            <a:xfrm>
              <a:off x="3801875" y="220162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40" y="0"/>
                  </a:moveTo>
                  <a:cubicBezTo>
                    <a:pt x="103" y="0"/>
                    <a:pt x="87" y="0"/>
                    <a:pt x="54" y="33"/>
                  </a:cubicBezTo>
                  <a:cubicBezTo>
                    <a:pt x="0" y="70"/>
                    <a:pt x="0" y="157"/>
                    <a:pt x="37" y="206"/>
                  </a:cubicBezTo>
                  <a:cubicBezTo>
                    <a:pt x="54" y="239"/>
                    <a:pt x="87" y="260"/>
                    <a:pt x="124" y="260"/>
                  </a:cubicBezTo>
                  <a:cubicBezTo>
                    <a:pt x="140" y="260"/>
                    <a:pt x="173" y="260"/>
                    <a:pt x="190" y="223"/>
                  </a:cubicBezTo>
                  <a:cubicBezTo>
                    <a:pt x="243" y="190"/>
                    <a:pt x="243" y="103"/>
                    <a:pt x="206" y="54"/>
                  </a:cubicBezTo>
                  <a:cubicBezTo>
                    <a:pt x="206" y="33"/>
                    <a:pt x="190" y="17"/>
                    <a:pt x="173" y="17"/>
                  </a:cubicBezTo>
                  <a:cubicBezTo>
                    <a:pt x="157" y="0"/>
                    <a:pt x="157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7" name="Google Shape;21227;p60"/>
            <p:cNvSpPr/>
            <p:nvPr/>
          </p:nvSpPr>
          <p:spPr>
            <a:xfrm>
              <a:off x="3928125" y="22428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4" y="0"/>
                  </a:moveTo>
                  <a:cubicBezTo>
                    <a:pt x="54" y="0"/>
                    <a:pt x="1" y="70"/>
                    <a:pt x="21" y="136"/>
                  </a:cubicBezTo>
                  <a:cubicBezTo>
                    <a:pt x="21" y="174"/>
                    <a:pt x="38" y="207"/>
                    <a:pt x="54" y="223"/>
                  </a:cubicBezTo>
                  <a:cubicBezTo>
                    <a:pt x="87" y="260"/>
                    <a:pt x="104" y="260"/>
                    <a:pt x="141" y="260"/>
                  </a:cubicBezTo>
                  <a:cubicBezTo>
                    <a:pt x="207" y="240"/>
                    <a:pt x="244" y="174"/>
                    <a:pt x="227" y="103"/>
                  </a:cubicBezTo>
                  <a:cubicBezTo>
                    <a:pt x="227" y="70"/>
                    <a:pt x="207" y="33"/>
                    <a:pt x="190" y="17"/>
                  </a:cubicBezTo>
                  <a:cubicBezTo>
                    <a:pt x="174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8" name="Google Shape;21228;p60"/>
            <p:cNvSpPr/>
            <p:nvPr/>
          </p:nvSpPr>
          <p:spPr>
            <a:xfrm>
              <a:off x="3905875" y="2260575"/>
              <a:ext cx="6400" cy="6325"/>
            </a:xfrm>
            <a:custGeom>
              <a:avLst/>
              <a:gdLst/>
              <a:ahLst/>
              <a:cxnLst/>
              <a:rect l="l" t="t" r="r" b="b"/>
              <a:pathLst>
                <a:path w="256" h="253" extrusionOk="0">
                  <a:moveTo>
                    <a:pt x="127" y="0"/>
                  </a:moveTo>
                  <a:cubicBezTo>
                    <a:pt x="86" y="0"/>
                    <a:pt x="45" y="31"/>
                    <a:pt x="33" y="83"/>
                  </a:cubicBezTo>
                  <a:cubicBezTo>
                    <a:pt x="0" y="149"/>
                    <a:pt x="33" y="219"/>
                    <a:pt x="87" y="252"/>
                  </a:cubicBezTo>
                  <a:lnTo>
                    <a:pt x="136" y="252"/>
                  </a:lnTo>
                  <a:cubicBezTo>
                    <a:pt x="190" y="252"/>
                    <a:pt x="223" y="219"/>
                    <a:pt x="239" y="170"/>
                  </a:cubicBezTo>
                  <a:cubicBezTo>
                    <a:pt x="256" y="132"/>
                    <a:pt x="239" y="83"/>
                    <a:pt x="223" y="46"/>
                  </a:cubicBezTo>
                  <a:cubicBezTo>
                    <a:pt x="206" y="29"/>
                    <a:pt x="190" y="13"/>
                    <a:pt x="169" y="13"/>
                  </a:cubicBezTo>
                  <a:cubicBezTo>
                    <a:pt x="156" y="4"/>
                    <a:pt x="141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9" name="Google Shape;21229;p60"/>
            <p:cNvSpPr/>
            <p:nvPr/>
          </p:nvSpPr>
          <p:spPr>
            <a:xfrm>
              <a:off x="3932875" y="2222550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39" y="0"/>
                  </a:moveTo>
                  <a:cubicBezTo>
                    <a:pt x="87" y="0"/>
                    <a:pt x="48" y="33"/>
                    <a:pt x="17" y="91"/>
                  </a:cubicBezTo>
                  <a:cubicBezTo>
                    <a:pt x="0" y="161"/>
                    <a:pt x="37" y="227"/>
                    <a:pt x="87" y="248"/>
                  </a:cubicBezTo>
                  <a:cubicBezTo>
                    <a:pt x="101" y="256"/>
                    <a:pt x="116" y="260"/>
                    <a:pt x="131" y="260"/>
                  </a:cubicBezTo>
                  <a:cubicBezTo>
                    <a:pt x="172" y="260"/>
                    <a:pt x="211" y="229"/>
                    <a:pt x="223" y="177"/>
                  </a:cubicBezTo>
                  <a:cubicBezTo>
                    <a:pt x="260" y="107"/>
                    <a:pt x="223" y="41"/>
                    <a:pt x="173" y="4"/>
                  </a:cubicBezTo>
                  <a:cubicBezTo>
                    <a:pt x="162" y="1"/>
                    <a:pt x="150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0" name="Google Shape;21230;p60"/>
            <p:cNvSpPr/>
            <p:nvPr/>
          </p:nvSpPr>
          <p:spPr>
            <a:xfrm>
              <a:off x="3930300" y="2192500"/>
              <a:ext cx="5575" cy="6725"/>
            </a:xfrm>
            <a:custGeom>
              <a:avLst/>
              <a:gdLst/>
              <a:ahLst/>
              <a:cxnLst/>
              <a:rect l="l" t="t" r="r" b="b"/>
              <a:pathLst>
                <a:path w="223" h="269" extrusionOk="0">
                  <a:moveTo>
                    <a:pt x="109" y="1"/>
                  </a:moveTo>
                  <a:cubicBezTo>
                    <a:pt x="62" y="1"/>
                    <a:pt x="14" y="35"/>
                    <a:pt x="0" y="89"/>
                  </a:cubicBezTo>
                  <a:lnTo>
                    <a:pt x="0" y="143"/>
                  </a:lnTo>
                  <a:cubicBezTo>
                    <a:pt x="0" y="192"/>
                    <a:pt x="17" y="246"/>
                    <a:pt x="70" y="262"/>
                  </a:cubicBezTo>
                  <a:cubicBezTo>
                    <a:pt x="79" y="267"/>
                    <a:pt x="90" y="269"/>
                    <a:pt x="100" y="269"/>
                  </a:cubicBezTo>
                  <a:cubicBezTo>
                    <a:pt x="129" y="269"/>
                    <a:pt x="161" y="253"/>
                    <a:pt x="173" y="229"/>
                  </a:cubicBezTo>
                  <a:cubicBezTo>
                    <a:pt x="190" y="213"/>
                    <a:pt x="206" y="192"/>
                    <a:pt x="206" y="176"/>
                  </a:cubicBezTo>
                  <a:cubicBezTo>
                    <a:pt x="223" y="110"/>
                    <a:pt x="206" y="40"/>
                    <a:pt x="140" y="7"/>
                  </a:cubicBezTo>
                  <a:cubicBezTo>
                    <a:pt x="130" y="3"/>
                    <a:pt x="120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1" name="Google Shape;21231;p60"/>
            <p:cNvSpPr/>
            <p:nvPr/>
          </p:nvSpPr>
          <p:spPr>
            <a:xfrm>
              <a:off x="3920925" y="22275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1" y="0"/>
                  </a:moveTo>
                  <a:cubicBezTo>
                    <a:pt x="84" y="0"/>
                    <a:pt x="66" y="4"/>
                    <a:pt x="50" y="12"/>
                  </a:cubicBezTo>
                  <a:cubicBezTo>
                    <a:pt x="33" y="29"/>
                    <a:pt x="17" y="50"/>
                    <a:pt x="17" y="83"/>
                  </a:cubicBezTo>
                  <a:cubicBezTo>
                    <a:pt x="0" y="116"/>
                    <a:pt x="0" y="132"/>
                    <a:pt x="0" y="169"/>
                  </a:cubicBezTo>
                  <a:cubicBezTo>
                    <a:pt x="17" y="202"/>
                    <a:pt x="33" y="235"/>
                    <a:pt x="66" y="256"/>
                  </a:cubicBezTo>
                  <a:cubicBezTo>
                    <a:pt x="78" y="258"/>
                    <a:pt x="89" y="260"/>
                    <a:pt x="99" y="260"/>
                  </a:cubicBezTo>
                  <a:cubicBezTo>
                    <a:pt x="152" y="260"/>
                    <a:pt x="192" y="227"/>
                    <a:pt x="223" y="186"/>
                  </a:cubicBezTo>
                  <a:cubicBezTo>
                    <a:pt x="239" y="116"/>
                    <a:pt x="206" y="29"/>
                    <a:pt x="153" y="12"/>
                  </a:cubicBezTo>
                  <a:cubicBezTo>
                    <a:pt x="136" y="4"/>
                    <a:pt x="119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2" name="Google Shape;21232;p60"/>
            <p:cNvSpPr/>
            <p:nvPr/>
          </p:nvSpPr>
          <p:spPr>
            <a:xfrm>
              <a:off x="3910100" y="2214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21" y="190"/>
                    <a:pt x="37" y="223"/>
                    <a:pt x="54" y="240"/>
                  </a:cubicBezTo>
                  <a:cubicBezTo>
                    <a:pt x="70" y="260"/>
                    <a:pt x="103" y="260"/>
                    <a:pt x="140" y="260"/>
                  </a:cubicBezTo>
                  <a:cubicBezTo>
                    <a:pt x="190" y="260"/>
                    <a:pt x="243" y="190"/>
                    <a:pt x="227" y="120"/>
                  </a:cubicBezTo>
                  <a:cubicBezTo>
                    <a:pt x="227" y="87"/>
                    <a:pt x="206" y="54"/>
                    <a:pt x="190" y="34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3" name="Google Shape;21233;p60"/>
            <p:cNvSpPr/>
            <p:nvPr/>
          </p:nvSpPr>
          <p:spPr>
            <a:xfrm>
              <a:off x="3913600" y="224367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66" y="244"/>
                  </a:cubicBezTo>
                  <a:cubicBezTo>
                    <a:pt x="81" y="255"/>
                    <a:pt x="93" y="267"/>
                    <a:pt x="111" y="267"/>
                  </a:cubicBezTo>
                  <a:cubicBezTo>
                    <a:pt x="119" y="267"/>
                    <a:pt x="127" y="265"/>
                    <a:pt x="136" y="260"/>
                  </a:cubicBezTo>
                  <a:cubicBezTo>
                    <a:pt x="153" y="260"/>
                    <a:pt x="190" y="244"/>
                    <a:pt x="206" y="207"/>
                  </a:cubicBezTo>
                  <a:cubicBezTo>
                    <a:pt x="223" y="190"/>
                    <a:pt x="223" y="157"/>
                    <a:pt x="223" y="124"/>
                  </a:cubicBezTo>
                  <a:cubicBezTo>
                    <a:pt x="223" y="87"/>
                    <a:pt x="206" y="54"/>
                    <a:pt x="190" y="37"/>
                  </a:cubicBezTo>
                  <a:cubicBezTo>
                    <a:pt x="169" y="21"/>
                    <a:pt x="169" y="21"/>
                    <a:pt x="153" y="21"/>
                  </a:cubicBezTo>
                  <a:lnTo>
                    <a:pt x="136" y="21"/>
                  </a:lnTo>
                  <a:cubicBezTo>
                    <a:pt x="120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4" name="Google Shape;21234;p60"/>
            <p:cNvSpPr/>
            <p:nvPr/>
          </p:nvSpPr>
          <p:spPr>
            <a:xfrm>
              <a:off x="3922575" y="2209850"/>
              <a:ext cx="6500" cy="6850"/>
            </a:xfrm>
            <a:custGeom>
              <a:avLst/>
              <a:gdLst/>
              <a:ahLst/>
              <a:cxnLst/>
              <a:rect l="l" t="t" r="r" b="b"/>
              <a:pathLst>
                <a:path w="260" h="274" extrusionOk="0">
                  <a:moveTo>
                    <a:pt x="129" y="1"/>
                  </a:moveTo>
                  <a:cubicBezTo>
                    <a:pt x="88" y="1"/>
                    <a:pt x="49" y="32"/>
                    <a:pt x="37" y="84"/>
                  </a:cubicBezTo>
                  <a:cubicBezTo>
                    <a:pt x="0" y="154"/>
                    <a:pt x="37" y="240"/>
                    <a:pt x="87" y="257"/>
                  </a:cubicBezTo>
                  <a:cubicBezTo>
                    <a:pt x="103" y="273"/>
                    <a:pt x="120" y="273"/>
                    <a:pt x="140" y="273"/>
                  </a:cubicBezTo>
                  <a:cubicBezTo>
                    <a:pt x="190" y="257"/>
                    <a:pt x="223" y="240"/>
                    <a:pt x="243" y="187"/>
                  </a:cubicBezTo>
                  <a:cubicBezTo>
                    <a:pt x="260" y="137"/>
                    <a:pt x="243" y="84"/>
                    <a:pt x="206" y="51"/>
                  </a:cubicBezTo>
                  <a:cubicBezTo>
                    <a:pt x="206" y="34"/>
                    <a:pt x="190" y="13"/>
                    <a:pt x="173" y="13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5" name="Google Shape;21235;p60"/>
            <p:cNvSpPr/>
            <p:nvPr/>
          </p:nvSpPr>
          <p:spPr>
            <a:xfrm>
              <a:off x="3948325" y="22216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19" y="0"/>
                  </a:moveTo>
                  <a:cubicBezTo>
                    <a:pt x="76" y="0"/>
                    <a:pt x="33" y="23"/>
                    <a:pt x="17" y="76"/>
                  </a:cubicBezTo>
                  <a:cubicBezTo>
                    <a:pt x="1" y="142"/>
                    <a:pt x="17" y="229"/>
                    <a:pt x="87" y="245"/>
                  </a:cubicBezTo>
                  <a:cubicBezTo>
                    <a:pt x="102" y="256"/>
                    <a:pt x="118" y="260"/>
                    <a:pt x="133" y="260"/>
                  </a:cubicBezTo>
                  <a:cubicBezTo>
                    <a:pt x="173" y="260"/>
                    <a:pt x="211" y="227"/>
                    <a:pt x="223" y="179"/>
                  </a:cubicBezTo>
                  <a:cubicBezTo>
                    <a:pt x="244" y="109"/>
                    <a:pt x="223" y="39"/>
                    <a:pt x="157" y="6"/>
                  </a:cubicBezTo>
                  <a:cubicBezTo>
                    <a:pt x="145" y="2"/>
                    <a:pt x="132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6" name="Google Shape;21236;p60"/>
            <p:cNvSpPr/>
            <p:nvPr/>
          </p:nvSpPr>
          <p:spPr>
            <a:xfrm>
              <a:off x="3950075" y="2204700"/>
              <a:ext cx="6000" cy="6850"/>
            </a:xfrm>
            <a:custGeom>
              <a:avLst/>
              <a:gdLst/>
              <a:ahLst/>
              <a:cxnLst/>
              <a:rect l="l" t="t" r="r" b="b"/>
              <a:pathLst>
                <a:path w="240" h="274" extrusionOk="0">
                  <a:moveTo>
                    <a:pt x="129" y="1"/>
                  </a:moveTo>
                  <a:cubicBezTo>
                    <a:pt x="120" y="1"/>
                    <a:pt x="112" y="5"/>
                    <a:pt x="104" y="13"/>
                  </a:cubicBezTo>
                  <a:cubicBezTo>
                    <a:pt x="87" y="13"/>
                    <a:pt x="71" y="34"/>
                    <a:pt x="50" y="50"/>
                  </a:cubicBezTo>
                  <a:cubicBezTo>
                    <a:pt x="17" y="67"/>
                    <a:pt x="1" y="116"/>
                    <a:pt x="17" y="153"/>
                  </a:cubicBezTo>
                  <a:cubicBezTo>
                    <a:pt x="17" y="186"/>
                    <a:pt x="34" y="219"/>
                    <a:pt x="50" y="240"/>
                  </a:cubicBezTo>
                  <a:cubicBezTo>
                    <a:pt x="87" y="257"/>
                    <a:pt x="104" y="273"/>
                    <a:pt x="137" y="273"/>
                  </a:cubicBezTo>
                  <a:cubicBezTo>
                    <a:pt x="191" y="257"/>
                    <a:pt x="240" y="186"/>
                    <a:pt x="240" y="137"/>
                  </a:cubicBezTo>
                  <a:lnTo>
                    <a:pt x="240" y="116"/>
                  </a:lnTo>
                  <a:cubicBezTo>
                    <a:pt x="223" y="67"/>
                    <a:pt x="207" y="34"/>
                    <a:pt x="153" y="13"/>
                  </a:cubicBezTo>
                  <a:cubicBezTo>
                    <a:pt x="145" y="5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7" name="Google Shape;21237;p60"/>
            <p:cNvSpPr/>
            <p:nvPr/>
          </p:nvSpPr>
          <p:spPr>
            <a:xfrm>
              <a:off x="3950500" y="23472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67"/>
                    <a:pt x="0" y="153"/>
                  </a:cubicBezTo>
                  <a:cubicBezTo>
                    <a:pt x="17" y="186"/>
                    <a:pt x="33" y="207"/>
                    <a:pt x="54" y="240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90" y="240"/>
                    <a:pt x="239" y="170"/>
                    <a:pt x="223" y="104"/>
                  </a:cubicBezTo>
                  <a:cubicBezTo>
                    <a:pt x="223" y="67"/>
                    <a:pt x="206" y="50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8" name="Google Shape;21238;p60"/>
            <p:cNvSpPr/>
            <p:nvPr/>
          </p:nvSpPr>
          <p:spPr>
            <a:xfrm>
              <a:off x="3937600" y="2207600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37" y="0"/>
                  </a:moveTo>
                  <a:cubicBezTo>
                    <a:pt x="104" y="0"/>
                    <a:pt x="71" y="21"/>
                    <a:pt x="55" y="37"/>
                  </a:cubicBezTo>
                  <a:cubicBezTo>
                    <a:pt x="1" y="70"/>
                    <a:pt x="1" y="157"/>
                    <a:pt x="34" y="206"/>
                  </a:cubicBezTo>
                  <a:cubicBezTo>
                    <a:pt x="55" y="244"/>
                    <a:pt x="88" y="260"/>
                    <a:pt x="104" y="260"/>
                  </a:cubicBezTo>
                  <a:cubicBezTo>
                    <a:pt x="137" y="260"/>
                    <a:pt x="174" y="260"/>
                    <a:pt x="191" y="244"/>
                  </a:cubicBezTo>
                  <a:cubicBezTo>
                    <a:pt x="207" y="206"/>
                    <a:pt x="224" y="190"/>
                    <a:pt x="224" y="157"/>
                  </a:cubicBezTo>
                  <a:cubicBezTo>
                    <a:pt x="240" y="124"/>
                    <a:pt x="224" y="87"/>
                    <a:pt x="207" y="54"/>
                  </a:cubicBezTo>
                  <a:cubicBezTo>
                    <a:pt x="191" y="37"/>
                    <a:pt x="174" y="21"/>
                    <a:pt x="158" y="21"/>
                  </a:cubicBezTo>
                  <a:cubicBezTo>
                    <a:pt x="158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9" name="Google Shape;21239;p60"/>
            <p:cNvSpPr/>
            <p:nvPr/>
          </p:nvSpPr>
          <p:spPr>
            <a:xfrm>
              <a:off x="3944525" y="2191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66" y="1"/>
                    <a:pt x="50" y="17"/>
                    <a:pt x="33" y="55"/>
                  </a:cubicBezTo>
                  <a:cubicBezTo>
                    <a:pt x="17" y="88"/>
                    <a:pt x="0" y="120"/>
                    <a:pt x="0" y="158"/>
                  </a:cubicBezTo>
                  <a:cubicBezTo>
                    <a:pt x="17" y="191"/>
                    <a:pt x="33" y="207"/>
                    <a:pt x="50" y="240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90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0" name="Google Shape;21240;p60"/>
            <p:cNvSpPr/>
            <p:nvPr/>
          </p:nvSpPr>
          <p:spPr>
            <a:xfrm>
              <a:off x="3940600" y="2237175"/>
              <a:ext cx="6525" cy="6675"/>
            </a:xfrm>
            <a:custGeom>
              <a:avLst/>
              <a:gdLst/>
              <a:ahLst/>
              <a:cxnLst/>
              <a:rect l="l" t="t" r="r" b="b"/>
              <a:pathLst>
                <a:path w="261" h="267" extrusionOk="0">
                  <a:moveTo>
                    <a:pt x="146" y="1"/>
                  </a:moveTo>
                  <a:cubicBezTo>
                    <a:pt x="99" y="1"/>
                    <a:pt x="51" y="33"/>
                    <a:pt x="38" y="91"/>
                  </a:cubicBezTo>
                  <a:cubicBezTo>
                    <a:pt x="1" y="157"/>
                    <a:pt x="38" y="227"/>
                    <a:pt x="87" y="260"/>
                  </a:cubicBezTo>
                  <a:cubicBezTo>
                    <a:pt x="100" y="264"/>
                    <a:pt x="113" y="266"/>
                    <a:pt x="124" y="266"/>
                  </a:cubicBezTo>
                  <a:cubicBezTo>
                    <a:pt x="175" y="266"/>
                    <a:pt x="214" y="232"/>
                    <a:pt x="244" y="178"/>
                  </a:cubicBezTo>
                  <a:cubicBezTo>
                    <a:pt x="260" y="108"/>
                    <a:pt x="223" y="38"/>
                    <a:pt x="174" y="5"/>
                  </a:cubicBezTo>
                  <a:cubicBezTo>
                    <a:pt x="165" y="2"/>
                    <a:pt x="155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1" name="Google Shape;21241;p60"/>
            <p:cNvSpPr/>
            <p:nvPr/>
          </p:nvSpPr>
          <p:spPr>
            <a:xfrm>
              <a:off x="3875350" y="22188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40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207" y="240"/>
                    <a:pt x="240" y="190"/>
                    <a:pt x="223" y="104"/>
                  </a:cubicBezTo>
                  <a:cubicBezTo>
                    <a:pt x="223" y="67"/>
                    <a:pt x="207" y="50"/>
                    <a:pt x="190" y="34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2" name="Google Shape;21242;p60"/>
            <p:cNvSpPr/>
            <p:nvPr/>
          </p:nvSpPr>
          <p:spPr>
            <a:xfrm>
              <a:off x="3875350" y="21882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27" y="0"/>
                  </a:moveTo>
                  <a:cubicBezTo>
                    <a:pt x="82" y="0"/>
                    <a:pt x="31" y="33"/>
                    <a:pt x="17" y="91"/>
                  </a:cubicBezTo>
                  <a:cubicBezTo>
                    <a:pt x="1" y="157"/>
                    <a:pt x="17" y="227"/>
                    <a:pt x="87" y="260"/>
                  </a:cubicBezTo>
                  <a:cubicBezTo>
                    <a:pt x="97" y="264"/>
                    <a:pt x="107" y="266"/>
                    <a:pt x="117" y="266"/>
                  </a:cubicBezTo>
                  <a:cubicBezTo>
                    <a:pt x="161" y="266"/>
                    <a:pt x="210" y="231"/>
                    <a:pt x="223" y="178"/>
                  </a:cubicBezTo>
                  <a:cubicBezTo>
                    <a:pt x="240" y="107"/>
                    <a:pt x="207" y="37"/>
                    <a:pt x="153" y="4"/>
                  </a:cubicBezTo>
                  <a:cubicBezTo>
                    <a:pt x="145" y="2"/>
                    <a:pt x="136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3" name="Google Shape;21243;p60"/>
            <p:cNvSpPr/>
            <p:nvPr/>
          </p:nvSpPr>
          <p:spPr>
            <a:xfrm>
              <a:off x="3867625" y="22038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9" y="0"/>
                  </a:moveTo>
                  <a:cubicBezTo>
                    <a:pt x="87" y="0"/>
                    <a:pt x="46" y="32"/>
                    <a:pt x="34" y="83"/>
                  </a:cubicBezTo>
                  <a:cubicBezTo>
                    <a:pt x="1" y="149"/>
                    <a:pt x="34" y="219"/>
                    <a:pt x="87" y="252"/>
                  </a:cubicBezTo>
                  <a:cubicBezTo>
                    <a:pt x="103" y="258"/>
                    <a:pt x="119" y="260"/>
                    <a:pt x="134" y="260"/>
                  </a:cubicBezTo>
                  <a:cubicBezTo>
                    <a:pt x="178" y="260"/>
                    <a:pt x="215" y="236"/>
                    <a:pt x="240" y="186"/>
                  </a:cubicBezTo>
                  <a:cubicBezTo>
                    <a:pt x="256" y="116"/>
                    <a:pt x="223" y="30"/>
                    <a:pt x="174" y="13"/>
                  </a:cubicBezTo>
                  <a:cubicBezTo>
                    <a:pt x="159" y="5"/>
                    <a:pt x="144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4" name="Google Shape;21244;p60"/>
            <p:cNvSpPr/>
            <p:nvPr/>
          </p:nvSpPr>
          <p:spPr>
            <a:xfrm>
              <a:off x="3904525" y="218492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4" y="0"/>
                  </a:moveTo>
                  <a:cubicBezTo>
                    <a:pt x="87" y="17"/>
                    <a:pt x="87" y="17"/>
                    <a:pt x="71" y="17"/>
                  </a:cubicBezTo>
                  <a:cubicBezTo>
                    <a:pt x="38" y="33"/>
                    <a:pt x="1" y="103"/>
                    <a:pt x="17" y="153"/>
                  </a:cubicBezTo>
                  <a:cubicBezTo>
                    <a:pt x="17" y="186"/>
                    <a:pt x="38" y="223"/>
                    <a:pt x="54" y="239"/>
                  </a:cubicBezTo>
                  <a:cubicBezTo>
                    <a:pt x="66" y="251"/>
                    <a:pt x="86" y="263"/>
                    <a:pt x="109" y="263"/>
                  </a:cubicBezTo>
                  <a:cubicBezTo>
                    <a:pt x="119" y="263"/>
                    <a:pt x="130" y="261"/>
                    <a:pt x="141" y="256"/>
                  </a:cubicBezTo>
                  <a:cubicBezTo>
                    <a:pt x="190" y="256"/>
                    <a:pt x="244" y="186"/>
                    <a:pt x="223" y="120"/>
                  </a:cubicBezTo>
                  <a:lnTo>
                    <a:pt x="223" y="83"/>
                  </a:lnTo>
                  <a:cubicBezTo>
                    <a:pt x="207" y="50"/>
                    <a:pt x="190" y="33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5" name="Google Shape;21245;p60"/>
            <p:cNvSpPr/>
            <p:nvPr/>
          </p:nvSpPr>
          <p:spPr>
            <a:xfrm>
              <a:off x="3874950" y="2234950"/>
              <a:ext cx="6400" cy="6675"/>
            </a:xfrm>
            <a:custGeom>
              <a:avLst/>
              <a:gdLst/>
              <a:ahLst/>
              <a:cxnLst/>
              <a:rect l="l" t="t" r="r" b="b"/>
              <a:pathLst>
                <a:path w="256" h="267" extrusionOk="0">
                  <a:moveTo>
                    <a:pt x="111" y="0"/>
                  </a:moveTo>
                  <a:cubicBezTo>
                    <a:pt x="92" y="0"/>
                    <a:pt x="76" y="12"/>
                    <a:pt x="50" y="24"/>
                  </a:cubicBezTo>
                  <a:cubicBezTo>
                    <a:pt x="17" y="77"/>
                    <a:pt x="0" y="164"/>
                    <a:pt x="33" y="213"/>
                  </a:cubicBezTo>
                  <a:cubicBezTo>
                    <a:pt x="50" y="246"/>
                    <a:pt x="87" y="267"/>
                    <a:pt x="120" y="267"/>
                  </a:cubicBezTo>
                  <a:cubicBezTo>
                    <a:pt x="136" y="267"/>
                    <a:pt x="169" y="246"/>
                    <a:pt x="190" y="230"/>
                  </a:cubicBezTo>
                  <a:cubicBezTo>
                    <a:pt x="239" y="197"/>
                    <a:pt x="256" y="110"/>
                    <a:pt x="206" y="40"/>
                  </a:cubicBezTo>
                  <a:cubicBezTo>
                    <a:pt x="206" y="24"/>
                    <a:pt x="190" y="24"/>
                    <a:pt x="169" y="7"/>
                  </a:cubicBezTo>
                  <a:lnTo>
                    <a:pt x="136" y="7"/>
                  </a:lnTo>
                  <a:cubicBezTo>
                    <a:pt x="127" y="2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6" name="Google Shape;21246;p60"/>
            <p:cNvSpPr/>
            <p:nvPr/>
          </p:nvSpPr>
          <p:spPr>
            <a:xfrm>
              <a:off x="3871950" y="22843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15" y="1"/>
                    <a:pt x="109" y="3"/>
                    <a:pt x="104" y="8"/>
                  </a:cubicBezTo>
                  <a:lnTo>
                    <a:pt x="67" y="8"/>
                  </a:lnTo>
                  <a:cubicBezTo>
                    <a:pt x="34" y="45"/>
                    <a:pt x="1" y="95"/>
                    <a:pt x="1" y="148"/>
                  </a:cubicBezTo>
                  <a:cubicBezTo>
                    <a:pt x="17" y="181"/>
                    <a:pt x="17" y="214"/>
                    <a:pt x="50" y="231"/>
                  </a:cubicBezTo>
                  <a:cubicBezTo>
                    <a:pt x="67" y="251"/>
                    <a:pt x="104" y="268"/>
                    <a:pt x="137" y="268"/>
                  </a:cubicBezTo>
                  <a:cubicBezTo>
                    <a:pt x="186" y="251"/>
                    <a:pt x="240" y="181"/>
                    <a:pt x="223" y="111"/>
                  </a:cubicBezTo>
                  <a:lnTo>
                    <a:pt x="223" y="78"/>
                  </a:lnTo>
                  <a:cubicBezTo>
                    <a:pt x="207" y="45"/>
                    <a:pt x="186" y="25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7" name="Google Shape;21247;p60"/>
            <p:cNvSpPr/>
            <p:nvPr/>
          </p:nvSpPr>
          <p:spPr>
            <a:xfrm>
              <a:off x="3868450" y="225170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25" y="0"/>
                  </a:moveTo>
                  <a:cubicBezTo>
                    <a:pt x="117" y="0"/>
                    <a:pt x="109" y="2"/>
                    <a:pt x="104" y="9"/>
                  </a:cubicBezTo>
                  <a:cubicBezTo>
                    <a:pt x="54" y="9"/>
                    <a:pt x="1" y="75"/>
                    <a:pt x="17" y="145"/>
                  </a:cubicBezTo>
                  <a:cubicBezTo>
                    <a:pt x="17" y="178"/>
                    <a:pt x="38" y="215"/>
                    <a:pt x="54" y="232"/>
                  </a:cubicBezTo>
                  <a:cubicBezTo>
                    <a:pt x="87" y="248"/>
                    <a:pt x="120" y="265"/>
                    <a:pt x="141" y="265"/>
                  </a:cubicBezTo>
                  <a:cubicBezTo>
                    <a:pt x="174" y="248"/>
                    <a:pt x="190" y="232"/>
                    <a:pt x="207" y="215"/>
                  </a:cubicBezTo>
                  <a:cubicBezTo>
                    <a:pt x="244" y="178"/>
                    <a:pt x="244" y="145"/>
                    <a:pt x="244" y="112"/>
                  </a:cubicBezTo>
                  <a:cubicBezTo>
                    <a:pt x="223" y="75"/>
                    <a:pt x="207" y="42"/>
                    <a:pt x="190" y="26"/>
                  </a:cubicBezTo>
                  <a:lnTo>
                    <a:pt x="174" y="9"/>
                  </a:lnTo>
                  <a:cubicBezTo>
                    <a:pt x="163" y="9"/>
                    <a:pt x="143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8" name="Google Shape;21248;p60"/>
            <p:cNvSpPr/>
            <p:nvPr/>
          </p:nvSpPr>
          <p:spPr>
            <a:xfrm>
              <a:off x="3877525" y="23137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3" y="1"/>
                  </a:moveTo>
                  <a:cubicBezTo>
                    <a:pt x="33" y="17"/>
                    <a:pt x="0" y="83"/>
                    <a:pt x="0" y="153"/>
                  </a:cubicBezTo>
                  <a:cubicBezTo>
                    <a:pt x="17" y="186"/>
                    <a:pt x="17" y="224"/>
                    <a:pt x="50" y="240"/>
                  </a:cubicBezTo>
                  <a:cubicBezTo>
                    <a:pt x="61" y="252"/>
                    <a:pt x="83" y="263"/>
                    <a:pt x="107" y="263"/>
                  </a:cubicBezTo>
                  <a:cubicBezTo>
                    <a:pt x="117" y="263"/>
                    <a:pt x="127" y="261"/>
                    <a:pt x="136" y="257"/>
                  </a:cubicBezTo>
                  <a:cubicBezTo>
                    <a:pt x="190" y="257"/>
                    <a:pt x="239" y="186"/>
                    <a:pt x="223" y="120"/>
                  </a:cubicBezTo>
                  <a:cubicBezTo>
                    <a:pt x="223" y="83"/>
                    <a:pt x="206" y="50"/>
                    <a:pt x="169" y="34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9" name="Google Shape;21249;p60"/>
            <p:cNvSpPr/>
            <p:nvPr/>
          </p:nvSpPr>
          <p:spPr>
            <a:xfrm>
              <a:off x="3889475" y="2216150"/>
              <a:ext cx="6525" cy="6425"/>
            </a:xfrm>
            <a:custGeom>
              <a:avLst/>
              <a:gdLst/>
              <a:ahLst/>
              <a:cxnLst/>
              <a:rect l="l" t="t" r="r" b="b"/>
              <a:pathLst>
                <a:path w="261" h="257" extrusionOk="0">
                  <a:moveTo>
                    <a:pt x="146" y="0"/>
                  </a:moveTo>
                  <a:cubicBezTo>
                    <a:pt x="101" y="0"/>
                    <a:pt x="51" y="30"/>
                    <a:pt x="38" y="71"/>
                  </a:cubicBezTo>
                  <a:cubicBezTo>
                    <a:pt x="1" y="141"/>
                    <a:pt x="38" y="227"/>
                    <a:pt x="87" y="244"/>
                  </a:cubicBezTo>
                  <a:cubicBezTo>
                    <a:pt x="106" y="253"/>
                    <a:pt x="123" y="257"/>
                    <a:pt x="139" y="257"/>
                  </a:cubicBezTo>
                  <a:cubicBezTo>
                    <a:pt x="183" y="257"/>
                    <a:pt x="217" y="225"/>
                    <a:pt x="244" y="174"/>
                  </a:cubicBezTo>
                  <a:cubicBezTo>
                    <a:pt x="260" y="108"/>
                    <a:pt x="227" y="38"/>
                    <a:pt x="174" y="5"/>
                  </a:cubicBezTo>
                  <a:cubicBezTo>
                    <a:pt x="165" y="2"/>
                    <a:pt x="156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0" name="Google Shape;21250;p60"/>
            <p:cNvSpPr/>
            <p:nvPr/>
          </p:nvSpPr>
          <p:spPr>
            <a:xfrm>
              <a:off x="3898125" y="2202825"/>
              <a:ext cx="6025" cy="6650"/>
            </a:xfrm>
            <a:custGeom>
              <a:avLst/>
              <a:gdLst/>
              <a:ahLst/>
              <a:cxnLst/>
              <a:rect l="l" t="t" r="r" b="b"/>
              <a:pathLst>
                <a:path w="241" h="266" extrusionOk="0">
                  <a:moveTo>
                    <a:pt x="124" y="0"/>
                  </a:moveTo>
                  <a:cubicBezTo>
                    <a:pt x="80" y="0"/>
                    <a:pt x="31" y="35"/>
                    <a:pt x="17" y="88"/>
                  </a:cubicBezTo>
                  <a:cubicBezTo>
                    <a:pt x="1" y="158"/>
                    <a:pt x="17" y="228"/>
                    <a:pt x="87" y="261"/>
                  </a:cubicBezTo>
                  <a:cubicBezTo>
                    <a:pt x="96" y="264"/>
                    <a:pt x="105" y="266"/>
                    <a:pt x="114" y="266"/>
                  </a:cubicBezTo>
                  <a:cubicBezTo>
                    <a:pt x="159" y="266"/>
                    <a:pt x="210" y="233"/>
                    <a:pt x="224" y="175"/>
                  </a:cubicBezTo>
                  <a:cubicBezTo>
                    <a:pt x="240" y="109"/>
                    <a:pt x="207" y="39"/>
                    <a:pt x="153" y="6"/>
                  </a:cubicBezTo>
                  <a:cubicBezTo>
                    <a:pt x="144" y="2"/>
                    <a:pt x="134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1" name="Google Shape;21251;p60"/>
            <p:cNvSpPr/>
            <p:nvPr/>
          </p:nvSpPr>
          <p:spPr>
            <a:xfrm>
              <a:off x="3902875" y="22282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7" y="1"/>
                  </a:moveTo>
                  <a:cubicBezTo>
                    <a:pt x="104" y="1"/>
                    <a:pt x="83" y="22"/>
                    <a:pt x="50" y="38"/>
                  </a:cubicBezTo>
                  <a:cubicBezTo>
                    <a:pt x="1" y="88"/>
                    <a:pt x="1" y="158"/>
                    <a:pt x="34" y="228"/>
                  </a:cubicBezTo>
                  <a:cubicBezTo>
                    <a:pt x="52" y="255"/>
                    <a:pt x="81" y="267"/>
                    <a:pt x="112" y="267"/>
                  </a:cubicBezTo>
                  <a:cubicBezTo>
                    <a:pt x="137" y="267"/>
                    <a:pt x="164" y="259"/>
                    <a:pt x="186" y="244"/>
                  </a:cubicBezTo>
                  <a:cubicBezTo>
                    <a:pt x="240" y="191"/>
                    <a:pt x="240" y="104"/>
                    <a:pt x="207" y="55"/>
                  </a:cubicBezTo>
                  <a:cubicBezTo>
                    <a:pt x="207" y="38"/>
                    <a:pt x="186" y="22"/>
                    <a:pt x="170" y="22"/>
                  </a:cubicBezTo>
                  <a:cubicBezTo>
                    <a:pt x="153" y="22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2" name="Google Shape;21252;p60"/>
            <p:cNvSpPr/>
            <p:nvPr/>
          </p:nvSpPr>
          <p:spPr>
            <a:xfrm>
              <a:off x="3889075" y="21853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40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0" y="87"/>
                    <a:pt x="0" y="153"/>
                    <a:pt x="37" y="223"/>
                  </a:cubicBezTo>
                  <a:cubicBezTo>
                    <a:pt x="54" y="240"/>
                    <a:pt x="87" y="256"/>
                    <a:pt x="103" y="256"/>
                  </a:cubicBezTo>
                  <a:cubicBezTo>
                    <a:pt x="114" y="261"/>
                    <a:pt x="125" y="263"/>
                    <a:pt x="134" y="263"/>
                  </a:cubicBezTo>
                  <a:cubicBezTo>
                    <a:pt x="158" y="263"/>
                    <a:pt x="178" y="252"/>
                    <a:pt x="190" y="240"/>
                  </a:cubicBezTo>
                  <a:cubicBezTo>
                    <a:pt x="243" y="190"/>
                    <a:pt x="243" y="104"/>
                    <a:pt x="206" y="50"/>
                  </a:cubicBezTo>
                  <a:cubicBezTo>
                    <a:pt x="190" y="34"/>
                    <a:pt x="173" y="17"/>
                    <a:pt x="157" y="17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3" name="Google Shape;21253;p60"/>
            <p:cNvSpPr/>
            <p:nvPr/>
          </p:nvSpPr>
          <p:spPr>
            <a:xfrm>
              <a:off x="3882675" y="2202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7"/>
                    <a:pt x="0" y="87"/>
                    <a:pt x="17" y="157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207" y="244"/>
                    <a:pt x="240" y="190"/>
                    <a:pt x="240" y="104"/>
                  </a:cubicBezTo>
                  <a:cubicBezTo>
                    <a:pt x="223" y="71"/>
                    <a:pt x="207" y="54"/>
                    <a:pt x="190" y="38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4" name="Google Shape;21254;p60"/>
            <p:cNvSpPr/>
            <p:nvPr/>
          </p:nvSpPr>
          <p:spPr>
            <a:xfrm>
              <a:off x="3888250" y="22321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71"/>
                    <a:pt x="0" y="153"/>
                  </a:cubicBezTo>
                  <a:cubicBezTo>
                    <a:pt x="17" y="190"/>
                    <a:pt x="33" y="207"/>
                    <a:pt x="50" y="223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90" y="17"/>
                  </a:cubicBezTo>
                  <a:cubicBezTo>
                    <a:pt x="173" y="17"/>
                    <a:pt x="17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5" name="Google Shape;21255;p60"/>
            <p:cNvSpPr/>
            <p:nvPr/>
          </p:nvSpPr>
          <p:spPr>
            <a:xfrm>
              <a:off x="4169125" y="24004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0"/>
                  </a:moveTo>
                  <a:cubicBezTo>
                    <a:pt x="70" y="0"/>
                    <a:pt x="33" y="1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06"/>
                    <a:pt x="33" y="244"/>
                  </a:cubicBezTo>
                  <a:cubicBezTo>
                    <a:pt x="70" y="260"/>
                    <a:pt x="87" y="260"/>
                    <a:pt x="120" y="260"/>
                  </a:cubicBezTo>
                  <a:cubicBezTo>
                    <a:pt x="190" y="244"/>
                    <a:pt x="223" y="173"/>
                    <a:pt x="223" y="103"/>
                  </a:cubicBezTo>
                  <a:cubicBezTo>
                    <a:pt x="206" y="70"/>
                    <a:pt x="190" y="54"/>
                    <a:pt x="173" y="17"/>
                  </a:cubicBezTo>
                  <a:cubicBezTo>
                    <a:pt x="173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6" name="Google Shape;21256;p60"/>
            <p:cNvSpPr/>
            <p:nvPr/>
          </p:nvSpPr>
          <p:spPr>
            <a:xfrm>
              <a:off x="4209525" y="24081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17" y="223"/>
                    <a:pt x="50" y="244"/>
                  </a:cubicBezTo>
                  <a:cubicBezTo>
                    <a:pt x="61" y="255"/>
                    <a:pt x="83" y="267"/>
                    <a:pt x="107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86" y="260"/>
                    <a:pt x="239" y="190"/>
                    <a:pt x="223" y="120"/>
                  </a:cubicBezTo>
                  <a:cubicBezTo>
                    <a:pt x="223" y="71"/>
                    <a:pt x="186" y="38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7" name="Google Shape;21257;p60"/>
            <p:cNvSpPr/>
            <p:nvPr/>
          </p:nvSpPr>
          <p:spPr>
            <a:xfrm>
              <a:off x="4202600" y="23480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88" y="1"/>
                  </a:moveTo>
                  <a:cubicBezTo>
                    <a:pt x="34" y="1"/>
                    <a:pt x="1" y="71"/>
                    <a:pt x="1" y="137"/>
                  </a:cubicBezTo>
                  <a:cubicBezTo>
                    <a:pt x="1" y="174"/>
                    <a:pt x="17" y="207"/>
                    <a:pt x="50" y="223"/>
                  </a:cubicBezTo>
                  <a:cubicBezTo>
                    <a:pt x="71" y="256"/>
                    <a:pt x="104" y="256"/>
                    <a:pt x="121" y="256"/>
                  </a:cubicBezTo>
                  <a:cubicBezTo>
                    <a:pt x="191" y="240"/>
                    <a:pt x="224" y="174"/>
                    <a:pt x="224" y="104"/>
                  </a:cubicBezTo>
                  <a:cubicBezTo>
                    <a:pt x="224" y="71"/>
                    <a:pt x="207" y="34"/>
                    <a:pt x="174" y="17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8" name="Google Shape;21258;p60"/>
            <p:cNvSpPr/>
            <p:nvPr/>
          </p:nvSpPr>
          <p:spPr>
            <a:xfrm>
              <a:off x="4204375" y="242387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02" y="0"/>
                  </a:moveTo>
                  <a:cubicBezTo>
                    <a:pt x="96" y="0"/>
                    <a:pt x="89" y="2"/>
                    <a:pt x="83" y="7"/>
                  </a:cubicBezTo>
                  <a:cubicBezTo>
                    <a:pt x="50" y="7"/>
                    <a:pt x="33" y="28"/>
                    <a:pt x="17" y="61"/>
                  </a:cubicBezTo>
                  <a:cubicBezTo>
                    <a:pt x="0" y="78"/>
                    <a:pt x="0" y="111"/>
                    <a:pt x="0" y="148"/>
                  </a:cubicBezTo>
                  <a:cubicBezTo>
                    <a:pt x="0" y="181"/>
                    <a:pt x="17" y="214"/>
                    <a:pt x="33" y="234"/>
                  </a:cubicBezTo>
                  <a:cubicBezTo>
                    <a:pt x="66" y="251"/>
                    <a:pt x="83" y="267"/>
                    <a:pt x="120" y="267"/>
                  </a:cubicBezTo>
                  <a:cubicBezTo>
                    <a:pt x="186" y="251"/>
                    <a:pt x="223" y="181"/>
                    <a:pt x="223" y="111"/>
                  </a:cubicBezTo>
                  <a:cubicBezTo>
                    <a:pt x="206" y="78"/>
                    <a:pt x="186" y="45"/>
                    <a:pt x="169" y="28"/>
                  </a:cubicBezTo>
                  <a:cubicBezTo>
                    <a:pt x="153" y="28"/>
                    <a:pt x="153" y="7"/>
                    <a:pt x="136" y="7"/>
                  </a:cubicBezTo>
                  <a:cubicBezTo>
                    <a:pt x="125" y="7"/>
                    <a:pt x="114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9" name="Google Shape;21259;p60"/>
            <p:cNvSpPr/>
            <p:nvPr/>
          </p:nvSpPr>
          <p:spPr>
            <a:xfrm>
              <a:off x="4212925" y="23931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87" y="1"/>
                    <a:pt x="70" y="21"/>
                    <a:pt x="33" y="38"/>
                  </a:cubicBezTo>
                  <a:cubicBezTo>
                    <a:pt x="17" y="54"/>
                    <a:pt x="0" y="87"/>
                    <a:pt x="0" y="124"/>
                  </a:cubicBezTo>
                  <a:cubicBezTo>
                    <a:pt x="0" y="157"/>
                    <a:pt x="0" y="190"/>
                    <a:pt x="17" y="227"/>
                  </a:cubicBezTo>
                  <a:cubicBezTo>
                    <a:pt x="33" y="244"/>
                    <a:pt x="70" y="260"/>
                    <a:pt x="103" y="260"/>
                  </a:cubicBezTo>
                  <a:cubicBezTo>
                    <a:pt x="108" y="265"/>
                    <a:pt x="114" y="267"/>
                    <a:pt x="121" y="267"/>
                  </a:cubicBezTo>
                  <a:cubicBezTo>
                    <a:pt x="138" y="267"/>
                    <a:pt x="159" y="255"/>
                    <a:pt x="173" y="244"/>
                  </a:cubicBezTo>
                  <a:cubicBezTo>
                    <a:pt x="223" y="190"/>
                    <a:pt x="239" y="104"/>
                    <a:pt x="190" y="54"/>
                  </a:cubicBezTo>
                  <a:cubicBezTo>
                    <a:pt x="190" y="38"/>
                    <a:pt x="173" y="21"/>
                    <a:pt x="153" y="21"/>
                  </a:cubicBezTo>
                  <a:cubicBezTo>
                    <a:pt x="136" y="21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0" name="Google Shape;21260;p60"/>
            <p:cNvSpPr/>
            <p:nvPr/>
          </p:nvSpPr>
          <p:spPr>
            <a:xfrm>
              <a:off x="4213325" y="2362725"/>
              <a:ext cx="1775" cy="4650"/>
            </a:xfrm>
            <a:custGeom>
              <a:avLst/>
              <a:gdLst/>
              <a:ahLst/>
              <a:cxnLst/>
              <a:rect l="l" t="t" r="r" b="b"/>
              <a:pathLst>
                <a:path w="71" h="186" extrusionOk="0">
                  <a:moveTo>
                    <a:pt x="17" y="0"/>
                  </a:moveTo>
                  <a:cubicBezTo>
                    <a:pt x="17" y="0"/>
                    <a:pt x="1" y="0"/>
                    <a:pt x="1" y="17"/>
                  </a:cubicBezTo>
                  <a:lnTo>
                    <a:pt x="1" y="103"/>
                  </a:lnTo>
                  <a:cubicBezTo>
                    <a:pt x="17" y="135"/>
                    <a:pt x="32" y="167"/>
                    <a:pt x="67" y="169"/>
                  </a:cubicBezTo>
                  <a:lnTo>
                    <a:pt x="67" y="169"/>
                  </a:lnTo>
                  <a:cubicBezTo>
                    <a:pt x="51" y="108"/>
                    <a:pt x="32" y="46"/>
                    <a:pt x="17" y="0"/>
                  </a:cubicBezTo>
                  <a:close/>
                  <a:moveTo>
                    <a:pt x="67" y="169"/>
                  </a:moveTo>
                  <a:cubicBezTo>
                    <a:pt x="68" y="175"/>
                    <a:pt x="69" y="180"/>
                    <a:pt x="71" y="186"/>
                  </a:cubicBezTo>
                  <a:lnTo>
                    <a:pt x="71" y="169"/>
                  </a:lnTo>
                  <a:cubicBezTo>
                    <a:pt x="69" y="169"/>
                    <a:pt x="68" y="169"/>
                    <a:pt x="67" y="1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1" name="Google Shape;21261;p60"/>
            <p:cNvSpPr/>
            <p:nvPr/>
          </p:nvSpPr>
          <p:spPr>
            <a:xfrm>
              <a:off x="4149725" y="2203675"/>
              <a:ext cx="5700" cy="6475"/>
            </a:xfrm>
            <a:custGeom>
              <a:avLst/>
              <a:gdLst/>
              <a:ahLst/>
              <a:cxnLst/>
              <a:rect l="l" t="t" r="r" b="b"/>
              <a:pathLst>
                <a:path w="228" h="259" extrusionOk="0">
                  <a:moveTo>
                    <a:pt x="147" y="1"/>
                  </a:moveTo>
                  <a:cubicBezTo>
                    <a:pt x="102" y="1"/>
                    <a:pt x="52" y="33"/>
                    <a:pt x="38" y="91"/>
                  </a:cubicBezTo>
                  <a:cubicBezTo>
                    <a:pt x="1" y="141"/>
                    <a:pt x="38" y="227"/>
                    <a:pt x="87" y="244"/>
                  </a:cubicBezTo>
                  <a:cubicBezTo>
                    <a:pt x="103" y="254"/>
                    <a:pt x="118" y="259"/>
                    <a:pt x="132" y="259"/>
                  </a:cubicBezTo>
                  <a:cubicBezTo>
                    <a:pt x="168" y="259"/>
                    <a:pt x="201" y="230"/>
                    <a:pt x="228" y="194"/>
                  </a:cubicBezTo>
                  <a:cubicBezTo>
                    <a:pt x="207" y="124"/>
                    <a:pt x="191" y="75"/>
                    <a:pt x="174" y="5"/>
                  </a:cubicBezTo>
                  <a:cubicBezTo>
                    <a:pt x="166" y="2"/>
                    <a:pt x="157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2" name="Google Shape;21262;p60"/>
            <p:cNvSpPr/>
            <p:nvPr/>
          </p:nvSpPr>
          <p:spPr>
            <a:xfrm>
              <a:off x="4165700" y="2245000"/>
              <a:ext cx="3850" cy="6025"/>
            </a:xfrm>
            <a:custGeom>
              <a:avLst/>
              <a:gdLst/>
              <a:ahLst/>
              <a:cxnLst/>
              <a:rect l="l" t="t" r="r" b="b"/>
              <a:pathLst>
                <a:path w="154" h="241" extrusionOk="0">
                  <a:moveTo>
                    <a:pt x="67" y="1"/>
                  </a:moveTo>
                  <a:cubicBezTo>
                    <a:pt x="17" y="17"/>
                    <a:pt x="1" y="71"/>
                    <a:pt x="1" y="137"/>
                  </a:cubicBezTo>
                  <a:cubicBezTo>
                    <a:pt x="1" y="174"/>
                    <a:pt x="34" y="207"/>
                    <a:pt x="50" y="224"/>
                  </a:cubicBezTo>
                  <a:cubicBezTo>
                    <a:pt x="67" y="240"/>
                    <a:pt x="104" y="240"/>
                    <a:pt x="121" y="240"/>
                  </a:cubicBezTo>
                  <a:lnTo>
                    <a:pt x="154" y="240"/>
                  </a:lnTo>
                  <a:cubicBezTo>
                    <a:pt x="121" y="154"/>
                    <a:pt x="104" y="7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3" name="Google Shape;21263;p60"/>
            <p:cNvSpPr/>
            <p:nvPr/>
          </p:nvSpPr>
          <p:spPr>
            <a:xfrm>
              <a:off x="4197050" y="24404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87" y="1"/>
                    <a:pt x="50" y="34"/>
                  </a:cubicBezTo>
                  <a:cubicBezTo>
                    <a:pt x="17" y="67"/>
                    <a:pt x="0" y="154"/>
                    <a:pt x="33" y="207"/>
                  </a:cubicBezTo>
                  <a:cubicBezTo>
                    <a:pt x="50" y="240"/>
                    <a:pt x="87" y="257"/>
                    <a:pt x="120" y="257"/>
                  </a:cubicBezTo>
                  <a:cubicBezTo>
                    <a:pt x="136" y="257"/>
                    <a:pt x="169" y="257"/>
                    <a:pt x="190" y="224"/>
                  </a:cubicBezTo>
                  <a:cubicBezTo>
                    <a:pt x="223" y="207"/>
                    <a:pt x="239" y="170"/>
                    <a:pt x="239" y="137"/>
                  </a:cubicBezTo>
                  <a:cubicBezTo>
                    <a:pt x="239" y="104"/>
                    <a:pt x="223" y="67"/>
                    <a:pt x="206" y="50"/>
                  </a:cubicBezTo>
                  <a:cubicBezTo>
                    <a:pt x="206" y="34"/>
                    <a:pt x="190" y="1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4" name="Google Shape;21264;p60"/>
            <p:cNvSpPr/>
            <p:nvPr/>
          </p:nvSpPr>
          <p:spPr>
            <a:xfrm>
              <a:off x="3804450" y="2526300"/>
              <a:ext cx="3525" cy="5575"/>
            </a:xfrm>
            <a:custGeom>
              <a:avLst/>
              <a:gdLst/>
              <a:ahLst/>
              <a:cxnLst/>
              <a:rect l="l" t="t" r="r" b="b"/>
              <a:pathLst>
                <a:path w="141" h="223" extrusionOk="0">
                  <a:moveTo>
                    <a:pt x="140" y="0"/>
                  </a:moveTo>
                  <a:cubicBezTo>
                    <a:pt x="103" y="0"/>
                    <a:pt x="87" y="0"/>
                    <a:pt x="70" y="17"/>
                  </a:cubicBezTo>
                  <a:cubicBezTo>
                    <a:pt x="21" y="70"/>
                    <a:pt x="0" y="157"/>
                    <a:pt x="54" y="206"/>
                  </a:cubicBezTo>
                  <a:cubicBezTo>
                    <a:pt x="54" y="223"/>
                    <a:pt x="54" y="223"/>
                    <a:pt x="70" y="223"/>
                  </a:cubicBezTo>
                  <a:cubicBezTo>
                    <a:pt x="87" y="157"/>
                    <a:pt x="124" y="7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5" name="Google Shape;21265;p60"/>
            <p:cNvSpPr/>
            <p:nvPr/>
          </p:nvSpPr>
          <p:spPr>
            <a:xfrm>
              <a:off x="4206025" y="23772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1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0" y="190"/>
                    <a:pt x="37" y="223"/>
                    <a:pt x="54" y="244"/>
                  </a:cubicBezTo>
                  <a:cubicBezTo>
                    <a:pt x="70" y="260"/>
                    <a:pt x="103" y="260"/>
                    <a:pt x="120" y="260"/>
                  </a:cubicBezTo>
                  <a:cubicBezTo>
                    <a:pt x="157" y="260"/>
                    <a:pt x="190" y="244"/>
                    <a:pt x="206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6" y="54"/>
                    <a:pt x="173" y="17"/>
                  </a:cubicBezTo>
                  <a:cubicBezTo>
                    <a:pt x="173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6" name="Google Shape;21266;p60"/>
            <p:cNvSpPr/>
            <p:nvPr/>
          </p:nvSpPr>
          <p:spPr>
            <a:xfrm>
              <a:off x="4192725" y="24551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1" y="0"/>
                  </a:moveTo>
                  <a:cubicBezTo>
                    <a:pt x="69" y="0"/>
                    <a:pt x="29" y="33"/>
                    <a:pt x="17" y="81"/>
                  </a:cubicBezTo>
                  <a:cubicBezTo>
                    <a:pt x="0" y="151"/>
                    <a:pt x="17" y="238"/>
                    <a:pt x="87" y="254"/>
                  </a:cubicBezTo>
                  <a:cubicBezTo>
                    <a:pt x="100" y="263"/>
                    <a:pt x="114" y="267"/>
                    <a:pt x="129" y="267"/>
                  </a:cubicBezTo>
                  <a:cubicBezTo>
                    <a:pt x="170" y="267"/>
                    <a:pt x="211" y="235"/>
                    <a:pt x="223" y="184"/>
                  </a:cubicBezTo>
                  <a:cubicBezTo>
                    <a:pt x="239" y="118"/>
                    <a:pt x="223" y="31"/>
                    <a:pt x="157" y="15"/>
                  </a:cubicBezTo>
                  <a:cubicBezTo>
                    <a:pt x="142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7" name="Google Shape;21267;p60"/>
            <p:cNvSpPr/>
            <p:nvPr/>
          </p:nvSpPr>
          <p:spPr>
            <a:xfrm>
              <a:off x="4186325" y="23978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50" y="0"/>
                    <a:pt x="1" y="70"/>
                    <a:pt x="17" y="140"/>
                  </a:cubicBezTo>
                  <a:cubicBezTo>
                    <a:pt x="17" y="173"/>
                    <a:pt x="34" y="206"/>
                    <a:pt x="50" y="223"/>
                  </a:cubicBezTo>
                  <a:cubicBezTo>
                    <a:pt x="83" y="260"/>
                    <a:pt x="120" y="260"/>
                    <a:pt x="137" y="260"/>
                  </a:cubicBezTo>
                  <a:cubicBezTo>
                    <a:pt x="170" y="243"/>
                    <a:pt x="186" y="223"/>
                    <a:pt x="207" y="206"/>
                  </a:cubicBezTo>
                  <a:cubicBezTo>
                    <a:pt x="223" y="173"/>
                    <a:pt x="240" y="140"/>
                    <a:pt x="240" y="103"/>
                  </a:cubicBezTo>
                  <a:cubicBezTo>
                    <a:pt x="223" y="70"/>
                    <a:pt x="207" y="37"/>
                    <a:pt x="186" y="17"/>
                  </a:cubicBezTo>
                  <a:lnTo>
                    <a:pt x="1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8" name="Google Shape;21268;p60"/>
            <p:cNvSpPr/>
            <p:nvPr/>
          </p:nvSpPr>
          <p:spPr>
            <a:xfrm>
              <a:off x="4089225" y="2184925"/>
              <a:ext cx="5600" cy="3600"/>
            </a:xfrm>
            <a:custGeom>
              <a:avLst/>
              <a:gdLst/>
              <a:ahLst/>
              <a:cxnLst/>
              <a:rect l="l" t="t" r="r" b="b"/>
              <a:pathLst>
                <a:path w="224" h="144" extrusionOk="0">
                  <a:moveTo>
                    <a:pt x="1" y="0"/>
                  </a:moveTo>
                  <a:lnTo>
                    <a:pt x="1" y="33"/>
                  </a:lnTo>
                  <a:cubicBezTo>
                    <a:pt x="1" y="66"/>
                    <a:pt x="17" y="103"/>
                    <a:pt x="50" y="120"/>
                  </a:cubicBezTo>
                  <a:cubicBezTo>
                    <a:pt x="65" y="132"/>
                    <a:pt x="86" y="143"/>
                    <a:pt x="102" y="143"/>
                  </a:cubicBezTo>
                  <a:cubicBezTo>
                    <a:pt x="109" y="143"/>
                    <a:pt x="116" y="141"/>
                    <a:pt x="120" y="136"/>
                  </a:cubicBezTo>
                  <a:cubicBezTo>
                    <a:pt x="190" y="136"/>
                    <a:pt x="223" y="66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9" name="Google Shape;21269;p60"/>
            <p:cNvSpPr/>
            <p:nvPr/>
          </p:nvSpPr>
          <p:spPr>
            <a:xfrm>
              <a:off x="4198275" y="2393950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40" y="0"/>
                  </a:moveTo>
                  <a:cubicBezTo>
                    <a:pt x="87" y="0"/>
                    <a:pt x="48" y="33"/>
                    <a:pt x="17" y="91"/>
                  </a:cubicBezTo>
                  <a:cubicBezTo>
                    <a:pt x="1" y="141"/>
                    <a:pt x="38" y="227"/>
                    <a:pt x="87" y="244"/>
                  </a:cubicBezTo>
                  <a:cubicBezTo>
                    <a:pt x="104" y="260"/>
                    <a:pt x="120" y="260"/>
                    <a:pt x="141" y="260"/>
                  </a:cubicBezTo>
                  <a:cubicBezTo>
                    <a:pt x="174" y="244"/>
                    <a:pt x="223" y="227"/>
                    <a:pt x="223" y="174"/>
                  </a:cubicBezTo>
                  <a:cubicBezTo>
                    <a:pt x="244" y="124"/>
                    <a:pt x="244" y="71"/>
                    <a:pt x="207" y="38"/>
                  </a:cubicBezTo>
                  <a:cubicBezTo>
                    <a:pt x="207" y="21"/>
                    <a:pt x="190" y="21"/>
                    <a:pt x="174" y="5"/>
                  </a:cubicBezTo>
                  <a:cubicBezTo>
                    <a:pt x="162" y="2"/>
                    <a:pt x="151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0" name="Google Shape;21270;p60"/>
            <p:cNvSpPr/>
            <p:nvPr/>
          </p:nvSpPr>
          <p:spPr>
            <a:xfrm>
              <a:off x="4068625" y="2184925"/>
              <a:ext cx="6000" cy="5025"/>
            </a:xfrm>
            <a:custGeom>
              <a:avLst/>
              <a:gdLst/>
              <a:ahLst/>
              <a:cxnLst/>
              <a:rect l="l" t="t" r="r" b="b"/>
              <a:pathLst>
                <a:path w="240" h="201" extrusionOk="0">
                  <a:moveTo>
                    <a:pt x="33" y="0"/>
                  </a:moveTo>
                  <a:cubicBezTo>
                    <a:pt x="33" y="17"/>
                    <a:pt x="17" y="17"/>
                    <a:pt x="17" y="33"/>
                  </a:cubicBezTo>
                  <a:cubicBezTo>
                    <a:pt x="0" y="83"/>
                    <a:pt x="33" y="169"/>
                    <a:pt x="87" y="186"/>
                  </a:cubicBezTo>
                  <a:cubicBezTo>
                    <a:pt x="100" y="196"/>
                    <a:pt x="115" y="201"/>
                    <a:pt x="130" y="201"/>
                  </a:cubicBezTo>
                  <a:cubicBezTo>
                    <a:pt x="170" y="201"/>
                    <a:pt x="211" y="168"/>
                    <a:pt x="223" y="120"/>
                  </a:cubicBezTo>
                  <a:cubicBezTo>
                    <a:pt x="239" y="83"/>
                    <a:pt x="239" y="33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1" name="Google Shape;21271;p60"/>
            <p:cNvSpPr/>
            <p:nvPr/>
          </p:nvSpPr>
          <p:spPr>
            <a:xfrm>
              <a:off x="4106850" y="2474350"/>
              <a:ext cx="1275" cy="425"/>
            </a:xfrm>
            <a:custGeom>
              <a:avLst/>
              <a:gdLst/>
              <a:ahLst/>
              <a:cxnLst/>
              <a:rect l="l" t="t" r="r" b="b"/>
              <a:pathLst>
                <a:path w="51" h="17" extrusionOk="0">
                  <a:moveTo>
                    <a:pt x="1" y="0"/>
                  </a:moveTo>
                  <a:cubicBezTo>
                    <a:pt x="17" y="0"/>
                    <a:pt x="34" y="17"/>
                    <a:pt x="50" y="17"/>
                  </a:cubicBezTo>
                  <a:cubicBezTo>
                    <a:pt x="50" y="17"/>
                    <a:pt x="34" y="17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2" name="Google Shape;21272;p60"/>
            <p:cNvSpPr/>
            <p:nvPr/>
          </p:nvSpPr>
          <p:spPr>
            <a:xfrm>
              <a:off x="4182400" y="2442650"/>
              <a:ext cx="6025" cy="6375"/>
            </a:xfrm>
            <a:custGeom>
              <a:avLst/>
              <a:gdLst/>
              <a:ahLst/>
              <a:cxnLst/>
              <a:rect l="l" t="t" r="r" b="b"/>
              <a:pathLst>
                <a:path w="241" h="255" extrusionOk="0">
                  <a:moveTo>
                    <a:pt x="111" y="0"/>
                  </a:moveTo>
                  <a:cubicBezTo>
                    <a:pt x="70" y="0"/>
                    <a:pt x="29" y="33"/>
                    <a:pt x="17" y="81"/>
                  </a:cubicBezTo>
                  <a:cubicBezTo>
                    <a:pt x="1" y="151"/>
                    <a:pt x="17" y="221"/>
                    <a:pt x="87" y="254"/>
                  </a:cubicBezTo>
                  <a:lnTo>
                    <a:pt x="137" y="254"/>
                  </a:lnTo>
                  <a:cubicBezTo>
                    <a:pt x="174" y="254"/>
                    <a:pt x="207" y="221"/>
                    <a:pt x="224" y="168"/>
                  </a:cubicBezTo>
                  <a:cubicBezTo>
                    <a:pt x="240" y="135"/>
                    <a:pt x="224" y="81"/>
                    <a:pt x="207" y="48"/>
                  </a:cubicBezTo>
                  <a:cubicBezTo>
                    <a:pt x="191" y="32"/>
                    <a:pt x="174" y="15"/>
                    <a:pt x="158" y="15"/>
                  </a:cubicBezTo>
                  <a:cubicBezTo>
                    <a:pt x="143" y="5"/>
                    <a:pt x="127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3" name="Google Shape;21273;p60"/>
            <p:cNvSpPr/>
            <p:nvPr/>
          </p:nvSpPr>
          <p:spPr>
            <a:xfrm>
              <a:off x="3796300" y="2514750"/>
              <a:ext cx="1375" cy="4675"/>
            </a:xfrm>
            <a:custGeom>
              <a:avLst/>
              <a:gdLst/>
              <a:ahLst/>
              <a:cxnLst/>
              <a:rect l="l" t="t" r="r" b="b"/>
              <a:pathLst>
                <a:path w="55" h="187" extrusionOk="0">
                  <a:moveTo>
                    <a:pt x="0" y="1"/>
                  </a:moveTo>
                  <a:lnTo>
                    <a:pt x="0" y="186"/>
                  </a:lnTo>
                  <a:cubicBezTo>
                    <a:pt x="17" y="170"/>
                    <a:pt x="38" y="153"/>
                    <a:pt x="38" y="137"/>
                  </a:cubicBezTo>
                  <a:cubicBezTo>
                    <a:pt x="54" y="83"/>
                    <a:pt x="38" y="3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4" name="Google Shape;21274;p60"/>
            <p:cNvSpPr/>
            <p:nvPr/>
          </p:nvSpPr>
          <p:spPr>
            <a:xfrm>
              <a:off x="4187975" y="2475175"/>
              <a:ext cx="5600" cy="5600"/>
            </a:xfrm>
            <a:custGeom>
              <a:avLst/>
              <a:gdLst/>
              <a:ahLst/>
              <a:cxnLst/>
              <a:rect l="l" t="t" r="r" b="b"/>
              <a:pathLst>
                <a:path w="224" h="224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1" y="190"/>
                    <a:pt x="17" y="207"/>
                    <a:pt x="38" y="223"/>
                  </a:cubicBezTo>
                  <a:cubicBezTo>
                    <a:pt x="104" y="190"/>
                    <a:pt x="157" y="157"/>
                    <a:pt x="223" y="120"/>
                  </a:cubicBezTo>
                  <a:cubicBezTo>
                    <a:pt x="223" y="87"/>
                    <a:pt x="207" y="54"/>
                    <a:pt x="174" y="37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5" name="Google Shape;21275;p60"/>
            <p:cNvSpPr/>
            <p:nvPr/>
          </p:nvSpPr>
          <p:spPr>
            <a:xfrm>
              <a:off x="4218900" y="2421050"/>
              <a:ext cx="5175" cy="6525"/>
            </a:xfrm>
            <a:custGeom>
              <a:avLst/>
              <a:gdLst/>
              <a:ahLst/>
              <a:cxnLst/>
              <a:rect l="l" t="t" r="r" b="b"/>
              <a:pathLst>
                <a:path w="207" h="261" extrusionOk="0">
                  <a:moveTo>
                    <a:pt x="141" y="1"/>
                  </a:moveTo>
                  <a:cubicBezTo>
                    <a:pt x="103" y="1"/>
                    <a:pt x="70" y="17"/>
                    <a:pt x="54" y="38"/>
                  </a:cubicBezTo>
                  <a:cubicBezTo>
                    <a:pt x="0" y="71"/>
                    <a:pt x="0" y="158"/>
                    <a:pt x="37" y="207"/>
                  </a:cubicBezTo>
                  <a:cubicBezTo>
                    <a:pt x="54" y="244"/>
                    <a:pt x="70" y="261"/>
                    <a:pt x="103" y="261"/>
                  </a:cubicBezTo>
                  <a:cubicBezTo>
                    <a:pt x="141" y="261"/>
                    <a:pt x="157" y="261"/>
                    <a:pt x="190" y="244"/>
                  </a:cubicBezTo>
                  <a:cubicBezTo>
                    <a:pt x="190" y="174"/>
                    <a:pt x="190" y="104"/>
                    <a:pt x="207" y="54"/>
                  </a:cubicBezTo>
                  <a:cubicBezTo>
                    <a:pt x="190" y="38"/>
                    <a:pt x="174" y="17"/>
                    <a:pt x="157" y="17"/>
                  </a:cubicBezTo>
                  <a:cubicBezTo>
                    <a:pt x="157" y="1"/>
                    <a:pt x="141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6" name="Google Shape;21276;p60"/>
            <p:cNvSpPr/>
            <p:nvPr/>
          </p:nvSpPr>
          <p:spPr>
            <a:xfrm>
              <a:off x="4207775" y="24542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1" y="1"/>
                  </a:moveTo>
                  <a:cubicBezTo>
                    <a:pt x="76" y="1"/>
                    <a:pt x="41" y="32"/>
                    <a:pt x="17" y="84"/>
                  </a:cubicBezTo>
                  <a:cubicBezTo>
                    <a:pt x="0" y="154"/>
                    <a:pt x="33" y="220"/>
                    <a:pt x="87" y="257"/>
                  </a:cubicBezTo>
                  <a:cubicBezTo>
                    <a:pt x="96" y="262"/>
                    <a:pt x="106" y="264"/>
                    <a:pt x="115" y="264"/>
                  </a:cubicBezTo>
                  <a:cubicBezTo>
                    <a:pt x="139" y="264"/>
                    <a:pt x="163" y="251"/>
                    <a:pt x="190" y="236"/>
                  </a:cubicBezTo>
                  <a:cubicBezTo>
                    <a:pt x="206" y="220"/>
                    <a:pt x="223" y="187"/>
                    <a:pt x="239" y="154"/>
                  </a:cubicBezTo>
                  <a:cubicBezTo>
                    <a:pt x="239" y="100"/>
                    <a:pt x="223" y="30"/>
                    <a:pt x="173" y="14"/>
                  </a:cubicBezTo>
                  <a:cubicBezTo>
                    <a:pt x="155" y="5"/>
                    <a:pt x="137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7" name="Google Shape;21277;p60"/>
            <p:cNvSpPr/>
            <p:nvPr/>
          </p:nvSpPr>
          <p:spPr>
            <a:xfrm>
              <a:off x="3800225" y="2543500"/>
              <a:ext cx="3000" cy="6000"/>
            </a:xfrm>
            <a:custGeom>
              <a:avLst/>
              <a:gdLst/>
              <a:ahLst/>
              <a:cxnLst/>
              <a:rect l="l" t="t" r="r" b="b"/>
              <a:pathLst>
                <a:path w="120" h="240" extrusionOk="0">
                  <a:moveTo>
                    <a:pt x="103" y="1"/>
                  </a:moveTo>
                  <a:cubicBezTo>
                    <a:pt x="66" y="1"/>
                    <a:pt x="50" y="17"/>
                    <a:pt x="33" y="50"/>
                  </a:cubicBezTo>
                  <a:cubicBezTo>
                    <a:pt x="17" y="67"/>
                    <a:pt x="0" y="104"/>
                    <a:pt x="17" y="137"/>
                  </a:cubicBezTo>
                  <a:cubicBezTo>
                    <a:pt x="17" y="170"/>
                    <a:pt x="33" y="207"/>
                    <a:pt x="50" y="224"/>
                  </a:cubicBezTo>
                  <a:cubicBezTo>
                    <a:pt x="50" y="224"/>
                    <a:pt x="66" y="224"/>
                    <a:pt x="66" y="240"/>
                  </a:cubicBezTo>
                  <a:cubicBezTo>
                    <a:pt x="87" y="153"/>
                    <a:pt x="103" y="6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8" name="Google Shape;21278;p60"/>
            <p:cNvSpPr/>
            <p:nvPr/>
          </p:nvSpPr>
          <p:spPr>
            <a:xfrm>
              <a:off x="3935450" y="2184925"/>
              <a:ext cx="1775" cy="425"/>
            </a:xfrm>
            <a:custGeom>
              <a:avLst/>
              <a:gdLst/>
              <a:ahLst/>
              <a:cxnLst/>
              <a:rect l="l" t="t" r="r" b="b"/>
              <a:pathLst>
                <a:path w="71" h="17" extrusionOk="0">
                  <a:moveTo>
                    <a:pt x="0" y="0"/>
                  </a:moveTo>
                  <a:cubicBezTo>
                    <a:pt x="0" y="17"/>
                    <a:pt x="17" y="17"/>
                    <a:pt x="38" y="17"/>
                  </a:cubicBezTo>
                  <a:cubicBezTo>
                    <a:pt x="54" y="17"/>
                    <a:pt x="54" y="17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9" name="Google Shape;21279;p60"/>
            <p:cNvSpPr/>
            <p:nvPr/>
          </p:nvSpPr>
          <p:spPr>
            <a:xfrm>
              <a:off x="3920400" y="2184925"/>
              <a:ext cx="5175" cy="1675"/>
            </a:xfrm>
            <a:custGeom>
              <a:avLst/>
              <a:gdLst/>
              <a:ahLst/>
              <a:cxnLst/>
              <a:rect l="l" t="t" r="r" b="b"/>
              <a:pathLst>
                <a:path w="207" h="67" extrusionOk="0">
                  <a:moveTo>
                    <a:pt x="0" y="0"/>
                  </a:moveTo>
                  <a:lnTo>
                    <a:pt x="21" y="17"/>
                  </a:lnTo>
                  <a:cubicBezTo>
                    <a:pt x="38" y="50"/>
                    <a:pt x="71" y="66"/>
                    <a:pt x="87" y="66"/>
                  </a:cubicBezTo>
                  <a:cubicBezTo>
                    <a:pt x="124" y="66"/>
                    <a:pt x="157" y="66"/>
                    <a:pt x="174" y="33"/>
                  </a:cubicBezTo>
                  <a:cubicBezTo>
                    <a:pt x="190" y="33"/>
                    <a:pt x="190" y="17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0" name="Google Shape;21280;p60"/>
            <p:cNvSpPr/>
            <p:nvPr/>
          </p:nvSpPr>
          <p:spPr>
            <a:xfrm>
              <a:off x="3796300" y="2218425"/>
              <a:ext cx="5175" cy="6400"/>
            </a:xfrm>
            <a:custGeom>
              <a:avLst/>
              <a:gdLst/>
              <a:ahLst/>
              <a:cxnLst/>
              <a:rect l="l" t="t" r="r" b="b"/>
              <a:pathLst>
                <a:path w="207" h="256" extrusionOk="0">
                  <a:moveTo>
                    <a:pt x="71" y="0"/>
                  </a:moveTo>
                  <a:cubicBezTo>
                    <a:pt x="54" y="0"/>
                    <a:pt x="17" y="17"/>
                    <a:pt x="0" y="33"/>
                  </a:cubicBezTo>
                  <a:lnTo>
                    <a:pt x="0" y="223"/>
                  </a:lnTo>
                  <a:cubicBezTo>
                    <a:pt x="17" y="223"/>
                    <a:pt x="17" y="223"/>
                    <a:pt x="17" y="239"/>
                  </a:cubicBezTo>
                  <a:cubicBezTo>
                    <a:pt x="54" y="256"/>
                    <a:pt x="71" y="256"/>
                    <a:pt x="104" y="256"/>
                  </a:cubicBezTo>
                  <a:cubicBezTo>
                    <a:pt x="141" y="256"/>
                    <a:pt x="157" y="239"/>
                    <a:pt x="174" y="206"/>
                  </a:cubicBezTo>
                  <a:cubicBezTo>
                    <a:pt x="190" y="169"/>
                    <a:pt x="207" y="136"/>
                    <a:pt x="190" y="103"/>
                  </a:cubicBezTo>
                  <a:cubicBezTo>
                    <a:pt x="190" y="66"/>
                    <a:pt x="174" y="50"/>
                    <a:pt x="157" y="17"/>
                  </a:cubicBezTo>
                  <a:cubicBezTo>
                    <a:pt x="141" y="17"/>
                    <a:pt x="141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1" name="Google Shape;21281;p60"/>
            <p:cNvSpPr/>
            <p:nvPr/>
          </p:nvSpPr>
          <p:spPr>
            <a:xfrm>
              <a:off x="4005025" y="2184925"/>
              <a:ext cx="4350" cy="1250"/>
            </a:xfrm>
            <a:custGeom>
              <a:avLst/>
              <a:gdLst/>
              <a:ahLst/>
              <a:cxnLst/>
              <a:rect l="l" t="t" r="r" b="b"/>
              <a:pathLst>
                <a:path w="174" h="50" extrusionOk="0">
                  <a:moveTo>
                    <a:pt x="0" y="0"/>
                  </a:moveTo>
                  <a:lnTo>
                    <a:pt x="17" y="17"/>
                  </a:lnTo>
                  <a:cubicBezTo>
                    <a:pt x="54" y="50"/>
                    <a:pt x="70" y="50"/>
                    <a:pt x="103" y="50"/>
                  </a:cubicBezTo>
                  <a:cubicBezTo>
                    <a:pt x="141" y="33"/>
                    <a:pt x="157" y="33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2" name="Google Shape;21282;p60"/>
            <p:cNvSpPr/>
            <p:nvPr/>
          </p:nvSpPr>
          <p:spPr>
            <a:xfrm>
              <a:off x="3816500" y="2184925"/>
              <a:ext cx="6000" cy="4350"/>
            </a:xfrm>
            <a:custGeom>
              <a:avLst/>
              <a:gdLst/>
              <a:ahLst/>
              <a:cxnLst/>
              <a:rect l="l" t="t" r="r" b="b"/>
              <a:pathLst>
                <a:path w="240" h="174" extrusionOk="0">
                  <a:moveTo>
                    <a:pt x="17" y="0"/>
                  </a:moveTo>
                  <a:cubicBezTo>
                    <a:pt x="1" y="66"/>
                    <a:pt x="34" y="136"/>
                    <a:pt x="87" y="169"/>
                  </a:cubicBezTo>
                  <a:cubicBezTo>
                    <a:pt x="99" y="172"/>
                    <a:pt x="110" y="174"/>
                    <a:pt x="121" y="174"/>
                  </a:cubicBezTo>
                  <a:cubicBezTo>
                    <a:pt x="174" y="174"/>
                    <a:pt x="212" y="141"/>
                    <a:pt x="240" y="83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3" name="Google Shape;21283;p60"/>
            <p:cNvSpPr/>
            <p:nvPr/>
          </p:nvSpPr>
          <p:spPr>
            <a:xfrm>
              <a:off x="3837125" y="2184925"/>
              <a:ext cx="5575" cy="3000"/>
            </a:xfrm>
            <a:custGeom>
              <a:avLst/>
              <a:gdLst/>
              <a:ahLst/>
              <a:cxnLst/>
              <a:rect l="l" t="t" r="r" b="b"/>
              <a:pathLst>
                <a:path w="223" h="120" extrusionOk="0">
                  <a:moveTo>
                    <a:pt x="0" y="0"/>
                  </a:moveTo>
                  <a:cubicBezTo>
                    <a:pt x="17" y="33"/>
                    <a:pt x="33" y="66"/>
                    <a:pt x="54" y="83"/>
                  </a:cubicBezTo>
                  <a:cubicBezTo>
                    <a:pt x="70" y="103"/>
                    <a:pt x="103" y="120"/>
                    <a:pt x="136" y="120"/>
                  </a:cubicBezTo>
                  <a:cubicBezTo>
                    <a:pt x="173" y="103"/>
                    <a:pt x="206" y="50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4" name="Google Shape;21284;p60"/>
            <p:cNvSpPr/>
            <p:nvPr/>
          </p:nvSpPr>
          <p:spPr>
            <a:xfrm>
              <a:off x="4189725" y="242527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5" y="1"/>
                  </a:moveTo>
                  <a:cubicBezTo>
                    <a:pt x="80" y="1"/>
                    <a:pt x="28" y="31"/>
                    <a:pt x="1" y="75"/>
                  </a:cubicBezTo>
                  <a:lnTo>
                    <a:pt x="1" y="141"/>
                  </a:lnTo>
                  <a:cubicBezTo>
                    <a:pt x="1" y="195"/>
                    <a:pt x="34" y="228"/>
                    <a:pt x="71" y="244"/>
                  </a:cubicBezTo>
                  <a:cubicBezTo>
                    <a:pt x="84" y="251"/>
                    <a:pt x="101" y="255"/>
                    <a:pt x="118" y="255"/>
                  </a:cubicBezTo>
                  <a:cubicBezTo>
                    <a:pt x="143" y="255"/>
                    <a:pt x="169" y="247"/>
                    <a:pt x="190" y="228"/>
                  </a:cubicBezTo>
                  <a:cubicBezTo>
                    <a:pt x="190" y="211"/>
                    <a:pt x="207" y="195"/>
                    <a:pt x="207" y="178"/>
                  </a:cubicBezTo>
                  <a:cubicBezTo>
                    <a:pt x="240" y="108"/>
                    <a:pt x="207" y="38"/>
                    <a:pt x="153" y="5"/>
                  </a:cubicBezTo>
                  <a:cubicBezTo>
                    <a:pt x="144" y="2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5" name="Google Shape;21285;p60"/>
            <p:cNvSpPr/>
            <p:nvPr/>
          </p:nvSpPr>
          <p:spPr>
            <a:xfrm>
              <a:off x="4109425" y="2409150"/>
              <a:ext cx="6000" cy="6775"/>
            </a:xfrm>
            <a:custGeom>
              <a:avLst/>
              <a:gdLst/>
              <a:ahLst/>
              <a:cxnLst/>
              <a:rect l="l" t="t" r="r" b="b"/>
              <a:pathLst>
                <a:path w="240" h="271" extrusionOk="0">
                  <a:moveTo>
                    <a:pt x="110" y="0"/>
                  </a:moveTo>
                  <a:cubicBezTo>
                    <a:pt x="70" y="0"/>
                    <a:pt x="29" y="33"/>
                    <a:pt x="17" y="81"/>
                  </a:cubicBezTo>
                  <a:cubicBezTo>
                    <a:pt x="1" y="151"/>
                    <a:pt x="17" y="238"/>
                    <a:pt x="87" y="254"/>
                  </a:cubicBezTo>
                  <a:cubicBezTo>
                    <a:pt x="104" y="271"/>
                    <a:pt x="120" y="271"/>
                    <a:pt x="137" y="271"/>
                  </a:cubicBezTo>
                  <a:cubicBezTo>
                    <a:pt x="170" y="254"/>
                    <a:pt x="207" y="238"/>
                    <a:pt x="224" y="184"/>
                  </a:cubicBezTo>
                  <a:cubicBezTo>
                    <a:pt x="240" y="135"/>
                    <a:pt x="224" y="81"/>
                    <a:pt x="207" y="48"/>
                  </a:cubicBezTo>
                  <a:cubicBezTo>
                    <a:pt x="191" y="32"/>
                    <a:pt x="170" y="15"/>
                    <a:pt x="153" y="15"/>
                  </a:cubicBezTo>
                  <a:cubicBezTo>
                    <a:pt x="140" y="5"/>
                    <a:pt x="125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6" name="Google Shape;21286;p60"/>
            <p:cNvSpPr/>
            <p:nvPr/>
          </p:nvSpPr>
          <p:spPr>
            <a:xfrm>
              <a:off x="4107275" y="24267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5" y="1"/>
                  </a:moveTo>
                  <a:cubicBezTo>
                    <a:pt x="91" y="1"/>
                    <a:pt x="79" y="6"/>
                    <a:pt x="70" y="16"/>
                  </a:cubicBezTo>
                  <a:cubicBezTo>
                    <a:pt x="33" y="33"/>
                    <a:pt x="17" y="49"/>
                    <a:pt x="17" y="82"/>
                  </a:cubicBezTo>
                  <a:cubicBezTo>
                    <a:pt x="0" y="119"/>
                    <a:pt x="0" y="152"/>
                    <a:pt x="17" y="169"/>
                  </a:cubicBezTo>
                  <a:cubicBezTo>
                    <a:pt x="17" y="202"/>
                    <a:pt x="50" y="239"/>
                    <a:pt x="87" y="255"/>
                  </a:cubicBezTo>
                  <a:cubicBezTo>
                    <a:pt x="96" y="258"/>
                    <a:pt x="105" y="260"/>
                    <a:pt x="114" y="260"/>
                  </a:cubicBezTo>
                  <a:cubicBezTo>
                    <a:pt x="159" y="260"/>
                    <a:pt x="209" y="229"/>
                    <a:pt x="223" y="185"/>
                  </a:cubicBezTo>
                  <a:cubicBezTo>
                    <a:pt x="239" y="119"/>
                    <a:pt x="223" y="33"/>
                    <a:pt x="153" y="16"/>
                  </a:cubicBezTo>
                  <a:cubicBezTo>
                    <a:pt x="136" y="6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7" name="Google Shape;21287;p60"/>
            <p:cNvSpPr/>
            <p:nvPr/>
          </p:nvSpPr>
          <p:spPr>
            <a:xfrm>
              <a:off x="4119750" y="24720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33" y="8"/>
                    <a:pt x="0" y="78"/>
                    <a:pt x="17" y="144"/>
                  </a:cubicBezTo>
                  <a:cubicBezTo>
                    <a:pt x="17" y="181"/>
                    <a:pt x="33" y="214"/>
                    <a:pt x="50" y="230"/>
                  </a:cubicBezTo>
                  <a:cubicBezTo>
                    <a:pt x="66" y="247"/>
                    <a:pt x="103" y="268"/>
                    <a:pt x="136" y="268"/>
                  </a:cubicBezTo>
                  <a:cubicBezTo>
                    <a:pt x="169" y="247"/>
                    <a:pt x="190" y="230"/>
                    <a:pt x="206" y="214"/>
                  </a:cubicBezTo>
                  <a:cubicBezTo>
                    <a:pt x="223" y="181"/>
                    <a:pt x="239" y="144"/>
                    <a:pt x="223" y="111"/>
                  </a:cubicBezTo>
                  <a:cubicBezTo>
                    <a:pt x="223" y="78"/>
                    <a:pt x="206" y="41"/>
                    <a:pt x="190" y="24"/>
                  </a:cubicBezTo>
                  <a:cubicBezTo>
                    <a:pt x="169" y="24"/>
                    <a:pt x="169" y="8"/>
                    <a:pt x="153" y="8"/>
                  </a:cubicBez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8" name="Google Shape;21288;p60"/>
            <p:cNvSpPr/>
            <p:nvPr/>
          </p:nvSpPr>
          <p:spPr>
            <a:xfrm>
              <a:off x="4106850" y="2459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0"/>
                  </a:moveTo>
                  <a:cubicBezTo>
                    <a:pt x="104" y="0"/>
                    <a:pt x="67" y="0"/>
                    <a:pt x="50" y="17"/>
                  </a:cubicBezTo>
                  <a:cubicBezTo>
                    <a:pt x="34" y="54"/>
                    <a:pt x="17" y="87"/>
                    <a:pt x="17" y="120"/>
                  </a:cubicBezTo>
                  <a:cubicBezTo>
                    <a:pt x="1" y="157"/>
                    <a:pt x="17" y="190"/>
                    <a:pt x="34" y="207"/>
                  </a:cubicBezTo>
                  <a:cubicBezTo>
                    <a:pt x="50" y="240"/>
                    <a:pt x="87" y="260"/>
                    <a:pt x="104" y="260"/>
                  </a:cubicBezTo>
                  <a:cubicBezTo>
                    <a:pt x="137" y="260"/>
                    <a:pt x="170" y="260"/>
                    <a:pt x="190" y="223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0" y="33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9" name="Google Shape;21289;p60"/>
            <p:cNvSpPr/>
            <p:nvPr/>
          </p:nvSpPr>
          <p:spPr>
            <a:xfrm>
              <a:off x="4127475" y="243660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1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4"/>
                    <a:pt x="17" y="220"/>
                    <a:pt x="87" y="257"/>
                  </a:cubicBezTo>
                  <a:cubicBezTo>
                    <a:pt x="95" y="260"/>
                    <a:pt x="104" y="261"/>
                    <a:pt x="114" y="261"/>
                  </a:cubicBezTo>
                  <a:cubicBezTo>
                    <a:pt x="159" y="261"/>
                    <a:pt x="209" y="229"/>
                    <a:pt x="223" y="170"/>
                  </a:cubicBezTo>
                  <a:cubicBezTo>
                    <a:pt x="240" y="100"/>
                    <a:pt x="223" y="34"/>
                    <a:pt x="153" y="14"/>
                  </a:cubicBezTo>
                  <a:cubicBezTo>
                    <a:pt x="140" y="5"/>
                    <a:pt x="125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0" name="Google Shape;21290;p60"/>
            <p:cNvSpPr/>
            <p:nvPr/>
          </p:nvSpPr>
          <p:spPr>
            <a:xfrm>
              <a:off x="4121400" y="2456550"/>
              <a:ext cx="5675" cy="6700"/>
            </a:xfrm>
            <a:custGeom>
              <a:avLst/>
              <a:gdLst/>
              <a:ahLst/>
              <a:cxnLst/>
              <a:rect l="l" t="t" r="r" b="b"/>
              <a:pathLst>
                <a:path w="227" h="268" extrusionOk="0">
                  <a:moveTo>
                    <a:pt x="118" y="0"/>
                  </a:moveTo>
                  <a:cubicBezTo>
                    <a:pt x="109" y="0"/>
                    <a:pt x="99" y="2"/>
                    <a:pt x="87" y="7"/>
                  </a:cubicBezTo>
                  <a:cubicBezTo>
                    <a:pt x="37" y="7"/>
                    <a:pt x="0" y="77"/>
                    <a:pt x="0" y="143"/>
                  </a:cubicBezTo>
                  <a:cubicBezTo>
                    <a:pt x="21" y="214"/>
                    <a:pt x="70" y="267"/>
                    <a:pt x="124" y="267"/>
                  </a:cubicBezTo>
                  <a:cubicBezTo>
                    <a:pt x="157" y="247"/>
                    <a:pt x="190" y="230"/>
                    <a:pt x="206" y="214"/>
                  </a:cubicBezTo>
                  <a:cubicBezTo>
                    <a:pt x="227" y="181"/>
                    <a:pt x="227" y="143"/>
                    <a:pt x="227" y="110"/>
                  </a:cubicBezTo>
                  <a:cubicBezTo>
                    <a:pt x="227" y="77"/>
                    <a:pt x="206" y="40"/>
                    <a:pt x="173" y="24"/>
                  </a:cubicBezTo>
                  <a:lnTo>
                    <a:pt x="157" y="7"/>
                  </a:lnTo>
                  <a:cubicBezTo>
                    <a:pt x="146" y="7"/>
                    <a:pt x="13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1" name="Google Shape;21291;p60"/>
            <p:cNvSpPr/>
            <p:nvPr/>
          </p:nvSpPr>
          <p:spPr>
            <a:xfrm>
              <a:off x="4123975" y="24069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40" y="0"/>
                  </a:moveTo>
                  <a:cubicBezTo>
                    <a:pt x="103" y="0"/>
                    <a:pt x="87" y="17"/>
                    <a:pt x="54" y="33"/>
                  </a:cubicBezTo>
                  <a:cubicBezTo>
                    <a:pt x="0" y="87"/>
                    <a:pt x="0" y="153"/>
                    <a:pt x="37" y="223"/>
                  </a:cubicBezTo>
                  <a:cubicBezTo>
                    <a:pt x="54" y="239"/>
                    <a:pt x="87" y="256"/>
                    <a:pt x="124" y="256"/>
                  </a:cubicBezTo>
                  <a:cubicBezTo>
                    <a:pt x="129" y="260"/>
                    <a:pt x="135" y="262"/>
                    <a:pt x="142" y="262"/>
                  </a:cubicBezTo>
                  <a:cubicBezTo>
                    <a:pt x="158" y="262"/>
                    <a:pt x="178" y="251"/>
                    <a:pt x="190" y="239"/>
                  </a:cubicBezTo>
                  <a:cubicBezTo>
                    <a:pt x="227" y="206"/>
                    <a:pt x="227" y="190"/>
                    <a:pt x="243" y="153"/>
                  </a:cubicBezTo>
                  <a:cubicBezTo>
                    <a:pt x="243" y="120"/>
                    <a:pt x="227" y="87"/>
                    <a:pt x="206" y="50"/>
                  </a:cubicBezTo>
                  <a:cubicBezTo>
                    <a:pt x="206" y="33"/>
                    <a:pt x="190" y="17"/>
                    <a:pt x="173" y="17"/>
                  </a:cubicBezTo>
                  <a:cubicBezTo>
                    <a:pt x="157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2" name="Google Shape;21292;p60"/>
            <p:cNvSpPr/>
            <p:nvPr/>
          </p:nvSpPr>
          <p:spPr>
            <a:xfrm>
              <a:off x="4072425" y="24511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24" y="1"/>
                  </a:moveTo>
                  <a:cubicBezTo>
                    <a:pt x="87" y="1"/>
                    <a:pt x="71" y="1"/>
                    <a:pt x="38" y="34"/>
                  </a:cubicBezTo>
                  <a:cubicBezTo>
                    <a:pt x="21" y="50"/>
                    <a:pt x="1" y="87"/>
                    <a:pt x="1" y="120"/>
                  </a:cubicBezTo>
                  <a:cubicBezTo>
                    <a:pt x="1" y="137"/>
                    <a:pt x="1" y="174"/>
                    <a:pt x="21" y="207"/>
                  </a:cubicBezTo>
                  <a:cubicBezTo>
                    <a:pt x="54" y="223"/>
                    <a:pt x="87" y="240"/>
                    <a:pt x="124" y="256"/>
                  </a:cubicBezTo>
                  <a:cubicBezTo>
                    <a:pt x="141" y="256"/>
                    <a:pt x="157" y="256"/>
                    <a:pt x="174" y="240"/>
                  </a:cubicBezTo>
                  <a:cubicBezTo>
                    <a:pt x="228" y="190"/>
                    <a:pt x="244" y="104"/>
                    <a:pt x="190" y="50"/>
                  </a:cubicBezTo>
                  <a:cubicBezTo>
                    <a:pt x="190" y="34"/>
                    <a:pt x="174" y="17"/>
                    <a:pt x="157" y="17"/>
                  </a:cubicBezTo>
                  <a:cubicBezTo>
                    <a:pt x="141" y="1"/>
                    <a:pt x="14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3" name="Google Shape;21293;p60"/>
            <p:cNvSpPr/>
            <p:nvPr/>
          </p:nvSpPr>
          <p:spPr>
            <a:xfrm>
              <a:off x="4033775" y="24258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24" y="1"/>
                  </a:moveTo>
                  <a:cubicBezTo>
                    <a:pt x="104" y="1"/>
                    <a:pt x="71" y="17"/>
                    <a:pt x="54" y="34"/>
                  </a:cubicBezTo>
                  <a:cubicBezTo>
                    <a:pt x="21" y="54"/>
                    <a:pt x="21" y="87"/>
                    <a:pt x="1" y="120"/>
                  </a:cubicBezTo>
                  <a:lnTo>
                    <a:pt x="1" y="157"/>
                  </a:lnTo>
                  <a:cubicBezTo>
                    <a:pt x="54" y="190"/>
                    <a:pt x="104" y="223"/>
                    <a:pt x="157" y="260"/>
                  </a:cubicBezTo>
                  <a:cubicBezTo>
                    <a:pt x="174" y="260"/>
                    <a:pt x="174" y="240"/>
                    <a:pt x="190" y="240"/>
                  </a:cubicBezTo>
                  <a:cubicBezTo>
                    <a:pt x="244" y="190"/>
                    <a:pt x="244" y="104"/>
                    <a:pt x="207" y="54"/>
                  </a:cubicBezTo>
                  <a:cubicBezTo>
                    <a:pt x="190" y="34"/>
                    <a:pt x="174" y="17"/>
                    <a:pt x="157" y="17"/>
                  </a:cubicBezTo>
                  <a:cubicBezTo>
                    <a:pt x="157" y="1"/>
                    <a:pt x="14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4" name="Google Shape;21294;p60"/>
            <p:cNvSpPr/>
            <p:nvPr/>
          </p:nvSpPr>
          <p:spPr>
            <a:xfrm>
              <a:off x="4048000" y="2438675"/>
              <a:ext cx="4350" cy="3950"/>
            </a:xfrm>
            <a:custGeom>
              <a:avLst/>
              <a:gdLst/>
              <a:ahLst/>
              <a:cxnLst/>
              <a:rect l="l" t="t" r="r" b="b"/>
              <a:pathLst>
                <a:path w="174" h="158" extrusionOk="0">
                  <a:moveTo>
                    <a:pt x="50" y="1"/>
                  </a:moveTo>
                  <a:cubicBezTo>
                    <a:pt x="34" y="1"/>
                    <a:pt x="17" y="17"/>
                    <a:pt x="1" y="17"/>
                  </a:cubicBezTo>
                  <a:cubicBezTo>
                    <a:pt x="50" y="71"/>
                    <a:pt x="120" y="104"/>
                    <a:pt x="174" y="158"/>
                  </a:cubicBezTo>
                  <a:lnTo>
                    <a:pt x="174" y="104"/>
                  </a:lnTo>
                  <a:cubicBezTo>
                    <a:pt x="174" y="71"/>
                    <a:pt x="153" y="54"/>
                    <a:pt x="137" y="17"/>
                  </a:cubicBezTo>
                  <a:cubicBezTo>
                    <a:pt x="120" y="17"/>
                    <a:pt x="120" y="17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5" name="Google Shape;21295;p60"/>
            <p:cNvSpPr/>
            <p:nvPr/>
          </p:nvSpPr>
          <p:spPr>
            <a:xfrm>
              <a:off x="4102525" y="2396225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87" y="0"/>
                  </a:moveTo>
                  <a:cubicBezTo>
                    <a:pt x="71" y="17"/>
                    <a:pt x="34" y="33"/>
                    <a:pt x="17" y="50"/>
                  </a:cubicBezTo>
                  <a:cubicBezTo>
                    <a:pt x="1" y="83"/>
                    <a:pt x="1" y="120"/>
                    <a:pt x="1" y="153"/>
                  </a:cubicBezTo>
                  <a:cubicBezTo>
                    <a:pt x="1" y="186"/>
                    <a:pt x="17" y="223"/>
                    <a:pt x="54" y="239"/>
                  </a:cubicBezTo>
                  <a:cubicBezTo>
                    <a:pt x="66" y="251"/>
                    <a:pt x="86" y="263"/>
                    <a:pt x="102" y="263"/>
                  </a:cubicBezTo>
                  <a:cubicBezTo>
                    <a:pt x="109" y="263"/>
                    <a:pt x="115" y="261"/>
                    <a:pt x="120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07" y="83"/>
                    <a:pt x="207" y="50"/>
                    <a:pt x="174" y="33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37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6" name="Google Shape;21296;p60"/>
            <p:cNvSpPr/>
            <p:nvPr/>
          </p:nvSpPr>
          <p:spPr>
            <a:xfrm>
              <a:off x="3817850" y="2495375"/>
              <a:ext cx="1250" cy="3025"/>
            </a:xfrm>
            <a:custGeom>
              <a:avLst/>
              <a:gdLst/>
              <a:ahLst/>
              <a:cxnLst/>
              <a:rect l="l" t="t" r="r" b="b"/>
              <a:pathLst>
                <a:path w="50" h="121" extrusionOk="0">
                  <a:moveTo>
                    <a:pt x="50" y="0"/>
                  </a:moveTo>
                  <a:cubicBezTo>
                    <a:pt x="33" y="0"/>
                    <a:pt x="33" y="17"/>
                    <a:pt x="17" y="33"/>
                  </a:cubicBezTo>
                  <a:cubicBezTo>
                    <a:pt x="0" y="54"/>
                    <a:pt x="0" y="87"/>
                    <a:pt x="0" y="120"/>
                  </a:cubicBezTo>
                  <a:cubicBezTo>
                    <a:pt x="17" y="71"/>
                    <a:pt x="33" y="33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7" name="Google Shape;21297;p60"/>
            <p:cNvSpPr/>
            <p:nvPr/>
          </p:nvSpPr>
          <p:spPr>
            <a:xfrm>
              <a:off x="4099950" y="24430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4" y="0"/>
                  </a:moveTo>
                  <a:cubicBezTo>
                    <a:pt x="54" y="17"/>
                    <a:pt x="1" y="87"/>
                    <a:pt x="17" y="153"/>
                  </a:cubicBezTo>
                  <a:cubicBezTo>
                    <a:pt x="17" y="190"/>
                    <a:pt x="34" y="223"/>
                    <a:pt x="71" y="239"/>
                  </a:cubicBezTo>
                  <a:cubicBezTo>
                    <a:pt x="82" y="251"/>
                    <a:pt x="102" y="262"/>
                    <a:pt x="119" y="262"/>
                  </a:cubicBezTo>
                  <a:cubicBezTo>
                    <a:pt x="126" y="262"/>
                    <a:pt x="132" y="260"/>
                    <a:pt x="137" y="256"/>
                  </a:cubicBezTo>
                  <a:cubicBezTo>
                    <a:pt x="174" y="256"/>
                    <a:pt x="190" y="239"/>
                    <a:pt x="207" y="206"/>
                  </a:cubicBezTo>
                  <a:cubicBezTo>
                    <a:pt x="223" y="190"/>
                    <a:pt x="240" y="153"/>
                    <a:pt x="223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lnTo>
                    <a:pt x="137" y="17"/>
                  </a:ln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8" name="Google Shape;21298;p60"/>
            <p:cNvSpPr/>
            <p:nvPr/>
          </p:nvSpPr>
          <p:spPr>
            <a:xfrm>
              <a:off x="4130875" y="23905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71" y="0"/>
                    <a:pt x="54" y="21"/>
                    <a:pt x="33" y="54"/>
                  </a:cubicBezTo>
                  <a:cubicBezTo>
                    <a:pt x="17" y="87"/>
                    <a:pt x="0" y="124"/>
                    <a:pt x="17" y="157"/>
                  </a:cubicBezTo>
                  <a:cubicBezTo>
                    <a:pt x="17" y="190"/>
                    <a:pt x="33" y="207"/>
                    <a:pt x="54" y="244"/>
                  </a:cubicBezTo>
                  <a:cubicBezTo>
                    <a:pt x="87" y="260"/>
                    <a:pt x="104" y="260"/>
                    <a:pt x="136" y="260"/>
                  </a:cubicBezTo>
                  <a:cubicBezTo>
                    <a:pt x="190" y="244"/>
                    <a:pt x="240" y="174"/>
                    <a:pt x="223" y="104"/>
                  </a:cubicBezTo>
                  <a:cubicBezTo>
                    <a:pt x="223" y="71"/>
                    <a:pt x="207" y="54"/>
                    <a:pt x="190" y="21"/>
                  </a:cubicBezTo>
                  <a:cubicBezTo>
                    <a:pt x="174" y="21"/>
                    <a:pt x="174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9" name="Google Shape;21299;p60"/>
            <p:cNvSpPr/>
            <p:nvPr/>
          </p:nvSpPr>
          <p:spPr>
            <a:xfrm>
              <a:off x="4145925" y="2484475"/>
              <a:ext cx="5175" cy="2775"/>
            </a:xfrm>
            <a:custGeom>
              <a:avLst/>
              <a:gdLst/>
              <a:ahLst/>
              <a:cxnLst/>
              <a:rect l="l" t="t" r="r" b="b"/>
              <a:pathLst>
                <a:path w="207" h="111" extrusionOk="0">
                  <a:moveTo>
                    <a:pt x="85" y="1"/>
                  </a:moveTo>
                  <a:cubicBezTo>
                    <a:pt x="67" y="1"/>
                    <a:pt x="45" y="13"/>
                    <a:pt x="33" y="24"/>
                  </a:cubicBezTo>
                  <a:cubicBezTo>
                    <a:pt x="17" y="41"/>
                    <a:pt x="0" y="57"/>
                    <a:pt x="0" y="78"/>
                  </a:cubicBezTo>
                  <a:cubicBezTo>
                    <a:pt x="70" y="94"/>
                    <a:pt x="136" y="94"/>
                    <a:pt x="207" y="111"/>
                  </a:cubicBezTo>
                  <a:cubicBezTo>
                    <a:pt x="207" y="94"/>
                    <a:pt x="190" y="57"/>
                    <a:pt x="190" y="57"/>
                  </a:cubicBezTo>
                  <a:cubicBezTo>
                    <a:pt x="174" y="24"/>
                    <a:pt x="153" y="24"/>
                    <a:pt x="136" y="8"/>
                  </a:cubicBezTo>
                  <a:lnTo>
                    <a:pt x="103" y="8"/>
                  </a:lnTo>
                  <a:cubicBezTo>
                    <a:pt x="99" y="3"/>
                    <a:pt x="92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0" name="Google Shape;21300;p60"/>
            <p:cNvSpPr/>
            <p:nvPr/>
          </p:nvSpPr>
          <p:spPr>
            <a:xfrm>
              <a:off x="4157475" y="2435600"/>
              <a:ext cx="6500" cy="6475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38" y="0"/>
                  </a:moveTo>
                  <a:cubicBezTo>
                    <a:pt x="86" y="0"/>
                    <a:pt x="48" y="30"/>
                    <a:pt x="21" y="74"/>
                  </a:cubicBezTo>
                  <a:cubicBezTo>
                    <a:pt x="0" y="140"/>
                    <a:pt x="37" y="227"/>
                    <a:pt x="87" y="243"/>
                  </a:cubicBezTo>
                  <a:cubicBezTo>
                    <a:pt x="101" y="254"/>
                    <a:pt x="117" y="258"/>
                    <a:pt x="132" y="258"/>
                  </a:cubicBezTo>
                  <a:cubicBezTo>
                    <a:pt x="173" y="258"/>
                    <a:pt x="212" y="225"/>
                    <a:pt x="227" y="177"/>
                  </a:cubicBezTo>
                  <a:cubicBezTo>
                    <a:pt x="260" y="107"/>
                    <a:pt x="227" y="37"/>
                    <a:pt x="173" y="4"/>
                  </a:cubicBezTo>
                  <a:cubicBezTo>
                    <a:pt x="161" y="1"/>
                    <a:pt x="149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1" name="Google Shape;21301;p60"/>
            <p:cNvSpPr/>
            <p:nvPr/>
          </p:nvSpPr>
          <p:spPr>
            <a:xfrm>
              <a:off x="4157975" y="24781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67" y="1"/>
                    <a:pt x="50" y="22"/>
                    <a:pt x="34" y="55"/>
                  </a:cubicBezTo>
                  <a:cubicBezTo>
                    <a:pt x="17" y="88"/>
                    <a:pt x="1" y="125"/>
                    <a:pt x="17" y="158"/>
                  </a:cubicBezTo>
                  <a:cubicBezTo>
                    <a:pt x="17" y="191"/>
                    <a:pt x="34" y="207"/>
                    <a:pt x="50" y="244"/>
                  </a:cubicBezTo>
                  <a:cubicBezTo>
                    <a:pt x="83" y="261"/>
                    <a:pt x="104" y="261"/>
                    <a:pt x="137" y="261"/>
                  </a:cubicBezTo>
                  <a:cubicBezTo>
                    <a:pt x="207" y="244"/>
                    <a:pt x="240" y="174"/>
                    <a:pt x="223" y="104"/>
                  </a:cubicBezTo>
                  <a:cubicBezTo>
                    <a:pt x="223" y="71"/>
                    <a:pt x="207" y="55"/>
                    <a:pt x="186" y="22"/>
                  </a:cubicBezTo>
                  <a:cubicBezTo>
                    <a:pt x="170" y="22"/>
                    <a:pt x="170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2" name="Google Shape;21302;p60"/>
            <p:cNvSpPr/>
            <p:nvPr/>
          </p:nvSpPr>
          <p:spPr>
            <a:xfrm>
              <a:off x="4164375" y="2417650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87" y="1"/>
                  </a:moveTo>
                  <a:cubicBezTo>
                    <a:pt x="87" y="1"/>
                    <a:pt x="70" y="1"/>
                    <a:pt x="70" y="17"/>
                  </a:cubicBezTo>
                  <a:cubicBezTo>
                    <a:pt x="17" y="34"/>
                    <a:pt x="0" y="87"/>
                    <a:pt x="0" y="153"/>
                  </a:cubicBezTo>
                  <a:cubicBezTo>
                    <a:pt x="0" y="190"/>
                    <a:pt x="17" y="223"/>
                    <a:pt x="54" y="240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56"/>
                    <a:pt x="223" y="190"/>
                    <a:pt x="223" y="120"/>
                  </a:cubicBezTo>
                  <a:cubicBezTo>
                    <a:pt x="223" y="104"/>
                    <a:pt x="207" y="87"/>
                    <a:pt x="207" y="87"/>
                  </a:cubicBezTo>
                  <a:cubicBezTo>
                    <a:pt x="190" y="50"/>
                    <a:pt x="174" y="17"/>
                    <a:pt x="157" y="17"/>
                  </a:cubicBezTo>
                  <a:cubicBezTo>
                    <a:pt x="136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3" name="Google Shape;21303;p60"/>
            <p:cNvSpPr/>
            <p:nvPr/>
          </p:nvSpPr>
          <p:spPr>
            <a:xfrm>
              <a:off x="4162200" y="2461050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41" y="1"/>
                  </a:moveTo>
                  <a:cubicBezTo>
                    <a:pt x="120" y="1"/>
                    <a:pt x="87" y="1"/>
                    <a:pt x="71" y="34"/>
                  </a:cubicBezTo>
                  <a:cubicBezTo>
                    <a:pt x="17" y="67"/>
                    <a:pt x="1" y="153"/>
                    <a:pt x="54" y="207"/>
                  </a:cubicBezTo>
                  <a:cubicBezTo>
                    <a:pt x="72" y="242"/>
                    <a:pt x="100" y="258"/>
                    <a:pt x="131" y="258"/>
                  </a:cubicBezTo>
                  <a:cubicBezTo>
                    <a:pt x="157" y="258"/>
                    <a:pt x="184" y="246"/>
                    <a:pt x="207" y="223"/>
                  </a:cubicBezTo>
                  <a:cubicBezTo>
                    <a:pt x="244" y="190"/>
                    <a:pt x="261" y="104"/>
                    <a:pt x="223" y="50"/>
                  </a:cubicBezTo>
                  <a:cubicBezTo>
                    <a:pt x="207" y="34"/>
                    <a:pt x="190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4" name="Google Shape;21304;p60"/>
            <p:cNvSpPr/>
            <p:nvPr/>
          </p:nvSpPr>
          <p:spPr>
            <a:xfrm>
              <a:off x="4175500" y="2429725"/>
              <a:ext cx="5700" cy="6400"/>
            </a:xfrm>
            <a:custGeom>
              <a:avLst/>
              <a:gdLst/>
              <a:ahLst/>
              <a:cxnLst/>
              <a:rect l="l" t="t" r="r" b="b"/>
              <a:pathLst>
                <a:path w="228" h="256" extrusionOk="0">
                  <a:moveTo>
                    <a:pt x="104" y="0"/>
                  </a:moveTo>
                  <a:cubicBezTo>
                    <a:pt x="71" y="0"/>
                    <a:pt x="38" y="17"/>
                    <a:pt x="21" y="50"/>
                  </a:cubicBezTo>
                  <a:cubicBezTo>
                    <a:pt x="1" y="83"/>
                    <a:pt x="1" y="120"/>
                    <a:pt x="1" y="153"/>
                  </a:cubicBezTo>
                  <a:cubicBezTo>
                    <a:pt x="1" y="186"/>
                    <a:pt x="21" y="206"/>
                    <a:pt x="54" y="239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90" y="239"/>
                    <a:pt x="227" y="169"/>
                    <a:pt x="227" y="103"/>
                  </a:cubicBezTo>
                  <a:cubicBezTo>
                    <a:pt x="227" y="66"/>
                    <a:pt x="207" y="33"/>
                    <a:pt x="174" y="17"/>
                  </a:cubicBezTo>
                  <a:cubicBezTo>
                    <a:pt x="174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5" name="Google Shape;21305;p60"/>
            <p:cNvSpPr/>
            <p:nvPr/>
          </p:nvSpPr>
          <p:spPr>
            <a:xfrm>
              <a:off x="3955650" y="22355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4" y="1"/>
                    <a:pt x="0" y="71"/>
                    <a:pt x="17" y="141"/>
                  </a:cubicBezTo>
                  <a:cubicBezTo>
                    <a:pt x="17" y="174"/>
                    <a:pt x="33" y="207"/>
                    <a:pt x="71" y="223"/>
                  </a:cubicBezTo>
                  <a:cubicBezTo>
                    <a:pt x="87" y="260"/>
                    <a:pt x="120" y="260"/>
                    <a:pt x="137" y="260"/>
                  </a:cubicBezTo>
                  <a:cubicBezTo>
                    <a:pt x="207" y="244"/>
                    <a:pt x="240" y="174"/>
                    <a:pt x="240" y="104"/>
                  </a:cubicBezTo>
                  <a:cubicBezTo>
                    <a:pt x="223" y="71"/>
                    <a:pt x="207" y="38"/>
                    <a:pt x="190" y="17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6" name="Google Shape;21306;p60"/>
            <p:cNvSpPr/>
            <p:nvPr/>
          </p:nvSpPr>
          <p:spPr>
            <a:xfrm>
              <a:off x="4180250" y="24601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57" y="0"/>
                  </a:moveTo>
                  <a:cubicBezTo>
                    <a:pt x="120" y="0"/>
                    <a:pt x="87" y="0"/>
                    <a:pt x="70" y="21"/>
                  </a:cubicBezTo>
                  <a:cubicBezTo>
                    <a:pt x="54" y="38"/>
                    <a:pt x="37" y="54"/>
                    <a:pt x="17" y="87"/>
                  </a:cubicBezTo>
                  <a:cubicBezTo>
                    <a:pt x="0" y="104"/>
                    <a:pt x="17" y="141"/>
                    <a:pt x="17" y="174"/>
                  </a:cubicBezTo>
                  <a:cubicBezTo>
                    <a:pt x="37" y="207"/>
                    <a:pt x="54" y="244"/>
                    <a:pt x="87" y="260"/>
                  </a:cubicBezTo>
                  <a:cubicBezTo>
                    <a:pt x="96" y="263"/>
                    <a:pt x="105" y="264"/>
                    <a:pt x="115" y="264"/>
                  </a:cubicBezTo>
                  <a:cubicBezTo>
                    <a:pt x="162" y="264"/>
                    <a:pt x="209" y="232"/>
                    <a:pt x="223" y="174"/>
                  </a:cubicBezTo>
                  <a:cubicBezTo>
                    <a:pt x="244" y="104"/>
                    <a:pt x="223" y="38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7" name="Google Shape;21307;p60"/>
            <p:cNvSpPr/>
            <p:nvPr/>
          </p:nvSpPr>
          <p:spPr>
            <a:xfrm>
              <a:off x="4136850" y="2404175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118" y="1"/>
                  </a:moveTo>
                  <a:cubicBezTo>
                    <a:pt x="110" y="1"/>
                    <a:pt x="100" y="2"/>
                    <a:pt x="87" y="8"/>
                  </a:cubicBezTo>
                  <a:cubicBezTo>
                    <a:pt x="71" y="8"/>
                    <a:pt x="54" y="24"/>
                    <a:pt x="38" y="41"/>
                  </a:cubicBezTo>
                  <a:cubicBezTo>
                    <a:pt x="21" y="57"/>
                    <a:pt x="1" y="111"/>
                    <a:pt x="1" y="144"/>
                  </a:cubicBezTo>
                  <a:cubicBezTo>
                    <a:pt x="1" y="177"/>
                    <a:pt x="21" y="214"/>
                    <a:pt x="54" y="231"/>
                  </a:cubicBezTo>
                  <a:cubicBezTo>
                    <a:pt x="71" y="247"/>
                    <a:pt x="104" y="264"/>
                    <a:pt x="124" y="264"/>
                  </a:cubicBezTo>
                  <a:cubicBezTo>
                    <a:pt x="190" y="247"/>
                    <a:pt x="227" y="177"/>
                    <a:pt x="227" y="128"/>
                  </a:cubicBezTo>
                  <a:lnTo>
                    <a:pt x="227" y="111"/>
                  </a:lnTo>
                  <a:cubicBezTo>
                    <a:pt x="207" y="57"/>
                    <a:pt x="190" y="24"/>
                    <a:pt x="157" y="8"/>
                  </a:cubicBezTo>
                  <a:cubicBezTo>
                    <a:pt x="146" y="8"/>
                    <a:pt x="135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8" name="Google Shape;21308;p60"/>
            <p:cNvSpPr/>
            <p:nvPr/>
          </p:nvSpPr>
          <p:spPr>
            <a:xfrm>
              <a:off x="4135200" y="24515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04" y="0"/>
                  </a:moveTo>
                  <a:cubicBezTo>
                    <a:pt x="34" y="0"/>
                    <a:pt x="1" y="70"/>
                    <a:pt x="1" y="136"/>
                  </a:cubicBezTo>
                  <a:cubicBezTo>
                    <a:pt x="1" y="173"/>
                    <a:pt x="17" y="206"/>
                    <a:pt x="50" y="223"/>
                  </a:cubicBezTo>
                  <a:cubicBezTo>
                    <a:pt x="67" y="260"/>
                    <a:pt x="104" y="260"/>
                    <a:pt x="137" y="260"/>
                  </a:cubicBezTo>
                  <a:cubicBezTo>
                    <a:pt x="190" y="239"/>
                    <a:pt x="223" y="173"/>
                    <a:pt x="223" y="103"/>
                  </a:cubicBezTo>
                  <a:cubicBezTo>
                    <a:pt x="223" y="70"/>
                    <a:pt x="207" y="33"/>
                    <a:pt x="170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9" name="Google Shape;21309;p60"/>
            <p:cNvSpPr/>
            <p:nvPr/>
          </p:nvSpPr>
          <p:spPr>
            <a:xfrm>
              <a:off x="4134800" y="24674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36" y="0"/>
                  </a:moveTo>
                  <a:cubicBezTo>
                    <a:pt x="103" y="0"/>
                    <a:pt x="66" y="17"/>
                    <a:pt x="50" y="37"/>
                  </a:cubicBezTo>
                  <a:cubicBezTo>
                    <a:pt x="0" y="87"/>
                    <a:pt x="0" y="157"/>
                    <a:pt x="33" y="223"/>
                  </a:cubicBezTo>
                  <a:cubicBezTo>
                    <a:pt x="50" y="243"/>
                    <a:pt x="66" y="260"/>
                    <a:pt x="103" y="260"/>
                  </a:cubicBezTo>
                  <a:cubicBezTo>
                    <a:pt x="113" y="265"/>
                    <a:pt x="122" y="267"/>
                    <a:pt x="132" y="267"/>
                  </a:cubicBezTo>
                  <a:cubicBezTo>
                    <a:pt x="154" y="267"/>
                    <a:pt x="174" y="255"/>
                    <a:pt x="186" y="243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86" y="37"/>
                    <a:pt x="169" y="17"/>
                    <a:pt x="153" y="17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0" name="Google Shape;21310;p60"/>
            <p:cNvSpPr/>
            <p:nvPr/>
          </p:nvSpPr>
          <p:spPr>
            <a:xfrm>
              <a:off x="4134800" y="242095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36" y="1"/>
                  </a:moveTo>
                  <a:cubicBezTo>
                    <a:pt x="85" y="1"/>
                    <a:pt x="44" y="31"/>
                    <a:pt x="17" y="75"/>
                  </a:cubicBezTo>
                  <a:cubicBezTo>
                    <a:pt x="0" y="145"/>
                    <a:pt x="33" y="228"/>
                    <a:pt x="83" y="248"/>
                  </a:cubicBezTo>
                  <a:cubicBezTo>
                    <a:pt x="97" y="257"/>
                    <a:pt x="112" y="261"/>
                    <a:pt x="127" y="261"/>
                  </a:cubicBezTo>
                  <a:cubicBezTo>
                    <a:pt x="170" y="261"/>
                    <a:pt x="211" y="230"/>
                    <a:pt x="223" y="178"/>
                  </a:cubicBezTo>
                  <a:cubicBezTo>
                    <a:pt x="256" y="108"/>
                    <a:pt x="223" y="42"/>
                    <a:pt x="169" y="5"/>
                  </a:cubicBezTo>
                  <a:cubicBezTo>
                    <a:pt x="158" y="2"/>
                    <a:pt x="14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1" name="Google Shape;21311;p60"/>
            <p:cNvSpPr/>
            <p:nvPr/>
          </p:nvSpPr>
          <p:spPr>
            <a:xfrm>
              <a:off x="4153650" y="24022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4" y="0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23"/>
                    <a:pt x="71" y="240"/>
                  </a:cubicBezTo>
                  <a:cubicBezTo>
                    <a:pt x="82" y="251"/>
                    <a:pt x="102" y="265"/>
                    <a:pt x="118" y="265"/>
                  </a:cubicBezTo>
                  <a:cubicBezTo>
                    <a:pt x="125" y="265"/>
                    <a:pt x="132" y="262"/>
                    <a:pt x="137" y="256"/>
                  </a:cubicBezTo>
                  <a:cubicBezTo>
                    <a:pt x="207" y="256"/>
                    <a:pt x="240" y="190"/>
                    <a:pt x="240" y="120"/>
                  </a:cubicBezTo>
                  <a:cubicBezTo>
                    <a:pt x="223" y="87"/>
                    <a:pt x="223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53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2" name="Google Shape;21312;p60"/>
            <p:cNvSpPr/>
            <p:nvPr/>
          </p:nvSpPr>
          <p:spPr>
            <a:xfrm>
              <a:off x="4139950" y="2359925"/>
              <a:ext cx="5575" cy="6625"/>
            </a:xfrm>
            <a:custGeom>
              <a:avLst/>
              <a:gdLst/>
              <a:ahLst/>
              <a:cxnLst/>
              <a:rect l="l" t="t" r="r" b="b"/>
              <a:pathLst>
                <a:path w="223" h="265" extrusionOk="0">
                  <a:moveTo>
                    <a:pt x="88" y="1"/>
                  </a:moveTo>
                  <a:cubicBezTo>
                    <a:pt x="64" y="1"/>
                    <a:pt x="45" y="14"/>
                    <a:pt x="33" y="26"/>
                  </a:cubicBezTo>
                  <a:cubicBezTo>
                    <a:pt x="17" y="59"/>
                    <a:pt x="0" y="75"/>
                    <a:pt x="0" y="112"/>
                  </a:cubicBezTo>
                  <a:cubicBezTo>
                    <a:pt x="0" y="145"/>
                    <a:pt x="0" y="178"/>
                    <a:pt x="17" y="215"/>
                  </a:cubicBezTo>
                  <a:cubicBezTo>
                    <a:pt x="33" y="248"/>
                    <a:pt x="66" y="265"/>
                    <a:pt x="83" y="265"/>
                  </a:cubicBezTo>
                  <a:cubicBezTo>
                    <a:pt x="120" y="265"/>
                    <a:pt x="153" y="248"/>
                    <a:pt x="169" y="232"/>
                  </a:cubicBezTo>
                  <a:cubicBezTo>
                    <a:pt x="223" y="195"/>
                    <a:pt x="223" y="112"/>
                    <a:pt x="186" y="42"/>
                  </a:cubicBezTo>
                  <a:cubicBezTo>
                    <a:pt x="169" y="26"/>
                    <a:pt x="169" y="26"/>
                    <a:pt x="136" y="9"/>
                  </a:cubicBezTo>
                  <a:lnTo>
                    <a:pt x="120" y="9"/>
                  </a:lnTo>
                  <a:cubicBezTo>
                    <a:pt x="109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3" name="Google Shape;21313;p60"/>
            <p:cNvSpPr/>
            <p:nvPr/>
          </p:nvSpPr>
          <p:spPr>
            <a:xfrm>
              <a:off x="4062125" y="2263575"/>
              <a:ext cx="5700" cy="6575"/>
            </a:xfrm>
            <a:custGeom>
              <a:avLst/>
              <a:gdLst/>
              <a:ahLst/>
              <a:cxnLst/>
              <a:rect l="l" t="t" r="r" b="b"/>
              <a:pathLst>
                <a:path w="228" h="263" extrusionOk="0">
                  <a:moveTo>
                    <a:pt x="130" y="0"/>
                  </a:moveTo>
                  <a:cubicBezTo>
                    <a:pt x="119" y="0"/>
                    <a:pt x="106" y="4"/>
                    <a:pt x="87" y="12"/>
                  </a:cubicBezTo>
                  <a:cubicBezTo>
                    <a:pt x="71" y="12"/>
                    <a:pt x="38" y="29"/>
                    <a:pt x="21" y="66"/>
                  </a:cubicBezTo>
                  <a:cubicBezTo>
                    <a:pt x="0" y="83"/>
                    <a:pt x="0" y="116"/>
                    <a:pt x="0" y="153"/>
                  </a:cubicBezTo>
                  <a:cubicBezTo>
                    <a:pt x="0" y="186"/>
                    <a:pt x="21" y="219"/>
                    <a:pt x="54" y="235"/>
                  </a:cubicBezTo>
                  <a:cubicBezTo>
                    <a:pt x="66" y="250"/>
                    <a:pt x="86" y="262"/>
                    <a:pt x="104" y="262"/>
                  </a:cubicBezTo>
                  <a:cubicBezTo>
                    <a:pt x="111" y="262"/>
                    <a:pt x="118" y="260"/>
                    <a:pt x="124" y="256"/>
                  </a:cubicBezTo>
                  <a:cubicBezTo>
                    <a:pt x="190" y="256"/>
                    <a:pt x="227" y="186"/>
                    <a:pt x="227" y="116"/>
                  </a:cubicBezTo>
                  <a:cubicBezTo>
                    <a:pt x="227" y="83"/>
                    <a:pt x="207" y="50"/>
                    <a:pt x="174" y="29"/>
                  </a:cubicBezTo>
                  <a:cubicBezTo>
                    <a:pt x="174" y="12"/>
                    <a:pt x="157" y="12"/>
                    <a:pt x="157" y="12"/>
                  </a:cubicBezTo>
                  <a:cubicBezTo>
                    <a:pt x="149" y="4"/>
                    <a:pt x="141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4" name="Google Shape;21314;p60"/>
            <p:cNvSpPr/>
            <p:nvPr/>
          </p:nvSpPr>
          <p:spPr>
            <a:xfrm>
              <a:off x="4035950" y="2375900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45" y="1"/>
                  </a:moveTo>
                  <a:cubicBezTo>
                    <a:pt x="99" y="1"/>
                    <a:pt x="51" y="34"/>
                    <a:pt x="37" y="92"/>
                  </a:cubicBezTo>
                  <a:cubicBezTo>
                    <a:pt x="0" y="158"/>
                    <a:pt x="37" y="228"/>
                    <a:pt x="87" y="244"/>
                  </a:cubicBezTo>
                  <a:cubicBezTo>
                    <a:pt x="103" y="261"/>
                    <a:pt x="120" y="261"/>
                    <a:pt x="140" y="261"/>
                  </a:cubicBezTo>
                  <a:cubicBezTo>
                    <a:pt x="190" y="261"/>
                    <a:pt x="223" y="228"/>
                    <a:pt x="243" y="174"/>
                  </a:cubicBezTo>
                  <a:cubicBezTo>
                    <a:pt x="260" y="125"/>
                    <a:pt x="243" y="71"/>
                    <a:pt x="206" y="38"/>
                  </a:cubicBezTo>
                  <a:cubicBezTo>
                    <a:pt x="206" y="38"/>
                    <a:pt x="190" y="22"/>
                    <a:pt x="173" y="5"/>
                  </a:cubicBezTo>
                  <a:cubicBezTo>
                    <a:pt x="164" y="2"/>
                    <a:pt x="155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5" name="Google Shape;21315;p60"/>
            <p:cNvSpPr/>
            <p:nvPr/>
          </p:nvSpPr>
          <p:spPr>
            <a:xfrm>
              <a:off x="4035950" y="228270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26" y="0"/>
                  </a:moveTo>
                  <a:cubicBezTo>
                    <a:pt x="80" y="0"/>
                    <a:pt x="33" y="35"/>
                    <a:pt x="17" y="89"/>
                  </a:cubicBezTo>
                  <a:cubicBezTo>
                    <a:pt x="0" y="159"/>
                    <a:pt x="17" y="229"/>
                    <a:pt x="87" y="245"/>
                  </a:cubicBezTo>
                  <a:cubicBezTo>
                    <a:pt x="101" y="254"/>
                    <a:pt x="116" y="258"/>
                    <a:pt x="131" y="258"/>
                  </a:cubicBezTo>
                  <a:cubicBezTo>
                    <a:pt x="172" y="258"/>
                    <a:pt x="211" y="227"/>
                    <a:pt x="223" y="175"/>
                  </a:cubicBezTo>
                  <a:cubicBezTo>
                    <a:pt x="243" y="109"/>
                    <a:pt x="223" y="39"/>
                    <a:pt x="157" y="6"/>
                  </a:cubicBezTo>
                  <a:cubicBezTo>
                    <a:pt x="147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6" name="Google Shape;21316;p60"/>
            <p:cNvSpPr/>
            <p:nvPr/>
          </p:nvSpPr>
          <p:spPr>
            <a:xfrm>
              <a:off x="4040275" y="22364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67"/>
                    <a:pt x="17" y="153"/>
                  </a:cubicBezTo>
                  <a:cubicBezTo>
                    <a:pt x="17" y="186"/>
                    <a:pt x="33" y="207"/>
                    <a:pt x="50" y="240"/>
                  </a:cubicBezTo>
                  <a:cubicBezTo>
                    <a:pt x="87" y="256"/>
                    <a:pt x="120" y="256"/>
                    <a:pt x="136" y="256"/>
                  </a:cubicBezTo>
                  <a:cubicBezTo>
                    <a:pt x="207" y="240"/>
                    <a:pt x="240" y="170"/>
                    <a:pt x="240" y="104"/>
                  </a:cubicBezTo>
                  <a:cubicBezTo>
                    <a:pt x="223" y="67"/>
                    <a:pt x="207" y="50"/>
                    <a:pt x="190" y="17"/>
                  </a:cubicBezTo>
                  <a:cubicBezTo>
                    <a:pt x="190" y="17"/>
                    <a:pt x="174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7" name="Google Shape;21317;p60"/>
            <p:cNvSpPr/>
            <p:nvPr/>
          </p:nvSpPr>
          <p:spPr>
            <a:xfrm>
              <a:off x="4032125" y="231840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20" y="0"/>
                  </a:moveTo>
                  <a:cubicBezTo>
                    <a:pt x="87" y="0"/>
                    <a:pt x="67" y="21"/>
                    <a:pt x="34" y="38"/>
                  </a:cubicBezTo>
                  <a:cubicBezTo>
                    <a:pt x="17" y="54"/>
                    <a:pt x="1" y="87"/>
                    <a:pt x="1" y="124"/>
                  </a:cubicBezTo>
                  <a:cubicBezTo>
                    <a:pt x="1" y="157"/>
                    <a:pt x="1" y="190"/>
                    <a:pt x="17" y="227"/>
                  </a:cubicBezTo>
                  <a:cubicBezTo>
                    <a:pt x="44" y="254"/>
                    <a:pt x="78" y="267"/>
                    <a:pt x="108" y="267"/>
                  </a:cubicBezTo>
                  <a:cubicBezTo>
                    <a:pt x="133" y="267"/>
                    <a:pt x="155" y="259"/>
                    <a:pt x="170" y="244"/>
                  </a:cubicBezTo>
                  <a:cubicBezTo>
                    <a:pt x="223" y="190"/>
                    <a:pt x="240" y="104"/>
                    <a:pt x="190" y="54"/>
                  </a:cubicBezTo>
                  <a:cubicBezTo>
                    <a:pt x="190" y="38"/>
                    <a:pt x="170" y="21"/>
                    <a:pt x="153" y="21"/>
                  </a:cubicBezTo>
                  <a:cubicBezTo>
                    <a:pt x="137" y="21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8" name="Google Shape;21318;p60"/>
            <p:cNvSpPr/>
            <p:nvPr/>
          </p:nvSpPr>
          <p:spPr>
            <a:xfrm>
              <a:off x="4034300" y="2393425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3" y="1"/>
                  </a:moveTo>
                  <a:cubicBezTo>
                    <a:pt x="99" y="1"/>
                    <a:pt x="78" y="14"/>
                    <a:pt x="66" y="26"/>
                  </a:cubicBezTo>
                  <a:cubicBezTo>
                    <a:pt x="33" y="42"/>
                    <a:pt x="17" y="59"/>
                    <a:pt x="17" y="75"/>
                  </a:cubicBezTo>
                  <a:cubicBezTo>
                    <a:pt x="0" y="112"/>
                    <a:pt x="0" y="145"/>
                    <a:pt x="17" y="162"/>
                  </a:cubicBezTo>
                  <a:cubicBezTo>
                    <a:pt x="17" y="215"/>
                    <a:pt x="50" y="232"/>
                    <a:pt x="66" y="248"/>
                  </a:cubicBezTo>
                  <a:cubicBezTo>
                    <a:pt x="85" y="257"/>
                    <a:pt x="102" y="261"/>
                    <a:pt x="118" y="261"/>
                  </a:cubicBezTo>
                  <a:cubicBezTo>
                    <a:pt x="162" y="261"/>
                    <a:pt x="196" y="230"/>
                    <a:pt x="223" y="178"/>
                  </a:cubicBezTo>
                  <a:cubicBezTo>
                    <a:pt x="239" y="112"/>
                    <a:pt x="206" y="42"/>
                    <a:pt x="153" y="9"/>
                  </a:cubicBezTo>
                  <a:cubicBezTo>
                    <a:pt x="143" y="3"/>
                    <a:pt x="133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9" name="Google Shape;21319;p60"/>
            <p:cNvSpPr/>
            <p:nvPr/>
          </p:nvSpPr>
          <p:spPr>
            <a:xfrm>
              <a:off x="4040275" y="23308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33" y="17"/>
                    <a:pt x="0" y="87"/>
                    <a:pt x="17" y="157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9" y="267"/>
                    <a:pt x="127" y="265"/>
                    <a:pt x="136" y="260"/>
                  </a:cubicBezTo>
                  <a:cubicBezTo>
                    <a:pt x="174" y="260"/>
                    <a:pt x="190" y="244"/>
                    <a:pt x="207" y="206"/>
                  </a:cubicBezTo>
                  <a:cubicBezTo>
                    <a:pt x="223" y="190"/>
                    <a:pt x="240" y="157"/>
                    <a:pt x="223" y="120"/>
                  </a:cubicBezTo>
                  <a:cubicBezTo>
                    <a:pt x="223" y="87"/>
                    <a:pt x="207" y="54"/>
                    <a:pt x="190" y="37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0" name="Google Shape;21320;p60"/>
            <p:cNvSpPr/>
            <p:nvPr/>
          </p:nvSpPr>
          <p:spPr>
            <a:xfrm>
              <a:off x="4033375" y="234592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40" y="0"/>
                  </a:moveTo>
                  <a:cubicBezTo>
                    <a:pt x="103" y="0"/>
                    <a:pt x="70" y="17"/>
                    <a:pt x="54" y="33"/>
                  </a:cubicBezTo>
                  <a:cubicBezTo>
                    <a:pt x="0" y="87"/>
                    <a:pt x="0" y="157"/>
                    <a:pt x="37" y="223"/>
                  </a:cubicBezTo>
                  <a:cubicBezTo>
                    <a:pt x="54" y="239"/>
                    <a:pt x="87" y="260"/>
                    <a:pt x="103" y="260"/>
                  </a:cubicBezTo>
                  <a:cubicBezTo>
                    <a:pt x="114" y="265"/>
                    <a:pt x="124" y="267"/>
                    <a:pt x="134" y="267"/>
                  </a:cubicBezTo>
                  <a:cubicBezTo>
                    <a:pt x="158" y="267"/>
                    <a:pt x="178" y="254"/>
                    <a:pt x="190" y="239"/>
                  </a:cubicBezTo>
                  <a:cubicBezTo>
                    <a:pt x="206" y="223"/>
                    <a:pt x="223" y="190"/>
                    <a:pt x="243" y="157"/>
                  </a:cubicBezTo>
                  <a:cubicBezTo>
                    <a:pt x="243" y="120"/>
                    <a:pt x="223" y="87"/>
                    <a:pt x="206" y="54"/>
                  </a:cubicBezTo>
                  <a:cubicBezTo>
                    <a:pt x="190" y="33"/>
                    <a:pt x="173" y="17"/>
                    <a:pt x="157" y="17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1" name="Google Shape;21321;p60"/>
            <p:cNvSpPr/>
            <p:nvPr/>
          </p:nvSpPr>
          <p:spPr>
            <a:xfrm>
              <a:off x="4034300" y="22987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88"/>
                    <a:pt x="17" y="154"/>
                  </a:cubicBezTo>
                  <a:cubicBezTo>
                    <a:pt x="17" y="191"/>
                    <a:pt x="33" y="224"/>
                    <a:pt x="50" y="240"/>
                  </a:cubicBezTo>
                  <a:cubicBezTo>
                    <a:pt x="83" y="257"/>
                    <a:pt x="103" y="257"/>
                    <a:pt x="136" y="257"/>
                  </a:cubicBezTo>
                  <a:cubicBezTo>
                    <a:pt x="206" y="240"/>
                    <a:pt x="239" y="191"/>
                    <a:pt x="223" y="104"/>
                  </a:cubicBezTo>
                  <a:cubicBezTo>
                    <a:pt x="223" y="67"/>
                    <a:pt x="206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2" name="Google Shape;21322;p60"/>
            <p:cNvSpPr/>
            <p:nvPr/>
          </p:nvSpPr>
          <p:spPr>
            <a:xfrm>
              <a:off x="4051000" y="23736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8" y="1"/>
                  </a:moveTo>
                  <a:cubicBezTo>
                    <a:pt x="85" y="1"/>
                    <a:pt x="65" y="12"/>
                    <a:pt x="54" y="24"/>
                  </a:cubicBezTo>
                  <a:cubicBezTo>
                    <a:pt x="0" y="78"/>
                    <a:pt x="0" y="160"/>
                    <a:pt x="33" y="214"/>
                  </a:cubicBezTo>
                  <a:cubicBezTo>
                    <a:pt x="54" y="230"/>
                    <a:pt x="87" y="247"/>
                    <a:pt x="103" y="263"/>
                  </a:cubicBezTo>
                  <a:cubicBezTo>
                    <a:pt x="136" y="263"/>
                    <a:pt x="173" y="247"/>
                    <a:pt x="190" y="230"/>
                  </a:cubicBezTo>
                  <a:cubicBezTo>
                    <a:pt x="206" y="214"/>
                    <a:pt x="223" y="181"/>
                    <a:pt x="223" y="144"/>
                  </a:cubicBezTo>
                  <a:cubicBezTo>
                    <a:pt x="239" y="111"/>
                    <a:pt x="223" y="78"/>
                    <a:pt x="206" y="41"/>
                  </a:cubicBezTo>
                  <a:cubicBezTo>
                    <a:pt x="190" y="24"/>
                    <a:pt x="173" y="24"/>
                    <a:pt x="157" y="8"/>
                  </a:cubicBezTo>
                  <a:lnTo>
                    <a:pt x="136" y="8"/>
                  </a:lnTo>
                  <a:cubicBezTo>
                    <a:pt x="127" y="3"/>
                    <a:pt x="117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3" name="Google Shape;21323;p60"/>
            <p:cNvSpPr/>
            <p:nvPr/>
          </p:nvSpPr>
          <p:spPr>
            <a:xfrm>
              <a:off x="4043675" y="2358475"/>
              <a:ext cx="5600" cy="6550"/>
            </a:xfrm>
            <a:custGeom>
              <a:avLst/>
              <a:gdLst/>
              <a:ahLst/>
              <a:cxnLst/>
              <a:rect l="l" t="t" r="r" b="b"/>
              <a:pathLst>
                <a:path w="224" h="262" extrusionOk="0">
                  <a:moveTo>
                    <a:pt x="96" y="1"/>
                  </a:moveTo>
                  <a:cubicBezTo>
                    <a:pt x="54" y="1"/>
                    <a:pt x="13" y="32"/>
                    <a:pt x="0" y="84"/>
                  </a:cubicBezTo>
                  <a:lnTo>
                    <a:pt x="0" y="150"/>
                  </a:lnTo>
                  <a:cubicBezTo>
                    <a:pt x="0" y="187"/>
                    <a:pt x="38" y="236"/>
                    <a:pt x="71" y="253"/>
                  </a:cubicBezTo>
                  <a:cubicBezTo>
                    <a:pt x="80" y="259"/>
                    <a:pt x="92" y="261"/>
                    <a:pt x="104" y="261"/>
                  </a:cubicBezTo>
                  <a:cubicBezTo>
                    <a:pt x="132" y="261"/>
                    <a:pt x="162" y="248"/>
                    <a:pt x="174" y="236"/>
                  </a:cubicBezTo>
                  <a:cubicBezTo>
                    <a:pt x="190" y="220"/>
                    <a:pt x="207" y="203"/>
                    <a:pt x="207" y="187"/>
                  </a:cubicBezTo>
                  <a:cubicBezTo>
                    <a:pt x="223" y="117"/>
                    <a:pt x="207" y="30"/>
                    <a:pt x="141" y="14"/>
                  </a:cubicBezTo>
                  <a:cubicBezTo>
                    <a:pt x="126" y="5"/>
                    <a:pt x="111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4" name="Google Shape;21324;p60"/>
            <p:cNvSpPr/>
            <p:nvPr/>
          </p:nvSpPr>
          <p:spPr>
            <a:xfrm>
              <a:off x="4054400" y="2403100"/>
              <a:ext cx="6100" cy="6750"/>
            </a:xfrm>
            <a:custGeom>
              <a:avLst/>
              <a:gdLst/>
              <a:ahLst/>
              <a:cxnLst/>
              <a:rect l="l" t="t" r="r" b="b"/>
              <a:pathLst>
                <a:path w="244" h="270" extrusionOk="0">
                  <a:moveTo>
                    <a:pt x="113" y="1"/>
                  </a:moveTo>
                  <a:cubicBezTo>
                    <a:pt x="72" y="1"/>
                    <a:pt x="33" y="32"/>
                    <a:pt x="21" y="84"/>
                  </a:cubicBezTo>
                  <a:cubicBezTo>
                    <a:pt x="0" y="154"/>
                    <a:pt x="21" y="241"/>
                    <a:pt x="87" y="257"/>
                  </a:cubicBezTo>
                  <a:cubicBezTo>
                    <a:pt x="101" y="266"/>
                    <a:pt x="116" y="270"/>
                    <a:pt x="131" y="270"/>
                  </a:cubicBezTo>
                  <a:cubicBezTo>
                    <a:pt x="172" y="270"/>
                    <a:pt x="212" y="238"/>
                    <a:pt x="227" y="187"/>
                  </a:cubicBezTo>
                  <a:cubicBezTo>
                    <a:pt x="243" y="117"/>
                    <a:pt x="227" y="34"/>
                    <a:pt x="157" y="14"/>
                  </a:cubicBezTo>
                  <a:cubicBezTo>
                    <a:pt x="143" y="5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5" name="Google Shape;21325;p60"/>
            <p:cNvSpPr/>
            <p:nvPr/>
          </p:nvSpPr>
          <p:spPr>
            <a:xfrm>
              <a:off x="4052325" y="23271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11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49"/>
                    <a:pt x="17" y="236"/>
                    <a:pt x="83" y="252"/>
                  </a:cubicBezTo>
                  <a:cubicBezTo>
                    <a:pt x="97" y="252"/>
                    <a:pt x="109" y="260"/>
                    <a:pt x="120" y="260"/>
                  </a:cubicBezTo>
                  <a:cubicBezTo>
                    <a:pt x="126" y="260"/>
                    <a:pt x="131" y="258"/>
                    <a:pt x="137" y="252"/>
                  </a:cubicBezTo>
                  <a:cubicBezTo>
                    <a:pt x="170" y="252"/>
                    <a:pt x="207" y="219"/>
                    <a:pt x="223" y="186"/>
                  </a:cubicBezTo>
                  <a:cubicBezTo>
                    <a:pt x="240" y="133"/>
                    <a:pt x="223" y="83"/>
                    <a:pt x="207" y="46"/>
                  </a:cubicBezTo>
                  <a:cubicBezTo>
                    <a:pt x="186" y="30"/>
                    <a:pt x="170" y="13"/>
                    <a:pt x="153" y="13"/>
                  </a:cubicBezTo>
                  <a:cubicBezTo>
                    <a:pt x="140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6" name="Google Shape;21326;p60"/>
            <p:cNvSpPr/>
            <p:nvPr/>
          </p:nvSpPr>
          <p:spPr>
            <a:xfrm>
              <a:off x="4044600" y="2312100"/>
              <a:ext cx="6000" cy="6850"/>
            </a:xfrm>
            <a:custGeom>
              <a:avLst/>
              <a:gdLst/>
              <a:ahLst/>
              <a:cxnLst/>
              <a:rect l="l" t="t" r="r" b="b"/>
              <a:pathLst>
                <a:path w="240" h="274" extrusionOk="0">
                  <a:moveTo>
                    <a:pt x="128" y="1"/>
                  </a:moveTo>
                  <a:cubicBezTo>
                    <a:pt x="120" y="1"/>
                    <a:pt x="112" y="5"/>
                    <a:pt x="104" y="13"/>
                  </a:cubicBezTo>
                  <a:cubicBezTo>
                    <a:pt x="67" y="13"/>
                    <a:pt x="50" y="30"/>
                    <a:pt x="34" y="67"/>
                  </a:cubicBezTo>
                  <a:cubicBezTo>
                    <a:pt x="17" y="83"/>
                    <a:pt x="1" y="116"/>
                    <a:pt x="17" y="149"/>
                  </a:cubicBezTo>
                  <a:cubicBezTo>
                    <a:pt x="17" y="186"/>
                    <a:pt x="34" y="219"/>
                    <a:pt x="50" y="236"/>
                  </a:cubicBezTo>
                  <a:cubicBezTo>
                    <a:pt x="83" y="252"/>
                    <a:pt x="104" y="273"/>
                    <a:pt x="137" y="273"/>
                  </a:cubicBezTo>
                  <a:cubicBezTo>
                    <a:pt x="186" y="252"/>
                    <a:pt x="240" y="186"/>
                    <a:pt x="223" y="116"/>
                  </a:cubicBezTo>
                  <a:cubicBezTo>
                    <a:pt x="223" y="83"/>
                    <a:pt x="207" y="46"/>
                    <a:pt x="186" y="30"/>
                  </a:cubicBezTo>
                  <a:cubicBezTo>
                    <a:pt x="170" y="30"/>
                    <a:pt x="170" y="13"/>
                    <a:pt x="153" y="13"/>
                  </a:cubicBezTo>
                  <a:cubicBezTo>
                    <a:pt x="145" y="5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7" name="Google Shape;21327;p60"/>
            <p:cNvSpPr/>
            <p:nvPr/>
          </p:nvSpPr>
          <p:spPr>
            <a:xfrm>
              <a:off x="4048825" y="2295050"/>
              <a:ext cx="6525" cy="6600"/>
            </a:xfrm>
            <a:custGeom>
              <a:avLst/>
              <a:gdLst/>
              <a:ahLst/>
              <a:cxnLst/>
              <a:rect l="l" t="t" r="r" b="b"/>
              <a:pathLst>
                <a:path w="261" h="264" extrusionOk="0">
                  <a:moveTo>
                    <a:pt x="120" y="0"/>
                  </a:moveTo>
                  <a:cubicBezTo>
                    <a:pt x="101" y="0"/>
                    <a:pt x="78" y="13"/>
                    <a:pt x="54" y="27"/>
                  </a:cubicBezTo>
                  <a:cubicBezTo>
                    <a:pt x="17" y="77"/>
                    <a:pt x="1" y="163"/>
                    <a:pt x="54" y="213"/>
                  </a:cubicBezTo>
                  <a:cubicBezTo>
                    <a:pt x="74" y="244"/>
                    <a:pt x="106" y="263"/>
                    <a:pt x="139" y="263"/>
                  </a:cubicBezTo>
                  <a:cubicBezTo>
                    <a:pt x="162" y="263"/>
                    <a:pt x="186" y="254"/>
                    <a:pt x="207" y="234"/>
                  </a:cubicBezTo>
                  <a:cubicBezTo>
                    <a:pt x="244" y="180"/>
                    <a:pt x="260" y="110"/>
                    <a:pt x="223" y="44"/>
                  </a:cubicBezTo>
                  <a:cubicBezTo>
                    <a:pt x="207" y="27"/>
                    <a:pt x="190" y="27"/>
                    <a:pt x="174" y="7"/>
                  </a:cubicBezTo>
                  <a:lnTo>
                    <a:pt x="141" y="7"/>
                  </a:lnTo>
                  <a:cubicBezTo>
                    <a:pt x="135" y="2"/>
                    <a:pt x="128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8" name="Google Shape;21328;p60"/>
            <p:cNvSpPr/>
            <p:nvPr/>
          </p:nvSpPr>
          <p:spPr>
            <a:xfrm>
              <a:off x="4075525" y="2384575"/>
              <a:ext cx="6425" cy="6675"/>
            </a:xfrm>
            <a:custGeom>
              <a:avLst/>
              <a:gdLst/>
              <a:ahLst/>
              <a:cxnLst/>
              <a:rect l="l" t="t" r="r" b="b"/>
              <a:pathLst>
                <a:path w="257" h="267" extrusionOk="0">
                  <a:moveTo>
                    <a:pt x="136" y="0"/>
                  </a:moveTo>
                  <a:cubicBezTo>
                    <a:pt x="104" y="0"/>
                    <a:pt x="83" y="17"/>
                    <a:pt x="50" y="33"/>
                  </a:cubicBezTo>
                  <a:cubicBezTo>
                    <a:pt x="0" y="87"/>
                    <a:pt x="0" y="157"/>
                    <a:pt x="33" y="223"/>
                  </a:cubicBezTo>
                  <a:cubicBezTo>
                    <a:pt x="50" y="239"/>
                    <a:pt x="83" y="260"/>
                    <a:pt x="120" y="260"/>
                  </a:cubicBezTo>
                  <a:cubicBezTo>
                    <a:pt x="125" y="265"/>
                    <a:pt x="131" y="267"/>
                    <a:pt x="137" y="267"/>
                  </a:cubicBezTo>
                  <a:cubicBezTo>
                    <a:pt x="154" y="267"/>
                    <a:pt x="174" y="254"/>
                    <a:pt x="186" y="239"/>
                  </a:cubicBezTo>
                  <a:cubicBezTo>
                    <a:pt x="240" y="190"/>
                    <a:pt x="256" y="103"/>
                    <a:pt x="207" y="54"/>
                  </a:cubicBezTo>
                  <a:cubicBezTo>
                    <a:pt x="207" y="33"/>
                    <a:pt x="186" y="17"/>
                    <a:pt x="169" y="17"/>
                  </a:cubicBezTo>
                  <a:cubicBezTo>
                    <a:pt x="153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9" name="Google Shape;21329;p60"/>
            <p:cNvSpPr/>
            <p:nvPr/>
          </p:nvSpPr>
          <p:spPr>
            <a:xfrm>
              <a:off x="4046250" y="23885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8" y="1"/>
                  </a:moveTo>
                  <a:cubicBezTo>
                    <a:pt x="88" y="1"/>
                    <a:pt x="50" y="34"/>
                    <a:pt x="38" y="81"/>
                  </a:cubicBezTo>
                  <a:cubicBezTo>
                    <a:pt x="1" y="152"/>
                    <a:pt x="38" y="222"/>
                    <a:pt x="87" y="255"/>
                  </a:cubicBezTo>
                  <a:cubicBezTo>
                    <a:pt x="99" y="257"/>
                    <a:pt x="110" y="259"/>
                    <a:pt x="121" y="259"/>
                  </a:cubicBezTo>
                  <a:cubicBezTo>
                    <a:pt x="174" y="259"/>
                    <a:pt x="213" y="226"/>
                    <a:pt x="244" y="168"/>
                  </a:cubicBezTo>
                  <a:cubicBezTo>
                    <a:pt x="260" y="119"/>
                    <a:pt x="223" y="32"/>
                    <a:pt x="174" y="16"/>
                  </a:cubicBezTo>
                  <a:cubicBezTo>
                    <a:pt x="159" y="5"/>
                    <a:pt x="144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0" name="Google Shape;21330;p60"/>
            <p:cNvSpPr/>
            <p:nvPr/>
          </p:nvSpPr>
          <p:spPr>
            <a:xfrm>
              <a:off x="4087900" y="2351600"/>
              <a:ext cx="5675" cy="6825"/>
            </a:xfrm>
            <a:custGeom>
              <a:avLst/>
              <a:gdLst/>
              <a:ahLst/>
              <a:cxnLst/>
              <a:rect l="l" t="t" r="r" b="b"/>
              <a:pathLst>
                <a:path w="227" h="273" extrusionOk="0">
                  <a:moveTo>
                    <a:pt x="132" y="0"/>
                  </a:moveTo>
                  <a:cubicBezTo>
                    <a:pt x="123" y="0"/>
                    <a:pt x="114" y="4"/>
                    <a:pt x="103" y="12"/>
                  </a:cubicBezTo>
                  <a:cubicBezTo>
                    <a:pt x="37" y="12"/>
                    <a:pt x="0" y="82"/>
                    <a:pt x="0" y="153"/>
                  </a:cubicBezTo>
                  <a:cubicBezTo>
                    <a:pt x="21" y="186"/>
                    <a:pt x="37" y="219"/>
                    <a:pt x="54" y="239"/>
                  </a:cubicBezTo>
                  <a:cubicBezTo>
                    <a:pt x="70" y="256"/>
                    <a:pt x="103" y="272"/>
                    <a:pt x="140" y="272"/>
                  </a:cubicBezTo>
                  <a:cubicBezTo>
                    <a:pt x="157" y="256"/>
                    <a:pt x="190" y="239"/>
                    <a:pt x="206" y="202"/>
                  </a:cubicBezTo>
                  <a:cubicBezTo>
                    <a:pt x="227" y="186"/>
                    <a:pt x="227" y="153"/>
                    <a:pt x="227" y="115"/>
                  </a:cubicBezTo>
                  <a:cubicBezTo>
                    <a:pt x="227" y="82"/>
                    <a:pt x="206" y="50"/>
                    <a:pt x="190" y="33"/>
                  </a:cubicBezTo>
                  <a:cubicBezTo>
                    <a:pt x="173" y="33"/>
                    <a:pt x="173" y="12"/>
                    <a:pt x="157" y="12"/>
                  </a:cubicBezTo>
                  <a:cubicBezTo>
                    <a:pt x="149" y="4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1" name="Google Shape;21331;p60"/>
            <p:cNvSpPr/>
            <p:nvPr/>
          </p:nvSpPr>
          <p:spPr>
            <a:xfrm>
              <a:off x="4090975" y="2384250"/>
              <a:ext cx="6000" cy="6850"/>
            </a:xfrm>
            <a:custGeom>
              <a:avLst/>
              <a:gdLst/>
              <a:ahLst/>
              <a:cxnLst/>
              <a:rect l="l" t="t" r="r" b="b"/>
              <a:pathLst>
                <a:path w="240" h="274" extrusionOk="0">
                  <a:moveTo>
                    <a:pt x="129" y="1"/>
                  </a:moveTo>
                  <a:cubicBezTo>
                    <a:pt x="120" y="1"/>
                    <a:pt x="112" y="5"/>
                    <a:pt x="104" y="13"/>
                  </a:cubicBezTo>
                  <a:lnTo>
                    <a:pt x="83" y="13"/>
                  </a:lnTo>
                  <a:cubicBezTo>
                    <a:pt x="34" y="30"/>
                    <a:pt x="1" y="100"/>
                    <a:pt x="17" y="149"/>
                  </a:cubicBezTo>
                  <a:cubicBezTo>
                    <a:pt x="17" y="187"/>
                    <a:pt x="34" y="220"/>
                    <a:pt x="50" y="236"/>
                  </a:cubicBezTo>
                  <a:cubicBezTo>
                    <a:pt x="83" y="252"/>
                    <a:pt x="104" y="273"/>
                    <a:pt x="137" y="273"/>
                  </a:cubicBezTo>
                  <a:cubicBezTo>
                    <a:pt x="207" y="252"/>
                    <a:pt x="240" y="187"/>
                    <a:pt x="240" y="116"/>
                  </a:cubicBezTo>
                  <a:cubicBezTo>
                    <a:pt x="224" y="100"/>
                    <a:pt x="224" y="100"/>
                    <a:pt x="224" y="83"/>
                  </a:cubicBezTo>
                  <a:cubicBezTo>
                    <a:pt x="207" y="46"/>
                    <a:pt x="186" y="30"/>
                    <a:pt x="153" y="13"/>
                  </a:cubicBezTo>
                  <a:cubicBezTo>
                    <a:pt x="145" y="5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2" name="Google Shape;21332;p60"/>
            <p:cNvSpPr/>
            <p:nvPr/>
          </p:nvSpPr>
          <p:spPr>
            <a:xfrm>
              <a:off x="4046675" y="2344725"/>
              <a:ext cx="6100" cy="6375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11" y="1"/>
                  </a:moveTo>
                  <a:cubicBezTo>
                    <a:pt x="71" y="1"/>
                    <a:pt x="33" y="33"/>
                    <a:pt x="21" y="81"/>
                  </a:cubicBezTo>
                  <a:cubicBezTo>
                    <a:pt x="0" y="151"/>
                    <a:pt x="21" y="221"/>
                    <a:pt x="70" y="254"/>
                  </a:cubicBezTo>
                  <a:lnTo>
                    <a:pt x="124" y="254"/>
                  </a:lnTo>
                  <a:cubicBezTo>
                    <a:pt x="173" y="254"/>
                    <a:pt x="206" y="221"/>
                    <a:pt x="227" y="168"/>
                  </a:cubicBezTo>
                  <a:cubicBezTo>
                    <a:pt x="243" y="135"/>
                    <a:pt x="227" y="81"/>
                    <a:pt x="190" y="48"/>
                  </a:cubicBezTo>
                  <a:cubicBezTo>
                    <a:pt x="190" y="32"/>
                    <a:pt x="173" y="15"/>
                    <a:pt x="157" y="15"/>
                  </a:cubicBezTo>
                  <a:cubicBezTo>
                    <a:pt x="142" y="5"/>
                    <a:pt x="127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3" name="Google Shape;21333;p60"/>
            <p:cNvSpPr/>
            <p:nvPr/>
          </p:nvSpPr>
          <p:spPr>
            <a:xfrm>
              <a:off x="4094375" y="233502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08" y="1"/>
                  </a:moveTo>
                  <a:cubicBezTo>
                    <a:pt x="86" y="1"/>
                    <a:pt x="65" y="12"/>
                    <a:pt x="50" y="24"/>
                  </a:cubicBezTo>
                  <a:cubicBezTo>
                    <a:pt x="1" y="78"/>
                    <a:pt x="1" y="160"/>
                    <a:pt x="34" y="214"/>
                  </a:cubicBezTo>
                  <a:cubicBezTo>
                    <a:pt x="50" y="230"/>
                    <a:pt x="88" y="247"/>
                    <a:pt x="104" y="263"/>
                  </a:cubicBezTo>
                  <a:cubicBezTo>
                    <a:pt x="137" y="263"/>
                    <a:pt x="174" y="247"/>
                    <a:pt x="191" y="230"/>
                  </a:cubicBezTo>
                  <a:cubicBezTo>
                    <a:pt x="240" y="181"/>
                    <a:pt x="240" y="111"/>
                    <a:pt x="207" y="40"/>
                  </a:cubicBezTo>
                  <a:cubicBezTo>
                    <a:pt x="191" y="24"/>
                    <a:pt x="174" y="24"/>
                    <a:pt x="153" y="7"/>
                  </a:cubicBezTo>
                  <a:lnTo>
                    <a:pt x="137" y="7"/>
                  </a:lnTo>
                  <a:cubicBezTo>
                    <a:pt x="127" y="3"/>
                    <a:pt x="118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4" name="Google Shape;21334;p60"/>
            <p:cNvSpPr/>
            <p:nvPr/>
          </p:nvSpPr>
          <p:spPr>
            <a:xfrm>
              <a:off x="4083675" y="2274175"/>
              <a:ext cx="6000" cy="6925"/>
            </a:xfrm>
            <a:custGeom>
              <a:avLst/>
              <a:gdLst/>
              <a:ahLst/>
              <a:cxnLst/>
              <a:rect l="l" t="t" r="r" b="b"/>
              <a:pathLst>
                <a:path w="240" h="277" extrusionOk="0">
                  <a:moveTo>
                    <a:pt x="136" y="1"/>
                  </a:moveTo>
                  <a:cubicBezTo>
                    <a:pt x="103" y="1"/>
                    <a:pt x="87" y="17"/>
                    <a:pt x="50" y="38"/>
                  </a:cubicBezTo>
                  <a:cubicBezTo>
                    <a:pt x="0" y="87"/>
                    <a:pt x="0" y="174"/>
                    <a:pt x="33" y="223"/>
                  </a:cubicBezTo>
                  <a:cubicBezTo>
                    <a:pt x="50" y="244"/>
                    <a:pt x="87" y="260"/>
                    <a:pt x="120" y="277"/>
                  </a:cubicBezTo>
                  <a:cubicBezTo>
                    <a:pt x="136" y="277"/>
                    <a:pt x="169" y="260"/>
                    <a:pt x="190" y="244"/>
                  </a:cubicBezTo>
                  <a:cubicBezTo>
                    <a:pt x="223" y="223"/>
                    <a:pt x="223" y="190"/>
                    <a:pt x="239" y="157"/>
                  </a:cubicBezTo>
                  <a:cubicBezTo>
                    <a:pt x="239" y="120"/>
                    <a:pt x="223" y="87"/>
                    <a:pt x="206" y="54"/>
                  </a:cubicBezTo>
                  <a:cubicBezTo>
                    <a:pt x="206" y="38"/>
                    <a:pt x="190" y="17"/>
                    <a:pt x="169" y="17"/>
                  </a:cubicBezTo>
                  <a:cubicBezTo>
                    <a:pt x="153" y="17"/>
                    <a:pt x="153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5" name="Google Shape;21335;p60"/>
            <p:cNvSpPr/>
            <p:nvPr/>
          </p:nvSpPr>
          <p:spPr>
            <a:xfrm>
              <a:off x="4087075" y="2303950"/>
              <a:ext cx="6000" cy="6450"/>
            </a:xfrm>
            <a:custGeom>
              <a:avLst/>
              <a:gdLst/>
              <a:ahLst/>
              <a:cxnLst/>
              <a:rect l="l" t="t" r="r" b="b"/>
              <a:pathLst>
                <a:path w="240" h="258" extrusionOk="0">
                  <a:moveTo>
                    <a:pt x="112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20"/>
                    <a:pt x="87" y="253"/>
                  </a:cubicBezTo>
                  <a:cubicBezTo>
                    <a:pt x="96" y="256"/>
                    <a:pt x="105" y="257"/>
                    <a:pt x="115" y="257"/>
                  </a:cubicBezTo>
                  <a:cubicBezTo>
                    <a:pt x="159" y="257"/>
                    <a:pt x="209" y="227"/>
                    <a:pt x="223" y="187"/>
                  </a:cubicBezTo>
                  <a:cubicBezTo>
                    <a:pt x="239" y="117"/>
                    <a:pt x="223" y="30"/>
                    <a:pt x="157" y="14"/>
                  </a:cubicBezTo>
                  <a:cubicBezTo>
                    <a:pt x="143" y="5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6" name="Google Shape;21336;p60"/>
            <p:cNvSpPr/>
            <p:nvPr/>
          </p:nvSpPr>
          <p:spPr>
            <a:xfrm>
              <a:off x="4094375" y="2288300"/>
              <a:ext cx="6425" cy="6425"/>
            </a:xfrm>
            <a:custGeom>
              <a:avLst/>
              <a:gdLst/>
              <a:ahLst/>
              <a:cxnLst/>
              <a:rect l="l" t="t" r="r" b="b"/>
              <a:pathLst>
                <a:path w="257" h="257" extrusionOk="0">
                  <a:moveTo>
                    <a:pt x="140" y="1"/>
                  </a:moveTo>
                  <a:cubicBezTo>
                    <a:pt x="86" y="1"/>
                    <a:pt x="45" y="33"/>
                    <a:pt x="17" y="91"/>
                  </a:cubicBezTo>
                  <a:cubicBezTo>
                    <a:pt x="1" y="157"/>
                    <a:pt x="34" y="227"/>
                    <a:pt x="88" y="244"/>
                  </a:cubicBezTo>
                  <a:cubicBezTo>
                    <a:pt x="101" y="253"/>
                    <a:pt x="115" y="257"/>
                    <a:pt x="130" y="257"/>
                  </a:cubicBezTo>
                  <a:cubicBezTo>
                    <a:pt x="170" y="257"/>
                    <a:pt x="211" y="225"/>
                    <a:pt x="224" y="174"/>
                  </a:cubicBezTo>
                  <a:cubicBezTo>
                    <a:pt x="257" y="108"/>
                    <a:pt x="224" y="38"/>
                    <a:pt x="174" y="5"/>
                  </a:cubicBezTo>
                  <a:cubicBezTo>
                    <a:pt x="162" y="2"/>
                    <a:pt x="151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7" name="Google Shape;21337;p60"/>
            <p:cNvSpPr/>
            <p:nvPr/>
          </p:nvSpPr>
          <p:spPr>
            <a:xfrm>
              <a:off x="4048000" y="24232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0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215"/>
                    <a:pt x="71" y="263"/>
                    <a:pt x="117" y="263"/>
                  </a:cubicBezTo>
                  <a:cubicBezTo>
                    <a:pt x="124" y="263"/>
                    <a:pt x="131" y="262"/>
                    <a:pt x="137" y="260"/>
                  </a:cubicBezTo>
                  <a:cubicBezTo>
                    <a:pt x="174" y="260"/>
                    <a:pt x="190" y="240"/>
                    <a:pt x="207" y="207"/>
                  </a:cubicBezTo>
                  <a:cubicBezTo>
                    <a:pt x="223" y="174"/>
                    <a:pt x="240" y="137"/>
                    <a:pt x="240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90" y="17"/>
                    <a:pt x="174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8" name="Google Shape;21338;p60"/>
            <p:cNvSpPr/>
            <p:nvPr/>
          </p:nvSpPr>
          <p:spPr>
            <a:xfrm>
              <a:off x="4094800" y="231892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03" y="0"/>
                  </a:moveTo>
                  <a:cubicBezTo>
                    <a:pt x="33" y="17"/>
                    <a:pt x="0" y="83"/>
                    <a:pt x="0" y="153"/>
                  </a:cubicBezTo>
                  <a:cubicBezTo>
                    <a:pt x="0" y="186"/>
                    <a:pt x="17" y="206"/>
                    <a:pt x="54" y="239"/>
                  </a:cubicBezTo>
                  <a:cubicBezTo>
                    <a:pt x="71" y="256"/>
                    <a:pt x="103" y="256"/>
                    <a:pt x="136" y="256"/>
                  </a:cubicBezTo>
                  <a:cubicBezTo>
                    <a:pt x="190" y="239"/>
                    <a:pt x="223" y="169"/>
                    <a:pt x="223" y="103"/>
                  </a:cubicBezTo>
                  <a:cubicBezTo>
                    <a:pt x="223" y="66"/>
                    <a:pt x="207" y="50"/>
                    <a:pt x="174" y="17"/>
                  </a:cubicBezTo>
                  <a:cubicBezTo>
                    <a:pt x="174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9" name="Google Shape;21339;p60"/>
            <p:cNvSpPr/>
            <p:nvPr/>
          </p:nvSpPr>
          <p:spPr>
            <a:xfrm>
              <a:off x="4069450" y="240137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87" y="0"/>
                  </a:moveTo>
                  <a:cubicBezTo>
                    <a:pt x="37" y="17"/>
                    <a:pt x="0" y="83"/>
                    <a:pt x="0" y="153"/>
                  </a:cubicBezTo>
                  <a:cubicBezTo>
                    <a:pt x="0" y="186"/>
                    <a:pt x="17" y="223"/>
                    <a:pt x="54" y="240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23" y="83"/>
                    <a:pt x="206" y="50"/>
                    <a:pt x="173" y="33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40" y="0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0" name="Google Shape;21340;p60"/>
            <p:cNvSpPr/>
            <p:nvPr/>
          </p:nvSpPr>
          <p:spPr>
            <a:xfrm>
              <a:off x="4095625" y="236695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3" y="0"/>
                  </a:moveTo>
                  <a:cubicBezTo>
                    <a:pt x="70" y="17"/>
                    <a:pt x="54" y="37"/>
                    <a:pt x="38" y="54"/>
                  </a:cubicBezTo>
                  <a:cubicBezTo>
                    <a:pt x="21" y="87"/>
                    <a:pt x="0" y="120"/>
                    <a:pt x="21" y="157"/>
                  </a:cubicBezTo>
                  <a:cubicBezTo>
                    <a:pt x="21" y="190"/>
                    <a:pt x="38" y="223"/>
                    <a:pt x="54" y="244"/>
                  </a:cubicBezTo>
                  <a:cubicBezTo>
                    <a:pt x="77" y="255"/>
                    <a:pt x="92" y="267"/>
                    <a:pt x="112" y="267"/>
                  </a:cubicBezTo>
                  <a:cubicBezTo>
                    <a:pt x="121" y="267"/>
                    <a:pt x="130" y="265"/>
                    <a:pt x="141" y="260"/>
                  </a:cubicBezTo>
                  <a:cubicBezTo>
                    <a:pt x="207" y="260"/>
                    <a:pt x="244" y="190"/>
                    <a:pt x="227" y="120"/>
                  </a:cubicBezTo>
                  <a:cubicBezTo>
                    <a:pt x="227" y="87"/>
                    <a:pt x="207" y="54"/>
                    <a:pt x="190" y="37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1" name="Google Shape;21341;p60"/>
            <p:cNvSpPr/>
            <p:nvPr/>
          </p:nvSpPr>
          <p:spPr>
            <a:xfrm>
              <a:off x="4096550" y="227160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1"/>
                  </a:moveTo>
                  <a:cubicBezTo>
                    <a:pt x="66" y="1"/>
                    <a:pt x="50" y="17"/>
                    <a:pt x="33" y="38"/>
                  </a:cubicBezTo>
                  <a:cubicBezTo>
                    <a:pt x="17" y="71"/>
                    <a:pt x="1" y="104"/>
                    <a:pt x="1" y="141"/>
                  </a:cubicBezTo>
                  <a:cubicBezTo>
                    <a:pt x="1" y="174"/>
                    <a:pt x="17" y="207"/>
                    <a:pt x="50" y="223"/>
                  </a:cubicBezTo>
                  <a:cubicBezTo>
                    <a:pt x="66" y="260"/>
                    <a:pt x="104" y="260"/>
                    <a:pt x="120" y="260"/>
                  </a:cubicBezTo>
                  <a:cubicBezTo>
                    <a:pt x="190" y="244"/>
                    <a:pt x="223" y="190"/>
                    <a:pt x="223" y="120"/>
                  </a:cubicBezTo>
                  <a:lnTo>
                    <a:pt x="223" y="104"/>
                  </a:lnTo>
                  <a:cubicBezTo>
                    <a:pt x="207" y="54"/>
                    <a:pt x="19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2" name="Google Shape;21342;p60"/>
            <p:cNvSpPr/>
            <p:nvPr/>
          </p:nvSpPr>
          <p:spPr>
            <a:xfrm>
              <a:off x="4079325" y="2339525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04" y="1"/>
                  </a:moveTo>
                  <a:cubicBezTo>
                    <a:pt x="34" y="1"/>
                    <a:pt x="1" y="67"/>
                    <a:pt x="17" y="137"/>
                  </a:cubicBezTo>
                  <a:cubicBezTo>
                    <a:pt x="17" y="170"/>
                    <a:pt x="34" y="207"/>
                    <a:pt x="55" y="223"/>
                  </a:cubicBezTo>
                  <a:cubicBezTo>
                    <a:pt x="88" y="256"/>
                    <a:pt x="104" y="256"/>
                    <a:pt x="137" y="256"/>
                  </a:cubicBezTo>
                  <a:cubicBezTo>
                    <a:pt x="174" y="240"/>
                    <a:pt x="191" y="223"/>
                    <a:pt x="207" y="207"/>
                  </a:cubicBezTo>
                  <a:cubicBezTo>
                    <a:pt x="224" y="170"/>
                    <a:pt x="240" y="137"/>
                    <a:pt x="224" y="104"/>
                  </a:cubicBezTo>
                  <a:cubicBezTo>
                    <a:pt x="224" y="67"/>
                    <a:pt x="207" y="34"/>
                    <a:pt x="191" y="17"/>
                  </a:cubicBezTo>
                  <a:cubicBezTo>
                    <a:pt x="174" y="17"/>
                    <a:pt x="174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3" name="Google Shape;21343;p60"/>
            <p:cNvSpPr/>
            <p:nvPr/>
          </p:nvSpPr>
          <p:spPr>
            <a:xfrm>
              <a:off x="3860300" y="223945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34" y="17"/>
                    <a:pt x="1" y="66"/>
                    <a:pt x="1" y="153"/>
                  </a:cubicBezTo>
                  <a:cubicBezTo>
                    <a:pt x="1" y="190"/>
                    <a:pt x="17" y="206"/>
                    <a:pt x="54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57" y="256"/>
                    <a:pt x="190" y="223"/>
                    <a:pt x="207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7" y="33"/>
                    <a:pt x="174" y="17"/>
                  </a:cubicBezTo>
                  <a:cubicBezTo>
                    <a:pt x="174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4" name="Google Shape;21344;p60"/>
            <p:cNvSpPr/>
            <p:nvPr/>
          </p:nvSpPr>
          <p:spPr>
            <a:xfrm>
              <a:off x="3856900" y="2315300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37" y="1"/>
                  </a:moveTo>
                  <a:cubicBezTo>
                    <a:pt x="86" y="1"/>
                    <a:pt x="45" y="33"/>
                    <a:pt x="17" y="91"/>
                  </a:cubicBezTo>
                  <a:cubicBezTo>
                    <a:pt x="1" y="145"/>
                    <a:pt x="34" y="228"/>
                    <a:pt x="87" y="248"/>
                  </a:cubicBezTo>
                  <a:cubicBezTo>
                    <a:pt x="100" y="257"/>
                    <a:pt x="115" y="261"/>
                    <a:pt x="130" y="261"/>
                  </a:cubicBezTo>
                  <a:cubicBezTo>
                    <a:pt x="170" y="261"/>
                    <a:pt x="211" y="230"/>
                    <a:pt x="223" y="178"/>
                  </a:cubicBezTo>
                  <a:cubicBezTo>
                    <a:pt x="256" y="108"/>
                    <a:pt x="223" y="42"/>
                    <a:pt x="170" y="5"/>
                  </a:cubicBezTo>
                  <a:cubicBezTo>
                    <a:pt x="159" y="2"/>
                    <a:pt x="148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5" name="Google Shape;21345;p60"/>
            <p:cNvSpPr/>
            <p:nvPr/>
          </p:nvSpPr>
          <p:spPr>
            <a:xfrm>
              <a:off x="3856500" y="2284500"/>
              <a:ext cx="6000" cy="6925"/>
            </a:xfrm>
            <a:custGeom>
              <a:avLst/>
              <a:gdLst/>
              <a:ahLst/>
              <a:cxnLst/>
              <a:rect l="l" t="t" r="r" b="b"/>
              <a:pathLst>
                <a:path w="240" h="277" extrusionOk="0">
                  <a:moveTo>
                    <a:pt x="136" y="0"/>
                  </a:moveTo>
                  <a:cubicBezTo>
                    <a:pt x="103" y="0"/>
                    <a:pt x="66" y="17"/>
                    <a:pt x="50" y="37"/>
                  </a:cubicBezTo>
                  <a:cubicBezTo>
                    <a:pt x="0" y="87"/>
                    <a:pt x="0" y="157"/>
                    <a:pt x="33" y="223"/>
                  </a:cubicBezTo>
                  <a:cubicBezTo>
                    <a:pt x="50" y="243"/>
                    <a:pt x="66" y="260"/>
                    <a:pt x="103" y="276"/>
                  </a:cubicBezTo>
                  <a:cubicBezTo>
                    <a:pt x="136" y="276"/>
                    <a:pt x="169" y="260"/>
                    <a:pt x="186" y="243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86" y="37"/>
                    <a:pt x="169" y="17"/>
                    <a:pt x="153" y="17"/>
                  </a:cubicBezTo>
                  <a:cubicBezTo>
                    <a:pt x="153" y="17"/>
                    <a:pt x="136" y="17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6" name="Google Shape;21346;p60"/>
            <p:cNvSpPr/>
            <p:nvPr/>
          </p:nvSpPr>
          <p:spPr>
            <a:xfrm>
              <a:off x="3861650" y="2269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0" y="141"/>
                  </a:cubicBezTo>
                  <a:cubicBezTo>
                    <a:pt x="17" y="174"/>
                    <a:pt x="33" y="207"/>
                    <a:pt x="50" y="22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86" y="244"/>
                    <a:pt x="240" y="174"/>
                    <a:pt x="223" y="104"/>
                  </a:cubicBezTo>
                  <a:cubicBezTo>
                    <a:pt x="223" y="71"/>
                    <a:pt x="207" y="38"/>
                    <a:pt x="186" y="17"/>
                  </a:cubicBezTo>
                  <a:cubicBezTo>
                    <a:pt x="169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7" name="Google Shape;21347;p60"/>
            <p:cNvSpPr/>
            <p:nvPr/>
          </p:nvSpPr>
          <p:spPr>
            <a:xfrm>
              <a:off x="3850425" y="23954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30" y="0"/>
                  </a:moveTo>
                  <a:cubicBezTo>
                    <a:pt x="121" y="0"/>
                    <a:pt x="111" y="4"/>
                    <a:pt x="103" y="13"/>
                  </a:cubicBezTo>
                  <a:cubicBezTo>
                    <a:pt x="70" y="13"/>
                    <a:pt x="54" y="33"/>
                    <a:pt x="37" y="66"/>
                  </a:cubicBezTo>
                  <a:cubicBezTo>
                    <a:pt x="0" y="83"/>
                    <a:pt x="0" y="116"/>
                    <a:pt x="0" y="153"/>
                  </a:cubicBezTo>
                  <a:cubicBezTo>
                    <a:pt x="17" y="186"/>
                    <a:pt x="37" y="219"/>
                    <a:pt x="54" y="239"/>
                  </a:cubicBezTo>
                  <a:cubicBezTo>
                    <a:pt x="65" y="251"/>
                    <a:pt x="85" y="263"/>
                    <a:pt x="109" y="263"/>
                  </a:cubicBezTo>
                  <a:cubicBezTo>
                    <a:pt x="119" y="263"/>
                    <a:pt x="129" y="261"/>
                    <a:pt x="140" y="256"/>
                  </a:cubicBezTo>
                  <a:cubicBezTo>
                    <a:pt x="190" y="256"/>
                    <a:pt x="243" y="186"/>
                    <a:pt x="223" y="116"/>
                  </a:cubicBezTo>
                  <a:cubicBezTo>
                    <a:pt x="223" y="83"/>
                    <a:pt x="206" y="50"/>
                    <a:pt x="190" y="33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8" y="4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8" name="Google Shape;21348;p60"/>
            <p:cNvSpPr/>
            <p:nvPr/>
          </p:nvSpPr>
          <p:spPr>
            <a:xfrm>
              <a:off x="3853000" y="235107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0" y="0"/>
                  </a:moveTo>
                  <a:cubicBezTo>
                    <a:pt x="103" y="0"/>
                    <a:pt x="70" y="17"/>
                    <a:pt x="54" y="33"/>
                  </a:cubicBezTo>
                  <a:cubicBezTo>
                    <a:pt x="37" y="54"/>
                    <a:pt x="17" y="87"/>
                    <a:pt x="17" y="120"/>
                  </a:cubicBezTo>
                  <a:cubicBezTo>
                    <a:pt x="0" y="157"/>
                    <a:pt x="17" y="190"/>
                    <a:pt x="37" y="207"/>
                  </a:cubicBezTo>
                  <a:cubicBezTo>
                    <a:pt x="56" y="247"/>
                    <a:pt x="88" y="264"/>
                    <a:pt x="121" y="264"/>
                  </a:cubicBezTo>
                  <a:cubicBezTo>
                    <a:pt x="144" y="264"/>
                    <a:pt x="169" y="255"/>
                    <a:pt x="190" y="240"/>
                  </a:cubicBezTo>
                  <a:cubicBezTo>
                    <a:pt x="243" y="190"/>
                    <a:pt x="243" y="103"/>
                    <a:pt x="206" y="54"/>
                  </a:cubicBezTo>
                  <a:cubicBezTo>
                    <a:pt x="190" y="33"/>
                    <a:pt x="173" y="17"/>
                    <a:pt x="157" y="17"/>
                  </a:cubicBezTo>
                  <a:cubicBezTo>
                    <a:pt x="157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9" name="Google Shape;21349;p60"/>
            <p:cNvSpPr/>
            <p:nvPr/>
          </p:nvSpPr>
          <p:spPr>
            <a:xfrm>
              <a:off x="3855575" y="233127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1"/>
                  </a:moveTo>
                  <a:cubicBezTo>
                    <a:pt x="37" y="21"/>
                    <a:pt x="0" y="87"/>
                    <a:pt x="0" y="157"/>
                  </a:cubicBezTo>
                  <a:cubicBezTo>
                    <a:pt x="0" y="190"/>
                    <a:pt x="17" y="207"/>
                    <a:pt x="54" y="244"/>
                  </a:cubicBezTo>
                  <a:cubicBezTo>
                    <a:pt x="70" y="261"/>
                    <a:pt x="103" y="261"/>
                    <a:pt x="140" y="261"/>
                  </a:cubicBezTo>
                  <a:cubicBezTo>
                    <a:pt x="190" y="244"/>
                    <a:pt x="223" y="174"/>
                    <a:pt x="223" y="104"/>
                  </a:cubicBezTo>
                  <a:cubicBezTo>
                    <a:pt x="223" y="71"/>
                    <a:pt x="206" y="54"/>
                    <a:pt x="173" y="21"/>
                  </a:cubicBezTo>
                  <a:cubicBezTo>
                    <a:pt x="173" y="21"/>
                    <a:pt x="157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0" name="Google Shape;21350;p60"/>
            <p:cNvSpPr/>
            <p:nvPr/>
          </p:nvSpPr>
          <p:spPr>
            <a:xfrm>
              <a:off x="3865875" y="234467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87" y="1"/>
                  </a:moveTo>
                  <a:cubicBezTo>
                    <a:pt x="71" y="17"/>
                    <a:pt x="38" y="34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23"/>
                    <a:pt x="54" y="240"/>
                  </a:cubicBezTo>
                  <a:cubicBezTo>
                    <a:pt x="66" y="252"/>
                    <a:pt x="86" y="263"/>
                    <a:pt x="102" y="263"/>
                  </a:cubicBezTo>
                  <a:cubicBezTo>
                    <a:pt x="109" y="263"/>
                    <a:pt x="115" y="261"/>
                    <a:pt x="120" y="256"/>
                  </a:cubicBezTo>
                  <a:cubicBezTo>
                    <a:pt x="190" y="256"/>
                    <a:pt x="223" y="186"/>
                    <a:pt x="223" y="120"/>
                  </a:cubicBezTo>
                  <a:cubicBezTo>
                    <a:pt x="223" y="83"/>
                    <a:pt x="207" y="50"/>
                    <a:pt x="174" y="34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41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1" name="Google Shape;21351;p60"/>
            <p:cNvSpPr/>
            <p:nvPr/>
          </p:nvSpPr>
          <p:spPr>
            <a:xfrm>
              <a:off x="3885250" y="2403425"/>
              <a:ext cx="3025" cy="2600"/>
            </a:xfrm>
            <a:custGeom>
              <a:avLst/>
              <a:gdLst/>
              <a:ahLst/>
              <a:cxnLst/>
              <a:rect l="l" t="t" r="r" b="b"/>
              <a:pathLst>
                <a:path w="121" h="104" extrusionOk="0">
                  <a:moveTo>
                    <a:pt x="87" y="1"/>
                  </a:moveTo>
                  <a:cubicBezTo>
                    <a:pt x="50" y="1"/>
                    <a:pt x="34" y="21"/>
                    <a:pt x="17" y="38"/>
                  </a:cubicBezTo>
                  <a:cubicBezTo>
                    <a:pt x="1" y="54"/>
                    <a:pt x="1" y="71"/>
                    <a:pt x="1" y="104"/>
                  </a:cubicBezTo>
                  <a:cubicBezTo>
                    <a:pt x="34" y="71"/>
                    <a:pt x="87" y="38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2" name="Google Shape;21352;p60"/>
            <p:cNvSpPr/>
            <p:nvPr/>
          </p:nvSpPr>
          <p:spPr>
            <a:xfrm>
              <a:off x="3854325" y="23786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0"/>
                  </a:moveTo>
                  <a:cubicBezTo>
                    <a:pt x="120" y="0"/>
                    <a:pt x="87" y="17"/>
                    <a:pt x="67" y="33"/>
                  </a:cubicBezTo>
                  <a:cubicBezTo>
                    <a:pt x="17" y="66"/>
                    <a:pt x="1" y="153"/>
                    <a:pt x="50" y="223"/>
                  </a:cubicBezTo>
                  <a:cubicBezTo>
                    <a:pt x="67" y="239"/>
                    <a:pt x="87" y="256"/>
                    <a:pt x="120" y="256"/>
                  </a:cubicBezTo>
                  <a:cubicBezTo>
                    <a:pt x="130" y="261"/>
                    <a:pt x="138" y="263"/>
                    <a:pt x="146" y="263"/>
                  </a:cubicBezTo>
                  <a:cubicBezTo>
                    <a:pt x="165" y="263"/>
                    <a:pt x="181" y="251"/>
                    <a:pt x="207" y="239"/>
                  </a:cubicBezTo>
                  <a:cubicBezTo>
                    <a:pt x="223" y="206"/>
                    <a:pt x="240" y="190"/>
                    <a:pt x="240" y="153"/>
                  </a:cubicBezTo>
                  <a:cubicBezTo>
                    <a:pt x="240" y="120"/>
                    <a:pt x="240" y="87"/>
                    <a:pt x="223" y="50"/>
                  </a:cubicBezTo>
                  <a:cubicBezTo>
                    <a:pt x="207" y="33"/>
                    <a:pt x="190" y="17"/>
                    <a:pt x="170" y="17"/>
                  </a:cubicBezTo>
                  <a:cubicBezTo>
                    <a:pt x="153" y="0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3" name="Google Shape;21353;p60"/>
            <p:cNvSpPr/>
            <p:nvPr/>
          </p:nvSpPr>
          <p:spPr>
            <a:xfrm>
              <a:off x="3871950" y="2406000"/>
              <a:ext cx="6000" cy="6950"/>
            </a:xfrm>
            <a:custGeom>
              <a:avLst/>
              <a:gdLst/>
              <a:ahLst/>
              <a:cxnLst/>
              <a:rect l="l" t="t" r="r" b="b"/>
              <a:pathLst>
                <a:path w="240" h="278" extrusionOk="0">
                  <a:moveTo>
                    <a:pt x="137" y="1"/>
                  </a:moveTo>
                  <a:cubicBezTo>
                    <a:pt x="104" y="1"/>
                    <a:pt x="83" y="22"/>
                    <a:pt x="50" y="38"/>
                  </a:cubicBezTo>
                  <a:cubicBezTo>
                    <a:pt x="17" y="88"/>
                    <a:pt x="1" y="174"/>
                    <a:pt x="34" y="228"/>
                  </a:cubicBezTo>
                  <a:cubicBezTo>
                    <a:pt x="67" y="244"/>
                    <a:pt x="83" y="261"/>
                    <a:pt x="120" y="277"/>
                  </a:cubicBezTo>
                  <a:cubicBezTo>
                    <a:pt x="153" y="277"/>
                    <a:pt x="170" y="261"/>
                    <a:pt x="207" y="244"/>
                  </a:cubicBezTo>
                  <a:cubicBezTo>
                    <a:pt x="223" y="228"/>
                    <a:pt x="240" y="191"/>
                    <a:pt x="240" y="158"/>
                  </a:cubicBezTo>
                  <a:cubicBezTo>
                    <a:pt x="240" y="125"/>
                    <a:pt x="240" y="88"/>
                    <a:pt x="223" y="55"/>
                  </a:cubicBezTo>
                  <a:cubicBezTo>
                    <a:pt x="207" y="38"/>
                    <a:pt x="186" y="22"/>
                    <a:pt x="170" y="22"/>
                  </a:cubicBezTo>
                  <a:cubicBezTo>
                    <a:pt x="153" y="22"/>
                    <a:pt x="153" y="22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4" name="Google Shape;21354;p60"/>
            <p:cNvSpPr/>
            <p:nvPr/>
          </p:nvSpPr>
          <p:spPr>
            <a:xfrm>
              <a:off x="3870200" y="232747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37" y="0"/>
                  </a:moveTo>
                  <a:cubicBezTo>
                    <a:pt x="104" y="0"/>
                    <a:pt x="71" y="17"/>
                    <a:pt x="50" y="33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5" y="254"/>
                    <a:pt x="86" y="272"/>
                    <a:pt x="118" y="272"/>
                  </a:cubicBezTo>
                  <a:cubicBezTo>
                    <a:pt x="142" y="272"/>
                    <a:pt x="167" y="262"/>
                    <a:pt x="190" y="239"/>
                  </a:cubicBezTo>
                  <a:cubicBezTo>
                    <a:pt x="240" y="190"/>
                    <a:pt x="240" y="103"/>
                    <a:pt x="207" y="50"/>
                  </a:cubicBezTo>
                  <a:cubicBezTo>
                    <a:pt x="190" y="33"/>
                    <a:pt x="174" y="17"/>
                    <a:pt x="153" y="17"/>
                  </a:cubicBezTo>
                  <a:cubicBezTo>
                    <a:pt x="153" y="17"/>
                    <a:pt x="137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5" name="Google Shape;21355;p60"/>
            <p:cNvSpPr/>
            <p:nvPr/>
          </p:nvSpPr>
          <p:spPr>
            <a:xfrm>
              <a:off x="3861650" y="2363550"/>
              <a:ext cx="5600" cy="6625"/>
            </a:xfrm>
            <a:custGeom>
              <a:avLst/>
              <a:gdLst/>
              <a:ahLst/>
              <a:cxnLst/>
              <a:rect l="l" t="t" r="r" b="b"/>
              <a:pathLst>
                <a:path w="224" h="265" extrusionOk="0">
                  <a:moveTo>
                    <a:pt x="8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0" y="190"/>
                    <a:pt x="17" y="223"/>
                    <a:pt x="50" y="239"/>
                  </a:cubicBezTo>
                  <a:cubicBezTo>
                    <a:pt x="61" y="251"/>
                    <a:pt x="83" y="265"/>
                    <a:pt x="101" y="265"/>
                  </a:cubicBezTo>
                  <a:cubicBezTo>
                    <a:pt x="108" y="265"/>
                    <a:pt x="115" y="262"/>
                    <a:pt x="120" y="256"/>
                  </a:cubicBezTo>
                  <a:cubicBezTo>
                    <a:pt x="153" y="256"/>
                    <a:pt x="186" y="239"/>
                    <a:pt x="207" y="206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7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6" name="Google Shape;21356;p60"/>
            <p:cNvSpPr/>
            <p:nvPr/>
          </p:nvSpPr>
          <p:spPr>
            <a:xfrm>
              <a:off x="3857325" y="24085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40" y="0"/>
                  </a:moveTo>
                  <a:cubicBezTo>
                    <a:pt x="82" y="0"/>
                    <a:pt x="31" y="35"/>
                    <a:pt x="17" y="91"/>
                  </a:cubicBezTo>
                  <a:cubicBezTo>
                    <a:pt x="0" y="144"/>
                    <a:pt x="33" y="231"/>
                    <a:pt x="87" y="247"/>
                  </a:cubicBezTo>
                  <a:cubicBezTo>
                    <a:pt x="103" y="264"/>
                    <a:pt x="120" y="264"/>
                    <a:pt x="136" y="264"/>
                  </a:cubicBezTo>
                  <a:cubicBezTo>
                    <a:pt x="173" y="264"/>
                    <a:pt x="206" y="231"/>
                    <a:pt x="223" y="177"/>
                  </a:cubicBezTo>
                  <a:cubicBezTo>
                    <a:pt x="239" y="128"/>
                    <a:pt x="239" y="74"/>
                    <a:pt x="206" y="41"/>
                  </a:cubicBezTo>
                  <a:lnTo>
                    <a:pt x="173" y="4"/>
                  </a:lnTo>
                  <a:cubicBezTo>
                    <a:pt x="162" y="1"/>
                    <a:pt x="151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7" name="Google Shape;21357;p60"/>
            <p:cNvSpPr/>
            <p:nvPr/>
          </p:nvSpPr>
          <p:spPr>
            <a:xfrm>
              <a:off x="4063875" y="237087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71" y="0"/>
                    <a:pt x="54" y="17"/>
                    <a:pt x="34" y="33"/>
                  </a:cubicBezTo>
                  <a:cubicBezTo>
                    <a:pt x="1" y="66"/>
                    <a:pt x="1" y="103"/>
                    <a:pt x="1" y="153"/>
                  </a:cubicBezTo>
                  <a:cubicBezTo>
                    <a:pt x="1" y="190"/>
                    <a:pt x="17" y="206"/>
                    <a:pt x="34" y="239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90" y="239"/>
                    <a:pt x="223" y="190"/>
                    <a:pt x="223" y="120"/>
                  </a:cubicBezTo>
                  <a:lnTo>
                    <a:pt x="223" y="103"/>
                  </a:lnTo>
                  <a:cubicBezTo>
                    <a:pt x="207" y="49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8" name="Google Shape;21358;p60"/>
            <p:cNvSpPr/>
            <p:nvPr/>
          </p:nvSpPr>
          <p:spPr>
            <a:xfrm>
              <a:off x="4061300" y="2434350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37" y="1"/>
                  </a:moveTo>
                  <a:cubicBezTo>
                    <a:pt x="120" y="1"/>
                    <a:pt x="87" y="1"/>
                    <a:pt x="71" y="21"/>
                  </a:cubicBezTo>
                  <a:cubicBezTo>
                    <a:pt x="17" y="71"/>
                    <a:pt x="0" y="157"/>
                    <a:pt x="54" y="207"/>
                  </a:cubicBezTo>
                  <a:cubicBezTo>
                    <a:pt x="71" y="244"/>
                    <a:pt x="87" y="260"/>
                    <a:pt x="120" y="260"/>
                  </a:cubicBezTo>
                  <a:cubicBezTo>
                    <a:pt x="157" y="260"/>
                    <a:pt x="174" y="244"/>
                    <a:pt x="207" y="227"/>
                  </a:cubicBezTo>
                  <a:cubicBezTo>
                    <a:pt x="240" y="190"/>
                    <a:pt x="260" y="104"/>
                    <a:pt x="223" y="54"/>
                  </a:cubicBezTo>
                  <a:cubicBezTo>
                    <a:pt x="207" y="21"/>
                    <a:pt x="190" y="2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9" name="Google Shape;21359;p60"/>
            <p:cNvSpPr/>
            <p:nvPr/>
          </p:nvSpPr>
          <p:spPr>
            <a:xfrm>
              <a:off x="4061700" y="2387450"/>
              <a:ext cx="6125" cy="6725"/>
            </a:xfrm>
            <a:custGeom>
              <a:avLst/>
              <a:gdLst/>
              <a:ahLst/>
              <a:cxnLst/>
              <a:rect l="l" t="t" r="r" b="b"/>
              <a:pathLst>
                <a:path w="245" h="269" extrusionOk="0">
                  <a:moveTo>
                    <a:pt x="129" y="1"/>
                  </a:moveTo>
                  <a:cubicBezTo>
                    <a:pt x="83" y="1"/>
                    <a:pt x="35" y="33"/>
                    <a:pt x="17" y="92"/>
                  </a:cubicBezTo>
                  <a:cubicBezTo>
                    <a:pt x="1" y="162"/>
                    <a:pt x="17" y="228"/>
                    <a:pt x="88" y="265"/>
                  </a:cubicBezTo>
                  <a:cubicBezTo>
                    <a:pt x="97" y="267"/>
                    <a:pt x="106" y="269"/>
                    <a:pt x="116" y="269"/>
                  </a:cubicBezTo>
                  <a:cubicBezTo>
                    <a:pt x="162" y="269"/>
                    <a:pt x="210" y="236"/>
                    <a:pt x="224" y="178"/>
                  </a:cubicBezTo>
                  <a:cubicBezTo>
                    <a:pt x="244" y="108"/>
                    <a:pt x="224" y="42"/>
                    <a:pt x="158" y="5"/>
                  </a:cubicBezTo>
                  <a:cubicBezTo>
                    <a:pt x="149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0" name="Google Shape;21360;p60"/>
            <p:cNvSpPr/>
            <p:nvPr/>
          </p:nvSpPr>
          <p:spPr>
            <a:xfrm>
              <a:off x="4061700" y="24180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04" y="0"/>
                  </a:moveTo>
                  <a:cubicBezTo>
                    <a:pt x="55" y="17"/>
                    <a:pt x="1" y="87"/>
                    <a:pt x="17" y="157"/>
                  </a:cubicBezTo>
                  <a:cubicBezTo>
                    <a:pt x="17" y="190"/>
                    <a:pt x="38" y="223"/>
                    <a:pt x="71" y="239"/>
                  </a:cubicBezTo>
                  <a:cubicBezTo>
                    <a:pt x="88" y="260"/>
                    <a:pt x="121" y="260"/>
                    <a:pt x="141" y="260"/>
                  </a:cubicBezTo>
                  <a:cubicBezTo>
                    <a:pt x="207" y="260"/>
                    <a:pt x="244" y="190"/>
                    <a:pt x="244" y="120"/>
                  </a:cubicBezTo>
                  <a:cubicBezTo>
                    <a:pt x="224" y="87"/>
                    <a:pt x="224" y="54"/>
                    <a:pt x="191" y="33"/>
                  </a:cubicBezTo>
                  <a:cubicBezTo>
                    <a:pt x="191" y="17"/>
                    <a:pt x="174" y="17"/>
                    <a:pt x="174" y="17"/>
                  </a:cubicBezTo>
                  <a:cubicBezTo>
                    <a:pt x="158" y="0"/>
                    <a:pt x="14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1" name="Google Shape;21361;p60"/>
            <p:cNvSpPr/>
            <p:nvPr/>
          </p:nvSpPr>
          <p:spPr>
            <a:xfrm>
              <a:off x="4066450" y="23266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7" y="0"/>
                  </a:moveTo>
                  <a:cubicBezTo>
                    <a:pt x="104" y="0"/>
                    <a:pt x="71" y="0"/>
                    <a:pt x="54" y="33"/>
                  </a:cubicBezTo>
                  <a:cubicBezTo>
                    <a:pt x="34" y="50"/>
                    <a:pt x="17" y="83"/>
                    <a:pt x="17" y="120"/>
                  </a:cubicBezTo>
                  <a:cubicBezTo>
                    <a:pt x="1" y="153"/>
                    <a:pt x="17" y="186"/>
                    <a:pt x="34" y="206"/>
                  </a:cubicBezTo>
                  <a:cubicBezTo>
                    <a:pt x="54" y="239"/>
                    <a:pt x="87" y="256"/>
                    <a:pt x="104" y="256"/>
                  </a:cubicBezTo>
                  <a:cubicBezTo>
                    <a:pt x="137" y="256"/>
                    <a:pt x="174" y="256"/>
                    <a:pt x="190" y="239"/>
                  </a:cubicBezTo>
                  <a:cubicBezTo>
                    <a:pt x="240" y="186"/>
                    <a:pt x="240" y="103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57" y="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2" name="Google Shape;21362;p60"/>
            <p:cNvSpPr/>
            <p:nvPr/>
          </p:nvSpPr>
          <p:spPr>
            <a:xfrm>
              <a:off x="4057900" y="23570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66" y="21"/>
                    <a:pt x="50" y="38"/>
                    <a:pt x="33" y="54"/>
                  </a:cubicBezTo>
                  <a:cubicBezTo>
                    <a:pt x="17" y="87"/>
                    <a:pt x="0" y="124"/>
                    <a:pt x="0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62" y="255"/>
                    <a:pt x="84" y="267"/>
                    <a:pt x="107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40" y="190"/>
                    <a:pt x="223" y="124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69" y="21"/>
                    <a:pt x="169" y="21"/>
                    <a:pt x="153" y="21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3" name="Google Shape;21363;p60"/>
            <p:cNvSpPr/>
            <p:nvPr/>
          </p:nvSpPr>
          <p:spPr>
            <a:xfrm>
              <a:off x="3926475" y="2384575"/>
              <a:ext cx="5600" cy="4350"/>
            </a:xfrm>
            <a:custGeom>
              <a:avLst/>
              <a:gdLst/>
              <a:ahLst/>
              <a:cxnLst/>
              <a:rect l="l" t="t" r="r" b="b"/>
              <a:pathLst>
                <a:path w="224" h="174" extrusionOk="0">
                  <a:moveTo>
                    <a:pt x="120" y="0"/>
                  </a:moveTo>
                  <a:cubicBezTo>
                    <a:pt x="87" y="0"/>
                    <a:pt x="50" y="0"/>
                    <a:pt x="34" y="17"/>
                  </a:cubicBezTo>
                  <a:cubicBezTo>
                    <a:pt x="17" y="54"/>
                    <a:pt x="1" y="87"/>
                    <a:pt x="1" y="120"/>
                  </a:cubicBezTo>
                  <a:lnTo>
                    <a:pt x="1" y="174"/>
                  </a:lnTo>
                  <a:cubicBezTo>
                    <a:pt x="67" y="157"/>
                    <a:pt x="137" y="157"/>
                    <a:pt x="207" y="157"/>
                  </a:cubicBezTo>
                  <a:cubicBezTo>
                    <a:pt x="223" y="120"/>
                    <a:pt x="207" y="70"/>
                    <a:pt x="190" y="54"/>
                  </a:cubicBezTo>
                  <a:cubicBezTo>
                    <a:pt x="170" y="33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4" name="Google Shape;21364;p60"/>
            <p:cNvSpPr/>
            <p:nvPr/>
          </p:nvSpPr>
          <p:spPr>
            <a:xfrm>
              <a:off x="4063050" y="23416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4" y="0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4" y="227"/>
                    <a:pt x="67" y="243"/>
                  </a:cubicBezTo>
                  <a:cubicBezTo>
                    <a:pt x="87" y="260"/>
                    <a:pt x="120" y="260"/>
                    <a:pt x="137" y="260"/>
                  </a:cubicBezTo>
                  <a:cubicBezTo>
                    <a:pt x="207" y="260"/>
                    <a:pt x="240" y="190"/>
                    <a:pt x="240" y="103"/>
                  </a:cubicBezTo>
                  <a:cubicBezTo>
                    <a:pt x="223" y="70"/>
                    <a:pt x="207" y="37"/>
                    <a:pt x="170" y="21"/>
                  </a:cubicBezTo>
                  <a:cubicBezTo>
                    <a:pt x="153" y="0"/>
                    <a:pt x="137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5" name="Google Shape;21365;p60"/>
            <p:cNvSpPr/>
            <p:nvPr/>
          </p:nvSpPr>
          <p:spPr>
            <a:xfrm>
              <a:off x="4011925" y="2411450"/>
              <a:ext cx="6000" cy="6225"/>
            </a:xfrm>
            <a:custGeom>
              <a:avLst/>
              <a:gdLst/>
              <a:ahLst/>
              <a:cxnLst/>
              <a:rect l="l" t="t" r="r" b="b"/>
              <a:pathLst>
                <a:path w="240" h="249" extrusionOk="0">
                  <a:moveTo>
                    <a:pt x="120" y="1"/>
                  </a:moveTo>
                  <a:cubicBezTo>
                    <a:pt x="115" y="1"/>
                    <a:pt x="109" y="3"/>
                    <a:pt x="104" y="10"/>
                  </a:cubicBezTo>
                  <a:cubicBezTo>
                    <a:pt x="71" y="10"/>
                    <a:pt x="50" y="26"/>
                    <a:pt x="34" y="59"/>
                  </a:cubicBezTo>
                  <a:cubicBezTo>
                    <a:pt x="17" y="76"/>
                    <a:pt x="1" y="113"/>
                    <a:pt x="1" y="146"/>
                  </a:cubicBezTo>
                  <a:cubicBezTo>
                    <a:pt x="50" y="179"/>
                    <a:pt x="104" y="216"/>
                    <a:pt x="174" y="249"/>
                  </a:cubicBezTo>
                  <a:cubicBezTo>
                    <a:pt x="207" y="232"/>
                    <a:pt x="240" y="162"/>
                    <a:pt x="223" y="113"/>
                  </a:cubicBezTo>
                  <a:cubicBezTo>
                    <a:pt x="223" y="76"/>
                    <a:pt x="207" y="43"/>
                    <a:pt x="190" y="26"/>
                  </a:cubicBezTo>
                  <a:cubicBezTo>
                    <a:pt x="174" y="26"/>
                    <a:pt x="174" y="10"/>
                    <a:pt x="153" y="10"/>
                  </a:cubicBezTo>
                  <a:cubicBezTo>
                    <a:pt x="142" y="10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6" name="Google Shape;21366;p60"/>
            <p:cNvSpPr/>
            <p:nvPr/>
          </p:nvSpPr>
          <p:spPr>
            <a:xfrm>
              <a:off x="4026975" y="24099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1"/>
                    <a:pt x="1" y="71"/>
                    <a:pt x="17" y="153"/>
                  </a:cubicBezTo>
                  <a:cubicBezTo>
                    <a:pt x="17" y="190"/>
                    <a:pt x="34" y="223"/>
                    <a:pt x="67" y="240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70" y="256"/>
                    <a:pt x="190" y="223"/>
                    <a:pt x="207" y="207"/>
                  </a:cubicBezTo>
                  <a:cubicBezTo>
                    <a:pt x="223" y="174"/>
                    <a:pt x="240" y="137"/>
                    <a:pt x="223" y="104"/>
                  </a:cubicBezTo>
                  <a:cubicBezTo>
                    <a:pt x="223" y="71"/>
                    <a:pt x="207" y="34"/>
                    <a:pt x="190" y="17"/>
                  </a:cubicBezTo>
                  <a:cubicBezTo>
                    <a:pt x="17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7" name="Google Shape;21367;p60"/>
            <p:cNvSpPr/>
            <p:nvPr/>
          </p:nvSpPr>
          <p:spPr>
            <a:xfrm>
              <a:off x="3989150" y="2400850"/>
              <a:ext cx="5175" cy="3950"/>
            </a:xfrm>
            <a:custGeom>
              <a:avLst/>
              <a:gdLst/>
              <a:ahLst/>
              <a:cxnLst/>
              <a:rect l="l" t="t" r="r" b="b"/>
              <a:pathLst>
                <a:path w="207" h="158" extrusionOk="0">
                  <a:moveTo>
                    <a:pt x="104" y="1"/>
                  </a:moveTo>
                  <a:cubicBezTo>
                    <a:pt x="87" y="1"/>
                    <a:pt x="54" y="1"/>
                    <a:pt x="17" y="38"/>
                  </a:cubicBezTo>
                  <a:cubicBezTo>
                    <a:pt x="17" y="38"/>
                    <a:pt x="17" y="54"/>
                    <a:pt x="0" y="54"/>
                  </a:cubicBezTo>
                  <a:cubicBezTo>
                    <a:pt x="71" y="87"/>
                    <a:pt x="136" y="124"/>
                    <a:pt x="207" y="157"/>
                  </a:cubicBezTo>
                  <a:cubicBezTo>
                    <a:pt x="207" y="124"/>
                    <a:pt x="207" y="87"/>
                    <a:pt x="190" y="54"/>
                  </a:cubicBezTo>
                  <a:cubicBezTo>
                    <a:pt x="174" y="38"/>
                    <a:pt x="157" y="21"/>
                    <a:pt x="136" y="21"/>
                  </a:cubicBezTo>
                  <a:cubicBezTo>
                    <a:pt x="120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8" name="Google Shape;21368;p60"/>
            <p:cNvSpPr/>
            <p:nvPr/>
          </p:nvSpPr>
          <p:spPr>
            <a:xfrm>
              <a:off x="4066875" y="2294100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14" y="1"/>
                  </a:moveTo>
                  <a:cubicBezTo>
                    <a:pt x="95" y="1"/>
                    <a:pt x="80" y="9"/>
                    <a:pt x="70" y="28"/>
                  </a:cubicBezTo>
                  <a:cubicBezTo>
                    <a:pt x="37" y="28"/>
                    <a:pt x="17" y="65"/>
                    <a:pt x="17" y="82"/>
                  </a:cubicBezTo>
                  <a:cubicBezTo>
                    <a:pt x="0" y="115"/>
                    <a:pt x="0" y="148"/>
                    <a:pt x="17" y="168"/>
                  </a:cubicBezTo>
                  <a:cubicBezTo>
                    <a:pt x="17" y="201"/>
                    <a:pt x="54" y="234"/>
                    <a:pt x="87" y="251"/>
                  </a:cubicBezTo>
                  <a:cubicBezTo>
                    <a:pt x="101" y="261"/>
                    <a:pt x="117" y="266"/>
                    <a:pt x="132" y="266"/>
                  </a:cubicBezTo>
                  <a:cubicBezTo>
                    <a:pt x="173" y="266"/>
                    <a:pt x="211" y="233"/>
                    <a:pt x="223" y="185"/>
                  </a:cubicBezTo>
                  <a:cubicBezTo>
                    <a:pt x="243" y="115"/>
                    <a:pt x="223" y="45"/>
                    <a:pt x="157" y="12"/>
                  </a:cubicBezTo>
                  <a:cubicBezTo>
                    <a:pt x="141" y="5"/>
                    <a:pt x="127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9" name="Google Shape;21369;p60"/>
            <p:cNvSpPr/>
            <p:nvPr/>
          </p:nvSpPr>
          <p:spPr>
            <a:xfrm>
              <a:off x="4029550" y="236295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8" y="0"/>
                  </a:moveTo>
                  <a:cubicBezTo>
                    <a:pt x="100" y="0"/>
                    <a:pt x="93" y="2"/>
                    <a:pt x="87" y="8"/>
                  </a:cubicBezTo>
                  <a:cubicBezTo>
                    <a:pt x="67" y="8"/>
                    <a:pt x="34" y="24"/>
                    <a:pt x="17" y="57"/>
                  </a:cubicBezTo>
                  <a:cubicBezTo>
                    <a:pt x="1" y="74"/>
                    <a:pt x="1" y="111"/>
                    <a:pt x="1" y="144"/>
                  </a:cubicBezTo>
                  <a:cubicBezTo>
                    <a:pt x="1" y="177"/>
                    <a:pt x="17" y="214"/>
                    <a:pt x="34" y="230"/>
                  </a:cubicBezTo>
                  <a:cubicBezTo>
                    <a:pt x="67" y="247"/>
                    <a:pt x="104" y="263"/>
                    <a:pt x="120" y="263"/>
                  </a:cubicBezTo>
                  <a:cubicBezTo>
                    <a:pt x="190" y="247"/>
                    <a:pt x="223" y="177"/>
                    <a:pt x="223" y="111"/>
                  </a:cubicBezTo>
                  <a:cubicBezTo>
                    <a:pt x="207" y="74"/>
                    <a:pt x="190" y="41"/>
                    <a:pt x="170" y="24"/>
                  </a:cubicBezTo>
                  <a:lnTo>
                    <a:pt x="153" y="8"/>
                  </a:lnTo>
                  <a:cubicBezTo>
                    <a:pt x="142" y="8"/>
                    <a:pt x="124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0" name="Google Shape;21370;p60"/>
            <p:cNvSpPr/>
            <p:nvPr/>
          </p:nvSpPr>
          <p:spPr>
            <a:xfrm>
              <a:off x="4066050" y="22467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6" y="0"/>
                  </a:moveTo>
                  <a:cubicBezTo>
                    <a:pt x="103" y="0"/>
                    <a:pt x="87" y="17"/>
                    <a:pt x="50" y="33"/>
                  </a:cubicBezTo>
                  <a:cubicBezTo>
                    <a:pt x="17" y="83"/>
                    <a:pt x="0" y="153"/>
                    <a:pt x="33" y="223"/>
                  </a:cubicBezTo>
                  <a:cubicBezTo>
                    <a:pt x="50" y="239"/>
                    <a:pt x="87" y="256"/>
                    <a:pt x="120" y="256"/>
                  </a:cubicBezTo>
                  <a:cubicBezTo>
                    <a:pt x="125" y="261"/>
                    <a:pt x="131" y="263"/>
                    <a:pt x="138" y="263"/>
                  </a:cubicBezTo>
                  <a:cubicBezTo>
                    <a:pt x="156" y="263"/>
                    <a:pt x="178" y="251"/>
                    <a:pt x="190" y="239"/>
                  </a:cubicBezTo>
                  <a:cubicBezTo>
                    <a:pt x="223" y="206"/>
                    <a:pt x="239" y="186"/>
                    <a:pt x="239" y="153"/>
                  </a:cubicBezTo>
                  <a:cubicBezTo>
                    <a:pt x="239" y="120"/>
                    <a:pt x="223" y="83"/>
                    <a:pt x="206" y="50"/>
                  </a:cubicBezTo>
                  <a:cubicBezTo>
                    <a:pt x="206" y="33"/>
                    <a:pt x="190" y="17"/>
                    <a:pt x="173" y="17"/>
                  </a:cubicBezTo>
                  <a:cubicBezTo>
                    <a:pt x="153" y="0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1" name="Google Shape;21371;p60"/>
            <p:cNvSpPr/>
            <p:nvPr/>
          </p:nvSpPr>
          <p:spPr>
            <a:xfrm>
              <a:off x="4056150" y="228107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3" y="1"/>
                  </a:moveTo>
                  <a:cubicBezTo>
                    <a:pt x="54" y="17"/>
                    <a:pt x="0" y="88"/>
                    <a:pt x="17" y="154"/>
                  </a:cubicBezTo>
                  <a:cubicBezTo>
                    <a:pt x="17" y="191"/>
                    <a:pt x="33" y="224"/>
                    <a:pt x="54" y="240"/>
                  </a:cubicBezTo>
                  <a:cubicBezTo>
                    <a:pt x="77" y="252"/>
                    <a:pt x="92" y="265"/>
                    <a:pt x="110" y="265"/>
                  </a:cubicBezTo>
                  <a:cubicBezTo>
                    <a:pt x="118" y="265"/>
                    <a:pt x="127" y="263"/>
                    <a:pt x="136" y="257"/>
                  </a:cubicBezTo>
                  <a:cubicBezTo>
                    <a:pt x="206" y="257"/>
                    <a:pt x="239" y="191"/>
                    <a:pt x="239" y="121"/>
                  </a:cubicBezTo>
                  <a:cubicBezTo>
                    <a:pt x="223" y="88"/>
                    <a:pt x="206" y="50"/>
                    <a:pt x="190" y="34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2" name="Google Shape;21372;p60"/>
            <p:cNvSpPr/>
            <p:nvPr/>
          </p:nvSpPr>
          <p:spPr>
            <a:xfrm>
              <a:off x="4026050" y="219390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41" y="0"/>
                  </a:moveTo>
                  <a:cubicBezTo>
                    <a:pt x="104" y="0"/>
                    <a:pt x="71" y="16"/>
                    <a:pt x="54" y="33"/>
                  </a:cubicBezTo>
                  <a:cubicBezTo>
                    <a:pt x="38" y="54"/>
                    <a:pt x="21" y="87"/>
                    <a:pt x="21" y="120"/>
                  </a:cubicBezTo>
                  <a:cubicBezTo>
                    <a:pt x="0" y="157"/>
                    <a:pt x="21" y="190"/>
                    <a:pt x="38" y="223"/>
                  </a:cubicBezTo>
                  <a:cubicBezTo>
                    <a:pt x="54" y="239"/>
                    <a:pt x="87" y="260"/>
                    <a:pt x="104" y="260"/>
                  </a:cubicBezTo>
                  <a:cubicBezTo>
                    <a:pt x="114" y="264"/>
                    <a:pt x="124" y="266"/>
                    <a:pt x="134" y="266"/>
                  </a:cubicBezTo>
                  <a:cubicBezTo>
                    <a:pt x="158" y="266"/>
                    <a:pt x="178" y="254"/>
                    <a:pt x="190" y="239"/>
                  </a:cubicBezTo>
                  <a:cubicBezTo>
                    <a:pt x="244" y="190"/>
                    <a:pt x="244" y="103"/>
                    <a:pt x="207" y="54"/>
                  </a:cubicBezTo>
                  <a:cubicBezTo>
                    <a:pt x="190" y="33"/>
                    <a:pt x="174" y="16"/>
                    <a:pt x="157" y="16"/>
                  </a:cubicBezTo>
                  <a:lnTo>
                    <a:pt x="14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3" name="Google Shape;21373;p60"/>
            <p:cNvSpPr/>
            <p:nvPr/>
          </p:nvSpPr>
          <p:spPr>
            <a:xfrm>
              <a:off x="4032125" y="22218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7" y="0"/>
                  </a:moveTo>
                  <a:cubicBezTo>
                    <a:pt x="120" y="0"/>
                    <a:pt x="87" y="17"/>
                    <a:pt x="67" y="33"/>
                  </a:cubicBezTo>
                  <a:cubicBezTo>
                    <a:pt x="17" y="70"/>
                    <a:pt x="1" y="153"/>
                    <a:pt x="50" y="206"/>
                  </a:cubicBezTo>
                  <a:cubicBezTo>
                    <a:pt x="67" y="239"/>
                    <a:pt x="87" y="256"/>
                    <a:pt x="120" y="256"/>
                  </a:cubicBezTo>
                  <a:cubicBezTo>
                    <a:pt x="153" y="256"/>
                    <a:pt x="170" y="256"/>
                    <a:pt x="207" y="239"/>
                  </a:cubicBezTo>
                  <a:cubicBezTo>
                    <a:pt x="223" y="206"/>
                    <a:pt x="240" y="190"/>
                    <a:pt x="240" y="153"/>
                  </a:cubicBezTo>
                  <a:cubicBezTo>
                    <a:pt x="240" y="120"/>
                    <a:pt x="240" y="87"/>
                    <a:pt x="223" y="50"/>
                  </a:cubicBezTo>
                  <a:cubicBezTo>
                    <a:pt x="207" y="33"/>
                    <a:pt x="190" y="17"/>
                    <a:pt x="170" y="17"/>
                  </a:cubicBezTo>
                  <a:cubicBezTo>
                    <a:pt x="153" y="0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4" name="Google Shape;21374;p60"/>
            <p:cNvSpPr/>
            <p:nvPr/>
          </p:nvSpPr>
          <p:spPr>
            <a:xfrm>
              <a:off x="4078925" y="228932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9" y="0"/>
                  </a:moveTo>
                  <a:cubicBezTo>
                    <a:pt x="87" y="0"/>
                    <a:pt x="46" y="32"/>
                    <a:pt x="33" y="83"/>
                  </a:cubicBezTo>
                  <a:cubicBezTo>
                    <a:pt x="0" y="153"/>
                    <a:pt x="33" y="219"/>
                    <a:pt x="87" y="256"/>
                  </a:cubicBezTo>
                  <a:cubicBezTo>
                    <a:pt x="98" y="259"/>
                    <a:pt x="108" y="260"/>
                    <a:pt x="118" y="260"/>
                  </a:cubicBezTo>
                  <a:cubicBezTo>
                    <a:pt x="170" y="260"/>
                    <a:pt x="212" y="225"/>
                    <a:pt x="240" y="170"/>
                  </a:cubicBezTo>
                  <a:cubicBezTo>
                    <a:pt x="256" y="100"/>
                    <a:pt x="223" y="30"/>
                    <a:pt x="174" y="13"/>
                  </a:cubicBezTo>
                  <a:cubicBezTo>
                    <a:pt x="159" y="4"/>
                    <a:pt x="144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5" name="Google Shape;21375;p60"/>
            <p:cNvSpPr/>
            <p:nvPr/>
          </p:nvSpPr>
          <p:spPr>
            <a:xfrm>
              <a:off x="4029150" y="22686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83" y="0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0" y="190"/>
                    <a:pt x="17" y="223"/>
                    <a:pt x="50" y="239"/>
                  </a:cubicBezTo>
                  <a:cubicBezTo>
                    <a:pt x="61" y="254"/>
                    <a:pt x="84" y="267"/>
                    <a:pt x="101" y="267"/>
                  </a:cubicBezTo>
                  <a:cubicBezTo>
                    <a:pt x="109" y="267"/>
                    <a:pt x="115" y="265"/>
                    <a:pt x="120" y="260"/>
                  </a:cubicBezTo>
                  <a:cubicBezTo>
                    <a:pt x="186" y="260"/>
                    <a:pt x="223" y="190"/>
                    <a:pt x="223" y="120"/>
                  </a:cubicBezTo>
                  <a:cubicBezTo>
                    <a:pt x="223" y="87"/>
                    <a:pt x="206" y="54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6" name="Google Shape;21376;p60"/>
            <p:cNvSpPr/>
            <p:nvPr/>
          </p:nvSpPr>
          <p:spPr>
            <a:xfrm>
              <a:off x="4006350" y="221202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11" y="0"/>
                  </a:moveTo>
                  <a:cubicBezTo>
                    <a:pt x="71" y="0"/>
                    <a:pt x="30" y="32"/>
                    <a:pt x="17" y="83"/>
                  </a:cubicBezTo>
                  <a:cubicBezTo>
                    <a:pt x="1" y="153"/>
                    <a:pt x="17" y="219"/>
                    <a:pt x="88" y="256"/>
                  </a:cubicBezTo>
                  <a:cubicBezTo>
                    <a:pt x="88" y="256"/>
                    <a:pt x="95" y="264"/>
                    <a:pt x="105" y="264"/>
                  </a:cubicBezTo>
                  <a:cubicBezTo>
                    <a:pt x="110" y="264"/>
                    <a:pt x="115" y="262"/>
                    <a:pt x="121" y="256"/>
                  </a:cubicBezTo>
                  <a:cubicBezTo>
                    <a:pt x="170" y="256"/>
                    <a:pt x="207" y="219"/>
                    <a:pt x="224" y="186"/>
                  </a:cubicBezTo>
                  <a:cubicBezTo>
                    <a:pt x="240" y="133"/>
                    <a:pt x="224" y="83"/>
                    <a:pt x="207" y="50"/>
                  </a:cubicBezTo>
                  <a:cubicBezTo>
                    <a:pt x="191" y="29"/>
                    <a:pt x="170" y="13"/>
                    <a:pt x="154" y="13"/>
                  </a:cubicBezTo>
                  <a:cubicBezTo>
                    <a:pt x="140" y="4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7" name="Google Shape;21377;p60"/>
            <p:cNvSpPr/>
            <p:nvPr/>
          </p:nvSpPr>
          <p:spPr>
            <a:xfrm>
              <a:off x="4017500" y="2224500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9" y="1"/>
                  </a:moveTo>
                  <a:cubicBezTo>
                    <a:pt x="120" y="1"/>
                    <a:pt x="112" y="5"/>
                    <a:pt x="103" y="13"/>
                  </a:cubicBezTo>
                  <a:cubicBezTo>
                    <a:pt x="70" y="13"/>
                    <a:pt x="54" y="29"/>
                    <a:pt x="33" y="66"/>
                  </a:cubicBezTo>
                  <a:cubicBezTo>
                    <a:pt x="17" y="83"/>
                    <a:pt x="0" y="116"/>
                    <a:pt x="17" y="149"/>
                  </a:cubicBezTo>
                  <a:cubicBezTo>
                    <a:pt x="17" y="186"/>
                    <a:pt x="33" y="219"/>
                    <a:pt x="54" y="236"/>
                  </a:cubicBezTo>
                  <a:cubicBezTo>
                    <a:pt x="70" y="252"/>
                    <a:pt x="103" y="273"/>
                    <a:pt x="136" y="273"/>
                  </a:cubicBezTo>
                  <a:cubicBezTo>
                    <a:pt x="190" y="252"/>
                    <a:pt x="239" y="186"/>
                    <a:pt x="223" y="116"/>
                  </a:cubicBezTo>
                  <a:cubicBezTo>
                    <a:pt x="223" y="83"/>
                    <a:pt x="206" y="46"/>
                    <a:pt x="190" y="29"/>
                  </a:cubicBezTo>
                  <a:cubicBezTo>
                    <a:pt x="173" y="29"/>
                    <a:pt x="173" y="13"/>
                    <a:pt x="157" y="13"/>
                  </a:cubicBezTo>
                  <a:cubicBezTo>
                    <a:pt x="147" y="5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8" name="Google Shape;21378;p60"/>
            <p:cNvSpPr/>
            <p:nvPr/>
          </p:nvSpPr>
          <p:spPr>
            <a:xfrm>
              <a:off x="4011925" y="21946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7" y="0"/>
                  </a:moveTo>
                  <a:cubicBezTo>
                    <a:pt x="82" y="0"/>
                    <a:pt x="31" y="33"/>
                    <a:pt x="17" y="74"/>
                  </a:cubicBezTo>
                  <a:cubicBezTo>
                    <a:pt x="1" y="144"/>
                    <a:pt x="17" y="231"/>
                    <a:pt x="87" y="247"/>
                  </a:cubicBezTo>
                  <a:cubicBezTo>
                    <a:pt x="104" y="264"/>
                    <a:pt x="120" y="264"/>
                    <a:pt x="137" y="264"/>
                  </a:cubicBezTo>
                  <a:cubicBezTo>
                    <a:pt x="174" y="247"/>
                    <a:pt x="207" y="231"/>
                    <a:pt x="223" y="177"/>
                  </a:cubicBezTo>
                  <a:cubicBezTo>
                    <a:pt x="240" y="128"/>
                    <a:pt x="223" y="74"/>
                    <a:pt x="207" y="41"/>
                  </a:cubicBezTo>
                  <a:cubicBezTo>
                    <a:pt x="190" y="25"/>
                    <a:pt x="174" y="25"/>
                    <a:pt x="153" y="4"/>
                  </a:cubicBezTo>
                  <a:cubicBezTo>
                    <a:pt x="145" y="1"/>
                    <a:pt x="136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9" name="Google Shape;21379;p60"/>
            <p:cNvSpPr/>
            <p:nvPr/>
          </p:nvSpPr>
          <p:spPr>
            <a:xfrm>
              <a:off x="4010600" y="22411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0"/>
                  </a:moveTo>
                  <a:cubicBezTo>
                    <a:pt x="103" y="0"/>
                    <a:pt x="70" y="0"/>
                    <a:pt x="54" y="21"/>
                  </a:cubicBezTo>
                  <a:cubicBezTo>
                    <a:pt x="0" y="70"/>
                    <a:pt x="0" y="157"/>
                    <a:pt x="37" y="206"/>
                  </a:cubicBezTo>
                  <a:cubicBezTo>
                    <a:pt x="54" y="244"/>
                    <a:pt x="87" y="260"/>
                    <a:pt x="103" y="260"/>
                  </a:cubicBezTo>
                  <a:cubicBezTo>
                    <a:pt x="140" y="260"/>
                    <a:pt x="173" y="260"/>
                    <a:pt x="190" y="227"/>
                  </a:cubicBezTo>
                  <a:cubicBezTo>
                    <a:pt x="206" y="206"/>
                    <a:pt x="227" y="173"/>
                    <a:pt x="227" y="140"/>
                  </a:cubicBezTo>
                  <a:cubicBezTo>
                    <a:pt x="243" y="103"/>
                    <a:pt x="227" y="70"/>
                    <a:pt x="206" y="54"/>
                  </a:cubicBezTo>
                  <a:cubicBezTo>
                    <a:pt x="190" y="37"/>
                    <a:pt x="173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0" name="Google Shape;21380;p60"/>
            <p:cNvSpPr/>
            <p:nvPr/>
          </p:nvSpPr>
          <p:spPr>
            <a:xfrm>
              <a:off x="4044075" y="2269575"/>
              <a:ext cx="6125" cy="6500"/>
            </a:xfrm>
            <a:custGeom>
              <a:avLst/>
              <a:gdLst/>
              <a:ahLst/>
              <a:cxnLst/>
              <a:rect l="l" t="t" r="r" b="b"/>
              <a:pathLst>
                <a:path w="245" h="260" extrusionOk="0">
                  <a:moveTo>
                    <a:pt x="119" y="1"/>
                  </a:moveTo>
                  <a:cubicBezTo>
                    <a:pt x="72" y="1"/>
                    <a:pt x="34" y="34"/>
                    <a:pt x="22" y="82"/>
                  </a:cubicBezTo>
                  <a:cubicBezTo>
                    <a:pt x="1" y="152"/>
                    <a:pt x="38" y="222"/>
                    <a:pt x="88" y="255"/>
                  </a:cubicBezTo>
                  <a:cubicBezTo>
                    <a:pt x="97" y="258"/>
                    <a:pt x="107" y="259"/>
                    <a:pt x="117" y="259"/>
                  </a:cubicBezTo>
                  <a:cubicBezTo>
                    <a:pt x="163" y="259"/>
                    <a:pt x="211" y="229"/>
                    <a:pt x="228" y="185"/>
                  </a:cubicBezTo>
                  <a:cubicBezTo>
                    <a:pt x="244" y="119"/>
                    <a:pt x="228" y="32"/>
                    <a:pt x="174" y="16"/>
                  </a:cubicBezTo>
                  <a:cubicBezTo>
                    <a:pt x="155" y="6"/>
                    <a:pt x="13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1" name="Google Shape;21381;p60"/>
            <p:cNvSpPr/>
            <p:nvPr/>
          </p:nvSpPr>
          <p:spPr>
            <a:xfrm>
              <a:off x="4047600" y="2219250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3" y="0"/>
                    <a:pt x="0" y="70"/>
                    <a:pt x="0" y="136"/>
                  </a:cubicBezTo>
                  <a:cubicBezTo>
                    <a:pt x="17" y="173"/>
                    <a:pt x="33" y="206"/>
                    <a:pt x="50" y="223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69" y="239"/>
                    <a:pt x="190" y="223"/>
                    <a:pt x="206" y="206"/>
                  </a:cubicBezTo>
                  <a:cubicBezTo>
                    <a:pt x="223" y="173"/>
                    <a:pt x="223" y="136"/>
                    <a:pt x="223" y="103"/>
                  </a:cubicBezTo>
                  <a:cubicBezTo>
                    <a:pt x="223" y="70"/>
                    <a:pt x="206" y="33"/>
                    <a:pt x="190" y="17"/>
                  </a:cubicBezTo>
                  <a:cubicBezTo>
                    <a:pt x="169" y="17"/>
                    <a:pt x="169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2" name="Google Shape;21382;p60"/>
            <p:cNvSpPr/>
            <p:nvPr/>
          </p:nvSpPr>
          <p:spPr>
            <a:xfrm>
              <a:off x="4035125" y="2252150"/>
              <a:ext cx="6400" cy="6600"/>
            </a:xfrm>
            <a:custGeom>
              <a:avLst/>
              <a:gdLst/>
              <a:ahLst/>
              <a:cxnLst/>
              <a:rect l="l" t="t" r="r" b="b"/>
              <a:pathLst>
                <a:path w="256" h="264" extrusionOk="0">
                  <a:moveTo>
                    <a:pt x="111" y="1"/>
                  </a:moveTo>
                  <a:cubicBezTo>
                    <a:pt x="92" y="1"/>
                    <a:pt x="76" y="13"/>
                    <a:pt x="50" y="24"/>
                  </a:cubicBezTo>
                  <a:cubicBezTo>
                    <a:pt x="17" y="74"/>
                    <a:pt x="0" y="160"/>
                    <a:pt x="33" y="214"/>
                  </a:cubicBezTo>
                  <a:cubicBezTo>
                    <a:pt x="50" y="230"/>
                    <a:pt x="87" y="247"/>
                    <a:pt x="120" y="263"/>
                  </a:cubicBezTo>
                  <a:cubicBezTo>
                    <a:pt x="136" y="263"/>
                    <a:pt x="173" y="247"/>
                    <a:pt x="190" y="230"/>
                  </a:cubicBezTo>
                  <a:cubicBezTo>
                    <a:pt x="239" y="177"/>
                    <a:pt x="256" y="111"/>
                    <a:pt x="206" y="41"/>
                  </a:cubicBezTo>
                  <a:cubicBezTo>
                    <a:pt x="206" y="24"/>
                    <a:pt x="190" y="24"/>
                    <a:pt x="173" y="8"/>
                  </a:cubicBezTo>
                  <a:lnTo>
                    <a:pt x="136" y="8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3" name="Google Shape;21383;p60"/>
            <p:cNvSpPr/>
            <p:nvPr/>
          </p:nvSpPr>
          <p:spPr>
            <a:xfrm>
              <a:off x="4050575" y="22519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87" y="0"/>
                  </a:moveTo>
                  <a:cubicBezTo>
                    <a:pt x="34" y="33"/>
                    <a:pt x="1" y="83"/>
                    <a:pt x="17" y="136"/>
                  </a:cubicBezTo>
                  <a:cubicBezTo>
                    <a:pt x="17" y="169"/>
                    <a:pt x="34" y="206"/>
                    <a:pt x="50" y="223"/>
                  </a:cubicBezTo>
                  <a:cubicBezTo>
                    <a:pt x="87" y="256"/>
                    <a:pt x="120" y="256"/>
                    <a:pt x="137" y="256"/>
                  </a:cubicBezTo>
                  <a:cubicBezTo>
                    <a:pt x="207" y="239"/>
                    <a:pt x="240" y="169"/>
                    <a:pt x="240" y="103"/>
                  </a:cubicBezTo>
                  <a:cubicBezTo>
                    <a:pt x="223" y="83"/>
                    <a:pt x="223" y="83"/>
                    <a:pt x="223" y="66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4" name="Google Shape;21384;p60"/>
            <p:cNvSpPr/>
            <p:nvPr/>
          </p:nvSpPr>
          <p:spPr>
            <a:xfrm>
              <a:off x="4038925" y="22067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04" y="0"/>
                  </a:moveTo>
                  <a:cubicBezTo>
                    <a:pt x="54" y="17"/>
                    <a:pt x="1" y="87"/>
                    <a:pt x="21" y="157"/>
                  </a:cubicBezTo>
                  <a:cubicBezTo>
                    <a:pt x="21" y="190"/>
                    <a:pt x="38" y="207"/>
                    <a:pt x="54" y="239"/>
                  </a:cubicBezTo>
                  <a:cubicBezTo>
                    <a:pt x="87" y="260"/>
                    <a:pt x="104" y="260"/>
                    <a:pt x="141" y="260"/>
                  </a:cubicBezTo>
                  <a:cubicBezTo>
                    <a:pt x="174" y="260"/>
                    <a:pt x="190" y="239"/>
                    <a:pt x="207" y="207"/>
                  </a:cubicBezTo>
                  <a:cubicBezTo>
                    <a:pt x="228" y="174"/>
                    <a:pt x="244" y="136"/>
                    <a:pt x="228" y="103"/>
                  </a:cubicBezTo>
                  <a:cubicBezTo>
                    <a:pt x="228" y="70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5" name="Google Shape;21385;p60"/>
            <p:cNvSpPr/>
            <p:nvPr/>
          </p:nvSpPr>
          <p:spPr>
            <a:xfrm>
              <a:off x="4040675" y="21913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4" y="1"/>
                  </a:moveTo>
                  <a:cubicBezTo>
                    <a:pt x="34" y="17"/>
                    <a:pt x="1" y="88"/>
                    <a:pt x="1" y="158"/>
                  </a:cubicBezTo>
                  <a:cubicBezTo>
                    <a:pt x="15" y="215"/>
                    <a:pt x="58" y="264"/>
                    <a:pt x="113" y="264"/>
                  </a:cubicBezTo>
                  <a:cubicBezTo>
                    <a:pt x="121" y="264"/>
                    <a:pt x="129" y="263"/>
                    <a:pt x="137" y="261"/>
                  </a:cubicBezTo>
                  <a:cubicBezTo>
                    <a:pt x="158" y="261"/>
                    <a:pt x="191" y="240"/>
                    <a:pt x="207" y="207"/>
                  </a:cubicBezTo>
                  <a:cubicBezTo>
                    <a:pt x="224" y="174"/>
                    <a:pt x="224" y="137"/>
                    <a:pt x="224" y="104"/>
                  </a:cubicBezTo>
                  <a:cubicBezTo>
                    <a:pt x="224" y="71"/>
                    <a:pt x="207" y="55"/>
                    <a:pt x="174" y="17"/>
                  </a:cubicBezTo>
                  <a:lnTo>
                    <a:pt x="158" y="17"/>
                  </a:ln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6" name="Google Shape;21386;p60"/>
            <p:cNvSpPr/>
            <p:nvPr/>
          </p:nvSpPr>
          <p:spPr>
            <a:xfrm>
              <a:off x="4053975" y="220245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41" y="0"/>
                  </a:moveTo>
                  <a:cubicBezTo>
                    <a:pt x="104" y="0"/>
                    <a:pt x="71" y="0"/>
                    <a:pt x="54" y="21"/>
                  </a:cubicBezTo>
                  <a:cubicBezTo>
                    <a:pt x="1" y="70"/>
                    <a:pt x="1" y="157"/>
                    <a:pt x="38" y="206"/>
                  </a:cubicBezTo>
                  <a:cubicBezTo>
                    <a:pt x="54" y="243"/>
                    <a:pt x="87" y="260"/>
                    <a:pt x="104" y="260"/>
                  </a:cubicBezTo>
                  <a:cubicBezTo>
                    <a:pt x="141" y="260"/>
                    <a:pt x="174" y="260"/>
                    <a:pt x="190" y="227"/>
                  </a:cubicBezTo>
                  <a:cubicBezTo>
                    <a:pt x="244" y="190"/>
                    <a:pt x="244" y="103"/>
                    <a:pt x="207" y="54"/>
                  </a:cubicBezTo>
                  <a:cubicBezTo>
                    <a:pt x="190" y="37"/>
                    <a:pt x="174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7" name="Google Shape;21387;p60"/>
            <p:cNvSpPr/>
            <p:nvPr/>
          </p:nvSpPr>
          <p:spPr>
            <a:xfrm>
              <a:off x="3974500" y="2185750"/>
              <a:ext cx="5700" cy="6400"/>
            </a:xfrm>
            <a:custGeom>
              <a:avLst/>
              <a:gdLst/>
              <a:ahLst/>
              <a:cxnLst/>
              <a:rect l="l" t="t" r="r" b="b"/>
              <a:pathLst>
                <a:path w="228" h="256" extrusionOk="0">
                  <a:moveTo>
                    <a:pt x="104" y="0"/>
                  </a:moveTo>
                  <a:cubicBezTo>
                    <a:pt x="38" y="17"/>
                    <a:pt x="1" y="87"/>
                    <a:pt x="1" y="153"/>
                  </a:cubicBezTo>
                  <a:cubicBezTo>
                    <a:pt x="22" y="190"/>
                    <a:pt x="22" y="223"/>
                    <a:pt x="55" y="239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58" y="256"/>
                    <a:pt x="191" y="239"/>
                    <a:pt x="207" y="206"/>
                  </a:cubicBezTo>
                  <a:cubicBezTo>
                    <a:pt x="228" y="173"/>
                    <a:pt x="228" y="136"/>
                    <a:pt x="228" y="103"/>
                  </a:cubicBezTo>
                  <a:cubicBezTo>
                    <a:pt x="228" y="70"/>
                    <a:pt x="207" y="50"/>
                    <a:pt x="174" y="33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41" y="0"/>
                    <a:pt x="125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8" name="Google Shape;21388;p60"/>
            <p:cNvSpPr/>
            <p:nvPr/>
          </p:nvSpPr>
          <p:spPr>
            <a:xfrm>
              <a:off x="3983175" y="22480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3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90" y="17"/>
                  </a:cubicBezTo>
                  <a:cubicBezTo>
                    <a:pt x="169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9" name="Google Shape;21389;p60"/>
            <p:cNvSpPr/>
            <p:nvPr/>
          </p:nvSpPr>
          <p:spPr>
            <a:xfrm>
              <a:off x="3971100" y="2236300"/>
              <a:ext cx="6025" cy="6475"/>
            </a:xfrm>
            <a:custGeom>
              <a:avLst/>
              <a:gdLst/>
              <a:ahLst/>
              <a:cxnLst/>
              <a:rect l="l" t="t" r="r" b="b"/>
              <a:pathLst>
                <a:path w="241" h="259" extrusionOk="0">
                  <a:moveTo>
                    <a:pt x="125" y="1"/>
                  </a:moveTo>
                  <a:cubicBezTo>
                    <a:pt x="79" y="1"/>
                    <a:pt x="31" y="33"/>
                    <a:pt x="17" y="73"/>
                  </a:cubicBezTo>
                  <a:cubicBezTo>
                    <a:pt x="1" y="143"/>
                    <a:pt x="17" y="229"/>
                    <a:pt x="88" y="246"/>
                  </a:cubicBezTo>
                  <a:cubicBezTo>
                    <a:pt x="101" y="255"/>
                    <a:pt x="115" y="259"/>
                    <a:pt x="130" y="259"/>
                  </a:cubicBezTo>
                  <a:cubicBezTo>
                    <a:pt x="170" y="259"/>
                    <a:pt x="211" y="227"/>
                    <a:pt x="224" y="176"/>
                  </a:cubicBezTo>
                  <a:cubicBezTo>
                    <a:pt x="240" y="110"/>
                    <a:pt x="224" y="40"/>
                    <a:pt x="158" y="7"/>
                  </a:cubicBezTo>
                  <a:cubicBezTo>
                    <a:pt x="147" y="3"/>
                    <a:pt x="136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0" name="Google Shape;21390;p60"/>
            <p:cNvSpPr/>
            <p:nvPr/>
          </p:nvSpPr>
          <p:spPr>
            <a:xfrm>
              <a:off x="3977600" y="22184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104" y="0"/>
                    <a:pt x="83" y="0"/>
                    <a:pt x="83" y="17"/>
                  </a:cubicBezTo>
                  <a:cubicBezTo>
                    <a:pt x="34" y="33"/>
                    <a:pt x="1" y="83"/>
                    <a:pt x="17" y="153"/>
                  </a:cubicBezTo>
                  <a:cubicBezTo>
                    <a:pt x="17" y="186"/>
                    <a:pt x="34" y="223"/>
                    <a:pt x="50" y="239"/>
                  </a:cubicBezTo>
                  <a:cubicBezTo>
                    <a:pt x="83" y="256"/>
                    <a:pt x="104" y="256"/>
                    <a:pt x="137" y="256"/>
                  </a:cubicBezTo>
                  <a:cubicBezTo>
                    <a:pt x="207" y="239"/>
                    <a:pt x="240" y="186"/>
                    <a:pt x="223" y="103"/>
                  </a:cubicBezTo>
                  <a:lnTo>
                    <a:pt x="223" y="83"/>
                  </a:lnTo>
                  <a:cubicBezTo>
                    <a:pt x="207" y="50"/>
                    <a:pt x="186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1" name="Google Shape;21391;p60"/>
            <p:cNvSpPr/>
            <p:nvPr/>
          </p:nvSpPr>
          <p:spPr>
            <a:xfrm>
              <a:off x="3962150" y="22188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66" y="1"/>
                    <a:pt x="50" y="34"/>
                  </a:cubicBezTo>
                  <a:cubicBezTo>
                    <a:pt x="0" y="67"/>
                    <a:pt x="0" y="153"/>
                    <a:pt x="33" y="207"/>
                  </a:cubicBezTo>
                  <a:cubicBezTo>
                    <a:pt x="50" y="240"/>
                    <a:pt x="83" y="256"/>
                    <a:pt x="103" y="256"/>
                  </a:cubicBezTo>
                  <a:cubicBezTo>
                    <a:pt x="136" y="256"/>
                    <a:pt x="169" y="256"/>
                    <a:pt x="186" y="223"/>
                  </a:cubicBezTo>
                  <a:cubicBezTo>
                    <a:pt x="239" y="190"/>
                    <a:pt x="239" y="104"/>
                    <a:pt x="206" y="50"/>
                  </a:cubicBezTo>
                  <a:cubicBezTo>
                    <a:pt x="186" y="34"/>
                    <a:pt x="186" y="1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2" name="Google Shape;21392;p60"/>
            <p:cNvSpPr/>
            <p:nvPr/>
          </p:nvSpPr>
          <p:spPr>
            <a:xfrm>
              <a:off x="3967300" y="22029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3" y="1"/>
                  </a:moveTo>
                  <a:cubicBezTo>
                    <a:pt x="50" y="17"/>
                    <a:pt x="0" y="83"/>
                    <a:pt x="17" y="153"/>
                  </a:cubicBezTo>
                  <a:cubicBezTo>
                    <a:pt x="17" y="186"/>
                    <a:pt x="33" y="223"/>
                    <a:pt x="50" y="240"/>
                  </a:cubicBezTo>
                  <a:cubicBezTo>
                    <a:pt x="73" y="252"/>
                    <a:pt x="90" y="263"/>
                    <a:pt x="110" y="263"/>
                  </a:cubicBezTo>
                  <a:cubicBezTo>
                    <a:pt x="118" y="263"/>
                    <a:pt x="127" y="261"/>
                    <a:pt x="136" y="256"/>
                  </a:cubicBezTo>
                  <a:cubicBezTo>
                    <a:pt x="207" y="256"/>
                    <a:pt x="240" y="186"/>
                    <a:pt x="223" y="120"/>
                  </a:cubicBezTo>
                  <a:cubicBezTo>
                    <a:pt x="223" y="83"/>
                    <a:pt x="207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3" name="Google Shape;21393;p60"/>
            <p:cNvSpPr/>
            <p:nvPr/>
          </p:nvSpPr>
          <p:spPr>
            <a:xfrm>
              <a:off x="3991725" y="21859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94" y="1"/>
                  </a:moveTo>
                  <a:cubicBezTo>
                    <a:pt x="76" y="1"/>
                    <a:pt x="60" y="13"/>
                    <a:pt x="33" y="24"/>
                  </a:cubicBezTo>
                  <a:cubicBezTo>
                    <a:pt x="17" y="41"/>
                    <a:pt x="1" y="78"/>
                    <a:pt x="1" y="111"/>
                  </a:cubicBezTo>
                  <a:cubicBezTo>
                    <a:pt x="1" y="144"/>
                    <a:pt x="1" y="181"/>
                    <a:pt x="17" y="214"/>
                  </a:cubicBezTo>
                  <a:cubicBezTo>
                    <a:pt x="48" y="245"/>
                    <a:pt x="83" y="263"/>
                    <a:pt x="117" y="263"/>
                  </a:cubicBezTo>
                  <a:cubicBezTo>
                    <a:pt x="142" y="263"/>
                    <a:pt x="167" y="253"/>
                    <a:pt x="190" y="230"/>
                  </a:cubicBezTo>
                  <a:cubicBezTo>
                    <a:pt x="223" y="181"/>
                    <a:pt x="240" y="111"/>
                    <a:pt x="207" y="41"/>
                  </a:cubicBezTo>
                  <a:cubicBezTo>
                    <a:pt x="190" y="24"/>
                    <a:pt x="174" y="8"/>
                    <a:pt x="157" y="8"/>
                  </a:cubicBezTo>
                  <a:lnTo>
                    <a:pt x="120" y="8"/>
                  </a:lnTo>
                  <a:cubicBezTo>
                    <a:pt x="110" y="3"/>
                    <a:pt x="102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4" name="Google Shape;21394;p60"/>
            <p:cNvSpPr/>
            <p:nvPr/>
          </p:nvSpPr>
          <p:spPr>
            <a:xfrm>
              <a:off x="3995650" y="2243350"/>
              <a:ext cx="6400" cy="6425"/>
            </a:xfrm>
            <a:custGeom>
              <a:avLst/>
              <a:gdLst/>
              <a:ahLst/>
              <a:cxnLst/>
              <a:rect l="l" t="t" r="r" b="b"/>
              <a:pathLst>
                <a:path w="256" h="257" extrusionOk="0">
                  <a:moveTo>
                    <a:pt x="127" y="1"/>
                  </a:moveTo>
                  <a:cubicBezTo>
                    <a:pt x="86" y="1"/>
                    <a:pt x="45" y="32"/>
                    <a:pt x="33" y="83"/>
                  </a:cubicBezTo>
                  <a:cubicBezTo>
                    <a:pt x="0" y="154"/>
                    <a:pt x="33" y="220"/>
                    <a:pt x="83" y="257"/>
                  </a:cubicBezTo>
                  <a:lnTo>
                    <a:pt x="136" y="257"/>
                  </a:lnTo>
                  <a:cubicBezTo>
                    <a:pt x="186" y="257"/>
                    <a:pt x="223" y="220"/>
                    <a:pt x="239" y="170"/>
                  </a:cubicBezTo>
                  <a:cubicBezTo>
                    <a:pt x="256" y="137"/>
                    <a:pt x="239" y="83"/>
                    <a:pt x="223" y="50"/>
                  </a:cubicBezTo>
                  <a:cubicBezTo>
                    <a:pt x="206" y="34"/>
                    <a:pt x="186" y="13"/>
                    <a:pt x="169" y="13"/>
                  </a:cubicBezTo>
                  <a:cubicBezTo>
                    <a:pt x="156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5" name="Google Shape;21395;p60"/>
            <p:cNvSpPr/>
            <p:nvPr/>
          </p:nvSpPr>
          <p:spPr>
            <a:xfrm>
              <a:off x="3993075" y="22135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7" y="1"/>
                  </a:moveTo>
                  <a:cubicBezTo>
                    <a:pt x="83" y="1"/>
                    <a:pt x="61" y="12"/>
                    <a:pt x="50" y="24"/>
                  </a:cubicBezTo>
                  <a:cubicBezTo>
                    <a:pt x="0" y="74"/>
                    <a:pt x="0" y="160"/>
                    <a:pt x="33" y="214"/>
                  </a:cubicBezTo>
                  <a:cubicBezTo>
                    <a:pt x="50" y="230"/>
                    <a:pt x="83" y="247"/>
                    <a:pt x="103" y="263"/>
                  </a:cubicBezTo>
                  <a:cubicBezTo>
                    <a:pt x="136" y="263"/>
                    <a:pt x="169" y="247"/>
                    <a:pt x="186" y="230"/>
                  </a:cubicBezTo>
                  <a:cubicBezTo>
                    <a:pt x="223" y="214"/>
                    <a:pt x="223" y="177"/>
                    <a:pt x="239" y="144"/>
                  </a:cubicBezTo>
                  <a:cubicBezTo>
                    <a:pt x="239" y="111"/>
                    <a:pt x="223" y="74"/>
                    <a:pt x="206" y="41"/>
                  </a:cubicBezTo>
                  <a:cubicBezTo>
                    <a:pt x="186" y="24"/>
                    <a:pt x="186" y="24"/>
                    <a:pt x="153" y="8"/>
                  </a:cubicBezTo>
                  <a:lnTo>
                    <a:pt x="136" y="8"/>
                  </a:lnTo>
                  <a:cubicBezTo>
                    <a:pt x="127" y="3"/>
                    <a:pt x="116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6" name="Google Shape;21396;p60"/>
            <p:cNvSpPr/>
            <p:nvPr/>
          </p:nvSpPr>
          <p:spPr>
            <a:xfrm>
              <a:off x="3999875" y="219845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1" y="0"/>
                  </a:moveTo>
                  <a:cubicBezTo>
                    <a:pt x="115" y="0"/>
                    <a:pt x="109" y="2"/>
                    <a:pt x="103" y="8"/>
                  </a:cubicBezTo>
                  <a:cubicBezTo>
                    <a:pt x="54" y="8"/>
                    <a:pt x="0" y="78"/>
                    <a:pt x="17" y="144"/>
                  </a:cubicBezTo>
                  <a:cubicBezTo>
                    <a:pt x="17" y="181"/>
                    <a:pt x="37" y="214"/>
                    <a:pt x="54" y="230"/>
                  </a:cubicBezTo>
                  <a:cubicBezTo>
                    <a:pt x="87" y="247"/>
                    <a:pt x="103" y="263"/>
                    <a:pt x="140" y="263"/>
                  </a:cubicBezTo>
                  <a:cubicBezTo>
                    <a:pt x="173" y="247"/>
                    <a:pt x="190" y="230"/>
                    <a:pt x="206" y="214"/>
                  </a:cubicBezTo>
                  <a:cubicBezTo>
                    <a:pt x="223" y="181"/>
                    <a:pt x="243" y="144"/>
                    <a:pt x="223" y="111"/>
                  </a:cubicBezTo>
                  <a:cubicBezTo>
                    <a:pt x="223" y="78"/>
                    <a:pt x="206" y="41"/>
                    <a:pt x="190" y="24"/>
                  </a:cubicBezTo>
                  <a:cubicBezTo>
                    <a:pt x="173" y="24"/>
                    <a:pt x="173" y="8"/>
                    <a:pt x="157" y="8"/>
                  </a:cubicBezTo>
                  <a:cubicBezTo>
                    <a:pt x="146" y="8"/>
                    <a:pt x="133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7" name="Google Shape;21397;p60"/>
            <p:cNvSpPr/>
            <p:nvPr/>
          </p:nvSpPr>
          <p:spPr>
            <a:xfrm>
              <a:off x="3989150" y="22303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7" y="1"/>
                  </a:moveTo>
                  <a:cubicBezTo>
                    <a:pt x="71" y="1"/>
                    <a:pt x="33" y="1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07"/>
                    <a:pt x="33" y="223"/>
                  </a:cubicBezTo>
                  <a:cubicBezTo>
                    <a:pt x="71" y="260"/>
                    <a:pt x="104" y="260"/>
                    <a:pt x="120" y="260"/>
                  </a:cubicBezTo>
                  <a:cubicBezTo>
                    <a:pt x="190" y="244"/>
                    <a:pt x="223" y="174"/>
                    <a:pt x="223" y="104"/>
                  </a:cubicBezTo>
                  <a:cubicBezTo>
                    <a:pt x="207" y="71"/>
                    <a:pt x="190" y="38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8" name="Google Shape;21398;p60"/>
            <p:cNvSpPr/>
            <p:nvPr/>
          </p:nvSpPr>
          <p:spPr>
            <a:xfrm>
              <a:off x="4003375" y="22260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13" y="1"/>
                  </a:moveTo>
                  <a:cubicBezTo>
                    <a:pt x="59" y="1"/>
                    <a:pt x="14" y="33"/>
                    <a:pt x="0" y="72"/>
                  </a:cubicBezTo>
                  <a:lnTo>
                    <a:pt x="0" y="143"/>
                  </a:lnTo>
                  <a:cubicBezTo>
                    <a:pt x="0" y="192"/>
                    <a:pt x="33" y="229"/>
                    <a:pt x="66" y="246"/>
                  </a:cubicBezTo>
                  <a:cubicBezTo>
                    <a:pt x="82" y="252"/>
                    <a:pt x="99" y="256"/>
                    <a:pt x="116" y="256"/>
                  </a:cubicBezTo>
                  <a:cubicBezTo>
                    <a:pt x="139" y="256"/>
                    <a:pt x="160" y="248"/>
                    <a:pt x="169" y="229"/>
                  </a:cubicBezTo>
                  <a:cubicBezTo>
                    <a:pt x="186" y="213"/>
                    <a:pt x="207" y="192"/>
                    <a:pt x="207" y="176"/>
                  </a:cubicBezTo>
                  <a:cubicBezTo>
                    <a:pt x="240" y="110"/>
                    <a:pt x="207" y="39"/>
                    <a:pt x="153" y="6"/>
                  </a:cubicBezTo>
                  <a:cubicBezTo>
                    <a:pt x="139" y="2"/>
                    <a:pt x="126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9" name="Google Shape;21399;p60"/>
            <p:cNvSpPr/>
            <p:nvPr/>
          </p:nvSpPr>
          <p:spPr>
            <a:xfrm>
              <a:off x="3986575" y="22771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33" y="21"/>
                    <a:pt x="0" y="87"/>
                    <a:pt x="17" y="157"/>
                  </a:cubicBezTo>
                  <a:cubicBezTo>
                    <a:pt x="17" y="190"/>
                    <a:pt x="33" y="227"/>
                    <a:pt x="70" y="244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74" y="260"/>
                    <a:pt x="190" y="244"/>
                    <a:pt x="207" y="206"/>
                  </a:cubicBezTo>
                  <a:cubicBezTo>
                    <a:pt x="223" y="173"/>
                    <a:pt x="239" y="140"/>
                    <a:pt x="223" y="103"/>
                  </a:cubicBezTo>
                  <a:cubicBezTo>
                    <a:pt x="223" y="70"/>
                    <a:pt x="207" y="54"/>
                    <a:pt x="190" y="21"/>
                  </a:cubicBezTo>
                  <a:lnTo>
                    <a:pt x="157" y="21"/>
                  </a:lnTo>
                  <a:cubicBezTo>
                    <a:pt x="157" y="0"/>
                    <a:pt x="15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0" name="Google Shape;21400;p60"/>
            <p:cNvSpPr/>
            <p:nvPr/>
          </p:nvSpPr>
          <p:spPr>
            <a:xfrm>
              <a:off x="4022650" y="22089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3" y="1"/>
                  </a:moveTo>
                  <a:cubicBezTo>
                    <a:pt x="54" y="17"/>
                    <a:pt x="0" y="88"/>
                    <a:pt x="17" y="153"/>
                  </a:cubicBezTo>
                  <a:cubicBezTo>
                    <a:pt x="17" y="191"/>
                    <a:pt x="33" y="224"/>
                    <a:pt x="70" y="240"/>
                  </a:cubicBezTo>
                  <a:cubicBezTo>
                    <a:pt x="82" y="252"/>
                    <a:pt x="102" y="265"/>
                    <a:pt x="118" y="265"/>
                  </a:cubicBezTo>
                  <a:cubicBezTo>
                    <a:pt x="125" y="265"/>
                    <a:pt x="132" y="263"/>
                    <a:pt x="136" y="257"/>
                  </a:cubicBezTo>
                  <a:cubicBezTo>
                    <a:pt x="207" y="257"/>
                    <a:pt x="240" y="191"/>
                    <a:pt x="240" y="121"/>
                  </a:cubicBezTo>
                  <a:cubicBezTo>
                    <a:pt x="223" y="71"/>
                    <a:pt x="207" y="34"/>
                    <a:pt x="174" y="17"/>
                  </a:cubicBezTo>
                  <a:cubicBezTo>
                    <a:pt x="157" y="1"/>
                    <a:pt x="136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1" name="Google Shape;21401;p60"/>
            <p:cNvSpPr/>
            <p:nvPr/>
          </p:nvSpPr>
          <p:spPr>
            <a:xfrm>
              <a:off x="4089225" y="2427550"/>
              <a:ext cx="6425" cy="6575"/>
            </a:xfrm>
            <a:custGeom>
              <a:avLst/>
              <a:gdLst/>
              <a:ahLst/>
              <a:cxnLst/>
              <a:rect l="l" t="t" r="r" b="b"/>
              <a:pathLst>
                <a:path w="257" h="263" extrusionOk="0">
                  <a:moveTo>
                    <a:pt x="137" y="1"/>
                  </a:moveTo>
                  <a:cubicBezTo>
                    <a:pt x="104" y="1"/>
                    <a:pt x="87" y="17"/>
                    <a:pt x="50" y="34"/>
                  </a:cubicBezTo>
                  <a:cubicBezTo>
                    <a:pt x="17" y="87"/>
                    <a:pt x="1" y="153"/>
                    <a:pt x="34" y="223"/>
                  </a:cubicBezTo>
                  <a:cubicBezTo>
                    <a:pt x="63" y="250"/>
                    <a:pt x="97" y="263"/>
                    <a:pt x="129" y="263"/>
                  </a:cubicBezTo>
                  <a:cubicBezTo>
                    <a:pt x="156" y="263"/>
                    <a:pt x="183" y="255"/>
                    <a:pt x="207" y="240"/>
                  </a:cubicBezTo>
                  <a:cubicBezTo>
                    <a:pt x="240" y="190"/>
                    <a:pt x="256" y="104"/>
                    <a:pt x="207" y="50"/>
                  </a:cubicBezTo>
                  <a:cubicBezTo>
                    <a:pt x="207" y="34"/>
                    <a:pt x="190" y="17"/>
                    <a:pt x="174" y="17"/>
                  </a:cubicBezTo>
                  <a:cubicBezTo>
                    <a:pt x="153" y="17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2" name="Google Shape;21402;p60"/>
            <p:cNvSpPr/>
            <p:nvPr/>
          </p:nvSpPr>
          <p:spPr>
            <a:xfrm>
              <a:off x="4080675" y="23691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4"/>
                  </a:cubicBezTo>
                  <a:cubicBezTo>
                    <a:pt x="83" y="261"/>
                    <a:pt x="104" y="261"/>
                    <a:pt x="137" y="261"/>
                  </a:cubicBezTo>
                  <a:cubicBezTo>
                    <a:pt x="207" y="240"/>
                    <a:pt x="240" y="174"/>
                    <a:pt x="240" y="104"/>
                  </a:cubicBezTo>
                  <a:cubicBezTo>
                    <a:pt x="223" y="71"/>
                    <a:pt x="207" y="34"/>
                    <a:pt x="186" y="17"/>
                  </a:cubicBezTo>
                  <a:cubicBezTo>
                    <a:pt x="186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3" name="Google Shape;21403;p60"/>
            <p:cNvSpPr/>
            <p:nvPr/>
          </p:nvSpPr>
          <p:spPr>
            <a:xfrm>
              <a:off x="4099550" y="222737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20" y="1"/>
                  </a:moveTo>
                  <a:cubicBezTo>
                    <a:pt x="87" y="1"/>
                    <a:pt x="50" y="1"/>
                    <a:pt x="33" y="34"/>
                  </a:cubicBezTo>
                  <a:cubicBezTo>
                    <a:pt x="17" y="55"/>
                    <a:pt x="0" y="88"/>
                    <a:pt x="0" y="121"/>
                  </a:cubicBezTo>
                  <a:cubicBezTo>
                    <a:pt x="0" y="158"/>
                    <a:pt x="0" y="191"/>
                    <a:pt x="17" y="207"/>
                  </a:cubicBezTo>
                  <a:cubicBezTo>
                    <a:pt x="33" y="240"/>
                    <a:pt x="70" y="261"/>
                    <a:pt x="87" y="261"/>
                  </a:cubicBezTo>
                  <a:cubicBezTo>
                    <a:pt x="120" y="261"/>
                    <a:pt x="153" y="261"/>
                    <a:pt x="173" y="224"/>
                  </a:cubicBezTo>
                  <a:cubicBezTo>
                    <a:pt x="223" y="191"/>
                    <a:pt x="223" y="104"/>
                    <a:pt x="190" y="55"/>
                  </a:cubicBezTo>
                  <a:cubicBezTo>
                    <a:pt x="173" y="34"/>
                    <a:pt x="17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4" name="Google Shape;21404;p60"/>
            <p:cNvSpPr/>
            <p:nvPr/>
          </p:nvSpPr>
          <p:spPr>
            <a:xfrm>
              <a:off x="4084900" y="244467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4" y="0"/>
                  </a:moveTo>
                  <a:cubicBezTo>
                    <a:pt x="71" y="21"/>
                    <a:pt x="54" y="37"/>
                    <a:pt x="38" y="54"/>
                  </a:cubicBezTo>
                  <a:cubicBezTo>
                    <a:pt x="17" y="87"/>
                    <a:pt x="1" y="124"/>
                    <a:pt x="17" y="157"/>
                  </a:cubicBezTo>
                  <a:cubicBezTo>
                    <a:pt x="17" y="190"/>
                    <a:pt x="38" y="227"/>
                    <a:pt x="54" y="243"/>
                  </a:cubicBezTo>
                  <a:cubicBezTo>
                    <a:pt x="78" y="255"/>
                    <a:pt x="93" y="267"/>
                    <a:pt x="113" y="267"/>
                  </a:cubicBezTo>
                  <a:cubicBezTo>
                    <a:pt x="121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3" y="124"/>
                  </a:cubicBezTo>
                  <a:cubicBezTo>
                    <a:pt x="223" y="87"/>
                    <a:pt x="207" y="54"/>
                    <a:pt x="190" y="37"/>
                  </a:cubicBezTo>
                  <a:cubicBezTo>
                    <a:pt x="174" y="21"/>
                    <a:pt x="174" y="21"/>
                    <a:pt x="157" y="21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5" name="Google Shape;21405;p60"/>
            <p:cNvSpPr/>
            <p:nvPr/>
          </p:nvSpPr>
          <p:spPr>
            <a:xfrm>
              <a:off x="4092625" y="2459800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13" y="1"/>
                  </a:moveTo>
                  <a:cubicBezTo>
                    <a:pt x="72" y="1"/>
                    <a:pt x="32" y="32"/>
                    <a:pt x="17" y="84"/>
                  </a:cubicBezTo>
                  <a:cubicBezTo>
                    <a:pt x="1" y="154"/>
                    <a:pt x="17" y="220"/>
                    <a:pt x="87" y="257"/>
                  </a:cubicBezTo>
                  <a:lnTo>
                    <a:pt x="141" y="257"/>
                  </a:lnTo>
                  <a:cubicBezTo>
                    <a:pt x="174" y="257"/>
                    <a:pt x="207" y="220"/>
                    <a:pt x="223" y="170"/>
                  </a:cubicBezTo>
                  <a:cubicBezTo>
                    <a:pt x="244" y="137"/>
                    <a:pt x="223" y="84"/>
                    <a:pt x="207" y="51"/>
                  </a:cubicBezTo>
                  <a:cubicBezTo>
                    <a:pt x="190" y="34"/>
                    <a:pt x="174" y="13"/>
                    <a:pt x="158" y="13"/>
                  </a:cubicBezTo>
                  <a:cubicBezTo>
                    <a:pt x="143" y="5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6" name="Google Shape;21406;p60"/>
            <p:cNvSpPr/>
            <p:nvPr/>
          </p:nvSpPr>
          <p:spPr>
            <a:xfrm>
              <a:off x="4099950" y="2194850"/>
              <a:ext cx="5600" cy="6700"/>
            </a:xfrm>
            <a:custGeom>
              <a:avLst/>
              <a:gdLst/>
              <a:ahLst/>
              <a:cxnLst/>
              <a:rect l="l" t="t" r="r" b="b"/>
              <a:pathLst>
                <a:path w="224" h="268" extrusionOk="0">
                  <a:moveTo>
                    <a:pt x="102" y="0"/>
                  </a:moveTo>
                  <a:cubicBezTo>
                    <a:pt x="87" y="0"/>
                    <a:pt x="71" y="5"/>
                    <a:pt x="54" y="16"/>
                  </a:cubicBezTo>
                  <a:cubicBezTo>
                    <a:pt x="34" y="32"/>
                    <a:pt x="17" y="65"/>
                    <a:pt x="1" y="82"/>
                  </a:cubicBezTo>
                  <a:lnTo>
                    <a:pt x="1" y="168"/>
                  </a:lnTo>
                  <a:cubicBezTo>
                    <a:pt x="17" y="201"/>
                    <a:pt x="34" y="238"/>
                    <a:pt x="71" y="255"/>
                  </a:cubicBezTo>
                  <a:cubicBezTo>
                    <a:pt x="84" y="263"/>
                    <a:pt x="98" y="268"/>
                    <a:pt x="113" y="268"/>
                  </a:cubicBezTo>
                  <a:cubicBezTo>
                    <a:pt x="154" y="268"/>
                    <a:pt x="195" y="236"/>
                    <a:pt x="207" y="185"/>
                  </a:cubicBezTo>
                  <a:cubicBezTo>
                    <a:pt x="223" y="119"/>
                    <a:pt x="207" y="32"/>
                    <a:pt x="137" y="16"/>
                  </a:cubicBezTo>
                  <a:cubicBezTo>
                    <a:pt x="128" y="5"/>
                    <a:pt x="116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7" name="Google Shape;21407;p60"/>
            <p:cNvSpPr/>
            <p:nvPr/>
          </p:nvSpPr>
          <p:spPr>
            <a:xfrm>
              <a:off x="4096550" y="24137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4" y="0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207" y="260"/>
                    <a:pt x="240" y="190"/>
                    <a:pt x="223" y="124"/>
                  </a:cubicBezTo>
                  <a:cubicBezTo>
                    <a:pt x="223" y="87"/>
                    <a:pt x="207" y="54"/>
                    <a:pt x="190" y="37"/>
                  </a:cubicBezTo>
                  <a:cubicBezTo>
                    <a:pt x="170" y="21"/>
                    <a:pt x="170" y="21"/>
                    <a:pt x="153" y="21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8" name="Google Shape;21408;p60"/>
            <p:cNvSpPr/>
            <p:nvPr/>
          </p:nvSpPr>
          <p:spPr>
            <a:xfrm>
              <a:off x="4084500" y="24021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28" y="0"/>
                  </a:moveTo>
                  <a:cubicBezTo>
                    <a:pt x="81" y="0"/>
                    <a:pt x="30" y="33"/>
                    <a:pt x="17" y="91"/>
                  </a:cubicBezTo>
                  <a:cubicBezTo>
                    <a:pt x="0" y="157"/>
                    <a:pt x="17" y="227"/>
                    <a:pt x="87" y="260"/>
                  </a:cubicBezTo>
                  <a:cubicBezTo>
                    <a:pt x="96" y="264"/>
                    <a:pt x="106" y="266"/>
                    <a:pt x="116" y="266"/>
                  </a:cubicBezTo>
                  <a:cubicBezTo>
                    <a:pt x="161" y="266"/>
                    <a:pt x="209" y="231"/>
                    <a:pt x="223" y="178"/>
                  </a:cubicBezTo>
                  <a:cubicBezTo>
                    <a:pt x="239" y="107"/>
                    <a:pt x="223" y="37"/>
                    <a:pt x="157" y="4"/>
                  </a:cubicBezTo>
                  <a:cubicBezTo>
                    <a:pt x="148" y="2"/>
                    <a:pt x="138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9" name="Google Shape;21409;p60"/>
            <p:cNvSpPr/>
            <p:nvPr/>
          </p:nvSpPr>
          <p:spPr>
            <a:xfrm>
              <a:off x="4079325" y="2245325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29" y="0"/>
                  </a:moveTo>
                  <a:cubicBezTo>
                    <a:pt x="82" y="0"/>
                    <a:pt x="31" y="33"/>
                    <a:pt x="17" y="91"/>
                  </a:cubicBezTo>
                  <a:cubicBezTo>
                    <a:pt x="1" y="161"/>
                    <a:pt x="17" y="227"/>
                    <a:pt x="88" y="264"/>
                  </a:cubicBezTo>
                  <a:lnTo>
                    <a:pt x="137" y="264"/>
                  </a:lnTo>
                  <a:cubicBezTo>
                    <a:pt x="174" y="264"/>
                    <a:pt x="207" y="227"/>
                    <a:pt x="224" y="178"/>
                  </a:cubicBezTo>
                  <a:cubicBezTo>
                    <a:pt x="240" y="141"/>
                    <a:pt x="224" y="75"/>
                    <a:pt x="207" y="37"/>
                  </a:cubicBezTo>
                  <a:cubicBezTo>
                    <a:pt x="191" y="37"/>
                    <a:pt x="174" y="21"/>
                    <a:pt x="158" y="4"/>
                  </a:cubicBezTo>
                  <a:cubicBezTo>
                    <a:pt x="149" y="2"/>
                    <a:pt x="139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0" name="Google Shape;21410;p60"/>
            <p:cNvSpPr/>
            <p:nvPr/>
          </p:nvSpPr>
          <p:spPr>
            <a:xfrm>
              <a:off x="4081100" y="2324075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3" y="17"/>
                    <a:pt x="0" y="66"/>
                    <a:pt x="0" y="153"/>
                  </a:cubicBezTo>
                  <a:cubicBezTo>
                    <a:pt x="17" y="223"/>
                    <a:pt x="66" y="256"/>
                    <a:pt x="120" y="256"/>
                  </a:cubicBezTo>
                  <a:cubicBezTo>
                    <a:pt x="153" y="256"/>
                    <a:pt x="190" y="223"/>
                    <a:pt x="206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6" y="33"/>
                    <a:pt x="169" y="17"/>
                  </a:cubicBezTo>
                  <a:cubicBezTo>
                    <a:pt x="169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1" name="Google Shape;21411;p60"/>
            <p:cNvSpPr/>
            <p:nvPr/>
          </p:nvSpPr>
          <p:spPr>
            <a:xfrm>
              <a:off x="4076350" y="24153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5" y="1"/>
                  </a:moveTo>
                  <a:cubicBezTo>
                    <a:pt x="81" y="1"/>
                    <a:pt x="30" y="31"/>
                    <a:pt x="17" y="75"/>
                  </a:cubicBezTo>
                  <a:cubicBezTo>
                    <a:pt x="0" y="141"/>
                    <a:pt x="17" y="228"/>
                    <a:pt x="87" y="244"/>
                  </a:cubicBezTo>
                  <a:cubicBezTo>
                    <a:pt x="100" y="254"/>
                    <a:pt x="116" y="259"/>
                    <a:pt x="131" y="259"/>
                  </a:cubicBezTo>
                  <a:cubicBezTo>
                    <a:pt x="171" y="259"/>
                    <a:pt x="211" y="226"/>
                    <a:pt x="223" y="178"/>
                  </a:cubicBezTo>
                  <a:cubicBezTo>
                    <a:pt x="240" y="108"/>
                    <a:pt x="223" y="38"/>
                    <a:pt x="153" y="5"/>
                  </a:cubicBezTo>
                  <a:cubicBezTo>
                    <a:pt x="144" y="2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2" name="Google Shape;21412;p60"/>
            <p:cNvSpPr/>
            <p:nvPr/>
          </p:nvSpPr>
          <p:spPr>
            <a:xfrm>
              <a:off x="4076350" y="22592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2" y="1"/>
                  </a:moveTo>
                  <a:cubicBezTo>
                    <a:pt x="59" y="1"/>
                    <a:pt x="24" y="33"/>
                    <a:pt x="0" y="81"/>
                  </a:cubicBezTo>
                  <a:lnTo>
                    <a:pt x="0" y="151"/>
                  </a:lnTo>
                  <a:cubicBezTo>
                    <a:pt x="0" y="184"/>
                    <a:pt x="33" y="238"/>
                    <a:pt x="71" y="255"/>
                  </a:cubicBezTo>
                  <a:cubicBezTo>
                    <a:pt x="79" y="259"/>
                    <a:pt x="89" y="261"/>
                    <a:pt x="100" y="261"/>
                  </a:cubicBezTo>
                  <a:cubicBezTo>
                    <a:pt x="129" y="261"/>
                    <a:pt x="163" y="246"/>
                    <a:pt x="190" y="222"/>
                  </a:cubicBezTo>
                  <a:cubicBezTo>
                    <a:pt x="190" y="222"/>
                    <a:pt x="207" y="201"/>
                    <a:pt x="207" y="184"/>
                  </a:cubicBezTo>
                  <a:cubicBezTo>
                    <a:pt x="240" y="118"/>
                    <a:pt x="207" y="32"/>
                    <a:pt x="153" y="15"/>
                  </a:cubicBezTo>
                  <a:cubicBezTo>
                    <a:pt x="135" y="5"/>
                    <a:pt x="118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3" name="Google Shape;21413;p60"/>
            <p:cNvSpPr/>
            <p:nvPr/>
          </p:nvSpPr>
          <p:spPr>
            <a:xfrm>
              <a:off x="4074600" y="230942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37" y="17"/>
                    <a:pt x="0" y="87"/>
                    <a:pt x="0" y="153"/>
                  </a:cubicBezTo>
                  <a:cubicBezTo>
                    <a:pt x="0" y="190"/>
                    <a:pt x="17" y="207"/>
                    <a:pt x="54" y="240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23" y="71"/>
                    <a:pt x="206" y="50"/>
                    <a:pt x="173" y="17"/>
                  </a:cubicBezTo>
                  <a:cubicBezTo>
                    <a:pt x="173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4" name="Google Shape;21414;p60"/>
            <p:cNvSpPr/>
            <p:nvPr/>
          </p:nvSpPr>
          <p:spPr>
            <a:xfrm>
              <a:off x="4072425" y="23544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1" y="0"/>
                  </a:moveTo>
                  <a:cubicBezTo>
                    <a:pt x="124" y="0"/>
                    <a:pt x="87" y="0"/>
                    <a:pt x="54" y="38"/>
                  </a:cubicBezTo>
                  <a:cubicBezTo>
                    <a:pt x="21" y="71"/>
                    <a:pt x="1" y="157"/>
                    <a:pt x="54" y="207"/>
                  </a:cubicBezTo>
                  <a:cubicBezTo>
                    <a:pt x="71" y="244"/>
                    <a:pt x="87" y="260"/>
                    <a:pt x="124" y="260"/>
                  </a:cubicBezTo>
                  <a:cubicBezTo>
                    <a:pt x="157" y="260"/>
                    <a:pt x="174" y="260"/>
                    <a:pt x="207" y="227"/>
                  </a:cubicBezTo>
                  <a:cubicBezTo>
                    <a:pt x="228" y="207"/>
                    <a:pt x="244" y="174"/>
                    <a:pt x="244" y="141"/>
                  </a:cubicBezTo>
                  <a:cubicBezTo>
                    <a:pt x="244" y="104"/>
                    <a:pt x="244" y="71"/>
                    <a:pt x="228" y="54"/>
                  </a:cubicBezTo>
                  <a:cubicBezTo>
                    <a:pt x="207" y="38"/>
                    <a:pt x="190" y="2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5" name="Google Shape;21415;p60"/>
            <p:cNvSpPr/>
            <p:nvPr/>
          </p:nvSpPr>
          <p:spPr>
            <a:xfrm>
              <a:off x="4066875" y="21994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20" y="260"/>
                    <a:pt x="140" y="260"/>
                  </a:cubicBezTo>
                  <a:cubicBezTo>
                    <a:pt x="206" y="244"/>
                    <a:pt x="243" y="174"/>
                    <a:pt x="243" y="104"/>
                  </a:cubicBezTo>
                  <a:cubicBezTo>
                    <a:pt x="223" y="71"/>
                    <a:pt x="206" y="54"/>
                    <a:pt x="190" y="17"/>
                  </a:cubicBezTo>
                  <a:cubicBezTo>
                    <a:pt x="190" y="17"/>
                    <a:pt x="173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6" name="Google Shape;21416;p60"/>
            <p:cNvSpPr/>
            <p:nvPr/>
          </p:nvSpPr>
          <p:spPr>
            <a:xfrm>
              <a:off x="4064700" y="2219250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24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21" y="50"/>
                    <a:pt x="1" y="87"/>
                    <a:pt x="1" y="120"/>
                  </a:cubicBezTo>
                  <a:cubicBezTo>
                    <a:pt x="1" y="153"/>
                    <a:pt x="21" y="190"/>
                    <a:pt x="38" y="206"/>
                  </a:cubicBezTo>
                  <a:cubicBezTo>
                    <a:pt x="57" y="247"/>
                    <a:pt x="88" y="264"/>
                    <a:pt x="121" y="264"/>
                  </a:cubicBezTo>
                  <a:cubicBezTo>
                    <a:pt x="145" y="264"/>
                    <a:pt x="169" y="255"/>
                    <a:pt x="190" y="239"/>
                  </a:cubicBezTo>
                  <a:cubicBezTo>
                    <a:pt x="227" y="190"/>
                    <a:pt x="244" y="103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41" y="0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7" name="Google Shape;21417;p60"/>
            <p:cNvSpPr/>
            <p:nvPr/>
          </p:nvSpPr>
          <p:spPr>
            <a:xfrm>
              <a:off x="3867625" y="23771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9" y="0"/>
                  </a:moveTo>
                  <a:cubicBezTo>
                    <a:pt x="86" y="0"/>
                    <a:pt x="44" y="33"/>
                    <a:pt x="17" y="91"/>
                  </a:cubicBezTo>
                  <a:cubicBezTo>
                    <a:pt x="1" y="161"/>
                    <a:pt x="34" y="227"/>
                    <a:pt x="87" y="264"/>
                  </a:cubicBezTo>
                  <a:lnTo>
                    <a:pt x="137" y="264"/>
                  </a:lnTo>
                  <a:cubicBezTo>
                    <a:pt x="174" y="264"/>
                    <a:pt x="207" y="227"/>
                    <a:pt x="223" y="178"/>
                  </a:cubicBezTo>
                  <a:cubicBezTo>
                    <a:pt x="240" y="124"/>
                    <a:pt x="240" y="75"/>
                    <a:pt x="207" y="42"/>
                  </a:cubicBezTo>
                  <a:cubicBezTo>
                    <a:pt x="190" y="42"/>
                    <a:pt x="190" y="21"/>
                    <a:pt x="174" y="5"/>
                  </a:cubicBezTo>
                  <a:cubicBezTo>
                    <a:pt x="162" y="2"/>
                    <a:pt x="150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8" name="Google Shape;21418;p60"/>
            <p:cNvSpPr/>
            <p:nvPr/>
          </p:nvSpPr>
          <p:spPr>
            <a:xfrm>
              <a:off x="4054400" y="2186150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3" y="1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21" y="190"/>
                    <a:pt x="21" y="223"/>
                    <a:pt x="54" y="240"/>
                  </a:cubicBezTo>
                  <a:cubicBezTo>
                    <a:pt x="66" y="255"/>
                    <a:pt x="86" y="267"/>
                    <a:pt x="110" y="267"/>
                  </a:cubicBezTo>
                  <a:cubicBezTo>
                    <a:pt x="120" y="267"/>
                    <a:pt x="130" y="265"/>
                    <a:pt x="140" y="261"/>
                  </a:cubicBezTo>
                  <a:cubicBezTo>
                    <a:pt x="190" y="261"/>
                    <a:pt x="243" y="190"/>
                    <a:pt x="227" y="120"/>
                  </a:cubicBezTo>
                  <a:cubicBezTo>
                    <a:pt x="227" y="87"/>
                    <a:pt x="206" y="54"/>
                    <a:pt x="173" y="34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40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9" name="Google Shape;21419;p60"/>
            <p:cNvSpPr/>
            <p:nvPr/>
          </p:nvSpPr>
          <p:spPr>
            <a:xfrm>
              <a:off x="4069025" y="22766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9" y="1"/>
                  </a:moveTo>
                  <a:cubicBezTo>
                    <a:pt x="81" y="1"/>
                    <a:pt x="31" y="33"/>
                    <a:pt x="17" y="91"/>
                  </a:cubicBezTo>
                  <a:cubicBezTo>
                    <a:pt x="1" y="145"/>
                    <a:pt x="17" y="227"/>
                    <a:pt x="87" y="248"/>
                  </a:cubicBezTo>
                  <a:cubicBezTo>
                    <a:pt x="104" y="265"/>
                    <a:pt x="120" y="265"/>
                    <a:pt x="137" y="265"/>
                  </a:cubicBezTo>
                  <a:cubicBezTo>
                    <a:pt x="174" y="265"/>
                    <a:pt x="207" y="227"/>
                    <a:pt x="223" y="178"/>
                  </a:cubicBezTo>
                  <a:cubicBezTo>
                    <a:pt x="240" y="124"/>
                    <a:pt x="223" y="75"/>
                    <a:pt x="207" y="42"/>
                  </a:cubicBezTo>
                  <a:cubicBezTo>
                    <a:pt x="190" y="21"/>
                    <a:pt x="174" y="21"/>
                    <a:pt x="157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0" name="Google Shape;21420;p60"/>
            <p:cNvSpPr/>
            <p:nvPr/>
          </p:nvSpPr>
          <p:spPr>
            <a:xfrm>
              <a:off x="4059550" y="23106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54" y="0"/>
                    <a:pt x="0" y="70"/>
                    <a:pt x="21" y="140"/>
                  </a:cubicBezTo>
                  <a:cubicBezTo>
                    <a:pt x="21" y="190"/>
                    <a:pt x="37" y="227"/>
                    <a:pt x="70" y="243"/>
                  </a:cubicBezTo>
                  <a:cubicBezTo>
                    <a:pt x="87" y="260"/>
                    <a:pt x="124" y="260"/>
                    <a:pt x="141" y="260"/>
                  </a:cubicBezTo>
                  <a:cubicBezTo>
                    <a:pt x="174" y="243"/>
                    <a:pt x="190" y="227"/>
                    <a:pt x="207" y="206"/>
                  </a:cubicBezTo>
                  <a:cubicBezTo>
                    <a:pt x="227" y="173"/>
                    <a:pt x="244" y="140"/>
                    <a:pt x="227" y="103"/>
                  </a:cubicBezTo>
                  <a:cubicBezTo>
                    <a:pt x="227" y="70"/>
                    <a:pt x="207" y="37"/>
                    <a:pt x="190" y="21"/>
                  </a:cubicBezTo>
                  <a:cubicBezTo>
                    <a:pt x="174" y="21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1" name="Google Shape;21421;p60"/>
            <p:cNvSpPr/>
            <p:nvPr/>
          </p:nvSpPr>
          <p:spPr>
            <a:xfrm>
              <a:off x="3959050" y="218857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12" y="0"/>
                  </a:moveTo>
                  <a:cubicBezTo>
                    <a:pt x="93" y="0"/>
                    <a:pt x="77" y="12"/>
                    <a:pt x="54" y="23"/>
                  </a:cubicBezTo>
                  <a:cubicBezTo>
                    <a:pt x="21" y="77"/>
                    <a:pt x="1" y="164"/>
                    <a:pt x="38" y="213"/>
                  </a:cubicBezTo>
                  <a:cubicBezTo>
                    <a:pt x="54" y="229"/>
                    <a:pt x="87" y="246"/>
                    <a:pt x="124" y="267"/>
                  </a:cubicBezTo>
                  <a:cubicBezTo>
                    <a:pt x="141" y="267"/>
                    <a:pt x="174" y="246"/>
                    <a:pt x="190" y="229"/>
                  </a:cubicBezTo>
                  <a:cubicBezTo>
                    <a:pt x="227" y="213"/>
                    <a:pt x="244" y="180"/>
                    <a:pt x="244" y="143"/>
                  </a:cubicBezTo>
                  <a:cubicBezTo>
                    <a:pt x="244" y="110"/>
                    <a:pt x="244" y="77"/>
                    <a:pt x="207" y="40"/>
                  </a:cubicBezTo>
                  <a:cubicBezTo>
                    <a:pt x="207" y="23"/>
                    <a:pt x="190" y="7"/>
                    <a:pt x="174" y="7"/>
                  </a:cubicBezTo>
                  <a:lnTo>
                    <a:pt x="141" y="7"/>
                  </a:lnTo>
                  <a:cubicBezTo>
                    <a:pt x="130" y="2"/>
                    <a:pt x="121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2" name="Google Shape;21422;p60"/>
            <p:cNvSpPr/>
            <p:nvPr/>
          </p:nvSpPr>
          <p:spPr>
            <a:xfrm>
              <a:off x="4077575" y="2212750"/>
              <a:ext cx="5700" cy="6700"/>
            </a:xfrm>
            <a:custGeom>
              <a:avLst/>
              <a:gdLst/>
              <a:ahLst/>
              <a:cxnLst/>
              <a:rect l="l" t="t" r="r" b="b"/>
              <a:pathLst>
                <a:path w="228" h="268" extrusionOk="0">
                  <a:moveTo>
                    <a:pt x="87" y="0"/>
                  </a:moveTo>
                  <a:cubicBezTo>
                    <a:pt x="71" y="21"/>
                    <a:pt x="38" y="38"/>
                    <a:pt x="22" y="54"/>
                  </a:cubicBezTo>
                  <a:cubicBezTo>
                    <a:pt x="1" y="87"/>
                    <a:pt x="1" y="124"/>
                    <a:pt x="1" y="157"/>
                  </a:cubicBezTo>
                  <a:cubicBezTo>
                    <a:pt x="1" y="190"/>
                    <a:pt x="22" y="227"/>
                    <a:pt x="38" y="244"/>
                  </a:cubicBezTo>
                  <a:cubicBezTo>
                    <a:pt x="61" y="255"/>
                    <a:pt x="85" y="267"/>
                    <a:pt x="104" y="267"/>
                  </a:cubicBezTo>
                  <a:cubicBezTo>
                    <a:pt x="111" y="267"/>
                    <a:pt x="119" y="265"/>
                    <a:pt x="125" y="260"/>
                  </a:cubicBezTo>
                  <a:cubicBezTo>
                    <a:pt x="191" y="260"/>
                    <a:pt x="228" y="190"/>
                    <a:pt x="228" y="124"/>
                  </a:cubicBezTo>
                  <a:cubicBezTo>
                    <a:pt x="207" y="87"/>
                    <a:pt x="191" y="54"/>
                    <a:pt x="174" y="38"/>
                  </a:cubicBezTo>
                  <a:cubicBezTo>
                    <a:pt x="174" y="21"/>
                    <a:pt x="158" y="21"/>
                    <a:pt x="158" y="21"/>
                  </a:cubicBezTo>
                  <a:cubicBezTo>
                    <a:pt x="125" y="0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3" name="Google Shape;21423;p60"/>
            <p:cNvSpPr/>
            <p:nvPr/>
          </p:nvSpPr>
          <p:spPr>
            <a:xfrm>
              <a:off x="4090475" y="22579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3" y="0"/>
                  </a:moveTo>
                  <a:cubicBezTo>
                    <a:pt x="70" y="0"/>
                    <a:pt x="54" y="33"/>
                    <a:pt x="37" y="50"/>
                  </a:cubicBezTo>
                  <a:cubicBezTo>
                    <a:pt x="21" y="87"/>
                    <a:pt x="0" y="120"/>
                    <a:pt x="21" y="153"/>
                  </a:cubicBezTo>
                  <a:cubicBezTo>
                    <a:pt x="21" y="190"/>
                    <a:pt x="37" y="223"/>
                    <a:pt x="54" y="239"/>
                  </a:cubicBezTo>
                  <a:cubicBezTo>
                    <a:pt x="87" y="256"/>
                    <a:pt x="103" y="256"/>
                    <a:pt x="140" y="256"/>
                  </a:cubicBezTo>
                  <a:cubicBezTo>
                    <a:pt x="206" y="256"/>
                    <a:pt x="244" y="190"/>
                    <a:pt x="227" y="120"/>
                  </a:cubicBezTo>
                  <a:cubicBezTo>
                    <a:pt x="227" y="87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4" name="Google Shape;21424;p60"/>
            <p:cNvSpPr/>
            <p:nvPr/>
          </p:nvSpPr>
          <p:spPr>
            <a:xfrm>
              <a:off x="4092225" y="22113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1"/>
                  </a:moveTo>
                  <a:cubicBezTo>
                    <a:pt x="114" y="1"/>
                    <a:pt x="109" y="3"/>
                    <a:pt x="103" y="8"/>
                  </a:cubicBezTo>
                  <a:cubicBezTo>
                    <a:pt x="54" y="8"/>
                    <a:pt x="0" y="78"/>
                    <a:pt x="17" y="144"/>
                  </a:cubicBezTo>
                  <a:cubicBezTo>
                    <a:pt x="17" y="198"/>
                    <a:pt x="33" y="214"/>
                    <a:pt x="70" y="247"/>
                  </a:cubicBezTo>
                  <a:cubicBezTo>
                    <a:pt x="87" y="247"/>
                    <a:pt x="120" y="264"/>
                    <a:pt x="136" y="264"/>
                  </a:cubicBezTo>
                  <a:cubicBezTo>
                    <a:pt x="174" y="247"/>
                    <a:pt x="206" y="231"/>
                    <a:pt x="223" y="214"/>
                  </a:cubicBezTo>
                  <a:cubicBezTo>
                    <a:pt x="239" y="181"/>
                    <a:pt x="239" y="144"/>
                    <a:pt x="239" y="111"/>
                  </a:cubicBezTo>
                  <a:cubicBezTo>
                    <a:pt x="223" y="78"/>
                    <a:pt x="223" y="41"/>
                    <a:pt x="190" y="25"/>
                  </a:cubicBezTo>
                  <a:lnTo>
                    <a:pt x="174" y="8"/>
                  </a:lnTo>
                  <a:lnTo>
                    <a:pt x="157" y="8"/>
                  </a:lnTo>
                  <a:cubicBezTo>
                    <a:pt x="143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5" name="Google Shape;21425;p60"/>
            <p:cNvSpPr/>
            <p:nvPr/>
          </p:nvSpPr>
          <p:spPr>
            <a:xfrm>
              <a:off x="4084900" y="22279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1" y="153"/>
                    <a:pt x="38" y="219"/>
                    <a:pt x="87" y="256"/>
                  </a:cubicBezTo>
                  <a:lnTo>
                    <a:pt x="141" y="256"/>
                  </a:lnTo>
                  <a:cubicBezTo>
                    <a:pt x="174" y="256"/>
                    <a:pt x="207" y="219"/>
                    <a:pt x="223" y="186"/>
                  </a:cubicBezTo>
                  <a:cubicBezTo>
                    <a:pt x="244" y="137"/>
                    <a:pt x="244" y="83"/>
                    <a:pt x="207" y="50"/>
                  </a:cubicBezTo>
                  <a:cubicBezTo>
                    <a:pt x="190" y="34"/>
                    <a:pt x="190" y="13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6" name="Google Shape;21426;p60"/>
            <p:cNvSpPr/>
            <p:nvPr/>
          </p:nvSpPr>
          <p:spPr>
            <a:xfrm>
              <a:off x="4072950" y="22317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3" y="0"/>
                  </a:moveTo>
                  <a:cubicBezTo>
                    <a:pt x="50" y="17"/>
                    <a:pt x="0" y="87"/>
                    <a:pt x="17" y="153"/>
                  </a:cubicBezTo>
                  <a:cubicBezTo>
                    <a:pt x="17" y="190"/>
                    <a:pt x="33" y="223"/>
                    <a:pt x="50" y="239"/>
                  </a:cubicBezTo>
                  <a:cubicBezTo>
                    <a:pt x="73" y="251"/>
                    <a:pt x="90" y="263"/>
                    <a:pt x="110" y="263"/>
                  </a:cubicBezTo>
                  <a:cubicBezTo>
                    <a:pt x="118" y="263"/>
                    <a:pt x="127" y="261"/>
                    <a:pt x="136" y="256"/>
                  </a:cubicBezTo>
                  <a:cubicBezTo>
                    <a:pt x="169" y="256"/>
                    <a:pt x="186" y="239"/>
                    <a:pt x="207" y="206"/>
                  </a:cubicBezTo>
                  <a:cubicBezTo>
                    <a:pt x="223" y="190"/>
                    <a:pt x="239" y="153"/>
                    <a:pt x="239" y="120"/>
                  </a:cubicBezTo>
                  <a:cubicBezTo>
                    <a:pt x="223" y="87"/>
                    <a:pt x="207" y="50"/>
                    <a:pt x="186" y="33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7" name="Google Shape;21427;p60"/>
            <p:cNvSpPr/>
            <p:nvPr/>
          </p:nvSpPr>
          <p:spPr>
            <a:xfrm>
              <a:off x="4096150" y="224242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03" y="1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0" y="191"/>
                    <a:pt x="17" y="207"/>
                    <a:pt x="49" y="240"/>
                  </a:cubicBezTo>
                  <a:cubicBezTo>
                    <a:pt x="66" y="257"/>
                    <a:pt x="103" y="257"/>
                    <a:pt x="136" y="257"/>
                  </a:cubicBezTo>
                  <a:cubicBezTo>
                    <a:pt x="186" y="240"/>
                    <a:pt x="223" y="174"/>
                    <a:pt x="223" y="104"/>
                  </a:cubicBezTo>
                  <a:cubicBezTo>
                    <a:pt x="223" y="71"/>
                    <a:pt x="186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8" name="Google Shape;21428;p60"/>
            <p:cNvSpPr/>
            <p:nvPr/>
          </p:nvSpPr>
          <p:spPr>
            <a:xfrm>
              <a:off x="4081500" y="2195650"/>
              <a:ext cx="6425" cy="6775"/>
            </a:xfrm>
            <a:custGeom>
              <a:avLst/>
              <a:gdLst/>
              <a:ahLst/>
              <a:cxnLst/>
              <a:rect l="l" t="t" r="r" b="b"/>
              <a:pathLst>
                <a:path w="257" h="271" extrusionOk="0">
                  <a:moveTo>
                    <a:pt x="137" y="0"/>
                  </a:moveTo>
                  <a:cubicBezTo>
                    <a:pt x="120" y="0"/>
                    <a:pt x="87" y="17"/>
                    <a:pt x="71" y="33"/>
                  </a:cubicBezTo>
                  <a:cubicBezTo>
                    <a:pt x="17" y="87"/>
                    <a:pt x="1" y="153"/>
                    <a:pt x="50" y="223"/>
                  </a:cubicBezTo>
                  <a:cubicBezTo>
                    <a:pt x="72" y="252"/>
                    <a:pt x="104" y="271"/>
                    <a:pt x="137" y="271"/>
                  </a:cubicBezTo>
                  <a:cubicBezTo>
                    <a:pt x="160" y="271"/>
                    <a:pt x="185" y="261"/>
                    <a:pt x="207" y="239"/>
                  </a:cubicBezTo>
                  <a:cubicBezTo>
                    <a:pt x="256" y="190"/>
                    <a:pt x="256" y="103"/>
                    <a:pt x="223" y="50"/>
                  </a:cubicBezTo>
                  <a:cubicBezTo>
                    <a:pt x="207" y="33"/>
                    <a:pt x="190" y="17"/>
                    <a:pt x="174" y="17"/>
                  </a:cubicBezTo>
                  <a:cubicBezTo>
                    <a:pt x="174" y="17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429" name="Google Shape;21429;p60"/>
          <p:cNvSpPr/>
          <p:nvPr/>
        </p:nvSpPr>
        <p:spPr>
          <a:xfrm rot="5400000" flipH="1">
            <a:off x="6662939" y="4629379"/>
            <a:ext cx="420427" cy="461299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430" name="Google Shape;21430;p60"/>
          <p:cNvSpPr/>
          <p:nvPr/>
        </p:nvSpPr>
        <p:spPr>
          <a:xfrm rot="-3532039" flipH="1">
            <a:off x="465609" y="1200297"/>
            <a:ext cx="342801" cy="376148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Google Shape;20963;p60">
            <a:extLst>
              <a:ext uri="{FF2B5EF4-FFF2-40B4-BE49-F238E27FC236}">
                <a16:creationId xmlns:a16="http://schemas.microsoft.com/office/drawing/2014/main" id="{550EBE0F-9967-7F6F-10AD-A45652B12699}"/>
              </a:ext>
            </a:extLst>
          </p:cNvPr>
          <p:cNvSpPr txBox="1">
            <a:spLocks/>
          </p:cNvSpPr>
          <p:nvPr/>
        </p:nvSpPr>
        <p:spPr>
          <a:xfrm>
            <a:off x="2094453" y="4672610"/>
            <a:ext cx="2796900" cy="66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0" indent="0"/>
            <a:r>
              <a:rPr lang="bs-Latn-BA" dirty="0">
                <a:latin typeface="Times New Roman" panose="02020603050405020304" pitchFamily="18" charset="0"/>
                <a:cs typeface="Times New Roman" panose="02020603050405020304" pitchFamily="18" charset="0"/>
              </a:rPr>
              <a:t>prof. dr. Nina Bijedić</a:t>
            </a:r>
          </a:p>
        </p:txBody>
      </p:sp>
      <p:sp>
        <p:nvSpPr>
          <p:cNvPr id="3" name="Google Shape;20963;p60">
            <a:extLst>
              <a:ext uri="{FF2B5EF4-FFF2-40B4-BE49-F238E27FC236}">
                <a16:creationId xmlns:a16="http://schemas.microsoft.com/office/drawing/2014/main" id="{4B6DD5B9-AD6E-37E1-FF14-2936F5B177F8}"/>
              </a:ext>
            </a:extLst>
          </p:cNvPr>
          <p:cNvSpPr txBox="1">
            <a:spLocks/>
          </p:cNvSpPr>
          <p:nvPr/>
        </p:nvSpPr>
        <p:spPr>
          <a:xfrm>
            <a:off x="2472605" y="212762"/>
            <a:ext cx="3925516" cy="66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0" indent="0" algn="ctr"/>
            <a:r>
              <a:rPr lang="bs-Latn-BA" dirty="0">
                <a:latin typeface="Times New Roman" panose="02020603050405020304" pitchFamily="18" charset="0"/>
                <a:cs typeface="Times New Roman" panose="02020603050405020304" pitchFamily="18" charset="0"/>
              </a:rPr>
              <a:t>Univerzitet „Džemal Bijedić“ Mostar</a:t>
            </a:r>
          </a:p>
          <a:p>
            <a:pPr marL="0" indent="0" algn="ctr"/>
            <a:r>
              <a:rPr lang="bs-Latn-BA" dirty="0">
                <a:latin typeface="Times New Roman" panose="02020603050405020304" pitchFamily="18" charset="0"/>
                <a:cs typeface="Times New Roman" panose="02020603050405020304" pitchFamily="18" charset="0"/>
              </a:rPr>
              <a:t>Fakultet informacijskih tehnologija</a:t>
            </a:r>
          </a:p>
        </p:txBody>
      </p:sp>
      <p:sp>
        <p:nvSpPr>
          <p:cNvPr id="6" name="Google Shape;20963;p60">
            <a:extLst>
              <a:ext uri="{FF2B5EF4-FFF2-40B4-BE49-F238E27FC236}">
                <a16:creationId xmlns:a16="http://schemas.microsoft.com/office/drawing/2014/main" id="{F9600679-0219-5CCC-B0DF-096A1D001FB2}"/>
              </a:ext>
            </a:extLst>
          </p:cNvPr>
          <p:cNvSpPr txBox="1">
            <a:spLocks/>
          </p:cNvSpPr>
          <p:nvPr/>
        </p:nvSpPr>
        <p:spPr>
          <a:xfrm>
            <a:off x="4641052" y="2967896"/>
            <a:ext cx="4406696" cy="66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0" indent="0" algn="ctr"/>
            <a:r>
              <a:rPr lang="bs-Latn-BA" sz="1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„Inteligentni agentski sistem za personalizirane preporuke kafe“</a:t>
            </a:r>
            <a:endParaRPr lang="bs-Latn-BA" sz="1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Google Shape;20963;p60">
            <a:extLst>
              <a:ext uri="{FF2B5EF4-FFF2-40B4-BE49-F238E27FC236}">
                <a16:creationId xmlns:a16="http://schemas.microsoft.com/office/drawing/2014/main" id="{B1A4993B-F4A6-3F07-03E5-C1D9628BE246}"/>
              </a:ext>
            </a:extLst>
          </p:cNvPr>
          <p:cNvSpPr txBox="1">
            <a:spLocks/>
          </p:cNvSpPr>
          <p:nvPr/>
        </p:nvSpPr>
        <p:spPr>
          <a:xfrm>
            <a:off x="7217224" y="4343400"/>
            <a:ext cx="2000734" cy="5782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0" indent="0" algn="ctr"/>
            <a:r>
              <a:rPr lang="bs-Latn-BA" dirty="0">
                <a:latin typeface="Times New Roman" panose="02020603050405020304" pitchFamily="18" charset="0"/>
                <a:cs typeface="Times New Roman" panose="02020603050405020304" pitchFamily="18" charset="0"/>
              </a:rPr>
              <a:t>Umjetna inteligencija 2025/2026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0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0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0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0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7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8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484" name="Google Shape;21484;p6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64924" y="658971"/>
            <a:ext cx="3017950" cy="3553824"/>
          </a:xfrm>
          <a:prstGeom prst="rect">
            <a:avLst/>
          </a:prstGeom>
          <a:noFill/>
          <a:ln>
            <a:noFill/>
          </a:ln>
        </p:spPr>
      </p:pic>
      <p:sp>
        <p:nvSpPr>
          <p:cNvPr id="21485" name="Google Shape;21485;p66"/>
          <p:cNvSpPr/>
          <p:nvPr/>
        </p:nvSpPr>
        <p:spPr>
          <a:xfrm>
            <a:off x="-199" y="-225667"/>
            <a:ext cx="9144199" cy="5173108"/>
          </a:xfrm>
          <a:custGeom>
            <a:avLst/>
            <a:gdLst/>
            <a:ahLst/>
            <a:cxnLst/>
            <a:rect l="l" t="t" r="r" b="b"/>
            <a:pathLst>
              <a:path w="284866" h="161156" extrusionOk="0">
                <a:moveTo>
                  <a:pt x="79578" y="28470"/>
                </a:moveTo>
                <a:cubicBezTo>
                  <a:pt x="90374" y="28470"/>
                  <a:pt x="99881" y="31630"/>
                  <a:pt x="104166" y="38659"/>
                </a:cubicBezTo>
                <a:cubicBezTo>
                  <a:pt x="117456" y="60344"/>
                  <a:pt x="118567" y="73552"/>
                  <a:pt x="118650" y="100648"/>
                </a:cubicBezTo>
                <a:cubicBezTo>
                  <a:pt x="118650" y="120001"/>
                  <a:pt x="99847" y="126486"/>
                  <a:pt x="81063" y="126486"/>
                </a:cubicBezTo>
                <a:cubicBezTo>
                  <a:pt x="65740" y="126486"/>
                  <a:pt x="50429" y="122171"/>
                  <a:pt x="45345" y="117004"/>
                </a:cubicBezTo>
                <a:cubicBezTo>
                  <a:pt x="38659" y="110153"/>
                  <a:pt x="35058" y="102952"/>
                  <a:pt x="31458" y="93262"/>
                </a:cubicBezTo>
                <a:cubicBezTo>
                  <a:pt x="27960" y="84003"/>
                  <a:pt x="29236" y="62998"/>
                  <a:pt x="31890" y="54521"/>
                </a:cubicBezTo>
                <a:cubicBezTo>
                  <a:pt x="37054" y="38488"/>
                  <a:pt x="60357" y="28470"/>
                  <a:pt x="79578" y="28470"/>
                </a:cubicBezTo>
                <a:close/>
                <a:moveTo>
                  <a:pt x="0" y="1"/>
                </a:moveTo>
                <a:lnTo>
                  <a:pt x="0" y="161155"/>
                </a:lnTo>
                <a:lnTo>
                  <a:pt x="284866" y="161155"/>
                </a:lnTo>
                <a:lnTo>
                  <a:pt x="28486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486" name="Google Shape;21486;p66"/>
          <p:cNvSpPr/>
          <p:nvPr/>
        </p:nvSpPr>
        <p:spPr>
          <a:xfrm>
            <a:off x="5254075" y="1032737"/>
            <a:ext cx="1171275" cy="958326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487" name="Google Shape;21487;p66"/>
          <p:cNvSpPr txBox="1">
            <a:spLocks noGrp="1"/>
          </p:cNvSpPr>
          <p:nvPr>
            <p:ph type="title"/>
          </p:nvPr>
        </p:nvSpPr>
        <p:spPr>
          <a:xfrm>
            <a:off x="3918859" y="2037429"/>
            <a:ext cx="5768282" cy="934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dirty="0"/>
              <a:t>Šta je BrewB</a:t>
            </a:r>
            <a:r>
              <a:rPr lang="bs-Latn-BA" dirty="0">
                <a:solidFill>
                  <a:srgbClr val="756458"/>
                </a:solidFill>
              </a:rPr>
              <a:t>u</a:t>
            </a:r>
            <a:r>
              <a:rPr lang="bs-Latn-BA" dirty="0"/>
              <a:t>ddy?</a:t>
            </a:r>
            <a:endParaRPr dirty="0"/>
          </a:p>
        </p:txBody>
      </p:sp>
      <p:sp>
        <p:nvSpPr>
          <p:cNvPr id="21489" name="Google Shape;21489;p66"/>
          <p:cNvSpPr/>
          <p:nvPr/>
        </p:nvSpPr>
        <p:spPr>
          <a:xfrm rot="10800000" flipH="1">
            <a:off x="0" y="3203971"/>
            <a:ext cx="2453875" cy="1939529"/>
          </a:xfrm>
          <a:custGeom>
            <a:avLst/>
            <a:gdLst/>
            <a:ahLst/>
            <a:cxnLst/>
            <a:rect l="l" t="t" r="r" b="b"/>
            <a:pathLst>
              <a:path w="8279" h="7456" extrusionOk="0">
                <a:moveTo>
                  <a:pt x="0" y="1"/>
                </a:moveTo>
                <a:lnTo>
                  <a:pt x="0" y="7455"/>
                </a:lnTo>
                <a:cubicBezTo>
                  <a:pt x="186" y="6235"/>
                  <a:pt x="652" y="5117"/>
                  <a:pt x="1443" y="4379"/>
                </a:cubicBezTo>
                <a:cubicBezTo>
                  <a:pt x="1850" y="3996"/>
                  <a:pt x="2252" y="3845"/>
                  <a:pt x="2651" y="3845"/>
                </a:cubicBezTo>
                <a:cubicBezTo>
                  <a:pt x="3415" y="3845"/>
                  <a:pt x="4166" y="4394"/>
                  <a:pt x="4910" y="4911"/>
                </a:cubicBezTo>
                <a:cubicBezTo>
                  <a:pt x="5426" y="5274"/>
                  <a:pt x="6011" y="5600"/>
                  <a:pt x="6597" y="5703"/>
                </a:cubicBezTo>
                <a:cubicBezTo>
                  <a:pt x="6686" y="5720"/>
                  <a:pt x="6778" y="5729"/>
                  <a:pt x="6871" y="5729"/>
                </a:cubicBezTo>
                <a:cubicBezTo>
                  <a:pt x="7335" y="5729"/>
                  <a:pt x="7820" y="5505"/>
                  <a:pt x="8019" y="4948"/>
                </a:cubicBezTo>
                <a:cubicBezTo>
                  <a:pt x="8279" y="4190"/>
                  <a:pt x="7937" y="3365"/>
                  <a:pt x="7660" y="2730"/>
                </a:cubicBezTo>
                <a:cubicBezTo>
                  <a:pt x="7590" y="2578"/>
                  <a:pt x="6560" y="87"/>
                  <a:pt x="674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490" name="Google Shape;21490;p66"/>
          <p:cNvGrpSpPr/>
          <p:nvPr/>
        </p:nvGrpSpPr>
        <p:grpSpPr>
          <a:xfrm rot="-5400000" flipH="1">
            <a:off x="7903210" y="540476"/>
            <a:ext cx="1830221" cy="691747"/>
            <a:chOff x="3838450" y="2686475"/>
            <a:chExt cx="434175" cy="164100"/>
          </a:xfrm>
        </p:grpSpPr>
        <p:sp>
          <p:nvSpPr>
            <p:cNvPr id="21491" name="Google Shape;21491;p66"/>
            <p:cNvSpPr/>
            <p:nvPr/>
          </p:nvSpPr>
          <p:spPr>
            <a:xfrm>
              <a:off x="4133050" y="2834375"/>
              <a:ext cx="6400" cy="6225"/>
            </a:xfrm>
            <a:custGeom>
              <a:avLst/>
              <a:gdLst/>
              <a:ahLst/>
              <a:cxnLst/>
              <a:rect l="l" t="t" r="r" b="b"/>
              <a:pathLst>
                <a:path w="256" h="249" extrusionOk="0">
                  <a:moveTo>
                    <a:pt x="139" y="1"/>
                  </a:moveTo>
                  <a:cubicBezTo>
                    <a:pt x="124" y="1"/>
                    <a:pt x="111" y="5"/>
                    <a:pt x="103" y="13"/>
                  </a:cubicBezTo>
                  <a:cubicBezTo>
                    <a:pt x="33" y="30"/>
                    <a:pt x="0" y="100"/>
                    <a:pt x="17" y="166"/>
                  </a:cubicBezTo>
                  <a:cubicBezTo>
                    <a:pt x="33" y="203"/>
                    <a:pt x="49" y="236"/>
                    <a:pt x="70" y="236"/>
                  </a:cubicBezTo>
                  <a:cubicBezTo>
                    <a:pt x="87" y="244"/>
                    <a:pt x="103" y="248"/>
                    <a:pt x="118" y="248"/>
                  </a:cubicBezTo>
                  <a:cubicBezTo>
                    <a:pt x="132" y="248"/>
                    <a:pt x="144" y="244"/>
                    <a:pt x="153" y="236"/>
                  </a:cubicBezTo>
                  <a:cubicBezTo>
                    <a:pt x="223" y="219"/>
                    <a:pt x="256" y="149"/>
                    <a:pt x="239" y="79"/>
                  </a:cubicBezTo>
                  <a:cubicBezTo>
                    <a:pt x="239" y="63"/>
                    <a:pt x="223" y="30"/>
                    <a:pt x="206" y="30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1" y="5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2" name="Google Shape;21492;p66"/>
            <p:cNvSpPr/>
            <p:nvPr/>
          </p:nvSpPr>
          <p:spPr>
            <a:xfrm>
              <a:off x="4017075" y="2766450"/>
              <a:ext cx="6425" cy="6325"/>
            </a:xfrm>
            <a:custGeom>
              <a:avLst/>
              <a:gdLst/>
              <a:ahLst/>
              <a:cxnLst/>
              <a:rect l="l" t="t" r="r" b="b"/>
              <a:pathLst>
                <a:path w="257" h="253" extrusionOk="0">
                  <a:moveTo>
                    <a:pt x="135" y="1"/>
                  </a:moveTo>
                  <a:cubicBezTo>
                    <a:pt x="120" y="1"/>
                    <a:pt x="104" y="5"/>
                    <a:pt x="87" y="13"/>
                  </a:cubicBezTo>
                  <a:cubicBezTo>
                    <a:pt x="34" y="34"/>
                    <a:pt x="1" y="100"/>
                    <a:pt x="17" y="170"/>
                  </a:cubicBezTo>
                  <a:cubicBezTo>
                    <a:pt x="29" y="221"/>
                    <a:pt x="61" y="253"/>
                    <a:pt x="104" y="253"/>
                  </a:cubicBezTo>
                  <a:cubicBezTo>
                    <a:pt x="119" y="253"/>
                    <a:pt x="136" y="249"/>
                    <a:pt x="153" y="240"/>
                  </a:cubicBezTo>
                  <a:cubicBezTo>
                    <a:pt x="207" y="219"/>
                    <a:pt x="256" y="153"/>
                    <a:pt x="240" y="83"/>
                  </a:cubicBezTo>
                  <a:cubicBezTo>
                    <a:pt x="223" y="67"/>
                    <a:pt x="223" y="50"/>
                    <a:pt x="207" y="34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4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3" name="Google Shape;21493;p66"/>
            <p:cNvSpPr/>
            <p:nvPr/>
          </p:nvSpPr>
          <p:spPr>
            <a:xfrm>
              <a:off x="4014500" y="28149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0"/>
                  </a:moveTo>
                  <a:cubicBezTo>
                    <a:pt x="87" y="0"/>
                    <a:pt x="17" y="54"/>
                    <a:pt x="1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34" y="240"/>
                    <a:pt x="50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6" y="263"/>
                    <a:pt x="209" y="215"/>
                    <a:pt x="223" y="157"/>
                  </a:cubicBezTo>
                  <a:cubicBezTo>
                    <a:pt x="240" y="104"/>
                    <a:pt x="223" y="54"/>
                    <a:pt x="190" y="33"/>
                  </a:cubicBezTo>
                  <a:cubicBezTo>
                    <a:pt x="190" y="17"/>
                    <a:pt x="174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4" name="Google Shape;21494;p66"/>
            <p:cNvSpPr/>
            <p:nvPr/>
          </p:nvSpPr>
          <p:spPr>
            <a:xfrm>
              <a:off x="4004600" y="2842425"/>
              <a:ext cx="6025" cy="6500"/>
            </a:xfrm>
            <a:custGeom>
              <a:avLst/>
              <a:gdLst/>
              <a:ahLst/>
              <a:cxnLst/>
              <a:rect l="l" t="t" r="r" b="b"/>
              <a:pathLst>
                <a:path w="241" h="260" extrusionOk="0">
                  <a:moveTo>
                    <a:pt x="158" y="0"/>
                  </a:moveTo>
                  <a:cubicBezTo>
                    <a:pt x="137" y="0"/>
                    <a:pt x="104" y="0"/>
                    <a:pt x="87" y="17"/>
                  </a:cubicBezTo>
                  <a:cubicBezTo>
                    <a:pt x="54" y="33"/>
                    <a:pt x="17" y="66"/>
                    <a:pt x="17" y="120"/>
                  </a:cubicBezTo>
                  <a:cubicBezTo>
                    <a:pt x="1" y="153"/>
                    <a:pt x="17" y="190"/>
                    <a:pt x="34" y="206"/>
                  </a:cubicBezTo>
                  <a:cubicBezTo>
                    <a:pt x="34" y="239"/>
                    <a:pt x="71" y="256"/>
                    <a:pt x="104" y="256"/>
                  </a:cubicBezTo>
                  <a:cubicBezTo>
                    <a:pt x="111" y="258"/>
                    <a:pt x="118" y="259"/>
                    <a:pt x="125" y="259"/>
                  </a:cubicBezTo>
                  <a:cubicBezTo>
                    <a:pt x="170" y="259"/>
                    <a:pt x="209" y="214"/>
                    <a:pt x="224" y="153"/>
                  </a:cubicBezTo>
                  <a:lnTo>
                    <a:pt x="240" y="153"/>
                  </a:lnTo>
                  <a:cubicBezTo>
                    <a:pt x="240" y="103"/>
                    <a:pt x="224" y="50"/>
                    <a:pt x="207" y="33"/>
                  </a:cubicBezTo>
                  <a:cubicBezTo>
                    <a:pt x="191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5" name="Google Shape;21495;p66"/>
            <p:cNvSpPr/>
            <p:nvPr/>
          </p:nvSpPr>
          <p:spPr>
            <a:xfrm>
              <a:off x="4004200" y="282777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36" y="1"/>
                  </a:moveTo>
                  <a:cubicBezTo>
                    <a:pt x="103" y="1"/>
                    <a:pt x="87" y="1"/>
                    <a:pt x="50" y="17"/>
                  </a:cubicBezTo>
                  <a:cubicBezTo>
                    <a:pt x="33" y="54"/>
                    <a:pt x="17" y="71"/>
                    <a:pt x="0" y="104"/>
                  </a:cubicBezTo>
                  <a:cubicBezTo>
                    <a:pt x="0" y="137"/>
                    <a:pt x="0" y="174"/>
                    <a:pt x="17" y="207"/>
                  </a:cubicBezTo>
                  <a:cubicBezTo>
                    <a:pt x="33" y="223"/>
                    <a:pt x="50" y="240"/>
                    <a:pt x="87" y="261"/>
                  </a:cubicBezTo>
                  <a:cubicBezTo>
                    <a:pt x="136" y="261"/>
                    <a:pt x="207" y="223"/>
                    <a:pt x="223" y="137"/>
                  </a:cubicBezTo>
                  <a:cubicBezTo>
                    <a:pt x="223" y="104"/>
                    <a:pt x="223" y="87"/>
                    <a:pt x="207" y="54"/>
                  </a:cubicBezTo>
                  <a:cubicBezTo>
                    <a:pt x="207" y="34"/>
                    <a:pt x="207" y="34"/>
                    <a:pt x="190" y="34"/>
                  </a:cubicBezTo>
                  <a:cubicBezTo>
                    <a:pt x="174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6" name="Google Shape;21496;p66"/>
            <p:cNvSpPr/>
            <p:nvPr/>
          </p:nvSpPr>
          <p:spPr>
            <a:xfrm>
              <a:off x="4007175" y="27810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37" y="0"/>
                  </a:moveTo>
                  <a:cubicBezTo>
                    <a:pt x="121" y="0"/>
                    <a:pt x="88" y="0"/>
                    <a:pt x="55" y="17"/>
                  </a:cubicBezTo>
                  <a:cubicBezTo>
                    <a:pt x="34" y="49"/>
                    <a:pt x="17" y="70"/>
                    <a:pt x="1" y="103"/>
                  </a:cubicBezTo>
                  <a:cubicBezTo>
                    <a:pt x="1" y="136"/>
                    <a:pt x="1" y="173"/>
                    <a:pt x="17" y="206"/>
                  </a:cubicBezTo>
                  <a:cubicBezTo>
                    <a:pt x="34" y="223"/>
                    <a:pt x="55" y="239"/>
                    <a:pt x="88" y="256"/>
                  </a:cubicBezTo>
                  <a:cubicBezTo>
                    <a:pt x="137" y="256"/>
                    <a:pt x="207" y="223"/>
                    <a:pt x="224" y="136"/>
                  </a:cubicBezTo>
                  <a:cubicBezTo>
                    <a:pt x="224" y="103"/>
                    <a:pt x="224" y="87"/>
                    <a:pt x="207" y="49"/>
                  </a:cubicBezTo>
                  <a:cubicBezTo>
                    <a:pt x="207" y="33"/>
                    <a:pt x="207" y="33"/>
                    <a:pt x="191" y="33"/>
                  </a:cubicBezTo>
                  <a:cubicBezTo>
                    <a:pt x="174" y="17"/>
                    <a:pt x="158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7" name="Google Shape;21497;p66"/>
            <p:cNvSpPr/>
            <p:nvPr/>
          </p:nvSpPr>
          <p:spPr>
            <a:xfrm>
              <a:off x="4008950" y="2750325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30" y="0"/>
                  </a:moveTo>
                  <a:cubicBezTo>
                    <a:pt x="99" y="0"/>
                    <a:pt x="70" y="12"/>
                    <a:pt x="50" y="40"/>
                  </a:cubicBezTo>
                  <a:cubicBezTo>
                    <a:pt x="0" y="110"/>
                    <a:pt x="0" y="180"/>
                    <a:pt x="50" y="229"/>
                  </a:cubicBezTo>
                  <a:cubicBezTo>
                    <a:pt x="66" y="246"/>
                    <a:pt x="93" y="255"/>
                    <a:pt x="120" y="255"/>
                  </a:cubicBezTo>
                  <a:cubicBezTo>
                    <a:pt x="152" y="255"/>
                    <a:pt x="186" y="242"/>
                    <a:pt x="206" y="213"/>
                  </a:cubicBezTo>
                  <a:cubicBezTo>
                    <a:pt x="256" y="163"/>
                    <a:pt x="256" y="77"/>
                    <a:pt x="206" y="23"/>
                  </a:cubicBezTo>
                  <a:cubicBezTo>
                    <a:pt x="182" y="8"/>
                    <a:pt x="155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8" name="Google Shape;21498;p66"/>
            <p:cNvSpPr/>
            <p:nvPr/>
          </p:nvSpPr>
          <p:spPr>
            <a:xfrm>
              <a:off x="4002025" y="27647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7" y="1"/>
                  </a:moveTo>
                  <a:cubicBezTo>
                    <a:pt x="87" y="1"/>
                    <a:pt x="17" y="50"/>
                    <a:pt x="17" y="120"/>
                  </a:cubicBezTo>
                  <a:cubicBezTo>
                    <a:pt x="1" y="153"/>
                    <a:pt x="1" y="186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97" y="258"/>
                    <a:pt x="105" y="259"/>
                    <a:pt x="114" y="259"/>
                  </a:cubicBezTo>
                  <a:cubicBezTo>
                    <a:pt x="170" y="259"/>
                    <a:pt x="209" y="214"/>
                    <a:pt x="223" y="153"/>
                  </a:cubicBezTo>
                  <a:cubicBezTo>
                    <a:pt x="240" y="120"/>
                    <a:pt x="240" y="83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9" name="Google Shape;21499;p66"/>
            <p:cNvSpPr/>
            <p:nvPr/>
          </p:nvSpPr>
          <p:spPr>
            <a:xfrm>
              <a:off x="4050175" y="283905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34" y="0"/>
                  </a:moveTo>
                  <a:cubicBezTo>
                    <a:pt x="120" y="0"/>
                    <a:pt x="103" y="5"/>
                    <a:pt x="87" y="16"/>
                  </a:cubicBezTo>
                  <a:cubicBezTo>
                    <a:pt x="50" y="16"/>
                    <a:pt x="33" y="49"/>
                    <a:pt x="17" y="82"/>
                  </a:cubicBezTo>
                  <a:cubicBezTo>
                    <a:pt x="0" y="98"/>
                    <a:pt x="0" y="135"/>
                    <a:pt x="0" y="168"/>
                  </a:cubicBezTo>
                  <a:cubicBezTo>
                    <a:pt x="14" y="226"/>
                    <a:pt x="64" y="259"/>
                    <a:pt x="119" y="259"/>
                  </a:cubicBezTo>
                  <a:cubicBezTo>
                    <a:pt x="130" y="259"/>
                    <a:pt x="142" y="258"/>
                    <a:pt x="153" y="255"/>
                  </a:cubicBezTo>
                  <a:cubicBezTo>
                    <a:pt x="206" y="222"/>
                    <a:pt x="239" y="152"/>
                    <a:pt x="223" y="82"/>
                  </a:cubicBezTo>
                  <a:cubicBezTo>
                    <a:pt x="223" y="65"/>
                    <a:pt x="206" y="49"/>
                    <a:pt x="190" y="32"/>
                  </a:cubicBezTo>
                  <a:cubicBezTo>
                    <a:pt x="190" y="16"/>
                    <a:pt x="190" y="16"/>
                    <a:pt x="169" y="16"/>
                  </a:cubicBezTo>
                  <a:cubicBezTo>
                    <a:pt x="161" y="5"/>
                    <a:pt x="14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0" name="Google Shape;21500;p66"/>
            <p:cNvSpPr/>
            <p:nvPr/>
          </p:nvSpPr>
          <p:spPr>
            <a:xfrm>
              <a:off x="4021825" y="2784725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28" y="1"/>
                  </a:moveTo>
                  <a:cubicBezTo>
                    <a:pt x="71" y="1"/>
                    <a:pt x="17" y="49"/>
                    <a:pt x="17" y="107"/>
                  </a:cubicBezTo>
                  <a:cubicBezTo>
                    <a:pt x="0" y="144"/>
                    <a:pt x="0" y="177"/>
                    <a:pt x="33" y="210"/>
                  </a:cubicBezTo>
                  <a:cubicBezTo>
                    <a:pt x="33" y="230"/>
                    <a:pt x="66" y="247"/>
                    <a:pt x="87" y="247"/>
                  </a:cubicBezTo>
                  <a:cubicBezTo>
                    <a:pt x="97" y="252"/>
                    <a:pt x="106" y="254"/>
                    <a:pt x="116" y="254"/>
                  </a:cubicBezTo>
                  <a:cubicBezTo>
                    <a:pt x="138" y="254"/>
                    <a:pt x="158" y="242"/>
                    <a:pt x="169" y="230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23" y="74"/>
                    <a:pt x="223" y="41"/>
                  </a:cubicBezTo>
                  <a:cubicBezTo>
                    <a:pt x="207" y="41"/>
                    <a:pt x="207" y="24"/>
                    <a:pt x="207" y="24"/>
                  </a:cubicBezTo>
                  <a:cubicBezTo>
                    <a:pt x="190" y="24"/>
                    <a:pt x="190" y="24"/>
                    <a:pt x="190" y="4"/>
                  </a:cubicBezTo>
                  <a:lnTo>
                    <a:pt x="153" y="4"/>
                  </a:lnTo>
                  <a:cubicBezTo>
                    <a:pt x="145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1" name="Google Shape;21501;p66"/>
            <p:cNvSpPr/>
            <p:nvPr/>
          </p:nvSpPr>
          <p:spPr>
            <a:xfrm>
              <a:off x="4049750" y="2787925"/>
              <a:ext cx="6425" cy="6300"/>
            </a:xfrm>
            <a:custGeom>
              <a:avLst/>
              <a:gdLst/>
              <a:ahLst/>
              <a:cxnLst/>
              <a:rect l="l" t="t" r="r" b="b"/>
              <a:pathLst>
                <a:path w="257" h="252" extrusionOk="0">
                  <a:moveTo>
                    <a:pt x="136" y="1"/>
                  </a:moveTo>
                  <a:cubicBezTo>
                    <a:pt x="102" y="1"/>
                    <a:pt x="70" y="20"/>
                    <a:pt x="50" y="49"/>
                  </a:cubicBezTo>
                  <a:cubicBezTo>
                    <a:pt x="1" y="102"/>
                    <a:pt x="1" y="185"/>
                    <a:pt x="50" y="222"/>
                  </a:cubicBezTo>
                  <a:cubicBezTo>
                    <a:pt x="64" y="243"/>
                    <a:pt x="84" y="252"/>
                    <a:pt x="107" y="252"/>
                  </a:cubicBezTo>
                  <a:cubicBezTo>
                    <a:pt x="139" y="252"/>
                    <a:pt x="176" y="234"/>
                    <a:pt x="207" y="205"/>
                  </a:cubicBezTo>
                  <a:cubicBezTo>
                    <a:pt x="256" y="152"/>
                    <a:pt x="240" y="65"/>
                    <a:pt x="207" y="32"/>
                  </a:cubicBezTo>
                  <a:cubicBezTo>
                    <a:pt x="185" y="10"/>
                    <a:pt x="160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2" name="Google Shape;21502;p66"/>
            <p:cNvSpPr/>
            <p:nvPr/>
          </p:nvSpPr>
          <p:spPr>
            <a:xfrm>
              <a:off x="4047600" y="2771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8" y="1"/>
                  </a:moveTo>
                  <a:cubicBezTo>
                    <a:pt x="97" y="1"/>
                    <a:pt x="63" y="14"/>
                    <a:pt x="33" y="44"/>
                  </a:cubicBezTo>
                  <a:cubicBezTo>
                    <a:pt x="0" y="110"/>
                    <a:pt x="0" y="180"/>
                    <a:pt x="33" y="229"/>
                  </a:cubicBezTo>
                  <a:cubicBezTo>
                    <a:pt x="57" y="246"/>
                    <a:pt x="84" y="255"/>
                    <a:pt x="111" y="255"/>
                  </a:cubicBezTo>
                  <a:cubicBezTo>
                    <a:pt x="144" y="255"/>
                    <a:pt x="177" y="242"/>
                    <a:pt x="206" y="213"/>
                  </a:cubicBezTo>
                  <a:cubicBezTo>
                    <a:pt x="239" y="147"/>
                    <a:pt x="239" y="77"/>
                    <a:pt x="190" y="23"/>
                  </a:cubicBezTo>
                  <a:cubicBezTo>
                    <a:pt x="173" y="9"/>
                    <a:pt x="152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3" name="Google Shape;21503;p66"/>
            <p:cNvSpPr/>
            <p:nvPr/>
          </p:nvSpPr>
          <p:spPr>
            <a:xfrm>
              <a:off x="4018825" y="28303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1"/>
                  </a:moveTo>
                  <a:cubicBezTo>
                    <a:pt x="34" y="34"/>
                    <a:pt x="1" y="104"/>
                    <a:pt x="17" y="174"/>
                  </a:cubicBezTo>
                  <a:cubicBezTo>
                    <a:pt x="17" y="207"/>
                    <a:pt x="34" y="224"/>
                    <a:pt x="67" y="240"/>
                  </a:cubicBezTo>
                  <a:cubicBezTo>
                    <a:pt x="85" y="250"/>
                    <a:pt x="99" y="255"/>
                    <a:pt x="112" y="255"/>
                  </a:cubicBezTo>
                  <a:cubicBezTo>
                    <a:pt x="125" y="255"/>
                    <a:pt x="137" y="250"/>
                    <a:pt x="153" y="240"/>
                  </a:cubicBezTo>
                  <a:cubicBezTo>
                    <a:pt x="186" y="240"/>
                    <a:pt x="207" y="207"/>
                    <a:pt x="223" y="174"/>
                  </a:cubicBezTo>
                  <a:cubicBezTo>
                    <a:pt x="240" y="158"/>
                    <a:pt x="240" y="104"/>
                    <a:pt x="240" y="87"/>
                  </a:cubicBezTo>
                  <a:cubicBezTo>
                    <a:pt x="223" y="54"/>
                    <a:pt x="223" y="34"/>
                    <a:pt x="207" y="34"/>
                  </a:cubicBezTo>
                  <a:lnTo>
                    <a:pt x="186" y="17"/>
                  </a:lnTo>
                  <a:cubicBezTo>
                    <a:pt x="153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4" name="Google Shape;21504;p66"/>
            <p:cNvSpPr/>
            <p:nvPr/>
          </p:nvSpPr>
          <p:spPr>
            <a:xfrm>
              <a:off x="4022650" y="2802125"/>
              <a:ext cx="6000" cy="6275"/>
            </a:xfrm>
            <a:custGeom>
              <a:avLst/>
              <a:gdLst/>
              <a:ahLst/>
              <a:cxnLst/>
              <a:rect l="l" t="t" r="r" b="b"/>
              <a:pathLst>
                <a:path w="240" h="251" extrusionOk="0">
                  <a:moveTo>
                    <a:pt x="136" y="0"/>
                  </a:moveTo>
                  <a:cubicBezTo>
                    <a:pt x="121" y="0"/>
                    <a:pt x="103" y="4"/>
                    <a:pt x="87" y="13"/>
                  </a:cubicBezTo>
                  <a:cubicBezTo>
                    <a:pt x="54" y="13"/>
                    <a:pt x="33" y="50"/>
                    <a:pt x="17" y="66"/>
                  </a:cubicBezTo>
                  <a:cubicBezTo>
                    <a:pt x="0" y="99"/>
                    <a:pt x="0" y="132"/>
                    <a:pt x="17" y="169"/>
                  </a:cubicBezTo>
                  <a:cubicBezTo>
                    <a:pt x="17" y="202"/>
                    <a:pt x="33" y="219"/>
                    <a:pt x="70" y="235"/>
                  </a:cubicBezTo>
                  <a:cubicBezTo>
                    <a:pt x="79" y="246"/>
                    <a:pt x="91" y="251"/>
                    <a:pt x="106" y="251"/>
                  </a:cubicBezTo>
                  <a:cubicBezTo>
                    <a:pt x="121" y="251"/>
                    <a:pt x="138" y="246"/>
                    <a:pt x="157" y="235"/>
                  </a:cubicBezTo>
                  <a:cubicBezTo>
                    <a:pt x="207" y="219"/>
                    <a:pt x="240" y="153"/>
                    <a:pt x="223" y="83"/>
                  </a:cubicBezTo>
                  <a:cubicBezTo>
                    <a:pt x="223" y="50"/>
                    <a:pt x="207" y="29"/>
                    <a:pt x="207" y="29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5" y="4"/>
                    <a:pt x="152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5" name="Google Shape;21505;p66"/>
            <p:cNvSpPr/>
            <p:nvPr/>
          </p:nvSpPr>
          <p:spPr>
            <a:xfrm>
              <a:off x="4045850" y="28193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3" y="46"/>
                    <a:pt x="0" y="116"/>
                    <a:pt x="17" y="186"/>
                  </a:cubicBezTo>
                  <a:cubicBezTo>
                    <a:pt x="17" y="219"/>
                    <a:pt x="33" y="236"/>
                    <a:pt x="70" y="252"/>
                  </a:cubicBezTo>
                  <a:cubicBezTo>
                    <a:pt x="78" y="260"/>
                    <a:pt x="91" y="265"/>
                    <a:pt x="106" y="265"/>
                  </a:cubicBezTo>
                  <a:cubicBezTo>
                    <a:pt x="121" y="265"/>
                    <a:pt x="138" y="260"/>
                    <a:pt x="157" y="252"/>
                  </a:cubicBezTo>
                  <a:cubicBezTo>
                    <a:pt x="206" y="236"/>
                    <a:pt x="239" y="149"/>
                    <a:pt x="239" y="83"/>
                  </a:cubicBezTo>
                  <a:cubicBezTo>
                    <a:pt x="223" y="63"/>
                    <a:pt x="223" y="46"/>
                    <a:pt x="206" y="30"/>
                  </a:cubicBezTo>
                  <a:cubicBezTo>
                    <a:pt x="190" y="30"/>
                    <a:pt x="190" y="30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6" name="Google Shape;21506;p66"/>
            <p:cNvSpPr/>
            <p:nvPr/>
          </p:nvSpPr>
          <p:spPr>
            <a:xfrm>
              <a:off x="4054900" y="27421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8" y="0"/>
                  </a:moveTo>
                  <a:cubicBezTo>
                    <a:pt x="95" y="0"/>
                    <a:pt x="61" y="13"/>
                    <a:pt x="34" y="40"/>
                  </a:cubicBezTo>
                  <a:cubicBezTo>
                    <a:pt x="17" y="56"/>
                    <a:pt x="17" y="77"/>
                    <a:pt x="17" y="94"/>
                  </a:cubicBezTo>
                  <a:cubicBezTo>
                    <a:pt x="1" y="143"/>
                    <a:pt x="17" y="197"/>
                    <a:pt x="34" y="230"/>
                  </a:cubicBezTo>
                  <a:cubicBezTo>
                    <a:pt x="53" y="249"/>
                    <a:pt x="80" y="257"/>
                    <a:pt x="105" y="257"/>
                  </a:cubicBezTo>
                  <a:cubicBezTo>
                    <a:pt x="123" y="257"/>
                    <a:pt x="140" y="253"/>
                    <a:pt x="153" y="246"/>
                  </a:cubicBezTo>
                  <a:cubicBezTo>
                    <a:pt x="170" y="230"/>
                    <a:pt x="186" y="230"/>
                    <a:pt x="207" y="213"/>
                  </a:cubicBezTo>
                  <a:cubicBezTo>
                    <a:pt x="240" y="143"/>
                    <a:pt x="240" y="77"/>
                    <a:pt x="207" y="23"/>
                  </a:cubicBezTo>
                  <a:cubicBezTo>
                    <a:pt x="183" y="9"/>
                    <a:pt x="155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7" name="Google Shape;21507;p66"/>
            <p:cNvSpPr/>
            <p:nvPr/>
          </p:nvSpPr>
          <p:spPr>
            <a:xfrm>
              <a:off x="4118400" y="2771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57" y="1"/>
                  </a:moveTo>
                  <a:cubicBezTo>
                    <a:pt x="87" y="1"/>
                    <a:pt x="38" y="54"/>
                    <a:pt x="17" y="120"/>
                  </a:cubicBezTo>
                  <a:cubicBezTo>
                    <a:pt x="1" y="157"/>
                    <a:pt x="17" y="190"/>
                    <a:pt x="38" y="207"/>
                  </a:cubicBezTo>
                  <a:cubicBezTo>
                    <a:pt x="38" y="244"/>
                    <a:pt x="71" y="260"/>
                    <a:pt x="104" y="260"/>
                  </a:cubicBezTo>
                  <a:cubicBezTo>
                    <a:pt x="120" y="260"/>
                    <a:pt x="157" y="260"/>
                    <a:pt x="190" y="244"/>
                  </a:cubicBezTo>
                  <a:cubicBezTo>
                    <a:pt x="207" y="223"/>
                    <a:pt x="223" y="190"/>
                    <a:pt x="244" y="157"/>
                  </a:cubicBezTo>
                  <a:cubicBezTo>
                    <a:pt x="244" y="120"/>
                    <a:pt x="244" y="87"/>
                    <a:pt x="223" y="54"/>
                  </a:cubicBezTo>
                  <a:lnTo>
                    <a:pt x="207" y="38"/>
                  </a:lnTo>
                  <a:cubicBezTo>
                    <a:pt x="190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8" name="Google Shape;21508;p66"/>
            <p:cNvSpPr/>
            <p:nvPr/>
          </p:nvSpPr>
          <p:spPr>
            <a:xfrm>
              <a:off x="4127050" y="281707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37" y="0"/>
                  </a:moveTo>
                  <a:cubicBezTo>
                    <a:pt x="120" y="0"/>
                    <a:pt x="83" y="0"/>
                    <a:pt x="67" y="17"/>
                  </a:cubicBezTo>
                  <a:cubicBezTo>
                    <a:pt x="34" y="33"/>
                    <a:pt x="17" y="70"/>
                    <a:pt x="1" y="103"/>
                  </a:cubicBezTo>
                  <a:cubicBezTo>
                    <a:pt x="1" y="136"/>
                    <a:pt x="1" y="173"/>
                    <a:pt x="17" y="206"/>
                  </a:cubicBezTo>
                  <a:cubicBezTo>
                    <a:pt x="34" y="223"/>
                    <a:pt x="50" y="239"/>
                    <a:pt x="83" y="256"/>
                  </a:cubicBezTo>
                  <a:cubicBezTo>
                    <a:pt x="137" y="256"/>
                    <a:pt x="186" y="223"/>
                    <a:pt x="224" y="153"/>
                  </a:cubicBezTo>
                  <a:lnTo>
                    <a:pt x="224" y="136"/>
                  </a:lnTo>
                  <a:cubicBezTo>
                    <a:pt x="224" y="103"/>
                    <a:pt x="224" y="50"/>
                    <a:pt x="186" y="33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9" name="Google Shape;21509;p66"/>
            <p:cNvSpPr/>
            <p:nvPr/>
          </p:nvSpPr>
          <p:spPr>
            <a:xfrm>
              <a:off x="4129125" y="27092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57" y="0"/>
                  </a:moveTo>
                  <a:cubicBezTo>
                    <a:pt x="87" y="0"/>
                    <a:pt x="37" y="33"/>
                    <a:pt x="21" y="104"/>
                  </a:cubicBezTo>
                  <a:cubicBezTo>
                    <a:pt x="0" y="137"/>
                    <a:pt x="21" y="174"/>
                    <a:pt x="37" y="207"/>
                  </a:cubicBezTo>
                  <a:cubicBezTo>
                    <a:pt x="37" y="240"/>
                    <a:pt x="70" y="260"/>
                    <a:pt x="103" y="260"/>
                  </a:cubicBezTo>
                  <a:cubicBezTo>
                    <a:pt x="157" y="260"/>
                    <a:pt x="227" y="223"/>
                    <a:pt x="244" y="157"/>
                  </a:cubicBezTo>
                  <a:cubicBezTo>
                    <a:pt x="244" y="120"/>
                    <a:pt x="244" y="87"/>
                    <a:pt x="227" y="54"/>
                  </a:cubicBezTo>
                  <a:lnTo>
                    <a:pt x="206" y="33"/>
                  </a:lnTo>
                  <a:cubicBezTo>
                    <a:pt x="190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0" name="Google Shape;21510;p66"/>
            <p:cNvSpPr/>
            <p:nvPr/>
          </p:nvSpPr>
          <p:spPr>
            <a:xfrm>
              <a:off x="4130875" y="2724800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46" y="0"/>
                  </a:moveTo>
                  <a:cubicBezTo>
                    <a:pt x="111" y="0"/>
                    <a:pt x="73" y="19"/>
                    <a:pt x="54" y="51"/>
                  </a:cubicBezTo>
                  <a:cubicBezTo>
                    <a:pt x="0" y="100"/>
                    <a:pt x="0" y="187"/>
                    <a:pt x="54" y="236"/>
                  </a:cubicBezTo>
                  <a:cubicBezTo>
                    <a:pt x="75" y="252"/>
                    <a:pt x="99" y="261"/>
                    <a:pt x="123" y="261"/>
                  </a:cubicBezTo>
                  <a:cubicBezTo>
                    <a:pt x="156" y="261"/>
                    <a:pt x="187" y="244"/>
                    <a:pt x="207" y="203"/>
                  </a:cubicBezTo>
                  <a:cubicBezTo>
                    <a:pt x="260" y="154"/>
                    <a:pt x="260" y="67"/>
                    <a:pt x="207" y="30"/>
                  </a:cubicBezTo>
                  <a:cubicBezTo>
                    <a:pt x="193" y="10"/>
                    <a:pt x="170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1" name="Google Shape;21511;p66"/>
            <p:cNvSpPr/>
            <p:nvPr/>
          </p:nvSpPr>
          <p:spPr>
            <a:xfrm>
              <a:off x="4130875" y="2772200"/>
              <a:ext cx="6525" cy="6400"/>
            </a:xfrm>
            <a:custGeom>
              <a:avLst/>
              <a:gdLst/>
              <a:ahLst/>
              <a:cxnLst/>
              <a:rect l="l" t="t" r="r" b="b"/>
              <a:pathLst>
                <a:path w="261" h="256" extrusionOk="0">
                  <a:moveTo>
                    <a:pt x="144" y="0"/>
                  </a:moveTo>
                  <a:cubicBezTo>
                    <a:pt x="114" y="0"/>
                    <a:pt x="81" y="14"/>
                    <a:pt x="54" y="43"/>
                  </a:cubicBezTo>
                  <a:cubicBezTo>
                    <a:pt x="0" y="113"/>
                    <a:pt x="17" y="179"/>
                    <a:pt x="54" y="232"/>
                  </a:cubicBezTo>
                  <a:cubicBezTo>
                    <a:pt x="71" y="249"/>
                    <a:pt x="87" y="249"/>
                    <a:pt x="104" y="249"/>
                  </a:cubicBezTo>
                  <a:cubicBezTo>
                    <a:pt x="112" y="253"/>
                    <a:pt x="123" y="255"/>
                    <a:pt x="133" y="255"/>
                  </a:cubicBezTo>
                  <a:cubicBezTo>
                    <a:pt x="163" y="255"/>
                    <a:pt x="195" y="240"/>
                    <a:pt x="207" y="216"/>
                  </a:cubicBezTo>
                  <a:cubicBezTo>
                    <a:pt x="240" y="162"/>
                    <a:pt x="260" y="113"/>
                    <a:pt x="240" y="76"/>
                  </a:cubicBezTo>
                  <a:cubicBezTo>
                    <a:pt x="240" y="59"/>
                    <a:pt x="223" y="43"/>
                    <a:pt x="207" y="26"/>
                  </a:cubicBezTo>
                  <a:cubicBezTo>
                    <a:pt x="192" y="9"/>
                    <a:pt x="169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2" name="Google Shape;21512;p66"/>
            <p:cNvSpPr/>
            <p:nvPr/>
          </p:nvSpPr>
          <p:spPr>
            <a:xfrm>
              <a:off x="4126125" y="2802250"/>
              <a:ext cx="5600" cy="6350"/>
            </a:xfrm>
            <a:custGeom>
              <a:avLst/>
              <a:gdLst/>
              <a:ahLst/>
              <a:cxnLst/>
              <a:rect l="l" t="t" r="r" b="b"/>
              <a:pathLst>
                <a:path w="224" h="254" extrusionOk="0">
                  <a:moveTo>
                    <a:pt x="120" y="1"/>
                  </a:moveTo>
                  <a:cubicBezTo>
                    <a:pt x="101" y="1"/>
                    <a:pt x="78" y="12"/>
                    <a:pt x="54" y="24"/>
                  </a:cubicBezTo>
                  <a:cubicBezTo>
                    <a:pt x="38" y="45"/>
                    <a:pt x="17" y="78"/>
                    <a:pt x="1" y="111"/>
                  </a:cubicBezTo>
                  <a:cubicBezTo>
                    <a:pt x="1" y="148"/>
                    <a:pt x="1" y="181"/>
                    <a:pt x="17" y="197"/>
                  </a:cubicBezTo>
                  <a:cubicBezTo>
                    <a:pt x="38" y="230"/>
                    <a:pt x="54" y="251"/>
                    <a:pt x="87" y="251"/>
                  </a:cubicBezTo>
                  <a:cubicBezTo>
                    <a:pt x="96" y="253"/>
                    <a:pt x="104" y="254"/>
                    <a:pt x="112" y="254"/>
                  </a:cubicBezTo>
                  <a:cubicBezTo>
                    <a:pt x="169" y="254"/>
                    <a:pt x="209" y="206"/>
                    <a:pt x="223" y="148"/>
                  </a:cubicBezTo>
                  <a:cubicBezTo>
                    <a:pt x="223" y="111"/>
                    <a:pt x="223" y="78"/>
                    <a:pt x="207" y="61"/>
                  </a:cubicBezTo>
                  <a:cubicBezTo>
                    <a:pt x="207" y="45"/>
                    <a:pt x="207" y="45"/>
                    <a:pt x="190" y="24"/>
                  </a:cubicBezTo>
                  <a:cubicBezTo>
                    <a:pt x="174" y="8"/>
                    <a:pt x="157" y="8"/>
                    <a:pt x="141" y="8"/>
                  </a:cubicBezTo>
                  <a:cubicBezTo>
                    <a:pt x="135" y="3"/>
                    <a:pt x="128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3" name="Google Shape;21513;p66"/>
            <p:cNvSpPr/>
            <p:nvPr/>
          </p:nvSpPr>
          <p:spPr>
            <a:xfrm>
              <a:off x="4129125" y="275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1" y="1"/>
                  </a:moveTo>
                  <a:cubicBezTo>
                    <a:pt x="103" y="1"/>
                    <a:pt x="77" y="13"/>
                    <a:pt x="54" y="24"/>
                  </a:cubicBezTo>
                  <a:cubicBezTo>
                    <a:pt x="37" y="41"/>
                    <a:pt x="21" y="78"/>
                    <a:pt x="0" y="111"/>
                  </a:cubicBezTo>
                  <a:cubicBezTo>
                    <a:pt x="0" y="144"/>
                    <a:pt x="0" y="181"/>
                    <a:pt x="21" y="197"/>
                  </a:cubicBezTo>
                  <a:cubicBezTo>
                    <a:pt x="37" y="230"/>
                    <a:pt x="54" y="247"/>
                    <a:pt x="87" y="247"/>
                  </a:cubicBezTo>
                  <a:cubicBezTo>
                    <a:pt x="97" y="250"/>
                    <a:pt x="107" y="251"/>
                    <a:pt x="117" y="251"/>
                  </a:cubicBezTo>
                  <a:cubicBezTo>
                    <a:pt x="171" y="251"/>
                    <a:pt x="210" y="204"/>
                    <a:pt x="227" y="144"/>
                  </a:cubicBezTo>
                  <a:cubicBezTo>
                    <a:pt x="244" y="111"/>
                    <a:pt x="227" y="78"/>
                    <a:pt x="206" y="61"/>
                  </a:cubicBezTo>
                  <a:cubicBezTo>
                    <a:pt x="206" y="41"/>
                    <a:pt x="206" y="41"/>
                    <a:pt x="190" y="24"/>
                  </a:cubicBezTo>
                  <a:cubicBezTo>
                    <a:pt x="190" y="8"/>
                    <a:pt x="174" y="8"/>
                    <a:pt x="141" y="8"/>
                  </a:cubicBezTo>
                  <a:cubicBezTo>
                    <a:pt x="136" y="3"/>
                    <a:pt x="129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4" name="Google Shape;21514;p66"/>
            <p:cNvSpPr/>
            <p:nvPr/>
          </p:nvSpPr>
          <p:spPr>
            <a:xfrm>
              <a:off x="3997700" y="2812150"/>
              <a:ext cx="6100" cy="6375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31" y="1"/>
                  </a:moveTo>
                  <a:cubicBezTo>
                    <a:pt x="98" y="1"/>
                    <a:pt x="65" y="13"/>
                    <a:pt x="38" y="40"/>
                  </a:cubicBezTo>
                  <a:cubicBezTo>
                    <a:pt x="1" y="110"/>
                    <a:pt x="1" y="181"/>
                    <a:pt x="38" y="230"/>
                  </a:cubicBezTo>
                  <a:cubicBezTo>
                    <a:pt x="54" y="247"/>
                    <a:pt x="71" y="247"/>
                    <a:pt x="87" y="247"/>
                  </a:cubicBezTo>
                  <a:cubicBezTo>
                    <a:pt x="97" y="252"/>
                    <a:pt x="109" y="255"/>
                    <a:pt x="120" y="255"/>
                  </a:cubicBezTo>
                  <a:cubicBezTo>
                    <a:pt x="150" y="255"/>
                    <a:pt x="183" y="237"/>
                    <a:pt x="207" y="214"/>
                  </a:cubicBezTo>
                  <a:cubicBezTo>
                    <a:pt x="244" y="164"/>
                    <a:pt x="244" y="110"/>
                    <a:pt x="227" y="77"/>
                  </a:cubicBezTo>
                  <a:cubicBezTo>
                    <a:pt x="227" y="61"/>
                    <a:pt x="207" y="40"/>
                    <a:pt x="207" y="24"/>
                  </a:cubicBezTo>
                  <a:cubicBezTo>
                    <a:pt x="185" y="9"/>
                    <a:pt x="158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5" name="Google Shape;21515;p66"/>
            <p:cNvSpPr/>
            <p:nvPr/>
          </p:nvSpPr>
          <p:spPr>
            <a:xfrm>
              <a:off x="3991725" y="284077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41" y="0"/>
                  </a:moveTo>
                  <a:cubicBezTo>
                    <a:pt x="125" y="0"/>
                    <a:pt x="112" y="4"/>
                    <a:pt x="104" y="13"/>
                  </a:cubicBezTo>
                  <a:cubicBezTo>
                    <a:pt x="33" y="50"/>
                    <a:pt x="1" y="116"/>
                    <a:pt x="17" y="186"/>
                  </a:cubicBezTo>
                  <a:cubicBezTo>
                    <a:pt x="33" y="219"/>
                    <a:pt x="54" y="235"/>
                    <a:pt x="71" y="256"/>
                  </a:cubicBezTo>
                  <a:cubicBezTo>
                    <a:pt x="87" y="264"/>
                    <a:pt x="104" y="268"/>
                    <a:pt x="119" y="268"/>
                  </a:cubicBezTo>
                  <a:cubicBezTo>
                    <a:pt x="133" y="268"/>
                    <a:pt x="147" y="264"/>
                    <a:pt x="157" y="256"/>
                  </a:cubicBezTo>
                  <a:cubicBezTo>
                    <a:pt x="190" y="235"/>
                    <a:pt x="207" y="219"/>
                    <a:pt x="223" y="186"/>
                  </a:cubicBezTo>
                  <a:cubicBezTo>
                    <a:pt x="240" y="153"/>
                    <a:pt x="240" y="116"/>
                    <a:pt x="240" y="83"/>
                  </a:cubicBezTo>
                  <a:cubicBezTo>
                    <a:pt x="240" y="66"/>
                    <a:pt x="223" y="50"/>
                    <a:pt x="207" y="29"/>
                  </a:cubicBezTo>
                  <a:lnTo>
                    <a:pt x="190" y="13"/>
                  </a:lnTo>
                  <a:cubicBezTo>
                    <a:pt x="174" y="4"/>
                    <a:pt x="156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6" name="Google Shape;21516;p66"/>
            <p:cNvSpPr/>
            <p:nvPr/>
          </p:nvSpPr>
          <p:spPr>
            <a:xfrm>
              <a:off x="3996475" y="279720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29" y="0"/>
                  </a:moveTo>
                  <a:cubicBezTo>
                    <a:pt x="74" y="0"/>
                    <a:pt x="31" y="49"/>
                    <a:pt x="17" y="107"/>
                  </a:cubicBezTo>
                  <a:cubicBezTo>
                    <a:pt x="0" y="144"/>
                    <a:pt x="17" y="177"/>
                    <a:pt x="17" y="210"/>
                  </a:cubicBezTo>
                  <a:cubicBezTo>
                    <a:pt x="33" y="226"/>
                    <a:pt x="70" y="247"/>
                    <a:pt x="87" y="247"/>
                  </a:cubicBezTo>
                  <a:cubicBezTo>
                    <a:pt x="96" y="251"/>
                    <a:pt x="106" y="253"/>
                    <a:pt x="115" y="253"/>
                  </a:cubicBezTo>
                  <a:cubicBezTo>
                    <a:pt x="138" y="253"/>
                    <a:pt x="159" y="241"/>
                    <a:pt x="173" y="226"/>
                  </a:cubicBezTo>
                  <a:cubicBezTo>
                    <a:pt x="206" y="210"/>
                    <a:pt x="223" y="177"/>
                    <a:pt x="223" y="144"/>
                  </a:cubicBezTo>
                  <a:cubicBezTo>
                    <a:pt x="239" y="107"/>
                    <a:pt x="239" y="74"/>
                    <a:pt x="223" y="57"/>
                  </a:cubicBezTo>
                  <a:cubicBezTo>
                    <a:pt x="206" y="41"/>
                    <a:pt x="206" y="41"/>
                    <a:pt x="206" y="20"/>
                  </a:cubicBezTo>
                  <a:cubicBezTo>
                    <a:pt x="190" y="3"/>
                    <a:pt x="173" y="3"/>
                    <a:pt x="153" y="3"/>
                  </a:cubicBezTo>
                  <a:cubicBezTo>
                    <a:pt x="145" y="1"/>
                    <a:pt x="137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7" name="Google Shape;21517;p66"/>
            <p:cNvSpPr/>
            <p:nvPr/>
          </p:nvSpPr>
          <p:spPr>
            <a:xfrm>
              <a:off x="3989975" y="2824000"/>
              <a:ext cx="6100" cy="6450"/>
            </a:xfrm>
            <a:custGeom>
              <a:avLst/>
              <a:gdLst/>
              <a:ahLst/>
              <a:cxnLst/>
              <a:rect l="l" t="t" r="r" b="b"/>
              <a:pathLst>
                <a:path w="244" h="258" extrusionOk="0">
                  <a:moveTo>
                    <a:pt x="134" y="1"/>
                  </a:moveTo>
                  <a:cubicBezTo>
                    <a:pt x="103" y="1"/>
                    <a:pt x="67" y="20"/>
                    <a:pt x="38" y="49"/>
                  </a:cubicBezTo>
                  <a:cubicBezTo>
                    <a:pt x="21" y="65"/>
                    <a:pt x="21" y="82"/>
                    <a:pt x="21" y="102"/>
                  </a:cubicBezTo>
                  <a:cubicBezTo>
                    <a:pt x="0" y="152"/>
                    <a:pt x="0" y="205"/>
                    <a:pt x="38" y="238"/>
                  </a:cubicBezTo>
                  <a:cubicBezTo>
                    <a:pt x="57" y="248"/>
                    <a:pt x="82" y="257"/>
                    <a:pt x="107" y="257"/>
                  </a:cubicBezTo>
                  <a:cubicBezTo>
                    <a:pt x="126" y="257"/>
                    <a:pt x="143" y="252"/>
                    <a:pt x="157" y="238"/>
                  </a:cubicBezTo>
                  <a:cubicBezTo>
                    <a:pt x="174" y="238"/>
                    <a:pt x="190" y="222"/>
                    <a:pt x="207" y="205"/>
                  </a:cubicBezTo>
                  <a:cubicBezTo>
                    <a:pt x="244" y="152"/>
                    <a:pt x="244" y="65"/>
                    <a:pt x="190" y="32"/>
                  </a:cubicBezTo>
                  <a:cubicBezTo>
                    <a:pt x="176" y="10"/>
                    <a:pt x="156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8" name="Google Shape;21518;p66"/>
            <p:cNvSpPr/>
            <p:nvPr/>
          </p:nvSpPr>
          <p:spPr>
            <a:xfrm>
              <a:off x="3994725" y="2749650"/>
              <a:ext cx="5575" cy="4850"/>
            </a:xfrm>
            <a:custGeom>
              <a:avLst/>
              <a:gdLst/>
              <a:ahLst/>
              <a:cxnLst/>
              <a:rect l="l" t="t" r="r" b="b"/>
              <a:pathLst>
                <a:path w="223" h="194" extrusionOk="0">
                  <a:moveTo>
                    <a:pt x="17" y="1"/>
                  </a:moveTo>
                  <a:cubicBezTo>
                    <a:pt x="17" y="17"/>
                    <a:pt x="17" y="34"/>
                    <a:pt x="0" y="34"/>
                  </a:cubicBezTo>
                  <a:cubicBezTo>
                    <a:pt x="0" y="67"/>
                    <a:pt x="0" y="104"/>
                    <a:pt x="17" y="137"/>
                  </a:cubicBezTo>
                  <a:cubicBezTo>
                    <a:pt x="37" y="170"/>
                    <a:pt x="54" y="190"/>
                    <a:pt x="87" y="190"/>
                  </a:cubicBezTo>
                  <a:cubicBezTo>
                    <a:pt x="95" y="192"/>
                    <a:pt x="104" y="193"/>
                    <a:pt x="112" y="193"/>
                  </a:cubicBezTo>
                  <a:cubicBezTo>
                    <a:pt x="169" y="193"/>
                    <a:pt x="208" y="145"/>
                    <a:pt x="223" y="87"/>
                  </a:cubicBezTo>
                  <a:lnTo>
                    <a:pt x="2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9" name="Google Shape;21519;p66"/>
            <p:cNvSpPr/>
            <p:nvPr/>
          </p:nvSpPr>
          <p:spPr>
            <a:xfrm>
              <a:off x="3993075" y="278235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27" y="1"/>
                  </a:moveTo>
                  <a:cubicBezTo>
                    <a:pt x="115" y="1"/>
                    <a:pt x="101" y="6"/>
                    <a:pt x="83" y="16"/>
                  </a:cubicBezTo>
                  <a:cubicBezTo>
                    <a:pt x="50" y="33"/>
                    <a:pt x="33" y="49"/>
                    <a:pt x="17" y="82"/>
                  </a:cubicBezTo>
                  <a:cubicBezTo>
                    <a:pt x="0" y="119"/>
                    <a:pt x="0" y="152"/>
                    <a:pt x="0" y="185"/>
                  </a:cubicBezTo>
                  <a:cubicBezTo>
                    <a:pt x="12" y="237"/>
                    <a:pt x="51" y="268"/>
                    <a:pt x="99" y="268"/>
                  </a:cubicBezTo>
                  <a:cubicBezTo>
                    <a:pt x="116" y="268"/>
                    <a:pt x="134" y="264"/>
                    <a:pt x="153" y="255"/>
                  </a:cubicBezTo>
                  <a:cubicBezTo>
                    <a:pt x="206" y="239"/>
                    <a:pt x="239" y="152"/>
                    <a:pt x="223" y="82"/>
                  </a:cubicBezTo>
                  <a:cubicBezTo>
                    <a:pt x="223" y="66"/>
                    <a:pt x="206" y="49"/>
                    <a:pt x="186" y="33"/>
                  </a:cubicBezTo>
                  <a:lnTo>
                    <a:pt x="169" y="16"/>
                  </a:lnTo>
                  <a:cubicBezTo>
                    <a:pt x="153" y="6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0" name="Google Shape;21520;p66"/>
            <p:cNvSpPr/>
            <p:nvPr/>
          </p:nvSpPr>
          <p:spPr>
            <a:xfrm>
              <a:off x="3988725" y="2763050"/>
              <a:ext cx="6025" cy="6325"/>
            </a:xfrm>
            <a:custGeom>
              <a:avLst/>
              <a:gdLst/>
              <a:ahLst/>
              <a:cxnLst/>
              <a:rect l="l" t="t" r="r" b="b"/>
              <a:pathLst>
                <a:path w="241" h="253" extrusionOk="0">
                  <a:moveTo>
                    <a:pt x="135" y="1"/>
                  </a:moveTo>
                  <a:cubicBezTo>
                    <a:pt x="121" y="1"/>
                    <a:pt x="104" y="5"/>
                    <a:pt x="88" y="13"/>
                  </a:cubicBezTo>
                  <a:cubicBezTo>
                    <a:pt x="34" y="29"/>
                    <a:pt x="1" y="116"/>
                    <a:pt x="17" y="170"/>
                  </a:cubicBezTo>
                  <a:cubicBezTo>
                    <a:pt x="17" y="203"/>
                    <a:pt x="34" y="236"/>
                    <a:pt x="71" y="252"/>
                  </a:cubicBezTo>
                  <a:lnTo>
                    <a:pt x="153" y="252"/>
                  </a:lnTo>
                  <a:cubicBezTo>
                    <a:pt x="207" y="219"/>
                    <a:pt x="240" y="149"/>
                    <a:pt x="224" y="83"/>
                  </a:cubicBezTo>
                  <a:cubicBezTo>
                    <a:pt x="224" y="67"/>
                    <a:pt x="224" y="46"/>
                    <a:pt x="207" y="29"/>
                  </a:cubicBezTo>
                  <a:cubicBezTo>
                    <a:pt x="191" y="13"/>
                    <a:pt x="191" y="13"/>
                    <a:pt x="174" y="13"/>
                  </a:cubicBezTo>
                  <a:cubicBezTo>
                    <a:pt x="164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1" name="Google Shape;21521;p66"/>
            <p:cNvSpPr/>
            <p:nvPr/>
          </p:nvSpPr>
          <p:spPr>
            <a:xfrm>
              <a:off x="3984825" y="2809025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38" y="0"/>
                  </a:moveTo>
                  <a:cubicBezTo>
                    <a:pt x="123" y="0"/>
                    <a:pt x="105" y="5"/>
                    <a:pt x="87" y="13"/>
                  </a:cubicBezTo>
                  <a:cubicBezTo>
                    <a:pt x="37" y="29"/>
                    <a:pt x="0" y="99"/>
                    <a:pt x="21" y="165"/>
                  </a:cubicBezTo>
                  <a:cubicBezTo>
                    <a:pt x="21" y="202"/>
                    <a:pt x="37" y="235"/>
                    <a:pt x="70" y="235"/>
                  </a:cubicBezTo>
                  <a:cubicBezTo>
                    <a:pt x="79" y="244"/>
                    <a:pt x="92" y="248"/>
                    <a:pt x="107" y="248"/>
                  </a:cubicBezTo>
                  <a:cubicBezTo>
                    <a:pt x="123" y="248"/>
                    <a:pt x="140" y="244"/>
                    <a:pt x="157" y="235"/>
                  </a:cubicBezTo>
                  <a:cubicBezTo>
                    <a:pt x="190" y="235"/>
                    <a:pt x="206" y="202"/>
                    <a:pt x="227" y="186"/>
                  </a:cubicBezTo>
                  <a:cubicBezTo>
                    <a:pt x="244" y="149"/>
                    <a:pt x="244" y="116"/>
                    <a:pt x="227" y="83"/>
                  </a:cubicBezTo>
                  <a:cubicBezTo>
                    <a:pt x="227" y="62"/>
                    <a:pt x="227" y="46"/>
                    <a:pt x="206" y="29"/>
                  </a:cubicBezTo>
                  <a:cubicBezTo>
                    <a:pt x="190" y="13"/>
                    <a:pt x="190" y="13"/>
                    <a:pt x="173" y="13"/>
                  </a:cubicBezTo>
                  <a:cubicBezTo>
                    <a:pt x="165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2" name="Google Shape;21522;p66"/>
            <p:cNvSpPr/>
            <p:nvPr/>
          </p:nvSpPr>
          <p:spPr>
            <a:xfrm>
              <a:off x="4008950" y="2797800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41" y="0"/>
                  </a:moveTo>
                  <a:cubicBezTo>
                    <a:pt x="107" y="0"/>
                    <a:pt x="71" y="19"/>
                    <a:pt x="50" y="50"/>
                  </a:cubicBezTo>
                  <a:cubicBezTo>
                    <a:pt x="0" y="99"/>
                    <a:pt x="0" y="186"/>
                    <a:pt x="50" y="223"/>
                  </a:cubicBezTo>
                  <a:cubicBezTo>
                    <a:pt x="66" y="239"/>
                    <a:pt x="87" y="239"/>
                    <a:pt x="103" y="256"/>
                  </a:cubicBezTo>
                  <a:cubicBezTo>
                    <a:pt x="136" y="256"/>
                    <a:pt x="169" y="239"/>
                    <a:pt x="206" y="202"/>
                  </a:cubicBezTo>
                  <a:cubicBezTo>
                    <a:pt x="239" y="169"/>
                    <a:pt x="256" y="120"/>
                    <a:pt x="239" y="66"/>
                  </a:cubicBezTo>
                  <a:cubicBezTo>
                    <a:pt x="223" y="50"/>
                    <a:pt x="223" y="33"/>
                    <a:pt x="206" y="33"/>
                  </a:cubicBezTo>
                  <a:cubicBezTo>
                    <a:pt x="190" y="10"/>
                    <a:pt x="166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3" name="Google Shape;21523;p66"/>
            <p:cNvSpPr/>
            <p:nvPr/>
          </p:nvSpPr>
          <p:spPr>
            <a:xfrm>
              <a:off x="4078925" y="28410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8" y="1"/>
                  </a:moveTo>
                  <a:cubicBezTo>
                    <a:pt x="71" y="1"/>
                    <a:pt x="17" y="49"/>
                    <a:pt x="17" y="107"/>
                  </a:cubicBezTo>
                  <a:cubicBezTo>
                    <a:pt x="0" y="160"/>
                    <a:pt x="17" y="193"/>
                    <a:pt x="33" y="210"/>
                  </a:cubicBezTo>
                  <a:cubicBezTo>
                    <a:pt x="50" y="247"/>
                    <a:pt x="71" y="247"/>
                    <a:pt x="87" y="263"/>
                  </a:cubicBezTo>
                  <a:cubicBezTo>
                    <a:pt x="120" y="263"/>
                    <a:pt x="153" y="263"/>
                    <a:pt x="174" y="226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40" y="90"/>
                    <a:pt x="223" y="57"/>
                  </a:cubicBezTo>
                  <a:cubicBezTo>
                    <a:pt x="207" y="41"/>
                    <a:pt x="207" y="41"/>
                    <a:pt x="207" y="20"/>
                  </a:cubicBezTo>
                  <a:lnTo>
                    <a:pt x="190" y="20"/>
                  </a:lnTo>
                  <a:cubicBezTo>
                    <a:pt x="174" y="4"/>
                    <a:pt x="153" y="4"/>
                    <a:pt x="153" y="4"/>
                  </a:cubicBezTo>
                  <a:cubicBezTo>
                    <a:pt x="145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4" name="Google Shape;21524;p66"/>
            <p:cNvSpPr/>
            <p:nvPr/>
          </p:nvSpPr>
          <p:spPr>
            <a:xfrm>
              <a:off x="4083675" y="27484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9" y="0"/>
                  </a:moveTo>
                  <a:cubicBezTo>
                    <a:pt x="124" y="0"/>
                    <a:pt x="111" y="4"/>
                    <a:pt x="103" y="13"/>
                  </a:cubicBezTo>
                  <a:cubicBezTo>
                    <a:pt x="33" y="33"/>
                    <a:pt x="0" y="99"/>
                    <a:pt x="17" y="169"/>
                  </a:cubicBezTo>
                  <a:cubicBezTo>
                    <a:pt x="17" y="202"/>
                    <a:pt x="50" y="239"/>
                    <a:pt x="66" y="239"/>
                  </a:cubicBezTo>
                  <a:cubicBezTo>
                    <a:pt x="103" y="256"/>
                    <a:pt x="120" y="256"/>
                    <a:pt x="153" y="256"/>
                  </a:cubicBezTo>
                  <a:cubicBezTo>
                    <a:pt x="190" y="239"/>
                    <a:pt x="206" y="202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6"/>
                    <a:pt x="223" y="50"/>
                    <a:pt x="206" y="33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1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5" name="Google Shape;21525;p66"/>
            <p:cNvSpPr/>
            <p:nvPr/>
          </p:nvSpPr>
          <p:spPr>
            <a:xfrm>
              <a:off x="4090975" y="2782750"/>
              <a:ext cx="5600" cy="6475"/>
            </a:xfrm>
            <a:custGeom>
              <a:avLst/>
              <a:gdLst/>
              <a:ahLst/>
              <a:cxnLst/>
              <a:rect l="l" t="t" r="r" b="b"/>
              <a:pathLst>
                <a:path w="224" h="259" extrusionOk="0">
                  <a:moveTo>
                    <a:pt x="104" y="0"/>
                  </a:moveTo>
                  <a:cubicBezTo>
                    <a:pt x="67" y="17"/>
                    <a:pt x="17" y="50"/>
                    <a:pt x="1" y="103"/>
                  </a:cubicBezTo>
                  <a:cubicBezTo>
                    <a:pt x="1" y="136"/>
                    <a:pt x="1" y="169"/>
                    <a:pt x="17" y="206"/>
                  </a:cubicBezTo>
                  <a:cubicBezTo>
                    <a:pt x="34" y="239"/>
                    <a:pt x="50" y="256"/>
                    <a:pt x="83" y="256"/>
                  </a:cubicBezTo>
                  <a:cubicBezTo>
                    <a:pt x="90" y="258"/>
                    <a:pt x="98" y="259"/>
                    <a:pt x="105" y="259"/>
                  </a:cubicBezTo>
                  <a:cubicBezTo>
                    <a:pt x="154" y="259"/>
                    <a:pt x="209" y="214"/>
                    <a:pt x="224" y="153"/>
                  </a:cubicBezTo>
                  <a:lnTo>
                    <a:pt x="224" y="120"/>
                  </a:lnTo>
                  <a:cubicBezTo>
                    <a:pt x="224" y="83"/>
                    <a:pt x="207" y="50"/>
                    <a:pt x="186" y="33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6" name="Google Shape;21526;p66"/>
            <p:cNvSpPr/>
            <p:nvPr/>
          </p:nvSpPr>
          <p:spPr>
            <a:xfrm>
              <a:off x="4075925" y="2777700"/>
              <a:ext cx="6425" cy="6600"/>
            </a:xfrm>
            <a:custGeom>
              <a:avLst/>
              <a:gdLst/>
              <a:ahLst/>
              <a:cxnLst/>
              <a:rect l="l" t="t" r="r" b="b"/>
              <a:pathLst>
                <a:path w="257" h="264" extrusionOk="0">
                  <a:moveTo>
                    <a:pt x="140" y="0"/>
                  </a:moveTo>
                  <a:cubicBezTo>
                    <a:pt x="125" y="0"/>
                    <a:pt x="112" y="4"/>
                    <a:pt x="104" y="12"/>
                  </a:cubicBezTo>
                  <a:cubicBezTo>
                    <a:pt x="34" y="45"/>
                    <a:pt x="1" y="116"/>
                    <a:pt x="17" y="181"/>
                  </a:cubicBezTo>
                  <a:cubicBezTo>
                    <a:pt x="34" y="219"/>
                    <a:pt x="50" y="235"/>
                    <a:pt x="67" y="252"/>
                  </a:cubicBezTo>
                  <a:cubicBezTo>
                    <a:pt x="85" y="260"/>
                    <a:pt x="103" y="264"/>
                    <a:pt x="118" y="264"/>
                  </a:cubicBezTo>
                  <a:cubicBezTo>
                    <a:pt x="133" y="264"/>
                    <a:pt x="145" y="260"/>
                    <a:pt x="153" y="252"/>
                  </a:cubicBezTo>
                  <a:cubicBezTo>
                    <a:pt x="224" y="219"/>
                    <a:pt x="257" y="149"/>
                    <a:pt x="240" y="78"/>
                  </a:cubicBezTo>
                  <a:cubicBezTo>
                    <a:pt x="240" y="62"/>
                    <a:pt x="224" y="45"/>
                    <a:pt x="207" y="29"/>
                  </a:cubicBezTo>
                  <a:lnTo>
                    <a:pt x="191" y="12"/>
                  </a:lnTo>
                  <a:cubicBezTo>
                    <a:pt x="172" y="4"/>
                    <a:pt x="155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7" name="Google Shape;21527;p66"/>
            <p:cNvSpPr/>
            <p:nvPr/>
          </p:nvSpPr>
          <p:spPr>
            <a:xfrm>
              <a:off x="4042025" y="2755925"/>
              <a:ext cx="6425" cy="6650"/>
            </a:xfrm>
            <a:custGeom>
              <a:avLst/>
              <a:gdLst/>
              <a:ahLst/>
              <a:cxnLst/>
              <a:rect l="l" t="t" r="r" b="b"/>
              <a:pathLst>
                <a:path w="257" h="266" extrusionOk="0">
                  <a:moveTo>
                    <a:pt x="144" y="0"/>
                  </a:moveTo>
                  <a:cubicBezTo>
                    <a:pt x="108" y="0"/>
                    <a:pt x="70" y="17"/>
                    <a:pt x="50" y="59"/>
                  </a:cubicBezTo>
                  <a:cubicBezTo>
                    <a:pt x="0" y="108"/>
                    <a:pt x="0" y="195"/>
                    <a:pt x="50" y="228"/>
                  </a:cubicBezTo>
                  <a:cubicBezTo>
                    <a:pt x="66" y="249"/>
                    <a:pt x="83" y="249"/>
                    <a:pt x="104" y="265"/>
                  </a:cubicBezTo>
                  <a:cubicBezTo>
                    <a:pt x="137" y="265"/>
                    <a:pt x="170" y="249"/>
                    <a:pt x="207" y="211"/>
                  </a:cubicBezTo>
                  <a:cubicBezTo>
                    <a:pt x="240" y="178"/>
                    <a:pt x="256" y="125"/>
                    <a:pt x="240" y="75"/>
                  </a:cubicBezTo>
                  <a:cubicBezTo>
                    <a:pt x="223" y="59"/>
                    <a:pt x="223" y="42"/>
                    <a:pt x="207" y="22"/>
                  </a:cubicBezTo>
                  <a:cubicBezTo>
                    <a:pt x="192" y="8"/>
                    <a:pt x="168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8" name="Google Shape;21528;p66"/>
            <p:cNvSpPr/>
            <p:nvPr/>
          </p:nvSpPr>
          <p:spPr>
            <a:xfrm>
              <a:off x="4078500" y="2797375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34" y="1"/>
                  </a:moveTo>
                  <a:cubicBezTo>
                    <a:pt x="100" y="1"/>
                    <a:pt x="65" y="19"/>
                    <a:pt x="34" y="50"/>
                  </a:cubicBezTo>
                  <a:cubicBezTo>
                    <a:pt x="1" y="100"/>
                    <a:pt x="1" y="186"/>
                    <a:pt x="34" y="219"/>
                  </a:cubicBezTo>
                  <a:cubicBezTo>
                    <a:pt x="57" y="242"/>
                    <a:pt x="82" y="252"/>
                    <a:pt x="107" y="252"/>
                  </a:cubicBezTo>
                  <a:cubicBezTo>
                    <a:pt x="141" y="252"/>
                    <a:pt x="176" y="233"/>
                    <a:pt x="207" y="203"/>
                  </a:cubicBezTo>
                  <a:cubicBezTo>
                    <a:pt x="240" y="153"/>
                    <a:pt x="240" y="67"/>
                    <a:pt x="207" y="34"/>
                  </a:cubicBezTo>
                  <a:cubicBezTo>
                    <a:pt x="184" y="11"/>
                    <a:pt x="159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9" name="Google Shape;21529;p66"/>
            <p:cNvSpPr/>
            <p:nvPr/>
          </p:nvSpPr>
          <p:spPr>
            <a:xfrm>
              <a:off x="4079325" y="2733200"/>
              <a:ext cx="6025" cy="6250"/>
            </a:xfrm>
            <a:custGeom>
              <a:avLst/>
              <a:gdLst/>
              <a:ahLst/>
              <a:cxnLst/>
              <a:rect l="l" t="t" r="r" b="b"/>
              <a:pathLst>
                <a:path w="241" h="250" extrusionOk="0">
                  <a:moveTo>
                    <a:pt x="118" y="0"/>
                  </a:moveTo>
                  <a:cubicBezTo>
                    <a:pt x="71" y="0"/>
                    <a:pt x="15" y="48"/>
                    <a:pt x="1" y="106"/>
                  </a:cubicBezTo>
                  <a:cubicBezTo>
                    <a:pt x="1" y="143"/>
                    <a:pt x="1" y="176"/>
                    <a:pt x="17" y="193"/>
                  </a:cubicBezTo>
                  <a:cubicBezTo>
                    <a:pt x="34" y="230"/>
                    <a:pt x="55" y="246"/>
                    <a:pt x="88" y="246"/>
                  </a:cubicBezTo>
                  <a:cubicBezTo>
                    <a:pt x="96" y="248"/>
                    <a:pt x="105" y="249"/>
                    <a:pt x="113" y="249"/>
                  </a:cubicBezTo>
                  <a:cubicBezTo>
                    <a:pt x="169" y="249"/>
                    <a:pt x="209" y="201"/>
                    <a:pt x="224" y="143"/>
                  </a:cubicBezTo>
                  <a:cubicBezTo>
                    <a:pt x="240" y="90"/>
                    <a:pt x="224" y="57"/>
                    <a:pt x="191" y="24"/>
                  </a:cubicBezTo>
                  <a:cubicBezTo>
                    <a:pt x="191" y="3"/>
                    <a:pt x="174" y="3"/>
                    <a:pt x="137" y="3"/>
                  </a:cubicBezTo>
                  <a:cubicBezTo>
                    <a:pt x="131" y="1"/>
                    <a:pt x="124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0" name="Google Shape;21530;p66"/>
            <p:cNvSpPr/>
            <p:nvPr/>
          </p:nvSpPr>
          <p:spPr>
            <a:xfrm>
              <a:off x="4115000" y="27570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5" y="1"/>
                  </a:moveTo>
                  <a:cubicBezTo>
                    <a:pt x="120" y="1"/>
                    <a:pt x="104" y="5"/>
                    <a:pt x="87" y="13"/>
                  </a:cubicBezTo>
                  <a:cubicBezTo>
                    <a:pt x="50" y="29"/>
                    <a:pt x="33" y="46"/>
                    <a:pt x="17" y="79"/>
                  </a:cubicBezTo>
                  <a:cubicBezTo>
                    <a:pt x="1" y="116"/>
                    <a:pt x="1" y="149"/>
                    <a:pt x="17" y="182"/>
                  </a:cubicBezTo>
                  <a:cubicBezTo>
                    <a:pt x="31" y="226"/>
                    <a:pt x="69" y="256"/>
                    <a:pt x="120" y="256"/>
                  </a:cubicBezTo>
                  <a:cubicBezTo>
                    <a:pt x="130" y="256"/>
                    <a:pt x="141" y="255"/>
                    <a:pt x="153" y="252"/>
                  </a:cubicBezTo>
                  <a:cubicBezTo>
                    <a:pt x="207" y="219"/>
                    <a:pt x="240" y="149"/>
                    <a:pt x="223" y="79"/>
                  </a:cubicBezTo>
                  <a:cubicBezTo>
                    <a:pt x="223" y="62"/>
                    <a:pt x="207" y="46"/>
                    <a:pt x="207" y="29"/>
                  </a:cubicBezTo>
                  <a:cubicBezTo>
                    <a:pt x="190" y="29"/>
                    <a:pt x="190" y="13"/>
                    <a:pt x="174" y="13"/>
                  </a:cubicBezTo>
                  <a:cubicBezTo>
                    <a:pt x="163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1" name="Google Shape;21531;p66"/>
            <p:cNvSpPr/>
            <p:nvPr/>
          </p:nvSpPr>
          <p:spPr>
            <a:xfrm>
              <a:off x="4112000" y="2798700"/>
              <a:ext cx="6025" cy="6175"/>
            </a:xfrm>
            <a:custGeom>
              <a:avLst/>
              <a:gdLst/>
              <a:ahLst/>
              <a:cxnLst/>
              <a:rect l="l" t="t" r="r" b="b"/>
              <a:pathLst>
                <a:path w="241" h="247" extrusionOk="0">
                  <a:moveTo>
                    <a:pt x="135" y="0"/>
                  </a:moveTo>
                  <a:cubicBezTo>
                    <a:pt x="100" y="0"/>
                    <a:pt x="65" y="18"/>
                    <a:pt x="34" y="47"/>
                  </a:cubicBezTo>
                  <a:cubicBezTo>
                    <a:pt x="34" y="63"/>
                    <a:pt x="17" y="84"/>
                    <a:pt x="17" y="100"/>
                  </a:cubicBezTo>
                  <a:cubicBezTo>
                    <a:pt x="1" y="150"/>
                    <a:pt x="17" y="187"/>
                    <a:pt x="34" y="220"/>
                  </a:cubicBezTo>
                  <a:cubicBezTo>
                    <a:pt x="53" y="239"/>
                    <a:pt x="80" y="247"/>
                    <a:pt x="105" y="247"/>
                  </a:cubicBezTo>
                  <a:cubicBezTo>
                    <a:pt x="123" y="247"/>
                    <a:pt x="140" y="243"/>
                    <a:pt x="153" y="236"/>
                  </a:cubicBezTo>
                  <a:cubicBezTo>
                    <a:pt x="170" y="236"/>
                    <a:pt x="191" y="220"/>
                    <a:pt x="207" y="203"/>
                  </a:cubicBezTo>
                  <a:cubicBezTo>
                    <a:pt x="240" y="150"/>
                    <a:pt x="240" y="63"/>
                    <a:pt x="207" y="30"/>
                  </a:cubicBezTo>
                  <a:cubicBezTo>
                    <a:pt x="185" y="9"/>
                    <a:pt x="160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2" name="Google Shape;21532;p66"/>
            <p:cNvSpPr/>
            <p:nvPr/>
          </p:nvSpPr>
          <p:spPr>
            <a:xfrm>
              <a:off x="4069850" y="2760600"/>
              <a:ext cx="5700" cy="6300"/>
            </a:xfrm>
            <a:custGeom>
              <a:avLst/>
              <a:gdLst/>
              <a:ahLst/>
              <a:cxnLst/>
              <a:rect l="l" t="t" r="r" b="b"/>
              <a:pathLst>
                <a:path w="228" h="252" extrusionOk="0">
                  <a:moveTo>
                    <a:pt x="119" y="1"/>
                  </a:moveTo>
                  <a:cubicBezTo>
                    <a:pt x="102" y="1"/>
                    <a:pt x="82" y="8"/>
                    <a:pt x="71" y="8"/>
                  </a:cubicBezTo>
                  <a:cubicBezTo>
                    <a:pt x="38" y="24"/>
                    <a:pt x="21" y="62"/>
                    <a:pt x="1" y="111"/>
                  </a:cubicBezTo>
                  <a:cubicBezTo>
                    <a:pt x="1" y="144"/>
                    <a:pt x="1" y="181"/>
                    <a:pt x="21" y="198"/>
                  </a:cubicBezTo>
                  <a:cubicBezTo>
                    <a:pt x="38" y="231"/>
                    <a:pt x="54" y="247"/>
                    <a:pt x="87" y="247"/>
                  </a:cubicBezTo>
                  <a:cubicBezTo>
                    <a:pt x="95" y="250"/>
                    <a:pt x="103" y="252"/>
                    <a:pt x="111" y="252"/>
                  </a:cubicBezTo>
                  <a:cubicBezTo>
                    <a:pt x="156" y="252"/>
                    <a:pt x="196" y="207"/>
                    <a:pt x="227" y="165"/>
                  </a:cubicBezTo>
                  <a:lnTo>
                    <a:pt x="227" y="144"/>
                  </a:lnTo>
                  <a:cubicBezTo>
                    <a:pt x="227" y="95"/>
                    <a:pt x="227" y="62"/>
                    <a:pt x="190" y="24"/>
                  </a:cubicBezTo>
                  <a:cubicBezTo>
                    <a:pt x="174" y="8"/>
                    <a:pt x="157" y="8"/>
                    <a:pt x="141" y="8"/>
                  </a:cubicBezTo>
                  <a:cubicBezTo>
                    <a:pt x="135" y="2"/>
                    <a:pt x="128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3" name="Google Shape;21533;p66"/>
            <p:cNvSpPr/>
            <p:nvPr/>
          </p:nvSpPr>
          <p:spPr>
            <a:xfrm>
              <a:off x="4113650" y="2815425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49" y="0"/>
                  </a:moveTo>
                  <a:cubicBezTo>
                    <a:pt x="136" y="0"/>
                    <a:pt x="123" y="4"/>
                    <a:pt x="104" y="12"/>
                  </a:cubicBezTo>
                  <a:cubicBezTo>
                    <a:pt x="38" y="33"/>
                    <a:pt x="1" y="116"/>
                    <a:pt x="22" y="169"/>
                  </a:cubicBezTo>
                  <a:cubicBezTo>
                    <a:pt x="38" y="202"/>
                    <a:pt x="55" y="239"/>
                    <a:pt x="71" y="239"/>
                  </a:cubicBezTo>
                  <a:cubicBezTo>
                    <a:pt x="104" y="256"/>
                    <a:pt x="141" y="256"/>
                    <a:pt x="158" y="256"/>
                  </a:cubicBezTo>
                  <a:cubicBezTo>
                    <a:pt x="191" y="239"/>
                    <a:pt x="207" y="202"/>
                    <a:pt x="228" y="186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44" y="66"/>
                    <a:pt x="228" y="50"/>
                    <a:pt x="207" y="33"/>
                  </a:cubicBezTo>
                  <a:cubicBezTo>
                    <a:pt x="207" y="12"/>
                    <a:pt x="191" y="12"/>
                    <a:pt x="191" y="12"/>
                  </a:cubicBezTo>
                  <a:cubicBezTo>
                    <a:pt x="174" y="4"/>
                    <a:pt x="162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4" name="Google Shape;21534;p66"/>
            <p:cNvSpPr/>
            <p:nvPr/>
          </p:nvSpPr>
          <p:spPr>
            <a:xfrm>
              <a:off x="4091400" y="28282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87" y="0"/>
                    <a:pt x="50" y="17"/>
                    <a:pt x="33" y="54"/>
                  </a:cubicBezTo>
                  <a:cubicBezTo>
                    <a:pt x="17" y="70"/>
                    <a:pt x="0" y="103"/>
                    <a:pt x="0" y="120"/>
                  </a:cubicBezTo>
                  <a:cubicBezTo>
                    <a:pt x="0" y="173"/>
                    <a:pt x="17" y="206"/>
                    <a:pt x="33" y="223"/>
                  </a:cubicBezTo>
                  <a:cubicBezTo>
                    <a:pt x="56" y="246"/>
                    <a:pt x="81" y="256"/>
                    <a:pt x="106" y="256"/>
                  </a:cubicBezTo>
                  <a:cubicBezTo>
                    <a:pt x="141" y="256"/>
                    <a:pt x="176" y="237"/>
                    <a:pt x="207" y="206"/>
                  </a:cubicBezTo>
                  <a:cubicBezTo>
                    <a:pt x="239" y="157"/>
                    <a:pt x="239" y="70"/>
                    <a:pt x="190" y="17"/>
                  </a:cubicBezTo>
                  <a:cubicBezTo>
                    <a:pt x="169" y="0"/>
                    <a:pt x="136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5" name="Google Shape;21535;p66"/>
            <p:cNvSpPr/>
            <p:nvPr/>
          </p:nvSpPr>
          <p:spPr>
            <a:xfrm>
              <a:off x="4087475" y="272007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7" y="0"/>
                  </a:moveTo>
                  <a:cubicBezTo>
                    <a:pt x="121" y="0"/>
                    <a:pt x="104" y="5"/>
                    <a:pt x="87" y="13"/>
                  </a:cubicBezTo>
                  <a:cubicBezTo>
                    <a:pt x="71" y="13"/>
                    <a:pt x="38" y="50"/>
                    <a:pt x="17" y="83"/>
                  </a:cubicBezTo>
                  <a:cubicBezTo>
                    <a:pt x="1" y="116"/>
                    <a:pt x="1" y="153"/>
                    <a:pt x="17" y="169"/>
                  </a:cubicBezTo>
                  <a:cubicBezTo>
                    <a:pt x="17" y="202"/>
                    <a:pt x="38" y="240"/>
                    <a:pt x="71" y="240"/>
                  </a:cubicBezTo>
                  <a:cubicBezTo>
                    <a:pt x="87" y="256"/>
                    <a:pt x="120" y="256"/>
                    <a:pt x="157" y="256"/>
                  </a:cubicBezTo>
                  <a:cubicBezTo>
                    <a:pt x="207" y="219"/>
                    <a:pt x="244" y="153"/>
                    <a:pt x="223" y="83"/>
                  </a:cubicBezTo>
                  <a:cubicBezTo>
                    <a:pt x="223" y="66"/>
                    <a:pt x="207" y="50"/>
                    <a:pt x="207" y="33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6" y="5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6" name="Google Shape;21536;p66"/>
            <p:cNvSpPr/>
            <p:nvPr/>
          </p:nvSpPr>
          <p:spPr>
            <a:xfrm>
              <a:off x="4086250" y="27647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1"/>
                  </a:moveTo>
                  <a:cubicBezTo>
                    <a:pt x="87" y="1"/>
                    <a:pt x="33" y="50"/>
                    <a:pt x="17" y="120"/>
                  </a:cubicBezTo>
                  <a:cubicBezTo>
                    <a:pt x="0" y="153"/>
                    <a:pt x="17" y="186"/>
                    <a:pt x="33" y="207"/>
                  </a:cubicBezTo>
                  <a:cubicBezTo>
                    <a:pt x="33" y="240"/>
                    <a:pt x="66" y="256"/>
                    <a:pt x="103" y="256"/>
                  </a:cubicBezTo>
                  <a:cubicBezTo>
                    <a:pt x="110" y="258"/>
                    <a:pt x="117" y="259"/>
                    <a:pt x="124" y="259"/>
                  </a:cubicBezTo>
                  <a:cubicBezTo>
                    <a:pt x="170" y="259"/>
                    <a:pt x="225" y="214"/>
                    <a:pt x="239" y="153"/>
                  </a:cubicBezTo>
                  <a:cubicBezTo>
                    <a:pt x="239" y="120"/>
                    <a:pt x="239" y="83"/>
                    <a:pt x="223" y="50"/>
                  </a:cubicBezTo>
                  <a:lnTo>
                    <a:pt x="206" y="34"/>
                  </a:lnTo>
                  <a:cubicBezTo>
                    <a:pt x="190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7" name="Google Shape;21537;p66"/>
            <p:cNvSpPr/>
            <p:nvPr/>
          </p:nvSpPr>
          <p:spPr>
            <a:xfrm>
              <a:off x="4095200" y="273635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58" y="1"/>
                  </a:moveTo>
                  <a:cubicBezTo>
                    <a:pt x="87" y="1"/>
                    <a:pt x="17" y="50"/>
                    <a:pt x="17" y="120"/>
                  </a:cubicBezTo>
                  <a:cubicBezTo>
                    <a:pt x="1" y="153"/>
                    <a:pt x="1" y="186"/>
                    <a:pt x="17" y="207"/>
                  </a:cubicBezTo>
                  <a:cubicBezTo>
                    <a:pt x="38" y="240"/>
                    <a:pt x="71" y="256"/>
                    <a:pt x="87" y="256"/>
                  </a:cubicBezTo>
                  <a:cubicBezTo>
                    <a:pt x="97" y="261"/>
                    <a:pt x="107" y="263"/>
                    <a:pt x="117" y="263"/>
                  </a:cubicBezTo>
                  <a:cubicBezTo>
                    <a:pt x="140" y="263"/>
                    <a:pt x="162" y="252"/>
                    <a:pt x="174" y="240"/>
                  </a:cubicBezTo>
                  <a:cubicBezTo>
                    <a:pt x="207" y="223"/>
                    <a:pt x="224" y="186"/>
                    <a:pt x="224" y="153"/>
                  </a:cubicBezTo>
                  <a:cubicBezTo>
                    <a:pt x="244" y="120"/>
                    <a:pt x="244" y="83"/>
                    <a:pt x="224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1" y="17"/>
                    <a:pt x="174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8" name="Google Shape;21538;p66"/>
            <p:cNvSpPr/>
            <p:nvPr/>
          </p:nvSpPr>
          <p:spPr>
            <a:xfrm>
              <a:off x="4074175" y="2822725"/>
              <a:ext cx="6525" cy="6575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41" y="1"/>
                  </a:moveTo>
                  <a:cubicBezTo>
                    <a:pt x="126" y="1"/>
                    <a:pt x="112" y="5"/>
                    <a:pt x="104" y="13"/>
                  </a:cubicBezTo>
                  <a:cubicBezTo>
                    <a:pt x="34" y="50"/>
                    <a:pt x="1" y="116"/>
                    <a:pt x="17" y="186"/>
                  </a:cubicBezTo>
                  <a:cubicBezTo>
                    <a:pt x="30" y="240"/>
                    <a:pt x="74" y="262"/>
                    <a:pt x="118" y="262"/>
                  </a:cubicBezTo>
                  <a:cubicBezTo>
                    <a:pt x="132" y="262"/>
                    <a:pt x="145" y="260"/>
                    <a:pt x="158" y="256"/>
                  </a:cubicBezTo>
                  <a:cubicBezTo>
                    <a:pt x="223" y="219"/>
                    <a:pt x="261" y="153"/>
                    <a:pt x="240" y="83"/>
                  </a:cubicBezTo>
                  <a:cubicBezTo>
                    <a:pt x="223" y="67"/>
                    <a:pt x="223" y="50"/>
                    <a:pt x="207" y="30"/>
                  </a:cubicBezTo>
                  <a:cubicBezTo>
                    <a:pt x="190" y="30"/>
                    <a:pt x="190" y="13"/>
                    <a:pt x="190" y="13"/>
                  </a:cubicBezTo>
                  <a:cubicBezTo>
                    <a:pt x="174" y="5"/>
                    <a:pt x="156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9" name="Google Shape;21539;p66"/>
            <p:cNvSpPr/>
            <p:nvPr/>
          </p:nvSpPr>
          <p:spPr>
            <a:xfrm>
              <a:off x="4034300" y="27717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1" y="0"/>
                  </a:moveTo>
                  <a:cubicBezTo>
                    <a:pt x="122" y="0"/>
                    <a:pt x="113" y="2"/>
                    <a:pt x="103" y="7"/>
                  </a:cubicBezTo>
                  <a:cubicBezTo>
                    <a:pt x="83" y="7"/>
                    <a:pt x="50" y="28"/>
                    <a:pt x="33" y="44"/>
                  </a:cubicBezTo>
                  <a:cubicBezTo>
                    <a:pt x="17" y="77"/>
                    <a:pt x="0" y="94"/>
                    <a:pt x="0" y="131"/>
                  </a:cubicBezTo>
                  <a:cubicBezTo>
                    <a:pt x="0" y="164"/>
                    <a:pt x="17" y="197"/>
                    <a:pt x="33" y="234"/>
                  </a:cubicBezTo>
                  <a:cubicBezTo>
                    <a:pt x="55" y="248"/>
                    <a:pt x="81" y="257"/>
                    <a:pt x="107" y="257"/>
                  </a:cubicBezTo>
                  <a:cubicBezTo>
                    <a:pt x="141" y="257"/>
                    <a:pt x="176" y="243"/>
                    <a:pt x="206" y="213"/>
                  </a:cubicBezTo>
                  <a:cubicBezTo>
                    <a:pt x="239" y="147"/>
                    <a:pt x="239" y="77"/>
                    <a:pt x="186" y="28"/>
                  </a:cubicBezTo>
                  <a:cubicBezTo>
                    <a:pt x="174" y="13"/>
                    <a:pt x="154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0" name="Google Shape;21540;p66"/>
            <p:cNvSpPr/>
            <p:nvPr/>
          </p:nvSpPr>
          <p:spPr>
            <a:xfrm>
              <a:off x="4028625" y="2755975"/>
              <a:ext cx="6100" cy="6250"/>
            </a:xfrm>
            <a:custGeom>
              <a:avLst/>
              <a:gdLst/>
              <a:ahLst/>
              <a:cxnLst/>
              <a:rect l="l" t="t" r="r" b="b"/>
              <a:pathLst>
                <a:path w="244" h="250" extrusionOk="0">
                  <a:moveTo>
                    <a:pt x="131" y="0"/>
                  </a:moveTo>
                  <a:cubicBezTo>
                    <a:pt x="72" y="0"/>
                    <a:pt x="21" y="49"/>
                    <a:pt x="21" y="106"/>
                  </a:cubicBezTo>
                  <a:cubicBezTo>
                    <a:pt x="1" y="143"/>
                    <a:pt x="1" y="176"/>
                    <a:pt x="21" y="193"/>
                  </a:cubicBezTo>
                  <a:cubicBezTo>
                    <a:pt x="38" y="226"/>
                    <a:pt x="71" y="247"/>
                    <a:pt x="87" y="247"/>
                  </a:cubicBezTo>
                  <a:cubicBezTo>
                    <a:pt x="96" y="249"/>
                    <a:pt x="104" y="250"/>
                    <a:pt x="112" y="250"/>
                  </a:cubicBezTo>
                  <a:cubicBezTo>
                    <a:pt x="169" y="250"/>
                    <a:pt x="209" y="201"/>
                    <a:pt x="227" y="143"/>
                  </a:cubicBezTo>
                  <a:cubicBezTo>
                    <a:pt x="244" y="106"/>
                    <a:pt x="227" y="73"/>
                    <a:pt x="227" y="57"/>
                  </a:cubicBezTo>
                  <a:cubicBezTo>
                    <a:pt x="207" y="40"/>
                    <a:pt x="207" y="40"/>
                    <a:pt x="207" y="20"/>
                  </a:cubicBezTo>
                  <a:cubicBezTo>
                    <a:pt x="190" y="3"/>
                    <a:pt x="174" y="3"/>
                    <a:pt x="157" y="3"/>
                  </a:cubicBezTo>
                  <a:cubicBezTo>
                    <a:pt x="148" y="1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1" name="Google Shape;21541;p66"/>
            <p:cNvSpPr/>
            <p:nvPr/>
          </p:nvSpPr>
          <p:spPr>
            <a:xfrm>
              <a:off x="4037700" y="2850150"/>
              <a:ext cx="3425" cy="425"/>
            </a:xfrm>
            <a:custGeom>
              <a:avLst/>
              <a:gdLst/>
              <a:ahLst/>
              <a:cxnLst/>
              <a:rect l="l" t="t" r="r" b="b"/>
              <a:pathLst>
                <a:path w="137" h="17" extrusionOk="0">
                  <a:moveTo>
                    <a:pt x="87" y="0"/>
                  </a:moveTo>
                  <a:cubicBezTo>
                    <a:pt x="50" y="0"/>
                    <a:pt x="33" y="0"/>
                    <a:pt x="0" y="17"/>
                  </a:cubicBezTo>
                  <a:lnTo>
                    <a:pt x="136" y="17"/>
                  </a:lnTo>
                  <a:cubicBezTo>
                    <a:pt x="120" y="17"/>
                    <a:pt x="103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2" name="Google Shape;21542;p66"/>
            <p:cNvSpPr/>
            <p:nvPr/>
          </p:nvSpPr>
          <p:spPr>
            <a:xfrm>
              <a:off x="4035950" y="278865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5" y="45"/>
                    <a:pt x="17" y="106"/>
                  </a:cubicBezTo>
                  <a:cubicBezTo>
                    <a:pt x="0" y="139"/>
                    <a:pt x="0" y="176"/>
                    <a:pt x="17" y="209"/>
                  </a:cubicBezTo>
                  <a:cubicBezTo>
                    <a:pt x="37" y="226"/>
                    <a:pt x="70" y="242"/>
                    <a:pt x="87" y="259"/>
                  </a:cubicBezTo>
                  <a:cubicBezTo>
                    <a:pt x="157" y="259"/>
                    <a:pt x="206" y="209"/>
                    <a:pt x="223" y="139"/>
                  </a:cubicBezTo>
                  <a:cubicBezTo>
                    <a:pt x="243" y="106"/>
                    <a:pt x="243" y="73"/>
                    <a:pt x="223" y="53"/>
                  </a:cubicBezTo>
                  <a:cubicBezTo>
                    <a:pt x="206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3" name="Google Shape;21543;p66"/>
            <p:cNvSpPr/>
            <p:nvPr/>
          </p:nvSpPr>
          <p:spPr>
            <a:xfrm>
              <a:off x="4036875" y="2804500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3" y="1"/>
                  </a:moveTo>
                  <a:cubicBezTo>
                    <a:pt x="86" y="1"/>
                    <a:pt x="31" y="46"/>
                    <a:pt x="17" y="107"/>
                  </a:cubicBezTo>
                  <a:cubicBezTo>
                    <a:pt x="0" y="177"/>
                    <a:pt x="33" y="243"/>
                    <a:pt x="103" y="243"/>
                  </a:cubicBezTo>
                  <a:cubicBezTo>
                    <a:pt x="113" y="249"/>
                    <a:pt x="122" y="252"/>
                    <a:pt x="129" y="252"/>
                  </a:cubicBezTo>
                  <a:cubicBezTo>
                    <a:pt x="148" y="252"/>
                    <a:pt x="163" y="238"/>
                    <a:pt x="186" y="227"/>
                  </a:cubicBezTo>
                  <a:cubicBezTo>
                    <a:pt x="206" y="210"/>
                    <a:pt x="223" y="177"/>
                    <a:pt x="239" y="140"/>
                  </a:cubicBezTo>
                  <a:cubicBezTo>
                    <a:pt x="239" y="107"/>
                    <a:pt x="239" y="74"/>
                    <a:pt x="223" y="58"/>
                  </a:cubicBezTo>
                  <a:cubicBezTo>
                    <a:pt x="223" y="37"/>
                    <a:pt x="223" y="37"/>
                    <a:pt x="206" y="21"/>
                  </a:cubicBezTo>
                  <a:cubicBezTo>
                    <a:pt x="186" y="4"/>
                    <a:pt x="169" y="4"/>
                    <a:pt x="153" y="4"/>
                  </a:cubicBezTo>
                  <a:cubicBezTo>
                    <a:pt x="146" y="2"/>
                    <a:pt x="140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4" name="Google Shape;21544;p66"/>
            <p:cNvSpPr/>
            <p:nvPr/>
          </p:nvSpPr>
          <p:spPr>
            <a:xfrm>
              <a:off x="4030375" y="2818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7" y="1"/>
                  </a:moveTo>
                  <a:cubicBezTo>
                    <a:pt x="87" y="1"/>
                    <a:pt x="17" y="38"/>
                    <a:pt x="1" y="124"/>
                  </a:cubicBezTo>
                  <a:cubicBezTo>
                    <a:pt x="1" y="141"/>
                    <a:pt x="1" y="174"/>
                    <a:pt x="17" y="207"/>
                  </a:cubicBezTo>
                  <a:cubicBezTo>
                    <a:pt x="34" y="244"/>
                    <a:pt x="71" y="260"/>
                    <a:pt x="87" y="260"/>
                  </a:cubicBezTo>
                  <a:cubicBezTo>
                    <a:pt x="120" y="260"/>
                    <a:pt x="157" y="260"/>
                    <a:pt x="174" y="244"/>
                  </a:cubicBezTo>
                  <a:cubicBezTo>
                    <a:pt x="207" y="207"/>
                    <a:pt x="223" y="190"/>
                    <a:pt x="223" y="157"/>
                  </a:cubicBezTo>
                  <a:cubicBezTo>
                    <a:pt x="240" y="124"/>
                    <a:pt x="223" y="87"/>
                    <a:pt x="223" y="54"/>
                  </a:cubicBezTo>
                  <a:cubicBezTo>
                    <a:pt x="207" y="54"/>
                    <a:pt x="207" y="38"/>
                    <a:pt x="190" y="38"/>
                  </a:cubicBezTo>
                  <a:cubicBezTo>
                    <a:pt x="190" y="21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5" name="Google Shape;21545;p66"/>
            <p:cNvSpPr/>
            <p:nvPr/>
          </p:nvSpPr>
          <p:spPr>
            <a:xfrm>
              <a:off x="4034300" y="283285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15" y="1"/>
                  </a:moveTo>
                  <a:cubicBezTo>
                    <a:pt x="66" y="1"/>
                    <a:pt x="15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7"/>
                    <a:pt x="50" y="264"/>
                    <a:pt x="83" y="264"/>
                  </a:cubicBezTo>
                  <a:cubicBezTo>
                    <a:pt x="120" y="264"/>
                    <a:pt x="136" y="264"/>
                    <a:pt x="169" y="227"/>
                  </a:cubicBezTo>
                  <a:cubicBezTo>
                    <a:pt x="186" y="210"/>
                    <a:pt x="223" y="194"/>
                    <a:pt x="223" y="161"/>
                  </a:cubicBezTo>
                  <a:cubicBezTo>
                    <a:pt x="223" y="124"/>
                    <a:pt x="223" y="91"/>
                    <a:pt x="206" y="58"/>
                  </a:cubicBezTo>
                  <a:cubicBezTo>
                    <a:pt x="206" y="37"/>
                    <a:pt x="206" y="37"/>
                    <a:pt x="186" y="37"/>
                  </a:cubicBezTo>
                  <a:cubicBezTo>
                    <a:pt x="169" y="20"/>
                    <a:pt x="153" y="4"/>
                    <a:pt x="136" y="4"/>
                  </a:cubicBezTo>
                  <a:cubicBezTo>
                    <a:pt x="129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6" name="Google Shape;21546;p66"/>
            <p:cNvSpPr/>
            <p:nvPr/>
          </p:nvSpPr>
          <p:spPr>
            <a:xfrm>
              <a:off x="4064300" y="279122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4" y="45"/>
                    <a:pt x="17" y="106"/>
                  </a:cubicBezTo>
                  <a:cubicBezTo>
                    <a:pt x="0" y="139"/>
                    <a:pt x="17" y="176"/>
                    <a:pt x="37" y="209"/>
                  </a:cubicBezTo>
                  <a:cubicBezTo>
                    <a:pt x="37" y="226"/>
                    <a:pt x="70" y="242"/>
                    <a:pt x="103" y="259"/>
                  </a:cubicBezTo>
                  <a:cubicBezTo>
                    <a:pt x="157" y="259"/>
                    <a:pt x="223" y="209"/>
                    <a:pt x="243" y="139"/>
                  </a:cubicBezTo>
                  <a:cubicBezTo>
                    <a:pt x="243" y="106"/>
                    <a:pt x="243" y="73"/>
                    <a:pt x="223" y="53"/>
                  </a:cubicBezTo>
                  <a:cubicBezTo>
                    <a:pt x="223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7" name="Google Shape;21547;p66"/>
            <p:cNvSpPr/>
            <p:nvPr/>
          </p:nvSpPr>
          <p:spPr>
            <a:xfrm>
              <a:off x="4059125" y="2821275"/>
              <a:ext cx="6125" cy="6200"/>
            </a:xfrm>
            <a:custGeom>
              <a:avLst/>
              <a:gdLst/>
              <a:ahLst/>
              <a:cxnLst/>
              <a:rect l="l" t="t" r="r" b="b"/>
              <a:pathLst>
                <a:path w="245" h="248" extrusionOk="0">
                  <a:moveTo>
                    <a:pt x="128" y="1"/>
                  </a:moveTo>
                  <a:cubicBezTo>
                    <a:pt x="74" y="1"/>
                    <a:pt x="35" y="48"/>
                    <a:pt x="17" y="108"/>
                  </a:cubicBezTo>
                  <a:cubicBezTo>
                    <a:pt x="1" y="141"/>
                    <a:pt x="1" y="174"/>
                    <a:pt x="17" y="211"/>
                  </a:cubicBezTo>
                  <a:cubicBezTo>
                    <a:pt x="38" y="228"/>
                    <a:pt x="71" y="244"/>
                    <a:pt x="87" y="244"/>
                  </a:cubicBezTo>
                  <a:cubicBezTo>
                    <a:pt x="97" y="246"/>
                    <a:pt x="105" y="248"/>
                    <a:pt x="114" y="248"/>
                  </a:cubicBezTo>
                  <a:cubicBezTo>
                    <a:pt x="170" y="248"/>
                    <a:pt x="209" y="202"/>
                    <a:pt x="224" y="141"/>
                  </a:cubicBezTo>
                  <a:cubicBezTo>
                    <a:pt x="244" y="108"/>
                    <a:pt x="244" y="71"/>
                    <a:pt x="224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1" y="5"/>
                    <a:pt x="174" y="5"/>
                    <a:pt x="158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8" name="Google Shape;21548;p66"/>
            <p:cNvSpPr/>
            <p:nvPr/>
          </p:nvSpPr>
          <p:spPr>
            <a:xfrm>
              <a:off x="4064300" y="2837275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40" y="0"/>
                  </a:moveTo>
                  <a:cubicBezTo>
                    <a:pt x="120" y="0"/>
                    <a:pt x="87" y="17"/>
                    <a:pt x="54" y="33"/>
                  </a:cubicBezTo>
                  <a:cubicBezTo>
                    <a:pt x="37" y="50"/>
                    <a:pt x="17" y="87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7" y="239"/>
                    <a:pt x="54" y="256"/>
                    <a:pt x="87" y="256"/>
                  </a:cubicBezTo>
                  <a:cubicBezTo>
                    <a:pt x="96" y="258"/>
                    <a:pt x="105" y="259"/>
                    <a:pt x="113" y="259"/>
                  </a:cubicBezTo>
                  <a:cubicBezTo>
                    <a:pt x="169" y="259"/>
                    <a:pt x="208" y="214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206" y="50"/>
                    <a:pt x="206" y="33"/>
                    <a:pt x="190" y="33"/>
                  </a:cubicBezTo>
                  <a:cubicBezTo>
                    <a:pt x="173" y="17"/>
                    <a:pt x="157" y="17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9" name="Google Shape;21549;p66"/>
            <p:cNvSpPr/>
            <p:nvPr/>
          </p:nvSpPr>
          <p:spPr>
            <a:xfrm>
              <a:off x="4051825" y="2804500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19" y="1"/>
                  </a:moveTo>
                  <a:cubicBezTo>
                    <a:pt x="70" y="1"/>
                    <a:pt x="18" y="46"/>
                    <a:pt x="0" y="107"/>
                  </a:cubicBezTo>
                  <a:cubicBezTo>
                    <a:pt x="0" y="140"/>
                    <a:pt x="0" y="177"/>
                    <a:pt x="21" y="194"/>
                  </a:cubicBezTo>
                  <a:cubicBezTo>
                    <a:pt x="37" y="227"/>
                    <a:pt x="54" y="243"/>
                    <a:pt x="87" y="243"/>
                  </a:cubicBezTo>
                  <a:cubicBezTo>
                    <a:pt x="97" y="246"/>
                    <a:pt x="107" y="248"/>
                    <a:pt x="116" y="248"/>
                  </a:cubicBezTo>
                  <a:cubicBezTo>
                    <a:pt x="171" y="248"/>
                    <a:pt x="209" y="200"/>
                    <a:pt x="227" y="140"/>
                  </a:cubicBezTo>
                  <a:cubicBezTo>
                    <a:pt x="243" y="107"/>
                    <a:pt x="227" y="74"/>
                    <a:pt x="206" y="58"/>
                  </a:cubicBezTo>
                  <a:cubicBezTo>
                    <a:pt x="206" y="37"/>
                    <a:pt x="206" y="37"/>
                    <a:pt x="190" y="21"/>
                  </a:cubicBezTo>
                  <a:cubicBezTo>
                    <a:pt x="190" y="4"/>
                    <a:pt x="173" y="4"/>
                    <a:pt x="140" y="4"/>
                  </a:cubicBezTo>
                  <a:cubicBezTo>
                    <a:pt x="133" y="2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0" name="Google Shape;21550;p66"/>
            <p:cNvSpPr/>
            <p:nvPr/>
          </p:nvSpPr>
          <p:spPr>
            <a:xfrm>
              <a:off x="4062125" y="27757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7" y="1"/>
                  </a:moveTo>
                  <a:cubicBezTo>
                    <a:pt x="103" y="1"/>
                    <a:pt x="67" y="17"/>
                    <a:pt x="38" y="55"/>
                  </a:cubicBezTo>
                  <a:cubicBezTo>
                    <a:pt x="0" y="109"/>
                    <a:pt x="0" y="179"/>
                    <a:pt x="38" y="229"/>
                  </a:cubicBezTo>
                  <a:cubicBezTo>
                    <a:pt x="58" y="251"/>
                    <a:pt x="82" y="260"/>
                    <a:pt x="107" y="260"/>
                  </a:cubicBezTo>
                  <a:cubicBezTo>
                    <a:pt x="141" y="260"/>
                    <a:pt x="178" y="241"/>
                    <a:pt x="207" y="212"/>
                  </a:cubicBezTo>
                  <a:cubicBezTo>
                    <a:pt x="244" y="158"/>
                    <a:pt x="244" y="76"/>
                    <a:pt x="207" y="22"/>
                  </a:cubicBezTo>
                  <a:cubicBezTo>
                    <a:pt x="186" y="9"/>
                    <a:pt x="162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1" name="Google Shape;21551;p66"/>
            <p:cNvSpPr/>
            <p:nvPr/>
          </p:nvSpPr>
          <p:spPr>
            <a:xfrm>
              <a:off x="4056550" y="2758850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35" y="1"/>
                  </a:moveTo>
                  <a:cubicBezTo>
                    <a:pt x="126" y="1"/>
                    <a:pt x="116" y="2"/>
                    <a:pt x="104" y="8"/>
                  </a:cubicBezTo>
                  <a:cubicBezTo>
                    <a:pt x="38" y="45"/>
                    <a:pt x="1" y="111"/>
                    <a:pt x="17" y="181"/>
                  </a:cubicBezTo>
                  <a:cubicBezTo>
                    <a:pt x="38" y="214"/>
                    <a:pt x="54" y="235"/>
                    <a:pt x="71" y="251"/>
                  </a:cubicBezTo>
                  <a:cubicBezTo>
                    <a:pt x="87" y="259"/>
                    <a:pt x="105" y="263"/>
                    <a:pt x="120" y="263"/>
                  </a:cubicBezTo>
                  <a:cubicBezTo>
                    <a:pt x="136" y="263"/>
                    <a:pt x="149" y="259"/>
                    <a:pt x="157" y="251"/>
                  </a:cubicBezTo>
                  <a:cubicBezTo>
                    <a:pt x="190" y="235"/>
                    <a:pt x="207" y="214"/>
                    <a:pt x="223" y="181"/>
                  </a:cubicBezTo>
                  <a:cubicBezTo>
                    <a:pt x="244" y="148"/>
                    <a:pt x="244" y="111"/>
                    <a:pt x="244" y="78"/>
                  </a:cubicBezTo>
                  <a:cubicBezTo>
                    <a:pt x="244" y="61"/>
                    <a:pt x="223" y="45"/>
                    <a:pt x="207" y="28"/>
                  </a:cubicBezTo>
                  <a:cubicBezTo>
                    <a:pt x="207" y="28"/>
                    <a:pt x="190" y="28"/>
                    <a:pt x="190" y="8"/>
                  </a:cubicBezTo>
                  <a:cubicBezTo>
                    <a:pt x="168" y="8"/>
                    <a:pt x="154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2" name="Google Shape;21552;p66"/>
            <p:cNvSpPr/>
            <p:nvPr/>
          </p:nvSpPr>
          <p:spPr>
            <a:xfrm>
              <a:off x="4069025" y="274572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37" y="1"/>
                  </a:moveTo>
                  <a:cubicBezTo>
                    <a:pt x="120" y="1"/>
                    <a:pt x="87" y="1"/>
                    <a:pt x="54" y="38"/>
                  </a:cubicBezTo>
                  <a:cubicBezTo>
                    <a:pt x="34" y="55"/>
                    <a:pt x="17" y="71"/>
                    <a:pt x="1" y="104"/>
                  </a:cubicBezTo>
                  <a:cubicBezTo>
                    <a:pt x="1" y="141"/>
                    <a:pt x="1" y="174"/>
                    <a:pt x="17" y="207"/>
                  </a:cubicBezTo>
                  <a:cubicBezTo>
                    <a:pt x="34" y="244"/>
                    <a:pt x="54" y="261"/>
                    <a:pt x="87" y="261"/>
                  </a:cubicBezTo>
                  <a:cubicBezTo>
                    <a:pt x="93" y="263"/>
                    <a:pt x="100" y="264"/>
                    <a:pt x="106" y="264"/>
                  </a:cubicBezTo>
                  <a:cubicBezTo>
                    <a:pt x="153" y="264"/>
                    <a:pt x="209" y="215"/>
                    <a:pt x="223" y="158"/>
                  </a:cubicBezTo>
                  <a:cubicBezTo>
                    <a:pt x="223" y="121"/>
                    <a:pt x="223" y="88"/>
                    <a:pt x="207" y="55"/>
                  </a:cubicBezTo>
                  <a:cubicBezTo>
                    <a:pt x="207" y="55"/>
                    <a:pt x="207" y="38"/>
                    <a:pt x="190" y="38"/>
                  </a:cubicBezTo>
                  <a:cubicBezTo>
                    <a:pt x="174" y="17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3" name="Google Shape;21553;p66"/>
            <p:cNvSpPr/>
            <p:nvPr/>
          </p:nvSpPr>
          <p:spPr>
            <a:xfrm>
              <a:off x="4066050" y="2806825"/>
              <a:ext cx="6400" cy="6300"/>
            </a:xfrm>
            <a:custGeom>
              <a:avLst/>
              <a:gdLst/>
              <a:ahLst/>
              <a:cxnLst/>
              <a:rect l="l" t="t" r="r" b="b"/>
              <a:pathLst>
                <a:path w="256" h="252" extrusionOk="0">
                  <a:moveTo>
                    <a:pt x="144" y="1"/>
                  </a:moveTo>
                  <a:cubicBezTo>
                    <a:pt x="109" y="1"/>
                    <a:pt x="71" y="18"/>
                    <a:pt x="50" y="47"/>
                  </a:cubicBezTo>
                  <a:cubicBezTo>
                    <a:pt x="0" y="101"/>
                    <a:pt x="0" y="187"/>
                    <a:pt x="50" y="220"/>
                  </a:cubicBezTo>
                  <a:cubicBezTo>
                    <a:pt x="65" y="243"/>
                    <a:pt x="89" y="252"/>
                    <a:pt x="114" y="252"/>
                  </a:cubicBezTo>
                  <a:cubicBezTo>
                    <a:pt x="149" y="252"/>
                    <a:pt x="187" y="233"/>
                    <a:pt x="206" y="204"/>
                  </a:cubicBezTo>
                  <a:cubicBezTo>
                    <a:pt x="256" y="150"/>
                    <a:pt x="256" y="68"/>
                    <a:pt x="206" y="31"/>
                  </a:cubicBezTo>
                  <a:cubicBezTo>
                    <a:pt x="192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4" name="Google Shape;21554;p66"/>
            <p:cNvSpPr/>
            <p:nvPr/>
          </p:nvSpPr>
          <p:spPr>
            <a:xfrm>
              <a:off x="4123975" y="273927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0" y="0"/>
                  </a:moveTo>
                  <a:cubicBezTo>
                    <a:pt x="74" y="0"/>
                    <a:pt x="35" y="46"/>
                    <a:pt x="21" y="106"/>
                  </a:cubicBezTo>
                  <a:cubicBezTo>
                    <a:pt x="0" y="139"/>
                    <a:pt x="21" y="172"/>
                    <a:pt x="21" y="210"/>
                  </a:cubicBezTo>
                  <a:cubicBezTo>
                    <a:pt x="37" y="226"/>
                    <a:pt x="70" y="242"/>
                    <a:pt x="87" y="259"/>
                  </a:cubicBezTo>
                  <a:cubicBezTo>
                    <a:pt x="157" y="259"/>
                    <a:pt x="227" y="210"/>
                    <a:pt x="227" y="139"/>
                  </a:cubicBezTo>
                  <a:cubicBezTo>
                    <a:pt x="243" y="106"/>
                    <a:pt x="243" y="90"/>
                    <a:pt x="227" y="53"/>
                  </a:cubicBezTo>
                  <a:cubicBezTo>
                    <a:pt x="206" y="36"/>
                    <a:pt x="206" y="36"/>
                    <a:pt x="206" y="2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5" name="Google Shape;21555;p66"/>
            <p:cNvSpPr/>
            <p:nvPr/>
          </p:nvSpPr>
          <p:spPr>
            <a:xfrm>
              <a:off x="3885250" y="27603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8" y="0"/>
                  </a:moveTo>
                  <a:cubicBezTo>
                    <a:pt x="74" y="0"/>
                    <a:pt x="31" y="46"/>
                    <a:pt x="17" y="107"/>
                  </a:cubicBezTo>
                  <a:cubicBezTo>
                    <a:pt x="1" y="139"/>
                    <a:pt x="1" y="177"/>
                    <a:pt x="17" y="210"/>
                  </a:cubicBezTo>
                  <a:cubicBezTo>
                    <a:pt x="34" y="226"/>
                    <a:pt x="67" y="243"/>
                    <a:pt x="87" y="259"/>
                  </a:cubicBezTo>
                  <a:cubicBezTo>
                    <a:pt x="153" y="259"/>
                    <a:pt x="207" y="210"/>
                    <a:pt x="223" y="139"/>
                  </a:cubicBezTo>
                  <a:cubicBezTo>
                    <a:pt x="240" y="107"/>
                    <a:pt x="240" y="74"/>
                    <a:pt x="223" y="53"/>
                  </a:cubicBezTo>
                  <a:cubicBezTo>
                    <a:pt x="207" y="36"/>
                    <a:pt x="207" y="36"/>
                    <a:pt x="207" y="20"/>
                  </a:cubicBezTo>
                  <a:cubicBezTo>
                    <a:pt x="190" y="20"/>
                    <a:pt x="170" y="3"/>
                    <a:pt x="153" y="3"/>
                  </a:cubicBezTo>
                  <a:cubicBezTo>
                    <a:pt x="144" y="1"/>
                    <a:pt x="136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6" name="Google Shape;21556;p66"/>
            <p:cNvSpPr/>
            <p:nvPr/>
          </p:nvSpPr>
          <p:spPr>
            <a:xfrm>
              <a:off x="3880100" y="2790350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13" y="1"/>
                  </a:moveTo>
                  <a:cubicBezTo>
                    <a:pt x="68" y="1"/>
                    <a:pt x="14" y="49"/>
                    <a:pt x="0" y="108"/>
                  </a:cubicBezTo>
                  <a:cubicBezTo>
                    <a:pt x="0" y="141"/>
                    <a:pt x="0" y="174"/>
                    <a:pt x="17" y="191"/>
                  </a:cubicBezTo>
                  <a:cubicBezTo>
                    <a:pt x="33" y="228"/>
                    <a:pt x="50" y="244"/>
                    <a:pt x="87" y="244"/>
                  </a:cubicBezTo>
                  <a:cubicBezTo>
                    <a:pt x="96" y="247"/>
                    <a:pt x="104" y="248"/>
                    <a:pt x="112" y="248"/>
                  </a:cubicBezTo>
                  <a:cubicBezTo>
                    <a:pt x="166" y="248"/>
                    <a:pt x="209" y="202"/>
                    <a:pt x="223" y="141"/>
                  </a:cubicBezTo>
                  <a:cubicBezTo>
                    <a:pt x="240" y="108"/>
                    <a:pt x="223" y="71"/>
                    <a:pt x="207" y="55"/>
                  </a:cubicBezTo>
                  <a:cubicBezTo>
                    <a:pt x="207" y="38"/>
                    <a:pt x="207" y="38"/>
                    <a:pt x="190" y="22"/>
                  </a:cubicBezTo>
                  <a:cubicBezTo>
                    <a:pt x="190" y="5"/>
                    <a:pt x="169" y="5"/>
                    <a:pt x="136" y="5"/>
                  </a:cubicBezTo>
                  <a:cubicBezTo>
                    <a:pt x="129" y="2"/>
                    <a:pt x="121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7" name="Google Shape;21557;p66"/>
            <p:cNvSpPr/>
            <p:nvPr/>
          </p:nvSpPr>
          <p:spPr>
            <a:xfrm>
              <a:off x="3875775" y="283775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36" y="1"/>
                  </a:moveTo>
                  <a:cubicBezTo>
                    <a:pt x="101" y="1"/>
                    <a:pt x="64" y="18"/>
                    <a:pt x="33" y="47"/>
                  </a:cubicBezTo>
                  <a:cubicBezTo>
                    <a:pt x="0" y="101"/>
                    <a:pt x="0" y="187"/>
                    <a:pt x="33" y="220"/>
                  </a:cubicBezTo>
                  <a:cubicBezTo>
                    <a:pt x="54" y="237"/>
                    <a:pt x="70" y="237"/>
                    <a:pt x="87" y="253"/>
                  </a:cubicBezTo>
                  <a:cubicBezTo>
                    <a:pt x="120" y="253"/>
                    <a:pt x="173" y="237"/>
                    <a:pt x="206" y="204"/>
                  </a:cubicBezTo>
                  <a:cubicBezTo>
                    <a:pt x="223" y="171"/>
                    <a:pt x="239" y="117"/>
                    <a:pt x="223" y="68"/>
                  </a:cubicBezTo>
                  <a:cubicBezTo>
                    <a:pt x="223" y="47"/>
                    <a:pt x="206" y="31"/>
                    <a:pt x="206" y="31"/>
                  </a:cubicBezTo>
                  <a:cubicBezTo>
                    <a:pt x="186" y="10"/>
                    <a:pt x="161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8" name="Google Shape;21558;p66"/>
            <p:cNvSpPr/>
            <p:nvPr/>
          </p:nvSpPr>
          <p:spPr>
            <a:xfrm>
              <a:off x="3890000" y="271482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83" y="0"/>
                    <a:pt x="50" y="17"/>
                  </a:cubicBezTo>
                  <a:cubicBezTo>
                    <a:pt x="33" y="54"/>
                    <a:pt x="0" y="70"/>
                    <a:pt x="0" y="103"/>
                  </a:cubicBezTo>
                  <a:cubicBezTo>
                    <a:pt x="0" y="140"/>
                    <a:pt x="0" y="173"/>
                    <a:pt x="17" y="206"/>
                  </a:cubicBezTo>
                  <a:cubicBezTo>
                    <a:pt x="33" y="223"/>
                    <a:pt x="50" y="260"/>
                    <a:pt x="83" y="260"/>
                  </a:cubicBezTo>
                  <a:cubicBezTo>
                    <a:pt x="136" y="260"/>
                    <a:pt x="206" y="223"/>
                    <a:pt x="223" y="157"/>
                  </a:cubicBezTo>
                  <a:cubicBezTo>
                    <a:pt x="223" y="120"/>
                    <a:pt x="223" y="87"/>
                    <a:pt x="206" y="54"/>
                  </a:cubicBezTo>
                  <a:cubicBezTo>
                    <a:pt x="206" y="37"/>
                    <a:pt x="186" y="37"/>
                    <a:pt x="186" y="37"/>
                  </a:cubicBezTo>
                  <a:cubicBezTo>
                    <a:pt x="169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9" name="Google Shape;21559;p66"/>
            <p:cNvSpPr/>
            <p:nvPr/>
          </p:nvSpPr>
          <p:spPr>
            <a:xfrm>
              <a:off x="3890400" y="27294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120" y="1"/>
                    <a:pt x="104" y="1"/>
                    <a:pt x="87" y="17"/>
                  </a:cubicBezTo>
                  <a:cubicBezTo>
                    <a:pt x="50" y="34"/>
                    <a:pt x="17" y="71"/>
                    <a:pt x="17" y="120"/>
                  </a:cubicBezTo>
                  <a:cubicBezTo>
                    <a:pt x="1" y="153"/>
                    <a:pt x="17" y="190"/>
                    <a:pt x="17" y="207"/>
                  </a:cubicBezTo>
                  <a:cubicBezTo>
                    <a:pt x="34" y="240"/>
                    <a:pt x="67" y="256"/>
                    <a:pt x="104" y="256"/>
                  </a:cubicBezTo>
                  <a:cubicBezTo>
                    <a:pt x="111" y="259"/>
                    <a:pt x="119" y="261"/>
                    <a:pt x="126" y="261"/>
                  </a:cubicBezTo>
                  <a:cubicBezTo>
                    <a:pt x="169" y="261"/>
                    <a:pt x="209" y="216"/>
                    <a:pt x="223" y="174"/>
                  </a:cubicBezTo>
                  <a:cubicBezTo>
                    <a:pt x="223" y="153"/>
                    <a:pt x="223" y="153"/>
                    <a:pt x="240" y="153"/>
                  </a:cubicBezTo>
                  <a:cubicBezTo>
                    <a:pt x="240" y="104"/>
                    <a:pt x="223" y="71"/>
                    <a:pt x="207" y="34"/>
                  </a:cubicBezTo>
                  <a:cubicBezTo>
                    <a:pt x="190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0" name="Google Shape;21560;p66"/>
            <p:cNvSpPr/>
            <p:nvPr/>
          </p:nvSpPr>
          <p:spPr>
            <a:xfrm>
              <a:off x="3874525" y="28225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6" y="0"/>
                  </a:moveTo>
                  <a:cubicBezTo>
                    <a:pt x="67" y="0"/>
                    <a:pt x="17" y="46"/>
                    <a:pt x="17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6"/>
                    <a:pt x="67" y="263"/>
                    <a:pt x="83" y="263"/>
                  </a:cubicBezTo>
                  <a:cubicBezTo>
                    <a:pt x="120" y="263"/>
                    <a:pt x="153" y="263"/>
                    <a:pt x="170" y="226"/>
                  </a:cubicBezTo>
                  <a:cubicBezTo>
                    <a:pt x="207" y="210"/>
                    <a:pt x="223" y="193"/>
                    <a:pt x="223" y="160"/>
                  </a:cubicBezTo>
                  <a:cubicBezTo>
                    <a:pt x="240" y="123"/>
                    <a:pt x="223" y="90"/>
                    <a:pt x="223" y="57"/>
                  </a:cubicBezTo>
                  <a:lnTo>
                    <a:pt x="207" y="37"/>
                  </a:lnTo>
                  <a:cubicBezTo>
                    <a:pt x="186" y="20"/>
                    <a:pt x="170" y="4"/>
                    <a:pt x="153" y="4"/>
                  </a:cubicBezTo>
                  <a:cubicBezTo>
                    <a:pt x="144" y="2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1" name="Google Shape;21561;p66"/>
            <p:cNvSpPr/>
            <p:nvPr/>
          </p:nvSpPr>
          <p:spPr>
            <a:xfrm>
              <a:off x="3886900" y="28231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37" y="0"/>
                  </a:moveTo>
                  <a:cubicBezTo>
                    <a:pt x="104" y="0"/>
                    <a:pt x="73" y="19"/>
                    <a:pt x="54" y="50"/>
                  </a:cubicBezTo>
                  <a:cubicBezTo>
                    <a:pt x="1" y="99"/>
                    <a:pt x="1" y="186"/>
                    <a:pt x="54" y="239"/>
                  </a:cubicBezTo>
                  <a:cubicBezTo>
                    <a:pt x="71" y="239"/>
                    <a:pt x="71" y="256"/>
                    <a:pt x="87" y="256"/>
                  </a:cubicBezTo>
                  <a:cubicBezTo>
                    <a:pt x="100" y="260"/>
                    <a:pt x="112" y="262"/>
                    <a:pt x="123" y="262"/>
                  </a:cubicBezTo>
                  <a:cubicBezTo>
                    <a:pt x="157" y="262"/>
                    <a:pt x="182" y="243"/>
                    <a:pt x="207" y="202"/>
                  </a:cubicBezTo>
                  <a:cubicBezTo>
                    <a:pt x="244" y="169"/>
                    <a:pt x="244" y="116"/>
                    <a:pt x="244" y="83"/>
                  </a:cubicBezTo>
                  <a:cubicBezTo>
                    <a:pt x="227" y="66"/>
                    <a:pt x="227" y="50"/>
                    <a:pt x="207" y="33"/>
                  </a:cubicBezTo>
                  <a:cubicBezTo>
                    <a:pt x="186" y="10"/>
                    <a:pt x="161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2" name="Google Shape;21562;p66"/>
            <p:cNvSpPr/>
            <p:nvPr/>
          </p:nvSpPr>
          <p:spPr>
            <a:xfrm>
              <a:off x="3892575" y="2840575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15" y="1"/>
                  </a:moveTo>
                  <a:cubicBezTo>
                    <a:pt x="66" y="1"/>
                    <a:pt x="15" y="46"/>
                    <a:pt x="0" y="107"/>
                  </a:cubicBezTo>
                  <a:cubicBezTo>
                    <a:pt x="0" y="140"/>
                    <a:pt x="0" y="177"/>
                    <a:pt x="17" y="194"/>
                  </a:cubicBezTo>
                  <a:cubicBezTo>
                    <a:pt x="33" y="227"/>
                    <a:pt x="50" y="243"/>
                    <a:pt x="83" y="243"/>
                  </a:cubicBezTo>
                  <a:cubicBezTo>
                    <a:pt x="91" y="246"/>
                    <a:pt x="99" y="248"/>
                    <a:pt x="107" y="248"/>
                  </a:cubicBezTo>
                  <a:cubicBezTo>
                    <a:pt x="156" y="248"/>
                    <a:pt x="209" y="200"/>
                    <a:pt x="223" y="140"/>
                  </a:cubicBezTo>
                  <a:cubicBezTo>
                    <a:pt x="239" y="91"/>
                    <a:pt x="223" y="58"/>
                    <a:pt x="186" y="21"/>
                  </a:cubicBezTo>
                  <a:cubicBezTo>
                    <a:pt x="169" y="4"/>
                    <a:pt x="153" y="4"/>
                    <a:pt x="136" y="4"/>
                  </a:cubicBezTo>
                  <a:cubicBezTo>
                    <a:pt x="129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3" name="Google Shape;21563;p66"/>
            <p:cNvSpPr/>
            <p:nvPr/>
          </p:nvSpPr>
          <p:spPr>
            <a:xfrm>
              <a:off x="3871025" y="280812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0" y="0"/>
                  </a:moveTo>
                  <a:cubicBezTo>
                    <a:pt x="117" y="0"/>
                    <a:pt x="104" y="6"/>
                    <a:pt x="87" y="16"/>
                  </a:cubicBezTo>
                  <a:cubicBezTo>
                    <a:pt x="54" y="16"/>
                    <a:pt x="38" y="49"/>
                    <a:pt x="17" y="65"/>
                  </a:cubicBezTo>
                  <a:cubicBezTo>
                    <a:pt x="1" y="98"/>
                    <a:pt x="1" y="135"/>
                    <a:pt x="1" y="168"/>
                  </a:cubicBezTo>
                  <a:cubicBezTo>
                    <a:pt x="13" y="220"/>
                    <a:pt x="54" y="251"/>
                    <a:pt x="96" y="251"/>
                  </a:cubicBezTo>
                  <a:cubicBezTo>
                    <a:pt x="111" y="251"/>
                    <a:pt x="127" y="247"/>
                    <a:pt x="141" y="238"/>
                  </a:cubicBezTo>
                  <a:cubicBezTo>
                    <a:pt x="207" y="222"/>
                    <a:pt x="244" y="152"/>
                    <a:pt x="223" y="82"/>
                  </a:cubicBezTo>
                  <a:cubicBezTo>
                    <a:pt x="223" y="49"/>
                    <a:pt x="207" y="32"/>
                    <a:pt x="190" y="32"/>
                  </a:cubicBezTo>
                  <a:cubicBezTo>
                    <a:pt x="190" y="16"/>
                    <a:pt x="174" y="16"/>
                    <a:pt x="174" y="16"/>
                  </a:cubicBezTo>
                  <a:cubicBezTo>
                    <a:pt x="157" y="6"/>
                    <a:pt x="144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4" name="Google Shape;21564;p66"/>
            <p:cNvSpPr/>
            <p:nvPr/>
          </p:nvSpPr>
          <p:spPr>
            <a:xfrm>
              <a:off x="4152300" y="279292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8" y="1"/>
                  </a:moveTo>
                  <a:cubicBezTo>
                    <a:pt x="74" y="1"/>
                    <a:pt x="36" y="49"/>
                    <a:pt x="22" y="108"/>
                  </a:cubicBezTo>
                  <a:cubicBezTo>
                    <a:pt x="1" y="141"/>
                    <a:pt x="1" y="174"/>
                    <a:pt x="22" y="212"/>
                  </a:cubicBezTo>
                  <a:cubicBezTo>
                    <a:pt x="38" y="228"/>
                    <a:pt x="71" y="245"/>
                    <a:pt x="88" y="261"/>
                  </a:cubicBezTo>
                  <a:cubicBezTo>
                    <a:pt x="125" y="261"/>
                    <a:pt x="158" y="245"/>
                    <a:pt x="174" y="228"/>
                  </a:cubicBezTo>
                  <a:cubicBezTo>
                    <a:pt x="207" y="212"/>
                    <a:pt x="228" y="174"/>
                    <a:pt x="228" y="141"/>
                  </a:cubicBezTo>
                  <a:cubicBezTo>
                    <a:pt x="244" y="108"/>
                    <a:pt x="244" y="71"/>
                    <a:pt x="228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1" y="22"/>
                    <a:pt x="174" y="5"/>
                    <a:pt x="158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5" name="Google Shape;21565;p66"/>
            <p:cNvSpPr/>
            <p:nvPr/>
          </p:nvSpPr>
          <p:spPr>
            <a:xfrm>
              <a:off x="4136450" y="278947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31" y="0"/>
                  </a:moveTo>
                  <a:cubicBezTo>
                    <a:pt x="70" y="0"/>
                    <a:pt x="15" y="48"/>
                    <a:pt x="0" y="106"/>
                  </a:cubicBezTo>
                  <a:cubicBezTo>
                    <a:pt x="0" y="143"/>
                    <a:pt x="0" y="176"/>
                    <a:pt x="17" y="209"/>
                  </a:cubicBezTo>
                  <a:cubicBezTo>
                    <a:pt x="37" y="226"/>
                    <a:pt x="54" y="246"/>
                    <a:pt x="87" y="263"/>
                  </a:cubicBezTo>
                  <a:cubicBezTo>
                    <a:pt x="157" y="263"/>
                    <a:pt x="206" y="226"/>
                    <a:pt x="223" y="160"/>
                  </a:cubicBezTo>
                  <a:cubicBezTo>
                    <a:pt x="243" y="106"/>
                    <a:pt x="223" y="57"/>
                    <a:pt x="190" y="40"/>
                  </a:cubicBezTo>
                  <a:cubicBezTo>
                    <a:pt x="190" y="20"/>
                    <a:pt x="173" y="3"/>
                    <a:pt x="157" y="3"/>
                  </a:cubicBezTo>
                  <a:cubicBezTo>
                    <a:pt x="148" y="1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6" name="Google Shape;21566;p66"/>
            <p:cNvSpPr/>
            <p:nvPr/>
          </p:nvSpPr>
          <p:spPr>
            <a:xfrm>
              <a:off x="4156225" y="280750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18" y="1"/>
                  </a:moveTo>
                  <a:cubicBezTo>
                    <a:pt x="71" y="1"/>
                    <a:pt x="15" y="49"/>
                    <a:pt x="1" y="107"/>
                  </a:cubicBezTo>
                  <a:cubicBezTo>
                    <a:pt x="1" y="144"/>
                    <a:pt x="1" y="177"/>
                    <a:pt x="17" y="210"/>
                  </a:cubicBezTo>
                  <a:cubicBezTo>
                    <a:pt x="34" y="226"/>
                    <a:pt x="50" y="247"/>
                    <a:pt x="87" y="247"/>
                  </a:cubicBezTo>
                  <a:cubicBezTo>
                    <a:pt x="97" y="252"/>
                    <a:pt x="106" y="254"/>
                    <a:pt x="115" y="254"/>
                  </a:cubicBezTo>
                  <a:cubicBezTo>
                    <a:pt x="138" y="254"/>
                    <a:pt x="159" y="241"/>
                    <a:pt x="174" y="226"/>
                  </a:cubicBezTo>
                  <a:cubicBezTo>
                    <a:pt x="207" y="210"/>
                    <a:pt x="223" y="177"/>
                    <a:pt x="223" y="144"/>
                  </a:cubicBezTo>
                  <a:cubicBezTo>
                    <a:pt x="240" y="107"/>
                    <a:pt x="223" y="74"/>
                    <a:pt x="207" y="57"/>
                  </a:cubicBezTo>
                  <a:cubicBezTo>
                    <a:pt x="207" y="41"/>
                    <a:pt x="207" y="41"/>
                    <a:pt x="190" y="20"/>
                  </a:cubicBezTo>
                  <a:cubicBezTo>
                    <a:pt x="190" y="4"/>
                    <a:pt x="174" y="4"/>
                    <a:pt x="137" y="4"/>
                  </a:cubicBezTo>
                  <a:cubicBezTo>
                    <a:pt x="131" y="2"/>
                    <a:pt x="124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7" name="Google Shape;21567;p66"/>
            <p:cNvSpPr/>
            <p:nvPr/>
          </p:nvSpPr>
          <p:spPr>
            <a:xfrm>
              <a:off x="4197875" y="2752325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47" y="1"/>
                  </a:moveTo>
                  <a:cubicBezTo>
                    <a:pt x="133" y="1"/>
                    <a:pt x="120" y="5"/>
                    <a:pt x="103" y="13"/>
                  </a:cubicBezTo>
                  <a:cubicBezTo>
                    <a:pt x="33" y="30"/>
                    <a:pt x="0" y="116"/>
                    <a:pt x="17" y="166"/>
                  </a:cubicBezTo>
                  <a:cubicBezTo>
                    <a:pt x="33" y="203"/>
                    <a:pt x="54" y="236"/>
                    <a:pt x="70" y="252"/>
                  </a:cubicBezTo>
                  <a:lnTo>
                    <a:pt x="157" y="252"/>
                  </a:lnTo>
                  <a:cubicBezTo>
                    <a:pt x="223" y="219"/>
                    <a:pt x="260" y="149"/>
                    <a:pt x="239" y="83"/>
                  </a:cubicBezTo>
                  <a:cubicBezTo>
                    <a:pt x="239" y="63"/>
                    <a:pt x="223" y="46"/>
                    <a:pt x="206" y="30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3" y="5"/>
                    <a:pt x="160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8" name="Google Shape;21568;p66"/>
            <p:cNvSpPr/>
            <p:nvPr/>
          </p:nvSpPr>
          <p:spPr>
            <a:xfrm>
              <a:off x="3886900" y="2775900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38" y="1"/>
                  </a:moveTo>
                  <a:cubicBezTo>
                    <a:pt x="105" y="1"/>
                    <a:pt x="73" y="19"/>
                    <a:pt x="54" y="47"/>
                  </a:cubicBezTo>
                  <a:cubicBezTo>
                    <a:pt x="1" y="101"/>
                    <a:pt x="1" y="188"/>
                    <a:pt x="54" y="221"/>
                  </a:cubicBezTo>
                  <a:cubicBezTo>
                    <a:pt x="68" y="243"/>
                    <a:pt x="88" y="252"/>
                    <a:pt x="110" y="252"/>
                  </a:cubicBezTo>
                  <a:cubicBezTo>
                    <a:pt x="142" y="252"/>
                    <a:pt x="178" y="233"/>
                    <a:pt x="207" y="204"/>
                  </a:cubicBezTo>
                  <a:cubicBezTo>
                    <a:pt x="260" y="150"/>
                    <a:pt x="260" y="68"/>
                    <a:pt x="207" y="31"/>
                  </a:cubicBezTo>
                  <a:cubicBezTo>
                    <a:pt x="186" y="10"/>
                    <a:pt x="162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9" name="Google Shape;21569;p66"/>
            <p:cNvSpPr/>
            <p:nvPr/>
          </p:nvSpPr>
          <p:spPr>
            <a:xfrm>
              <a:off x="4200450" y="27717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2" y="1"/>
                  </a:moveTo>
                  <a:cubicBezTo>
                    <a:pt x="101" y="1"/>
                    <a:pt x="72" y="14"/>
                    <a:pt x="54" y="43"/>
                  </a:cubicBezTo>
                  <a:cubicBezTo>
                    <a:pt x="0" y="109"/>
                    <a:pt x="0" y="179"/>
                    <a:pt x="54" y="233"/>
                  </a:cubicBezTo>
                  <a:cubicBezTo>
                    <a:pt x="68" y="247"/>
                    <a:pt x="90" y="256"/>
                    <a:pt x="114" y="256"/>
                  </a:cubicBezTo>
                  <a:cubicBezTo>
                    <a:pt x="145" y="256"/>
                    <a:pt x="179" y="242"/>
                    <a:pt x="207" y="212"/>
                  </a:cubicBezTo>
                  <a:cubicBezTo>
                    <a:pt x="240" y="146"/>
                    <a:pt x="240" y="76"/>
                    <a:pt x="207" y="27"/>
                  </a:cubicBezTo>
                  <a:cubicBezTo>
                    <a:pt x="184" y="10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0" name="Google Shape;21570;p66"/>
            <p:cNvSpPr/>
            <p:nvPr/>
          </p:nvSpPr>
          <p:spPr>
            <a:xfrm>
              <a:off x="3872775" y="2773600"/>
              <a:ext cx="5600" cy="6175"/>
            </a:xfrm>
            <a:custGeom>
              <a:avLst/>
              <a:gdLst/>
              <a:ahLst/>
              <a:cxnLst/>
              <a:rect l="l" t="t" r="r" b="b"/>
              <a:pathLst>
                <a:path w="224" h="247" extrusionOk="0">
                  <a:moveTo>
                    <a:pt x="116" y="0"/>
                  </a:moveTo>
                  <a:cubicBezTo>
                    <a:pt x="70" y="0"/>
                    <a:pt x="15" y="45"/>
                    <a:pt x="1" y="106"/>
                  </a:cubicBezTo>
                  <a:cubicBezTo>
                    <a:pt x="1" y="139"/>
                    <a:pt x="1" y="176"/>
                    <a:pt x="17" y="193"/>
                  </a:cubicBezTo>
                  <a:cubicBezTo>
                    <a:pt x="34" y="226"/>
                    <a:pt x="50" y="242"/>
                    <a:pt x="87" y="242"/>
                  </a:cubicBezTo>
                  <a:cubicBezTo>
                    <a:pt x="95" y="245"/>
                    <a:pt x="102" y="247"/>
                    <a:pt x="110" y="247"/>
                  </a:cubicBezTo>
                  <a:cubicBezTo>
                    <a:pt x="156" y="247"/>
                    <a:pt x="209" y="199"/>
                    <a:pt x="223" y="139"/>
                  </a:cubicBezTo>
                  <a:cubicBezTo>
                    <a:pt x="223" y="106"/>
                    <a:pt x="223" y="73"/>
                    <a:pt x="207" y="36"/>
                  </a:cubicBezTo>
                  <a:cubicBezTo>
                    <a:pt x="207" y="36"/>
                    <a:pt x="207" y="20"/>
                    <a:pt x="190" y="20"/>
                  </a:cubicBezTo>
                  <a:cubicBezTo>
                    <a:pt x="174" y="3"/>
                    <a:pt x="153" y="3"/>
                    <a:pt x="137" y="3"/>
                  </a:cubicBezTo>
                  <a:cubicBezTo>
                    <a:pt x="130" y="1"/>
                    <a:pt x="12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1" name="Google Shape;21571;p66"/>
            <p:cNvSpPr/>
            <p:nvPr/>
          </p:nvSpPr>
          <p:spPr>
            <a:xfrm>
              <a:off x="4158800" y="277882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53" y="0"/>
                  </a:moveTo>
                  <a:cubicBezTo>
                    <a:pt x="104" y="0"/>
                    <a:pt x="34" y="54"/>
                    <a:pt x="17" y="120"/>
                  </a:cubicBezTo>
                  <a:cubicBezTo>
                    <a:pt x="1" y="190"/>
                    <a:pt x="50" y="260"/>
                    <a:pt x="104" y="260"/>
                  </a:cubicBezTo>
                  <a:cubicBezTo>
                    <a:pt x="137" y="260"/>
                    <a:pt x="174" y="260"/>
                    <a:pt x="190" y="240"/>
                  </a:cubicBezTo>
                  <a:cubicBezTo>
                    <a:pt x="223" y="223"/>
                    <a:pt x="240" y="190"/>
                    <a:pt x="240" y="157"/>
                  </a:cubicBezTo>
                  <a:cubicBezTo>
                    <a:pt x="256" y="120"/>
                    <a:pt x="240" y="87"/>
                    <a:pt x="223" y="54"/>
                  </a:cubicBezTo>
                  <a:cubicBezTo>
                    <a:pt x="223" y="54"/>
                    <a:pt x="223" y="33"/>
                    <a:pt x="207" y="33"/>
                  </a:cubicBezTo>
                  <a:cubicBezTo>
                    <a:pt x="190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2" name="Google Shape;21572;p66"/>
            <p:cNvSpPr/>
            <p:nvPr/>
          </p:nvSpPr>
          <p:spPr>
            <a:xfrm>
              <a:off x="4228800" y="27579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40" y="0"/>
                  </a:moveTo>
                  <a:cubicBezTo>
                    <a:pt x="125" y="0"/>
                    <a:pt x="112" y="5"/>
                    <a:pt x="103" y="13"/>
                  </a:cubicBezTo>
                  <a:cubicBezTo>
                    <a:pt x="33" y="29"/>
                    <a:pt x="0" y="116"/>
                    <a:pt x="17" y="186"/>
                  </a:cubicBezTo>
                  <a:cubicBezTo>
                    <a:pt x="33" y="203"/>
                    <a:pt x="54" y="235"/>
                    <a:pt x="70" y="252"/>
                  </a:cubicBezTo>
                  <a:cubicBezTo>
                    <a:pt x="87" y="262"/>
                    <a:pt x="103" y="267"/>
                    <a:pt x="118" y="267"/>
                  </a:cubicBezTo>
                  <a:cubicBezTo>
                    <a:pt x="133" y="267"/>
                    <a:pt x="147" y="262"/>
                    <a:pt x="157" y="252"/>
                  </a:cubicBezTo>
                  <a:cubicBezTo>
                    <a:pt x="190" y="235"/>
                    <a:pt x="206" y="219"/>
                    <a:pt x="223" y="186"/>
                  </a:cubicBezTo>
                  <a:cubicBezTo>
                    <a:pt x="239" y="149"/>
                    <a:pt x="239" y="116"/>
                    <a:pt x="239" y="83"/>
                  </a:cubicBezTo>
                  <a:cubicBezTo>
                    <a:pt x="223" y="66"/>
                    <a:pt x="223" y="46"/>
                    <a:pt x="206" y="29"/>
                  </a:cubicBezTo>
                  <a:lnTo>
                    <a:pt x="190" y="13"/>
                  </a:lnTo>
                  <a:cubicBezTo>
                    <a:pt x="173" y="5"/>
                    <a:pt x="156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3" name="Google Shape;21573;p66"/>
            <p:cNvSpPr/>
            <p:nvPr/>
          </p:nvSpPr>
          <p:spPr>
            <a:xfrm>
              <a:off x="3855150" y="280192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16" y="1"/>
                  </a:moveTo>
                  <a:cubicBezTo>
                    <a:pt x="70" y="1"/>
                    <a:pt x="15" y="46"/>
                    <a:pt x="1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7"/>
                    <a:pt x="54" y="243"/>
                    <a:pt x="87" y="264"/>
                  </a:cubicBezTo>
                  <a:cubicBezTo>
                    <a:pt x="104" y="264"/>
                    <a:pt x="137" y="243"/>
                    <a:pt x="174" y="227"/>
                  </a:cubicBezTo>
                  <a:cubicBezTo>
                    <a:pt x="190" y="210"/>
                    <a:pt x="207" y="177"/>
                    <a:pt x="223" y="140"/>
                  </a:cubicBezTo>
                  <a:cubicBezTo>
                    <a:pt x="223" y="107"/>
                    <a:pt x="223" y="74"/>
                    <a:pt x="207" y="58"/>
                  </a:cubicBezTo>
                  <a:cubicBezTo>
                    <a:pt x="207" y="37"/>
                    <a:pt x="190" y="37"/>
                    <a:pt x="190" y="21"/>
                  </a:cubicBezTo>
                  <a:cubicBezTo>
                    <a:pt x="174" y="21"/>
                    <a:pt x="157" y="4"/>
                    <a:pt x="137" y="4"/>
                  </a:cubicBezTo>
                  <a:cubicBezTo>
                    <a:pt x="130" y="2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4" name="Google Shape;21574;p66"/>
            <p:cNvSpPr/>
            <p:nvPr/>
          </p:nvSpPr>
          <p:spPr>
            <a:xfrm>
              <a:off x="3851350" y="278737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36" y="1"/>
                  </a:moveTo>
                  <a:cubicBezTo>
                    <a:pt x="83" y="1"/>
                    <a:pt x="17" y="38"/>
                    <a:pt x="0" y="104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33" y="244"/>
                    <a:pt x="50" y="260"/>
                    <a:pt x="83" y="260"/>
                  </a:cubicBezTo>
                  <a:cubicBezTo>
                    <a:pt x="120" y="260"/>
                    <a:pt x="136" y="260"/>
                    <a:pt x="169" y="227"/>
                  </a:cubicBezTo>
                  <a:cubicBezTo>
                    <a:pt x="206" y="207"/>
                    <a:pt x="223" y="190"/>
                    <a:pt x="223" y="157"/>
                  </a:cubicBezTo>
                  <a:cubicBezTo>
                    <a:pt x="223" y="124"/>
                    <a:pt x="223" y="87"/>
                    <a:pt x="206" y="54"/>
                  </a:cubicBezTo>
                  <a:cubicBezTo>
                    <a:pt x="206" y="54"/>
                    <a:pt x="206" y="38"/>
                    <a:pt x="186" y="38"/>
                  </a:cubicBezTo>
                  <a:cubicBezTo>
                    <a:pt x="169" y="2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5" name="Google Shape;21575;p66"/>
            <p:cNvSpPr/>
            <p:nvPr/>
          </p:nvSpPr>
          <p:spPr>
            <a:xfrm>
              <a:off x="3860725" y="27103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5" y="0"/>
                  </a:moveTo>
                  <a:cubicBezTo>
                    <a:pt x="102" y="0"/>
                    <a:pt x="82" y="14"/>
                    <a:pt x="70" y="26"/>
                  </a:cubicBezTo>
                  <a:cubicBezTo>
                    <a:pt x="37" y="42"/>
                    <a:pt x="17" y="75"/>
                    <a:pt x="17" y="112"/>
                  </a:cubicBezTo>
                  <a:cubicBezTo>
                    <a:pt x="0" y="145"/>
                    <a:pt x="17" y="178"/>
                    <a:pt x="37" y="195"/>
                  </a:cubicBezTo>
                  <a:cubicBezTo>
                    <a:pt x="54" y="232"/>
                    <a:pt x="70" y="248"/>
                    <a:pt x="103" y="248"/>
                  </a:cubicBezTo>
                  <a:cubicBezTo>
                    <a:pt x="110" y="250"/>
                    <a:pt x="118" y="251"/>
                    <a:pt x="125" y="251"/>
                  </a:cubicBezTo>
                  <a:cubicBezTo>
                    <a:pt x="173" y="251"/>
                    <a:pt x="226" y="206"/>
                    <a:pt x="244" y="145"/>
                  </a:cubicBezTo>
                  <a:cubicBezTo>
                    <a:pt x="244" y="112"/>
                    <a:pt x="244" y="75"/>
                    <a:pt x="223" y="59"/>
                  </a:cubicBezTo>
                  <a:cubicBezTo>
                    <a:pt x="223" y="42"/>
                    <a:pt x="206" y="42"/>
                    <a:pt x="206" y="26"/>
                  </a:cubicBezTo>
                  <a:cubicBezTo>
                    <a:pt x="190" y="9"/>
                    <a:pt x="173" y="9"/>
                    <a:pt x="157" y="9"/>
                  </a:cubicBezTo>
                  <a:cubicBezTo>
                    <a:pt x="146" y="3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6" name="Google Shape;21576;p66"/>
            <p:cNvSpPr/>
            <p:nvPr/>
          </p:nvSpPr>
          <p:spPr>
            <a:xfrm>
              <a:off x="3838450" y="2735425"/>
              <a:ext cx="5600" cy="6450"/>
            </a:xfrm>
            <a:custGeom>
              <a:avLst/>
              <a:gdLst/>
              <a:ahLst/>
              <a:cxnLst/>
              <a:rect l="l" t="t" r="r" b="b"/>
              <a:pathLst>
                <a:path w="224" h="258" extrusionOk="0">
                  <a:moveTo>
                    <a:pt x="67" y="1"/>
                  </a:moveTo>
                  <a:cubicBezTo>
                    <a:pt x="34" y="17"/>
                    <a:pt x="17" y="54"/>
                    <a:pt x="1" y="87"/>
                  </a:cubicBezTo>
                  <a:lnTo>
                    <a:pt x="1" y="190"/>
                  </a:lnTo>
                  <a:cubicBezTo>
                    <a:pt x="13" y="229"/>
                    <a:pt x="51" y="257"/>
                    <a:pt x="91" y="257"/>
                  </a:cubicBezTo>
                  <a:cubicBezTo>
                    <a:pt x="106" y="257"/>
                    <a:pt x="122" y="253"/>
                    <a:pt x="137" y="244"/>
                  </a:cubicBezTo>
                  <a:cubicBezTo>
                    <a:pt x="186" y="223"/>
                    <a:pt x="223" y="141"/>
                    <a:pt x="207" y="87"/>
                  </a:cubicBezTo>
                  <a:cubicBezTo>
                    <a:pt x="207" y="54"/>
                    <a:pt x="186" y="38"/>
                    <a:pt x="186" y="38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04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7" name="Google Shape;21577;p66"/>
            <p:cNvSpPr/>
            <p:nvPr/>
          </p:nvSpPr>
          <p:spPr>
            <a:xfrm>
              <a:off x="4233950" y="2773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1" y="0"/>
                  </a:moveTo>
                  <a:cubicBezTo>
                    <a:pt x="97" y="0"/>
                    <a:pt x="63" y="13"/>
                    <a:pt x="33" y="40"/>
                  </a:cubicBezTo>
                  <a:cubicBezTo>
                    <a:pt x="33" y="56"/>
                    <a:pt x="17" y="77"/>
                    <a:pt x="17" y="110"/>
                  </a:cubicBezTo>
                  <a:cubicBezTo>
                    <a:pt x="0" y="143"/>
                    <a:pt x="17" y="196"/>
                    <a:pt x="54" y="229"/>
                  </a:cubicBezTo>
                  <a:cubicBezTo>
                    <a:pt x="64" y="249"/>
                    <a:pt x="85" y="257"/>
                    <a:pt x="108" y="257"/>
                  </a:cubicBezTo>
                  <a:cubicBezTo>
                    <a:pt x="124" y="257"/>
                    <a:pt x="142" y="253"/>
                    <a:pt x="157" y="246"/>
                  </a:cubicBezTo>
                  <a:cubicBezTo>
                    <a:pt x="173" y="229"/>
                    <a:pt x="190" y="229"/>
                    <a:pt x="206" y="213"/>
                  </a:cubicBezTo>
                  <a:cubicBezTo>
                    <a:pt x="239" y="143"/>
                    <a:pt x="239" y="77"/>
                    <a:pt x="206" y="23"/>
                  </a:cubicBezTo>
                  <a:cubicBezTo>
                    <a:pt x="184" y="8"/>
                    <a:pt x="158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8" name="Google Shape;21578;p66"/>
            <p:cNvSpPr/>
            <p:nvPr/>
          </p:nvSpPr>
          <p:spPr>
            <a:xfrm>
              <a:off x="3895550" y="2689975"/>
              <a:ext cx="2600" cy="1250"/>
            </a:xfrm>
            <a:custGeom>
              <a:avLst/>
              <a:gdLst/>
              <a:ahLst/>
              <a:cxnLst/>
              <a:rect l="l" t="t" r="r" b="b"/>
              <a:pathLst>
                <a:path w="104" h="50" extrusionOk="0">
                  <a:moveTo>
                    <a:pt x="1" y="0"/>
                  </a:moveTo>
                  <a:cubicBezTo>
                    <a:pt x="1" y="1"/>
                    <a:pt x="1" y="17"/>
                    <a:pt x="17" y="17"/>
                  </a:cubicBezTo>
                  <a:cubicBezTo>
                    <a:pt x="34" y="33"/>
                    <a:pt x="50" y="50"/>
                    <a:pt x="67" y="50"/>
                  </a:cubicBezTo>
                  <a:lnTo>
                    <a:pt x="104" y="50"/>
                  </a:lnTo>
                  <a:cubicBezTo>
                    <a:pt x="67" y="33"/>
                    <a:pt x="34" y="17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9" name="Google Shape;21579;p66"/>
            <p:cNvSpPr/>
            <p:nvPr/>
          </p:nvSpPr>
          <p:spPr>
            <a:xfrm>
              <a:off x="4205600" y="27229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34" y="38"/>
                    <a:pt x="1" y="104"/>
                    <a:pt x="17" y="174"/>
                  </a:cubicBezTo>
                  <a:cubicBezTo>
                    <a:pt x="34" y="207"/>
                    <a:pt x="54" y="228"/>
                    <a:pt x="71" y="244"/>
                  </a:cubicBezTo>
                  <a:cubicBezTo>
                    <a:pt x="87" y="252"/>
                    <a:pt x="104" y="256"/>
                    <a:pt x="119" y="256"/>
                  </a:cubicBezTo>
                  <a:cubicBezTo>
                    <a:pt x="133" y="256"/>
                    <a:pt x="147" y="252"/>
                    <a:pt x="157" y="244"/>
                  </a:cubicBezTo>
                  <a:cubicBezTo>
                    <a:pt x="190" y="228"/>
                    <a:pt x="207" y="207"/>
                    <a:pt x="223" y="174"/>
                  </a:cubicBezTo>
                  <a:cubicBezTo>
                    <a:pt x="240" y="141"/>
                    <a:pt x="240" y="104"/>
                    <a:pt x="240" y="87"/>
                  </a:cubicBezTo>
                  <a:cubicBezTo>
                    <a:pt x="240" y="54"/>
                    <a:pt x="223" y="38"/>
                    <a:pt x="207" y="21"/>
                  </a:cubicBezTo>
                  <a:cubicBezTo>
                    <a:pt x="207" y="21"/>
                    <a:pt x="190" y="2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0" name="Google Shape;21580;p66"/>
            <p:cNvSpPr/>
            <p:nvPr/>
          </p:nvSpPr>
          <p:spPr>
            <a:xfrm>
              <a:off x="4208600" y="2739275"/>
              <a:ext cx="5575" cy="6475"/>
            </a:xfrm>
            <a:custGeom>
              <a:avLst/>
              <a:gdLst/>
              <a:ahLst/>
              <a:cxnLst/>
              <a:rect l="l" t="t" r="r" b="b"/>
              <a:pathLst>
                <a:path w="223" h="259" extrusionOk="0">
                  <a:moveTo>
                    <a:pt x="119" y="0"/>
                  </a:moveTo>
                  <a:cubicBezTo>
                    <a:pt x="69" y="0"/>
                    <a:pt x="14" y="46"/>
                    <a:pt x="0" y="106"/>
                  </a:cubicBezTo>
                  <a:cubicBezTo>
                    <a:pt x="0" y="139"/>
                    <a:pt x="0" y="172"/>
                    <a:pt x="17" y="210"/>
                  </a:cubicBezTo>
                  <a:cubicBezTo>
                    <a:pt x="37" y="226"/>
                    <a:pt x="54" y="242"/>
                    <a:pt x="87" y="259"/>
                  </a:cubicBezTo>
                  <a:cubicBezTo>
                    <a:pt x="140" y="259"/>
                    <a:pt x="206" y="226"/>
                    <a:pt x="223" y="139"/>
                  </a:cubicBezTo>
                  <a:cubicBezTo>
                    <a:pt x="223" y="106"/>
                    <a:pt x="223" y="90"/>
                    <a:pt x="206" y="53"/>
                  </a:cubicBezTo>
                  <a:cubicBezTo>
                    <a:pt x="206" y="36"/>
                    <a:pt x="190" y="36"/>
                    <a:pt x="190" y="36"/>
                  </a:cubicBezTo>
                  <a:cubicBezTo>
                    <a:pt x="173" y="20"/>
                    <a:pt x="157" y="3"/>
                    <a:pt x="140" y="3"/>
                  </a:cubicBezTo>
                  <a:cubicBezTo>
                    <a:pt x="133" y="1"/>
                    <a:pt x="126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1" name="Google Shape;21581;p66"/>
            <p:cNvSpPr/>
            <p:nvPr/>
          </p:nvSpPr>
          <p:spPr>
            <a:xfrm>
              <a:off x="3899375" y="2766225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35" y="1"/>
                  </a:moveTo>
                  <a:cubicBezTo>
                    <a:pt x="103" y="1"/>
                    <a:pt x="67" y="18"/>
                    <a:pt x="37" y="59"/>
                  </a:cubicBezTo>
                  <a:cubicBezTo>
                    <a:pt x="0" y="109"/>
                    <a:pt x="0" y="179"/>
                    <a:pt x="37" y="228"/>
                  </a:cubicBezTo>
                  <a:cubicBezTo>
                    <a:pt x="59" y="251"/>
                    <a:pt x="83" y="261"/>
                    <a:pt x="109" y="261"/>
                  </a:cubicBezTo>
                  <a:cubicBezTo>
                    <a:pt x="143" y="261"/>
                    <a:pt x="178" y="243"/>
                    <a:pt x="207" y="212"/>
                  </a:cubicBezTo>
                  <a:cubicBezTo>
                    <a:pt x="244" y="162"/>
                    <a:pt x="244" y="76"/>
                    <a:pt x="190" y="22"/>
                  </a:cubicBezTo>
                  <a:cubicBezTo>
                    <a:pt x="177" y="9"/>
                    <a:pt x="157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2" name="Google Shape;21582;p66"/>
            <p:cNvSpPr/>
            <p:nvPr/>
          </p:nvSpPr>
          <p:spPr>
            <a:xfrm>
              <a:off x="3895150" y="27918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4" y="1"/>
                  </a:moveTo>
                  <a:cubicBezTo>
                    <a:pt x="119" y="1"/>
                    <a:pt x="101" y="5"/>
                    <a:pt x="83" y="13"/>
                  </a:cubicBezTo>
                  <a:cubicBezTo>
                    <a:pt x="33" y="30"/>
                    <a:pt x="0" y="116"/>
                    <a:pt x="17" y="186"/>
                  </a:cubicBezTo>
                  <a:cubicBezTo>
                    <a:pt x="31" y="228"/>
                    <a:pt x="67" y="261"/>
                    <a:pt x="120" y="261"/>
                  </a:cubicBezTo>
                  <a:cubicBezTo>
                    <a:pt x="130" y="261"/>
                    <a:pt x="141" y="259"/>
                    <a:pt x="153" y="257"/>
                  </a:cubicBezTo>
                  <a:cubicBezTo>
                    <a:pt x="206" y="219"/>
                    <a:pt x="239" y="153"/>
                    <a:pt x="223" y="83"/>
                  </a:cubicBezTo>
                  <a:cubicBezTo>
                    <a:pt x="223" y="67"/>
                    <a:pt x="223" y="50"/>
                    <a:pt x="206" y="30"/>
                  </a:cubicBezTo>
                  <a:cubicBezTo>
                    <a:pt x="186" y="30"/>
                    <a:pt x="186" y="13"/>
                    <a:pt x="169" y="13"/>
                  </a:cubicBezTo>
                  <a:cubicBezTo>
                    <a:pt x="161" y="5"/>
                    <a:pt x="149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3" name="Google Shape;21583;p66"/>
            <p:cNvSpPr/>
            <p:nvPr/>
          </p:nvSpPr>
          <p:spPr>
            <a:xfrm>
              <a:off x="3900700" y="2827475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29" y="0"/>
                  </a:moveTo>
                  <a:cubicBezTo>
                    <a:pt x="116" y="0"/>
                    <a:pt x="104" y="5"/>
                    <a:pt x="88" y="13"/>
                  </a:cubicBezTo>
                  <a:cubicBezTo>
                    <a:pt x="50" y="29"/>
                    <a:pt x="34" y="46"/>
                    <a:pt x="17" y="83"/>
                  </a:cubicBezTo>
                  <a:cubicBezTo>
                    <a:pt x="1" y="116"/>
                    <a:pt x="1" y="149"/>
                    <a:pt x="1" y="169"/>
                  </a:cubicBezTo>
                  <a:cubicBezTo>
                    <a:pt x="17" y="202"/>
                    <a:pt x="34" y="235"/>
                    <a:pt x="67" y="252"/>
                  </a:cubicBezTo>
                  <a:lnTo>
                    <a:pt x="154" y="252"/>
                  </a:lnTo>
                  <a:cubicBezTo>
                    <a:pt x="207" y="219"/>
                    <a:pt x="240" y="149"/>
                    <a:pt x="224" y="83"/>
                  </a:cubicBezTo>
                  <a:cubicBezTo>
                    <a:pt x="224" y="66"/>
                    <a:pt x="207" y="46"/>
                    <a:pt x="191" y="29"/>
                  </a:cubicBezTo>
                  <a:cubicBezTo>
                    <a:pt x="191" y="29"/>
                    <a:pt x="191" y="13"/>
                    <a:pt x="170" y="13"/>
                  </a:cubicBezTo>
                  <a:cubicBezTo>
                    <a:pt x="154" y="5"/>
                    <a:pt x="141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4" name="Google Shape;21584;p66"/>
            <p:cNvSpPr/>
            <p:nvPr/>
          </p:nvSpPr>
          <p:spPr>
            <a:xfrm>
              <a:off x="4212925" y="27573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20" y="1"/>
                  </a:moveTo>
                  <a:cubicBezTo>
                    <a:pt x="70" y="1"/>
                    <a:pt x="17" y="50"/>
                    <a:pt x="0" y="104"/>
                  </a:cubicBezTo>
                  <a:cubicBezTo>
                    <a:pt x="0" y="137"/>
                    <a:pt x="0" y="170"/>
                    <a:pt x="17" y="207"/>
                  </a:cubicBezTo>
                  <a:cubicBezTo>
                    <a:pt x="33" y="224"/>
                    <a:pt x="50" y="240"/>
                    <a:pt x="87" y="256"/>
                  </a:cubicBezTo>
                  <a:cubicBezTo>
                    <a:pt x="136" y="256"/>
                    <a:pt x="206" y="207"/>
                    <a:pt x="223" y="137"/>
                  </a:cubicBezTo>
                  <a:lnTo>
                    <a:pt x="223" y="104"/>
                  </a:lnTo>
                  <a:cubicBezTo>
                    <a:pt x="223" y="67"/>
                    <a:pt x="206" y="50"/>
                    <a:pt x="190" y="17"/>
                  </a:cubicBezTo>
                  <a:cubicBezTo>
                    <a:pt x="173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5" name="Google Shape;21585;p66"/>
            <p:cNvSpPr/>
            <p:nvPr/>
          </p:nvSpPr>
          <p:spPr>
            <a:xfrm>
              <a:off x="3885250" y="28063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37" y="0"/>
                  </a:moveTo>
                  <a:cubicBezTo>
                    <a:pt x="104" y="0"/>
                    <a:pt x="87" y="17"/>
                    <a:pt x="50" y="33"/>
                  </a:cubicBezTo>
                  <a:cubicBezTo>
                    <a:pt x="34" y="50"/>
                    <a:pt x="17" y="87"/>
                    <a:pt x="1" y="120"/>
                  </a:cubicBezTo>
                  <a:cubicBezTo>
                    <a:pt x="1" y="153"/>
                    <a:pt x="1" y="190"/>
                    <a:pt x="17" y="206"/>
                  </a:cubicBezTo>
                  <a:cubicBezTo>
                    <a:pt x="34" y="239"/>
                    <a:pt x="50" y="256"/>
                    <a:pt x="87" y="256"/>
                  </a:cubicBezTo>
                  <a:cubicBezTo>
                    <a:pt x="94" y="258"/>
                    <a:pt x="100" y="259"/>
                    <a:pt x="107" y="259"/>
                  </a:cubicBezTo>
                  <a:cubicBezTo>
                    <a:pt x="154" y="259"/>
                    <a:pt x="209" y="214"/>
                    <a:pt x="223" y="153"/>
                  </a:cubicBezTo>
                  <a:cubicBezTo>
                    <a:pt x="223" y="120"/>
                    <a:pt x="223" y="87"/>
                    <a:pt x="207" y="50"/>
                  </a:cubicBezTo>
                  <a:lnTo>
                    <a:pt x="190" y="33"/>
                  </a:lnTo>
                  <a:cubicBezTo>
                    <a:pt x="170" y="17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6" name="Google Shape;21586;p66"/>
            <p:cNvSpPr/>
            <p:nvPr/>
          </p:nvSpPr>
          <p:spPr>
            <a:xfrm>
              <a:off x="3899775" y="2810075"/>
              <a:ext cx="6125" cy="6600"/>
            </a:xfrm>
            <a:custGeom>
              <a:avLst/>
              <a:gdLst/>
              <a:ahLst/>
              <a:cxnLst/>
              <a:rect l="l" t="t" r="r" b="b"/>
              <a:pathLst>
                <a:path w="245" h="264" extrusionOk="0">
                  <a:moveTo>
                    <a:pt x="121" y="1"/>
                  </a:moveTo>
                  <a:cubicBezTo>
                    <a:pt x="72" y="1"/>
                    <a:pt x="19" y="49"/>
                    <a:pt x="1" y="107"/>
                  </a:cubicBezTo>
                  <a:cubicBezTo>
                    <a:pt x="1" y="144"/>
                    <a:pt x="1" y="193"/>
                    <a:pt x="21" y="210"/>
                  </a:cubicBezTo>
                  <a:cubicBezTo>
                    <a:pt x="38" y="226"/>
                    <a:pt x="71" y="247"/>
                    <a:pt x="87" y="264"/>
                  </a:cubicBezTo>
                  <a:cubicBezTo>
                    <a:pt x="125" y="264"/>
                    <a:pt x="158" y="247"/>
                    <a:pt x="174" y="226"/>
                  </a:cubicBezTo>
                  <a:cubicBezTo>
                    <a:pt x="207" y="210"/>
                    <a:pt x="228" y="177"/>
                    <a:pt x="228" y="144"/>
                  </a:cubicBezTo>
                  <a:cubicBezTo>
                    <a:pt x="244" y="107"/>
                    <a:pt x="228" y="74"/>
                    <a:pt x="207" y="57"/>
                  </a:cubicBezTo>
                  <a:cubicBezTo>
                    <a:pt x="207" y="41"/>
                    <a:pt x="207" y="41"/>
                    <a:pt x="191" y="20"/>
                  </a:cubicBezTo>
                  <a:cubicBezTo>
                    <a:pt x="174" y="4"/>
                    <a:pt x="158" y="4"/>
                    <a:pt x="141" y="4"/>
                  </a:cubicBezTo>
                  <a:cubicBezTo>
                    <a:pt x="134" y="2"/>
                    <a:pt x="128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7" name="Google Shape;21587;p66"/>
            <p:cNvSpPr/>
            <p:nvPr/>
          </p:nvSpPr>
          <p:spPr>
            <a:xfrm>
              <a:off x="4158400" y="2824625"/>
              <a:ext cx="5575" cy="6250"/>
            </a:xfrm>
            <a:custGeom>
              <a:avLst/>
              <a:gdLst/>
              <a:ahLst/>
              <a:cxnLst/>
              <a:rect l="l" t="t" r="r" b="b"/>
              <a:pathLst>
                <a:path w="223" h="250" extrusionOk="0">
                  <a:moveTo>
                    <a:pt x="111" y="0"/>
                  </a:moveTo>
                  <a:cubicBezTo>
                    <a:pt x="92" y="0"/>
                    <a:pt x="76" y="12"/>
                    <a:pt x="50" y="24"/>
                  </a:cubicBezTo>
                  <a:cubicBezTo>
                    <a:pt x="33" y="40"/>
                    <a:pt x="17" y="77"/>
                    <a:pt x="0" y="110"/>
                  </a:cubicBezTo>
                  <a:cubicBezTo>
                    <a:pt x="0" y="143"/>
                    <a:pt x="0" y="180"/>
                    <a:pt x="17" y="197"/>
                  </a:cubicBezTo>
                  <a:cubicBezTo>
                    <a:pt x="33" y="230"/>
                    <a:pt x="50" y="246"/>
                    <a:pt x="87" y="246"/>
                  </a:cubicBezTo>
                  <a:cubicBezTo>
                    <a:pt x="93" y="249"/>
                    <a:pt x="100" y="250"/>
                    <a:pt x="107" y="250"/>
                  </a:cubicBezTo>
                  <a:cubicBezTo>
                    <a:pt x="154" y="250"/>
                    <a:pt x="209" y="204"/>
                    <a:pt x="223" y="143"/>
                  </a:cubicBezTo>
                  <a:cubicBezTo>
                    <a:pt x="223" y="110"/>
                    <a:pt x="223" y="77"/>
                    <a:pt x="206" y="57"/>
                  </a:cubicBezTo>
                  <a:cubicBezTo>
                    <a:pt x="206" y="40"/>
                    <a:pt x="206" y="40"/>
                    <a:pt x="190" y="24"/>
                  </a:cubicBezTo>
                  <a:cubicBezTo>
                    <a:pt x="169" y="7"/>
                    <a:pt x="153" y="7"/>
                    <a:pt x="136" y="7"/>
                  </a:cubicBezTo>
                  <a:cubicBezTo>
                    <a:pt x="127" y="2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8" name="Google Shape;21588;p66"/>
            <p:cNvSpPr/>
            <p:nvPr/>
          </p:nvSpPr>
          <p:spPr>
            <a:xfrm>
              <a:off x="4156225" y="27461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0"/>
                  </a:moveTo>
                  <a:cubicBezTo>
                    <a:pt x="87" y="21"/>
                    <a:pt x="50" y="38"/>
                    <a:pt x="34" y="54"/>
                  </a:cubicBezTo>
                  <a:cubicBezTo>
                    <a:pt x="17" y="71"/>
                    <a:pt x="17" y="104"/>
                    <a:pt x="1" y="141"/>
                  </a:cubicBezTo>
                  <a:cubicBezTo>
                    <a:pt x="1" y="174"/>
                    <a:pt x="17" y="207"/>
                    <a:pt x="34" y="227"/>
                  </a:cubicBezTo>
                  <a:cubicBezTo>
                    <a:pt x="56" y="248"/>
                    <a:pt x="80" y="257"/>
                    <a:pt x="104" y="257"/>
                  </a:cubicBezTo>
                  <a:cubicBezTo>
                    <a:pt x="140" y="257"/>
                    <a:pt x="175" y="238"/>
                    <a:pt x="207" y="207"/>
                  </a:cubicBezTo>
                  <a:cubicBezTo>
                    <a:pt x="240" y="157"/>
                    <a:pt x="240" y="71"/>
                    <a:pt x="207" y="38"/>
                  </a:cubicBezTo>
                  <a:cubicBezTo>
                    <a:pt x="174" y="0"/>
                    <a:pt x="137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9" name="Google Shape;21589;p66"/>
            <p:cNvSpPr/>
            <p:nvPr/>
          </p:nvSpPr>
          <p:spPr>
            <a:xfrm>
              <a:off x="4150675" y="27302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53" y="1"/>
                  </a:moveTo>
                  <a:cubicBezTo>
                    <a:pt x="87" y="1"/>
                    <a:pt x="33" y="54"/>
                    <a:pt x="17" y="120"/>
                  </a:cubicBezTo>
                  <a:cubicBezTo>
                    <a:pt x="0" y="157"/>
                    <a:pt x="0" y="190"/>
                    <a:pt x="17" y="207"/>
                  </a:cubicBezTo>
                  <a:cubicBezTo>
                    <a:pt x="33" y="244"/>
                    <a:pt x="66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9" y="263"/>
                    <a:pt x="223" y="215"/>
                    <a:pt x="223" y="157"/>
                  </a:cubicBezTo>
                  <a:cubicBezTo>
                    <a:pt x="239" y="120"/>
                    <a:pt x="239" y="87"/>
                    <a:pt x="223" y="54"/>
                  </a:cubicBezTo>
                  <a:cubicBezTo>
                    <a:pt x="206" y="54"/>
                    <a:pt x="206" y="38"/>
                    <a:pt x="206" y="38"/>
                  </a:cubicBezTo>
                  <a:cubicBezTo>
                    <a:pt x="190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0" name="Google Shape;21590;p66"/>
            <p:cNvSpPr/>
            <p:nvPr/>
          </p:nvSpPr>
          <p:spPr>
            <a:xfrm>
              <a:off x="4157975" y="27629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83" y="1"/>
                    <a:pt x="34" y="50"/>
                    <a:pt x="17" y="120"/>
                  </a:cubicBezTo>
                  <a:cubicBezTo>
                    <a:pt x="1" y="153"/>
                    <a:pt x="17" y="190"/>
                    <a:pt x="34" y="207"/>
                  </a:cubicBezTo>
                  <a:cubicBezTo>
                    <a:pt x="34" y="240"/>
                    <a:pt x="67" y="256"/>
                    <a:pt x="104" y="256"/>
                  </a:cubicBezTo>
                  <a:cubicBezTo>
                    <a:pt x="111" y="259"/>
                    <a:pt x="119" y="261"/>
                    <a:pt x="127" y="261"/>
                  </a:cubicBezTo>
                  <a:cubicBezTo>
                    <a:pt x="173" y="261"/>
                    <a:pt x="226" y="213"/>
                    <a:pt x="240" y="153"/>
                  </a:cubicBezTo>
                  <a:cubicBezTo>
                    <a:pt x="240" y="120"/>
                    <a:pt x="240" y="87"/>
                    <a:pt x="223" y="50"/>
                  </a:cubicBezTo>
                  <a:lnTo>
                    <a:pt x="207" y="33"/>
                  </a:lnTo>
                  <a:cubicBezTo>
                    <a:pt x="186" y="17"/>
                    <a:pt x="17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1" name="Google Shape;21591;p66"/>
            <p:cNvSpPr/>
            <p:nvPr/>
          </p:nvSpPr>
          <p:spPr>
            <a:xfrm>
              <a:off x="4163950" y="2730550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44" y="1"/>
                  </a:moveTo>
                  <a:cubicBezTo>
                    <a:pt x="114" y="1"/>
                    <a:pt x="80" y="14"/>
                    <a:pt x="50" y="43"/>
                  </a:cubicBezTo>
                  <a:cubicBezTo>
                    <a:pt x="1" y="109"/>
                    <a:pt x="17" y="179"/>
                    <a:pt x="50" y="233"/>
                  </a:cubicBezTo>
                  <a:cubicBezTo>
                    <a:pt x="71" y="249"/>
                    <a:pt x="87" y="249"/>
                    <a:pt x="104" y="249"/>
                  </a:cubicBezTo>
                  <a:cubicBezTo>
                    <a:pt x="113" y="254"/>
                    <a:pt x="123" y="256"/>
                    <a:pt x="133" y="256"/>
                  </a:cubicBezTo>
                  <a:cubicBezTo>
                    <a:pt x="163" y="256"/>
                    <a:pt x="195" y="240"/>
                    <a:pt x="207" y="212"/>
                  </a:cubicBezTo>
                  <a:cubicBezTo>
                    <a:pt x="240" y="163"/>
                    <a:pt x="256" y="109"/>
                    <a:pt x="240" y="76"/>
                  </a:cubicBezTo>
                  <a:cubicBezTo>
                    <a:pt x="240" y="60"/>
                    <a:pt x="224" y="43"/>
                    <a:pt x="207" y="27"/>
                  </a:cubicBezTo>
                  <a:cubicBezTo>
                    <a:pt x="192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2" name="Google Shape;21592;p66"/>
            <p:cNvSpPr/>
            <p:nvPr/>
          </p:nvSpPr>
          <p:spPr>
            <a:xfrm>
              <a:off x="4190975" y="27203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124" y="1"/>
                    <a:pt x="87" y="1"/>
                    <a:pt x="54" y="21"/>
                  </a:cubicBezTo>
                  <a:cubicBezTo>
                    <a:pt x="37" y="38"/>
                    <a:pt x="21" y="71"/>
                    <a:pt x="0" y="104"/>
                  </a:cubicBezTo>
                  <a:cubicBezTo>
                    <a:pt x="0" y="141"/>
                    <a:pt x="0" y="174"/>
                    <a:pt x="21" y="207"/>
                  </a:cubicBezTo>
                  <a:cubicBezTo>
                    <a:pt x="37" y="228"/>
                    <a:pt x="54" y="244"/>
                    <a:pt x="87" y="260"/>
                  </a:cubicBezTo>
                  <a:cubicBezTo>
                    <a:pt x="157" y="260"/>
                    <a:pt x="206" y="207"/>
                    <a:pt x="227" y="141"/>
                  </a:cubicBezTo>
                  <a:cubicBezTo>
                    <a:pt x="243" y="104"/>
                    <a:pt x="227" y="71"/>
                    <a:pt x="206" y="54"/>
                  </a:cubicBezTo>
                  <a:cubicBezTo>
                    <a:pt x="206" y="38"/>
                    <a:pt x="206" y="38"/>
                    <a:pt x="190" y="21"/>
                  </a:cubicBezTo>
                  <a:cubicBezTo>
                    <a:pt x="190" y="21"/>
                    <a:pt x="173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3" name="Google Shape;21593;p66"/>
            <p:cNvSpPr/>
            <p:nvPr/>
          </p:nvSpPr>
          <p:spPr>
            <a:xfrm>
              <a:off x="4162200" y="27157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0"/>
                  </a:moveTo>
                  <a:cubicBezTo>
                    <a:pt x="120" y="0"/>
                    <a:pt x="87" y="17"/>
                    <a:pt x="54" y="33"/>
                  </a:cubicBezTo>
                  <a:cubicBezTo>
                    <a:pt x="38" y="50"/>
                    <a:pt x="17" y="83"/>
                    <a:pt x="1" y="120"/>
                  </a:cubicBezTo>
                  <a:cubicBezTo>
                    <a:pt x="1" y="153"/>
                    <a:pt x="1" y="186"/>
                    <a:pt x="17" y="206"/>
                  </a:cubicBezTo>
                  <a:cubicBezTo>
                    <a:pt x="38" y="239"/>
                    <a:pt x="54" y="256"/>
                    <a:pt x="87" y="256"/>
                  </a:cubicBezTo>
                  <a:cubicBezTo>
                    <a:pt x="97" y="258"/>
                    <a:pt x="105" y="259"/>
                    <a:pt x="114" y="259"/>
                  </a:cubicBezTo>
                  <a:cubicBezTo>
                    <a:pt x="170" y="259"/>
                    <a:pt x="209" y="214"/>
                    <a:pt x="223" y="153"/>
                  </a:cubicBezTo>
                  <a:cubicBezTo>
                    <a:pt x="223" y="120"/>
                    <a:pt x="223" y="83"/>
                    <a:pt x="207" y="50"/>
                  </a:cubicBezTo>
                  <a:cubicBezTo>
                    <a:pt x="207" y="50"/>
                    <a:pt x="207" y="33"/>
                    <a:pt x="190" y="33"/>
                  </a:cubicBezTo>
                  <a:cubicBezTo>
                    <a:pt x="174" y="17"/>
                    <a:pt x="157" y="17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4" name="Google Shape;21594;p66"/>
            <p:cNvSpPr/>
            <p:nvPr/>
          </p:nvSpPr>
          <p:spPr>
            <a:xfrm>
              <a:off x="4148075" y="2839425"/>
              <a:ext cx="5600" cy="6075"/>
            </a:xfrm>
            <a:custGeom>
              <a:avLst/>
              <a:gdLst/>
              <a:ahLst/>
              <a:cxnLst/>
              <a:rect l="l" t="t" r="r" b="b"/>
              <a:pathLst>
                <a:path w="224" h="243" extrusionOk="0">
                  <a:moveTo>
                    <a:pt x="121" y="1"/>
                  </a:moveTo>
                  <a:cubicBezTo>
                    <a:pt x="67" y="1"/>
                    <a:pt x="17" y="34"/>
                    <a:pt x="1" y="104"/>
                  </a:cubicBezTo>
                  <a:cubicBezTo>
                    <a:pt x="1" y="137"/>
                    <a:pt x="1" y="170"/>
                    <a:pt x="17" y="186"/>
                  </a:cubicBezTo>
                  <a:cubicBezTo>
                    <a:pt x="34" y="223"/>
                    <a:pt x="50" y="240"/>
                    <a:pt x="88" y="240"/>
                  </a:cubicBezTo>
                  <a:cubicBezTo>
                    <a:pt x="94" y="242"/>
                    <a:pt x="101" y="243"/>
                    <a:pt x="108" y="243"/>
                  </a:cubicBezTo>
                  <a:cubicBezTo>
                    <a:pt x="154" y="243"/>
                    <a:pt x="209" y="198"/>
                    <a:pt x="224" y="137"/>
                  </a:cubicBezTo>
                  <a:lnTo>
                    <a:pt x="224" y="104"/>
                  </a:lnTo>
                  <a:cubicBezTo>
                    <a:pt x="224" y="67"/>
                    <a:pt x="207" y="34"/>
                    <a:pt x="191" y="17"/>
                  </a:cubicBezTo>
                  <a:cubicBezTo>
                    <a:pt x="170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5" name="Google Shape;21595;p66"/>
            <p:cNvSpPr/>
            <p:nvPr/>
          </p:nvSpPr>
          <p:spPr>
            <a:xfrm>
              <a:off x="4140775" y="28047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9" y="0"/>
                  </a:moveTo>
                  <a:cubicBezTo>
                    <a:pt x="124" y="0"/>
                    <a:pt x="112" y="4"/>
                    <a:pt x="103" y="13"/>
                  </a:cubicBezTo>
                  <a:cubicBezTo>
                    <a:pt x="33" y="50"/>
                    <a:pt x="0" y="116"/>
                    <a:pt x="17" y="186"/>
                  </a:cubicBezTo>
                  <a:cubicBezTo>
                    <a:pt x="33" y="219"/>
                    <a:pt x="50" y="235"/>
                    <a:pt x="70" y="256"/>
                  </a:cubicBezTo>
                  <a:cubicBezTo>
                    <a:pt x="87" y="264"/>
                    <a:pt x="99" y="268"/>
                    <a:pt x="112" y="268"/>
                  </a:cubicBezTo>
                  <a:cubicBezTo>
                    <a:pt x="124" y="268"/>
                    <a:pt x="136" y="264"/>
                    <a:pt x="153" y="256"/>
                  </a:cubicBezTo>
                  <a:cubicBezTo>
                    <a:pt x="190" y="235"/>
                    <a:pt x="206" y="219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6"/>
                    <a:pt x="223" y="50"/>
                    <a:pt x="206" y="29"/>
                  </a:cubicBezTo>
                  <a:lnTo>
                    <a:pt x="190" y="13"/>
                  </a:lnTo>
                  <a:cubicBezTo>
                    <a:pt x="171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6" name="Google Shape;21596;p66"/>
            <p:cNvSpPr/>
            <p:nvPr/>
          </p:nvSpPr>
          <p:spPr>
            <a:xfrm>
              <a:off x="4143350" y="271532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3" y="1"/>
                  </a:moveTo>
                  <a:cubicBezTo>
                    <a:pt x="99" y="1"/>
                    <a:pt x="64" y="19"/>
                    <a:pt x="33" y="50"/>
                  </a:cubicBezTo>
                  <a:cubicBezTo>
                    <a:pt x="0" y="100"/>
                    <a:pt x="0" y="186"/>
                    <a:pt x="50" y="223"/>
                  </a:cubicBezTo>
                  <a:cubicBezTo>
                    <a:pt x="65" y="244"/>
                    <a:pt x="85" y="253"/>
                    <a:pt x="107" y="253"/>
                  </a:cubicBezTo>
                  <a:cubicBezTo>
                    <a:pt x="139" y="253"/>
                    <a:pt x="175" y="234"/>
                    <a:pt x="206" y="203"/>
                  </a:cubicBezTo>
                  <a:cubicBezTo>
                    <a:pt x="239" y="153"/>
                    <a:pt x="239" y="67"/>
                    <a:pt x="206" y="34"/>
                  </a:cubicBezTo>
                  <a:cubicBezTo>
                    <a:pt x="184" y="11"/>
                    <a:pt x="159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7" name="Google Shape;21597;p66"/>
            <p:cNvSpPr/>
            <p:nvPr/>
          </p:nvSpPr>
          <p:spPr>
            <a:xfrm>
              <a:off x="4140775" y="2695950"/>
              <a:ext cx="6400" cy="6325"/>
            </a:xfrm>
            <a:custGeom>
              <a:avLst/>
              <a:gdLst/>
              <a:ahLst/>
              <a:cxnLst/>
              <a:rect l="l" t="t" r="r" b="b"/>
              <a:pathLst>
                <a:path w="256" h="253" extrusionOk="0">
                  <a:moveTo>
                    <a:pt x="103" y="1"/>
                  </a:moveTo>
                  <a:cubicBezTo>
                    <a:pt x="33" y="34"/>
                    <a:pt x="0" y="104"/>
                    <a:pt x="17" y="174"/>
                  </a:cubicBezTo>
                  <a:cubicBezTo>
                    <a:pt x="33" y="207"/>
                    <a:pt x="50" y="223"/>
                    <a:pt x="70" y="240"/>
                  </a:cubicBezTo>
                  <a:cubicBezTo>
                    <a:pt x="87" y="248"/>
                    <a:pt x="103" y="252"/>
                    <a:pt x="118" y="252"/>
                  </a:cubicBezTo>
                  <a:cubicBezTo>
                    <a:pt x="132" y="252"/>
                    <a:pt x="145" y="248"/>
                    <a:pt x="153" y="240"/>
                  </a:cubicBezTo>
                  <a:cubicBezTo>
                    <a:pt x="223" y="223"/>
                    <a:pt x="256" y="137"/>
                    <a:pt x="239" y="87"/>
                  </a:cubicBezTo>
                  <a:cubicBezTo>
                    <a:pt x="239" y="50"/>
                    <a:pt x="223" y="34"/>
                    <a:pt x="206" y="17"/>
                  </a:cubicBezTo>
                  <a:cubicBezTo>
                    <a:pt x="206" y="17"/>
                    <a:pt x="190" y="17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8" name="Google Shape;21598;p66"/>
            <p:cNvSpPr/>
            <p:nvPr/>
          </p:nvSpPr>
          <p:spPr>
            <a:xfrm>
              <a:off x="4139025" y="2741000"/>
              <a:ext cx="6500" cy="6425"/>
            </a:xfrm>
            <a:custGeom>
              <a:avLst/>
              <a:gdLst/>
              <a:ahLst/>
              <a:cxnLst/>
              <a:rect l="l" t="t" r="r" b="b"/>
              <a:pathLst>
                <a:path w="260" h="257" extrusionOk="0">
                  <a:moveTo>
                    <a:pt x="103" y="0"/>
                  </a:moveTo>
                  <a:cubicBezTo>
                    <a:pt x="37" y="37"/>
                    <a:pt x="0" y="103"/>
                    <a:pt x="17" y="173"/>
                  </a:cubicBezTo>
                  <a:cubicBezTo>
                    <a:pt x="32" y="225"/>
                    <a:pt x="71" y="256"/>
                    <a:pt x="113" y="256"/>
                  </a:cubicBezTo>
                  <a:cubicBezTo>
                    <a:pt x="127" y="256"/>
                    <a:pt x="143" y="252"/>
                    <a:pt x="157" y="244"/>
                  </a:cubicBezTo>
                  <a:cubicBezTo>
                    <a:pt x="223" y="227"/>
                    <a:pt x="260" y="141"/>
                    <a:pt x="243" y="70"/>
                  </a:cubicBezTo>
                  <a:cubicBezTo>
                    <a:pt x="223" y="54"/>
                    <a:pt x="223" y="37"/>
                    <a:pt x="206" y="21"/>
                  </a:cubicBezTo>
                  <a:cubicBezTo>
                    <a:pt x="206" y="21"/>
                    <a:pt x="190" y="21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9" name="Google Shape;21599;p66"/>
            <p:cNvSpPr/>
            <p:nvPr/>
          </p:nvSpPr>
          <p:spPr>
            <a:xfrm>
              <a:off x="4144575" y="2776350"/>
              <a:ext cx="6125" cy="6725"/>
            </a:xfrm>
            <a:custGeom>
              <a:avLst/>
              <a:gdLst/>
              <a:ahLst/>
              <a:cxnLst/>
              <a:rect l="l" t="t" r="r" b="b"/>
              <a:pathLst>
                <a:path w="245" h="269" extrusionOk="0">
                  <a:moveTo>
                    <a:pt x="138" y="0"/>
                  </a:moveTo>
                  <a:cubicBezTo>
                    <a:pt x="123" y="0"/>
                    <a:pt x="106" y="5"/>
                    <a:pt x="87" y="13"/>
                  </a:cubicBezTo>
                  <a:cubicBezTo>
                    <a:pt x="71" y="29"/>
                    <a:pt x="38" y="50"/>
                    <a:pt x="21" y="83"/>
                  </a:cubicBezTo>
                  <a:cubicBezTo>
                    <a:pt x="1" y="116"/>
                    <a:pt x="1" y="153"/>
                    <a:pt x="21" y="186"/>
                  </a:cubicBezTo>
                  <a:cubicBezTo>
                    <a:pt x="21" y="219"/>
                    <a:pt x="38" y="235"/>
                    <a:pt x="71" y="256"/>
                  </a:cubicBezTo>
                  <a:cubicBezTo>
                    <a:pt x="79" y="264"/>
                    <a:pt x="93" y="268"/>
                    <a:pt x="108" y="268"/>
                  </a:cubicBezTo>
                  <a:cubicBezTo>
                    <a:pt x="123" y="268"/>
                    <a:pt x="141" y="264"/>
                    <a:pt x="157" y="256"/>
                  </a:cubicBezTo>
                  <a:cubicBezTo>
                    <a:pt x="207" y="235"/>
                    <a:pt x="244" y="153"/>
                    <a:pt x="228" y="83"/>
                  </a:cubicBezTo>
                  <a:cubicBezTo>
                    <a:pt x="228" y="66"/>
                    <a:pt x="228" y="50"/>
                    <a:pt x="207" y="29"/>
                  </a:cubicBezTo>
                  <a:cubicBezTo>
                    <a:pt x="190" y="29"/>
                    <a:pt x="190" y="29"/>
                    <a:pt x="174" y="13"/>
                  </a:cubicBezTo>
                  <a:cubicBezTo>
                    <a:pt x="166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0" name="Google Shape;21600;p66"/>
            <p:cNvSpPr/>
            <p:nvPr/>
          </p:nvSpPr>
          <p:spPr>
            <a:xfrm>
              <a:off x="4143750" y="2759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7" y="1"/>
                  </a:moveTo>
                  <a:cubicBezTo>
                    <a:pt x="87" y="1"/>
                    <a:pt x="34" y="38"/>
                    <a:pt x="17" y="104"/>
                  </a:cubicBezTo>
                  <a:cubicBezTo>
                    <a:pt x="1" y="158"/>
                    <a:pt x="17" y="190"/>
                    <a:pt x="34" y="228"/>
                  </a:cubicBezTo>
                  <a:cubicBezTo>
                    <a:pt x="54" y="244"/>
                    <a:pt x="71" y="261"/>
                    <a:pt x="87" y="261"/>
                  </a:cubicBezTo>
                  <a:cubicBezTo>
                    <a:pt x="120" y="261"/>
                    <a:pt x="157" y="261"/>
                    <a:pt x="174" y="244"/>
                  </a:cubicBezTo>
                  <a:cubicBezTo>
                    <a:pt x="207" y="207"/>
                    <a:pt x="223" y="190"/>
                    <a:pt x="223" y="158"/>
                  </a:cubicBezTo>
                  <a:cubicBezTo>
                    <a:pt x="240" y="125"/>
                    <a:pt x="240" y="87"/>
                    <a:pt x="223" y="54"/>
                  </a:cubicBezTo>
                  <a:cubicBezTo>
                    <a:pt x="207" y="54"/>
                    <a:pt x="207" y="38"/>
                    <a:pt x="207" y="38"/>
                  </a:cubicBezTo>
                  <a:lnTo>
                    <a:pt x="190" y="21"/>
                  </a:lnTo>
                  <a:cubicBezTo>
                    <a:pt x="174" y="21"/>
                    <a:pt x="15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1" name="Google Shape;21601;p66"/>
            <p:cNvSpPr/>
            <p:nvPr/>
          </p:nvSpPr>
          <p:spPr>
            <a:xfrm>
              <a:off x="4163950" y="2839950"/>
              <a:ext cx="6025" cy="6300"/>
            </a:xfrm>
            <a:custGeom>
              <a:avLst/>
              <a:gdLst/>
              <a:ahLst/>
              <a:cxnLst/>
              <a:rect l="l" t="t" r="r" b="b"/>
              <a:pathLst>
                <a:path w="241" h="252" extrusionOk="0">
                  <a:moveTo>
                    <a:pt x="140" y="0"/>
                  </a:moveTo>
                  <a:cubicBezTo>
                    <a:pt x="125" y="0"/>
                    <a:pt x="112" y="4"/>
                    <a:pt x="104" y="13"/>
                  </a:cubicBezTo>
                  <a:cubicBezTo>
                    <a:pt x="34" y="29"/>
                    <a:pt x="1" y="116"/>
                    <a:pt x="17" y="165"/>
                  </a:cubicBezTo>
                  <a:cubicBezTo>
                    <a:pt x="17" y="202"/>
                    <a:pt x="50" y="235"/>
                    <a:pt x="71" y="235"/>
                  </a:cubicBezTo>
                  <a:cubicBezTo>
                    <a:pt x="104" y="252"/>
                    <a:pt x="120" y="252"/>
                    <a:pt x="153" y="252"/>
                  </a:cubicBezTo>
                  <a:cubicBezTo>
                    <a:pt x="191" y="235"/>
                    <a:pt x="207" y="202"/>
                    <a:pt x="224" y="186"/>
                  </a:cubicBezTo>
                  <a:cubicBezTo>
                    <a:pt x="240" y="149"/>
                    <a:pt x="240" y="116"/>
                    <a:pt x="240" y="83"/>
                  </a:cubicBezTo>
                  <a:cubicBezTo>
                    <a:pt x="224" y="62"/>
                    <a:pt x="224" y="46"/>
                    <a:pt x="207" y="29"/>
                  </a:cubicBezTo>
                  <a:cubicBezTo>
                    <a:pt x="207" y="13"/>
                    <a:pt x="191" y="13"/>
                    <a:pt x="191" y="13"/>
                  </a:cubicBezTo>
                  <a:cubicBezTo>
                    <a:pt x="172" y="4"/>
                    <a:pt x="154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2" name="Google Shape;21602;p66"/>
            <p:cNvSpPr/>
            <p:nvPr/>
          </p:nvSpPr>
          <p:spPr>
            <a:xfrm>
              <a:off x="4143350" y="28212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5" y="1"/>
                  </a:moveTo>
                  <a:cubicBezTo>
                    <a:pt x="72" y="1"/>
                    <a:pt x="31" y="48"/>
                    <a:pt x="17" y="108"/>
                  </a:cubicBezTo>
                  <a:cubicBezTo>
                    <a:pt x="0" y="141"/>
                    <a:pt x="17" y="174"/>
                    <a:pt x="33" y="211"/>
                  </a:cubicBezTo>
                  <a:cubicBezTo>
                    <a:pt x="50" y="228"/>
                    <a:pt x="70" y="244"/>
                    <a:pt x="103" y="261"/>
                  </a:cubicBezTo>
                  <a:cubicBezTo>
                    <a:pt x="153" y="261"/>
                    <a:pt x="223" y="211"/>
                    <a:pt x="239" y="141"/>
                  </a:cubicBezTo>
                  <a:cubicBezTo>
                    <a:pt x="239" y="108"/>
                    <a:pt x="239" y="71"/>
                    <a:pt x="223" y="55"/>
                  </a:cubicBezTo>
                  <a:cubicBezTo>
                    <a:pt x="223" y="38"/>
                    <a:pt x="206" y="38"/>
                    <a:pt x="206" y="22"/>
                  </a:cubicBezTo>
                  <a:cubicBezTo>
                    <a:pt x="190" y="5"/>
                    <a:pt x="173" y="5"/>
                    <a:pt x="153" y="5"/>
                  </a:cubicBezTo>
                  <a:cubicBezTo>
                    <a:pt x="143" y="2"/>
                    <a:pt x="134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3" name="Google Shape;21603;p66"/>
            <p:cNvSpPr/>
            <p:nvPr/>
          </p:nvSpPr>
          <p:spPr>
            <a:xfrm>
              <a:off x="4186750" y="2765850"/>
              <a:ext cx="5575" cy="6200"/>
            </a:xfrm>
            <a:custGeom>
              <a:avLst/>
              <a:gdLst/>
              <a:ahLst/>
              <a:cxnLst/>
              <a:rect l="l" t="t" r="r" b="b"/>
              <a:pathLst>
                <a:path w="223" h="248" extrusionOk="0">
                  <a:moveTo>
                    <a:pt x="110" y="1"/>
                  </a:moveTo>
                  <a:cubicBezTo>
                    <a:pt x="54" y="1"/>
                    <a:pt x="14" y="46"/>
                    <a:pt x="0" y="107"/>
                  </a:cubicBezTo>
                  <a:cubicBezTo>
                    <a:pt x="0" y="140"/>
                    <a:pt x="0" y="177"/>
                    <a:pt x="17" y="194"/>
                  </a:cubicBezTo>
                  <a:cubicBezTo>
                    <a:pt x="33" y="227"/>
                    <a:pt x="50" y="243"/>
                    <a:pt x="87" y="243"/>
                  </a:cubicBezTo>
                  <a:cubicBezTo>
                    <a:pt x="94" y="246"/>
                    <a:pt x="102" y="248"/>
                    <a:pt x="110" y="248"/>
                  </a:cubicBezTo>
                  <a:cubicBezTo>
                    <a:pt x="156" y="248"/>
                    <a:pt x="209" y="200"/>
                    <a:pt x="223" y="140"/>
                  </a:cubicBezTo>
                  <a:cubicBezTo>
                    <a:pt x="223" y="107"/>
                    <a:pt x="223" y="74"/>
                    <a:pt x="206" y="58"/>
                  </a:cubicBezTo>
                  <a:cubicBezTo>
                    <a:pt x="206" y="37"/>
                    <a:pt x="190" y="37"/>
                    <a:pt x="190" y="21"/>
                  </a:cubicBezTo>
                  <a:cubicBezTo>
                    <a:pt x="169" y="4"/>
                    <a:pt x="153" y="4"/>
                    <a:pt x="136" y="4"/>
                  </a:cubicBezTo>
                  <a:cubicBezTo>
                    <a:pt x="127" y="2"/>
                    <a:pt x="118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4" name="Google Shape;21604;p66"/>
            <p:cNvSpPr/>
            <p:nvPr/>
          </p:nvSpPr>
          <p:spPr>
            <a:xfrm>
              <a:off x="4178600" y="2733400"/>
              <a:ext cx="6400" cy="6375"/>
            </a:xfrm>
            <a:custGeom>
              <a:avLst/>
              <a:gdLst/>
              <a:ahLst/>
              <a:cxnLst/>
              <a:rect l="l" t="t" r="r" b="b"/>
              <a:pathLst>
                <a:path w="256" h="255" extrusionOk="0">
                  <a:moveTo>
                    <a:pt x="145" y="0"/>
                  </a:moveTo>
                  <a:cubicBezTo>
                    <a:pt x="132" y="0"/>
                    <a:pt x="120" y="5"/>
                    <a:pt x="103" y="16"/>
                  </a:cubicBezTo>
                  <a:cubicBezTo>
                    <a:pt x="33" y="32"/>
                    <a:pt x="0" y="119"/>
                    <a:pt x="17" y="185"/>
                  </a:cubicBezTo>
                  <a:cubicBezTo>
                    <a:pt x="33" y="201"/>
                    <a:pt x="50" y="238"/>
                    <a:pt x="66" y="255"/>
                  </a:cubicBezTo>
                  <a:lnTo>
                    <a:pt x="153" y="255"/>
                  </a:lnTo>
                  <a:cubicBezTo>
                    <a:pt x="186" y="238"/>
                    <a:pt x="223" y="222"/>
                    <a:pt x="223" y="185"/>
                  </a:cubicBezTo>
                  <a:cubicBezTo>
                    <a:pt x="239" y="152"/>
                    <a:pt x="256" y="119"/>
                    <a:pt x="239" y="82"/>
                  </a:cubicBezTo>
                  <a:cubicBezTo>
                    <a:pt x="239" y="65"/>
                    <a:pt x="223" y="49"/>
                    <a:pt x="206" y="32"/>
                  </a:cubicBezTo>
                  <a:lnTo>
                    <a:pt x="186" y="16"/>
                  </a:lnTo>
                  <a:cubicBezTo>
                    <a:pt x="169" y="5"/>
                    <a:pt x="157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5" name="Google Shape;21605;p66"/>
            <p:cNvSpPr/>
            <p:nvPr/>
          </p:nvSpPr>
          <p:spPr>
            <a:xfrm>
              <a:off x="4184575" y="27047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0" y="1"/>
                  </a:moveTo>
                  <a:cubicBezTo>
                    <a:pt x="99" y="1"/>
                    <a:pt x="70" y="14"/>
                    <a:pt x="50" y="43"/>
                  </a:cubicBezTo>
                  <a:cubicBezTo>
                    <a:pt x="0" y="109"/>
                    <a:pt x="0" y="179"/>
                    <a:pt x="50" y="233"/>
                  </a:cubicBezTo>
                  <a:cubicBezTo>
                    <a:pt x="50" y="233"/>
                    <a:pt x="71" y="250"/>
                    <a:pt x="87" y="250"/>
                  </a:cubicBezTo>
                  <a:cubicBezTo>
                    <a:pt x="100" y="254"/>
                    <a:pt x="112" y="256"/>
                    <a:pt x="124" y="256"/>
                  </a:cubicBezTo>
                  <a:cubicBezTo>
                    <a:pt x="156" y="256"/>
                    <a:pt x="182" y="240"/>
                    <a:pt x="207" y="212"/>
                  </a:cubicBezTo>
                  <a:cubicBezTo>
                    <a:pt x="240" y="163"/>
                    <a:pt x="240" y="109"/>
                    <a:pt x="240" y="76"/>
                  </a:cubicBezTo>
                  <a:cubicBezTo>
                    <a:pt x="223" y="60"/>
                    <a:pt x="223" y="43"/>
                    <a:pt x="207" y="27"/>
                  </a:cubicBezTo>
                  <a:cubicBezTo>
                    <a:pt x="182" y="10"/>
                    <a:pt x="155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6" name="Google Shape;21606;p66"/>
            <p:cNvSpPr/>
            <p:nvPr/>
          </p:nvSpPr>
          <p:spPr>
            <a:xfrm>
              <a:off x="4173850" y="27788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53" y="0"/>
                  </a:moveTo>
                  <a:cubicBezTo>
                    <a:pt x="87" y="0"/>
                    <a:pt x="17" y="54"/>
                    <a:pt x="17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34" y="240"/>
                    <a:pt x="67" y="260"/>
                    <a:pt x="87" y="260"/>
                  </a:cubicBezTo>
                  <a:cubicBezTo>
                    <a:pt x="95" y="262"/>
                    <a:pt x="103" y="263"/>
                    <a:pt x="111" y="263"/>
                  </a:cubicBezTo>
                  <a:cubicBezTo>
                    <a:pt x="166" y="263"/>
                    <a:pt x="209" y="215"/>
                    <a:pt x="223" y="157"/>
                  </a:cubicBezTo>
                  <a:cubicBezTo>
                    <a:pt x="240" y="120"/>
                    <a:pt x="223" y="87"/>
                    <a:pt x="223" y="54"/>
                  </a:cubicBezTo>
                  <a:cubicBezTo>
                    <a:pt x="207" y="54"/>
                    <a:pt x="207" y="33"/>
                    <a:pt x="207" y="33"/>
                  </a:cubicBezTo>
                  <a:cubicBezTo>
                    <a:pt x="19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7" name="Google Shape;21607;p66"/>
            <p:cNvSpPr/>
            <p:nvPr/>
          </p:nvSpPr>
          <p:spPr>
            <a:xfrm>
              <a:off x="4171700" y="2762375"/>
              <a:ext cx="6400" cy="6500"/>
            </a:xfrm>
            <a:custGeom>
              <a:avLst/>
              <a:gdLst/>
              <a:ahLst/>
              <a:cxnLst/>
              <a:rect l="l" t="t" r="r" b="b"/>
              <a:pathLst>
                <a:path w="256" h="260" extrusionOk="0">
                  <a:moveTo>
                    <a:pt x="130" y="1"/>
                  </a:moveTo>
                  <a:cubicBezTo>
                    <a:pt x="99" y="1"/>
                    <a:pt x="70" y="13"/>
                    <a:pt x="50" y="40"/>
                  </a:cubicBezTo>
                  <a:cubicBezTo>
                    <a:pt x="0" y="110"/>
                    <a:pt x="0" y="176"/>
                    <a:pt x="50" y="230"/>
                  </a:cubicBezTo>
                  <a:cubicBezTo>
                    <a:pt x="65" y="250"/>
                    <a:pt x="89" y="260"/>
                    <a:pt x="115" y="260"/>
                  </a:cubicBezTo>
                  <a:cubicBezTo>
                    <a:pt x="150" y="260"/>
                    <a:pt x="187" y="242"/>
                    <a:pt x="206" y="213"/>
                  </a:cubicBezTo>
                  <a:cubicBezTo>
                    <a:pt x="256" y="160"/>
                    <a:pt x="256" y="73"/>
                    <a:pt x="206" y="24"/>
                  </a:cubicBezTo>
                  <a:cubicBezTo>
                    <a:pt x="182" y="9"/>
                    <a:pt x="156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8" name="Google Shape;21608;p66"/>
            <p:cNvSpPr/>
            <p:nvPr/>
          </p:nvSpPr>
          <p:spPr>
            <a:xfrm>
              <a:off x="4167775" y="2793975"/>
              <a:ext cx="6525" cy="6300"/>
            </a:xfrm>
            <a:custGeom>
              <a:avLst/>
              <a:gdLst/>
              <a:ahLst/>
              <a:cxnLst/>
              <a:rect l="l" t="t" r="r" b="b"/>
              <a:pathLst>
                <a:path w="261" h="252" extrusionOk="0">
                  <a:moveTo>
                    <a:pt x="142" y="0"/>
                  </a:moveTo>
                  <a:cubicBezTo>
                    <a:pt x="127" y="0"/>
                    <a:pt x="114" y="5"/>
                    <a:pt x="103" y="13"/>
                  </a:cubicBezTo>
                  <a:cubicBezTo>
                    <a:pt x="38" y="29"/>
                    <a:pt x="0" y="116"/>
                    <a:pt x="21" y="186"/>
                  </a:cubicBezTo>
                  <a:cubicBezTo>
                    <a:pt x="21" y="203"/>
                    <a:pt x="54" y="236"/>
                    <a:pt x="71" y="252"/>
                  </a:cubicBezTo>
                  <a:lnTo>
                    <a:pt x="157" y="252"/>
                  </a:lnTo>
                  <a:cubicBezTo>
                    <a:pt x="227" y="219"/>
                    <a:pt x="260" y="149"/>
                    <a:pt x="244" y="83"/>
                  </a:cubicBezTo>
                  <a:cubicBezTo>
                    <a:pt x="227" y="66"/>
                    <a:pt x="227" y="46"/>
                    <a:pt x="207" y="29"/>
                  </a:cubicBezTo>
                  <a:lnTo>
                    <a:pt x="190" y="13"/>
                  </a:lnTo>
                  <a:cubicBezTo>
                    <a:pt x="174" y="5"/>
                    <a:pt x="157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9" name="Google Shape;21609;p66"/>
            <p:cNvSpPr/>
            <p:nvPr/>
          </p:nvSpPr>
          <p:spPr>
            <a:xfrm>
              <a:off x="4184150" y="2750150"/>
              <a:ext cx="6025" cy="6525"/>
            </a:xfrm>
            <a:custGeom>
              <a:avLst/>
              <a:gdLst/>
              <a:ahLst/>
              <a:cxnLst/>
              <a:rect l="l" t="t" r="r" b="b"/>
              <a:pathLst>
                <a:path w="241" h="261" extrusionOk="0">
                  <a:moveTo>
                    <a:pt x="135" y="0"/>
                  </a:moveTo>
                  <a:cubicBezTo>
                    <a:pt x="100" y="0"/>
                    <a:pt x="65" y="18"/>
                    <a:pt x="34" y="47"/>
                  </a:cubicBezTo>
                  <a:cubicBezTo>
                    <a:pt x="1" y="100"/>
                    <a:pt x="1" y="187"/>
                    <a:pt x="50" y="236"/>
                  </a:cubicBezTo>
                  <a:cubicBezTo>
                    <a:pt x="66" y="252"/>
                    <a:pt x="87" y="261"/>
                    <a:pt x="110" y="261"/>
                  </a:cubicBezTo>
                  <a:cubicBezTo>
                    <a:pt x="141" y="261"/>
                    <a:pt x="176" y="244"/>
                    <a:pt x="207" y="203"/>
                  </a:cubicBezTo>
                  <a:cubicBezTo>
                    <a:pt x="240" y="150"/>
                    <a:pt x="240" y="84"/>
                    <a:pt x="207" y="30"/>
                  </a:cubicBezTo>
                  <a:cubicBezTo>
                    <a:pt x="185" y="9"/>
                    <a:pt x="160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0" name="Google Shape;21610;p66"/>
            <p:cNvSpPr/>
            <p:nvPr/>
          </p:nvSpPr>
          <p:spPr>
            <a:xfrm>
              <a:off x="4176850" y="2716650"/>
              <a:ext cx="6000" cy="6200"/>
            </a:xfrm>
            <a:custGeom>
              <a:avLst/>
              <a:gdLst/>
              <a:ahLst/>
              <a:cxnLst/>
              <a:rect l="l" t="t" r="r" b="b"/>
              <a:pathLst>
                <a:path w="240" h="248" extrusionOk="0">
                  <a:moveTo>
                    <a:pt x="134" y="0"/>
                  </a:moveTo>
                  <a:cubicBezTo>
                    <a:pt x="100" y="0"/>
                    <a:pt x="64" y="18"/>
                    <a:pt x="33" y="47"/>
                  </a:cubicBezTo>
                  <a:cubicBezTo>
                    <a:pt x="33" y="67"/>
                    <a:pt x="17" y="84"/>
                    <a:pt x="17" y="100"/>
                  </a:cubicBezTo>
                  <a:cubicBezTo>
                    <a:pt x="0" y="150"/>
                    <a:pt x="17" y="203"/>
                    <a:pt x="33" y="220"/>
                  </a:cubicBezTo>
                  <a:cubicBezTo>
                    <a:pt x="55" y="239"/>
                    <a:pt x="81" y="247"/>
                    <a:pt x="105" y="247"/>
                  </a:cubicBezTo>
                  <a:cubicBezTo>
                    <a:pt x="123" y="247"/>
                    <a:pt x="139" y="243"/>
                    <a:pt x="153" y="236"/>
                  </a:cubicBezTo>
                  <a:cubicBezTo>
                    <a:pt x="173" y="236"/>
                    <a:pt x="190" y="220"/>
                    <a:pt x="206" y="203"/>
                  </a:cubicBezTo>
                  <a:cubicBezTo>
                    <a:pt x="239" y="150"/>
                    <a:pt x="239" y="67"/>
                    <a:pt x="206" y="30"/>
                  </a:cubicBezTo>
                  <a:cubicBezTo>
                    <a:pt x="184" y="9"/>
                    <a:pt x="15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1" name="Google Shape;21611;p66"/>
            <p:cNvSpPr/>
            <p:nvPr/>
          </p:nvSpPr>
          <p:spPr>
            <a:xfrm>
              <a:off x="4187975" y="2781275"/>
              <a:ext cx="6525" cy="6550"/>
            </a:xfrm>
            <a:custGeom>
              <a:avLst/>
              <a:gdLst/>
              <a:ahLst/>
              <a:cxnLst/>
              <a:rect l="l" t="t" r="r" b="b"/>
              <a:pathLst>
                <a:path w="261" h="262" extrusionOk="0">
                  <a:moveTo>
                    <a:pt x="152" y="1"/>
                  </a:moveTo>
                  <a:cubicBezTo>
                    <a:pt x="120" y="1"/>
                    <a:pt x="83" y="18"/>
                    <a:pt x="54" y="59"/>
                  </a:cubicBezTo>
                  <a:cubicBezTo>
                    <a:pt x="1" y="109"/>
                    <a:pt x="1" y="179"/>
                    <a:pt x="54" y="228"/>
                  </a:cubicBezTo>
                  <a:cubicBezTo>
                    <a:pt x="75" y="251"/>
                    <a:pt x="100" y="261"/>
                    <a:pt x="124" y="261"/>
                  </a:cubicBezTo>
                  <a:cubicBezTo>
                    <a:pt x="156" y="261"/>
                    <a:pt x="188" y="242"/>
                    <a:pt x="207" y="212"/>
                  </a:cubicBezTo>
                  <a:cubicBezTo>
                    <a:pt x="260" y="162"/>
                    <a:pt x="260" y="76"/>
                    <a:pt x="207" y="22"/>
                  </a:cubicBezTo>
                  <a:cubicBezTo>
                    <a:pt x="193" y="9"/>
                    <a:pt x="17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2" name="Google Shape;21612;p66"/>
            <p:cNvSpPr/>
            <p:nvPr/>
          </p:nvSpPr>
          <p:spPr>
            <a:xfrm>
              <a:off x="4181175" y="27956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0"/>
                  </a:moveTo>
                  <a:cubicBezTo>
                    <a:pt x="83" y="0"/>
                    <a:pt x="33" y="50"/>
                    <a:pt x="17" y="120"/>
                  </a:cubicBezTo>
                  <a:cubicBezTo>
                    <a:pt x="0" y="153"/>
                    <a:pt x="17" y="186"/>
                    <a:pt x="17" y="207"/>
                  </a:cubicBezTo>
                  <a:cubicBezTo>
                    <a:pt x="33" y="240"/>
                    <a:pt x="66" y="256"/>
                    <a:pt x="83" y="256"/>
                  </a:cubicBezTo>
                  <a:cubicBezTo>
                    <a:pt x="92" y="258"/>
                    <a:pt x="101" y="259"/>
                    <a:pt x="110" y="259"/>
                  </a:cubicBezTo>
                  <a:cubicBezTo>
                    <a:pt x="170" y="259"/>
                    <a:pt x="225" y="214"/>
                    <a:pt x="240" y="153"/>
                  </a:cubicBezTo>
                  <a:cubicBezTo>
                    <a:pt x="240" y="120"/>
                    <a:pt x="240" y="83"/>
                    <a:pt x="223" y="50"/>
                  </a:cubicBezTo>
                  <a:lnTo>
                    <a:pt x="207" y="33"/>
                  </a:lnTo>
                  <a:cubicBezTo>
                    <a:pt x="186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3" name="Google Shape;21613;p66"/>
            <p:cNvSpPr/>
            <p:nvPr/>
          </p:nvSpPr>
          <p:spPr>
            <a:xfrm>
              <a:off x="4186325" y="28119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7" y="1"/>
                  </a:moveTo>
                  <a:cubicBezTo>
                    <a:pt x="120" y="1"/>
                    <a:pt x="83" y="1"/>
                    <a:pt x="50" y="34"/>
                  </a:cubicBezTo>
                  <a:cubicBezTo>
                    <a:pt x="34" y="50"/>
                    <a:pt x="17" y="71"/>
                    <a:pt x="1" y="104"/>
                  </a:cubicBezTo>
                  <a:cubicBezTo>
                    <a:pt x="1" y="137"/>
                    <a:pt x="1" y="174"/>
                    <a:pt x="17" y="207"/>
                  </a:cubicBezTo>
                  <a:cubicBezTo>
                    <a:pt x="34" y="240"/>
                    <a:pt x="50" y="257"/>
                    <a:pt x="83" y="257"/>
                  </a:cubicBezTo>
                  <a:cubicBezTo>
                    <a:pt x="153" y="257"/>
                    <a:pt x="207" y="224"/>
                    <a:pt x="223" y="153"/>
                  </a:cubicBezTo>
                  <a:cubicBezTo>
                    <a:pt x="240" y="120"/>
                    <a:pt x="223" y="87"/>
                    <a:pt x="207" y="50"/>
                  </a:cubicBezTo>
                  <a:cubicBezTo>
                    <a:pt x="207" y="50"/>
                    <a:pt x="207" y="34"/>
                    <a:pt x="186" y="34"/>
                  </a:cubicBezTo>
                  <a:cubicBezTo>
                    <a:pt x="186" y="17"/>
                    <a:pt x="170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4" name="Google Shape;21614;p66"/>
            <p:cNvSpPr/>
            <p:nvPr/>
          </p:nvSpPr>
          <p:spPr>
            <a:xfrm>
              <a:off x="4176850" y="284312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8" y="0"/>
                  </a:moveTo>
                  <a:cubicBezTo>
                    <a:pt x="104" y="0"/>
                    <a:pt x="72" y="17"/>
                    <a:pt x="50" y="59"/>
                  </a:cubicBezTo>
                  <a:cubicBezTo>
                    <a:pt x="0" y="108"/>
                    <a:pt x="0" y="178"/>
                    <a:pt x="50" y="228"/>
                  </a:cubicBezTo>
                  <a:cubicBezTo>
                    <a:pt x="50" y="244"/>
                    <a:pt x="70" y="244"/>
                    <a:pt x="87" y="244"/>
                  </a:cubicBezTo>
                  <a:cubicBezTo>
                    <a:pt x="96" y="250"/>
                    <a:pt x="107" y="253"/>
                    <a:pt x="118" y="253"/>
                  </a:cubicBezTo>
                  <a:cubicBezTo>
                    <a:pt x="148" y="253"/>
                    <a:pt x="183" y="235"/>
                    <a:pt x="206" y="211"/>
                  </a:cubicBezTo>
                  <a:cubicBezTo>
                    <a:pt x="239" y="178"/>
                    <a:pt x="239" y="108"/>
                    <a:pt x="223" y="75"/>
                  </a:cubicBezTo>
                  <a:cubicBezTo>
                    <a:pt x="223" y="59"/>
                    <a:pt x="223" y="38"/>
                    <a:pt x="206" y="22"/>
                  </a:cubicBezTo>
                  <a:cubicBezTo>
                    <a:pt x="185" y="8"/>
                    <a:pt x="161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5" name="Google Shape;21615;p66"/>
            <p:cNvSpPr/>
            <p:nvPr/>
          </p:nvSpPr>
          <p:spPr>
            <a:xfrm>
              <a:off x="4169525" y="27458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5" y="0"/>
                  </a:moveTo>
                  <a:cubicBezTo>
                    <a:pt x="101" y="0"/>
                    <a:pt x="64" y="19"/>
                    <a:pt x="33" y="50"/>
                  </a:cubicBezTo>
                  <a:cubicBezTo>
                    <a:pt x="1" y="99"/>
                    <a:pt x="1" y="186"/>
                    <a:pt x="33" y="239"/>
                  </a:cubicBezTo>
                  <a:cubicBezTo>
                    <a:pt x="55" y="253"/>
                    <a:pt x="80" y="261"/>
                    <a:pt x="105" y="261"/>
                  </a:cubicBezTo>
                  <a:cubicBezTo>
                    <a:pt x="141" y="261"/>
                    <a:pt x="177" y="244"/>
                    <a:pt x="207" y="202"/>
                  </a:cubicBezTo>
                  <a:cubicBezTo>
                    <a:pt x="240" y="153"/>
                    <a:pt x="240" y="66"/>
                    <a:pt x="207" y="33"/>
                  </a:cubicBezTo>
                  <a:cubicBezTo>
                    <a:pt x="186" y="10"/>
                    <a:pt x="161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6" name="Google Shape;21616;p66"/>
            <p:cNvSpPr/>
            <p:nvPr/>
          </p:nvSpPr>
          <p:spPr>
            <a:xfrm>
              <a:off x="4175500" y="28281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32" y="0"/>
                  </a:moveTo>
                  <a:cubicBezTo>
                    <a:pt x="75" y="0"/>
                    <a:pt x="36" y="49"/>
                    <a:pt x="21" y="106"/>
                  </a:cubicBezTo>
                  <a:cubicBezTo>
                    <a:pt x="1" y="143"/>
                    <a:pt x="21" y="176"/>
                    <a:pt x="38" y="209"/>
                  </a:cubicBezTo>
                  <a:cubicBezTo>
                    <a:pt x="38" y="226"/>
                    <a:pt x="71" y="247"/>
                    <a:pt x="104" y="263"/>
                  </a:cubicBezTo>
                  <a:cubicBezTo>
                    <a:pt x="124" y="263"/>
                    <a:pt x="157" y="247"/>
                    <a:pt x="190" y="226"/>
                  </a:cubicBezTo>
                  <a:cubicBezTo>
                    <a:pt x="207" y="209"/>
                    <a:pt x="227" y="176"/>
                    <a:pt x="244" y="143"/>
                  </a:cubicBezTo>
                  <a:cubicBezTo>
                    <a:pt x="244" y="106"/>
                    <a:pt x="244" y="73"/>
                    <a:pt x="227" y="57"/>
                  </a:cubicBezTo>
                  <a:cubicBezTo>
                    <a:pt x="227" y="40"/>
                    <a:pt x="207" y="40"/>
                    <a:pt x="207" y="20"/>
                  </a:cubicBezTo>
                  <a:cubicBezTo>
                    <a:pt x="190" y="20"/>
                    <a:pt x="174" y="3"/>
                    <a:pt x="157" y="3"/>
                  </a:cubicBezTo>
                  <a:cubicBezTo>
                    <a:pt x="149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7" name="Google Shape;21617;p66"/>
            <p:cNvSpPr/>
            <p:nvPr/>
          </p:nvSpPr>
          <p:spPr>
            <a:xfrm>
              <a:off x="4171700" y="270152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03" y="0"/>
                  </a:moveTo>
                  <a:cubicBezTo>
                    <a:pt x="33" y="33"/>
                    <a:pt x="0" y="103"/>
                    <a:pt x="17" y="173"/>
                  </a:cubicBezTo>
                  <a:cubicBezTo>
                    <a:pt x="33" y="206"/>
                    <a:pt x="50" y="223"/>
                    <a:pt x="70" y="239"/>
                  </a:cubicBezTo>
                  <a:cubicBezTo>
                    <a:pt x="87" y="250"/>
                    <a:pt x="99" y="255"/>
                    <a:pt x="111" y="255"/>
                  </a:cubicBezTo>
                  <a:cubicBezTo>
                    <a:pt x="124" y="255"/>
                    <a:pt x="136" y="250"/>
                    <a:pt x="153" y="239"/>
                  </a:cubicBezTo>
                  <a:cubicBezTo>
                    <a:pt x="190" y="239"/>
                    <a:pt x="206" y="206"/>
                    <a:pt x="223" y="173"/>
                  </a:cubicBezTo>
                  <a:cubicBezTo>
                    <a:pt x="239" y="157"/>
                    <a:pt x="239" y="120"/>
                    <a:pt x="239" y="87"/>
                  </a:cubicBezTo>
                  <a:cubicBezTo>
                    <a:pt x="223" y="54"/>
                    <a:pt x="223" y="33"/>
                    <a:pt x="206" y="33"/>
                  </a:cubicBezTo>
                  <a:cubicBezTo>
                    <a:pt x="206" y="17"/>
                    <a:pt x="190" y="17"/>
                    <a:pt x="190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8" name="Google Shape;21618;p66"/>
            <p:cNvSpPr/>
            <p:nvPr/>
          </p:nvSpPr>
          <p:spPr>
            <a:xfrm>
              <a:off x="4172100" y="28136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87" y="1"/>
                  </a:moveTo>
                  <a:cubicBezTo>
                    <a:pt x="71" y="17"/>
                    <a:pt x="34" y="34"/>
                    <a:pt x="17" y="67"/>
                  </a:cubicBezTo>
                  <a:cubicBezTo>
                    <a:pt x="1" y="104"/>
                    <a:pt x="1" y="137"/>
                    <a:pt x="17" y="170"/>
                  </a:cubicBezTo>
                  <a:cubicBezTo>
                    <a:pt x="29" y="221"/>
                    <a:pt x="61" y="253"/>
                    <a:pt x="105" y="253"/>
                  </a:cubicBezTo>
                  <a:cubicBezTo>
                    <a:pt x="121" y="253"/>
                    <a:pt x="139" y="249"/>
                    <a:pt x="157" y="240"/>
                  </a:cubicBezTo>
                  <a:cubicBezTo>
                    <a:pt x="207" y="224"/>
                    <a:pt x="240" y="137"/>
                    <a:pt x="223" y="83"/>
                  </a:cubicBezTo>
                  <a:cubicBezTo>
                    <a:pt x="223" y="50"/>
                    <a:pt x="207" y="34"/>
                    <a:pt x="207" y="17"/>
                  </a:cubicBezTo>
                  <a:cubicBezTo>
                    <a:pt x="190" y="17"/>
                    <a:pt x="190" y="17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9" name="Google Shape;21619;p66"/>
            <p:cNvSpPr/>
            <p:nvPr/>
          </p:nvSpPr>
          <p:spPr>
            <a:xfrm>
              <a:off x="4085825" y="2812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0"/>
                  </a:moveTo>
                  <a:cubicBezTo>
                    <a:pt x="83" y="0"/>
                    <a:pt x="17" y="33"/>
                    <a:pt x="17" y="103"/>
                  </a:cubicBezTo>
                  <a:cubicBezTo>
                    <a:pt x="1" y="136"/>
                    <a:pt x="1" y="174"/>
                    <a:pt x="17" y="207"/>
                  </a:cubicBezTo>
                  <a:cubicBezTo>
                    <a:pt x="34" y="240"/>
                    <a:pt x="67" y="260"/>
                    <a:pt x="83" y="260"/>
                  </a:cubicBezTo>
                  <a:cubicBezTo>
                    <a:pt x="153" y="260"/>
                    <a:pt x="207" y="223"/>
                    <a:pt x="223" y="157"/>
                  </a:cubicBezTo>
                  <a:cubicBezTo>
                    <a:pt x="240" y="120"/>
                    <a:pt x="240" y="87"/>
                    <a:pt x="223" y="54"/>
                  </a:cubicBezTo>
                  <a:cubicBezTo>
                    <a:pt x="207" y="54"/>
                    <a:pt x="207" y="33"/>
                    <a:pt x="207" y="33"/>
                  </a:cubicBezTo>
                  <a:cubicBezTo>
                    <a:pt x="186" y="17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0" name="Google Shape;21620;p66"/>
            <p:cNvSpPr/>
            <p:nvPr/>
          </p:nvSpPr>
          <p:spPr>
            <a:xfrm>
              <a:off x="4193550" y="2845825"/>
              <a:ext cx="6100" cy="4750"/>
            </a:xfrm>
            <a:custGeom>
              <a:avLst/>
              <a:gdLst/>
              <a:ahLst/>
              <a:cxnLst/>
              <a:rect l="l" t="t" r="r" b="b"/>
              <a:pathLst>
                <a:path w="244" h="190" extrusionOk="0">
                  <a:moveTo>
                    <a:pt x="157" y="0"/>
                  </a:moveTo>
                  <a:cubicBezTo>
                    <a:pt x="87" y="0"/>
                    <a:pt x="21" y="54"/>
                    <a:pt x="21" y="120"/>
                  </a:cubicBezTo>
                  <a:cubicBezTo>
                    <a:pt x="0" y="136"/>
                    <a:pt x="0" y="173"/>
                    <a:pt x="21" y="190"/>
                  </a:cubicBezTo>
                  <a:lnTo>
                    <a:pt x="206" y="190"/>
                  </a:lnTo>
                  <a:cubicBezTo>
                    <a:pt x="227" y="190"/>
                    <a:pt x="227" y="173"/>
                    <a:pt x="227" y="157"/>
                  </a:cubicBezTo>
                  <a:cubicBezTo>
                    <a:pt x="243" y="103"/>
                    <a:pt x="227" y="70"/>
                    <a:pt x="190" y="33"/>
                  </a:cubicBezTo>
                  <a:cubicBezTo>
                    <a:pt x="190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1" name="Google Shape;21621;p66"/>
            <p:cNvSpPr/>
            <p:nvPr/>
          </p:nvSpPr>
          <p:spPr>
            <a:xfrm>
              <a:off x="4219300" y="277242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41" y="1"/>
                  </a:moveTo>
                  <a:cubicBezTo>
                    <a:pt x="125" y="1"/>
                    <a:pt x="87" y="1"/>
                    <a:pt x="54" y="17"/>
                  </a:cubicBezTo>
                  <a:cubicBezTo>
                    <a:pt x="38" y="34"/>
                    <a:pt x="21" y="67"/>
                    <a:pt x="1" y="104"/>
                  </a:cubicBezTo>
                  <a:cubicBezTo>
                    <a:pt x="1" y="137"/>
                    <a:pt x="1" y="170"/>
                    <a:pt x="21" y="207"/>
                  </a:cubicBezTo>
                  <a:cubicBezTo>
                    <a:pt x="38" y="223"/>
                    <a:pt x="54" y="240"/>
                    <a:pt x="87" y="256"/>
                  </a:cubicBezTo>
                  <a:cubicBezTo>
                    <a:pt x="158" y="256"/>
                    <a:pt x="207" y="207"/>
                    <a:pt x="228" y="137"/>
                  </a:cubicBezTo>
                  <a:cubicBezTo>
                    <a:pt x="244" y="104"/>
                    <a:pt x="228" y="67"/>
                    <a:pt x="207" y="50"/>
                  </a:cubicBezTo>
                  <a:cubicBezTo>
                    <a:pt x="207" y="34"/>
                    <a:pt x="207" y="34"/>
                    <a:pt x="191" y="17"/>
                  </a:cubicBezTo>
                  <a:cubicBezTo>
                    <a:pt x="174" y="17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2" name="Google Shape;21622;p66"/>
            <p:cNvSpPr/>
            <p:nvPr/>
          </p:nvSpPr>
          <p:spPr>
            <a:xfrm>
              <a:off x="4213325" y="28026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3" y="0"/>
                  </a:moveTo>
                  <a:cubicBezTo>
                    <a:pt x="123" y="0"/>
                    <a:pt x="113" y="2"/>
                    <a:pt x="104" y="7"/>
                  </a:cubicBezTo>
                  <a:cubicBezTo>
                    <a:pt x="87" y="7"/>
                    <a:pt x="54" y="28"/>
                    <a:pt x="34" y="44"/>
                  </a:cubicBezTo>
                  <a:cubicBezTo>
                    <a:pt x="17" y="77"/>
                    <a:pt x="17" y="94"/>
                    <a:pt x="1" y="131"/>
                  </a:cubicBezTo>
                  <a:cubicBezTo>
                    <a:pt x="1" y="164"/>
                    <a:pt x="17" y="197"/>
                    <a:pt x="34" y="234"/>
                  </a:cubicBezTo>
                  <a:cubicBezTo>
                    <a:pt x="57" y="248"/>
                    <a:pt x="84" y="256"/>
                    <a:pt x="111" y="256"/>
                  </a:cubicBezTo>
                  <a:cubicBezTo>
                    <a:pt x="145" y="256"/>
                    <a:pt x="179" y="243"/>
                    <a:pt x="207" y="213"/>
                  </a:cubicBezTo>
                  <a:cubicBezTo>
                    <a:pt x="240" y="147"/>
                    <a:pt x="240" y="77"/>
                    <a:pt x="207" y="28"/>
                  </a:cubicBezTo>
                  <a:cubicBezTo>
                    <a:pt x="183" y="13"/>
                    <a:pt x="158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3" name="Google Shape;21623;p66"/>
            <p:cNvSpPr/>
            <p:nvPr/>
          </p:nvSpPr>
          <p:spPr>
            <a:xfrm>
              <a:off x="4215075" y="28195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8" y="1"/>
                  </a:moveTo>
                  <a:cubicBezTo>
                    <a:pt x="74" y="1"/>
                    <a:pt x="32" y="46"/>
                    <a:pt x="17" y="107"/>
                  </a:cubicBezTo>
                  <a:cubicBezTo>
                    <a:pt x="1" y="140"/>
                    <a:pt x="17" y="177"/>
                    <a:pt x="34" y="210"/>
                  </a:cubicBezTo>
                  <a:cubicBezTo>
                    <a:pt x="34" y="227"/>
                    <a:pt x="67" y="243"/>
                    <a:pt x="104" y="260"/>
                  </a:cubicBezTo>
                  <a:cubicBezTo>
                    <a:pt x="153" y="260"/>
                    <a:pt x="223" y="210"/>
                    <a:pt x="240" y="140"/>
                  </a:cubicBezTo>
                  <a:cubicBezTo>
                    <a:pt x="240" y="107"/>
                    <a:pt x="240" y="74"/>
                    <a:pt x="223" y="54"/>
                  </a:cubicBezTo>
                  <a:cubicBezTo>
                    <a:pt x="223" y="37"/>
                    <a:pt x="207" y="37"/>
                    <a:pt x="207" y="21"/>
                  </a:cubicBezTo>
                  <a:cubicBezTo>
                    <a:pt x="190" y="21"/>
                    <a:pt x="170" y="4"/>
                    <a:pt x="153" y="4"/>
                  </a:cubicBezTo>
                  <a:cubicBezTo>
                    <a:pt x="145" y="2"/>
                    <a:pt x="136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4" name="Google Shape;21624;p66"/>
            <p:cNvSpPr/>
            <p:nvPr/>
          </p:nvSpPr>
          <p:spPr>
            <a:xfrm>
              <a:off x="4207775" y="27869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29" y="0"/>
                  </a:moveTo>
                  <a:cubicBezTo>
                    <a:pt x="74" y="0"/>
                    <a:pt x="31" y="48"/>
                    <a:pt x="17" y="106"/>
                  </a:cubicBezTo>
                  <a:cubicBezTo>
                    <a:pt x="0" y="143"/>
                    <a:pt x="17" y="176"/>
                    <a:pt x="17" y="209"/>
                  </a:cubicBezTo>
                  <a:cubicBezTo>
                    <a:pt x="33" y="226"/>
                    <a:pt x="70" y="246"/>
                    <a:pt x="87" y="263"/>
                  </a:cubicBezTo>
                  <a:cubicBezTo>
                    <a:pt x="153" y="263"/>
                    <a:pt x="223" y="209"/>
                    <a:pt x="223" y="143"/>
                  </a:cubicBezTo>
                  <a:cubicBezTo>
                    <a:pt x="239" y="106"/>
                    <a:pt x="239" y="73"/>
                    <a:pt x="223" y="57"/>
                  </a:cubicBezTo>
                  <a:cubicBezTo>
                    <a:pt x="206" y="40"/>
                    <a:pt x="206" y="40"/>
                    <a:pt x="206" y="20"/>
                  </a:cubicBezTo>
                  <a:cubicBezTo>
                    <a:pt x="190" y="20"/>
                    <a:pt x="173" y="3"/>
                    <a:pt x="153" y="3"/>
                  </a:cubicBezTo>
                  <a:cubicBezTo>
                    <a:pt x="144" y="1"/>
                    <a:pt x="136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5" name="Google Shape;21625;p66"/>
            <p:cNvSpPr/>
            <p:nvPr/>
          </p:nvSpPr>
          <p:spPr>
            <a:xfrm>
              <a:off x="3857725" y="2773600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1" y="0"/>
                  </a:moveTo>
                  <a:cubicBezTo>
                    <a:pt x="74" y="0"/>
                    <a:pt x="32" y="45"/>
                    <a:pt x="17" y="106"/>
                  </a:cubicBezTo>
                  <a:cubicBezTo>
                    <a:pt x="1" y="176"/>
                    <a:pt x="34" y="242"/>
                    <a:pt x="104" y="242"/>
                  </a:cubicBezTo>
                  <a:cubicBezTo>
                    <a:pt x="109" y="249"/>
                    <a:pt x="116" y="251"/>
                    <a:pt x="123" y="251"/>
                  </a:cubicBezTo>
                  <a:cubicBezTo>
                    <a:pt x="142" y="251"/>
                    <a:pt x="167" y="237"/>
                    <a:pt x="190" y="226"/>
                  </a:cubicBezTo>
                  <a:cubicBezTo>
                    <a:pt x="207" y="209"/>
                    <a:pt x="223" y="176"/>
                    <a:pt x="240" y="139"/>
                  </a:cubicBezTo>
                  <a:cubicBezTo>
                    <a:pt x="240" y="106"/>
                    <a:pt x="240" y="73"/>
                    <a:pt x="223" y="57"/>
                  </a:cubicBezTo>
                  <a:cubicBezTo>
                    <a:pt x="223" y="36"/>
                    <a:pt x="207" y="36"/>
                    <a:pt x="207" y="20"/>
                  </a:cubicBezTo>
                  <a:cubicBezTo>
                    <a:pt x="190" y="3"/>
                    <a:pt x="174" y="3"/>
                    <a:pt x="157" y="3"/>
                  </a:cubicBezTo>
                  <a:cubicBezTo>
                    <a:pt x="148" y="1"/>
                    <a:pt x="139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6" name="Google Shape;21626;p66"/>
            <p:cNvSpPr/>
            <p:nvPr/>
          </p:nvSpPr>
          <p:spPr>
            <a:xfrm>
              <a:off x="3868875" y="2849500"/>
              <a:ext cx="4350" cy="1075"/>
            </a:xfrm>
            <a:custGeom>
              <a:avLst/>
              <a:gdLst/>
              <a:ahLst/>
              <a:cxnLst/>
              <a:rect l="l" t="t" r="r" b="b"/>
              <a:pathLst>
                <a:path w="174" h="43" extrusionOk="0">
                  <a:moveTo>
                    <a:pt x="94" y="0"/>
                  </a:moveTo>
                  <a:cubicBezTo>
                    <a:pt x="63" y="0"/>
                    <a:pt x="29" y="14"/>
                    <a:pt x="0" y="43"/>
                  </a:cubicBezTo>
                  <a:lnTo>
                    <a:pt x="173" y="43"/>
                  </a:lnTo>
                  <a:cubicBezTo>
                    <a:pt x="173" y="43"/>
                    <a:pt x="173" y="26"/>
                    <a:pt x="157" y="26"/>
                  </a:cubicBezTo>
                  <a:cubicBezTo>
                    <a:pt x="142" y="10"/>
                    <a:pt x="119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7" name="Google Shape;21627;p66"/>
            <p:cNvSpPr/>
            <p:nvPr/>
          </p:nvSpPr>
          <p:spPr>
            <a:xfrm>
              <a:off x="3856900" y="28192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1"/>
                  </a:moveTo>
                  <a:cubicBezTo>
                    <a:pt x="120" y="1"/>
                    <a:pt x="87" y="1"/>
                    <a:pt x="67" y="17"/>
                  </a:cubicBezTo>
                  <a:cubicBezTo>
                    <a:pt x="34" y="34"/>
                    <a:pt x="17" y="67"/>
                    <a:pt x="17" y="104"/>
                  </a:cubicBezTo>
                  <a:cubicBezTo>
                    <a:pt x="1" y="137"/>
                    <a:pt x="17" y="170"/>
                    <a:pt x="34" y="207"/>
                  </a:cubicBezTo>
                  <a:cubicBezTo>
                    <a:pt x="34" y="223"/>
                    <a:pt x="67" y="240"/>
                    <a:pt x="104" y="256"/>
                  </a:cubicBezTo>
                  <a:cubicBezTo>
                    <a:pt x="153" y="256"/>
                    <a:pt x="223" y="207"/>
                    <a:pt x="240" y="137"/>
                  </a:cubicBezTo>
                  <a:cubicBezTo>
                    <a:pt x="240" y="104"/>
                    <a:pt x="240" y="67"/>
                    <a:pt x="223" y="50"/>
                  </a:cubicBezTo>
                  <a:cubicBezTo>
                    <a:pt x="223" y="34"/>
                    <a:pt x="207" y="34"/>
                    <a:pt x="207" y="17"/>
                  </a:cubicBezTo>
                  <a:cubicBezTo>
                    <a:pt x="19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8" name="Google Shape;21628;p66"/>
            <p:cNvSpPr/>
            <p:nvPr/>
          </p:nvSpPr>
          <p:spPr>
            <a:xfrm>
              <a:off x="3868050" y="2740425"/>
              <a:ext cx="6500" cy="6400"/>
            </a:xfrm>
            <a:custGeom>
              <a:avLst/>
              <a:gdLst/>
              <a:ahLst/>
              <a:cxnLst/>
              <a:rect l="l" t="t" r="r" b="b"/>
              <a:pathLst>
                <a:path w="260" h="256" extrusionOk="0">
                  <a:moveTo>
                    <a:pt x="141" y="1"/>
                  </a:moveTo>
                  <a:cubicBezTo>
                    <a:pt x="107" y="1"/>
                    <a:pt x="72" y="14"/>
                    <a:pt x="54" y="44"/>
                  </a:cubicBezTo>
                  <a:cubicBezTo>
                    <a:pt x="0" y="93"/>
                    <a:pt x="0" y="180"/>
                    <a:pt x="54" y="229"/>
                  </a:cubicBezTo>
                  <a:cubicBezTo>
                    <a:pt x="76" y="246"/>
                    <a:pt x="103" y="256"/>
                    <a:pt x="128" y="256"/>
                  </a:cubicBezTo>
                  <a:cubicBezTo>
                    <a:pt x="159" y="256"/>
                    <a:pt x="188" y="242"/>
                    <a:pt x="206" y="213"/>
                  </a:cubicBezTo>
                  <a:cubicBezTo>
                    <a:pt x="260" y="147"/>
                    <a:pt x="260" y="77"/>
                    <a:pt x="206" y="23"/>
                  </a:cubicBezTo>
                  <a:cubicBezTo>
                    <a:pt x="192" y="9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9" name="Google Shape;21629;p66"/>
            <p:cNvSpPr/>
            <p:nvPr/>
          </p:nvSpPr>
          <p:spPr>
            <a:xfrm>
              <a:off x="3870625" y="269605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3" y="30"/>
                    <a:pt x="0" y="116"/>
                    <a:pt x="17" y="170"/>
                  </a:cubicBezTo>
                  <a:cubicBezTo>
                    <a:pt x="17" y="203"/>
                    <a:pt x="33" y="236"/>
                    <a:pt x="70" y="236"/>
                  </a:cubicBezTo>
                  <a:cubicBezTo>
                    <a:pt x="87" y="252"/>
                    <a:pt x="120" y="252"/>
                    <a:pt x="157" y="252"/>
                  </a:cubicBezTo>
                  <a:cubicBezTo>
                    <a:pt x="190" y="236"/>
                    <a:pt x="206" y="203"/>
                    <a:pt x="223" y="186"/>
                  </a:cubicBezTo>
                  <a:cubicBezTo>
                    <a:pt x="239" y="149"/>
                    <a:pt x="239" y="116"/>
                    <a:pt x="223" y="83"/>
                  </a:cubicBezTo>
                  <a:cubicBezTo>
                    <a:pt x="223" y="67"/>
                    <a:pt x="206" y="46"/>
                    <a:pt x="206" y="30"/>
                  </a:cubicBezTo>
                  <a:cubicBezTo>
                    <a:pt x="190" y="13"/>
                    <a:pt x="190" y="13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0" name="Google Shape;21630;p66"/>
            <p:cNvSpPr/>
            <p:nvPr/>
          </p:nvSpPr>
          <p:spPr>
            <a:xfrm>
              <a:off x="3862875" y="2834375"/>
              <a:ext cx="6025" cy="6500"/>
            </a:xfrm>
            <a:custGeom>
              <a:avLst/>
              <a:gdLst/>
              <a:ahLst/>
              <a:cxnLst/>
              <a:rect l="l" t="t" r="r" b="b"/>
              <a:pathLst>
                <a:path w="241" h="260" extrusionOk="0">
                  <a:moveTo>
                    <a:pt x="137" y="1"/>
                  </a:moveTo>
                  <a:cubicBezTo>
                    <a:pt x="121" y="1"/>
                    <a:pt x="104" y="5"/>
                    <a:pt x="87" y="13"/>
                  </a:cubicBezTo>
                  <a:cubicBezTo>
                    <a:pt x="34" y="30"/>
                    <a:pt x="1" y="116"/>
                    <a:pt x="17" y="182"/>
                  </a:cubicBezTo>
                  <a:cubicBezTo>
                    <a:pt x="17" y="203"/>
                    <a:pt x="34" y="236"/>
                    <a:pt x="71" y="252"/>
                  </a:cubicBezTo>
                  <a:cubicBezTo>
                    <a:pt x="82" y="252"/>
                    <a:pt x="100" y="260"/>
                    <a:pt x="122" y="260"/>
                  </a:cubicBezTo>
                  <a:cubicBezTo>
                    <a:pt x="133" y="260"/>
                    <a:pt x="145" y="258"/>
                    <a:pt x="158" y="252"/>
                  </a:cubicBezTo>
                  <a:cubicBezTo>
                    <a:pt x="174" y="236"/>
                    <a:pt x="207" y="219"/>
                    <a:pt x="224" y="182"/>
                  </a:cubicBezTo>
                  <a:cubicBezTo>
                    <a:pt x="240" y="149"/>
                    <a:pt x="240" y="116"/>
                    <a:pt x="224" y="79"/>
                  </a:cubicBezTo>
                  <a:cubicBezTo>
                    <a:pt x="224" y="63"/>
                    <a:pt x="207" y="46"/>
                    <a:pt x="207" y="30"/>
                  </a:cubicBezTo>
                  <a:cubicBezTo>
                    <a:pt x="191" y="30"/>
                    <a:pt x="191" y="13"/>
                    <a:pt x="174" y="13"/>
                  </a:cubicBezTo>
                  <a:cubicBezTo>
                    <a:pt x="166" y="5"/>
                    <a:pt x="152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1" name="Google Shape;21631;p66"/>
            <p:cNvSpPr/>
            <p:nvPr/>
          </p:nvSpPr>
          <p:spPr>
            <a:xfrm>
              <a:off x="3882250" y="2686475"/>
              <a:ext cx="6025" cy="4350"/>
            </a:xfrm>
            <a:custGeom>
              <a:avLst/>
              <a:gdLst/>
              <a:ahLst/>
              <a:cxnLst/>
              <a:rect l="l" t="t" r="r" b="b"/>
              <a:pathLst>
                <a:path w="241" h="174" extrusionOk="0">
                  <a:moveTo>
                    <a:pt x="17" y="0"/>
                  </a:moveTo>
                  <a:lnTo>
                    <a:pt x="17" y="17"/>
                  </a:lnTo>
                  <a:cubicBezTo>
                    <a:pt x="1" y="54"/>
                    <a:pt x="1" y="87"/>
                    <a:pt x="17" y="120"/>
                  </a:cubicBezTo>
                  <a:cubicBezTo>
                    <a:pt x="34" y="140"/>
                    <a:pt x="67" y="157"/>
                    <a:pt x="83" y="173"/>
                  </a:cubicBezTo>
                  <a:cubicBezTo>
                    <a:pt x="121" y="173"/>
                    <a:pt x="154" y="157"/>
                    <a:pt x="170" y="140"/>
                  </a:cubicBezTo>
                  <a:cubicBezTo>
                    <a:pt x="207" y="120"/>
                    <a:pt x="224" y="87"/>
                    <a:pt x="224" y="54"/>
                  </a:cubicBezTo>
                  <a:lnTo>
                    <a:pt x="240" y="37"/>
                  </a:lnTo>
                  <a:cubicBezTo>
                    <a:pt x="154" y="17"/>
                    <a:pt x="83" y="0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2" name="Google Shape;21632;p66"/>
            <p:cNvSpPr/>
            <p:nvPr/>
          </p:nvSpPr>
          <p:spPr>
            <a:xfrm>
              <a:off x="4223225" y="27427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37" y="0"/>
                  </a:moveTo>
                  <a:cubicBezTo>
                    <a:pt x="120" y="0"/>
                    <a:pt x="87" y="0"/>
                    <a:pt x="50" y="17"/>
                  </a:cubicBezTo>
                  <a:cubicBezTo>
                    <a:pt x="34" y="33"/>
                    <a:pt x="17" y="71"/>
                    <a:pt x="1" y="103"/>
                  </a:cubicBezTo>
                  <a:cubicBezTo>
                    <a:pt x="1" y="136"/>
                    <a:pt x="1" y="174"/>
                    <a:pt x="17" y="207"/>
                  </a:cubicBezTo>
                  <a:cubicBezTo>
                    <a:pt x="34" y="223"/>
                    <a:pt x="50" y="240"/>
                    <a:pt x="87" y="260"/>
                  </a:cubicBezTo>
                  <a:cubicBezTo>
                    <a:pt x="153" y="260"/>
                    <a:pt x="207" y="207"/>
                    <a:pt x="223" y="136"/>
                  </a:cubicBezTo>
                  <a:cubicBezTo>
                    <a:pt x="223" y="103"/>
                    <a:pt x="223" y="71"/>
                    <a:pt x="207" y="54"/>
                  </a:cubicBezTo>
                  <a:cubicBezTo>
                    <a:pt x="207" y="33"/>
                    <a:pt x="207" y="33"/>
                    <a:pt x="190" y="17"/>
                  </a:cubicBezTo>
                  <a:cubicBezTo>
                    <a:pt x="174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3" name="Google Shape;21633;p66"/>
            <p:cNvSpPr/>
            <p:nvPr/>
          </p:nvSpPr>
          <p:spPr>
            <a:xfrm>
              <a:off x="4221475" y="278707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2" y="0"/>
                  </a:moveTo>
                  <a:cubicBezTo>
                    <a:pt x="101" y="0"/>
                    <a:pt x="66" y="19"/>
                    <a:pt x="38" y="50"/>
                  </a:cubicBezTo>
                  <a:cubicBezTo>
                    <a:pt x="0" y="99"/>
                    <a:pt x="0" y="186"/>
                    <a:pt x="38" y="219"/>
                  </a:cubicBezTo>
                  <a:cubicBezTo>
                    <a:pt x="54" y="239"/>
                    <a:pt x="71" y="239"/>
                    <a:pt x="87" y="256"/>
                  </a:cubicBezTo>
                  <a:cubicBezTo>
                    <a:pt x="120" y="256"/>
                    <a:pt x="174" y="239"/>
                    <a:pt x="190" y="202"/>
                  </a:cubicBezTo>
                  <a:cubicBezTo>
                    <a:pt x="223" y="169"/>
                    <a:pt x="244" y="116"/>
                    <a:pt x="223" y="66"/>
                  </a:cubicBezTo>
                  <a:cubicBezTo>
                    <a:pt x="223" y="50"/>
                    <a:pt x="207" y="3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4" name="Google Shape;21634;p66"/>
            <p:cNvSpPr/>
            <p:nvPr/>
          </p:nvSpPr>
          <p:spPr>
            <a:xfrm>
              <a:off x="4215900" y="2835425"/>
              <a:ext cx="6525" cy="6600"/>
            </a:xfrm>
            <a:custGeom>
              <a:avLst/>
              <a:gdLst/>
              <a:ahLst/>
              <a:cxnLst/>
              <a:rect l="l" t="t" r="r" b="b"/>
              <a:pathLst>
                <a:path w="261" h="264" extrusionOk="0">
                  <a:moveTo>
                    <a:pt x="136" y="1"/>
                  </a:moveTo>
                  <a:cubicBezTo>
                    <a:pt x="86" y="1"/>
                    <a:pt x="32" y="46"/>
                    <a:pt x="17" y="107"/>
                  </a:cubicBezTo>
                  <a:cubicBezTo>
                    <a:pt x="1" y="177"/>
                    <a:pt x="54" y="243"/>
                    <a:pt x="104" y="264"/>
                  </a:cubicBezTo>
                  <a:cubicBezTo>
                    <a:pt x="137" y="264"/>
                    <a:pt x="174" y="243"/>
                    <a:pt x="190" y="227"/>
                  </a:cubicBezTo>
                  <a:cubicBezTo>
                    <a:pt x="223" y="210"/>
                    <a:pt x="240" y="177"/>
                    <a:pt x="240" y="140"/>
                  </a:cubicBezTo>
                  <a:cubicBezTo>
                    <a:pt x="261" y="107"/>
                    <a:pt x="240" y="74"/>
                    <a:pt x="223" y="58"/>
                  </a:cubicBezTo>
                  <a:cubicBezTo>
                    <a:pt x="223" y="37"/>
                    <a:pt x="223" y="37"/>
                    <a:pt x="207" y="21"/>
                  </a:cubicBezTo>
                  <a:cubicBezTo>
                    <a:pt x="207" y="21"/>
                    <a:pt x="190" y="4"/>
                    <a:pt x="157" y="4"/>
                  </a:cubicBezTo>
                  <a:cubicBezTo>
                    <a:pt x="150" y="2"/>
                    <a:pt x="14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5" name="Google Shape;21635;p66"/>
            <p:cNvSpPr/>
            <p:nvPr/>
          </p:nvSpPr>
          <p:spPr>
            <a:xfrm>
              <a:off x="4221050" y="2729050"/>
              <a:ext cx="2200" cy="3000"/>
            </a:xfrm>
            <a:custGeom>
              <a:avLst/>
              <a:gdLst/>
              <a:ahLst/>
              <a:cxnLst/>
              <a:rect l="l" t="t" r="r" b="b"/>
              <a:pathLst>
                <a:path w="88" h="120" extrusionOk="0">
                  <a:moveTo>
                    <a:pt x="1" y="0"/>
                  </a:moveTo>
                  <a:cubicBezTo>
                    <a:pt x="1" y="17"/>
                    <a:pt x="17" y="50"/>
                    <a:pt x="17" y="66"/>
                  </a:cubicBezTo>
                  <a:cubicBezTo>
                    <a:pt x="34" y="87"/>
                    <a:pt x="55" y="103"/>
                    <a:pt x="88" y="120"/>
                  </a:cubicBezTo>
                  <a:cubicBezTo>
                    <a:pt x="88" y="103"/>
                    <a:pt x="88" y="103"/>
                    <a:pt x="71" y="87"/>
                  </a:cubicBezTo>
                  <a:cubicBezTo>
                    <a:pt x="55" y="66"/>
                    <a:pt x="34" y="3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6" name="Google Shape;21636;p66"/>
            <p:cNvSpPr/>
            <p:nvPr/>
          </p:nvSpPr>
          <p:spPr>
            <a:xfrm>
              <a:off x="4166525" y="2691625"/>
              <a:ext cx="3450" cy="950"/>
            </a:xfrm>
            <a:custGeom>
              <a:avLst/>
              <a:gdLst/>
              <a:ahLst/>
              <a:cxnLst/>
              <a:rect l="l" t="t" r="r" b="b"/>
              <a:pathLst>
                <a:path w="138" h="38" extrusionOk="0">
                  <a:moveTo>
                    <a:pt x="1" y="0"/>
                  </a:moveTo>
                  <a:cubicBezTo>
                    <a:pt x="17" y="17"/>
                    <a:pt x="50" y="38"/>
                    <a:pt x="71" y="38"/>
                  </a:cubicBezTo>
                  <a:cubicBezTo>
                    <a:pt x="88" y="38"/>
                    <a:pt x="121" y="38"/>
                    <a:pt x="137" y="17"/>
                  </a:cubicBezTo>
                  <a:cubicBezTo>
                    <a:pt x="104" y="17"/>
                    <a:pt x="5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7" name="Google Shape;21637;p66"/>
            <p:cNvSpPr/>
            <p:nvPr/>
          </p:nvSpPr>
          <p:spPr>
            <a:xfrm>
              <a:off x="3916175" y="2706250"/>
              <a:ext cx="5175" cy="5600"/>
            </a:xfrm>
            <a:custGeom>
              <a:avLst/>
              <a:gdLst/>
              <a:ahLst/>
              <a:cxnLst/>
              <a:rect l="l" t="t" r="r" b="b"/>
              <a:pathLst>
                <a:path w="207" h="224" extrusionOk="0">
                  <a:moveTo>
                    <a:pt x="50" y="1"/>
                  </a:moveTo>
                  <a:cubicBezTo>
                    <a:pt x="33" y="34"/>
                    <a:pt x="17" y="50"/>
                    <a:pt x="0" y="87"/>
                  </a:cubicBezTo>
                  <a:cubicBezTo>
                    <a:pt x="0" y="120"/>
                    <a:pt x="0" y="153"/>
                    <a:pt x="17" y="174"/>
                  </a:cubicBezTo>
                  <a:cubicBezTo>
                    <a:pt x="33" y="207"/>
                    <a:pt x="50" y="224"/>
                    <a:pt x="87" y="224"/>
                  </a:cubicBezTo>
                  <a:cubicBezTo>
                    <a:pt x="120" y="224"/>
                    <a:pt x="153" y="224"/>
                    <a:pt x="169" y="207"/>
                  </a:cubicBezTo>
                  <a:cubicBezTo>
                    <a:pt x="190" y="191"/>
                    <a:pt x="190" y="191"/>
                    <a:pt x="207" y="174"/>
                  </a:cubicBezTo>
                  <a:cubicBezTo>
                    <a:pt x="153" y="120"/>
                    <a:pt x="103" y="7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8" name="Google Shape;21638;p66"/>
            <p:cNvSpPr/>
            <p:nvPr/>
          </p:nvSpPr>
          <p:spPr>
            <a:xfrm>
              <a:off x="3904525" y="271750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7" y="0"/>
                  </a:moveTo>
                  <a:cubicBezTo>
                    <a:pt x="121" y="0"/>
                    <a:pt x="104" y="4"/>
                    <a:pt x="87" y="13"/>
                  </a:cubicBezTo>
                  <a:cubicBezTo>
                    <a:pt x="38" y="33"/>
                    <a:pt x="1" y="99"/>
                    <a:pt x="17" y="169"/>
                  </a:cubicBezTo>
                  <a:cubicBezTo>
                    <a:pt x="17" y="202"/>
                    <a:pt x="38" y="239"/>
                    <a:pt x="71" y="239"/>
                  </a:cubicBezTo>
                  <a:cubicBezTo>
                    <a:pt x="79" y="248"/>
                    <a:pt x="91" y="252"/>
                    <a:pt x="106" y="252"/>
                  </a:cubicBezTo>
                  <a:cubicBezTo>
                    <a:pt x="121" y="252"/>
                    <a:pt x="139" y="248"/>
                    <a:pt x="157" y="239"/>
                  </a:cubicBezTo>
                  <a:cubicBezTo>
                    <a:pt x="190" y="239"/>
                    <a:pt x="207" y="202"/>
                    <a:pt x="223" y="169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23" y="50"/>
                    <a:pt x="223" y="33"/>
                    <a:pt x="207" y="33"/>
                  </a:cubicBezTo>
                  <a:cubicBezTo>
                    <a:pt x="190" y="13"/>
                    <a:pt x="190" y="13"/>
                    <a:pt x="174" y="13"/>
                  </a:cubicBezTo>
                  <a:cubicBezTo>
                    <a:pt x="165" y="4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9" name="Google Shape;21639;p66"/>
            <p:cNvSpPr/>
            <p:nvPr/>
          </p:nvSpPr>
          <p:spPr>
            <a:xfrm>
              <a:off x="3866800" y="27884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4" y="1"/>
                  </a:moveTo>
                  <a:cubicBezTo>
                    <a:pt x="119" y="1"/>
                    <a:pt x="102" y="5"/>
                    <a:pt x="83" y="13"/>
                  </a:cubicBezTo>
                  <a:cubicBezTo>
                    <a:pt x="34" y="46"/>
                    <a:pt x="1" y="116"/>
                    <a:pt x="17" y="186"/>
                  </a:cubicBezTo>
                  <a:cubicBezTo>
                    <a:pt x="17" y="219"/>
                    <a:pt x="34" y="236"/>
                    <a:pt x="67" y="252"/>
                  </a:cubicBezTo>
                  <a:cubicBezTo>
                    <a:pt x="75" y="261"/>
                    <a:pt x="88" y="265"/>
                    <a:pt x="104" y="265"/>
                  </a:cubicBezTo>
                  <a:cubicBezTo>
                    <a:pt x="119" y="265"/>
                    <a:pt x="137" y="261"/>
                    <a:pt x="153" y="252"/>
                  </a:cubicBezTo>
                  <a:cubicBezTo>
                    <a:pt x="207" y="219"/>
                    <a:pt x="240" y="149"/>
                    <a:pt x="223" y="83"/>
                  </a:cubicBezTo>
                  <a:cubicBezTo>
                    <a:pt x="223" y="63"/>
                    <a:pt x="207" y="46"/>
                    <a:pt x="207" y="30"/>
                  </a:cubicBezTo>
                  <a:cubicBezTo>
                    <a:pt x="186" y="30"/>
                    <a:pt x="186" y="13"/>
                    <a:pt x="170" y="13"/>
                  </a:cubicBezTo>
                  <a:cubicBezTo>
                    <a:pt x="161" y="5"/>
                    <a:pt x="149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0" name="Google Shape;21640;p66"/>
            <p:cNvSpPr/>
            <p:nvPr/>
          </p:nvSpPr>
          <p:spPr>
            <a:xfrm>
              <a:off x="3911425" y="27518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0" y="0"/>
                  </a:moveTo>
                  <a:cubicBezTo>
                    <a:pt x="71" y="0"/>
                    <a:pt x="34" y="50"/>
                    <a:pt x="17" y="103"/>
                  </a:cubicBezTo>
                  <a:cubicBezTo>
                    <a:pt x="1" y="136"/>
                    <a:pt x="17" y="169"/>
                    <a:pt x="34" y="206"/>
                  </a:cubicBezTo>
                  <a:cubicBezTo>
                    <a:pt x="34" y="223"/>
                    <a:pt x="71" y="256"/>
                    <a:pt x="104" y="256"/>
                  </a:cubicBezTo>
                  <a:cubicBezTo>
                    <a:pt x="153" y="256"/>
                    <a:pt x="223" y="223"/>
                    <a:pt x="240" y="153"/>
                  </a:cubicBezTo>
                  <a:lnTo>
                    <a:pt x="240" y="120"/>
                  </a:lnTo>
                  <a:cubicBezTo>
                    <a:pt x="240" y="83"/>
                    <a:pt x="223" y="50"/>
                    <a:pt x="207" y="33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1" name="Google Shape;21641;p66"/>
            <p:cNvSpPr/>
            <p:nvPr/>
          </p:nvSpPr>
          <p:spPr>
            <a:xfrm>
              <a:off x="4201275" y="2708825"/>
              <a:ext cx="5175" cy="5200"/>
            </a:xfrm>
            <a:custGeom>
              <a:avLst/>
              <a:gdLst/>
              <a:ahLst/>
              <a:cxnLst/>
              <a:rect l="l" t="t" r="r" b="b"/>
              <a:pathLst>
                <a:path w="207" h="208" extrusionOk="0">
                  <a:moveTo>
                    <a:pt x="37" y="1"/>
                  </a:moveTo>
                  <a:cubicBezTo>
                    <a:pt x="37" y="17"/>
                    <a:pt x="21" y="34"/>
                    <a:pt x="21" y="71"/>
                  </a:cubicBezTo>
                  <a:cubicBezTo>
                    <a:pt x="0" y="88"/>
                    <a:pt x="0" y="121"/>
                    <a:pt x="21" y="154"/>
                  </a:cubicBezTo>
                  <a:cubicBezTo>
                    <a:pt x="37" y="191"/>
                    <a:pt x="70" y="207"/>
                    <a:pt x="87" y="207"/>
                  </a:cubicBezTo>
                  <a:cubicBezTo>
                    <a:pt x="141" y="207"/>
                    <a:pt x="174" y="191"/>
                    <a:pt x="207" y="154"/>
                  </a:cubicBezTo>
                  <a:cubicBezTo>
                    <a:pt x="157" y="104"/>
                    <a:pt x="103" y="50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2" name="Google Shape;21642;p66"/>
            <p:cNvSpPr/>
            <p:nvPr/>
          </p:nvSpPr>
          <p:spPr>
            <a:xfrm>
              <a:off x="4155825" y="270070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20" y="0"/>
                  </a:moveTo>
                  <a:cubicBezTo>
                    <a:pt x="66" y="17"/>
                    <a:pt x="17" y="50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3" y="239"/>
                    <a:pt x="50" y="256"/>
                    <a:pt x="87" y="256"/>
                  </a:cubicBezTo>
                  <a:cubicBezTo>
                    <a:pt x="93" y="258"/>
                    <a:pt x="100" y="259"/>
                    <a:pt x="107" y="259"/>
                  </a:cubicBezTo>
                  <a:cubicBezTo>
                    <a:pt x="154" y="259"/>
                    <a:pt x="208" y="214"/>
                    <a:pt x="223" y="153"/>
                  </a:cubicBezTo>
                  <a:lnTo>
                    <a:pt x="223" y="120"/>
                  </a:lnTo>
                  <a:cubicBezTo>
                    <a:pt x="223" y="87"/>
                    <a:pt x="206" y="50"/>
                    <a:pt x="190" y="33"/>
                  </a:cubicBezTo>
                  <a:cubicBezTo>
                    <a:pt x="169" y="17"/>
                    <a:pt x="153" y="17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3" name="Google Shape;21643;p66"/>
            <p:cNvSpPr/>
            <p:nvPr/>
          </p:nvSpPr>
          <p:spPr>
            <a:xfrm>
              <a:off x="4127475" y="2695550"/>
              <a:ext cx="5600" cy="4650"/>
            </a:xfrm>
            <a:custGeom>
              <a:avLst/>
              <a:gdLst/>
              <a:ahLst/>
              <a:cxnLst/>
              <a:rect l="l" t="t" r="r" b="b"/>
              <a:pathLst>
                <a:path w="224" h="186" extrusionOk="0">
                  <a:moveTo>
                    <a:pt x="207" y="0"/>
                  </a:moveTo>
                  <a:lnTo>
                    <a:pt x="207" y="0"/>
                  </a:lnTo>
                  <a:cubicBezTo>
                    <a:pt x="136" y="33"/>
                    <a:pt x="66" y="50"/>
                    <a:pt x="0" y="87"/>
                  </a:cubicBezTo>
                  <a:cubicBezTo>
                    <a:pt x="0" y="103"/>
                    <a:pt x="0" y="136"/>
                    <a:pt x="17" y="153"/>
                  </a:cubicBezTo>
                  <a:cubicBezTo>
                    <a:pt x="38" y="175"/>
                    <a:pt x="63" y="186"/>
                    <a:pt x="88" y="186"/>
                  </a:cubicBezTo>
                  <a:cubicBezTo>
                    <a:pt x="123" y="186"/>
                    <a:pt x="159" y="167"/>
                    <a:pt x="190" y="136"/>
                  </a:cubicBezTo>
                  <a:cubicBezTo>
                    <a:pt x="223" y="103"/>
                    <a:pt x="223" y="5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4" name="Google Shape;21644;p66"/>
            <p:cNvSpPr/>
            <p:nvPr/>
          </p:nvSpPr>
          <p:spPr>
            <a:xfrm>
              <a:off x="3907100" y="27337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57" y="1"/>
                  </a:moveTo>
                  <a:cubicBezTo>
                    <a:pt x="87" y="1"/>
                    <a:pt x="38" y="34"/>
                    <a:pt x="17" y="104"/>
                  </a:cubicBezTo>
                  <a:cubicBezTo>
                    <a:pt x="1" y="137"/>
                    <a:pt x="17" y="170"/>
                    <a:pt x="17" y="207"/>
                  </a:cubicBezTo>
                  <a:cubicBezTo>
                    <a:pt x="38" y="240"/>
                    <a:pt x="71" y="256"/>
                    <a:pt x="87" y="256"/>
                  </a:cubicBezTo>
                  <a:cubicBezTo>
                    <a:pt x="96" y="259"/>
                    <a:pt x="105" y="260"/>
                    <a:pt x="114" y="260"/>
                  </a:cubicBezTo>
                  <a:cubicBezTo>
                    <a:pt x="173" y="260"/>
                    <a:pt x="223" y="214"/>
                    <a:pt x="223" y="153"/>
                  </a:cubicBezTo>
                  <a:cubicBezTo>
                    <a:pt x="244" y="120"/>
                    <a:pt x="244" y="83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5" name="Google Shape;21645;p66"/>
            <p:cNvSpPr/>
            <p:nvPr/>
          </p:nvSpPr>
          <p:spPr>
            <a:xfrm>
              <a:off x="3877525" y="2727800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9" y="1"/>
                  </a:moveTo>
                  <a:cubicBezTo>
                    <a:pt x="124" y="1"/>
                    <a:pt x="112" y="5"/>
                    <a:pt x="103" y="13"/>
                  </a:cubicBezTo>
                  <a:cubicBezTo>
                    <a:pt x="33" y="50"/>
                    <a:pt x="0" y="116"/>
                    <a:pt x="17" y="186"/>
                  </a:cubicBezTo>
                  <a:cubicBezTo>
                    <a:pt x="33" y="219"/>
                    <a:pt x="50" y="240"/>
                    <a:pt x="66" y="256"/>
                  </a:cubicBezTo>
                  <a:cubicBezTo>
                    <a:pt x="85" y="264"/>
                    <a:pt x="98" y="269"/>
                    <a:pt x="111" y="269"/>
                  </a:cubicBezTo>
                  <a:cubicBezTo>
                    <a:pt x="124" y="269"/>
                    <a:pt x="136" y="264"/>
                    <a:pt x="153" y="256"/>
                  </a:cubicBezTo>
                  <a:cubicBezTo>
                    <a:pt x="190" y="240"/>
                    <a:pt x="206" y="219"/>
                    <a:pt x="223" y="186"/>
                  </a:cubicBezTo>
                  <a:cubicBezTo>
                    <a:pt x="239" y="153"/>
                    <a:pt x="239" y="116"/>
                    <a:pt x="239" y="83"/>
                  </a:cubicBezTo>
                  <a:cubicBezTo>
                    <a:pt x="223" y="67"/>
                    <a:pt x="223" y="50"/>
                    <a:pt x="206" y="34"/>
                  </a:cubicBezTo>
                  <a:lnTo>
                    <a:pt x="190" y="13"/>
                  </a:lnTo>
                  <a:cubicBezTo>
                    <a:pt x="171" y="5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6" name="Google Shape;21646;p66"/>
            <p:cNvSpPr/>
            <p:nvPr/>
          </p:nvSpPr>
          <p:spPr>
            <a:xfrm>
              <a:off x="3900300" y="27019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1"/>
                  </a:moveTo>
                  <a:cubicBezTo>
                    <a:pt x="83" y="1"/>
                    <a:pt x="17" y="54"/>
                    <a:pt x="0" y="120"/>
                  </a:cubicBezTo>
                  <a:cubicBezTo>
                    <a:pt x="0" y="157"/>
                    <a:pt x="0" y="190"/>
                    <a:pt x="17" y="207"/>
                  </a:cubicBezTo>
                  <a:cubicBezTo>
                    <a:pt x="33" y="244"/>
                    <a:pt x="50" y="260"/>
                    <a:pt x="83" y="260"/>
                  </a:cubicBezTo>
                  <a:cubicBezTo>
                    <a:pt x="90" y="263"/>
                    <a:pt x="97" y="264"/>
                    <a:pt x="104" y="264"/>
                  </a:cubicBezTo>
                  <a:cubicBezTo>
                    <a:pt x="153" y="264"/>
                    <a:pt x="209" y="215"/>
                    <a:pt x="223" y="157"/>
                  </a:cubicBezTo>
                  <a:cubicBezTo>
                    <a:pt x="240" y="104"/>
                    <a:pt x="223" y="71"/>
                    <a:pt x="186" y="38"/>
                  </a:cubicBezTo>
                  <a:cubicBezTo>
                    <a:pt x="170" y="17"/>
                    <a:pt x="153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7" name="Google Shape;21647;p66"/>
            <p:cNvSpPr/>
            <p:nvPr/>
          </p:nvSpPr>
          <p:spPr>
            <a:xfrm>
              <a:off x="3870625" y="27567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01" y="0"/>
                    <a:pt x="64" y="17"/>
                    <a:pt x="33" y="58"/>
                  </a:cubicBezTo>
                  <a:cubicBezTo>
                    <a:pt x="0" y="111"/>
                    <a:pt x="0" y="194"/>
                    <a:pt x="33" y="231"/>
                  </a:cubicBezTo>
                  <a:cubicBezTo>
                    <a:pt x="56" y="252"/>
                    <a:pt x="81" y="261"/>
                    <a:pt x="106" y="261"/>
                  </a:cubicBezTo>
                  <a:cubicBezTo>
                    <a:pt x="142" y="261"/>
                    <a:pt x="177" y="243"/>
                    <a:pt x="206" y="215"/>
                  </a:cubicBezTo>
                  <a:cubicBezTo>
                    <a:pt x="239" y="161"/>
                    <a:pt x="239" y="74"/>
                    <a:pt x="206" y="25"/>
                  </a:cubicBezTo>
                  <a:cubicBezTo>
                    <a:pt x="185" y="9"/>
                    <a:pt x="161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8" name="Google Shape;21648;p66"/>
            <p:cNvSpPr/>
            <p:nvPr/>
          </p:nvSpPr>
          <p:spPr>
            <a:xfrm>
              <a:off x="3875775" y="2711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3" y="1"/>
                  </a:moveTo>
                  <a:cubicBezTo>
                    <a:pt x="101" y="1"/>
                    <a:pt x="64" y="18"/>
                    <a:pt x="33" y="47"/>
                  </a:cubicBezTo>
                  <a:cubicBezTo>
                    <a:pt x="17" y="64"/>
                    <a:pt x="17" y="84"/>
                    <a:pt x="0" y="101"/>
                  </a:cubicBezTo>
                  <a:cubicBezTo>
                    <a:pt x="0" y="150"/>
                    <a:pt x="0" y="204"/>
                    <a:pt x="33" y="237"/>
                  </a:cubicBezTo>
                  <a:cubicBezTo>
                    <a:pt x="59" y="248"/>
                    <a:pt x="92" y="260"/>
                    <a:pt x="122" y="260"/>
                  </a:cubicBezTo>
                  <a:cubicBezTo>
                    <a:pt x="134" y="260"/>
                    <a:pt x="146" y="258"/>
                    <a:pt x="157" y="253"/>
                  </a:cubicBezTo>
                  <a:cubicBezTo>
                    <a:pt x="173" y="237"/>
                    <a:pt x="190" y="220"/>
                    <a:pt x="190" y="204"/>
                  </a:cubicBezTo>
                  <a:cubicBezTo>
                    <a:pt x="239" y="150"/>
                    <a:pt x="239" y="84"/>
                    <a:pt x="190" y="31"/>
                  </a:cubicBezTo>
                  <a:cubicBezTo>
                    <a:pt x="176" y="10"/>
                    <a:pt x="156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9" name="Google Shape;21649;p66"/>
            <p:cNvSpPr/>
            <p:nvPr/>
          </p:nvSpPr>
          <p:spPr>
            <a:xfrm>
              <a:off x="3896800" y="2746775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0" y="0"/>
                  </a:moveTo>
                  <a:cubicBezTo>
                    <a:pt x="125" y="0"/>
                    <a:pt x="112" y="4"/>
                    <a:pt x="103" y="13"/>
                  </a:cubicBezTo>
                  <a:cubicBezTo>
                    <a:pt x="37" y="29"/>
                    <a:pt x="0" y="116"/>
                    <a:pt x="17" y="182"/>
                  </a:cubicBezTo>
                  <a:cubicBezTo>
                    <a:pt x="17" y="202"/>
                    <a:pt x="54" y="235"/>
                    <a:pt x="70" y="252"/>
                  </a:cubicBezTo>
                  <a:cubicBezTo>
                    <a:pt x="87" y="260"/>
                    <a:pt x="99" y="264"/>
                    <a:pt x="112" y="264"/>
                  </a:cubicBezTo>
                  <a:cubicBezTo>
                    <a:pt x="125" y="264"/>
                    <a:pt x="138" y="260"/>
                    <a:pt x="157" y="252"/>
                  </a:cubicBezTo>
                  <a:cubicBezTo>
                    <a:pt x="223" y="219"/>
                    <a:pt x="260" y="149"/>
                    <a:pt x="244" y="79"/>
                  </a:cubicBezTo>
                  <a:cubicBezTo>
                    <a:pt x="223" y="62"/>
                    <a:pt x="223" y="46"/>
                    <a:pt x="206" y="29"/>
                  </a:cubicBezTo>
                  <a:lnTo>
                    <a:pt x="190" y="13"/>
                  </a:lnTo>
                  <a:cubicBezTo>
                    <a:pt x="173" y="4"/>
                    <a:pt x="156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0" name="Google Shape;21650;p66"/>
            <p:cNvSpPr/>
            <p:nvPr/>
          </p:nvSpPr>
          <p:spPr>
            <a:xfrm>
              <a:off x="3883075" y="2744750"/>
              <a:ext cx="6025" cy="6325"/>
            </a:xfrm>
            <a:custGeom>
              <a:avLst/>
              <a:gdLst/>
              <a:ahLst/>
              <a:cxnLst/>
              <a:rect l="l" t="t" r="r" b="b"/>
              <a:pathLst>
                <a:path w="241" h="253" extrusionOk="0">
                  <a:moveTo>
                    <a:pt x="127" y="1"/>
                  </a:moveTo>
                  <a:cubicBezTo>
                    <a:pt x="97" y="1"/>
                    <a:pt x="63" y="13"/>
                    <a:pt x="34" y="40"/>
                  </a:cubicBezTo>
                  <a:cubicBezTo>
                    <a:pt x="1" y="110"/>
                    <a:pt x="1" y="180"/>
                    <a:pt x="34" y="230"/>
                  </a:cubicBezTo>
                  <a:cubicBezTo>
                    <a:pt x="58" y="244"/>
                    <a:pt x="85" y="253"/>
                    <a:pt x="111" y="253"/>
                  </a:cubicBezTo>
                  <a:cubicBezTo>
                    <a:pt x="144" y="253"/>
                    <a:pt x="178" y="240"/>
                    <a:pt x="207" y="213"/>
                  </a:cubicBezTo>
                  <a:cubicBezTo>
                    <a:pt x="240" y="143"/>
                    <a:pt x="240" y="77"/>
                    <a:pt x="191" y="23"/>
                  </a:cubicBezTo>
                  <a:cubicBezTo>
                    <a:pt x="174" y="9"/>
                    <a:pt x="151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1" name="Google Shape;21651;p66"/>
            <p:cNvSpPr/>
            <p:nvPr/>
          </p:nvSpPr>
          <p:spPr>
            <a:xfrm>
              <a:off x="3883500" y="26992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8" y="1"/>
                  </a:moveTo>
                  <a:cubicBezTo>
                    <a:pt x="103" y="1"/>
                    <a:pt x="65" y="18"/>
                    <a:pt x="33" y="59"/>
                  </a:cubicBezTo>
                  <a:cubicBezTo>
                    <a:pt x="0" y="109"/>
                    <a:pt x="0" y="179"/>
                    <a:pt x="33" y="228"/>
                  </a:cubicBezTo>
                  <a:cubicBezTo>
                    <a:pt x="54" y="249"/>
                    <a:pt x="71" y="249"/>
                    <a:pt x="87" y="249"/>
                  </a:cubicBezTo>
                  <a:cubicBezTo>
                    <a:pt x="96" y="253"/>
                    <a:pt x="106" y="255"/>
                    <a:pt x="117" y="255"/>
                  </a:cubicBezTo>
                  <a:cubicBezTo>
                    <a:pt x="147" y="255"/>
                    <a:pt x="182" y="239"/>
                    <a:pt x="207" y="212"/>
                  </a:cubicBezTo>
                  <a:cubicBezTo>
                    <a:pt x="240" y="162"/>
                    <a:pt x="240" y="109"/>
                    <a:pt x="223" y="76"/>
                  </a:cubicBezTo>
                  <a:cubicBezTo>
                    <a:pt x="223" y="59"/>
                    <a:pt x="207" y="43"/>
                    <a:pt x="207" y="22"/>
                  </a:cubicBezTo>
                  <a:cubicBezTo>
                    <a:pt x="186" y="9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2" name="Google Shape;21652;p66"/>
            <p:cNvSpPr/>
            <p:nvPr/>
          </p:nvSpPr>
          <p:spPr>
            <a:xfrm>
              <a:off x="3862875" y="2725000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40" y="1"/>
                  </a:moveTo>
                  <a:cubicBezTo>
                    <a:pt x="107" y="1"/>
                    <a:pt x="74" y="17"/>
                    <a:pt x="54" y="59"/>
                  </a:cubicBezTo>
                  <a:cubicBezTo>
                    <a:pt x="1" y="108"/>
                    <a:pt x="1" y="179"/>
                    <a:pt x="54" y="228"/>
                  </a:cubicBezTo>
                  <a:cubicBezTo>
                    <a:pt x="71" y="249"/>
                    <a:pt x="71" y="249"/>
                    <a:pt x="87" y="249"/>
                  </a:cubicBezTo>
                  <a:cubicBezTo>
                    <a:pt x="100" y="253"/>
                    <a:pt x="113" y="255"/>
                    <a:pt x="124" y="255"/>
                  </a:cubicBezTo>
                  <a:cubicBezTo>
                    <a:pt x="156" y="255"/>
                    <a:pt x="183" y="239"/>
                    <a:pt x="207" y="212"/>
                  </a:cubicBezTo>
                  <a:cubicBezTo>
                    <a:pt x="240" y="179"/>
                    <a:pt x="240" y="125"/>
                    <a:pt x="240" y="75"/>
                  </a:cubicBezTo>
                  <a:cubicBezTo>
                    <a:pt x="224" y="59"/>
                    <a:pt x="224" y="43"/>
                    <a:pt x="207" y="22"/>
                  </a:cubicBezTo>
                  <a:cubicBezTo>
                    <a:pt x="187" y="8"/>
                    <a:pt x="163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3" name="Google Shape;21653;p66"/>
            <p:cNvSpPr/>
            <p:nvPr/>
          </p:nvSpPr>
          <p:spPr>
            <a:xfrm>
              <a:off x="4245075" y="2837750"/>
              <a:ext cx="6525" cy="6550"/>
            </a:xfrm>
            <a:custGeom>
              <a:avLst/>
              <a:gdLst/>
              <a:ahLst/>
              <a:cxnLst/>
              <a:rect l="l" t="t" r="r" b="b"/>
              <a:pathLst>
                <a:path w="261" h="262" extrusionOk="0">
                  <a:moveTo>
                    <a:pt x="150" y="1"/>
                  </a:moveTo>
                  <a:cubicBezTo>
                    <a:pt x="119" y="1"/>
                    <a:pt x="83" y="18"/>
                    <a:pt x="54" y="47"/>
                  </a:cubicBezTo>
                  <a:cubicBezTo>
                    <a:pt x="1" y="101"/>
                    <a:pt x="1" y="187"/>
                    <a:pt x="54" y="237"/>
                  </a:cubicBezTo>
                  <a:cubicBezTo>
                    <a:pt x="75" y="252"/>
                    <a:pt x="100" y="261"/>
                    <a:pt x="123" y="261"/>
                  </a:cubicBezTo>
                  <a:cubicBezTo>
                    <a:pt x="156" y="261"/>
                    <a:pt x="188" y="244"/>
                    <a:pt x="207" y="204"/>
                  </a:cubicBezTo>
                  <a:cubicBezTo>
                    <a:pt x="260" y="150"/>
                    <a:pt x="260" y="68"/>
                    <a:pt x="207" y="31"/>
                  </a:cubicBezTo>
                  <a:cubicBezTo>
                    <a:pt x="193" y="10"/>
                    <a:pt x="173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4" name="Google Shape;21654;p66"/>
            <p:cNvSpPr/>
            <p:nvPr/>
          </p:nvSpPr>
          <p:spPr>
            <a:xfrm>
              <a:off x="4249000" y="2791525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16" y="0"/>
                  </a:moveTo>
                  <a:cubicBezTo>
                    <a:pt x="100" y="0"/>
                    <a:pt x="81" y="8"/>
                    <a:pt x="70" y="8"/>
                  </a:cubicBezTo>
                  <a:cubicBezTo>
                    <a:pt x="33" y="24"/>
                    <a:pt x="17" y="61"/>
                    <a:pt x="0" y="111"/>
                  </a:cubicBezTo>
                  <a:cubicBezTo>
                    <a:pt x="0" y="144"/>
                    <a:pt x="0" y="181"/>
                    <a:pt x="17" y="197"/>
                  </a:cubicBezTo>
                  <a:cubicBezTo>
                    <a:pt x="33" y="230"/>
                    <a:pt x="50" y="247"/>
                    <a:pt x="87" y="247"/>
                  </a:cubicBezTo>
                  <a:cubicBezTo>
                    <a:pt x="94" y="250"/>
                    <a:pt x="102" y="251"/>
                    <a:pt x="110" y="251"/>
                  </a:cubicBezTo>
                  <a:cubicBezTo>
                    <a:pt x="156" y="251"/>
                    <a:pt x="209" y="206"/>
                    <a:pt x="223" y="164"/>
                  </a:cubicBezTo>
                  <a:lnTo>
                    <a:pt x="223" y="144"/>
                  </a:lnTo>
                  <a:cubicBezTo>
                    <a:pt x="239" y="94"/>
                    <a:pt x="223" y="61"/>
                    <a:pt x="190" y="24"/>
                  </a:cubicBezTo>
                  <a:cubicBezTo>
                    <a:pt x="173" y="8"/>
                    <a:pt x="153" y="8"/>
                    <a:pt x="136" y="8"/>
                  </a:cubicBezTo>
                  <a:cubicBezTo>
                    <a:pt x="131" y="2"/>
                    <a:pt x="124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5" name="Google Shape;21655;p66"/>
            <p:cNvSpPr/>
            <p:nvPr/>
          </p:nvSpPr>
          <p:spPr>
            <a:xfrm>
              <a:off x="4248175" y="27766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6" y="1"/>
                  </a:moveTo>
                  <a:cubicBezTo>
                    <a:pt x="120" y="1"/>
                    <a:pt x="83" y="17"/>
                    <a:pt x="50" y="38"/>
                  </a:cubicBezTo>
                  <a:cubicBezTo>
                    <a:pt x="33" y="54"/>
                    <a:pt x="17" y="87"/>
                    <a:pt x="0" y="120"/>
                  </a:cubicBezTo>
                  <a:cubicBezTo>
                    <a:pt x="0" y="158"/>
                    <a:pt x="0" y="191"/>
                    <a:pt x="17" y="207"/>
                  </a:cubicBezTo>
                  <a:cubicBezTo>
                    <a:pt x="33" y="244"/>
                    <a:pt x="50" y="261"/>
                    <a:pt x="83" y="261"/>
                  </a:cubicBezTo>
                  <a:cubicBezTo>
                    <a:pt x="91" y="263"/>
                    <a:pt x="100" y="264"/>
                    <a:pt x="108" y="264"/>
                  </a:cubicBezTo>
                  <a:cubicBezTo>
                    <a:pt x="166" y="264"/>
                    <a:pt x="208" y="215"/>
                    <a:pt x="223" y="158"/>
                  </a:cubicBezTo>
                  <a:cubicBezTo>
                    <a:pt x="239" y="120"/>
                    <a:pt x="223" y="87"/>
                    <a:pt x="206" y="54"/>
                  </a:cubicBezTo>
                  <a:cubicBezTo>
                    <a:pt x="206" y="54"/>
                    <a:pt x="206" y="38"/>
                    <a:pt x="186" y="38"/>
                  </a:cubicBezTo>
                  <a:cubicBezTo>
                    <a:pt x="186" y="17"/>
                    <a:pt x="169" y="17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6" name="Google Shape;21656;p66"/>
            <p:cNvSpPr/>
            <p:nvPr/>
          </p:nvSpPr>
          <p:spPr>
            <a:xfrm>
              <a:off x="4241675" y="276120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87" y="17"/>
                    <a:pt x="71" y="38"/>
                    <a:pt x="54" y="54"/>
                  </a:cubicBezTo>
                  <a:cubicBezTo>
                    <a:pt x="1" y="103"/>
                    <a:pt x="1" y="190"/>
                    <a:pt x="54" y="223"/>
                  </a:cubicBezTo>
                  <a:cubicBezTo>
                    <a:pt x="54" y="244"/>
                    <a:pt x="71" y="244"/>
                    <a:pt x="87" y="260"/>
                  </a:cubicBezTo>
                  <a:cubicBezTo>
                    <a:pt x="137" y="260"/>
                    <a:pt x="174" y="244"/>
                    <a:pt x="207" y="207"/>
                  </a:cubicBezTo>
                  <a:cubicBezTo>
                    <a:pt x="207" y="207"/>
                    <a:pt x="207" y="190"/>
                    <a:pt x="223" y="190"/>
                  </a:cubicBezTo>
                  <a:cubicBezTo>
                    <a:pt x="174" y="141"/>
                    <a:pt x="137" y="71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7" name="Google Shape;21657;p66"/>
            <p:cNvSpPr/>
            <p:nvPr/>
          </p:nvSpPr>
          <p:spPr>
            <a:xfrm>
              <a:off x="4235700" y="2789950"/>
              <a:ext cx="6425" cy="6425"/>
            </a:xfrm>
            <a:custGeom>
              <a:avLst/>
              <a:gdLst/>
              <a:ahLst/>
              <a:cxnLst/>
              <a:rect l="l" t="t" r="r" b="b"/>
              <a:pathLst>
                <a:path w="257" h="257" extrusionOk="0">
                  <a:moveTo>
                    <a:pt x="103" y="1"/>
                  </a:moveTo>
                  <a:cubicBezTo>
                    <a:pt x="50" y="38"/>
                    <a:pt x="0" y="104"/>
                    <a:pt x="17" y="174"/>
                  </a:cubicBezTo>
                  <a:cubicBezTo>
                    <a:pt x="33" y="207"/>
                    <a:pt x="50" y="227"/>
                    <a:pt x="87" y="244"/>
                  </a:cubicBezTo>
                  <a:cubicBezTo>
                    <a:pt x="95" y="252"/>
                    <a:pt x="108" y="256"/>
                    <a:pt x="122" y="256"/>
                  </a:cubicBezTo>
                  <a:cubicBezTo>
                    <a:pt x="136" y="256"/>
                    <a:pt x="153" y="252"/>
                    <a:pt x="169" y="244"/>
                  </a:cubicBezTo>
                  <a:cubicBezTo>
                    <a:pt x="190" y="227"/>
                    <a:pt x="223" y="207"/>
                    <a:pt x="240" y="174"/>
                  </a:cubicBezTo>
                  <a:cubicBezTo>
                    <a:pt x="240" y="141"/>
                    <a:pt x="256" y="104"/>
                    <a:pt x="240" y="87"/>
                  </a:cubicBezTo>
                  <a:cubicBezTo>
                    <a:pt x="240" y="54"/>
                    <a:pt x="223" y="38"/>
                    <a:pt x="207" y="21"/>
                  </a:cubicBezTo>
                  <a:lnTo>
                    <a:pt x="1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8" name="Google Shape;21658;p66"/>
            <p:cNvSpPr/>
            <p:nvPr/>
          </p:nvSpPr>
          <p:spPr>
            <a:xfrm>
              <a:off x="4243850" y="282212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16" y="1"/>
                  </a:moveTo>
                  <a:cubicBezTo>
                    <a:pt x="69" y="1"/>
                    <a:pt x="14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7"/>
                    <a:pt x="50" y="260"/>
                    <a:pt x="87" y="260"/>
                  </a:cubicBezTo>
                  <a:cubicBezTo>
                    <a:pt x="136" y="260"/>
                    <a:pt x="206" y="227"/>
                    <a:pt x="223" y="157"/>
                  </a:cubicBezTo>
                  <a:cubicBezTo>
                    <a:pt x="223" y="124"/>
                    <a:pt x="223" y="91"/>
                    <a:pt x="206" y="54"/>
                  </a:cubicBezTo>
                  <a:cubicBezTo>
                    <a:pt x="206" y="37"/>
                    <a:pt x="190" y="37"/>
                    <a:pt x="190" y="37"/>
                  </a:cubicBezTo>
                  <a:cubicBezTo>
                    <a:pt x="173" y="21"/>
                    <a:pt x="153" y="4"/>
                    <a:pt x="136" y="4"/>
                  </a:cubicBezTo>
                  <a:cubicBezTo>
                    <a:pt x="130" y="2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9" name="Google Shape;21659;p66"/>
            <p:cNvSpPr/>
            <p:nvPr/>
          </p:nvSpPr>
          <p:spPr>
            <a:xfrm>
              <a:off x="4241275" y="28066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1"/>
                  </a:moveTo>
                  <a:cubicBezTo>
                    <a:pt x="103" y="1"/>
                    <a:pt x="71" y="17"/>
                    <a:pt x="50" y="55"/>
                  </a:cubicBezTo>
                  <a:cubicBezTo>
                    <a:pt x="0" y="109"/>
                    <a:pt x="0" y="195"/>
                    <a:pt x="50" y="228"/>
                  </a:cubicBezTo>
                  <a:cubicBezTo>
                    <a:pt x="65" y="251"/>
                    <a:pt x="85" y="260"/>
                    <a:pt x="107" y="260"/>
                  </a:cubicBezTo>
                  <a:cubicBezTo>
                    <a:pt x="139" y="260"/>
                    <a:pt x="175" y="241"/>
                    <a:pt x="206" y="212"/>
                  </a:cubicBezTo>
                  <a:cubicBezTo>
                    <a:pt x="239" y="158"/>
                    <a:pt x="239" y="76"/>
                    <a:pt x="206" y="22"/>
                  </a:cubicBezTo>
                  <a:cubicBezTo>
                    <a:pt x="184" y="9"/>
                    <a:pt x="160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0" name="Google Shape;21660;p66"/>
            <p:cNvSpPr/>
            <p:nvPr/>
          </p:nvSpPr>
          <p:spPr>
            <a:xfrm>
              <a:off x="4227550" y="2850550"/>
              <a:ext cx="1675" cy="25"/>
            </a:xfrm>
            <a:custGeom>
              <a:avLst/>
              <a:gdLst/>
              <a:ahLst/>
              <a:cxnLst/>
              <a:rect l="l" t="t" r="r" b="b"/>
              <a:pathLst>
                <a:path w="67" h="1" extrusionOk="0">
                  <a:moveTo>
                    <a:pt x="1" y="1"/>
                  </a:moveTo>
                  <a:lnTo>
                    <a:pt x="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1" name="Google Shape;21661;p66"/>
            <p:cNvSpPr/>
            <p:nvPr/>
          </p:nvSpPr>
          <p:spPr>
            <a:xfrm>
              <a:off x="3866800" y="2686475"/>
              <a:ext cx="2100" cy="650"/>
            </a:xfrm>
            <a:custGeom>
              <a:avLst/>
              <a:gdLst/>
              <a:ahLst/>
              <a:cxnLst/>
              <a:rect l="l" t="t" r="r" b="b"/>
              <a:pathLst>
                <a:path w="84" h="26" extrusionOk="0">
                  <a:moveTo>
                    <a:pt x="83" y="0"/>
                  </a:moveTo>
                  <a:cubicBezTo>
                    <a:pt x="50" y="0"/>
                    <a:pt x="34" y="17"/>
                    <a:pt x="1" y="17"/>
                  </a:cubicBezTo>
                  <a:lnTo>
                    <a:pt x="17" y="17"/>
                  </a:lnTo>
                  <a:cubicBezTo>
                    <a:pt x="22" y="23"/>
                    <a:pt x="28" y="25"/>
                    <a:pt x="35" y="25"/>
                  </a:cubicBezTo>
                  <a:cubicBezTo>
                    <a:pt x="52" y="25"/>
                    <a:pt x="71" y="12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2" name="Google Shape;21662;p66"/>
            <p:cNvSpPr/>
            <p:nvPr/>
          </p:nvSpPr>
          <p:spPr>
            <a:xfrm>
              <a:off x="3840100" y="2692025"/>
              <a:ext cx="6100" cy="4675"/>
            </a:xfrm>
            <a:custGeom>
              <a:avLst/>
              <a:gdLst/>
              <a:ahLst/>
              <a:cxnLst/>
              <a:rect l="l" t="t" r="r" b="b"/>
              <a:pathLst>
                <a:path w="244" h="187" extrusionOk="0">
                  <a:moveTo>
                    <a:pt x="207" y="1"/>
                  </a:moveTo>
                  <a:cubicBezTo>
                    <a:pt x="120" y="38"/>
                    <a:pt x="54" y="71"/>
                    <a:pt x="1" y="88"/>
                  </a:cubicBezTo>
                  <a:lnTo>
                    <a:pt x="1" y="104"/>
                  </a:lnTo>
                  <a:cubicBezTo>
                    <a:pt x="1" y="141"/>
                    <a:pt x="17" y="158"/>
                    <a:pt x="54" y="174"/>
                  </a:cubicBezTo>
                  <a:cubicBezTo>
                    <a:pt x="71" y="182"/>
                    <a:pt x="83" y="186"/>
                    <a:pt x="96" y="186"/>
                  </a:cubicBezTo>
                  <a:cubicBezTo>
                    <a:pt x="109" y="186"/>
                    <a:pt x="122" y="182"/>
                    <a:pt x="141" y="174"/>
                  </a:cubicBezTo>
                  <a:cubicBezTo>
                    <a:pt x="190" y="158"/>
                    <a:pt x="244" y="88"/>
                    <a:pt x="223" y="22"/>
                  </a:cubicBezTo>
                  <a:lnTo>
                    <a:pt x="2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3" name="Google Shape;21663;p66"/>
            <p:cNvSpPr/>
            <p:nvPr/>
          </p:nvSpPr>
          <p:spPr>
            <a:xfrm>
              <a:off x="4230950" y="28354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7" y="1"/>
                  </a:moveTo>
                  <a:cubicBezTo>
                    <a:pt x="70" y="1"/>
                    <a:pt x="17" y="46"/>
                    <a:pt x="17" y="107"/>
                  </a:cubicBezTo>
                  <a:cubicBezTo>
                    <a:pt x="1" y="140"/>
                    <a:pt x="1" y="177"/>
                    <a:pt x="17" y="210"/>
                  </a:cubicBezTo>
                  <a:cubicBezTo>
                    <a:pt x="34" y="227"/>
                    <a:pt x="71" y="243"/>
                    <a:pt x="87" y="264"/>
                  </a:cubicBezTo>
                  <a:cubicBezTo>
                    <a:pt x="153" y="264"/>
                    <a:pt x="207" y="210"/>
                    <a:pt x="223" y="140"/>
                  </a:cubicBezTo>
                  <a:cubicBezTo>
                    <a:pt x="240" y="107"/>
                    <a:pt x="240" y="74"/>
                    <a:pt x="223" y="58"/>
                  </a:cubicBezTo>
                  <a:cubicBezTo>
                    <a:pt x="207" y="37"/>
                    <a:pt x="207" y="37"/>
                    <a:pt x="207" y="21"/>
                  </a:cubicBezTo>
                  <a:cubicBezTo>
                    <a:pt x="190" y="21"/>
                    <a:pt x="174" y="4"/>
                    <a:pt x="153" y="4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4" name="Google Shape;21664;p66"/>
            <p:cNvSpPr/>
            <p:nvPr/>
          </p:nvSpPr>
          <p:spPr>
            <a:xfrm>
              <a:off x="4270025" y="2814900"/>
              <a:ext cx="2600" cy="5175"/>
            </a:xfrm>
            <a:custGeom>
              <a:avLst/>
              <a:gdLst/>
              <a:ahLst/>
              <a:cxnLst/>
              <a:rect l="l" t="t" r="r" b="b"/>
              <a:pathLst>
                <a:path w="104" h="207" extrusionOk="0">
                  <a:moveTo>
                    <a:pt x="33" y="0"/>
                  </a:moveTo>
                  <a:cubicBezTo>
                    <a:pt x="17" y="17"/>
                    <a:pt x="17" y="33"/>
                    <a:pt x="0" y="71"/>
                  </a:cubicBezTo>
                  <a:cubicBezTo>
                    <a:pt x="0" y="104"/>
                    <a:pt x="0" y="137"/>
                    <a:pt x="17" y="157"/>
                  </a:cubicBezTo>
                  <a:cubicBezTo>
                    <a:pt x="33" y="190"/>
                    <a:pt x="54" y="207"/>
                    <a:pt x="87" y="207"/>
                  </a:cubicBezTo>
                  <a:lnTo>
                    <a:pt x="103" y="207"/>
                  </a:lnTo>
                  <a:cubicBezTo>
                    <a:pt x="70" y="137"/>
                    <a:pt x="54" y="71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5" name="Google Shape;21665;p66"/>
            <p:cNvSpPr/>
            <p:nvPr/>
          </p:nvSpPr>
          <p:spPr>
            <a:xfrm>
              <a:off x="4116750" y="27224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7" y="0"/>
                  </a:moveTo>
                  <a:cubicBezTo>
                    <a:pt x="67" y="0"/>
                    <a:pt x="15" y="49"/>
                    <a:pt x="1" y="106"/>
                  </a:cubicBezTo>
                  <a:cubicBezTo>
                    <a:pt x="1" y="144"/>
                    <a:pt x="1" y="176"/>
                    <a:pt x="17" y="209"/>
                  </a:cubicBezTo>
                  <a:cubicBezTo>
                    <a:pt x="34" y="226"/>
                    <a:pt x="67" y="247"/>
                    <a:pt x="83" y="263"/>
                  </a:cubicBezTo>
                  <a:cubicBezTo>
                    <a:pt x="153" y="263"/>
                    <a:pt x="207" y="209"/>
                    <a:pt x="223" y="144"/>
                  </a:cubicBezTo>
                  <a:cubicBezTo>
                    <a:pt x="240" y="106"/>
                    <a:pt x="223" y="73"/>
                    <a:pt x="223" y="57"/>
                  </a:cubicBezTo>
                  <a:lnTo>
                    <a:pt x="186" y="20"/>
                  </a:lnTo>
                  <a:cubicBezTo>
                    <a:pt x="186" y="20"/>
                    <a:pt x="170" y="3"/>
                    <a:pt x="153" y="3"/>
                  </a:cubicBezTo>
                  <a:cubicBezTo>
                    <a:pt x="144" y="1"/>
                    <a:pt x="136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6" name="Google Shape;21666;p66"/>
            <p:cNvSpPr/>
            <p:nvPr/>
          </p:nvSpPr>
          <p:spPr>
            <a:xfrm>
              <a:off x="4254975" y="2808725"/>
              <a:ext cx="6525" cy="6500"/>
            </a:xfrm>
            <a:custGeom>
              <a:avLst/>
              <a:gdLst/>
              <a:ahLst/>
              <a:cxnLst/>
              <a:rect l="l" t="t" r="r" b="b"/>
              <a:pathLst>
                <a:path w="261" h="260" extrusionOk="0">
                  <a:moveTo>
                    <a:pt x="135" y="1"/>
                  </a:moveTo>
                  <a:cubicBezTo>
                    <a:pt x="126" y="1"/>
                    <a:pt x="116" y="3"/>
                    <a:pt x="103" y="8"/>
                  </a:cubicBezTo>
                  <a:cubicBezTo>
                    <a:pt x="38" y="41"/>
                    <a:pt x="0" y="111"/>
                    <a:pt x="17" y="177"/>
                  </a:cubicBezTo>
                  <a:cubicBezTo>
                    <a:pt x="38" y="214"/>
                    <a:pt x="54" y="231"/>
                    <a:pt x="70" y="247"/>
                  </a:cubicBezTo>
                  <a:cubicBezTo>
                    <a:pt x="87" y="256"/>
                    <a:pt x="105" y="260"/>
                    <a:pt x="120" y="260"/>
                  </a:cubicBezTo>
                  <a:cubicBezTo>
                    <a:pt x="135" y="260"/>
                    <a:pt x="149" y="256"/>
                    <a:pt x="157" y="247"/>
                  </a:cubicBezTo>
                  <a:cubicBezTo>
                    <a:pt x="223" y="231"/>
                    <a:pt x="260" y="144"/>
                    <a:pt x="244" y="74"/>
                  </a:cubicBezTo>
                  <a:cubicBezTo>
                    <a:pt x="244" y="58"/>
                    <a:pt x="223" y="41"/>
                    <a:pt x="207" y="25"/>
                  </a:cubicBezTo>
                  <a:cubicBezTo>
                    <a:pt x="207" y="25"/>
                    <a:pt x="190" y="25"/>
                    <a:pt x="190" y="8"/>
                  </a:cubicBezTo>
                  <a:cubicBezTo>
                    <a:pt x="168" y="8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7" name="Google Shape;21667;p66"/>
            <p:cNvSpPr/>
            <p:nvPr/>
          </p:nvSpPr>
          <p:spPr>
            <a:xfrm>
              <a:off x="4264875" y="28432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57" y="0"/>
                  </a:moveTo>
                  <a:cubicBezTo>
                    <a:pt x="87" y="0"/>
                    <a:pt x="33" y="33"/>
                    <a:pt x="17" y="120"/>
                  </a:cubicBezTo>
                  <a:cubicBezTo>
                    <a:pt x="0" y="136"/>
                    <a:pt x="17" y="173"/>
                    <a:pt x="17" y="206"/>
                  </a:cubicBezTo>
                  <a:cubicBezTo>
                    <a:pt x="33" y="239"/>
                    <a:pt x="70" y="260"/>
                    <a:pt x="103" y="260"/>
                  </a:cubicBezTo>
                  <a:cubicBezTo>
                    <a:pt x="110" y="262"/>
                    <a:pt x="117" y="263"/>
                    <a:pt x="124" y="263"/>
                  </a:cubicBezTo>
                  <a:cubicBezTo>
                    <a:pt x="172" y="263"/>
                    <a:pt x="225" y="215"/>
                    <a:pt x="239" y="157"/>
                  </a:cubicBezTo>
                  <a:cubicBezTo>
                    <a:pt x="239" y="120"/>
                    <a:pt x="239" y="87"/>
                    <a:pt x="223" y="54"/>
                  </a:cubicBezTo>
                  <a:lnTo>
                    <a:pt x="206" y="33"/>
                  </a:lnTo>
                  <a:cubicBezTo>
                    <a:pt x="190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8" name="Google Shape;21668;p66"/>
            <p:cNvSpPr/>
            <p:nvPr/>
          </p:nvSpPr>
          <p:spPr>
            <a:xfrm>
              <a:off x="3842275" y="28156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2" y="0"/>
                  </a:moveTo>
                  <a:cubicBezTo>
                    <a:pt x="74" y="0"/>
                    <a:pt x="31" y="49"/>
                    <a:pt x="17" y="107"/>
                  </a:cubicBezTo>
                  <a:cubicBezTo>
                    <a:pt x="0" y="144"/>
                    <a:pt x="0" y="177"/>
                    <a:pt x="17" y="210"/>
                  </a:cubicBezTo>
                  <a:cubicBezTo>
                    <a:pt x="33" y="230"/>
                    <a:pt x="70" y="247"/>
                    <a:pt x="87" y="263"/>
                  </a:cubicBezTo>
                  <a:cubicBezTo>
                    <a:pt x="157" y="263"/>
                    <a:pt x="206" y="210"/>
                    <a:pt x="223" y="144"/>
                  </a:cubicBezTo>
                  <a:cubicBezTo>
                    <a:pt x="239" y="107"/>
                    <a:pt x="239" y="90"/>
                    <a:pt x="223" y="57"/>
                  </a:cubicBezTo>
                  <a:cubicBezTo>
                    <a:pt x="206" y="41"/>
                    <a:pt x="206" y="41"/>
                    <a:pt x="206" y="24"/>
                  </a:cubicBezTo>
                  <a:cubicBezTo>
                    <a:pt x="190" y="24"/>
                    <a:pt x="173" y="3"/>
                    <a:pt x="157" y="3"/>
                  </a:cubicBezTo>
                  <a:cubicBezTo>
                    <a:pt x="148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9" name="Google Shape;21669;p66"/>
            <p:cNvSpPr/>
            <p:nvPr/>
          </p:nvSpPr>
          <p:spPr>
            <a:xfrm>
              <a:off x="3856900" y="2757725"/>
              <a:ext cx="6000" cy="6150"/>
            </a:xfrm>
            <a:custGeom>
              <a:avLst/>
              <a:gdLst/>
              <a:ahLst/>
              <a:cxnLst/>
              <a:rect l="l" t="t" r="r" b="b"/>
              <a:pathLst>
                <a:path w="240" h="246" extrusionOk="0">
                  <a:moveTo>
                    <a:pt x="116" y="0"/>
                  </a:moveTo>
                  <a:cubicBezTo>
                    <a:pt x="70" y="0"/>
                    <a:pt x="15" y="46"/>
                    <a:pt x="1" y="106"/>
                  </a:cubicBezTo>
                  <a:cubicBezTo>
                    <a:pt x="1" y="139"/>
                    <a:pt x="1" y="177"/>
                    <a:pt x="17" y="193"/>
                  </a:cubicBezTo>
                  <a:cubicBezTo>
                    <a:pt x="34" y="226"/>
                    <a:pt x="50" y="242"/>
                    <a:pt x="87" y="242"/>
                  </a:cubicBezTo>
                  <a:cubicBezTo>
                    <a:pt x="96" y="245"/>
                    <a:pt x="104" y="246"/>
                    <a:pt x="113" y="246"/>
                  </a:cubicBezTo>
                  <a:cubicBezTo>
                    <a:pt x="167" y="246"/>
                    <a:pt x="209" y="200"/>
                    <a:pt x="223" y="139"/>
                  </a:cubicBezTo>
                  <a:cubicBezTo>
                    <a:pt x="240" y="106"/>
                    <a:pt x="223" y="73"/>
                    <a:pt x="223" y="53"/>
                  </a:cubicBezTo>
                  <a:cubicBezTo>
                    <a:pt x="207" y="36"/>
                    <a:pt x="207" y="36"/>
                    <a:pt x="190" y="20"/>
                  </a:cubicBezTo>
                  <a:cubicBezTo>
                    <a:pt x="190" y="3"/>
                    <a:pt x="170" y="3"/>
                    <a:pt x="137" y="3"/>
                  </a:cubicBezTo>
                  <a:cubicBezTo>
                    <a:pt x="130" y="1"/>
                    <a:pt x="124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0" name="Google Shape;21670;p66"/>
            <p:cNvSpPr/>
            <p:nvPr/>
          </p:nvSpPr>
          <p:spPr>
            <a:xfrm>
              <a:off x="3846600" y="28337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0" y="1"/>
                  </a:moveTo>
                  <a:cubicBezTo>
                    <a:pt x="66" y="1"/>
                    <a:pt x="33" y="55"/>
                    <a:pt x="17" y="104"/>
                  </a:cubicBezTo>
                  <a:cubicBezTo>
                    <a:pt x="0" y="141"/>
                    <a:pt x="17" y="174"/>
                    <a:pt x="17" y="207"/>
                  </a:cubicBezTo>
                  <a:cubicBezTo>
                    <a:pt x="33" y="228"/>
                    <a:pt x="66" y="244"/>
                    <a:pt x="104" y="261"/>
                  </a:cubicBezTo>
                  <a:cubicBezTo>
                    <a:pt x="153" y="261"/>
                    <a:pt x="223" y="207"/>
                    <a:pt x="240" y="141"/>
                  </a:cubicBezTo>
                  <a:lnTo>
                    <a:pt x="240" y="104"/>
                  </a:lnTo>
                  <a:cubicBezTo>
                    <a:pt x="240" y="71"/>
                    <a:pt x="223" y="55"/>
                    <a:pt x="207" y="22"/>
                  </a:cubicBezTo>
                  <a:cubicBezTo>
                    <a:pt x="190" y="22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1" name="Google Shape;21671;p66"/>
            <p:cNvSpPr/>
            <p:nvPr/>
          </p:nvSpPr>
          <p:spPr>
            <a:xfrm>
              <a:off x="3838450" y="2783975"/>
              <a:ext cx="2600" cy="6525"/>
            </a:xfrm>
            <a:custGeom>
              <a:avLst/>
              <a:gdLst/>
              <a:ahLst/>
              <a:cxnLst/>
              <a:rect l="l" t="t" r="r" b="b"/>
              <a:pathLst>
                <a:path w="104" h="261" extrusionOk="0">
                  <a:moveTo>
                    <a:pt x="1" y="1"/>
                  </a:moveTo>
                  <a:lnTo>
                    <a:pt x="1" y="260"/>
                  </a:lnTo>
                  <a:cubicBezTo>
                    <a:pt x="50" y="240"/>
                    <a:pt x="83" y="207"/>
                    <a:pt x="104" y="157"/>
                  </a:cubicBezTo>
                  <a:cubicBezTo>
                    <a:pt x="104" y="104"/>
                    <a:pt x="104" y="54"/>
                    <a:pt x="67" y="34"/>
                  </a:cubicBezTo>
                  <a:cubicBezTo>
                    <a:pt x="50" y="17"/>
                    <a:pt x="34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2" name="Google Shape;21672;p66"/>
            <p:cNvSpPr/>
            <p:nvPr/>
          </p:nvSpPr>
          <p:spPr>
            <a:xfrm>
              <a:off x="3839700" y="27994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87" y="0"/>
                  </a:moveTo>
                  <a:cubicBezTo>
                    <a:pt x="33" y="33"/>
                    <a:pt x="0" y="103"/>
                    <a:pt x="17" y="173"/>
                  </a:cubicBezTo>
                  <a:cubicBezTo>
                    <a:pt x="17" y="206"/>
                    <a:pt x="33" y="223"/>
                    <a:pt x="70" y="239"/>
                  </a:cubicBezTo>
                  <a:cubicBezTo>
                    <a:pt x="79" y="249"/>
                    <a:pt x="91" y="255"/>
                    <a:pt x="106" y="255"/>
                  </a:cubicBezTo>
                  <a:cubicBezTo>
                    <a:pt x="121" y="255"/>
                    <a:pt x="138" y="249"/>
                    <a:pt x="157" y="239"/>
                  </a:cubicBezTo>
                  <a:cubicBezTo>
                    <a:pt x="190" y="223"/>
                    <a:pt x="206" y="206"/>
                    <a:pt x="223" y="173"/>
                  </a:cubicBezTo>
                  <a:cubicBezTo>
                    <a:pt x="239" y="136"/>
                    <a:pt x="239" y="103"/>
                    <a:pt x="223" y="87"/>
                  </a:cubicBezTo>
                  <a:cubicBezTo>
                    <a:pt x="223" y="54"/>
                    <a:pt x="223" y="33"/>
                    <a:pt x="206" y="17"/>
                  </a:cubicBezTo>
                  <a:cubicBezTo>
                    <a:pt x="190" y="17"/>
                    <a:pt x="190" y="17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3" name="Google Shape;21673;p66"/>
            <p:cNvSpPr/>
            <p:nvPr/>
          </p:nvSpPr>
          <p:spPr>
            <a:xfrm>
              <a:off x="3849600" y="2725050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17" y="0"/>
                  </a:moveTo>
                  <a:cubicBezTo>
                    <a:pt x="70" y="0"/>
                    <a:pt x="14" y="49"/>
                    <a:pt x="0" y="106"/>
                  </a:cubicBezTo>
                  <a:cubicBezTo>
                    <a:pt x="0" y="144"/>
                    <a:pt x="0" y="177"/>
                    <a:pt x="17" y="193"/>
                  </a:cubicBezTo>
                  <a:cubicBezTo>
                    <a:pt x="33" y="226"/>
                    <a:pt x="50" y="247"/>
                    <a:pt x="87" y="247"/>
                  </a:cubicBezTo>
                  <a:cubicBezTo>
                    <a:pt x="95" y="249"/>
                    <a:pt x="103" y="250"/>
                    <a:pt x="111" y="250"/>
                  </a:cubicBezTo>
                  <a:cubicBezTo>
                    <a:pt x="165" y="250"/>
                    <a:pt x="208" y="201"/>
                    <a:pt x="223" y="144"/>
                  </a:cubicBezTo>
                  <a:cubicBezTo>
                    <a:pt x="239" y="106"/>
                    <a:pt x="223" y="73"/>
                    <a:pt x="206" y="41"/>
                  </a:cubicBezTo>
                  <a:cubicBezTo>
                    <a:pt x="206" y="41"/>
                    <a:pt x="206" y="20"/>
                    <a:pt x="190" y="20"/>
                  </a:cubicBezTo>
                  <a:cubicBezTo>
                    <a:pt x="190" y="3"/>
                    <a:pt x="173" y="3"/>
                    <a:pt x="136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4" name="Google Shape;21674;p66"/>
            <p:cNvSpPr/>
            <p:nvPr/>
          </p:nvSpPr>
          <p:spPr>
            <a:xfrm>
              <a:off x="3855150" y="27407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44" y="1"/>
                  </a:moveTo>
                  <a:cubicBezTo>
                    <a:pt x="131" y="1"/>
                    <a:pt x="117" y="5"/>
                    <a:pt x="104" y="11"/>
                  </a:cubicBezTo>
                  <a:cubicBezTo>
                    <a:pt x="71" y="11"/>
                    <a:pt x="54" y="32"/>
                    <a:pt x="34" y="48"/>
                  </a:cubicBezTo>
                  <a:cubicBezTo>
                    <a:pt x="17" y="65"/>
                    <a:pt x="1" y="98"/>
                    <a:pt x="1" y="135"/>
                  </a:cubicBezTo>
                  <a:cubicBezTo>
                    <a:pt x="1" y="168"/>
                    <a:pt x="17" y="201"/>
                    <a:pt x="34" y="238"/>
                  </a:cubicBezTo>
                  <a:cubicBezTo>
                    <a:pt x="55" y="252"/>
                    <a:pt x="80" y="259"/>
                    <a:pt x="104" y="259"/>
                  </a:cubicBezTo>
                  <a:cubicBezTo>
                    <a:pt x="138" y="259"/>
                    <a:pt x="171" y="243"/>
                    <a:pt x="190" y="201"/>
                  </a:cubicBezTo>
                  <a:cubicBezTo>
                    <a:pt x="240" y="152"/>
                    <a:pt x="240" y="65"/>
                    <a:pt x="190" y="32"/>
                  </a:cubicBezTo>
                  <a:cubicBezTo>
                    <a:pt x="180" y="10"/>
                    <a:pt x="163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5" name="Google Shape;21675;p66"/>
            <p:cNvSpPr/>
            <p:nvPr/>
          </p:nvSpPr>
          <p:spPr>
            <a:xfrm>
              <a:off x="3854325" y="2695550"/>
              <a:ext cx="6000" cy="6075"/>
            </a:xfrm>
            <a:custGeom>
              <a:avLst/>
              <a:gdLst/>
              <a:ahLst/>
              <a:cxnLst/>
              <a:rect l="l" t="t" r="r" b="b"/>
              <a:pathLst>
                <a:path w="240" h="243" extrusionOk="0">
                  <a:moveTo>
                    <a:pt x="120" y="0"/>
                  </a:moveTo>
                  <a:cubicBezTo>
                    <a:pt x="67" y="0"/>
                    <a:pt x="34" y="33"/>
                    <a:pt x="17" y="103"/>
                  </a:cubicBezTo>
                  <a:cubicBezTo>
                    <a:pt x="1" y="136"/>
                    <a:pt x="17" y="169"/>
                    <a:pt x="34" y="190"/>
                  </a:cubicBezTo>
                  <a:cubicBezTo>
                    <a:pt x="34" y="223"/>
                    <a:pt x="67" y="239"/>
                    <a:pt x="104" y="239"/>
                  </a:cubicBezTo>
                  <a:cubicBezTo>
                    <a:pt x="110" y="241"/>
                    <a:pt x="117" y="242"/>
                    <a:pt x="124" y="242"/>
                  </a:cubicBezTo>
                  <a:cubicBezTo>
                    <a:pt x="171" y="242"/>
                    <a:pt x="225" y="197"/>
                    <a:pt x="240" y="136"/>
                  </a:cubicBezTo>
                  <a:lnTo>
                    <a:pt x="240" y="103"/>
                  </a:lnTo>
                  <a:cubicBezTo>
                    <a:pt x="240" y="66"/>
                    <a:pt x="223" y="33"/>
                    <a:pt x="207" y="17"/>
                  </a:cubicBezTo>
                  <a:cubicBezTo>
                    <a:pt x="190" y="0"/>
                    <a:pt x="170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6" name="Google Shape;21676;p66"/>
            <p:cNvSpPr/>
            <p:nvPr/>
          </p:nvSpPr>
          <p:spPr>
            <a:xfrm>
              <a:off x="3853925" y="2848800"/>
              <a:ext cx="4650" cy="1775"/>
            </a:xfrm>
            <a:custGeom>
              <a:avLst/>
              <a:gdLst/>
              <a:ahLst/>
              <a:cxnLst/>
              <a:rect l="l" t="t" r="r" b="b"/>
              <a:pathLst>
                <a:path w="186" h="71" extrusionOk="0">
                  <a:moveTo>
                    <a:pt x="120" y="1"/>
                  </a:moveTo>
                  <a:cubicBezTo>
                    <a:pt x="83" y="1"/>
                    <a:pt x="50" y="1"/>
                    <a:pt x="33" y="17"/>
                  </a:cubicBezTo>
                  <a:cubicBezTo>
                    <a:pt x="17" y="38"/>
                    <a:pt x="0" y="54"/>
                    <a:pt x="0" y="71"/>
                  </a:cubicBezTo>
                  <a:lnTo>
                    <a:pt x="186" y="71"/>
                  </a:lnTo>
                  <a:lnTo>
                    <a:pt x="186" y="54"/>
                  </a:lnTo>
                  <a:cubicBezTo>
                    <a:pt x="186" y="38"/>
                    <a:pt x="169" y="38"/>
                    <a:pt x="169" y="17"/>
                  </a:cubicBezTo>
                  <a:cubicBezTo>
                    <a:pt x="153" y="17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7" name="Google Shape;21677;p66"/>
            <p:cNvSpPr/>
            <p:nvPr/>
          </p:nvSpPr>
          <p:spPr>
            <a:xfrm>
              <a:off x="4210350" y="2849225"/>
              <a:ext cx="4750" cy="1350"/>
            </a:xfrm>
            <a:custGeom>
              <a:avLst/>
              <a:gdLst/>
              <a:ahLst/>
              <a:cxnLst/>
              <a:rect l="l" t="t" r="r" b="b"/>
              <a:pathLst>
                <a:path w="190" h="54" extrusionOk="0">
                  <a:moveTo>
                    <a:pt x="120" y="0"/>
                  </a:moveTo>
                  <a:cubicBezTo>
                    <a:pt x="70" y="0"/>
                    <a:pt x="33" y="21"/>
                    <a:pt x="0" y="54"/>
                  </a:cubicBezTo>
                  <a:lnTo>
                    <a:pt x="190" y="54"/>
                  </a:lnTo>
                  <a:cubicBezTo>
                    <a:pt x="173" y="54"/>
                    <a:pt x="173" y="37"/>
                    <a:pt x="173" y="37"/>
                  </a:cubicBezTo>
                  <a:cubicBezTo>
                    <a:pt x="153" y="21"/>
                    <a:pt x="136" y="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8" name="Google Shape;21678;p66"/>
            <p:cNvSpPr/>
            <p:nvPr/>
          </p:nvSpPr>
          <p:spPr>
            <a:xfrm>
              <a:off x="4226625" y="2802300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139" y="1"/>
                  </a:moveTo>
                  <a:cubicBezTo>
                    <a:pt x="104" y="1"/>
                    <a:pt x="67" y="18"/>
                    <a:pt x="38" y="59"/>
                  </a:cubicBezTo>
                  <a:cubicBezTo>
                    <a:pt x="1" y="109"/>
                    <a:pt x="1" y="179"/>
                    <a:pt x="38" y="228"/>
                  </a:cubicBezTo>
                  <a:cubicBezTo>
                    <a:pt x="59" y="251"/>
                    <a:pt x="83" y="261"/>
                    <a:pt x="109" y="261"/>
                  </a:cubicBezTo>
                  <a:cubicBezTo>
                    <a:pt x="143" y="261"/>
                    <a:pt x="178" y="243"/>
                    <a:pt x="207" y="212"/>
                  </a:cubicBezTo>
                  <a:cubicBezTo>
                    <a:pt x="244" y="162"/>
                    <a:pt x="244" y="76"/>
                    <a:pt x="207" y="22"/>
                  </a:cubicBezTo>
                  <a:cubicBezTo>
                    <a:pt x="187" y="9"/>
                    <a:pt x="163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9" name="Google Shape;21679;p66"/>
            <p:cNvSpPr/>
            <p:nvPr/>
          </p:nvSpPr>
          <p:spPr>
            <a:xfrm>
              <a:off x="4228800" y="2818850"/>
              <a:ext cx="6500" cy="6300"/>
            </a:xfrm>
            <a:custGeom>
              <a:avLst/>
              <a:gdLst/>
              <a:ahLst/>
              <a:cxnLst/>
              <a:rect l="l" t="t" r="r" b="b"/>
              <a:pathLst>
                <a:path w="260" h="252" extrusionOk="0">
                  <a:moveTo>
                    <a:pt x="138" y="0"/>
                  </a:moveTo>
                  <a:cubicBezTo>
                    <a:pt x="105" y="0"/>
                    <a:pt x="73" y="20"/>
                    <a:pt x="54" y="49"/>
                  </a:cubicBezTo>
                  <a:cubicBezTo>
                    <a:pt x="0" y="102"/>
                    <a:pt x="0" y="185"/>
                    <a:pt x="54" y="222"/>
                  </a:cubicBezTo>
                  <a:cubicBezTo>
                    <a:pt x="68" y="242"/>
                    <a:pt x="91" y="252"/>
                    <a:pt x="116" y="252"/>
                  </a:cubicBezTo>
                  <a:cubicBezTo>
                    <a:pt x="150" y="252"/>
                    <a:pt x="187" y="234"/>
                    <a:pt x="206" y="205"/>
                  </a:cubicBezTo>
                  <a:cubicBezTo>
                    <a:pt x="260" y="152"/>
                    <a:pt x="260" y="65"/>
                    <a:pt x="206" y="32"/>
                  </a:cubicBezTo>
                  <a:cubicBezTo>
                    <a:pt x="186" y="10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0" name="Google Shape;21680;p66"/>
            <p:cNvSpPr/>
            <p:nvPr/>
          </p:nvSpPr>
          <p:spPr>
            <a:xfrm>
              <a:off x="3838450" y="2848400"/>
              <a:ext cx="1675" cy="2175"/>
            </a:xfrm>
            <a:custGeom>
              <a:avLst/>
              <a:gdLst/>
              <a:ahLst/>
              <a:cxnLst/>
              <a:rect l="l" t="t" r="r" b="b"/>
              <a:pathLst>
                <a:path w="67" h="87" extrusionOk="0">
                  <a:moveTo>
                    <a:pt x="1" y="0"/>
                  </a:moveTo>
                  <a:lnTo>
                    <a:pt x="1" y="87"/>
                  </a:lnTo>
                  <a:lnTo>
                    <a:pt x="67" y="87"/>
                  </a:lnTo>
                  <a:cubicBezTo>
                    <a:pt x="67" y="70"/>
                    <a:pt x="50" y="33"/>
                    <a:pt x="34" y="17"/>
                  </a:cubicBezTo>
                  <a:cubicBezTo>
                    <a:pt x="34" y="17"/>
                    <a:pt x="17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1" name="Google Shape;21681;p66"/>
            <p:cNvSpPr/>
            <p:nvPr/>
          </p:nvSpPr>
          <p:spPr>
            <a:xfrm>
              <a:off x="3842675" y="2753475"/>
              <a:ext cx="6125" cy="6500"/>
            </a:xfrm>
            <a:custGeom>
              <a:avLst/>
              <a:gdLst/>
              <a:ahLst/>
              <a:cxnLst/>
              <a:rect l="l" t="t" r="r" b="b"/>
              <a:pathLst>
                <a:path w="245" h="260" extrusionOk="0">
                  <a:moveTo>
                    <a:pt x="141" y="0"/>
                  </a:moveTo>
                  <a:cubicBezTo>
                    <a:pt x="87" y="0"/>
                    <a:pt x="17" y="54"/>
                    <a:pt x="1" y="120"/>
                  </a:cubicBezTo>
                  <a:cubicBezTo>
                    <a:pt x="1" y="157"/>
                    <a:pt x="1" y="190"/>
                    <a:pt x="17" y="223"/>
                  </a:cubicBezTo>
                  <a:cubicBezTo>
                    <a:pt x="38" y="243"/>
                    <a:pt x="71" y="260"/>
                    <a:pt x="87" y="260"/>
                  </a:cubicBezTo>
                  <a:cubicBezTo>
                    <a:pt x="120" y="260"/>
                    <a:pt x="157" y="260"/>
                    <a:pt x="174" y="243"/>
                  </a:cubicBezTo>
                  <a:cubicBezTo>
                    <a:pt x="207" y="223"/>
                    <a:pt x="223" y="190"/>
                    <a:pt x="223" y="157"/>
                  </a:cubicBezTo>
                  <a:cubicBezTo>
                    <a:pt x="244" y="120"/>
                    <a:pt x="223" y="87"/>
                    <a:pt x="207" y="54"/>
                  </a:cubicBezTo>
                  <a:cubicBezTo>
                    <a:pt x="207" y="54"/>
                    <a:pt x="207" y="37"/>
                    <a:pt x="190" y="37"/>
                  </a:cubicBezTo>
                  <a:cubicBezTo>
                    <a:pt x="190" y="37"/>
                    <a:pt x="190" y="17"/>
                    <a:pt x="174" y="17"/>
                  </a:cubicBezTo>
                  <a:cubicBezTo>
                    <a:pt x="174" y="17"/>
                    <a:pt x="157" y="17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2" name="Google Shape;21682;p66"/>
            <p:cNvSpPr/>
            <p:nvPr/>
          </p:nvSpPr>
          <p:spPr>
            <a:xfrm>
              <a:off x="3843600" y="2771100"/>
              <a:ext cx="6025" cy="6375"/>
            </a:xfrm>
            <a:custGeom>
              <a:avLst/>
              <a:gdLst/>
              <a:ahLst/>
              <a:cxnLst/>
              <a:rect l="l" t="t" r="r" b="b"/>
              <a:pathLst>
                <a:path w="241" h="255" extrusionOk="0">
                  <a:moveTo>
                    <a:pt x="83" y="0"/>
                  </a:moveTo>
                  <a:cubicBezTo>
                    <a:pt x="50" y="17"/>
                    <a:pt x="34" y="54"/>
                    <a:pt x="17" y="70"/>
                  </a:cubicBezTo>
                  <a:cubicBezTo>
                    <a:pt x="1" y="103"/>
                    <a:pt x="1" y="136"/>
                    <a:pt x="1" y="173"/>
                  </a:cubicBezTo>
                  <a:cubicBezTo>
                    <a:pt x="17" y="206"/>
                    <a:pt x="34" y="223"/>
                    <a:pt x="50" y="239"/>
                  </a:cubicBezTo>
                  <a:cubicBezTo>
                    <a:pt x="67" y="250"/>
                    <a:pt x="84" y="255"/>
                    <a:pt x="100" y="255"/>
                  </a:cubicBezTo>
                  <a:cubicBezTo>
                    <a:pt x="115" y="255"/>
                    <a:pt x="129" y="250"/>
                    <a:pt x="137" y="239"/>
                  </a:cubicBezTo>
                  <a:cubicBezTo>
                    <a:pt x="207" y="223"/>
                    <a:pt x="240" y="136"/>
                    <a:pt x="224" y="87"/>
                  </a:cubicBezTo>
                  <a:cubicBezTo>
                    <a:pt x="224" y="54"/>
                    <a:pt x="207" y="33"/>
                    <a:pt x="186" y="17"/>
                  </a:cubicBezTo>
                  <a:cubicBezTo>
                    <a:pt x="186" y="17"/>
                    <a:pt x="170" y="17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3" name="Google Shape;21683;p66"/>
            <p:cNvSpPr/>
            <p:nvPr/>
          </p:nvSpPr>
          <p:spPr>
            <a:xfrm>
              <a:off x="3842275" y="27097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2" y="0"/>
                  </a:moveTo>
                  <a:cubicBezTo>
                    <a:pt x="100" y="0"/>
                    <a:pt x="64" y="19"/>
                    <a:pt x="33" y="50"/>
                  </a:cubicBezTo>
                  <a:cubicBezTo>
                    <a:pt x="0" y="99"/>
                    <a:pt x="0" y="186"/>
                    <a:pt x="33" y="239"/>
                  </a:cubicBezTo>
                  <a:cubicBezTo>
                    <a:pt x="55" y="253"/>
                    <a:pt x="80" y="261"/>
                    <a:pt x="104" y="261"/>
                  </a:cubicBezTo>
                  <a:cubicBezTo>
                    <a:pt x="141" y="261"/>
                    <a:pt x="177" y="244"/>
                    <a:pt x="206" y="202"/>
                  </a:cubicBezTo>
                  <a:cubicBezTo>
                    <a:pt x="239" y="153"/>
                    <a:pt x="239" y="8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4" name="Google Shape;21684;p66"/>
            <p:cNvSpPr/>
            <p:nvPr/>
          </p:nvSpPr>
          <p:spPr>
            <a:xfrm>
              <a:off x="4257550" y="282830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37" y="1"/>
                  </a:moveTo>
                  <a:cubicBezTo>
                    <a:pt x="104" y="1"/>
                    <a:pt x="73" y="19"/>
                    <a:pt x="54" y="50"/>
                  </a:cubicBezTo>
                  <a:cubicBezTo>
                    <a:pt x="0" y="99"/>
                    <a:pt x="0" y="186"/>
                    <a:pt x="54" y="219"/>
                  </a:cubicBezTo>
                  <a:cubicBezTo>
                    <a:pt x="68" y="242"/>
                    <a:pt x="89" y="252"/>
                    <a:pt x="112" y="252"/>
                  </a:cubicBezTo>
                  <a:cubicBezTo>
                    <a:pt x="143" y="252"/>
                    <a:pt x="178" y="233"/>
                    <a:pt x="207" y="202"/>
                  </a:cubicBezTo>
                  <a:cubicBezTo>
                    <a:pt x="244" y="153"/>
                    <a:pt x="244" y="66"/>
                    <a:pt x="207" y="33"/>
                  </a:cubicBezTo>
                  <a:cubicBezTo>
                    <a:pt x="186" y="11"/>
                    <a:pt x="161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5" name="Google Shape;21685;p66"/>
            <p:cNvSpPr/>
            <p:nvPr/>
          </p:nvSpPr>
          <p:spPr>
            <a:xfrm>
              <a:off x="3979675" y="27479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70" y="17"/>
                    <a:pt x="37" y="71"/>
                    <a:pt x="21" y="120"/>
                  </a:cubicBezTo>
                  <a:cubicBezTo>
                    <a:pt x="0" y="190"/>
                    <a:pt x="37" y="240"/>
                    <a:pt x="103" y="260"/>
                  </a:cubicBezTo>
                  <a:cubicBezTo>
                    <a:pt x="140" y="260"/>
                    <a:pt x="157" y="260"/>
                    <a:pt x="190" y="240"/>
                  </a:cubicBezTo>
                  <a:cubicBezTo>
                    <a:pt x="206" y="207"/>
                    <a:pt x="227" y="190"/>
                    <a:pt x="243" y="157"/>
                  </a:cubicBezTo>
                  <a:cubicBezTo>
                    <a:pt x="243" y="120"/>
                    <a:pt x="243" y="87"/>
                    <a:pt x="227" y="54"/>
                  </a:cubicBezTo>
                  <a:cubicBezTo>
                    <a:pt x="227" y="54"/>
                    <a:pt x="227" y="34"/>
                    <a:pt x="206" y="34"/>
                  </a:cubicBezTo>
                  <a:cubicBezTo>
                    <a:pt x="206" y="34"/>
                    <a:pt x="206" y="17"/>
                    <a:pt x="190" y="17"/>
                  </a:cubicBezTo>
                  <a:cubicBezTo>
                    <a:pt x="173" y="17"/>
                    <a:pt x="140" y="17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6" name="Google Shape;21686;p66"/>
            <p:cNvSpPr/>
            <p:nvPr/>
          </p:nvSpPr>
          <p:spPr>
            <a:xfrm>
              <a:off x="3944100" y="2832200"/>
              <a:ext cx="6425" cy="6500"/>
            </a:xfrm>
            <a:custGeom>
              <a:avLst/>
              <a:gdLst/>
              <a:ahLst/>
              <a:cxnLst/>
              <a:rect l="l" t="t" r="r" b="b"/>
              <a:pathLst>
                <a:path w="257" h="260" extrusionOk="0">
                  <a:moveTo>
                    <a:pt x="135" y="0"/>
                  </a:moveTo>
                  <a:cubicBezTo>
                    <a:pt x="101" y="0"/>
                    <a:pt x="69" y="18"/>
                    <a:pt x="50" y="46"/>
                  </a:cubicBezTo>
                  <a:cubicBezTo>
                    <a:pt x="1" y="100"/>
                    <a:pt x="1" y="187"/>
                    <a:pt x="50" y="236"/>
                  </a:cubicBezTo>
                  <a:cubicBezTo>
                    <a:pt x="65" y="251"/>
                    <a:pt x="91" y="259"/>
                    <a:pt x="118" y="259"/>
                  </a:cubicBezTo>
                  <a:cubicBezTo>
                    <a:pt x="151" y="259"/>
                    <a:pt x="186" y="247"/>
                    <a:pt x="207" y="220"/>
                  </a:cubicBezTo>
                  <a:cubicBezTo>
                    <a:pt x="256" y="150"/>
                    <a:pt x="256" y="84"/>
                    <a:pt x="207" y="30"/>
                  </a:cubicBezTo>
                  <a:cubicBezTo>
                    <a:pt x="184" y="9"/>
                    <a:pt x="159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7" name="Google Shape;21687;p66"/>
            <p:cNvSpPr/>
            <p:nvPr/>
          </p:nvSpPr>
          <p:spPr>
            <a:xfrm>
              <a:off x="3940200" y="2801275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33" y="0"/>
                  </a:moveTo>
                  <a:cubicBezTo>
                    <a:pt x="101" y="0"/>
                    <a:pt x="64" y="18"/>
                    <a:pt x="33" y="47"/>
                  </a:cubicBezTo>
                  <a:cubicBezTo>
                    <a:pt x="0" y="100"/>
                    <a:pt x="0" y="187"/>
                    <a:pt x="33" y="220"/>
                  </a:cubicBezTo>
                  <a:cubicBezTo>
                    <a:pt x="55" y="240"/>
                    <a:pt x="81" y="250"/>
                    <a:pt x="106" y="250"/>
                  </a:cubicBezTo>
                  <a:cubicBezTo>
                    <a:pt x="142" y="250"/>
                    <a:pt x="177" y="232"/>
                    <a:pt x="206" y="203"/>
                  </a:cubicBezTo>
                  <a:cubicBezTo>
                    <a:pt x="239" y="150"/>
                    <a:pt x="239" y="63"/>
                    <a:pt x="190" y="30"/>
                  </a:cubicBezTo>
                  <a:cubicBezTo>
                    <a:pt x="176" y="9"/>
                    <a:pt x="156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8" name="Google Shape;21688;p66"/>
            <p:cNvSpPr/>
            <p:nvPr/>
          </p:nvSpPr>
          <p:spPr>
            <a:xfrm>
              <a:off x="3940600" y="275572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38" y="0"/>
                  </a:moveTo>
                  <a:cubicBezTo>
                    <a:pt x="103" y="0"/>
                    <a:pt x="67" y="19"/>
                    <a:pt x="38" y="50"/>
                  </a:cubicBezTo>
                  <a:cubicBezTo>
                    <a:pt x="1" y="100"/>
                    <a:pt x="1" y="186"/>
                    <a:pt x="38" y="219"/>
                  </a:cubicBezTo>
                  <a:cubicBezTo>
                    <a:pt x="54" y="236"/>
                    <a:pt x="71" y="257"/>
                    <a:pt x="87" y="257"/>
                  </a:cubicBezTo>
                  <a:cubicBezTo>
                    <a:pt x="120" y="257"/>
                    <a:pt x="174" y="257"/>
                    <a:pt x="207" y="203"/>
                  </a:cubicBezTo>
                  <a:cubicBezTo>
                    <a:pt x="244" y="170"/>
                    <a:pt x="244" y="116"/>
                    <a:pt x="223" y="67"/>
                  </a:cubicBezTo>
                  <a:cubicBezTo>
                    <a:pt x="223" y="50"/>
                    <a:pt x="207" y="30"/>
                    <a:pt x="207" y="30"/>
                  </a:cubicBezTo>
                  <a:cubicBezTo>
                    <a:pt x="186" y="9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9" name="Google Shape;21689;p66"/>
            <p:cNvSpPr/>
            <p:nvPr/>
          </p:nvSpPr>
          <p:spPr>
            <a:xfrm>
              <a:off x="3925150" y="2796950"/>
              <a:ext cx="6500" cy="6325"/>
            </a:xfrm>
            <a:custGeom>
              <a:avLst/>
              <a:gdLst/>
              <a:ahLst/>
              <a:cxnLst/>
              <a:rect l="l" t="t" r="r" b="b"/>
              <a:pathLst>
                <a:path w="260" h="253" extrusionOk="0">
                  <a:moveTo>
                    <a:pt x="151" y="0"/>
                  </a:moveTo>
                  <a:cubicBezTo>
                    <a:pt x="119" y="0"/>
                    <a:pt x="83" y="19"/>
                    <a:pt x="54" y="51"/>
                  </a:cubicBezTo>
                  <a:cubicBezTo>
                    <a:pt x="0" y="100"/>
                    <a:pt x="0" y="187"/>
                    <a:pt x="54" y="220"/>
                  </a:cubicBezTo>
                  <a:cubicBezTo>
                    <a:pt x="75" y="242"/>
                    <a:pt x="99" y="252"/>
                    <a:pt x="124" y="252"/>
                  </a:cubicBezTo>
                  <a:cubicBezTo>
                    <a:pt x="156" y="252"/>
                    <a:pt x="187" y="234"/>
                    <a:pt x="206" y="203"/>
                  </a:cubicBezTo>
                  <a:cubicBezTo>
                    <a:pt x="260" y="154"/>
                    <a:pt x="260" y="67"/>
                    <a:pt x="206" y="30"/>
                  </a:cubicBezTo>
                  <a:cubicBezTo>
                    <a:pt x="193" y="10"/>
                    <a:pt x="173" y="0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0" name="Google Shape;21690;p66"/>
            <p:cNvSpPr/>
            <p:nvPr/>
          </p:nvSpPr>
          <p:spPr>
            <a:xfrm>
              <a:off x="3921750" y="27371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1"/>
                  </a:moveTo>
                  <a:cubicBezTo>
                    <a:pt x="120" y="1"/>
                    <a:pt x="87" y="1"/>
                    <a:pt x="70" y="17"/>
                  </a:cubicBezTo>
                  <a:cubicBezTo>
                    <a:pt x="33" y="50"/>
                    <a:pt x="17" y="71"/>
                    <a:pt x="17" y="104"/>
                  </a:cubicBezTo>
                  <a:cubicBezTo>
                    <a:pt x="0" y="137"/>
                    <a:pt x="17" y="174"/>
                    <a:pt x="33" y="207"/>
                  </a:cubicBezTo>
                  <a:cubicBezTo>
                    <a:pt x="50" y="223"/>
                    <a:pt x="70" y="240"/>
                    <a:pt x="103" y="256"/>
                  </a:cubicBezTo>
                  <a:cubicBezTo>
                    <a:pt x="153" y="256"/>
                    <a:pt x="223" y="223"/>
                    <a:pt x="239" y="137"/>
                  </a:cubicBezTo>
                  <a:cubicBezTo>
                    <a:pt x="239" y="120"/>
                    <a:pt x="239" y="87"/>
                    <a:pt x="223" y="50"/>
                  </a:cubicBezTo>
                  <a:cubicBezTo>
                    <a:pt x="223" y="34"/>
                    <a:pt x="206" y="34"/>
                    <a:pt x="206" y="34"/>
                  </a:cubicBezTo>
                  <a:cubicBezTo>
                    <a:pt x="190" y="17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1" name="Google Shape;21691;p66"/>
            <p:cNvSpPr/>
            <p:nvPr/>
          </p:nvSpPr>
          <p:spPr>
            <a:xfrm>
              <a:off x="3919975" y="2781475"/>
              <a:ext cx="6125" cy="6450"/>
            </a:xfrm>
            <a:custGeom>
              <a:avLst/>
              <a:gdLst/>
              <a:ahLst/>
              <a:cxnLst/>
              <a:rect l="l" t="t" r="r" b="b"/>
              <a:pathLst>
                <a:path w="245" h="258" extrusionOk="0">
                  <a:moveTo>
                    <a:pt x="139" y="1"/>
                  </a:moveTo>
                  <a:cubicBezTo>
                    <a:pt x="106" y="1"/>
                    <a:pt x="74" y="20"/>
                    <a:pt x="55" y="51"/>
                  </a:cubicBezTo>
                  <a:cubicBezTo>
                    <a:pt x="1" y="101"/>
                    <a:pt x="1" y="187"/>
                    <a:pt x="55" y="220"/>
                  </a:cubicBezTo>
                  <a:cubicBezTo>
                    <a:pt x="71" y="237"/>
                    <a:pt x="71" y="257"/>
                    <a:pt x="88" y="257"/>
                  </a:cubicBezTo>
                  <a:cubicBezTo>
                    <a:pt x="141" y="257"/>
                    <a:pt x="174" y="257"/>
                    <a:pt x="207" y="204"/>
                  </a:cubicBezTo>
                  <a:cubicBezTo>
                    <a:pt x="244" y="171"/>
                    <a:pt x="244" y="117"/>
                    <a:pt x="244" y="68"/>
                  </a:cubicBezTo>
                  <a:cubicBezTo>
                    <a:pt x="224" y="51"/>
                    <a:pt x="224" y="51"/>
                    <a:pt x="207" y="30"/>
                  </a:cubicBezTo>
                  <a:cubicBezTo>
                    <a:pt x="187" y="10"/>
                    <a:pt x="163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2" name="Google Shape;21692;p66"/>
            <p:cNvSpPr/>
            <p:nvPr/>
          </p:nvSpPr>
          <p:spPr>
            <a:xfrm>
              <a:off x="3914825" y="2829875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36" y="0"/>
                  </a:moveTo>
                  <a:cubicBezTo>
                    <a:pt x="87" y="0"/>
                    <a:pt x="35" y="46"/>
                    <a:pt x="17" y="106"/>
                  </a:cubicBezTo>
                  <a:cubicBezTo>
                    <a:pt x="1" y="177"/>
                    <a:pt x="38" y="243"/>
                    <a:pt x="104" y="259"/>
                  </a:cubicBezTo>
                  <a:cubicBezTo>
                    <a:pt x="120" y="259"/>
                    <a:pt x="157" y="259"/>
                    <a:pt x="190" y="226"/>
                  </a:cubicBezTo>
                  <a:cubicBezTo>
                    <a:pt x="207" y="210"/>
                    <a:pt x="223" y="193"/>
                    <a:pt x="244" y="156"/>
                  </a:cubicBezTo>
                  <a:cubicBezTo>
                    <a:pt x="244" y="123"/>
                    <a:pt x="244" y="90"/>
                    <a:pt x="223" y="53"/>
                  </a:cubicBezTo>
                  <a:cubicBezTo>
                    <a:pt x="223" y="36"/>
                    <a:pt x="207" y="36"/>
                    <a:pt x="207" y="36"/>
                  </a:cubicBezTo>
                  <a:cubicBezTo>
                    <a:pt x="190" y="20"/>
                    <a:pt x="174" y="3"/>
                    <a:pt x="157" y="3"/>
                  </a:cubicBezTo>
                  <a:cubicBezTo>
                    <a:pt x="150" y="1"/>
                    <a:pt x="14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3" name="Google Shape;21693;p66"/>
            <p:cNvSpPr/>
            <p:nvPr/>
          </p:nvSpPr>
          <p:spPr>
            <a:xfrm>
              <a:off x="3942350" y="28166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53" y="1"/>
                  </a:moveTo>
                  <a:cubicBezTo>
                    <a:pt x="87" y="1"/>
                    <a:pt x="34" y="34"/>
                    <a:pt x="17" y="120"/>
                  </a:cubicBezTo>
                  <a:cubicBezTo>
                    <a:pt x="1" y="137"/>
                    <a:pt x="1" y="170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96" y="258"/>
                    <a:pt x="104" y="259"/>
                    <a:pt x="112" y="259"/>
                  </a:cubicBezTo>
                  <a:cubicBezTo>
                    <a:pt x="167" y="259"/>
                    <a:pt x="209" y="214"/>
                    <a:pt x="223" y="153"/>
                  </a:cubicBezTo>
                  <a:cubicBezTo>
                    <a:pt x="240" y="120"/>
                    <a:pt x="240" y="87"/>
                    <a:pt x="223" y="50"/>
                  </a:cubicBezTo>
                  <a:cubicBezTo>
                    <a:pt x="207" y="50"/>
                    <a:pt x="207" y="34"/>
                    <a:pt x="207" y="34"/>
                  </a:cubicBezTo>
                  <a:cubicBezTo>
                    <a:pt x="190" y="17"/>
                    <a:pt x="17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4" name="Google Shape;21694;p66"/>
            <p:cNvSpPr/>
            <p:nvPr/>
          </p:nvSpPr>
          <p:spPr>
            <a:xfrm>
              <a:off x="3927725" y="28132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5" y="1"/>
                  </a:moveTo>
                  <a:cubicBezTo>
                    <a:pt x="101" y="1"/>
                    <a:pt x="66" y="19"/>
                    <a:pt x="37" y="50"/>
                  </a:cubicBezTo>
                  <a:cubicBezTo>
                    <a:pt x="0" y="99"/>
                    <a:pt x="0" y="186"/>
                    <a:pt x="37" y="240"/>
                  </a:cubicBezTo>
                  <a:cubicBezTo>
                    <a:pt x="57" y="253"/>
                    <a:pt x="81" y="261"/>
                    <a:pt x="105" y="261"/>
                  </a:cubicBezTo>
                  <a:cubicBezTo>
                    <a:pt x="140" y="261"/>
                    <a:pt x="177" y="244"/>
                    <a:pt x="206" y="203"/>
                  </a:cubicBezTo>
                  <a:cubicBezTo>
                    <a:pt x="243" y="153"/>
                    <a:pt x="243" y="83"/>
                    <a:pt x="206" y="33"/>
                  </a:cubicBezTo>
                  <a:cubicBezTo>
                    <a:pt x="185" y="11"/>
                    <a:pt x="161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5" name="Google Shape;21695;p66"/>
            <p:cNvSpPr/>
            <p:nvPr/>
          </p:nvSpPr>
          <p:spPr>
            <a:xfrm>
              <a:off x="3927725" y="27523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36" y="1"/>
                  </a:moveTo>
                  <a:cubicBezTo>
                    <a:pt x="121" y="1"/>
                    <a:pt x="103" y="5"/>
                    <a:pt x="87" y="13"/>
                  </a:cubicBezTo>
                  <a:cubicBezTo>
                    <a:pt x="37" y="46"/>
                    <a:pt x="0" y="116"/>
                    <a:pt x="17" y="186"/>
                  </a:cubicBezTo>
                  <a:cubicBezTo>
                    <a:pt x="17" y="219"/>
                    <a:pt x="37" y="236"/>
                    <a:pt x="70" y="252"/>
                  </a:cubicBezTo>
                  <a:cubicBezTo>
                    <a:pt x="79" y="261"/>
                    <a:pt x="91" y="265"/>
                    <a:pt x="106" y="265"/>
                  </a:cubicBezTo>
                  <a:cubicBezTo>
                    <a:pt x="121" y="265"/>
                    <a:pt x="138" y="261"/>
                    <a:pt x="157" y="252"/>
                  </a:cubicBezTo>
                  <a:cubicBezTo>
                    <a:pt x="190" y="236"/>
                    <a:pt x="206" y="219"/>
                    <a:pt x="223" y="186"/>
                  </a:cubicBezTo>
                  <a:cubicBezTo>
                    <a:pt x="243" y="149"/>
                    <a:pt x="243" y="116"/>
                    <a:pt x="223" y="83"/>
                  </a:cubicBezTo>
                  <a:cubicBezTo>
                    <a:pt x="223" y="63"/>
                    <a:pt x="223" y="46"/>
                    <a:pt x="206" y="30"/>
                  </a:cubicBezTo>
                  <a:cubicBezTo>
                    <a:pt x="190" y="30"/>
                    <a:pt x="190" y="30"/>
                    <a:pt x="173" y="13"/>
                  </a:cubicBezTo>
                  <a:cubicBezTo>
                    <a:pt x="165" y="5"/>
                    <a:pt x="152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6" name="Google Shape;21696;p66"/>
            <p:cNvSpPr/>
            <p:nvPr/>
          </p:nvSpPr>
          <p:spPr>
            <a:xfrm>
              <a:off x="3929875" y="2829875"/>
              <a:ext cx="5600" cy="6475"/>
            </a:xfrm>
            <a:custGeom>
              <a:avLst/>
              <a:gdLst/>
              <a:ahLst/>
              <a:cxnLst/>
              <a:rect l="l" t="t" r="r" b="b"/>
              <a:pathLst>
                <a:path w="224" h="259" extrusionOk="0">
                  <a:moveTo>
                    <a:pt x="117" y="0"/>
                  </a:moveTo>
                  <a:cubicBezTo>
                    <a:pt x="70" y="0"/>
                    <a:pt x="15" y="46"/>
                    <a:pt x="1" y="106"/>
                  </a:cubicBezTo>
                  <a:cubicBezTo>
                    <a:pt x="1" y="139"/>
                    <a:pt x="1" y="177"/>
                    <a:pt x="17" y="210"/>
                  </a:cubicBezTo>
                  <a:cubicBezTo>
                    <a:pt x="34" y="226"/>
                    <a:pt x="54" y="243"/>
                    <a:pt x="87" y="259"/>
                  </a:cubicBezTo>
                  <a:cubicBezTo>
                    <a:pt x="137" y="259"/>
                    <a:pt x="207" y="226"/>
                    <a:pt x="223" y="139"/>
                  </a:cubicBezTo>
                  <a:cubicBezTo>
                    <a:pt x="223" y="123"/>
                    <a:pt x="223" y="90"/>
                    <a:pt x="207" y="53"/>
                  </a:cubicBezTo>
                  <a:cubicBezTo>
                    <a:pt x="207" y="36"/>
                    <a:pt x="207" y="36"/>
                    <a:pt x="190" y="36"/>
                  </a:cubicBezTo>
                  <a:cubicBezTo>
                    <a:pt x="174" y="20"/>
                    <a:pt x="157" y="3"/>
                    <a:pt x="137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7" name="Google Shape;21697;p66"/>
            <p:cNvSpPr/>
            <p:nvPr/>
          </p:nvSpPr>
          <p:spPr>
            <a:xfrm>
              <a:off x="3932875" y="27675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34" y="1"/>
                  </a:moveTo>
                  <a:cubicBezTo>
                    <a:pt x="102" y="1"/>
                    <a:pt x="66" y="17"/>
                    <a:pt x="37" y="56"/>
                  </a:cubicBezTo>
                  <a:cubicBezTo>
                    <a:pt x="17" y="72"/>
                    <a:pt x="17" y="93"/>
                    <a:pt x="17" y="109"/>
                  </a:cubicBezTo>
                  <a:cubicBezTo>
                    <a:pt x="0" y="142"/>
                    <a:pt x="0" y="196"/>
                    <a:pt x="37" y="229"/>
                  </a:cubicBezTo>
                  <a:cubicBezTo>
                    <a:pt x="57" y="248"/>
                    <a:pt x="82" y="256"/>
                    <a:pt x="107" y="256"/>
                  </a:cubicBezTo>
                  <a:cubicBezTo>
                    <a:pt x="124" y="256"/>
                    <a:pt x="142" y="252"/>
                    <a:pt x="157" y="245"/>
                  </a:cubicBezTo>
                  <a:cubicBezTo>
                    <a:pt x="173" y="245"/>
                    <a:pt x="190" y="229"/>
                    <a:pt x="190" y="212"/>
                  </a:cubicBezTo>
                  <a:cubicBezTo>
                    <a:pt x="244" y="159"/>
                    <a:pt x="244" y="72"/>
                    <a:pt x="190" y="23"/>
                  </a:cubicBezTo>
                  <a:cubicBezTo>
                    <a:pt x="176" y="9"/>
                    <a:pt x="156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8" name="Google Shape;21698;p66"/>
            <p:cNvSpPr/>
            <p:nvPr/>
          </p:nvSpPr>
          <p:spPr>
            <a:xfrm>
              <a:off x="3947100" y="2771325"/>
              <a:ext cx="5575" cy="6350"/>
            </a:xfrm>
            <a:custGeom>
              <a:avLst/>
              <a:gdLst/>
              <a:ahLst/>
              <a:cxnLst/>
              <a:rect l="l" t="t" r="r" b="b"/>
              <a:pathLst>
                <a:path w="223" h="254" extrusionOk="0">
                  <a:moveTo>
                    <a:pt x="111" y="1"/>
                  </a:moveTo>
                  <a:cubicBezTo>
                    <a:pt x="92" y="1"/>
                    <a:pt x="76" y="13"/>
                    <a:pt x="50" y="24"/>
                  </a:cubicBezTo>
                  <a:cubicBezTo>
                    <a:pt x="33" y="45"/>
                    <a:pt x="17" y="78"/>
                    <a:pt x="0" y="111"/>
                  </a:cubicBezTo>
                  <a:cubicBezTo>
                    <a:pt x="0" y="148"/>
                    <a:pt x="0" y="181"/>
                    <a:pt x="17" y="197"/>
                  </a:cubicBezTo>
                  <a:cubicBezTo>
                    <a:pt x="33" y="230"/>
                    <a:pt x="50" y="251"/>
                    <a:pt x="87" y="251"/>
                  </a:cubicBezTo>
                  <a:cubicBezTo>
                    <a:pt x="93" y="253"/>
                    <a:pt x="99" y="254"/>
                    <a:pt x="106" y="254"/>
                  </a:cubicBezTo>
                  <a:cubicBezTo>
                    <a:pt x="153" y="254"/>
                    <a:pt x="208" y="206"/>
                    <a:pt x="223" y="148"/>
                  </a:cubicBezTo>
                  <a:cubicBezTo>
                    <a:pt x="223" y="111"/>
                    <a:pt x="223" y="78"/>
                    <a:pt x="206" y="45"/>
                  </a:cubicBezTo>
                  <a:lnTo>
                    <a:pt x="190" y="24"/>
                  </a:lnTo>
                  <a:cubicBezTo>
                    <a:pt x="169" y="8"/>
                    <a:pt x="153" y="8"/>
                    <a:pt x="136" y="8"/>
                  </a:cubicBez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9" name="Google Shape;21699;p66"/>
            <p:cNvSpPr/>
            <p:nvPr/>
          </p:nvSpPr>
          <p:spPr>
            <a:xfrm>
              <a:off x="3939375" y="27405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53" y="1"/>
                  </a:moveTo>
                  <a:cubicBezTo>
                    <a:pt x="87" y="1"/>
                    <a:pt x="33" y="54"/>
                    <a:pt x="17" y="120"/>
                  </a:cubicBezTo>
                  <a:cubicBezTo>
                    <a:pt x="0" y="158"/>
                    <a:pt x="0" y="190"/>
                    <a:pt x="17" y="207"/>
                  </a:cubicBezTo>
                  <a:cubicBezTo>
                    <a:pt x="33" y="244"/>
                    <a:pt x="66" y="261"/>
                    <a:pt x="87" y="261"/>
                  </a:cubicBezTo>
                  <a:cubicBezTo>
                    <a:pt x="120" y="261"/>
                    <a:pt x="153" y="261"/>
                    <a:pt x="169" y="244"/>
                  </a:cubicBezTo>
                  <a:cubicBezTo>
                    <a:pt x="206" y="207"/>
                    <a:pt x="223" y="190"/>
                    <a:pt x="223" y="158"/>
                  </a:cubicBezTo>
                  <a:cubicBezTo>
                    <a:pt x="239" y="120"/>
                    <a:pt x="239" y="87"/>
                    <a:pt x="223" y="54"/>
                  </a:cubicBezTo>
                  <a:cubicBezTo>
                    <a:pt x="206" y="54"/>
                    <a:pt x="206" y="38"/>
                    <a:pt x="206" y="38"/>
                  </a:cubicBezTo>
                  <a:cubicBezTo>
                    <a:pt x="190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0" name="Google Shape;21700;p66"/>
            <p:cNvSpPr/>
            <p:nvPr/>
          </p:nvSpPr>
          <p:spPr>
            <a:xfrm>
              <a:off x="3934625" y="2784500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39" y="0"/>
                  </a:moveTo>
                  <a:cubicBezTo>
                    <a:pt x="124" y="0"/>
                    <a:pt x="112" y="4"/>
                    <a:pt x="103" y="13"/>
                  </a:cubicBezTo>
                  <a:cubicBezTo>
                    <a:pt x="33" y="33"/>
                    <a:pt x="0" y="99"/>
                    <a:pt x="17" y="169"/>
                  </a:cubicBezTo>
                  <a:cubicBezTo>
                    <a:pt x="33" y="202"/>
                    <a:pt x="50" y="239"/>
                    <a:pt x="71" y="239"/>
                  </a:cubicBezTo>
                  <a:cubicBezTo>
                    <a:pt x="87" y="248"/>
                    <a:pt x="103" y="252"/>
                    <a:pt x="118" y="252"/>
                  </a:cubicBezTo>
                  <a:cubicBezTo>
                    <a:pt x="132" y="252"/>
                    <a:pt x="145" y="248"/>
                    <a:pt x="153" y="239"/>
                  </a:cubicBezTo>
                  <a:cubicBezTo>
                    <a:pt x="190" y="239"/>
                    <a:pt x="207" y="202"/>
                    <a:pt x="223" y="169"/>
                  </a:cubicBezTo>
                  <a:cubicBezTo>
                    <a:pt x="240" y="153"/>
                    <a:pt x="240" y="116"/>
                    <a:pt x="240" y="83"/>
                  </a:cubicBezTo>
                  <a:cubicBezTo>
                    <a:pt x="223" y="66"/>
                    <a:pt x="223" y="33"/>
                    <a:pt x="207" y="33"/>
                  </a:cubicBezTo>
                  <a:cubicBezTo>
                    <a:pt x="207" y="13"/>
                    <a:pt x="190" y="13"/>
                    <a:pt x="190" y="13"/>
                  </a:cubicBezTo>
                  <a:cubicBezTo>
                    <a:pt x="172" y="4"/>
                    <a:pt x="154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1" name="Google Shape;21701;p66"/>
            <p:cNvSpPr/>
            <p:nvPr/>
          </p:nvSpPr>
          <p:spPr>
            <a:xfrm>
              <a:off x="4040275" y="2741925"/>
              <a:ext cx="5600" cy="6000"/>
            </a:xfrm>
            <a:custGeom>
              <a:avLst/>
              <a:gdLst/>
              <a:ahLst/>
              <a:cxnLst/>
              <a:rect l="l" t="t" r="r" b="b"/>
              <a:pathLst>
                <a:path w="224" h="240" extrusionOk="0">
                  <a:moveTo>
                    <a:pt x="190" y="0"/>
                  </a:moveTo>
                  <a:cubicBezTo>
                    <a:pt x="174" y="0"/>
                    <a:pt x="153" y="17"/>
                    <a:pt x="136" y="17"/>
                  </a:cubicBezTo>
                  <a:cubicBezTo>
                    <a:pt x="87" y="33"/>
                    <a:pt x="50" y="50"/>
                    <a:pt x="17" y="50"/>
                  </a:cubicBezTo>
                  <a:cubicBezTo>
                    <a:pt x="0" y="66"/>
                    <a:pt x="0" y="66"/>
                    <a:pt x="0" y="87"/>
                  </a:cubicBezTo>
                  <a:cubicBezTo>
                    <a:pt x="0" y="120"/>
                    <a:pt x="0" y="153"/>
                    <a:pt x="17" y="190"/>
                  </a:cubicBezTo>
                  <a:cubicBezTo>
                    <a:pt x="33" y="207"/>
                    <a:pt x="50" y="223"/>
                    <a:pt x="87" y="240"/>
                  </a:cubicBezTo>
                  <a:cubicBezTo>
                    <a:pt x="136" y="240"/>
                    <a:pt x="207" y="190"/>
                    <a:pt x="223" y="120"/>
                  </a:cubicBezTo>
                  <a:cubicBezTo>
                    <a:pt x="223" y="87"/>
                    <a:pt x="223" y="50"/>
                    <a:pt x="207" y="33"/>
                  </a:cubicBezTo>
                  <a:cubicBezTo>
                    <a:pt x="207" y="17"/>
                    <a:pt x="207" y="17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2" name="Google Shape;21702;p66"/>
            <p:cNvSpPr/>
            <p:nvPr/>
          </p:nvSpPr>
          <p:spPr>
            <a:xfrm>
              <a:off x="4201775" y="2833050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34" y="0"/>
                  </a:moveTo>
                  <a:cubicBezTo>
                    <a:pt x="120" y="0"/>
                    <a:pt x="102" y="4"/>
                    <a:pt x="83" y="12"/>
                  </a:cubicBezTo>
                  <a:cubicBezTo>
                    <a:pt x="67" y="12"/>
                    <a:pt x="34" y="50"/>
                    <a:pt x="17" y="83"/>
                  </a:cubicBezTo>
                  <a:cubicBezTo>
                    <a:pt x="17" y="99"/>
                    <a:pt x="1" y="132"/>
                    <a:pt x="17" y="169"/>
                  </a:cubicBezTo>
                  <a:cubicBezTo>
                    <a:pt x="17" y="202"/>
                    <a:pt x="34" y="235"/>
                    <a:pt x="67" y="235"/>
                  </a:cubicBezTo>
                  <a:cubicBezTo>
                    <a:pt x="83" y="256"/>
                    <a:pt x="121" y="256"/>
                    <a:pt x="154" y="256"/>
                  </a:cubicBezTo>
                  <a:cubicBezTo>
                    <a:pt x="207" y="219"/>
                    <a:pt x="240" y="153"/>
                    <a:pt x="224" y="83"/>
                  </a:cubicBezTo>
                  <a:cubicBezTo>
                    <a:pt x="224" y="66"/>
                    <a:pt x="224" y="50"/>
                    <a:pt x="207" y="29"/>
                  </a:cubicBezTo>
                  <a:cubicBezTo>
                    <a:pt x="187" y="12"/>
                    <a:pt x="187" y="12"/>
                    <a:pt x="170" y="12"/>
                  </a:cubicBezTo>
                  <a:cubicBezTo>
                    <a:pt x="162" y="4"/>
                    <a:pt x="14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3" name="Google Shape;21703;p66"/>
            <p:cNvSpPr/>
            <p:nvPr/>
          </p:nvSpPr>
          <p:spPr>
            <a:xfrm>
              <a:off x="4104700" y="2827875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32" y="0"/>
                  </a:moveTo>
                  <a:cubicBezTo>
                    <a:pt x="100" y="0"/>
                    <a:pt x="65" y="19"/>
                    <a:pt x="33" y="50"/>
                  </a:cubicBezTo>
                  <a:cubicBezTo>
                    <a:pt x="0" y="100"/>
                    <a:pt x="0" y="186"/>
                    <a:pt x="33" y="219"/>
                  </a:cubicBezTo>
                  <a:cubicBezTo>
                    <a:pt x="56" y="242"/>
                    <a:pt x="81" y="252"/>
                    <a:pt x="106" y="252"/>
                  </a:cubicBezTo>
                  <a:cubicBezTo>
                    <a:pt x="141" y="252"/>
                    <a:pt x="176" y="234"/>
                    <a:pt x="206" y="203"/>
                  </a:cubicBezTo>
                  <a:cubicBezTo>
                    <a:pt x="239" y="153"/>
                    <a:pt x="239" y="67"/>
                    <a:pt x="190" y="30"/>
                  </a:cubicBezTo>
                  <a:cubicBezTo>
                    <a:pt x="175" y="9"/>
                    <a:pt x="154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4" name="Google Shape;21704;p66"/>
            <p:cNvSpPr/>
            <p:nvPr/>
          </p:nvSpPr>
          <p:spPr>
            <a:xfrm>
              <a:off x="4099125" y="2812400"/>
              <a:ext cx="6425" cy="6600"/>
            </a:xfrm>
            <a:custGeom>
              <a:avLst/>
              <a:gdLst/>
              <a:ahLst/>
              <a:cxnLst/>
              <a:rect l="l" t="t" r="r" b="b"/>
              <a:pathLst>
                <a:path w="257" h="264" extrusionOk="0">
                  <a:moveTo>
                    <a:pt x="144" y="1"/>
                  </a:moveTo>
                  <a:cubicBezTo>
                    <a:pt x="109" y="1"/>
                    <a:pt x="72" y="19"/>
                    <a:pt x="50" y="51"/>
                  </a:cubicBezTo>
                  <a:cubicBezTo>
                    <a:pt x="1" y="100"/>
                    <a:pt x="1" y="187"/>
                    <a:pt x="50" y="237"/>
                  </a:cubicBezTo>
                  <a:cubicBezTo>
                    <a:pt x="67" y="237"/>
                    <a:pt x="87" y="257"/>
                    <a:pt x="104" y="257"/>
                  </a:cubicBezTo>
                  <a:cubicBezTo>
                    <a:pt x="112" y="261"/>
                    <a:pt x="121" y="263"/>
                    <a:pt x="131" y="263"/>
                  </a:cubicBezTo>
                  <a:cubicBezTo>
                    <a:pt x="161" y="263"/>
                    <a:pt x="194" y="244"/>
                    <a:pt x="207" y="204"/>
                  </a:cubicBezTo>
                  <a:cubicBezTo>
                    <a:pt x="240" y="171"/>
                    <a:pt x="256" y="117"/>
                    <a:pt x="240" y="84"/>
                  </a:cubicBezTo>
                  <a:cubicBezTo>
                    <a:pt x="223" y="67"/>
                    <a:pt x="223" y="51"/>
                    <a:pt x="207" y="30"/>
                  </a:cubicBezTo>
                  <a:cubicBezTo>
                    <a:pt x="191" y="10"/>
                    <a:pt x="168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5" name="Google Shape;21705;p66"/>
            <p:cNvSpPr/>
            <p:nvPr/>
          </p:nvSpPr>
          <p:spPr>
            <a:xfrm>
              <a:off x="4114600" y="2705925"/>
              <a:ext cx="6400" cy="6400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135" y="1"/>
                  </a:moveTo>
                  <a:cubicBezTo>
                    <a:pt x="102" y="1"/>
                    <a:pt x="71" y="18"/>
                    <a:pt x="49" y="47"/>
                  </a:cubicBezTo>
                  <a:cubicBezTo>
                    <a:pt x="0" y="100"/>
                    <a:pt x="0" y="187"/>
                    <a:pt x="49" y="220"/>
                  </a:cubicBezTo>
                  <a:cubicBezTo>
                    <a:pt x="67" y="243"/>
                    <a:pt x="94" y="255"/>
                    <a:pt x="121" y="255"/>
                  </a:cubicBezTo>
                  <a:cubicBezTo>
                    <a:pt x="153" y="255"/>
                    <a:pt x="186" y="239"/>
                    <a:pt x="206" y="204"/>
                  </a:cubicBezTo>
                  <a:cubicBezTo>
                    <a:pt x="256" y="150"/>
                    <a:pt x="256" y="63"/>
                    <a:pt x="206" y="30"/>
                  </a:cubicBezTo>
                  <a:cubicBezTo>
                    <a:pt x="184" y="10"/>
                    <a:pt x="159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6" name="Google Shape;21706;p66"/>
            <p:cNvSpPr/>
            <p:nvPr/>
          </p:nvSpPr>
          <p:spPr>
            <a:xfrm>
              <a:off x="4101700" y="27224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4" y="0"/>
                  </a:moveTo>
                  <a:cubicBezTo>
                    <a:pt x="87" y="0"/>
                    <a:pt x="32" y="49"/>
                    <a:pt x="17" y="106"/>
                  </a:cubicBezTo>
                  <a:cubicBezTo>
                    <a:pt x="1" y="176"/>
                    <a:pt x="34" y="247"/>
                    <a:pt x="104" y="263"/>
                  </a:cubicBezTo>
                  <a:cubicBezTo>
                    <a:pt x="137" y="263"/>
                    <a:pt x="153" y="247"/>
                    <a:pt x="190" y="226"/>
                  </a:cubicBezTo>
                  <a:cubicBezTo>
                    <a:pt x="223" y="209"/>
                    <a:pt x="240" y="176"/>
                    <a:pt x="240" y="144"/>
                  </a:cubicBezTo>
                  <a:cubicBezTo>
                    <a:pt x="240" y="106"/>
                    <a:pt x="240" y="73"/>
                    <a:pt x="223" y="57"/>
                  </a:cubicBezTo>
                  <a:cubicBezTo>
                    <a:pt x="223" y="40"/>
                    <a:pt x="223" y="40"/>
                    <a:pt x="207" y="20"/>
                  </a:cubicBezTo>
                  <a:cubicBezTo>
                    <a:pt x="190" y="20"/>
                    <a:pt x="170" y="3"/>
                    <a:pt x="153" y="3"/>
                  </a:cubicBezTo>
                  <a:cubicBezTo>
                    <a:pt x="147" y="1"/>
                    <a:pt x="141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7" name="Google Shape;21707;p66"/>
            <p:cNvSpPr/>
            <p:nvPr/>
          </p:nvSpPr>
          <p:spPr>
            <a:xfrm>
              <a:off x="4110675" y="2737600"/>
              <a:ext cx="6525" cy="6375"/>
            </a:xfrm>
            <a:custGeom>
              <a:avLst/>
              <a:gdLst/>
              <a:ahLst/>
              <a:cxnLst/>
              <a:rect l="l" t="t" r="r" b="b"/>
              <a:pathLst>
                <a:path w="261" h="255" extrusionOk="0">
                  <a:moveTo>
                    <a:pt x="103" y="0"/>
                  </a:moveTo>
                  <a:cubicBezTo>
                    <a:pt x="37" y="33"/>
                    <a:pt x="0" y="103"/>
                    <a:pt x="17" y="173"/>
                  </a:cubicBezTo>
                  <a:cubicBezTo>
                    <a:pt x="17" y="206"/>
                    <a:pt x="37" y="223"/>
                    <a:pt x="70" y="239"/>
                  </a:cubicBezTo>
                  <a:cubicBezTo>
                    <a:pt x="87" y="250"/>
                    <a:pt x="99" y="255"/>
                    <a:pt x="112" y="255"/>
                  </a:cubicBezTo>
                  <a:cubicBezTo>
                    <a:pt x="125" y="255"/>
                    <a:pt x="138" y="250"/>
                    <a:pt x="157" y="239"/>
                  </a:cubicBezTo>
                  <a:cubicBezTo>
                    <a:pt x="223" y="223"/>
                    <a:pt x="260" y="136"/>
                    <a:pt x="244" y="87"/>
                  </a:cubicBezTo>
                  <a:cubicBezTo>
                    <a:pt x="223" y="54"/>
                    <a:pt x="223" y="33"/>
                    <a:pt x="206" y="33"/>
                  </a:cubicBezTo>
                  <a:lnTo>
                    <a:pt x="190" y="17"/>
                  </a:lnTo>
                  <a:cubicBezTo>
                    <a:pt x="157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8" name="Google Shape;21708;p66"/>
            <p:cNvSpPr/>
            <p:nvPr/>
          </p:nvSpPr>
          <p:spPr>
            <a:xfrm>
              <a:off x="4106850" y="2783575"/>
              <a:ext cx="6000" cy="6300"/>
            </a:xfrm>
            <a:custGeom>
              <a:avLst/>
              <a:gdLst/>
              <a:ahLst/>
              <a:cxnLst/>
              <a:rect l="l" t="t" r="r" b="b"/>
              <a:pathLst>
                <a:path w="240" h="252" extrusionOk="0">
                  <a:moveTo>
                    <a:pt x="104" y="0"/>
                  </a:moveTo>
                  <a:cubicBezTo>
                    <a:pt x="34" y="33"/>
                    <a:pt x="1" y="103"/>
                    <a:pt x="17" y="173"/>
                  </a:cubicBezTo>
                  <a:cubicBezTo>
                    <a:pt x="17" y="206"/>
                    <a:pt x="50" y="223"/>
                    <a:pt x="67" y="239"/>
                  </a:cubicBezTo>
                  <a:cubicBezTo>
                    <a:pt x="85" y="247"/>
                    <a:pt x="99" y="252"/>
                    <a:pt x="112" y="252"/>
                  </a:cubicBezTo>
                  <a:cubicBezTo>
                    <a:pt x="124" y="252"/>
                    <a:pt x="137" y="247"/>
                    <a:pt x="153" y="239"/>
                  </a:cubicBezTo>
                  <a:cubicBezTo>
                    <a:pt x="190" y="223"/>
                    <a:pt x="207" y="206"/>
                    <a:pt x="223" y="173"/>
                  </a:cubicBezTo>
                  <a:cubicBezTo>
                    <a:pt x="240" y="136"/>
                    <a:pt x="240" y="103"/>
                    <a:pt x="240" y="70"/>
                  </a:cubicBezTo>
                  <a:cubicBezTo>
                    <a:pt x="223" y="50"/>
                    <a:pt x="223" y="33"/>
                    <a:pt x="207" y="17"/>
                  </a:cubicBezTo>
                  <a:cubicBezTo>
                    <a:pt x="207" y="17"/>
                    <a:pt x="190" y="17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9" name="Google Shape;21709;p66"/>
            <p:cNvSpPr/>
            <p:nvPr/>
          </p:nvSpPr>
          <p:spPr>
            <a:xfrm>
              <a:off x="4063050" y="2730700"/>
              <a:ext cx="5600" cy="6100"/>
            </a:xfrm>
            <a:custGeom>
              <a:avLst/>
              <a:gdLst/>
              <a:ahLst/>
              <a:cxnLst/>
              <a:rect l="l" t="t" r="r" b="b"/>
              <a:pathLst>
                <a:path w="224" h="244" extrusionOk="0">
                  <a:moveTo>
                    <a:pt x="190" y="0"/>
                  </a:moveTo>
                  <a:cubicBezTo>
                    <a:pt x="120" y="54"/>
                    <a:pt x="50" y="87"/>
                    <a:pt x="1" y="124"/>
                  </a:cubicBezTo>
                  <a:cubicBezTo>
                    <a:pt x="1" y="157"/>
                    <a:pt x="1" y="190"/>
                    <a:pt x="34" y="206"/>
                  </a:cubicBezTo>
                  <a:cubicBezTo>
                    <a:pt x="34" y="227"/>
                    <a:pt x="50" y="227"/>
                    <a:pt x="67" y="243"/>
                  </a:cubicBezTo>
                  <a:cubicBezTo>
                    <a:pt x="104" y="243"/>
                    <a:pt x="153" y="227"/>
                    <a:pt x="190" y="190"/>
                  </a:cubicBezTo>
                  <a:cubicBezTo>
                    <a:pt x="223" y="157"/>
                    <a:pt x="223" y="103"/>
                    <a:pt x="207" y="54"/>
                  </a:cubicBezTo>
                  <a:cubicBezTo>
                    <a:pt x="207" y="37"/>
                    <a:pt x="207" y="21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0" name="Google Shape;21710;p66"/>
            <p:cNvSpPr/>
            <p:nvPr/>
          </p:nvSpPr>
          <p:spPr>
            <a:xfrm>
              <a:off x="4119750" y="278665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0"/>
                  </a:moveTo>
                  <a:cubicBezTo>
                    <a:pt x="103" y="0"/>
                    <a:pt x="71" y="19"/>
                    <a:pt x="50" y="50"/>
                  </a:cubicBezTo>
                  <a:cubicBezTo>
                    <a:pt x="0" y="100"/>
                    <a:pt x="0" y="186"/>
                    <a:pt x="50" y="236"/>
                  </a:cubicBezTo>
                  <a:cubicBezTo>
                    <a:pt x="50" y="236"/>
                    <a:pt x="66" y="256"/>
                    <a:pt x="87" y="256"/>
                  </a:cubicBezTo>
                  <a:cubicBezTo>
                    <a:pt x="95" y="260"/>
                    <a:pt x="104" y="263"/>
                    <a:pt x="114" y="263"/>
                  </a:cubicBezTo>
                  <a:cubicBezTo>
                    <a:pt x="143" y="263"/>
                    <a:pt x="178" y="243"/>
                    <a:pt x="206" y="203"/>
                  </a:cubicBezTo>
                  <a:cubicBezTo>
                    <a:pt x="239" y="170"/>
                    <a:pt x="239" y="116"/>
                    <a:pt x="223" y="83"/>
                  </a:cubicBezTo>
                  <a:cubicBezTo>
                    <a:pt x="223" y="67"/>
                    <a:pt x="223" y="50"/>
                    <a:pt x="206" y="30"/>
                  </a:cubicBezTo>
                  <a:cubicBezTo>
                    <a:pt x="184" y="9"/>
                    <a:pt x="160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1" name="Google Shape;21711;p66"/>
            <p:cNvSpPr/>
            <p:nvPr/>
          </p:nvSpPr>
          <p:spPr>
            <a:xfrm>
              <a:off x="4101300" y="2707500"/>
              <a:ext cx="5575" cy="5700"/>
            </a:xfrm>
            <a:custGeom>
              <a:avLst/>
              <a:gdLst/>
              <a:ahLst/>
              <a:cxnLst/>
              <a:rect l="l" t="t" r="r" b="b"/>
              <a:pathLst>
                <a:path w="223" h="228" extrusionOk="0">
                  <a:moveTo>
                    <a:pt x="186" y="0"/>
                  </a:moveTo>
                  <a:cubicBezTo>
                    <a:pt x="120" y="37"/>
                    <a:pt x="50" y="70"/>
                    <a:pt x="0" y="103"/>
                  </a:cubicBezTo>
                  <a:lnTo>
                    <a:pt x="0" y="174"/>
                  </a:lnTo>
                  <a:cubicBezTo>
                    <a:pt x="17" y="190"/>
                    <a:pt x="50" y="207"/>
                    <a:pt x="66" y="227"/>
                  </a:cubicBezTo>
                  <a:cubicBezTo>
                    <a:pt x="136" y="227"/>
                    <a:pt x="206" y="190"/>
                    <a:pt x="223" y="103"/>
                  </a:cubicBezTo>
                  <a:cubicBezTo>
                    <a:pt x="223" y="87"/>
                    <a:pt x="223" y="54"/>
                    <a:pt x="206" y="21"/>
                  </a:cubicBezTo>
                  <a:lnTo>
                    <a:pt x="1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2" name="Google Shape;21712;p66"/>
            <p:cNvSpPr/>
            <p:nvPr/>
          </p:nvSpPr>
          <p:spPr>
            <a:xfrm>
              <a:off x="4099125" y="275090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37" y="0"/>
                  </a:moveTo>
                  <a:cubicBezTo>
                    <a:pt x="87" y="0"/>
                    <a:pt x="17" y="37"/>
                    <a:pt x="1" y="120"/>
                  </a:cubicBezTo>
                  <a:cubicBezTo>
                    <a:pt x="1" y="157"/>
                    <a:pt x="1" y="173"/>
                    <a:pt x="17" y="206"/>
                  </a:cubicBezTo>
                  <a:cubicBezTo>
                    <a:pt x="34" y="243"/>
                    <a:pt x="50" y="260"/>
                    <a:pt x="87" y="260"/>
                  </a:cubicBezTo>
                  <a:cubicBezTo>
                    <a:pt x="120" y="260"/>
                    <a:pt x="153" y="260"/>
                    <a:pt x="170" y="243"/>
                  </a:cubicBezTo>
                  <a:cubicBezTo>
                    <a:pt x="207" y="206"/>
                    <a:pt x="223" y="190"/>
                    <a:pt x="223" y="157"/>
                  </a:cubicBezTo>
                  <a:cubicBezTo>
                    <a:pt x="223" y="120"/>
                    <a:pt x="223" y="87"/>
                    <a:pt x="207" y="54"/>
                  </a:cubicBezTo>
                  <a:cubicBezTo>
                    <a:pt x="207" y="54"/>
                    <a:pt x="207" y="37"/>
                    <a:pt x="190" y="37"/>
                  </a:cubicBezTo>
                  <a:cubicBezTo>
                    <a:pt x="170" y="17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3" name="Google Shape;21713;p66"/>
            <p:cNvSpPr/>
            <p:nvPr/>
          </p:nvSpPr>
          <p:spPr>
            <a:xfrm>
              <a:off x="3937200" y="2846575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117" y="0"/>
                  </a:moveTo>
                  <a:cubicBezTo>
                    <a:pt x="71" y="0"/>
                    <a:pt x="15" y="49"/>
                    <a:pt x="0" y="106"/>
                  </a:cubicBezTo>
                  <a:lnTo>
                    <a:pt x="0" y="160"/>
                  </a:lnTo>
                  <a:lnTo>
                    <a:pt x="223" y="160"/>
                  </a:lnTo>
                  <a:cubicBezTo>
                    <a:pt x="240" y="127"/>
                    <a:pt x="223" y="90"/>
                    <a:pt x="223" y="57"/>
                  </a:cubicBezTo>
                  <a:cubicBezTo>
                    <a:pt x="207" y="40"/>
                    <a:pt x="207" y="40"/>
                    <a:pt x="190" y="40"/>
                  </a:cubicBezTo>
                  <a:cubicBezTo>
                    <a:pt x="190" y="24"/>
                    <a:pt x="174" y="3"/>
                    <a:pt x="137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4" name="Google Shape;21714;p66"/>
            <p:cNvSpPr/>
            <p:nvPr/>
          </p:nvSpPr>
          <p:spPr>
            <a:xfrm>
              <a:off x="4097375" y="2797675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37" y="1"/>
                  </a:moveTo>
                  <a:cubicBezTo>
                    <a:pt x="104" y="1"/>
                    <a:pt x="87" y="1"/>
                    <a:pt x="54" y="38"/>
                  </a:cubicBezTo>
                  <a:cubicBezTo>
                    <a:pt x="33" y="55"/>
                    <a:pt x="17" y="88"/>
                    <a:pt x="0" y="125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33" y="244"/>
                    <a:pt x="54" y="261"/>
                    <a:pt x="87" y="261"/>
                  </a:cubicBezTo>
                  <a:cubicBezTo>
                    <a:pt x="94" y="263"/>
                    <a:pt x="100" y="264"/>
                    <a:pt x="107" y="264"/>
                  </a:cubicBezTo>
                  <a:cubicBezTo>
                    <a:pt x="154" y="264"/>
                    <a:pt x="209" y="219"/>
                    <a:pt x="223" y="158"/>
                  </a:cubicBezTo>
                  <a:cubicBezTo>
                    <a:pt x="223" y="125"/>
                    <a:pt x="223" y="88"/>
                    <a:pt x="207" y="55"/>
                  </a:cubicBezTo>
                  <a:cubicBezTo>
                    <a:pt x="207" y="55"/>
                    <a:pt x="207" y="38"/>
                    <a:pt x="190" y="38"/>
                  </a:cubicBezTo>
                  <a:cubicBezTo>
                    <a:pt x="174" y="22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5" name="Google Shape;21715;p66"/>
            <p:cNvSpPr/>
            <p:nvPr/>
          </p:nvSpPr>
          <p:spPr>
            <a:xfrm>
              <a:off x="4106850" y="2844350"/>
              <a:ext cx="6425" cy="6225"/>
            </a:xfrm>
            <a:custGeom>
              <a:avLst/>
              <a:gdLst/>
              <a:ahLst/>
              <a:cxnLst/>
              <a:rect l="l" t="t" r="r" b="b"/>
              <a:pathLst>
                <a:path w="257" h="249" extrusionOk="0">
                  <a:moveTo>
                    <a:pt x="130" y="0"/>
                  </a:moveTo>
                  <a:cubicBezTo>
                    <a:pt x="99" y="0"/>
                    <a:pt x="71" y="14"/>
                    <a:pt x="50" y="43"/>
                  </a:cubicBezTo>
                  <a:cubicBezTo>
                    <a:pt x="1" y="92"/>
                    <a:pt x="1" y="179"/>
                    <a:pt x="50" y="232"/>
                  </a:cubicBezTo>
                  <a:cubicBezTo>
                    <a:pt x="50" y="249"/>
                    <a:pt x="67" y="249"/>
                    <a:pt x="87" y="249"/>
                  </a:cubicBezTo>
                  <a:lnTo>
                    <a:pt x="137" y="249"/>
                  </a:lnTo>
                  <a:cubicBezTo>
                    <a:pt x="153" y="249"/>
                    <a:pt x="190" y="232"/>
                    <a:pt x="207" y="216"/>
                  </a:cubicBezTo>
                  <a:cubicBezTo>
                    <a:pt x="256" y="146"/>
                    <a:pt x="256" y="76"/>
                    <a:pt x="207" y="26"/>
                  </a:cubicBezTo>
                  <a:cubicBezTo>
                    <a:pt x="183" y="9"/>
                    <a:pt x="156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6" name="Google Shape;21716;p66"/>
            <p:cNvSpPr/>
            <p:nvPr/>
          </p:nvSpPr>
          <p:spPr>
            <a:xfrm>
              <a:off x="4119325" y="2832200"/>
              <a:ext cx="6000" cy="6250"/>
            </a:xfrm>
            <a:custGeom>
              <a:avLst/>
              <a:gdLst/>
              <a:ahLst/>
              <a:cxnLst/>
              <a:rect l="l" t="t" r="r" b="b"/>
              <a:pathLst>
                <a:path w="240" h="250" extrusionOk="0">
                  <a:moveTo>
                    <a:pt x="134" y="0"/>
                  </a:moveTo>
                  <a:cubicBezTo>
                    <a:pt x="98" y="0"/>
                    <a:pt x="62" y="18"/>
                    <a:pt x="34" y="46"/>
                  </a:cubicBezTo>
                  <a:cubicBezTo>
                    <a:pt x="1" y="100"/>
                    <a:pt x="1" y="187"/>
                    <a:pt x="34" y="220"/>
                  </a:cubicBezTo>
                  <a:cubicBezTo>
                    <a:pt x="54" y="240"/>
                    <a:pt x="79" y="249"/>
                    <a:pt x="104" y="249"/>
                  </a:cubicBezTo>
                  <a:cubicBezTo>
                    <a:pt x="139" y="249"/>
                    <a:pt x="176" y="232"/>
                    <a:pt x="207" y="203"/>
                  </a:cubicBezTo>
                  <a:cubicBezTo>
                    <a:pt x="240" y="150"/>
                    <a:pt x="240" y="63"/>
                    <a:pt x="207" y="30"/>
                  </a:cubicBezTo>
                  <a:cubicBezTo>
                    <a:pt x="184" y="9"/>
                    <a:pt x="15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7" name="Google Shape;21717;p66"/>
            <p:cNvSpPr/>
            <p:nvPr/>
          </p:nvSpPr>
          <p:spPr>
            <a:xfrm>
              <a:off x="4101300" y="276810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36" y="1"/>
                  </a:moveTo>
                  <a:cubicBezTo>
                    <a:pt x="103" y="1"/>
                    <a:pt x="83" y="1"/>
                    <a:pt x="50" y="34"/>
                  </a:cubicBezTo>
                  <a:cubicBezTo>
                    <a:pt x="33" y="50"/>
                    <a:pt x="17" y="71"/>
                    <a:pt x="0" y="104"/>
                  </a:cubicBezTo>
                  <a:cubicBezTo>
                    <a:pt x="0" y="137"/>
                    <a:pt x="0" y="174"/>
                    <a:pt x="17" y="207"/>
                  </a:cubicBezTo>
                  <a:cubicBezTo>
                    <a:pt x="33" y="240"/>
                    <a:pt x="50" y="256"/>
                    <a:pt x="83" y="256"/>
                  </a:cubicBezTo>
                  <a:cubicBezTo>
                    <a:pt x="91" y="259"/>
                    <a:pt x="99" y="261"/>
                    <a:pt x="107" y="261"/>
                  </a:cubicBezTo>
                  <a:cubicBezTo>
                    <a:pt x="156" y="261"/>
                    <a:pt x="209" y="213"/>
                    <a:pt x="223" y="153"/>
                  </a:cubicBezTo>
                  <a:cubicBezTo>
                    <a:pt x="223" y="120"/>
                    <a:pt x="223" y="87"/>
                    <a:pt x="206" y="50"/>
                  </a:cubicBezTo>
                  <a:cubicBezTo>
                    <a:pt x="206" y="50"/>
                    <a:pt x="206" y="34"/>
                    <a:pt x="186" y="34"/>
                  </a:cubicBezTo>
                  <a:cubicBezTo>
                    <a:pt x="169" y="17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8" name="Google Shape;21718;p66"/>
            <p:cNvSpPr/>
            <p:nvPr/>
          </p:nvSpPr>
          <p:spPr>
            <a:xfrm>
              <a:off x="3906700" y="278132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6" y="0"/>
                  </a:moveTo>
                  <a:cubicBezTo>
                    <a:pt x="69" y="0"/>
                    <a:pt x="14" y="46"/>
                    <a:pt x="0" y="107"/>
                  </a:cubicBezTo>
                  <a:cubicBezTo>
                    <a:pt x="0" y="140"/>
                    <a:pt x="0" y="177"/>
                    <a:pt x="17" y="210"/>
                  </a:cubicBezTo>
                  <a:cubicBezTo>
                    <a:pt x="33" y="226"/>
                    <a:pt x="54" y="243"/>
                    <a:pt x="87" y="263"/>
                  </a:cubicBezTo>
                  <a:cubicBezTo>
                    <a:pt x="157" y="263"/>
                    <a:pt x="206" y="226"/>
                    <a:pt x="223" y="140"/>
                  </a:cubicBezTo>
                  <a:cubicBezTo>
                    <a:pt x="239" y="107"/>
                    <a:pt x="223" y="90"/>
                    <a:pt x="206" y="57"/>
                  </a:cubicBezTo>
                  <a:cubicBezTo>
                    <a:pt x="206" y="36"/>
                    <a:pt x="206" y="36"/>
                    <a:pt x="190" y="36"/>
                  </a:cubicBezTo>
                  <a:cubicBezTo>
                    <a:pt x="190" y="20"/>
                    <a:pt x="173" y="4"/>
                    <a:pt x="136" y="4"/>
                  </a:cubicBezTo>
                  <a:cubicBezTo>
                    <a:pt x="130" y="1"/>
                    <a:pt x="12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9" name="Google Shape;21719;p66"/>
            <p:cNvSpPr/>
            <p:nvPr/>
          </p:nvSpPr>
          <p:spPr>
            <a:xfrm>
              <a:off x="3908450" y="284400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117" y="0"/>
                  </a:moveTo>
                  <a:cubicBezTo>
                    <a:pt x="70" y="0"/>
                    <a:pt x="15" y="49"/>
                    <a:pt x="0" y="106"/>
                  </a:cubicBezTo>
                  <a:cubicBezTo>
                    <a:pt x="0" y="143"/>
                    <a:pt x="0" y="176"/>
                    <a:pt x="17" y="193"/>
                  </a:cubicBezTo>
                  <a:cubicBezTo>
                    <a:pt x="33" y="230"/>
                    <a:pt x="50" y="246"/>
                    <a:pt x="87" y="246"/>
                  </a:cubicBezTo>
                  <a:cubicBezTo>
                    <a:pt x="96" y="251"/>
                    <a:pt x="106" y="253"/>
                    <a:pt x="115" y="253"/>
                  </a:cubicBezTo>
                  <a:cubicBezTo>
                    <a:pt x="138" y="253"/>
                    <a:pt x="158" y="242"/>
                    <a:pt x="169" y="230"/>
                  </a:cubicBezTo>
                  <a:cubicBezTo>
                    <a:pt x="206" y="209"/>
                    <a:pt x="223" y="176"/>
                    <a:pt x="223" y="143"/>
                  </a:cubicBezTo>
                  <a:cubicBezTo>
                    <a:pt x="239" y="106"/>
                    <a:pt x="223" y="73"/>
                    <a:pt x="206" y="57"/>
                  </a:cubicBezTo>
                  <a:cubicBezTo>
                    <a:pt x="206" y="40"/>
                    <a:pt x="206" y="40"/>
                    <a:pt x="190" y="24"/>
                  </a:cubicBezTo>
                  <a:cubicBezTo>
                    <a:pt x="190" y="3"/>
                    <a:pt x="153" y="3"/>
                    <a:pt x="136" y="3"/>
                  </a:cubicBezTo>
                  <a:cubicBezTo>
                    <a:pt x="130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0" name="Google Shape;21720;p66"/>
            <p:cNvSpPr/>
            <p:nvPr/>
          </p:nvSpPr>
          <p:spPr>
            <a:xfrm>
              <a:off x="3923900" y="284510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35" y="0"/>
                  </a:moveTo>
                  <a:cubicBezTo>
                    <a:pt x="120" y="0"/>
                    <a:pt x="104" y="5"/>
                    <a:pt x="87" y="13"/>
                  </a:cubicBezTo>
                  <a:cubicBezTo>
                    <a:pt x="34" y="29"/>
                    <a:pt x="1" y="99"/>
                    <a:pt x="17" y="165"/>
                  </a:cubicBezTo>
                  <a:cubicBezTo>
                    <a:pt x="17" y="186"/>
                    <a:pt x="34" y="202"/>
                    <a:pt x="34" y="219"/>
                  </a:cubicBezTo>
                  <a:lnTo>
                    <a:pt x="190" y="219"/>
                  </a:lnTo>
                  <a:cubicBezTo>
                    <a:pt x="223" y="186"/>
                    <a:pt x="240" y="132"/>
                    <a:pt x="223" y="83"/>
                  </a:cubicBezTo>
                  <a:cubicBezTo>
                    <a:pt x="223" y="46"/>
                    <a:pt x="207" y="29"/>
                    <a:pt x="207" y="29"/>
                  </a:cubicBezTo>
                  <a:cubicBezTo>
                    <a:pt x="190" y="13"/>
                    <a:pt x="190" y="13"/>
                    <a:pt x="170" y="13"/>
                  </a:cubicBezTo>
                  <a:cubicBezTo>
                    <a:pt x="161" y="5"/>
                    <a:pt x="149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1" name="Google Shape;21721;p66"/>
            <p:cNvSpPr/>
            <p:nvPr/>
          </p:nvSpPr>
          <p:spPr>
            <a:xfrm>
              <a:off x="3947500" y="27861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53" y="0"/>
                  </a:moveTo>
                  <a:cubicBezTo>
                    <a:pt x="120" y="0"/>
                    <a:pt x="104" y="0"/>
                    <a:pt x="87" y="17"/>
                  </a:cubicBezTo>
                  <a:cubicBezTo>
                    <a:pt x="50" y="33"/>
                    <a:pt x="17" y="70"/>
                    <a:pt x="17" y="103"/>
                  </a:cubicBezTo>
                  <a:cubicBezTo>
                    <a:pt x="1" y="136"/>
                    <a:pt x="17" y="173"/>
                    <a:pt x="34" y="206"/>
                  </a:cubicBezTo>
                  <a:cubicBezTo>
                    <a:pt x="34" y="223"/>
                    <a:pt x="71" y="239"/>
                    <a:pt x="104" y="256"/>
                  </a:cubicBezTo>
                  <a:cubicBezTo>
                    <a:pt x="153" y="256"/>
                    <a:pt x="207" y="223"/>
                    <a:pt x="223" y="153"/>
                  </a:cubicBezTo>
                  <a:cubicBezTo>
                    <a:pt x="223" y="153"/>
                    <a:pt x="240" y="153"/>
                    <a:pt x="240" y="136"/>
                  </a:cubicBezTo>
                  <a:cubicBezTo>
                    <a:pt x="240" y="103"/>
                    <a:pt x="223" y="50"/>
                    <a:pt x="207" y="17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2" name="Google Shape;21722;p66"/>
            <p:cNvSpPr/>
            <p:nvPr/>
          </p:nvSpPr>
          <p:spPr>
            <a:xfrm>
              <a:off x="3952650" y="2848400"/>
              <a:ext cx="5200" cy="2175"/>
            </a:xfrm>
            <a:custGeom>
              <a:avLst/>
              <a:gdLst/>
              <a:ahLst/>
              <a:cxnLst/>
              <a:rect l="l" t="t" r="r" b="b"/>
              <a:pathLst>
                <a:path w="208" h="87" extrusionOk="0">
                  <a:moveTo>
                    <a:pt x="71" y="0"/>
                  </a:moveTo>
                  <a:cubicBezTo>
                    <a:pt x="34" y="17"/>
                    <a:pt x="17" y="54"/>
                    <a:pt x="1" y="87"/>
                  </a:cubicBezTo>
                  <a:lnTo>
                    <a:pt x="207" y="87"/>
                  </a:lnTo>
                  <a:cubicBezTo>
                    <a:pt x="207" y="54"/>
                    <a:pt x="207" y="33"/>
                    <a:pt x="191" y="17"/>
                  </a:cubicBezTo>
                  <a:cubicBezTo>
                    <a:pt x="174" y="17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3" name="Google Shape;21723;p66"/>
            <p:cNvSpPr/>
            <p:nvPr/>
          </p:nvSpPr>
          <p:spPr>
            <a:xfrm>
              <a:off x="3912250" y="2797100"/>
              <a:ext cx="6125" cy="6575"/>
            </a:xfrm>
            <a:custGeom>
              <a:avLst/>
              <a:gdLst/>
              <a:ahLst/>
              <a:cxnLst/>
              <a:rect l="l" t="t" r="r" b="b"/>
              <a:pathLst>
                <a:path w="245" h="263" extrusionOk="0">
                  <a:moveTo>
                    <a:pt x="135" y="1"/>
                  </a:moveTo>
                  <a:cubicBezTo>
                    <a:pt x="125" y="1"/>
                    <a:pt x="115" y="3"/>
                    <a:pt x="104" y="7"/>
                  </a:cubicBezTo>
                  <a:cubicBezTo>
                    <a:pt x="71" y="7"/>
                    <a:pt x="54" y="24"/>
                    <a:pt x="38" y="61"/>
                  </a:cubicBezTo>
                  <a:cubicBezTo>
                    <a:pt x="17" y="78"/>
                    <a:pt x="1" y="111"/>
                    <a:pt x="1" y="127"/>
                  </a:cubicBezTo>
                  <a:cubicBezTo>
                    <a:pt x="1" y="164"/>
                    <a:pt x="17" y="214"/>
                    <a:pt x="38" y="230"/>
                  </a:cubicBezTo>
                  <a:cubicBezTo>
                    <a:pt x="59" y="253"/>
                    <a:pt x="84" y="263"/>
                    <a:pt x="108" y="263"/>
                  </a:cubicBezTo>
                  <a:cubicBezTo>
                    <a:pt x="140" y="263"/>
                    <a:pt x="171" y="244"/>
                    <a:pt x="190" y="214"/>
                  </a:cubicBezTo>
                  <a:cubicBezTo>
                    <a:pt x="244" y="164"/>
                    <a:pt x="244" y="78"/>
                    <a:pt x="190" y="24"/>
                  </a:cubicBezTo>
                  <a:cubicBezTo>
                    <a:pt x="179" y="12"/>
                    <a:pt x="159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4" name="Google Shape;21724;p66"/>
            <p:cNvSpPr/>
            <p:nvPr/>
          </p:nvSpPr>
          <p:spPr>
            <a:xfrm>
              <a:off x="3914000" y="28140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53" y="0"/>
                  </a:moveTo>
                  <a:cubicBezTo>
                    <a:pt x="87" y="0"/>
                    <a:pt x="17" y="33"/>
                    <a:pt x="17" y="104"/>
                  </a:cubicBezTo>
                  <a:cubicBezTo>
                    <a:pt x="1" y="137"/>
                    <a:pt x="1" y="170"/>
                    <a:pt x="17" y="207"/>
                  </a:cubicBezTo>
                  <a:cubicBezTo>
                    <a:pt x="34" y="240"/>
                    <a:pt x="71" y="256"/>
                    <a:pt x="87" y="256"/>
                  </a:cubicBezTo>
                  <a:cubicBezTo>
                    <a:pt x="153" y="256"/>
                    <a:pt x="207" y="223"/>
                    <a:pt x="223" y="153"/>
                  </a:cubicBezTo>
                  <a:cubicBezTo>
                    <a:pt x="240" y="120"/>
                    <a:pt x="223" y="87"/>
                    <a:pt x="223" y="50"/>
                  </a:cubicBezTo>
                  <a:cubicBezTo>
                    <a:pt x="207" y="50"/>
                    <a:pt x="207" y="33"/>
                    <a:pt x="207" y="33"/>
                  </a:cubicBezTo>
                  <a:cubicBezTo>
                    <a:pt x="190" y="17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5" name="Google Shape;21725;p66"/>
            <p:cNvSpPr/>
            <p:nvPr/>
          </p:nvSpPr>
          <p:spPr>
            <a:xfrm>
              <a:off x="3919975" y="27199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0"/>
                  </a:moveTo>
                  <a:cubicBezTo>
                    <a:pt x="88" y="0"/>
                    <a:pt x="17" y="37"/>
                    <a:pt x="1" y="103"/>
                  </a:cubicBezTo>
                  <a:cubicBezTo>
                    <a:pt x="1" y="140"/>
                    <a:pt x="1" y="173"/>
                    <a:pt x="17" y="206"/>
                  </a:cubicBezTo>
                  <a:cubicBezTo>
                    <a:pt x="38" y="244"/>
                    <a:pt x="55" y="260"/>
                    <a:pt x="88" y="260"/>
                  </a:cubicBezTo>
                  <a:cubicBezTo>
                    <a:pt x="121" y="260"/>
                    <a:pt x="141" y="260"/>
                    <a:pt x="174" y="244"/>
                  </a:cubicBezTo>
                  <a:cubicBezTo>
                    <a:pt x="191" y="206"/>
                    <a:pt x="207" y="190"/>
                    <a:pt x="224" y="157"/>
                  </a:cubicBezTo>
                  <a:cubicBezTo>
                    <a:pt x="224" y="120"/>
                    <a:pt x="224" y="87"/>
                    <a:pt x="207" y="54"/>
                  </a:cubicBezTo>
                  <a:cubicBezTo>
                    <a:pt x="207" y="54"/>
                    <a:pt x="207" y="37"/>
                    <a:pt x="191" y="37"/>
                  </a:cubicBezTo>
                  <a:cubicBezTo>
                    <a:pt x="174" y="17"/>
                    <a:pt x="158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6" name="Google Shape;21726;p66"/>
            <p:cNvSpPr/>
            <p:nvPr/>
          </p:nvSpPr>
          <p:spPr>
            <a:xfrm>
              <a:off x="4021825" y="2846575"/>
              <a:ext cx="5600" cy="4000"/>
            </a:xfrm>
            <a:custGeom>
              <a:avLst/>
              <a:gdLst/>
              <a:ahLst/>
              <a:cxnLst/>
              <a:rect l="l" t="t" r="r" b="b"/>
              <a:pathLst>
                <a:path w="224" h="160" extrusionOk="0">
                  <a:moveTo>
                    <a:pt x="111" y="0"/>
                  </a:moveTo>
                  <a:cubicBezTo>
                    <a:pt x="55" y="0"/>
                    <a:pt x="15" y="49"/>
                    <a:pt x="0" y="106"/>
                  </a:cubicBezTo>
                  <a:lnTo>
                    <a:pt x="0" y="160"/>
                  </a:lnTo>
                  <a:lnTo>
                    <a:pt x="223" y="160"/>
                  </a:lnTo>
                  <a:cubicBezTo>
                    <a:pt x="223" y="127"/>
                    <a:pt x="223" y="90"/>
                    <a:pt x="207" y="57"/>
                  </a:cubicBezTo>
                  <a:cubicBezTo>
                    <a:pt x="207" y="40"/>
                    <a:pt x="190" y="40"/>
                    <a:pt x="190" y="40"/>
                  </a:cubicBezTo>
                  <a:cubicBezTo>
                    <a:pt x="169" y="24"/>
                    <a:pt x="153" y="3"/>
                    <a:pt x="136" y="3"/>
                  </a:cubicBezTo>
                  <a:cubicBezTo>
                    <a:pt x="128" y="1"/>
                    <a:pt x="119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7" name="Google Shape;21727;p66"/>
            <p:cNvSpPr/>
            <p:nvPr/>
          </p:nvSpPr>
          <p:spPr>
            <a:xfrm>
              <a:off x="4200850" y="2815650"/>
              <a:ext cx="6125" cy="6350"/>
            </a:xfrm>
            <a:custGeom>
              <a:avLst/>
              <a:gdLst/>
              <a:ahLst/>
              <a:cxnLst/>
              <a:rect l="l" t="t" r="r" b="b"/>
              <a:pathLst>
                <a:path w="245" h="254" extrusionOk="0">
                  <a:moveTo>
                    <a:pt x="132" y="0"/>
                  </a:moveTo>
                  <a:cubicBezTo>
                    <a:pt x="76" y="0"/>
                    <a:pt x="35" y="49"/>
                    <a:pt x="17" y="107"/>
                  </a:cubicBezTo>
                  <a:cubicBezTo>
                    <a:pt x="1" y="144"/>
                    <a:pt x="17" y="177"/>
                    <a:pt x="38" y="210"/>
                  </a:cubicBezTo>
                  <a:cubicBezTo>
                    <a:pt x="54" y="230"/>
                    <a:pt x="71" y="247"/>
                    <a:pt x="87" y="247"/>
                  </a:cubicBezTo>
                  <a:cubicBezTo>
                    <a:pt x="97" y="252"/>
                    <a:pt x="107" y="254"/>
                    <a:pt x="117" y="254"/>
                  </a:cubicBezTo>
                  <a:cubicBezTo>
                    <a:pt x="140" y="254"/>
                    <a:pt x="162" y="242"/>
                    <a:pt x="174" y="230"/>
                  </a:cubicBezTo>
                  <a:cubicBezTo>
                    <a:pt x="207" y="210"/>
                    <a:pt x="224" y="177"/>
                    <a:pt x="224" y="144"/>
                  </a:cubicBezTo>
                  <a:cubicBezTo>
                    <a:pt x="244" y="107"/>
                    <a:pt x="244" y="74"/>
                    <a:pt x="224" y="57"/>
                  </a:cubicBezTo>
                  <a:cubicBezTo>
                    <a:pt x="207" y="41"/>
                    <a:pt x="207" y="41"/>
                    <a:pt x="207" y="24"/>
                  </a:cubicBezTo>
                  <a:lnTo>
                    <a:pt x="191" y="24"/>
                  </a:lnTo>
                  <a:cubicBezTo>
                    <a:pt x="174" y="3"/>
                    <a:pt x="174" y="3"/>
                    <a:pt x="158" y="3"/>
                  </a:cubicBezTo>
                  <a:cubicBezTo>
                    <a:pt x="149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8" name="Google Shape;21728;p66"/>
            <p:cNvSpPr/>
            <p:nvPr/>
          </p:nvSpPr>
          <p:spPr>
            <a:xfrm>
              <a:off x="4191900" y="273502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20" y="0"/>
                    <a:pt x="87" y="0"/>
                    <a:pt x="66" y="17"/>
                  </a:cubicBezTo>
                  <a:cubicBezTo>
                    <a:pt x="33" y="33"/>
                    <a:pt x="17" y="70"/>
                    <a:pt x="0" y="103"/>
                  </a:cubicBezTo>
                  <a:cubicBezTo>
                    <a:pt x="0" y="136"/>
                    <a:pt x="0" y="173"/>
                    <a:pt x="17" y="206"/>
                  </a:cubicBezTo>
                  <a:cubicBezTo>
                    <a:pt x="33" y="239"/>
                    <a:pt x="50" y="260"/>
                    <a:pt x="87" y="260"/>
                  </a:cubicBezTo>
                  <a:cubicBezTo>
                    <a:pt x="136" y="260"/>
                    <a:pt x="190" y="223"/>
                    <a:pt x="223" y="157"/>
                  </a:cubicBezTo>
                  <a:cubicBezTo>
                    <a:pt x="223" y="103"/>
                    <a:pt x="223" y="54"/>
                    <a:pt x="190" y="33"/>
                  </a:cubicBezTo>
                  <a:cubicBezTo>
                    <a:pt x="169" y="17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9" name="Google Shape;21729;p66"/>
            <p:cNvSpPr/>
            <p:nvPr/>
          </p:nvSpPr>
          <p:spPr>
            <a:xfrm>
              <a:off x="4196125" y="2797375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42" y="1"/>
                  </a:moveTo>
                  <a:cubicBezTo>
                    <a:pt x="127" y="1"/>
                    <a:pt x="114" y="5"/>
                    <a:pt x="103" y="13"/>
                  </a:cubicBezTo>
                  <a:cubicBezTo>
                    <a:pt x="37" y="34"/>
                    <a:pt x="0" y="116"/>
                    <a:pt x="21" y="170"/>
                  </a:cubicBezTo>
                  <a:cubicBezTo>
                    <a:pt x="35" y="228"/>
                    <a:pt x="82" y="260"/>
                    <a:pt x="129" y="260"/>
                  </a:cubicBezTo>
                  <a:cubicBezTo>
                    <a:pt x="138" y="260"/>
                    <a:pt x="148" y="259"/>
                    <a:pt x="157" y="256"/>
                  </a:cubicBezTo>
                  <a:cubicBezTo>
                    <a:pt x="227" y="219"/>
                    <a:pt x="260" y="153"/>
                    <a:pt x="243" y="83"/>
                  </a:cubicBezTo>
                  <a:cubicBezTo>
                    <a:pt x="227" y="67"/>
                    <a:pt x="227" y="50"/>
                    <a:pt x="206" y="34"/>
                  </a:cubicBezTo>
                  <a:cubicBezTo>
                    <a:pt x="206" y="13"/>
                    <a:pt x="190" y="13"/>
                    <a:pt x="190" y="13"/>
                  </a:cubicBezTo>
                  <a:cubicBezTo>
                    <a:pt x="173" y="5"/>
                    <a:pt x="157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0" name="Google Shape;21730;p66"/>
            <p:cNvSpPr/>
            <p:nvPr/>
          </p:nvSpPr>
          <p:spPr>
            <a:xfrm>
              <a:off x="4188400" y="282872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32" y="0"/>
                  </a:moveTo>
                  <a:cubicBezTo>
                    <a:pt x="101" y="0"/>
                    <a:pt x="66" y="19"/>
                    <a:pt x="37" y="49"/>
                  </a:cubicBezTo>
                  <a:cubicBezTo>
                    <a:pt x="0" y="99"/>
                    <a:pt x="0" y="185"/>
                    <a:pt x="37" y="223"/>
                  </a:cubicBezTo>
                  <a:cubicBezTo>
                    <a:pt x="54" y="239"/>
                    <a:pt x="70" y="256"/>
                    <a:pt x="87" y="256"/>
                  </a:cubicBezTo>
                  <a:cubicBezTo>
                    <a:pt x="124" y="256"/>
                    <a:pt x="173" y="239"/>
                    <a:pt x="190" y="202"/>
                  </a:cubicBezTo>
                  <a:cubicBezTo>
                    <a:pt x="227" y="169"/>
                    <a:pt x="243" y="119"/>
                    <a:pt x="227" y="66"/>
                  </a:cubicBezTo>
                  <a:cubicBezTo>
                    <a:pt x="227" y="49"/>
                    <a:pt x="206" y="33"/>
                    <a:pt x="190" y="33"/>
                  </a:cubicBezTo>
                  <a:cubicBezTo>
                    <a:pt x="176" y="10"/>
                    <a:pt x="15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1" name="Google Shape;21731;p66"/>
            <p:cNvSpPr/>
            <p:nvPr/>
          </p:nvSpPr>
          <p:spPr>
            <a:xfrm>
              <a:off x="4093050" y="2845000"/>
              <a:ext cx="6100" cy="5575"/>
            </a:xfrm>
            <a:custGeom>
              <a:avLst/>
              <a:gdLst/>
              <a:ahLst/>
              <a:cxnLst/>
              <a:rect l="l" t="t" r="r" b="b"/>
              <a:pathLst>
                <a:path w="244" h="223" extrusionOk="0">
                  <a:moveTo>
                    <a:pt x="157" y="0"/>
                  </a:moveTo>
                  <a:cubicBezTo>
                    <a:pt x="87" y="0"/>
                    <a:pt x="37" y="33"/>
                    <a:pt x="21" y="120"/>
                  </a:cubicBezTo>
                  <a:cubicBezTo>
                    <a:pt x="0" y="136"/>
                    <a:pt x="21" y="169"/>
                    <a:pt x="21" y="206"/>
                  </a:cubicBezTo>
                  <a:cubicBezTo>
                    <a:pt x="37" y="206"/>
                    <a:pt x="37" y="223"/>
                    <a:pt x="37" y="223"/>
                  </a:cubicBezTo>
                  <a:lnTo>
                    <a:pt x="190" y="223"/>
                  </a:lnTo>
                  <a:cubicBezTo>
                    <a:pt x="206" y="206"/>
                    <a:pt x="227" y="190"/>
                    <a:pt x="227" y="153"/>
                  </a:cubicBezTo>
                  <a:cubicBezTo>
                    <a:pt x="244" y="120"/>
                    <a:pt x="244" y="87"/>
                    <a:pt x="227" y="50"/>
                  </a:cubicBezTo>
                  <a:cubicBezTo>
                    <a:pt x="206" y="50"/>
                    <a:pt x="206" y="33"/>
                    <a:pt x="206" y="33"/>
                  </a:cubicBezTo>
                  <a:cubicBezTo>
                    <a:pt x="190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2" name="Google Shape;21732;p66"/>
            <p:cNvSpPr/>
            <p:nvPr/>
          </p:nvSpPr>
          <p:spPr>
            <a:xfrm>
              <a:off x="4121900" y="2847575"/>
              <a:ext cx="5600" cy="3000"/>
            </a:xfrm>
            <a:custGeom>
              <a:avLst/>
              <a:gdLst/>
              <a:ahLst/>
              <a:cxnLst/>
              <a:rect l="l" t="t" r="r" b="b"/>
              <a:pathLst>
                <a:path w="224" h="120" extrusionOk="0">
                  <a:moveTo>
                    <a:pt x="137" y="0"/>
                  </a:moveTo>
                  <a:cubicBezTo>
                    <a:pt x="67" y="0"/>
                    <a:pt x="17" y="50"/>
                    <a:pt x="1" y="120"/>
                  </a:cubicBezTo>
                  <a:lnTo>
                    <a:pt x="223" y="120"/>
                  </a:lnTo>
                  <a:cubicBezTo>
                    <a:pt x="223" y="103"/>
                    <a:pt x="223" y="66"/>
                    <a:pt x="207" y="50"/>
                  </a:cubicBezTo>
                  <a:lnTo>
                    <a:pt x="186" y="33"/>
                  </a:lnTo>
                  <a:cubicBezTo>
                    <a:pt x="170" y="17"/>
                    <a:pt x="153" y="17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3" name="Google Shape;21733;p66"/>
            <p:cNvSpPr/>
            <p:nvPr/>
          </p:nvSpPr>
          <p:spPr>
            <a:xfrm>
              <a:off x="3918350" y="2766775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82" y="0"/>
                    <a:pt x="49" y="21"/>
                  </a:cubicBezTo>
                  <a:cubicBezTo>
                    <a:pt x="16" y="54"/>
                    <a:pt x="0" y="70"/>
                    <a:pt x="0" y="103"/>
                  </a:cubicBezTo>
                  <a:cubicBezTo>
                    <a:pt x="0" y="140"/>
                    <a:pt x="0" y="173"/>
                    <a:pt x="16" y="206"/>
                  </a:cubicBezTo>
                  <a:cubicBezTo>
                    <a:pt x="33" y="243"/>
                    <a:pt x="49" y="260"/>
                    <a:pt x="82" y="260"/>
                  </a:cubicBezTo>
                  <a:cubicBezTo>
                    <a:pt x="136" y="260"/>
                    <a:pt x="206" y="227"/>
                    <a:pt x="223" y="157"/>
                  </a:cubicBezTo>
                  <a:cubicBezTo>
                    <a:pt x="223" y="124"/>
                    <a:pt x="223" y="87"/>
                    <a:pt x="206" y="54"/>
                  </a:cubicBezTo>
                  <a:lnTo>
                    <a:pt x="186" y="37"/>
                  </a:lnTo>
                  <a:cubicBezTo>
                    <a:pt x="169" y="21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4" name="Google Shape;21734;p66"/>
            <p:cNvSpPr/>
            <p:nvPr/>
          </p:nvSpPr>
          <p:spPr>
            <a:xfrm>
              <a:off x="3961625" y="2773775"/>
              <a:ext cx="6100" cy="6725"/>
            </a:xfrm>
            <a:custGeom>
              <a:avLst/>
              <a:gdLst/>
              <a:ahLst/>
              <a:cxnLst/>
              <a:rect l="l" t="t" r="r" b="b"/>
              <a:pathLst>
                <a:path w="244" h="269" extrusionOk="0">
                  <a:moveTo>
                    <a:pt x="138" y="0"/>
                  </a:moveTo>
                  <a:cubicBezTo>
                    <a:pt x="123" y="0"/>
                    <a:pt x="106" y="5"/>
                    <a:pt x="87" y="13"/>
                  </a:cubicBezTo>
                  <a:cubicBezTo>
                    <a:pt x="38" y="29"/>
                    <a:pt x="1" y="116"/>
                    <a:pt x="21" y="186"/>
                  </a:cubicBezTo>
                  <a:cubicBezTo>
                    <a:pt x="21" y="202"/>
                    <a:pt x="38" y="235"/>
                    <a:pt x="71" y="256"/>
                  </a:cubicBezTo>
                  <a:cubicBezTo>
                    <a:pt x="87" y="264"/>
                    <a:pt x="101" y="268"/>
                    <a:pt x="114" y="268"/>
                  </a:cubicBezTo>
                  <a:cubicBezTo>
                    <a:pt x="127" y="268"/>
                    <a:pt x="141" y="264"/>
                    <a:pt x="157" y="256"/>
                  </a:cubicBezTo>
                  <a:cubicBezTo>
                    <a:pt x="190" y="235"/>
                    <a:pt x="207" y="219"/>
                    <a:pt x="227" y="186"/>
                  </a:cubicBezTo>
                  <a:cubicBezTo>
                    <a:pt x="244" y="153"/>
                    <a:pt x="244" y="116"/>
                    <a:pt x="244" y="83"/>
                  </a:cubicBezTo>
                  <a:cubicBezTo>
                    <a:pt x="227" y="66"/>
                    <a:pt x="227" y="50"/>
                    <a:pt x="207" y="29"/>
                  </a:cubicBezTo>
                  <a:cubicBezTo>
                    <a:pt x="190" y="29"/>
                    <a:pt x="190" y="13"/>
                    <a:pt x="174" y="13"/>
                  </a:cubicBezTo>
                  <a:cubicBezTo>
                    <a:pt x="166" y="5"/>
                    <a:pt x="153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5" name="Google Shape;21735;p66"/>
            <p:cNvSpPr/>
            <p:nvPr/>
          </p:nvSpPr>
          <p:spPr>
            <a:xfrm>
              <a:off x="3964200" y="2790350"/>
              <a:ext cx="6100" cy="6200"/>
            </a:xfrm>
            <a:custGeom>
              <a:avLst/>
              <a:gdLst/>
              <a:ahLst/>
              <a:cxnLst/>
              <a:rect l="l" t="t" r="r" b="b"/>
              <a:pathLst>
                <a:path w="244" h="248" extrusionOk="0">
                  <a:moveTo>
                    <a:pt x="128" y="1"/>
                  </a:moveTo>
                  <a:cubicBezTo>
                    <a:pt x="73" y="1"/>
                    <a:pt x="35" y="49"/>
                    <a:pt x="21" y="108"/>
                  </a:cubicBezTo>
                  <a:cubicBezTo>
                    <a:pt x="1" y="141"/>
                    <a:pt x="21" y="174"/>
                    <a:pt x="21" y="191"/>
                  </a:cubicBezTo>
                  <a:cubicBezTo>
                    <a:pt x="38" y="228"/>
                    <a:pt x="71" y="244"/>
                    <a:pt x="87" y="244"/>
                  </a:cubicBezTo>
                  <a:cubicBezTo>
                    <a:pt x="96" y="247"/>
                    <a:pt x="106" y="248"/>
                    <a:pt x="115" y="248"/>
                  </a:cubicBezTo>
                  <a:cubicBezTo>
                    <a:pt x="175" y="248"/>
                    <a:pt x="227" y="202"/>
                    <a:pt x="227" y="141"/>
                  </a:cubicBezTo>
                  <a:cubicBezTo>
                    <a:pt x="244" y="108"/>
                    <a:pt x="244" y="71"/>
                    <a:pt x="227" y="55"/>
                  </a:cubicBezTo>
                  <a:cubicBezTo>
                    <a:pt x="207" y="38"/>
                    <a:pt x="207" y="38"/>
                    <a:pt x="207" y="22"/>
                  </a:cubicBezTo>
                  <a:cubicBezTo>
                    <a:pt x="190" y="5"/>
                    <a:pt x="174" y="5"/>
                    <a:pt x="157" y="5"/>
                  </a:cubicBezTo>
                  <a:cubicBezTo>
                    <a:pt x="147" y="2"/>
                    <a:pt x="13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6" name="Google Shape;21736;p66"/>
            <p:cNvSpPr/>
            <p:nvPr/>
          </p:nvSpPr>
          <p:spPr>
            <a:xfrm>
              <a:off x="3965550" y="274542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35" y="1"/>
                  </a:moveTo>
                  <a:cubicBezTo>
                    <a:pt x="120" y="1"/>
                    <a:pt x="103" y="5"/>
                    <a:pt x="87" y="13"/>
                  </a:cubicBezTo>
                  <a:cubicBezTo>
                    <a:pt x="50" y="29"/>
                    <a:pt x="33" y="50"/>
                    <a:pt x="17" y="83"/>
                  </a:cubicBezTo>
                  <a:cubicBezTo>
                    <a:pt x="0" y="116"/>
                    <a:pt x="0" y="153"/>
                    <a:pt x="17" y="186"/>
                  </a:cubicBezTo>
                  <a:cubicBezTo>
                    <a:pt x="17" y="219"/>
                    <a:pt x="33" y="236"/>
                    <a:pt x="70" y="256"/>
                  </a:cubicBezTo>
                  <a:cubicBezTo>
                    <a:pt x="79" y="264"/>
                    <a:pt x="91" y="269"/>
                    <a:pt x="105" y="269"/>
                  </a:cubicBezTo>
                  <a:cubicBezTo>
                    <a:pt x="120" y="269"/>
                    <a:pt x="136" y="264"/>
                    <a:pt x="153" y="256"/>
                  </a:cubicBezTo>
                  <a:cubicBezTo>
                    <a:pt x="206" y="219"/>
                    <a:pt x="239" y="153"/>
                    <a:pt x="223" y="83"/>
                  </a:cubicBezTo>
                  <a:cubicBezTo>
                    <a:pt x="223" y="67"/>
                    <a:pt x="206" y="50"/>
                    <a:pt x="206" y="29"/>
                  </a:cubicBezTo>
                  <a:cubicBezTo>
                    <a:pt x="190" y="29"/>
                    <a:pt x="190" y="13"/>
                    <a:pt x="173" y="13"/>
                  </a:cubicBezTo>
                  <a:cubicBezTo>
                    <a:pt x="163" y="5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7" name="Google Shape;21737;p66"/>
            <p:cNvSpPr/>
            <p:nvPr/>
          </p:nvSpPr>
          <p:spPr>
            <a:xfrm>
              <a:off x="3956475" y="28227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38" y="0"/>
                  </a:moveTo>
                  <a:cubicBezTo>
                    <a:pt x="103" y="0"/>
                    <a:pt x="67" y="19"/>
                    <a:pt x="38" y="50"/>
                  </a:cubicBezTo>
                  <a:cubicBezTo>
                    <a:pt x="0" y="100"/>
                    <a:pt x="0" y="186"/>
                    <a:pt x="38" y="236"/>
                  </a:cubicBezTo>
                  <a:cubicBezTo>
                    <a:pt x="58" y="251"/>
                    <a:pt x="83" y="260"/>
                    <a:pt x="108" y="260"/>
                  </a:cubicBezTo>
                  <a:cubicBezTo>
                    <a:pt x="142" y="260"/>
                    <a:pt x="178" y="243"/>
                    <a:pt x="207" y="203"/>
                  </a:cubicBezTo>
                  <a:cubicBezTo>
                    <a:pt x="244" y="153"/>
                    <a:pt x="244" y="67"/>
                    <a:pt x="207" y="30"/>
                  </a:cubicBezTo>
                  <a:cubicBezTo>
                    <a:pt x="186" y="9"/>
                    <a:pt x="162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8" name="Google Shape;21738;p66"/>
            <p:cNvSpPr/>
            <p:nvPr/>
          </p:nvSpPr>
          <p:spPr>
            <a:xfrm>
              <a:off x="3953900" y="2803350"/>
              <a:ext cx="6525" cy="6325"/>
            </a:xfrm>
            <a:custGeom>
              <a:avLst/>
              <a:gdLst/>
              <a:ahLst/>
              <a:cxnLst/>
              <a:rect l="l" t="t" r="r" b="b"/>
              <a:pathLst>
                <a:path w="261" h="253" extrusionOk="0">
                  <a:moveTo>
                    <a:pt x="103" y="1"/>
                  </a:moveTo>
                  <a:cubicBezTo>
                    <a:pt x="38" y="34"/>
                    <a:pt x="0" y="104"/>
                    <a:pt x="21" y="170"/>
                  </a:cubicBezTo>
                  <a:cubicBezTo>
                    <a:pt x="21" y="207"/>
                    <a:pt x="54" y="223"/>
                    <a:pt x="70" y="240"/>
                  </a:cubicBezTo>
                  <a:cubicBezTo>
                    <a:pt x="87" y="248"/>
                    <a:pt x="100" y="252"/>
                    <a:pt x="114" y="252"/>
                  </a:cubicBezTo>
                  <a:cubicBezTo>
                    <a:pt x="127" y="252"/>
                    <a:pt x="141" y="248"/>
                    <a:pt x="157" y="240"/>
                  </a:cubicBezTo>
                  <a:cubicBezTo>
                    <a:pt x="227" y="223"/>
                    <a:pt x="260" y="137"/>
                    <a:pt x="244" y="83"/>
                  </a:cubicBezTo>
                  <a:cubicBezTo>
                    <a:pt x="227" y="50"/>
                    <a:pt x="227" y="34"/>
                    <a:pt x="207" y="34"/>
                  </a:cubicBezTo>
                  <a:cubicBezTo>
                    <a:pt x="207" y="17"/>
                    <a:pt x="190" y="17"/>
                    <a:pt x="190" y="17"/>
                  </a:cubicBez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9" name="Google Shape;21739;p66"/>
            <p:cNvSpPr/>
            <p:nvPr/>
          </p:nvSpPr>
          <p:spPr>
            <a:xfrm>
              <a:off x="3951825" y="2741275"/>
              <a:ext cx="6025" cy="6400"/>
            </a:xfrm>
            <a:custGeom>
              <a:avLst/>
              <a:gdLst/>
              <a:ahLst/>
              <a:cxnLst/>
              <a:rect l="l" t="t" r="r" b="b"/>
              <a:pathLst>
                <a:path w="241" h="256" extrusionOk="0">
                  <a:moveTo>
                    <a:pt x="136" y="0"/>
                  </a:moveTo>
                  <a:cubicBezTo>
                    <a:pt x="102" y="0"/>
                    <a:pt x="68" y="14"/>
                    <a:pt x="50" y="43"/>
                  </a:cubicBezTo>
                  <a:cubicBezTo>
                    <a:pt x="1" y="113"/>
                    <a:pt x="1" y="179"/>
                    <a:pt x="50" y="233"/>
                  </a:cubicBezTo>
                  <a:cubicBezTo>
                    <a:pt x="67" y="249"/>
                    <a:pt x="83" y="249"/>
                    <a:pt x="104" y="249"/>
                  </a:cubicBezTo>
                  <a:cubicBezTo>
                    <a:pt x="113" y="253"/>
                    <a:pt x="122" y="256"/>
                    <a:pt x="131" y="256"/>
                  </a:cubicBezTo>
                  <a:cubicBezTo>
                    <a:pt x="155" y="256"/>
                    <a:pt x="180" y="240"/>
                    <a:pt x="207" y="216"/>
                  </a:cubicBezTo>
                  <a:cubicBezTo>
                    <a:pt x="240" y="162"/>
                    <a:pt x="240" y="113"/>
                    <a:pt x="240" y="76"/>
                  </a:cubicBezTo>
                  <a:cubicBezTo>
                    <a:pt x="224" y="59"/>
                    <a:pt x="224" y="43"/>
                    <a:pt x="207" y="26"/>
                  </a:cubicBezTo>
                  <a:cubicBezTo>
                    <a:pt x="190" y="10"/>
                    <a:pt x="16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0" name="Google Shape;21740;p66"/>
            <p:cNvSpPr/>
            <p:nvPr/>
          </p:nvSpPr>
          <p:spPr>
            <a:xfrm>
              <a:off x="3957400" y="27585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7" y="0"/>
                  </a:moveTo>
                  <a:cubicBezTo>
                    <a:pt x="71" y="0"/>
                    <a:pt x="15" y="49"/>
                    <a:pt x="1" y="106"/>
                  </a:cubicBezTo>
                  <a:cubicBezTo>
                    <a:pt x="1" y="144"/>
                    <a:pt x="1" y="177"/>
                    <a:pt x="17" y="209"/>
                  </a:cubicBezTo>
                  <a:cubicBezTo>
                    <a:pt x="34" y="226"/>
                    <a:pt x="50" y="247"/>
                    <a:pt x="87" y="263"/>
                  </a:cubicBezTo>
                  <a:cubicBezTo>
                    <a:pt x="153" y="263"/>
                    <a:pt x="207" y="209"/>
                    <a:pt x="223" y="144"/>
                  </a:cubicBezTo>
                  <a:cubicBezTo>
                    <a:pt x="240" y="106"/>
                    <a:pt x="223" y="57"/>
                    <a:pt x="190" y="20"/>
                  </a:cubicBezTo>
                  <a:cubicBezTo>
                    <a:pt x="170" y="20"/>
                    <a:pt x="153" y="3"/>
                    <a:pt x="137" y="3"/>
                  </a:cubicBezTo>
                  <a:cubicBezTo>
                    <a:pt x="131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1" name="Google Shape;21741;p66"/>
            <p:cNvSpPr/>
            <p:nvPr/>
          </p:nvSpPr>
          <p:spPr>
            <a:xfrm>
              <a:off x="3973275" y="27620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14" y="0"/>
                  </a:moveTo>
                  <a:cubicBezTo>
                    <a:pt x="68" y="0"/>
                    <a:pt x="15" y="48"/>
                    <a:pt x="1" y="108"/>
                  </a:cubicBezTo>
                  <a:cubicBezTo>
                    <a:pt x="1" y="141"/>
                    <a:pt x="1" y="174"/>
                    <a:pt x="17" y="211"/>
                  </a:cubicBezTo>
                  <a:cubicBezTo>
                    <a:pt x="33" y="227"/>
                    <a:pt x="50" y="244"/>
                    <a:pt x="87" y="260"/>
                  </a:cubicBezTo>
                  <a:cubicBezTo>
                    <a:pt x="120" y="260"/>
                    <a:pt x="153" y="244"/>
                    <a:pt x="174" y="227"/>
                  </a:cubicBezTo>
                  <a:cubicBezTo>
                    <a:pt x="207" y="211"/>
                    <a:pt x="223" y="174"/>
                    <a:pt x="223" y="141"/>
                  </a:cubicBezTo>
                  <a:cubicBezTo>
                    <a:pt x="240" y="108"/>
                    <a:pt x="223" y="70"/>
                    <a:pt x="207" y="54"/>
                  </a:cubicBezTo>
                  <a:cubicBezTo>
                    <a:pt x="207" y="38"/>
                    <a:pt x="207" y="38"/>
                    <a:pt x="190" y="21"/>
                  </a:cubicBezTo>
                  <a:cubicBezTo>
                    <a:pt x="190" y="21"/>
                    <a:pt x="174" y="5"/>
                    <a:pt x="137" y="5"/>
                  </a:cubicBezTo>
                  <a:cubicBezTo>
                    <a:pt x="129" y="1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2" name="Google Shape;21742;p66"/>
            <p:cNvSpPr/>
            <p:nvPr/>
          </p:nvSpPr>
          <p:spPr>
            <a:xfrm>
              <a:off x="3977100" y="2837925"/>
              <a:ext cx="6100" cy="6375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32" y="1"/>
                  </a:moveTo>
                  <a:cubicBezTo>
                    <a:pt x="101" y="1"/>
                    <a:pt x="72" y="13"/>
                    <a:pt x="54" y="40"/>
                  </a:cubicBezTo>
                  <a:cubicBezTo>
                    <a:pt x="0" y="110"/>
                    <a:pt x="0" y="180"/>
                    <a:pt x="54" y="230"/>
                  </a:cubicBezTo>
                  <a:cubicBezTo>
                    <a:pt x="70" y="246"/>
                    <a:pt x="70" y="246"/>
                    <a:pt x="87" y="246"/>
                  </a:cubicBezTo>
                  <a:cubicBezTo>
                    <a:pt x="101" y="252"/>
                    <a:pt x="115" y="254"/>
                    <a:pt x="127" y="254"/>
                  </a:cubicBezTo>
                  <a:cubicBezTo>
                    <a:pt x="158" y="254"/>
                    <a:pt x="182" y="237"/>
                    <a:pt x="206" y="213"/>
                  </a:cubicBezTo>
                  <a:cubicBezTo>
                    <a:pt x="243" y="164"/>
                    <a:pt x="243" y="110"/>
                    <a:pt x="243" y="77"/>
                  </a:cubicBezTo>
                  <a:cubicBezTo>
                    <a:pt x="227" y="61"/>
                    <a:pt x="227" y="40"/>
                    <a:pt x="206" y="24"/>
                  </a:cubicBezTo>
                  <a:cubicBezTo>
                    <a:pt x="184" y="9"/>
                    <a:pt x="158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3" name="Google Shape;21743;p66"/>
            <p:cNvSpPr/>
            <p:nvPr/>
          </p:nvSpPr>
          <p:spPr>
            <a:xfrm>
              <a:off x="3979250" y="2793450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141" y="1"/>
                  </a:moveTo>
                  <a:cubicBezTo>
                    <a:pt x="104" y="1"/>
                    <a:pt x="87" y="17"/>
                    <a:pt x="54" y="34"/>
                  </a:cubicBezTo>
                  <a:cubicBezTo>
                    <a:pt x="38" y="50"/>
                    <a:pt x="1" y="87"/>
                    <a:pt x="1" y="120"/>
                  </a:cubicBezTo>
                  <a:cubicBezTo>
                    <a:pt x="1" y="153"/>
                    <a:pt x="1" y="191"/>
                    <a:pt x="17" y="207"/>
                  </a:cubicBezTo>
                  <a:cubicBezTo>
                    <a:pt x="38" y="240"/>
                    <a:pt x="54" y="257"/>
                    <a:pt x="87" y="257"/>
                  </a:cubicBezTo>
                  <a:cubicBezTo>
                    <a:pt x="94" y="259"/>
                    <a:pt x="101" y="260"/>
                    <a:pt x="109" y="260"/>
                  </a:cubicBezTo>
                  <a:cubicBezTo>
                    <a:pt x="157" y="260"/>
                    <a:pt x="209" y="214"/>
                    <a:pt x="223" y="153"/>
                  </a:cubicBezTo>
                  <a:cubicBezTo>
                    <a:pt x="223" y="120"/>
                    <a:pt x="223" y="87"/>
                    <a:pt x="207" y="50"/>
                  </a:cubicBezTo>
                  <a:lnTo>
                    <a:pt x="190" y="34"/>
                  </a:lnTo>
                  <a:cubicBezTo>
                    <a:pt x="174" y="17"/>
                    <a:pt x="157" y="17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4" name="Google Shape;21744;p66"/>
            <p:cNvSpPr/>
            <p:nvPr/>
          </p:nvSpPr>
          <p:spPr>
            <a:xfrm>
              <a:off x="3975450" y="2823275"/>
              <a:ext cx="5575" cy="6350"/>
            </a:xfrm>
            <a:custGeom>
              <a:avLst/>
              <a:gdLst/>
              <a:ahLst/>
              <a:cxnLst/>
              <a:rect l="l" t="t" r="r" b="b"/>
              <a:pathLst>
                <a:path w="223" h="254" extrusionOk="0">
                  <a:moveTo>
                    <a:pt x="111" y="1"/>
                  </a:moveTo>
                  <a:cubicBezTo>
                    <a:pt x="92" y="1"/>
                    <a:pt x="76" y="14"/>
                    <a:pt x="50" y="28"/>
                  </a:cubicBezTo>
                  <a:cubicBezTo>
                    <a:pt x="33" y="45"/>
                    <a:pt x="0" y="78"/>
                    <a:pt x="0" y="111"/>
                  </a:cubicBezTo>
                  <a:cubicBezTo>
                    <a:pt x="0" y="148"/>
                    <a:pt x="0" y="181"/>
                    <a:pt x="17" y="197"/>
                  </a:cubicBezTo>
                  <a:cubicBezTo>
                    <a:pt x="33" y="234"/>
                    <a:pt x="50" y="251"/>
                    <a:pt x="87" y="251"/>
                  </a:cubicBezTo>
                  <a:cubicBezTo>
                    <a:pt x="93" y="253"/>
                    <a:pt x="99" y="254"/>
                    <a:pt x="106" y="254"/>
                  </a:cubicBezTo>
                  <a:cubicBezTo>
                    <a:pt x="153" y="254"/>
                    <a:pt x="208" y="206"/>
                    <a:pt x="223" y="148"/>
                  </a:cubicBezTo>
                  <a:cubicBezTo>
                    <a:pt x="223" y="111"/>
                    <a:pt x="223" y="78"/>
                    <a:pt x="206" y="61"/>
                  </a:cubicBezTo>
                  <a:cubicBezTo>
                    <a:pt x="206" y="45"/>
                    <a:pt x="190" y="45"/>
                    <a:pt x="190" y="28"/>
                  </a:cubicBezTo>
                  <a:cubicBezTo>
                    <a:pt x="169" y="8"/>
                    <a:pt x="153" y="8"/>
                    <a:pt x="136" y="8"/>
                  </a:cubicBezTo>
                  <a:cubicBezTo>
                    <a:pt x="127" y="3"/>
                    <a:pt x="119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5" name="Google Shape;21745;p66"/>
            <p:cNvSpPr/>
            <p:nvPr/>
          </p:nvSpPr>
          <p:spPr>
            <a:xfrm>
              <a:off x="3935850" y="2726875"/>
              <a:ext cx="5700" cy="5700"/>
            </a:xfrm>
            <a:custGeom>
              <a:avLst/>
              <a:gdLst/>
              <a:ahLst/>
              <a:cxnLst/>
              <a:rect l="l" t="t" r="r" b="b"/>
              <a:pathLst>
                <a:path w="228" h="228" extrusionOk="0">
                  <a:moveTo>
                    <a:pt x="54" y="0"/>
                  </a:moveTo>
                  <a:cubicBezTo>
                    <a:pt x="38" y="17"/>
                    <a:pt x="38" y="33"/>
                    <a:pt x="22" y="50"/>
                  </a:cubicBezTo>
                  <a:cubicBezTo>
                    <a:pt x="1" y="87"/>
                    <a:pt x="1" y="120"/>
                    <a:pt x="1" y="137"/>
                  </a:cubicBezTo>
                  <a:cubicBezTo>
                    <a:pt x="18" y="195"/>
                    <a:pt x="66" y="227"/>
                    <a:pt x="113" y="227"/>
                  </a:cubicBezTo>
                  <a:cubicBezTo>
                    <a:pt x="122" y="227"/>
                    <a:pt x="132" y="226"/>
                    <a:pt x="141" y="223"/>
                  </a:cubicBezTo>
                  <a:cubicBezTo>
                    <a:pt x="174" y="207"/>
                    <a:pt x="207" y="174"/>
                    <a:pt x="228" y="137"/>
                  </a:cubicBezTo>
                  <a:cubicBezTo>
                    <a:pt x="158" y="87"/>
                    <a:pt x="104" y="5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6" name="Google Shape;21746;p66"/>
            <p:cNvSpPr/>
            <p:nvPr/>
          </p:nvSpPr>
          <p:spPr>
            <a:xfrm>
              <a:off x="3968525" y="28080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20" y="0"/>
                  </a:moveTo>
                  <a:cubicBezTo>
                    <a:pt x="71" y="21"/>
                    <a:pt x="34" y="54"/>
                    <a:pt x="17" y="124"/>
                  </a:cubicBezTo>
                  <a:cubicBezTo>
                    <a:pt x="1" y="157"/>
                    <a:pt x="17" y="190"/>
                    <a:pt x="34" y="206"/>
                  </a:cubicBezTo>
                  <a:cubicBezTo>
                    <a:pt x="54" y="243"/>
                    <a:pt x="71" y="260"/>
                    <a:pt x="104" y="260"/>
                  </a:cubicBezTo>
                  <a:cubicBezTo>
                    <a:pt x="111" y="262"/>
                    <a:pt x="118" y="263"/>
                    <a:pt x="125" y="263"/>
                  </a:cubicBezTo>
                  <a:cubicBezTo>
                    <a:pt x="174" y="263"/>
                    <a:pt x="226" y="218"/>
                    <a:pt x="240" y="157"/>
                  </a:cubicBezTo>
                  <a:lnTo>
                    <a:pt x="240" y="124"/>
                  </a:lnTo>
                  <a:cubicBezTo>
                    <a:pt x="240" y="87"/>
                    <a:pt x="223" y="54"/>
                    <a:pt x="207" y="37"/>
                  </a:cubicBezTo>
                  <a:cubicBezTo>
                    <a:pt x="191" y="21"/>
                    <a:pt x="174" y="21"/>
                    <a:pt x="158" y="21"/>
                  </a:cubicBezTo>
                  <a:cubicBezTo>
                    <a:pt x="137" y="0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7" name="Google Shape;21747;p66"/>
            <p:cNvSpPr/>
            <p:nvPr/>
          </p:nvSpPr>
          <p:spPr>
            <a:xfrm>
              <a:off x="3963800" y="28376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87" y="1"/>
                    <a:pt x="17" y="50"/>
                    <a:pt x="0" y="120"/>
                  </a:cubicBezTo>
                  <a:cubicBezTo>
                    <a:pt x="0" y="153"/>
                    <a:pt x="0" y="190"/>
                    <a:pt x="17" y="207"/>
                  </a:cubicBezTo>
                  <a:cubicBezTo>
                    <a:pt x="37" y="240"/>
                    <a:pt x="54" y="256"/>
                    <a:pt x="87" y="256"/>
                  </a:cubicBezTo>
                  <a:cubicBezTo>
                    <a:pt x="97" y="259"/>
                    <a:pt x="107" y="261"/>
                    <a:pt x="116" y="261"/>
                  </a:cubicBezTo>
                  <a:cubicBezTo>
                    <a:pt x="171" y="261"/>
                    <a:pt x="209" y="213"/>
                    <a:pt x="223" y="153"/>
                  </a:cubicBezTo>
                  <a:cubicBezTo>
                    <a:pt x="243" y="120"/>
                    <a:pt x="223" y="87"/>
                    <a:pt x="206" y="50"/>
                  </a:cubicBezTo>
                  <a:cubicBezTo>
                    <a:pt x="206" y="50"/>
                    <a:pt x="206" y="34"/>
                    <a:pt x="190" y="34"/>
                  </a:cubicBezTo>
                  <a:cubicBezTo>
                    <a:pt x="190" y="17"/>
                    <a:pt x="173" y="17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8" name="Google Shape;21748;p66"/>
            <p:cNvSpPr/>
            <p:nvPr/>
          </p:nvSpPr>
          <p:spPr>
            <a:xfrm>
              <a:off x="3977100" y="2776575"/>
              <a:ext cx="5675" cy="6350"/>
            </a:xfrm>
            <a:custGeom>
              <a:avLst/>
              <a:gdLst/>
              <a:ahLst/>
              <a:cxnLst/>
              <a:rect l="l" t="t" r="r" b="b"/>
              <a:pathLst>
                <a:path w="227" h="254" extrusionOk="0">
                  <a:moveTo>
                    <a:pt x="120" y="1"/>
                  </a:moveTo>
                  <a:cubicBezTo>
                    <a:pt x="71" y="1"/>
                    <a:pt x="18" y="49"/>
                    <a:pt x="0" y="107"/>
                  </a:cubicBezTo>
                  <a:cubicBezTo>
                    <a:pt x="0" y="144"/>
                    <a:pt x="0" y="177"/>
                    <a:pt x="21" y="194"/>
                  </a:cubicBezTo>
                  <a:cubicBezTo>
                    <a:pt x="37" y="226"/>
                    <a:pt x="54" y="247"/>
                    <a:pt x="87" y="247"/>
                  </a:cubicBezTo>
                  <a:cubicBezTo>
                    <a:pt x="97" y="252"/>
                    <a:pt x="106" y="254"/>
                    <a:pt x="114" y="254"/>
                  </a:cubicBezTo>
                  <a:cubicBezTo>
                    <a:pt x="135" y="254"/>
                    <a:pt x="150" y="241"/>
                    <a:pt x="173" y="226"/>
                  </a:cubicBezTo>
                  <a:cubicBezTo>
                    <a:pt x="190" y="210"/>
                    <a:pt x="206" y="177"/>
                    <a:pt x="227" y="144"/>
                  </a:cubicBezTo>
                  <a:cubicBezTo>
                    <a:pt x="227" y="107"/>
                    <a:pt x="227" y="74"/>
                    <a:pt x="206" y="57"/>
                  </a:cubicBezTo>
                  <a:cubicBezTo>
                    <a:pt x="206" y="41"/>
                    <a:pt x="206" y="41"/>
                    <a:pt x="190" y="20"/>
                  </a:cubicBezTo>
                  <a:cubicBezTo>
                    <a:pt x="173" y="4"/>
                    <a:pt x="157" y="4"/>
                    <a:pt x="140" y="4"/>
                  </a:cubicBezTo>
                  <a:cubicBezTo>
                    <a:pt x="134" y="2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749" name="Google Shape;21749;p66"/>
          <p:cNvSpPr/>
          <p:nvPr/>
        </p:nvSpPr>
        <p:spPr>
          <a:xfrm rot="5400000" flipH="1">
            <a:off x="8004039" y="459091"/>
            <a:ext cx="496898" cy="406573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750" name="Google Shape;21750;p66"/>
          <p:cNvSpPr/>
          <p:nvPr/>
        </p:nvSpPr>
        <p:spPr>
          <a:xfrm rot="5400000" flipH="1">
            <a:off x="509789" y="3471042"/>
            <a:ext cx="420427" cy="461299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751" name="Google Shape;21751;p66"/>
          <p:cNvSpPr txBox="1">
            <a:spLocks noGrp="1"/>
          </p:cNvSpPr>
          <p:nvPr>
            <p:ph type="title" idx="2"/>
          </p:nvPr>
        </p:nvSpPr>
        <p:spPr>
          <a:xfrm>
            <a:off x="5307645" y="1211587"/>
            <a:ext cx="914105" cy="555336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sp>
        <p:nvSpPr>
          <p:cNvPr id="21752" name="Google Shape;21752;p66"/>
          <p:cNvSpPr/>
          <p:nvPr/>
        </p:nvSpPr>
        <p:spPr>
          <a:xfrm rot="5400000" flipH="1">
            <a:off x="7537464" y="3862578"/>
            <a:ext cx="2561723" cy="2810772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753" name="Google Shape;21753;p66"/>
          <p:cNvSpPr/>
          <p:nvPr/>
        </p:nvSpPr>
        <p:spPr>
          <a:xfrm rot="5400000" flipH="1">
            <a:off x="1469189" y="883991"/>
            <a:ext cx="496898" cy="406573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Subtitle 1">
            <a:extLst>
              <a:ext uri="{FF2B5EF4-FFF2-40B4-BE49-F238E27FC236}">
                <a16:creationId xmlns:a16="http://schemas.microsoft.com/office/drawing/2014/main" id="{4E1DD7D9-0BC4-B985-5B77-C2EF3DF20B26}"/>
              </a:ext>
            </a:extLst>
          </p:cNvPr>
          <p:cNvSpPr>
            <a:spLocks noGrp="1" noChangeArrowheads="1"/>
          </p:cNvSpPr>
          <p:nvPr>
            <p:ph type="subTitle" idx="1"/>
          </p:nvPr>
        </p:nvSpPr>
        <p:spPr bwMode="auto">
          <a:xfrm>
            <a:off x="2669651" y="3860247"/>
            <a:ext cx="6989548" cy="12003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sr-Latn-RS" altLang="sr-Latn-RS" sz="1800" b="0" i="1" u="none" strike="noStrike" cap="none" normalizeH="0" baseline="0" dirty="0">
                <a:ln>
                  <a:noFill/>
                </a:ln>
                <a:solidFill>
                  <a:srgbClr val="75645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kumimoji="0" lang="sr-Latn-RS" altLang="sr-Latn-RS" sz="1800" i="1" u="none" strike="noStrike" cap="none" normalizeH="0" baseline="0" dirty="0">
                <a:ln>
                  <a:noFill/>
                </a:ln>
                <a:solidFill>
                  <a:srgbClr val="75645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Inteligentni agentski sistem za preporuku kafe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sr-Latn-RS" altLang="sr-Latn-RS" sz="1800" i="1" u="none" strike="noStrike" cap="none" normalizeH="0" baseline="0" dirty="0">
                <a:ln>
                  <a:noFill/>
                </a:ln>
                <a:solidFill>
                  <a:srgbClr val="75645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Interaktivna web aplikacija (Streamlit)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sr-Latn-RS" altLang="sr-Latn-RS" sz="1800" i="1" u="none" strike="noStrike" cap="none" normalizeH="0" baseline="0" dirty="0">
                <a:ln>
                  <a:noFill/>
                </a:ln>
                <a:solidFill>
                  <a:srgbClr val="75645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Agent donosi odluke na osnovu prethodnih reakcija korisnika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sr-Latn-RS" altLang="sr-Latn-RS" sz="1800" i="1" u="none" strike="noStrike" cap="none" normalizeH="0" baseline="0" dirty="0">
                <a:ln>
                  <a:noFill/>
                </a:ln>
                <a:solidFill>
                  <a:srgbClr val="75645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Fokus na učenje kroz iskustvo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1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1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17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1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1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21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58" name="Google Shape;21758;p67"/>
          <p:cNvSpPr txBox="1">
            <a:spLocks noGrp="1"/>
          </p:cNvSpPr>
          <p:nvPr>
            <p:ph type="title"/>
          </p:nvPr>
        </p:nvSpPr>
        <p:spPr>
          <a:xfrm>
            <a:off x="2212214" y="2204493"/>
            <a:ext cx="4786982" cy="807647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dirty="0"/>
              <a:t>Zašto je zanimljiva tema?</a:t>
            </a:r>
            <a:endParaRPr dirty="0"/>
          </a:p>
        </p:txBody>
      </p:sp>
      <p:sp>
        <p:nvSpPr>
          <p:cNvPr id="21759" name="Google Shape;21759;p67"/>
          <p:cNvSpPr txBox="1">
            <a:spLocks noGrp="1"/>
          </p:cNvSpPr>
          <p:nvPr>
            <p:ph type="subTitle" idx="1"/>
          </p:nvPr>
        </p:nvSpPr>
        <p:spPr>
          <a:xfrm>
            <a:off x="1909800" y="3416950"/>
            <a:ext cx="5167800" cy="412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dirty="0"/>
              <a:t>Svima blizak koncept : </a:t>
            </a:r>
            <a:r>
              <a:rPr lang="bs-Latn-BA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KAFA!</a:t>
            </a:r>
            <a:endParaRPr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1760" name="Google Shape;21760;p67"/>
          <p:cNvSpPr/>
          <p:nvPr/>
        </p:nvSpPr>
        <p:spPr>
          <a:xfrm rot="5400000" flipH="1">
            <a:off x="8004039" y="459091"/>
            <a:ext cx="496898" cy="406573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761" name="Google Shape;21761;p67"/>
          <p:cNvSpPr txBox="1">
            <a:spLocks noGrp="1"/>
          </p:cNvSpPr>
          <p:nvPr>
            <p:ph type="title" idx="2"/>
          </p:nvPr>
        </p:nvSpPr>
        <p:spPr>
          <a:xfrm>
            <a:off x="3869950" y="1094175"/>
            <a:ext cx="1454700" cy="66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00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1762" name="Google Shape;21762;p67"/>
          <p:cNvSpPr/>
          <p:nvPr/>
        </p:nvSpPr>
        <p:spPr>
          <a:xfrm rot="5400000" flipH="1">
            <a:off x="519539" y="4104591"/>
            <a:ext cx="496898" cy="406573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1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21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35" name="Google Shape;26735;p128"/>
          <p:cNvSpPr txBox="1">
            <a:spLocks noGrp="1"/>
          </p:cNvSpPr>
          <p:nvPr>
            <p:ph type="title"/>
          </p:nvPr>
        </p:nvSpPr>
        <p:spPr>
          <a:xfrm>
            <a:off x="781270" y="349920"/>
            <a:ext cx="7704000" cy="69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sz="3200" dirty="0"/>
              <a:t>Motivacija i ideja</a:t>
            </a:r>
            <a:endParaRPr sz="3200" dirty="0"/>
          </a:p>
        </p:txBody>
      </p:sp>
      <p:grpSp>
        <p:nvGrpSpPr>
          <p:cNvPr id="26749" name="Google Shape;26749;p128"/>
          <p:cNvGrpSpPr/>
          <p:nvPr/>
        </p:nvGrpSpPr>
        <p:grpSpPr>
          <a:xfrm>
            <a:off x="3157221" y="2204052"/>
            <a:ext cx="2557492" cy="1373905"/>
            <a:chOff x="5226400" y="1506220"/>
            <a:chExt cx="2557492" cy="1373905"/>
          </a:xfrm>
        </p:grpSpPr>
        <p:sp>
          <p:nvSpPr>
            <p:cNvPr id="26750" name="Google Shape;26750;p128"/>
            <p:cNvSpPr/>
            <p:nvPr/>
          </p:nvSpPr>
          <p:spPr>
            <a:xfrm>
              <a:off x="5638364" y="1880853"/>
              <a:ext cx="1789416" cy="958400"/>
            </a:xfrm>
            <a:custGeom>
              <a:avLst/>
              <a:gdLst/>
              <a:ahLst/>
              <a:cxnLst/>
              <a:rect l="l" t="t" r="r" b="b"/>
              <a:pathLst>
                <a:path w="30277" h="16217" extrusionOk="0">
                  <a:moveTo>
                    <a:pt x="879" y="1"/>
                  </a:moveTo>
                  <a:cubicBezTo>
                    <a:pt x="879" y="2909"/>
                    <a:pt x="0" y="16217"/>
                    <a:pt x="15128" y="16217"/>
                  </a:cubicBezTo>
                  <a:cubicBezTo>
                    <a:pt x="30277" y="16217"/>
                    <a:pt x="29398" y="2909"/>
                    <a:pt x="293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1" name="Google Shape;26751;p128"/>
            <p:cNvSpPr/>
            <p:nvPr/>
          </p:nvSpPr>
          <p:spPr>
            <a:xfrm>
              <a:off x="7222428" y="1993438"/>
              <a:ext cx="561464" cy="596067"/>
            </a:xfrm>
            <a:custGeom>
              <a:avLst/>
              <a:gdLst/>
              <a:ahLst/>
              <a:cxnLst/>
              <a:rect l="l" t="t" r="r" b="b"/>
              <a:pathLst>
                <a:path w="9500" h="10086" extrusionOk="0">
                  <a:moveTo>
                    <a:pt x="4352" y="2092"/>
                  </a:moveTo>
                  <a:cubicBezTo>
                    <a:pt x="5901" y="2092"/>
                    <a:pt x="7093" y="3536"/>
                    <a:pt x="7093" y="5001"/>
                  </a:cubicBezTo>
                  <a:cubicBezTo>
                    <a:pt x="7093" y="6465"/>
                    <a:pt x="6277" y="7993"/>
                    <a:pt x="4750" y="7993"/>
                  </a:cubicBezTo>
                  <a:cubicBezTo>
                    <a:pt x="3222" y="7993"/>
                    <a:pt x="1967" y="6800"/>
                    <a:pt x="1967" y="5336"/>
                  </a:cubicBezTo>
                  <a:cubicBezTo>
                    <a:pt x="1967" y="3871"/>
                    <a:pt x="2825" y="2092"/>
                    <a:pt x="4352" y="2092"/>
                  </a:cubicBezTo>
                  <a:close/>
                  <a:moveTo>
                    <a:pt x="4080" y="0"/>
                  </a:moveTo>
                  <a:cubicBezTo>
                    <a:pt x="1465" y="0"/>
                    <a:pt x="0" y="3034"/>
                    <a:pt x="0" y="5545"/>
                  </a:cubicBezTo>
                  <a:cubicBezTo>
                    <a:pt x="0" y="8056"/>
                    <a:pt x="2114" y="10085"/>
                    <a:pt x="4750" y="10085"/>
                  </a:cubicBezTo>
                  <a:cubicBezTo>
                    <a:pt x="7365" y="10085"/>
                    <a:pt x="9500" y="8056"/>
                    <a:pt x="9500" y="5545"/>
                  </a:cubicBezTo>
                  <a:cubicBezTo>
                    <a:pt x="9500" y="3034"/>
                    <a:pt x="6717" y="0"/>
                    <a:pt x="40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2" name="Google Shape;26752;p128"/>
            <p:cNvSpPr/>
            <p:nvPr/>
          </p:nvSpPr>
          <p:spPr>
            <a:xfrm>
              <a:off x="6276410" y="1506220"/>
              <a:ext cx="406914" cy="405652"/>
            </a:xfrm>
            <a:custGeom>
              <a:avLst/>
              <a:gdLst/>
              <a:ahLst/>
              <a:cxnLst/>
              <a:rect l="l" t="t" r="r" b="b"/>
              <a:pathLst>
                <a:path w="6885" h="6864" extrusionOk="0">
                  <a:moveTo>
                    <a:pt x="4707" y="348"/>
                  </a:moveTo>
                  <a:cubicBezTo>
                    <a:pt x="4295" y="348"/>
                    <a:pt x="3780" y="404"/>
                    <a:pt x="3139" y="460"/>
                  </a:cubicBezTo>
                  <a:cubicBezTo>
                    <a:pt x="859" y="649"/>
                    <a:pt x="1" y="0"/>
                    <a:pt x="1" y="3662"/>
                  </a:cubicBezTo>
                  <a:cubicBezTo>
                    <a:pt x="1" y="6843"/>
                    <a:pt x="470" y="6863"/>
                    <a:pt x="3038" y="6863"/>
                  </a:cubicBezTo>
                  <a:cubicBezTo>
                    <a:pt x="3071" y="6863"/>
                    <a:pt x="3105" y="6863"/>
                    <a:pt x="3139" y="6863"/>
                  </a:cubicBezTo>
                  <a:cubicBezTo>
                    <a:pt x="6885" y="6863"/>
                    <a:pt x="6278" y="5419"/>
                    <a:pt x="6278" y="3662"/>
                  </a:cubicBezTo>
                  <a:cubicBezTo>
                    <a:pt x="6278" y="891"/>
                    <a:pt x="5990" y="348"/>
                    <a:pt x="4707" y="348"/>
                  </a:cubicBezTo>
                  <a:close/>
                </a:path>
              </a:pathLst>
            </a:custGeom>
            <a:solidFill>
              <a:schemeClr val="accent1"/>
            </a:solidFill>
            <a:ln w="1905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3" name="Google Shape;26753;p128"/>
            <p:cNvSpPr/>
            <p:nvPr/>
          </p:nvSpPr>
          <p:spPr>
            <a:xfrm>
              <a:off x="6048874" y="1675600"/>
              <a:ext cx="408155" cy="406893"/>
            </a:xfrm>
            <a:custGeom>
              <a:avLst/>
              <a:gdLst/>
              <a:ahLst/>
              <a:cxnLst/>
              <a:rect l="l" t="t" r="r" b="b"/>
              <a:pathLst>
                <a:path w="6906" h="6885" extrusionOk="0">
                  <a:moveTo>
                    <a:pt x="4708" y="349"/>
                  </a:moveTo>
                  <a:cubicBezTo>
                    <a:pt x="4295" y="349"/>
                    <a:pt x="3780" y="405"/>
                    <a:pt x="3139" y="461"/>
                  </a:cubicBezTo>
                  <a:cubicBezTo>
                    <a:pt x="880" y="670"/>
                    <a:pt x="1" y="1"/>
                    <a:pt x="1" y="3662"/>
                  </a:cubicBezTo>
                  <a:cubicBezTo>
                    <a:pt x="1" y="6864"/>
                    <a:pt x="470" y="6885"/>
                    <a:pt x="3039" y="6885"/>
                  </a:cubicBezTo>
                  <a:cubicBezTo>
                    <a:pt x="3072" y="6885"/>
                    <a:pt x="3105" y="6885"/>
                    <a:pt x="3139" y="6885"/>
                  </a:cubicBezTo>
                  <a:cubicBezTo>
                    <a:pt x="6906" y="6885"/>
                    <a:pt x="6278" y="5441"/>
                    <a:pt x="6278" y="3662"/>
                  </a:cubicBezTo>
                  <a:cubicBezTo>
                    <a:pt x="6278" y="891"/>
                    <a:pt x="5990" y="349"/>
                    <a:pt x="4708" y="349"/>
                  </a:cubicBezTo>
                  <a:close/>
                </a:path>
              </a:pathLst>
            </a:custGeom>
            <a:solidFill>
              <a:schemeClr val="accent1"/>
            </a:solidFill>
            <a:ln w="1905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4" name="Google Shape;26754;p128"/>
            <p:cNvSpPr/>
            <p:nvPr/>
          </p:nvSpPr>
          <p:spPr>
            <a:xfrm>
              <a:off x="6670904" y="1675600"/>
              <a:ext cx="408155" cy="406893"/>
            </a:xfrm>
            <a:custGeom>
              <a:avLst/>
              <a:gdLst/>
              <a:ahLst/>
              <a:cxnLst/>
              <a:rect l="l" t="t" r="r" b="b"/>
              <a:pathLst>
                <a:path w="6906" h="6885" extrusionOk="0">
                  <a:moveTo>
                    <a:pt x="4707" y="349"/>
                  </a:moveTo>
                  <a:cubicBezTo>
                    <a:pt x="4295" y="349"/>
                    <a:pt x="3780" y="405"/>
                    <a:pt x="3139" y="461"/>
                  </a:cubicBezTo>
                  <a:cubicBezTo>
                    <a:pt x="879" y="670"/>
                    <a:pt x="0" y="1"/>
                    <a:pt x="0" y="3662"/>
                  </a:cubicBezTo>
                  <a:cubicBezTo>
                    <a:pt x="0" y="6864"/>
                    <a:pt x="469" y="6885"/>
                    <a:pt x="3038" y="6885"/>
                  </a:cubicBezTo>
                  <a:cubicBezTo>
                    <a:pt x="3072" y="6885"/>
                    <a:pt x="3105" y="6885"/>
                    <a:pt x="3139" y="6885"/>
                  </a:cubicBezTo>
                  <a:cubicBezTo>
                    <a:pt x="6905" y="6885"/>
                    <a:pt x="6277" y="5441"/>
                    <a:pt x="6277" y="3662"/>
                  </a:cubicBezTo>
                  <a:cubicBezTo>
                    <a:pt x="6277" y="891"/>
                    <a:pt x="5990" y="349"/>
                    <a:pt x="4707" y="349"/>
                  </a:cubicBezTo>
                  <a:close/>
                </a:path>
              </a:pathLst>
            </a:custGeom>
            <a:solidFill>
              <a:schemeClr val="accent1"/>
            </a:solidFill>
            <a:ln w="1905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5" name="Google Shape;26755;p128"/>
            <p:cNvSpPr/>
            <p:nvPr/>
          </p:nvSpPr>
          <p:spPr>
            <a:xfrm>
              <a:off x="5832508" y="2185098"/>
              <a:ext cx="1401119" cy="536732"/>
            </a:xfrm>
            <a:custGeom>
              <a:avLst/>
              <a:gdLst/>
              <a:ahLst/>
              <a:cxnLst/>
              <a:rect l="l" t="t" r="r" b="b"/>
              <a:pathLst>
                <a:path w="23707" h="9082" extrusionOk="0">
                  <a:moveTo>
                    <a:pt x="0" y="0"/>
                  </a:moveTo>
                  <a:cubicBezTo>
                    <a:pt x="607" y="3850"/>
                    <a:pt x="2950" y="9081"/>
                    <a:pt x="11843" y="9081"/>
                  </a:cubicBezTo>
                  <a:cubicBezTo>
                    <a:pt x="20756" y="9081"/>
                    <a:pt x="23100" y="3850"/>
                    <a:pt x="237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6" name="Google Shape;26756;p128"/>
            <p:cNvSpPr/>
            <p:nvPr/>
          </p:nvSpPr>
          <p:spPr>
            <a:xfrm>
              <a:off x="5909161" y="2416296"/>
              <a:ext cx="1247810" cy="304298"/>
            </a:xfrm>
            <a:custGeom>
              <a:avLst/>
              <a:gdLst/>
              <a:ahLst/>
              <a:cxnLst/>
              <a:rect l="l" t="t" r="r" b="b"/>
              <a:pathLst>
                <a:path w="21113" h="5149" extrusionOk="0">
                  <a:moveTo>
                    <a:pt x="0" y="1"/>
                  </a:moveTo>
                  <a:cubicBezTo>
                    <a:pt x="1486" y="2742"/>
                    <a:pt x="4520" y="5148"/>
                    <a:pt x="10546" y="5148"/>
                  </a:cubicBezTo>
                  <a:cubicBezTo>
                    <a:pt x="16593" y="5148"/>
                    <a:pt x="19606" y="2742"/>
                    <a:pt x="21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26758" name="Google Shape;26758;p128"/>
            <p:cNvCxnSpPr/>
            <p:nvPr/>
          </p:nvCxnSpPr>
          <p:spPr>
            <a:xfrm flipH="1">
              <a:off x="5226400" y="2315825"/>
              <a:ext cx="777600" cy="564300"/>
            </a:xfrm>
            <a:prstGeom prst="curvedConnector3">
              <a:avLst>
                <a:gd name="adj1" fmla="val 50000"/>
              </a:avLst>
            </a:prstGeom>
            <a:noFill/>
            <a:ln w="19050" cap="flat" cmpd="sng">
              <a:solidFill>
                <a:schemeClr val="accent2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cxnSp>
          <p:nvCxnSpPr>
            <p:cNvPr id="26759" name="Google Shape;26759;p128"/>
            <p:cNvCxnSpPr/>
            <p:nvPr/>
          </p:nvCxnSpPr>
          <p:spPr>
            <a:xfrm rot="10800000">
              <a:off x="6848325" y="2568950"/>
              <a:ext cx="822000" cy="244500"/>
            </a:xfrm>
            <a:prstGeom prst="curvedConnector3">
              <a:avLst>
                <a:gd name="adj1" fmla="val 50000"/>
              </a:avLst>
            </a:prstGeom>
            <a:noFill/>
            <a:ln w="19050" cap="flat" cmpd="sng">
              <a:solidFill>
                <a:schemeClr val="accent2"/>
              </a:solidFill>
              <a:prstDash val="solid"/>
              <a:round/>
              <a:headEnd type="oval" w="med" len="med"/>
              <a:tailEnd type="oval" w="med" len="med"/>
            </a:ln>
          </p:spPr>
        </p:cxnSp>
      </p:grpSp>
      <p:sp>
        <p:nvSpPr>
          <p:cNvPr id="3" name="Google Shape;26735;p128">
            <a:extLst>
              <a:ext uri="{FF2B5EF4-FFF2-40B4-BE49-F238E27FC236}">
                <a16:creationId xmlns:a16="http://schemas.microsoft.com/office/drawing/2014/main" id="{DD0B8FEE-4EEA-4676-7F73-CD2513A37E6C}"/>
              </a:ext>
            </a:extLst>
          </p:cNvPr>
          <p:cNvSpPr txBox="1">
            <a:spLocks/>
          </p:cNvSpPr>
          <p:nvPr/>
        </p:nvSpPr>
        <p:spPr>
          <a:xfrm>
            <a:off x="280584" y="1515818"/>
            <a:ext cx="3975157" cy="5984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Berkshire Swash"/>
              <a:buNone/>
              <a:defRPr sz="2800" b="0" i="0" u="none" strike="noStrike" cap="none">
                <a:solidFill>
                  <a:schemeClr val="accent2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bs-Latn-BA" sz="2000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Ljudi često ne znaju koju kafu da izaberu</a:t>
            </a:r>
          </a:p>
        </p:txBody>
      </p:sp>
      <p:sp>
        <p:nvSpPr>
          <p:cNvPr id="5" name="Google Shape;26735;p128">
            <a:extLst>
              <a:ext uri="{FF2B5EF4-FFF2-40B4-BE49-F238E27FC236}">
                <a16:creationId xmlns:a16="http://schemas.microsoft.com/office/drawing/2014/main" id="{98627A4B-80EF-1A27-D620-289152B12BDC}"/>
              </a:ext>
            </a:extLst>
          </p:cNvPr>
          <p:cNvSpPr txBox="1">
            <a:spLocks/>
          </p:cNvSpPr>
          <p:nvPr/>
        </p:nvSpPr>
        <p:spPr>
          <a:xfrm>
            <a:off x="758521" y="3705036"/>
            <a:ext cx="4136613" cy="5984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Berkshire Swash"/>
              <a:buNone/>
              <a:defRPr sz="2800" b="0" i="0" u="none" strike="noStrike" cap="none">
                <a:solidFill>
                  <a:schemeClr val="accent2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bs-Latn-BA" sz="2000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Ukusi se razlikuju i mijenjaju vremenom </a:t>
            </a:r>
          </a:p>
        </p:txBody>
      </p:sp>
      <p:cxnSp>
        <p:nvCxnSpPr>
          <p:cNvPr id="6" name="Google Shape;26757;p128">
            <a:extLst>
              <a:ext uri="{FF2B5EF4-FFF2-40B4-BE49-F238E27FC236}">
                <a16:creationId xmlns:a16="http://schemas.microsoft.com/office/drawing/2014/main" id="{7E7A87E0-152D-D318-5AB0-970228439ECB}"/>
              </a:ext>
            </a:extLst>
          </p:cNvPr>
          <p:cNvCxnSpPr>
            <a:cxnSpLocks/>
          </p:cNvCxnSpPr>
          <p:nvPr/>
        </p:nvCxnSpPr>
        <p:spPr>
          <a:xfrm rot="10800000">
            <a:off x="3513222" y="2055682"/>
            <a:ext cx="632523" cy="522521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accent2"/>
            </a:solidFill>
            <a:prstDash val="solid"/>
            <a:round/>
            <a:headEnd type="oval" w="med" len="med"/>
            <a:tailEnd type="oval" w="med" len="med"/>
          </a:ln>
        </p:spPr>
      </p:cxnSp>
      <p:sp>
        <p:nvSpPr>
          <p:cNvPr id="9" name="Google Shape;26735;p128">
            <a:extLst>
              <a:ext uri="{FF2B5EF4-FFF2-40B4-BE49-F238E27FC236}">
                <a16:creationId xmlns:a16="http://schemas.microsoft.com/office/drawing/2014/main" id="{8FF8C982-044F-11F2-C290-9E13633ED64F}"/>
              </a:ext>
            </a:extLst>
          </p:cNvPr>
          <p:cNvSpPr txBox="1">
            <a:spLocks/>
          </p:cNvSpPr>
          <p:nvPr/>
        </p:nvSpPr>
        <p:spPr>
          <a:xfrm>
            <a:off x="5472651" y="3216695"/>
            <a:ext cx="3870729" cy="5302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Berkshire Swash"/>
              <a:buNone/>
              <a:defRPr sz="2800" b="0" i="0" u="none" strike="noStrike" cap="none">
                <a:solidFill>
                  <a:schemeClr val="accent2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pl-PL" sz="2000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Agent samostalno odlučuje, reaguje na okruženje i uči iz rezultata</a:t>
            </a:r>
            <a:endParaRPr lang="bs-Latn-BA" sz="2000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cxnSp>
        <p:nvCxnSpPr>
          <p:cNvPr id="4" name="Google Shape;26757;p128">
            <a:extLst>
              <a:ext uri="{FF2B5EF4-FFF2-40B4-BE49-F238E27FC236}">
                <a16:creationId xmlns:a16="http://schemas.microsoft.com/office/drawing/2014/main" id="{04C37A4C-6CE3-B378-2063-5B8675A1F256}"/>
              </a:ext>
            </a:extLst>
          </p:cNvPr>
          <p:cNvCxnSpPr>
            <a:cxnSpLocks/>
          </p:cNvCxnSpPr>
          <p:nvPr/>
        </p:nvCxnSpPr>
        <p:spPr>
          <a:xfrm flipV="1">
            <a:off x="4860758" y="2036064"/>
            <a:ext cx="601258" cy="480255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accent2"/>
            </a:solidFill>
            <a:prstDash val="solid"/>
            <a:round/>
            <a:headEnd type="oval" w="med" len="med"/>
            <a:tailEnd type="oval" w="med" len="med"/>
          </a:ln>
        </p:spPr>
      </p:cxnSp>
      <p:sp>
        <p:nvSpPr>
          <p:cNvPr id="10" name="Google Shape;26735;p128">
            <a:extLst>
              <a:ext uri="{FF2B5EF4-FFF2-40B4-BE49-F238E27FC236}">
                <a16:creationId xmlns:a16="http://schemas.microsoft.com/office/drawing/2014/main" id="{5453F53B-1B7D-1258-4FC2-1C916C79DA43}"/>
              </a:ext>
            </a:extLst>
          </p:cNvPr>
          <p:cNvSpPr txBox="1">
            <a:spLocks/>
          </p:cNvSpPr>
          <p:nvPr/>
        </p:nvSpPr>
        <p:spPr>
          <a:xfrm>
            <a:off x="5369523" y="1599421"/>
            <a:ext cx="3774477" cy="5096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Berkshire Swash"/>
              <a:buNone/>
              <a:defRPr sz="2800" b="0" i="0" u="none" strike="noStrike" cap="none">
                <a:solidFill>
                  <a:schemeClr val="accent2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pl-PL" sz="2000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Potrebno je rješenje koje se prilagođava korisniku</a:t>
            </a:r>
            <a:endParaRPr lang="bs-Latn-BA" sz="2000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65" name="Google Shape;23665;p80"/>
          <p:cNvSpPr txBox="1">
            <a:spLocks noGrp="1"/>
          </p:cNvSpPr>
          <p:nvPr>
            <p:ph type="title"/>
          </p:nvPr>
        </p:nvSpPr>
        <p:spPr>
          <a:xfrm>
            <a:off x="1869324" y="1120656"/>
            <a:ext cx="5514627" cy="259334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bs-Latn-BA" sz="6000" dirty="0"/>
              <a:t>Što više kafe piješ, on postaje pametniji.</a:t>
            </a:r>
            <a:endParaRPr sz="6000" dirty="0"/>
          </a:p>
        </p:txBody>
      </p:sp>
      <p:grpSp>
        <p:nvGrpSpPr>
          <p:cNvPr id="9" name="Google Shape;26486;p126">
            <a:extLst>
              <a:ext uri="{FF2B5EF4-FFF2-40B4-BE49-F238E27FC236}">
                <a16:creationId xmlns:a16="http://schemas.microsoft.com/office/drawing/2014/main" id="{F384F72F-DFFA-A42C-3BD6-E33A777F632C}"/>
              </a:ext>
            </a:extLst>
          </p:cNvPr>
          <p:cNvGrpSpPr/>
          <p:nvPr/>
        </p:nvGrpSpPr>
        <p:grpSpPr>
          <a:xfrm>
            <a:off x="6342226" y="3135086"/>
            <a:ext cx="917973" cy="628558"/>
            <a:chOff x="2333992" y="2561987"/>
            <a:chExt cx="1723161" cy="1181032"/>
          </a:xfrm>
        </p:grpSpPr>
        <p:sp>
          <p:nvSpPr>
            <p:cNvPr id="10" name="Google Shape;26487;p126">
              <a:extLst>
                <a:ext uri="{FF2B5EF4-FFF2-40B4-BE49-F238E27FC236}">
                  <a16:creationId xmlns:a16="http://schemas.microsoft.com/office/drawing/2014/main" id="{0C592421-29DC-2EF9-A75F-5BB8CE5CB8A3}"/>
                </a:ext>
              </a:extLst>
            </p:cNvPr>
            <p:cNvSpPr/>
            <p:nvPr/>
          </p:nvSpPr>
          <p:spPr>
            <a:xfrm>
              <a:off x="2333992" y="3058915"/>
              <a:ext cx="1647872" cy="684103"/>
            </a:xfrm>
            <a:custGeom>
              <a:avLst/>
              <a:gdLst/>
              <a:ahLst/>
              <a:cxnLst/>
              <a:rect l="l" t="t" r="r" b="b"/>
              <a:pathLst>
                <a:path w="38459" h="15966" extrusionOk="0">
                  <a:moveTo>
                    <a:pt x="19229" y="1"/>
                  </a:moveTo>
                  <a:cubicBezTo>
                    <a:pt x="8621" y="1"/>
                    <a:pt x="0" y="3578"/>
                    <a:pt x="0" y="7972"/>
                  </a:cubicBezTo>
                  <a:cubicBezTo>
                    <a:pt x="0" y="12387"/>
                    <a:pt x="8621" y="15965"/>
                    <a:pt x="19229" y="15965"/>
                  </a:cubicBezTo>
                  <a:cubicBezTo>
                    <a:pt x="29858" y="15965"/>
                    <a:pt x="38458" y="12387"/>
                    <a:pt x="38458" y="7972"/>
                  </a:cubicBezTo>
                  <a:cubicBezTo>
                    <a:pt x="38458" y="3578"/>
                    <a:pt x="29858" y="1"/>
                    <a:pt x="19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26488;p126">
              <a:extLst>
                <a:ext uri="{FF2B5EF4-FFF2-40B4-BE49-F238E27FC236}">
                  <a16:creationId xmlns:a16="http://schemas.microsoft.com/office/drawing/2014/main" id="{526269FB-8E9D-9E69-91B5-16A1051B8FAB}"/>
                </a:ext>
              </a:extLst>
            </p:cNvPr>
            <p:cNvSpPr/>
            <p:nvPr/>
          </p:nvSpPr>
          <p:spPr>
            <a:xfrm>
              <a:off x="2506119" y="3079526"/>
              <a:ext cx="1438091" cy="492232"/>
            </a:xfrm>
            <a:custGeom>
              <a:avLst/>
              <a:gdLst/>
              <a:ahLst/>
              <a:cxnLst/>
              <a:rect l="l" t="t" r="r" b="b"/>
              <a:pathLst>
                <a:path w="33563" h="11488" extrusionOk="0">
                  <a:moveTo>
                    <a:pt x="15840" y="1"/>
                  </a:moveTo>
                  <a:cubicBezTo>
                    <a:pt x="8893" y="1"/>
                    <a:pt x="2909" y="1654"/>
                    <a:pt x="1" y="4081"/>
                  </a:cubicBezTo>
                  <a:cubicBezTo>
                    <a:pt x="3181" y="2135"/>
                    <a:pt x="8559" y="859"/>
                    <a:pt x="14626" y="859"/>
                  </a:cubicBezTo>
                  <a:cubicBezTo>
                    <a:pt x="24419" y="859"/>
                    <a:pt x="32349" y="4144"/>
                    <a:pt x="32349" y="8203"/>
                  </a:cubicBezTo>
                  <a:cubicBezTo>
                    <a:pt x="32349" y="9395"/>
                    <a:pt x="31679" y="10504"/>
                    <a:pt x="30487" y="11488"/>
                  </a:cubicBezTo>
                  <a:cubicBezTo>
                    <a:pt x="32411" y="10316"/>
                    <a:pt x="33562" y="8893"/>
                    <a:pt x="33562" y="7366"/>
                  </a:cubicBezTo>
                  <a:cubicBezTo>
                    <a:pt x="33562" y="3307"/>
                    <a:pt x="25611" y="1"/>
                    <a:pt x="158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26489;p126">
              <a:extLst>
                <a:ext uri="{FF2B5EF4-FFF2-40B4-BE49-F238E27FC236}">
                  <a16:creationId xmlns:a16="http://schemas.microsoft.com/office/drawing/2014/main" id="{E6FC54D3-CFCE-2278-C48B-6165AB789BDA}"/>
                </a:ext>
              </a:extLst>
            </p:cNvPr>
            <p:cNvSpPr/>
            <p:nvPr/>
          </p:nvSpPr>
          <p:spPr>
            <a:xfrm>
              <a:off x="2462198" y="2705876"/>
              <a:ext cx="1594955" cy="877345"/>
            </a:xfrm>
            <a:custGeom>
              <a:avLst/>
              <a:gdLst/>
              <a:ahLst/>
              <a:cxnLst/>
              <a:rect l="l" t="t" r="r" b="b"/>
              <a:pathLst>
                <a:path w="37224" h="20476" extrusionOk="0">
                  <a:moveTo>
                    <a:pt x="32567" y="8680"/>
                  </a:moveTo>
                  <a:cubicBezTo>
                    <a:pt x="34008" y="8680"/>
                    <a:pt x="34296" y="10626"/>
                    <a:pt x="33478" y="11880"/>
                  </a:cubicBezTo>
                  <a:cubicBezTo>
                    <a:pt x="32813" y="12919"/>
                    <a:pt x="31744" y="13669"/>
                    <a:pt x="29763" y="13669"/>
                  </a:cubicBezTo>
                  <a:cubicBezTo>
                    <a:pt x="29191" y="13669"/>
                    <a:pt x="28544" y="13606"/>
                    <a:pt x="27808" y="13470"/>
                  </a:cubicBezTo>
                  <a:cubicBezTo>
                    <a:pt x="27808" y="13470"/>
                    <a:pt x="28875" y="11127"/>
                    <a:pt x="28729" y="9056"/>
                  </a:cubicBezTo>
                  <a:lnTo>
                    <a:pt x="28729" y="9056"/>
                  </a:lnTo>
                  <a:cubicBezTo>
                    <a:pt x="28729" y="9056"/>
                    <a:pt x="28842" y="9059"/>
                    <a:pt x="29037" y="9059"/>
                  </a:cubicBezTo>
                  <a:cubicBezTo>
                    <a:pt x="29622" y="9059"/>
                    <a:pt x="30936" y="9024"/>
                    <a:pt x="32097" y="8742"/>
                  </a:cubicBezTo>
                  <a:cubicBezTo>
                    <a:pt x="32266" y="8700"/>
                    <a:pt x="32422" y="8680"/>
                    <a:pt x="32567" y="8680"/>
                  </a:cubicBezTo>
                  <a:close/>
                  <a:moveTo>
                    <a:pt x="13963" y="1"/>
                  </a:moveTo>
                  <a:cubicBezTo>
                    <a:pt x="8217" y="1"/>
                    <a:pt x="2783" y="1131"/>
                    <a:pt x="1863" y="4348"/>
                  </a:cubicBezTo>
                  <a:cubicBezTo>
                    <a:pt x="1863" y="4348"/>
                    <a:pt x="1" y="16714"/>
                    <a:pt x="11027" y="19727"/>
                  </a:cubicBezTo>
                  <a:cubicBezTo>
                    <a:pt x="12961" y="20256"/>
                    <a:pt x="14702" y="20476"/>
                    <a:pt x="16260" y="20476"/>
                  </a:cubicBezTo>
                  <a:cubicBezTo>
                    <a:pt x="23572" y="20476"/>
                    <a:pt x="26862" y="15631"/>
                    <a:pt x="27138" y="15165"/>
                  </a:cubicBezTo>
                  <a:cubicBezTo>
                    <a:pt x="27138" y="15165"/>
                    <a:pt x="28144" y="15533"/>
                    <a:pt x="29498" y="15533"/>
                  </a:cubicBezTo>
                  <a:cubicBezTo>
                    <a:pt x="31015" y="15533"/>
                    <a:pt x="32970" y="15072"/>
                    <a:pt x="34441" y="13115"/>
                  </a:cubicBezTo>
                  <a:cubicBezTo>
                    <a:pt x="37224" y="9390"/>
                    <a:pt x="35152" y="7486"/>
                    <a:pt x="34169" y="7068"/>
                  </a:cubicBezTo>
                  <a:cubicBezTo>
                    <a:pt x="33713" y="6887"/>
                    <a:pt x="33096" y="6815"/>
                    <a:pt x="32452" y="6815"/>
                  </a:cubicBezTo>
                  <a:cubicBezTo>
                    <a:pt x="31678" y="6815"/>
                    <a:pt x="30863" y="6919"/>
                    <a:pt x="30235" y="7068"/>
                  </a:cubicBezTo>
                  <a:cubicBezTo>
                    <a:pt x="29969" y="7131"/>
                    <a:pt x="29752" y="7157"/>
                    <a:pt x="29574" y="7157"/>
                  </a:cubicBezTo>
                  <a:cubicBezTo>
                    <a:pt x="28981" y="7157"/>
                    <a:pt x="28828" y="6868"/>
                    <a:pt x="28812" y="6691"/>
                  </a:cubicBezTo>
                  <a:cubicBezTo>
                    <a:pt x="28812" y="6691"/>
                    <a:pt x="29231" y="4013"/>
                    <a:pt x="28666" y="3071"/>
                  </a:cubicBezTo>
                  <a:cubicBezTo>
                    <a:pt x="27711" y="1521"/>
                    <a:pt x="20627" y="1"/>
                    <a:pt x="139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26490;p126">
              <a:extLst>
                <a:ext uri="{FF2B5EF4-FFF2-40B4-BE49-F238E27FC236}">
                  <a16:creationId xmlns:a16="http://schemas.microsoft.com/office/drawing/2014/main" id="{4D73AE16-9653-631B-7667-9ABD8A63A79A}"/>
                </a:ext>
              </a:extLst>
            </p:cNvPr>
            <p:cNvSpPr/>
            <p:nvPr/>
          </p:nvSpPr>
          <p:spPr>
            <a:xfrm>
              <a:off x="2551840" y="2963875"/>
              <a:ext cx="314758" cy="550505"/>
            </a:xfrm>
            <a:custGeom>
              <a:avLst/>
              <a:gdLst/>
              <a:ahLst/>
              <a:cxnLst/>
              <a:rect l="l" t="t" r="r" b="b"/>
              <a:pathLst>
                <a:path w="7346" h="12848" extrusionOk="0">
                  <a:moveTo>
                    <a:pt x="1" y="1"/>
                  </a:moveTo>
                  <a:cubicBezTo>
                    <a:pt x="315" y="9960"/>
                    <a:pt x="7345" y="12848"/>
                    <a:pt x="7345" y="12848"/>
                  </a:cubicBezTo>
                  <a:lnTo>
                    <a:pt x="7345" y="12848"/>
                  </a:lnTo>
                  <a:cubicBezTo>
                    <a:pt x="2637" y="9458"/>
                    <a:pt x="3663" y="2637"/>
                    <a:pt x="3663" y="2637"/>
                  </a:cubicBezTo>
                  <a:cubicBezTo>
                    <a:pt x="817" y="175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26491;p126">
              <a:extLst>
                <a:ext uri="{FF2B5EF4-FFF2-40B4-BE49-F238E27FC236}">
                  <a16:creationId xmlns:a16="http://schemas.microsoft.com/office/drawing/2014/main" id="{334B27FC-3317-6A20-0CF5-D1A4437248CF}"/>
                </a:ext>
              </a:extLst>
            </p:cNvPr>
            <p:cNvSpPr/>
            <p:nvPr/>
          </p:nvSpPr>
          <p:spPr>
            <a:xfrm>
              <a:off x="2540185" y="2642887"/>
              <a:ext cx="1162838" cy="484177"/>
            </a:xfrm>
            <a:custGeom>
              <a:avLst/>
              <a:gdLst/>
              <a:ahLst/>
              <a:cxnLst/>
              <a:rect l="l" t="t" r="r" b="b"/>
              <a:pathLst>
                <a:path w="27139" h="11300" extrusionOk="0">
                  <a:moveTo>
                    <a:pt x="13580" y="1"/>
                  </a:moveTo>
                  <a:cubicBezTo>
                    <a:pt x="6090" y="1"/>
                    <a:pt x="1" y="2533"/>
                    <a:pt x="1" y="5650"/>
                  </a:cubicBezTo>
                  <a:cubicBezTo>
                    <a:pt x="1" y="8768"/>
                    <a:pt x="6090" y="11300"/>
                    <a:pt x="13580" y="11300"/>
                  </a:cubicBezTo>
                  <a:cubicBezTo>
                    <a:pt x="21071" y="11300"/>
                    <a:pt x="27139" y="8768"/>
                    <a:pt x="27139" y="5650"/>
                  </a:cubicBezTo>
                  <a:cubicBezTo>
                    <a:pt x="27139" y="2533"/>
                    <a:pt x="21071" y="1"/>
                    <a:pt x="13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26492;p126">
              <a:extLst>
                <a:ext uri="{FF2B5EF4-FFF2-40B4-BE49-F238E27FC236}">
                  <a16:creationId xmlns:a16="http://schemas.microsoft.com/office/drawing/2014/main" id="{08A74F6C-89BC-085E-9BDB-42EA27353221}"/>
                </a:ext>
              </a:extLst>
            </p:cNvPr>
            <p:cNvSpPr/>
            <p:nvPr/>
          </p:nvSpPr>
          <p:spPr>
            <a:xfrm>
              <a:off x="2580549" y="2735271"/>
              <a:ext cx="1084856" cy="365789"/>
            </a:xfrm>
            <a:custGeom>
              <a:avLst/>
              <a:gdLst/>
              <a:ahLst/>
              <a:cxnLst/>
              <a:rect l="l" t="t" r="r" b="b"/>
              <a:pathLst>
                <a:path w="25319" h="8537" extrusionOk="0">
                  <a:moveTo>
                    <a:pt x="12638" y="0"/>
                  </a:moveTo>
                  <a:cubicBezTo>
                    <a:pt x="6319" y="0"/>
                    <a:pt x="1151" y="1988"/>
                    <a:pt x="0" y="4582"/>
                  </a:cubicBezTo>
                  <a:cubicBezTo>
                    <a:pt x="2009" y="6905"/>
                    <a:pt x="6884" y="8537"/>
                    <a:pt x="12680" y="8537"/>
                  </a:cubicBezTo>
                  <a:cubicBezTo>
                    <a:pt x="18413" y="8537"/>
                    <a:pt x="23268" y="6863"/>
                    <a:pt x="25318" y="4561"/>
                  </a:cubicBezTo>
                  <a:cubicBezTo>
                    <a:pt x="24209" y="1946"/>
                    <a:pt x="18978" y="0"/>
                    <a:pt x="126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26493;p126">
              <a:extLst>
                <a:ext uri="{FF2B5EF4-FFF2-40B4-BE49-F238E27FC236}">
                  <a16:creationId xmlns:a16="http://schemas.microsoft.com/office/drawing/2014/main" id="{B7B11FD6-FF8B-8ACD-87C9-CD330A311A36}"/>
                </a:ext>
              </a:extLst>
            </p:cNvPr>
            <p:cNvSpPr/>
            <p:nvPr/>
          </p:nvSpPr>
          <p:spPr>
            <a:xfrm>
              <a:off x="2557239" y="2605265"/>
              <a:ext cx="1175393" cy="495788"/>
            </a:xfrm>
            <a:custGeom>
              <a:avLst/>
              <a:gdLst/>
              <a:ahLst/>
              <a:cxnLst/>
              <a:rect l="l" t="t" r="r" b="b"/>
              <a:pathLst>
                <a:path w="27432" h="11571" extrusionOk="0">
                  <a:moveTo>
                    <a:pt x="13203" y="0"/>
                  </a:moveTo>
                  <a:cubicBezTo>
                    <a:pt x="13203" y="0"/>
                    <a:pt x="712" y="1590"/>
                    <a:pt x="0" y="6277"/>
                  </a:cubicBezTo>
                  <a:cubicBezTo>
                    <a:pt x="0" y="6277"/>
                    <a:pt x="168" y="11257"/>
                    <a:pt x="13203" y="11571"/>
                  </a:cubicBezTo>
                  <a:cubicBezTo>
                    <a:pt x="27431" y="11132"/>
                    <a:pt x="26239" y="5922"/>
                    <a:pt x="26239" y="5922"/>
                  </a:cubicBezTo>
                  <a:cubicBezTo>
                    <a:pt x="25276" y="1904"/>
                    <a:pt x="13203" y="0"/>
                    <a:pt x="132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26494;p126">
              <a:extLst>
                <a:ext uri="{FF2B5EF4-FFF2-40B4-BE49-F238E27FC236}">
                  <a16:creationId xmlns:a16="http://schemas.microsoft.com/office/drawing/2014/main" id="{E221D9CE-244F-B02C-FB7C-2BAA5482C164}"/>
                </a:ext>
              </a:extLst>
            </p:cNvPr>
            <p:cNvSpPr/>
            <p:nvPr/>
          </p:nvSpPr>
          <p:spPr>
            <a:xfrm>
              <a:off x="2559038" y="2581055"/>
              <a:ext cx="1126975" cy="466009"/>
            </a:xfrm>
            <a:custGeom>
              <a:avLst/>
              <a:gdLst/>
              <a:ahLst/>
              <a:cxnLst/>
              <a:rect l="l" t="t" r="r" b="b"/>
              <a:pathLst>
                <a:path w="26302" h="10876" extrusionOk="0">
                  <a:moveTo>
                    <a:pt x="13161" y="0"/>
                  </a:moveTo>
                  <a:cubicBezTo>
                    <a:pt x="13161" y="0"/>
                    <a:pt x="5106" y="126"/>
                    <a:pt x="754" y="6026"/>
                  </a:cubicBezTo>
                  <a:cubicBezTo>
                    <a:pt x="754" y="6026"/>
                    <a:pt x="0" y="6968"/>
                    <a:pt x="1528" y="7784"/>
                  </a:cubicBezTo>
                  <a:cubicBezTo>
                    <a:pt x="2628" y="8364"/>
                    <a:pt x="7573" y="10876"/>
                    <a:pt x="12686" y="10876"/>
                  </a:cubicBezTo>
                  <a:cubicBezTo>
                    <a:pt x="12921" y="10876"/>
                    <a:pt x="13156" y="10871"/>
                    <a:pt x="13391" y="10860"/>
                  </a:cubicBezTo>
                  <a:cubicBezTo>
                    <a:pt x="13626" y="10871"/>
                    <a:pt x="13859" y="10876"/>
                    <a:pt x="14091" y="10876"/>
                  </a:cubicBezTo>
                  <a:cubicBezTo>
                    <a:pt x="19150" y="10876"/>
                    <a:pt x="23674" y="8364"/>
                    <a:pt x="24774" y="7784"/>
                  </a:cubicBezTo>
                  <a:cubicBezTo>
                    <a:pt x="26301" y="6968"/>
                    <a:pt x="25569" y="6026"/>
                    <a:pt x="25569" y="6026"/>
                  </a:cubicBezTo>
                  <a:cubicBezTo>
                    <a:pt x="21196" y="126"/>
                    <a:pt x="13161" y="0"/>
                    <a:pt x="131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26495;p126">
              <a:extLst>
                <a:ext uri="{FF2B5EF4-FFF2-40B4-BE49-F238E27FC236}">
                  <a16:creationId xmlns:a16="http://schemas.microsoft.com/office/drawing/2014/main" id="{461FE79C-CA17-A094-AEFF-1C2E423A50A3}"/>
                </a:ext>
              </a:extLst>
            </p:cNvPr>
            <p:cNvSpPr/>
            <p:nvPr/>
          </p:nvSpPr>
          <p:spPr>
            <a:xfrm>
              <a:off x="2928402" y="2561987"/>
              <a:ext cx="382885" cy="121301"/>
            </a:xfrm>
            <a:custGeom>
              <a:avLst/>
              <a:gdLst/>
              <a:ahLst/>
              <a:cxnLst/>
              <a:rect l="l" t="t" r="r" b="b"/>
              <a:pathLst>
                <a:path w="8936" h="2831" extrusionOk="0">
                  <a:moveTo>
                    <a:pt x="3038" y="0"/>
                  </a:moveTo>
                  <a:cubicBezTo>
                    <a:pt x="3027" y="0"/>
                    <a:pt x="3000" y="8"/>
                    <a:pt x="2930" y="27"/>
                  </a:cubicBezTo>
                  <a:cubicBezTo>
                    <a:pt x="2700" y="110"/>
                    <a:pt x="2512" y="90"/>
                    <a:pt x="2428" y="215"/>
                  </a:cubicBezTo>
                  <a:cubicBezTo>
                    <a:pt x="2365" y="341"/>
                    <a:pt x="2240" y="403"/>
                    <a:pt x="2093" y="445"/>
                  </a:cubicBezTo>
                  <a:cubicBezTo>
                    <a:pt x="1947" y="508"/>
                    <a:pt x="1842" y="654"/>
                    <a:pt x="1842" y="654"/>
                  </a:cubicBezTo>
                  <a:cubicBezTo>
                    <a:pt x="1842" y="654"/>
                    <a:pt x="1673" y="747"/>
                    <a:pt x="1546" y="747"/>
                  </a:cubicBezTo>
                  <a:cubicBezTo>
                    <a:pt x="1524" y="747"/>
                    <a:pt x="1504" y="744"/>
                    <a:pt x="1486" y="738"/>
                  </a:cubicBezTo>
                  <a:cubicBezTo>
                    <a:pt x="1372" y="681"/>
                    <a:pt x="1258" y="589"/>
                    <a:pt x="1191" y="589"/>
                  </a:cubicBezTo>
                  <a:cubicBezTo>
                    <a:pt x="1184" y="589"/>
                    <a:pt x="1178" y="590"/>
                    <a:pt x="1173" y="592"/>
                  </a:cubicBezTo>
                  <a:cubicBezTo>
                    <a:pt x="1089" y="634"/>
                    <a:pt x="1026" y="675"/>
                    <a:pt x="1005" y="780"/>
                  </a:cubicBezTo>
                  <a:cubicBezTo>
                    <a:pt x="982" y="838"/>
                    <a:pt x="946" y="851"/>
                    <a:pt x="882" y="851"/>
                  </a:cubicBezTo>
                  <a:cubicBezTo>
                    <a:pt x="832" y="851"/>
                    <a:pt x="763" y="843"/>
                    <a:pt x="670" y="843"/>
                  </a:cubicBezTo>
                  <a:cubicBezTo>
                    <a:pt x="482" y="843"/>
                    <a:pt x="419" y="885"/>
                    <a:pt x="357" y="947"/>
                  </a:cubicBezTo>
                  <a:cubicBezTo>
                    <a:pt x="273" y="989"/>
                    <a:pt x="1" y="1031"/>
                    <a:pt x="273" y="1219"/>
                  </a:cubicBezTo>
                  <a:cubicBezTo>
                    <a:pt x="495" y="1374"/>
                    <a:pt x="592" y="1388"/>
                    <a:pt x="757" y="1388"/>
                  </a:cubicBezTo>
                  <a:cubicBezTo>
                    <a:pt x="794" y="1388"/>
                    <a:pt x="834" y="1387"/>
                    <a:pt x="880" y="1387"/>
                  </a:cubicBezTo>
                  <a:cubicBezTo>
                    <a:pt x="963" y="1387"/>
                    <a:pt x="1041" y="1381"/>
                    <a:pt x="1115" y="1381"/>
                  </a:cubicBezTo>
                  <a:cubicBezTo>
                    <a:pt x="1244" y="1381"/>
                    <a:pt x="1359" y="1398"/>
                    <a:pt x="1465" y="1491"/>
                  </a:cubicBezTo>
                  <a:cubicBezTo>
                    <a:pt x="1591" y="1586"/>
                    <a:pt x="1646" y="1668"/>
                    <a:pt x="1763" y="1668"/>
                  </a:cubicBezTo>
                  <a:cubicBezTo>
                    <a:pt x="1802" y="1668"/>
                    <a:pt x="1847" y="1659"/>
                    <a:pt x="1905" y="1638"/>
                  </a:cubicBezTo>
                  <a:cubicBezTo>
                    <a:pt x="2086" y="1578"/>
                    <a:pt x="2147" y="1484"/>
                    <a:pt x="2230" y="1484"/>
                  </a:cubicBezTo>
                  <a:cubicBezTo>
                    <a:pt x="2262" y="1484"/>
                    <a:pt x="2298" y="1498"/>
                    <a:pt x="2344" y="1533"/>
                  </a:cubicBezTo>
                  <a:cubicBezTo>
                    <a:pt x="2491" y="1659"/>
                    <a:pt x="2449" y="1763"/>
                    <a:pt x="2763" y="1784"/>
                  </a:cubicBezTo>
                  <a:cubicBezTo>
                    <a:pt x="2898" y="1804"/>
                    <a:pt x="2935" y="1819"/>
                    <a:pt x="2965" y="1819"/>
                  </a:cubicBezTo>
                  <a:cubicBezTo>
                    <a:pt x="2999" y="1819"/>
                    <a:pt x="3024" y="1799"/>
                    <a:pt x="3181" y="1743"/>
                  </a:cubicBezTo>
                  <a:cubicBezTo>
                    <a:pt x="3423" y="1656"/>
                    <a:pt x="3480" y="1512"/>
                    <a:pt x="3681" y="1512"/>
                  </a:cubicBezTo>
                  <a:cubicBezTo>
                    <a:pt x="3723" y="1512"/>
                    <a:pt x="3772" y="1519"/>
                    <a:pt x="3830" y="1533"/>
                  </a:cubicBezTo>
                  <a:cubicBezTo>
                    <a:pt x="4144" y="1617"/>
                    <a:pt x="4290" y="1638"/>
                    <a:pt x="4374" y="1722"/>
                  </a:cubicBezTo>
                  <a:cubicBezTo>
                    <a:pt x="4437" y="1784"/>
                    <a:pt x="4416" y="1784"/>
                    <a:pt x="4541" y="1910"/>
                  </a:cubicBezTo>
                  <a:cubicBezTo>
                    <a:pt x="4667" y="2056"/>
                    <a:pt x="4792" y="2161"/>
                    <a:pt x="4960" y="2161"/>
                  </a:cubicBezTo>
                  <a:cubicBezTo>
                    <a:pt x="5127" y="2161"/>
                    <a:pt x="5399" y="2182"/>
                    <a:pt x="5567" y="2182"/>
                  </a:cubicBezTo>
                  <a:cubicBezTo>
                    <a:pt x="5713" y="2182"/>
                    <a:pt x="6152" y="2412"/>
                    <a:pt x="6152" y="2412"/>
                  </a:cubicBezTo>
                  <a:cubicBezTo>
                    <a:pt x="6152" y="2412"/>
                    <a:pt x="6152" y="2538"/>
                    <a:pt x="6299" y="2642"/>
                  </a:cubicBezTo>
                  <a:cubicBezTo>
                    <a:pt x="6412" y="2723"/>
                    <a:pt x="6375" y="2816"/>
                    <a:pt x="6526" y="2816"/>
                  </a:cubicBezTo>
                  <a:cubicBezTo>
                    <a:pt x="6570" y="2816"/>
                    <a:pt x="6631" y="2808"/>
                    <a:pt x="6717" y="2789"/>
                  </a:cubicBezTo>
                  <a:cubicBezTo>
                    <a:pt x="7094" y="2726"/>
                    <a:pt x="7136" y="2831"/>
                    <a:pt x="7178" y="2600"/>
                  </a:cubicBezTo>
                  <a:cubicBezTo>
                    <a:pt x="7199" y="2349"/>
                    <a:pt x="7073" y="2224"/>
                    <a:pt x="7199" y="2077"/>
                  </a:cubicBezTo>
                  <a:cubicBezTo>
                    <a:pt x="7324" y="1910"/>
                    <a:pt x="7491" y="1868"/>
                    <a:pt x="7617" y="1868"/>
                  </a:cubicBezTo>
                  <a:cubicBezTo>
                    <a:pt x="7743" y="1868"/>
                    <a:pt x="7784" y="1680"/>
                    <a:pt x="7931" y="1617"/>
                  </a:cubicBezTo>
                  <a:cubicBezTo>
                    <a:pt x="8043" y="1553"/>
                    <a:pt x="8069" y="1526"/>
                    <a:pt x="8169" y="1526"/>
                  </a:cubicBezTo>
                  <a:cubicBezTo>
                    <a:pt x="8199" y="1526"/>
                    <a:pt x="8237" y="1528"/>
                    <a:pt x="8287" y="1533"/>
                  </a:cubicBezTo>
                  <a:lnTo>
                    <a:pt x="8475" y="1554"/>
                  </a:lnTo>
                  <a:cubicBezTo>
                    <a:pt x="8475" y="1554"/>
                    <a:pt x="8705" y="1533"/>
                    <a:pt x="8747" y="1429"/>
                  </a:cubicBezTo>
                  <a:cubicBezTo>
                    <a:pt x="8810" y="1324"/>
                    <a:pt x="8935" y="1429"/>
                    <a:pt x="8935" y="1282"/>
                  </a:cubicBezTo>
                  <a:cubicBezTo>
                    <a:pt x="8935" y="1115"/>
                    <a:pt x="8747" y="1073"/>
                    <a:pt x="8433" y="1073"/>
                  </a:cubicBezTo>
                  <a:cubicBezTo>
                    <a:pt x="8198" y="1073"/>
                    <a:pt x="8440" y="797"/>
                    <a:pt x="8127" y="797"/>
                  </a:cubicBezTo>
                  <a:cubicBezTo>
                    <a:pt x="8106" y="797"/>
                    <a:pt x="8083" y="798"/>
                    <a:pt x="8056" y="801"/>
                  </a:cubicBezTo>
                  <a:cubicBezTo>
                    <a:pt x="7768" y="844"/>
                    <a:pt x="7698" y="917"/>
                    <a:pt x="7545" y="917"/>
                  </a:cubicBezTo>
                  <a:cubicBezTo>
                    <a:pt x="7477" y="917"/>
                    <a:pt x="7391" y="903"/>
                    <a:pt x="7261" y="864"/>
                  </a:cubicBezTo>
                  <a:cubicBezTo>
                    <a:pt x="7101" y="816"/>
                    <a:pt x="7014" y="807"/>
                    <a:pt x="6964" y="807"/>
                  </a:cubicBezTo>
                  <a:cubicBezTo>
                    <a:pt x="6938" y="807"/>
                    <a:pt x="6921" y="810"/>
                    <a:pt x="6909" y="810"/>
                  </a:cubicBezTo>
                  <a:cubicBezTo>
                    <a:pt x="6884" y="810"/>
                    <a:pt x="6878" y="800"/>
                    <a:pt x="6843" y="738"/>
                  </a:cubicBezTo>
                  <a:cubicBezTo>
                    <a:pt x="6792" y="602"/>
                    <a:pt x="6962" y="438"/>
                    <a:pt x="6735" y="438"/>
                  </a:cubicBezTo>
                  <a:cubicBezTo>
                    <a:pt x="6682" y="438"/>
                    <a:pt x="6609" y="447"/>
                    <a:pt x="6508" y="466"/>
                  </a:cubicBezTo>
                  <a:cubicBezTo>
                    <a:pt x="6070" y="547"/>
                    <a:pt x="5871" y="578"/>
                    <a:pt x="5745" y="578"/>
                  </a:cubicBezTo>
                  <a:cubicBezTo>
                    <a:pt x="5709" y="578"/>
                    <a:pt x="5678" y="576"/>
                    <a:pt x="5650" y="571"/>
                  </a:cubicBezTo>
                  <a:cubicBezTo>
                    <a:pt x="5525" y="550"/>
                    <a:pt x="5399" y="508"/>
                    <a:pt x="5336" y="424"/>
                  </a:cubicBezTo>
                  <a:cubicBezTo>
                    <a:pt x="5253" y="341"/>
                    <a:pt x="5441" y="257"/>
                    <a:pt x="5169" y="194"/>
                  </a:cubicBezTo>
                  <a:cubicBezTo>
                    <a:pt x="4947" y="126"/>
                    <a:pt x="4767" y="58"/>
                    <a:pt x="4674" y="58"/>
                  </a:cubicBezTo>
                  <a:cubicBezTo>
                    <a:pt x="4653" y="58"/>
                    <a:pt x="4636" y="61"/>
                    <a:pt x="4625" y="69"/>
                  </a:cubicBezTo>
                  <a:cubicBezTo>
                    <a:pt x="4618" y="70"/>
                    <a:pt x="4610" y="71"/>
                    <a:pt x="4601" y="71"/>
                  </a:cubicBezTo>
                  <a:cubicBezTo>
                    <a:pt x="4553" y="71"/>
                    <a:pt x="4476" y="50"/>
                    <a:pt x="4400" y="50"/>
                  </a:cubicBezTo>
                  <a:cubicBezTo>
                    <a:pt x="4318" y="50"/>
                    <a:pt x="4235" y="74"/>
                    <a:pt x="4186" y="173"/>
                  </a:cubicBezTo>
                  <a:cubicBezTo>
                    <a:pt x="4102" y="362"/>
                    <a:pt x="4165" y="403"/>
                    <a:pt x="3893" y="403"/>
                  </a:cubicBezTo>
                  <a:cubicBezTo>
                    <a:pt x="3621" y="403"/>
                    <a:pt x="3579" y="403"/>
                    <a:pt x="3474" y="341"/>
                  </a:cubicBezTo>
                  <a:cubicBezTo>
                    <a:pt x="3370" y="299"/>
                    <a:pt x="3370" y="90"/>
                    <a:pt x="3160" y="69"/>
                  </a:cubicBezTo>
                  <a:cubicBezTo>
                    <a:pt x="3000" y="40"/>
                    <a:pt x="3063" y="0"/>
                    <a:pt x="3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26496;p126">
              <a:extLst>
                <a:ext uri="{FF2B5EF4-FFF2-40B4-BE49-F238E27FC236}">
                  <a16:creationId xmlns:a16="http://schemas.microsoft.com/office/drawing/2014/main" id="{CA6D6300-CE34-C526-8F94-4BAF6CA97532}"/>
                </a:ext>
              </a:extLst>
            </p:cNvPr>
            <p:cNvSpPr/>
            <p:nvPr/>
          </p:nvSpPr>
          <p:spPr>
            <a:xfrm>
              <a:off x="2959811" y="2653300"/>
              <a:ext cx="61872" cy="40148"/>
            </a:xfrm>
            <a:custGeom>
              <a:avLst/>
              <a:gdLst/>
              <a:ahLst/>
              <a:cxnLst/>
              <a:rect l="l" t="t" r="r" b="b"/>
              <a:pathLst>
                <a:path w="1444" h="937" extrusionOk="0">
                  <a:moveTo>
                    <a:pt x="736" y="1"/>
                  </a:moveTo>
                  <a:cubicBezTo>
                    <a:pt x="723" y="1"/>
                    <a:pt x="708" y="3"/>
                    <a:pt x="691" y="9"/>
                  </a:cubicBezTo>
                  <a:cubicBezTo>
                    <a:pt x="565" y="51"/>
                    <a:pt x="544" y="176"/>
                    <a:pt x="440" y="239"/>
                  </a:cubicBezTo>
                  <a:cubicBezTo>
                    <a:pt x="431" y="244"/>
                    <a:pt x="420" y="246"/>
                    <a:pt x="408" y="246"/>
                  </a:cubicBezTo>
                  <a:cubicBezTo>
                    <a:pt x="351" y="246"/>
                    <a:pt x="264" y="201"/>
                    <a:pt x="202" y="201"/>
                  </a:cubicBezTo>
                  <a:cubicBezTo>
                    <a:pt x="158" y="201"/>
                    <a:pt x="126" y="224"/>
                    <a:pt x="126" y="302"/>
                  </a:cubicBezTo>
                  <a:cubicBezTo>
                    <a:pt x="126" y="532"/>
                    <a:pt x="0" y="532"/>
                    <a:pt x="209" y="679"/>
                  </a:cubicBezTo>
                  <a:cubicBezTo>
                    <a:pt x="375" y="808"/>
                    <a:pt x="509" y="937"/>
                    <a:pt x="710" y="937"/>
                  </a:cubicBezTo>
                  <a:cubicBezTo>
                    <a:pt x="737" y="937"/>
                    <a:pt x="766" y="935"/>
                    <a:pt x="795" y="930"/>
                  </a:cubicBezTo>
                  <a:cubicBezTo>
                    <a:pt x="1025" y="909"/>
                    <a:pt x="1444" y="741"/>
                    <a:pt x="1318" y="469"/>
                  </a:cubicBezTo>
                  <a:cubicBezTo>
                    <a:pt x="1276" y="365"/>
                    <a:pt x="1402" y="239"/>
                    <a:pt x="1193" y="197"/>
                  </a:cubicBezTo>
                  <a:cubicBezTo>
                    <a:pt x="1004" y="176"/>
                    <a:pt x="1004" y="176"/>
                    <a:pt x="900" y="135"/>
                  </a:cubicBezTo>
                  <a:cubicBezTo>
                    <a:pt x="828" y="99"/>
                    <a:pt x="818" y="1"/>
                    <a:pt x="7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6497;p126">
              <a:extLst>
                <a:ext uri="{FF2B5EF4-FFF2-40B4-BE49-F238E27FC236}">
                  <a16:creationId xmlns:a16="http://schemas.microsoft.com/office/drawing/2014/main" id="{92BC0351-F522-E445-0C96-3BE6E4DA4119}"/>
                </a:ext>
              </a:extLst>
            </p:cNvPr>
            <p:cNvSpPr/>
            <p:nvPr/>
          </p:nvSpPr>
          <p:spPr>
            <a:xfrm>
              <a:off x="3259244" y="2658656"/>
              <a:ext cx="61915" cy="39977"/>
            </a:xfrm>
            <a:custGeom>
              <a:avLst/>
              <a:gdLst/>
              <a:ahLst/>
              <a:cxnLst/>
              <a:rect l="l" t="t" r="r" b="b"/>
              <a:pathLst>
                <a:path w="1445" h="933" extrusionOk="0">
                  <a:moveTo>
                    <a:pt x="722" y="0"/>
                  </a:moveTo>
                  <a:cubicBezTo>
                    <a:pt x="707" y="0"/>
                    <a:pt x="690" y="3"/>
                    <a:pt x="670" y="10"/>
                  </a:cubicBezTo>
                  <a:cubicBezTo>
                    <a:pt x="566" y="51"/>
                    <a:pt x="545" y="177"/>
                    <a:pt x="440" y="219"/>
                  </a:cubicBezTo>
                  <a:cubicBezTo>
                    <a:pt x="425" y="228"/>
                    <a:pt x="408" y="231"/>
                    <a:pt x="390" y="231"/>
                  </a:cubicBezTo>
                  <a:cubicBezTo>
                    <a:pt x="329" y="231"/>
                    <a:pt x="253" y="191"/>
                    <a:pt x="199" y="191"/>
                  </a:cubicBezTo>
                  <a:cubicBezTo>
                    <a:pt x="156" y="191"/>
                    <a:pt x="126" y="216"/>
                    <a:pt x="126" y="303"/>
                  </a:cubicBezTo>
                  <a:cubicBezTo>
                    <a:pt x="126" y="512"/>
                    <a:pt x="1" y="512"/>
                    <a:pt x="189" y="658"/>
                  </a:cubicBezTo>
                  <a:cubicBezTo>
                    <a:pt x="365" y="795"/>
                    <a:pt x="505" y="932"/>
                    <a:pt x="727" y="932"/>
                  </a:cubicBezTo>
                  <a:cubicBezTo>
                    <a:pt x="743" y="932"/>
                    <a:pt x="759" y="932"/>
                    <a:pt x="775" y="930"/>
                  </a:cubicBezTo>
                  <a:cubicBezTo>
                    <a:pt x="1026" y="909"/>
                    <a:pt x="1444" y="742"/>
                    <a:pt x="1319" y="470"/>
                  </a:cubicBezTo>
                  <a:cubicBezTo>
                    <a:pt x="1256" y="365"/>
                    <a:pt x="1382" y="219"/>
                    <a:pt x="1193" y="198"/>
                  </a:cubicBezTo>
                  <a:cubicBezTo>
                    <a:pt x="1005" y="177"/>
                    <a:pt x="1005" y="177"/>
                    <a:pt x="900" y="135"/>
                  </a:cubicBezTo>
                  <a:cubicBezTo>
                    <a:pt x="812" y="82"/>
                    <a:pt x="798" y="0"/>
                    <a:pt x="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6498;p126">
              <a:extLst>
                <a:ext uri="{FF2B5EF4-FFF2-40B4-BE49-F238E27FC236}">
                  <a16:creationId xmlns:a16="http://schemas.microsoft.com/office/drawing/2014/main" id="{7BED7D31-B9ED-B931-D4BE-00DF90B4419A}"/>
                </a:ext>
              </a:extLst>
            </p:cNvPr>
            <p:cNvSpPr/>
            <p:nvPr/>
          </p:nvSpPr>
          <p:spPr>
            <a:xfrm>
              <a:off x="3081718" y="2680509"/>
              <a:ext cx="61915" cy="39848"/>
            </a:xfrm>
            <a:custGeom>
              <a:avLst/>
              <a:gdLst/>
              <a:ahLst/>
              <a:cxnLst/>
              <a:rect l="l" t="t" r="r" b="b"/>
              <a:pathLst>
                <a:path w="1445" h="930" extrusionOk="0">
                  <a:moveTo>
                    <a:pt x="780" y="0"/>
                  </a:moveTo>
                  <a:cubicBezTo>
                    <a:pt x="718" y="0"/>
                    <a:pt x="654" y="13"/>
                    <a:pt x="587" y="44"/>
                  </a:cubicBezTo>
                  <a:cubicBezTo>
                    <a:pt x="356" y="127"/>
                    <a:pt x="1" y="399"/>
                    <a:pt x="189" y="629"/>
                  </a:cubicBezTo>
                  <a:cubicBezTo>
                    <a:pt x="264" y="704"/>
                    <a:pt x="205" y="845"/>
                    <a:pt x="325" y="845"/>
                  </a:cubicBezTo>
                  <a:cubicBezTo>
                    <a:pt x="340" y="845"/>
                    <a:pt x="357" y="843"/>
                    <a:pt x="377" y="839"/>
                  </a:cubicBezTo>
                  <a:cubicBezTo>
                    <a:pt x="472" y="828"/>
                    <a:pt x="519" y="823"/>
                    <a:pt x="555" y="823"/>
                  </a:cubicBezTo>
                  <a:cubicBezTo>
                    <a:pt x="592" y="823"/>
                    <a:pt x="618" y="828"/>
                    <a:pt x="670" y="839"/>
                  </a:cubicBezTo>
                  <a:cubicBezTo>
                    <a:pt x="765" y="855"/>
                    <a:pt x="800" y="930"/>
                    <a:pt x="857" y="930"/>
                  </a:cubicBezTo>
                  <a:cubicBezTo>
                    <a:pt x="875" y="930"/>
                    <a:pt x="896" y="922"/>
                    <a:pt x="921" y="901"/>
                  </a:cubicBezTo>
                  <a:cubicBezTo>
                    <a:pt x="1026" y="818"/>
                    <a:pt x="1026" y="692"/>
                    <a:pt x="1110" y="629"/>
                  </a:cubicBezTo>
                  <a:cubicBezTo>
                    <a:pt x="1132" y="613"/>
                    <a:pt x="1165" y="610"/>
                    <a:pt x="1201" y="610"/>
                  </a:cubicBezTo>
                  <a:cubicBezTo>
                    <a:pt x="1228" y="610"/>
                    <a:pt x="1257" y="611"/>
                    <a:pt x="1284" y="611"/>
                  </a:cubicBezTo>
                  <a:cubicBezTo>
                    <a:pt x="1358" y="611"/>
                    <a:pt x="1416" y="596"/>
                    <a:pt x="1382" y="483"/>
                  </a:cubicBezTo>
                  <a:cubicBezTo>
                    <a:pt x="1340" y="274"/>
                    <a:pt x="1444" y="232"/>
                    <a:pt x="1214" y="148"/>
                  </a:cubicBezTo>
                  <a:cubicBezTo>
                    <a:pt x="1066" y="74"/>
                    <a:pt x="929" y="0"/>
                    <a:pt x="7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6499;p126">
              <a:extLst>
                <a:ext uri="{FF2B5EF4-FFF2-40B4-BE49-F238E27FC236}">
                  <a16:creationId xmlns:a16="http://schemas.microsoft.com/office/drawing/2014/main" id="{A856AF1D-7EA9-ACE6-4A38-42CB98A3D926}"/>
                </a:ext>
              </a:extLst>
            </p:cNvPr>
            <p:cNvSpPr/>
            <p:nvPr/>
          </p:nvSpPr>
          <p:spPr>
            <a:xfrm>
              <a:off x="2801096" y="2645501"/>
              <a:ext cx="71770" cy="38263"/>
            </a:xfrm>
            <a:custGeom>
              <a:avLst/>
              <a:gdLst/>
              <a:ahLst/>
              <a:cxnLst/>
              <a:rect l="l" t="t" r="r" b="b"/>
              <a:pathLst>
                <a:path w="1675" h="893" extrusionOk="0">
                  <a:moveTo>
                    <a:pt x="979" y="0"/>
                  </a:moveTo>
                  <a:cubicBezTo>
                    <a:pt x="888" y="0"/>
                    <a:pt x="794" y="18"/>
                    <a:pt x="691" y="66"/>
                  </a:cubicBezTo>
                  <a:cubicBezTo>
                    <a:pt x="440" y="170"/>
                    <a:pt x="1" y="463"/>
                    <a:pt x="210" y="672"/>
                  </a:cubicBezTo>
                  <a:cubicBezTo>
                    <a:pt x="283" y="746"/>
                    <a:pt x="212" y="868"/>
                    <a:pt x="349" y="868"/>
                  </a:cubicBezTo>
                  <a:cubicBezTo>
                    <a:pt x="368" y="868"/>
                    <a:pt x="391" y="866"/>
                    <a:pt x="419" y="861"/>
                  </a:cubicBezTo>
                  <a:cubicBezTo>
                    <a:pt x="628" y="819"/>
                    <a:pt x="628" y="819"/>
                    <a:pt x="754" y="819"/>
                  </a:cubicBezTo>
                  <a:cubicBezTo>
                    <a:pt x="845" y="834"/>
                    <a:pt x="881" y="893"/>
                    <a:pt x="941" y="893"/>
                  </a:cubicBezTo>
                  <a:cubicBezTo>
                    <a:pt x="964" y="893"/>
                    <a:pt x="991" y="884"/>
                    <a:pt x="1026" y="861"/>
                  </a:cubicBezTo>
                  <a:cubicBezTo>
                    <a:pt x="1151" y="777"/>
                    <a:pt x="1151" y="651"/>
                    <a:pt x="1256" y="568"/>
                  </a:cubicBezTo>
                  <a:cubicBezTo>
                    <a:pt x="1361" y="505"/>
                    <a:pt x="1654" y="589"/>
                    <a:pt x="1591" y="400"/>
                  </a:cubicBezTo>
                  <a:cubicBezTo>
                    <a:pt x="1528" y="191"/>
                    <a:pt x="1675" y="149"/>
                    <a:pt x="1423" y="86"/>
                  </a:cubicBezTo>
                  <a:cubicBezTo>
                    <a:pt x="1268" y="47"/>
                    <a:pt x="1128" y="0"/>
                    <a:pt x="9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6500;p126">
              <a:extLst>
                <a:ext uri="{FF2B5EF4-FFF2-40B4-BE49-F238E27FC236}">
                  <a16:creationId xmlns:a16="http://schemas.microsoft.com/office/drawing/2014/main" id="{B088546E-1117-E032-94F2-ED4547F06509}"/>
                </a:ext>
              </a:extLst>
            </p:cNvPr>
            <p:cNvSpPr/>
            <p:nvPr/>
          </p:nvSpPr>
          <p:spPr>
            <a:xfrm>
              <a:off x="2899736" y="2632689"/>
              <a:ext cx="48461" cy="25794"/>
            </a:xfrm>
            <a:custGeom>
              <a:avLst/>
              <a:gdLst/>
              <a:ahLst/>
              <a:cxnLst/>
              <a:rect l="l" t="t" r="r" b="b"/>
              <a:pathLst>
                <a:path w="1131" h="602" extrusionOk="0">
                  <a:moveTo>
                    <a:pt x="908" y="0"/>
                  </a:moveTo>
                  <a:cubicBezTo>
                    <a:pt x="895" y="0"/>
                    <a:pt x="879" y="3"/>
                    <a:pt x="858" y="9"/>
                  </a:cubicBezTo>
                  <a:cubicBezTo>
                    <a:pt x="760" y="33"/>
                    <a:pt x="719" y="43"/>
                    <a:pt x="686" y="43"/>
                  </a:cubicBezTo>
                  <a:cubicBezTo>
                    <a:pt x="662" y="43"/>
                    <a:pt x="642" y="38"/>
                    <a:pt x="607" y="30"/>
                  </a:cubicBezTo>
                  <a:cubicBezTo>
                    <a:pt x="551" y="30"/>
                    <a:pt x="523" y="2"/>
                    <a:pt x="486" y="2"/>
                  </a:cubicBezTo>
                  <a:cubicBezTo>
                    <a:pt x="468" y="2"/>
                    <a:pt x="447" y="9"/>
                    <a:pt x="419" y="30"/>
                  </a:cubicBezTo>
                  <a:cubicBezTo>
                    <a:pt x="335" y="72"/>
                    <a:pt x="356" y="155"/>
                    <a:pt x="272" y="218"/>
                  </a:cubicBezTo>
                  <a:cubicBezTo>
                    <a:pt x="210" y="281"/>
                    <a:pt x="21" y="218"/>
                    <a:pt x="63" y="344"/>
                  </a:cubicBezTo>
                  <a:cubicBezTo>
                    <a:pt x="105" y="490"/>
                    <a:pt x="0" y="511"/>
                    <a:pt x="168" y="553"/>
                  </a:cubicBezTo>
                  <a:cubicBezTo>
                    <a:pt x="276" y="577"/>
                    <a:pt x="364" y="601"/>
                    <a:pt x="455" y="601"/>
                  </a:cubicBezTo>
                  <a:cubicBezTo>
                    <a:pt x="522" y="601"/>
                    <a:pt x="590" y="588"/>
                    <a:pt x="670" y="553"/>
                  </a:cubicBezTo>
                  <a:cubicBezTo>
                    <a:pt x="858" y="490"/>
                    <a:pt x="1130" y="281"/>
                    <a:pt x="1005" y="134"/>
                  </a:cubicBezTo>
                  <a:cubicBezTo>
                    <a:pt x="951" y="98"/>
                    <a:pt x="990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6501;p126">
              <a:extLst>
                <a:ext uri="{FF2B5EF4-FFF2-40B4-BE49-F238E27FC236}">
                  <a16:creationId xmlns:a16="http://schemas.microsoft.com/office/drawing/2014/main" id="{8E176AA9-5FD1-1B6D-BFA0-EF6A94C85B93}"/>
                </a:ext>
              </a:extLst>
            </p:cNvPr>
            <p:cNvSpPr/>
            <p:nvPr/>
          </p:nvSpPr>
          <p:spPr>
            <a:xfrm>
              <a:off x="3336373" y="2704634"/>
              <a:ext cx="48418" cy="26137"/>
            </a:xfrm>
            <a:custGeom>
              <a:avLst/>
              <a:gdLst/>
              <a:ahLst/>
              <a:cxnLst/>
              <a:rect l="l" t="t" r="r" b="b"/>
              <a:pathLst>
                <a:path w="1130" h="610" extrusionOk="0">
                  <a:moveTo>
                    <a:pt x="892" y="1"/>
                  </a:moveTo>
                  <a:cubicBezTo>
                    <a:pt x="882" y="1"/>
                    <a:pt x="871" y="2"/>
                    <a:pt x="858" y="4"/>
                  </a:cubicBezTo>
                  <a:cubicBezTo>
                    <a:pt x="691" y="46"/>
                    <a:pt x="691" y="46"/>
                    <a:pt x="607" y="46"/>
                  </a:cubicBezTo>
                  <a:cubicBezTo>
                    <a:pt x="546" y="46"/>
                    <a:pt x="518" y="1"/>
                    <a:pt x="476" y="1"/>
                  </a:cubicBezTo>
                  <a:cubicBezTo>
                    <a:pt x="460" y="1"/>
                    <a:pt x="441" y="8"/>
                    <a:pt x="419" y="25"/>
                  </a:cubicBezTo>
                  <a:cubicBezTo>
                    <a:pt x="335" y="87"/>
                    <a:pt x="356" y="171"/>
                    <a:pt x="272" y="234"/>
                  </a:cubicBezTo>
                  <a:cubicBezTo>
                    <a:pt x="209" y="276"/>
                    <a:pt x="21" y="213"/>
                    <a:pt x="63" y="359"/>
                  </a:cubicBezTo>
                  <a:cubicBezTo>
                    <a:pt x="84" y="485"/>
                    <a:pt x="0" y="527"/>
                    <a:pt x="167" y="548"/>
                  </a:cubicBezTo>
                  <a:cubicBezTo>
                    <a:pt x="288" y="575"/>
                    <a:pt x="383" y="610"/>
                    <a:pt x="485" y="610"/>
                  </a:cubicBezTo>
                  <a:cubicBezTo>
                    <a:pt x="542" y="610"/>
                    <a:pt x="602" y="599"/>
                    <a:pt x="670" y="569"/>
                  </a:cubicBezTo>
                  <a:cubicBezTo>
                    <a:pt x="858" y="485"/>
                    <a:pt x="1130" y="276"/>
                    <a:pt x="983" y="150"/>
                  </a:cubicBezTo>
                  <a:cubicBezTo>
                    <a:pt x="945" y="93"/>
                    <a:pt x="994" y="1"/>
                    <a:pt x="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6502;p126">
              <a:extLst>
                <a:ext uri="{FF2B5EF4-FFF2-40B4-BE49-F238E27FC236}">
                  <a16:creationId xmlns:a16="http://schemas.microsoft.com/office/drawing/2014/main" id="{39D737E6-3F5D-5B2F-BB5D-B32565B8F607}"/>
                </a:ext>
              </a:extLst>
            </p:cNvPr>
            <p:cNvSpPr/>
            <p:nvPr/>
          </p:nvSpPr>
          <p:spPr>
            <a:xfrm>
              <a:off x="2966067" y="2721431"/>
              <a:ext cx="48461" cy="26008"/>
            </a:xfrm>
            <a:custGeom>
              <a:avLst/>
              <a:gdLst/>
              <a:ahLst/>
              <a:cxnLst/>
              <a:rect l="l" t="t" r="r" b="b"/>
              <a:pathLst>
                <a:path w="1131" h="607" extrusionOk="0">
                  <a:moveTo>
                    <a:pt x="909" y="1"/>
                  </a:moveTo>
                  <a:cubicBezTo>
                    <a:pt x="895" y="1"/>
                    <a:pt x="879" y="3"/>
                    <a:pt x="858" y="9"/>
                  </a:cubicBezTo>
                  <a:cubicBezTo>
                    <a:pt x="773" y="34"/>
                    <a:pt x="737" y="44"/>
                    <a:pt x="706" y="44"/>
                  </a:cubicBezTo>
                  <a:cubicBezTo>
                    <a:pt x="683" y="44"/>
                    <a:pt x="663" y="39"/>
                    <a:pt x="628" y="30"/>
                  </a:cubicBezTo>
                  <a:cubicBezTo>
                    <a:pt x="573" y="30"/>
                    <a:pt x="545" y="2"/>
                    <a:pt x="507" y="2"/>
                  </a:cubicBezTo>
                  <a:cubicBezTo>
                    <a:pt x="489" y="2"/>
                    <a:pt x="468" y="9"/>
                    <a:pt x="440" y="30"/>
                  </a:cubicBezTo>
                  <a:cubicBezTo>
                    <a:pt x="356" y="93"/>
                    <a:pt x="356" y="156"/>
                    <a:pt x="294" y="219"/>
                  </a:cubicBezTo>
                  <a:cubicBezTo>
                    <a:pt x="210" y="281"/>
                    <a:pt x="22" y="219"/>
                    <a:pt x="63" y="344"/>
                  </a:cubicBezTo>
                  <a:cubicBezTo>
                    <a:pt x="105" y="491"/>
                    <a:pt x="1" y="511"/>
                    <a:pt x="189" y="553"/>
                  </a:cubicBezTo>
                  <a:cubicBezTo>
                    <a:pt x="295" y="580"/>
                    <a:pt x="392" y="606"/>
                    <a:pt x="492" y="606"/>
                  </a:cubicBezTo>
                  <a:cubicBezTo>
                    <a:pt x="550" y="606"/>
                    <a:pt x="609" y="597"/>
                    <a:pt x="670" y="574"/>
                  </a:cubicBezTo>
                  <a:cubicBezTo>
                    <a:pt x="858" y="491"/>
                    <a:pt x="1130" y="281"/>
                    <a:pt x="1005" y="135"/>
                  </a:cubicBezTo>
                  <a:cubicBezTo>
                    <a:pt x="951" y="99"/>
                    <a:pt x="990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503;p126">
              <a:extLst>
                <a:ext uri="{FF2B5EF4-FFF2-40B4-BE49-F238E27FC236}">
                  <a16:creationId xmlns:a16="http://schemas.microsoft.com/office/drawing/2014/main" id="{A8FF568B-F076-DB55-9510-FB8068398DCC}"/>
                </a:ext>
              </a:extLst>
            </p:cNvPr>
            <p:cNvSpPr/>
            <p:nvPr/>
          </p:nvSpPr>
          <p:spPr>
            <a:xfrm>
              <a:off x="3373096" y="2651371"/>
              <a:ext cx="52960" cy="27551"/>
            </a:xfrm>
            <a:custGeom>
              <a:avLst/>
              <a:gdLst/>
              <a:ahLst/>
              <a:cxnLst/>
              <a:rect l="l" t="t" r="r" b="b"/>
              <a:pathLst>
                <a:path w="1236" h="643" extrusionOk="0">
                  <a:moveTo>
                    <a:pt x="658" y="1"/>
                  </a:moveTo>
                  <a:cubicBezTo>
                    <a:pt x="644" y="1"/>
                    <a:pt x="628" y="4"/>
                    <a:pt x="608" y="12"/>
                  </a:cubicBezTo>
                  <a:cubicBezTo>
                    <a:pt x="503" y="54"/>
                    <a:pt x="482" y="138"/>
                    <a:pt x="398" y="159"/>
                  </a:cubicBezTo>
                  <a:cubicBezTo>
                    <a:pt x="385" y="165"/>
                    <a:pt x="370" y="168"/>
                    <a:pt x="352" y="168"/>
                  </a:cubicBezTo>
                  <a:cubicBezTo>
                    <a:pt x="303" y="168"/>
                    <a:pt x="243" y="148"/>
                    <a:pt x="197" y="148"/>
                  </a:cubicBezTo>
                  <a:cubicBezTo>
                    <a:pt x="156" y="148"/>
                    <a:pt x="126" y="164"/>
                    <a:pt x="126" y="221"/>
                  </a:cubicBezTo>
                  <a:cubicBezTo>
                    <a:pt x="106" y="368"/>
                    <a:pt x="1" y="368"/>
                    <a:pt x="168" y="473"/>
                  </a:cubicBezTo>
                  <a:cubicBezTo>
                    <a:pt x="321" y="549"/>
                    <a:pt x="439" y="643"/>
                    <a:pt x="617" y="643"/>
                  </a:cubicBezTo>
                  <a:cubicBezTo>
                    <a:pt x="634" y="643"/>
                    <a:pt x="652" y="642"/>
                    <a:pt x="670" y="640"/>
                  </a:cubicBezTo>
                  <a:cubicBezTo>
                    <a:pt x="880" y="619"/>
                    <a:pt x="1235" y="493"/>
                    <a:pt x="1131" y="305"/>
                  </a:cubicBezTo>
                  <a:cubicBezTo>
                    <a:pt x="1089" y="242"/>
                    <a:pt x="1194" y="138"/>
                    <a:pt x="1026" y="138"/>
                  </a:cubicBezTo>
                  <a:cubicBezTo>
                    <a:pt x="859" y="117"/>
                    <a:pt x="859" y="117"/>
                    <a:pt x="796" y="96"/>
                  </a:cubicBezTo>
                  <a:cubicBezTo>
                    <a:pt x="728" y="62"/>
                    <a:pt x="715" y="1"/>
                    <a:pt x="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6504;p126">
              <a:extLst>
                <a:ext uri="{FF2B5EF4-FFF2-40B4-BE49-F238E27FC236}">
                  <a16:creationId xmlns:a16="http://schemas.microsoft.com/office/drawing/2014/main" id="{215FE5E9-3DFA-3897-2121-9ADAAD9027B0}"/>
                </a:ext>
              </a:extLst>
            </p:cNvPr>
            <p:cNvSpPr/>
            <p:nvPr/>
          </p:nvSpPr>
          <p:spPr>
            <a:xfrm>
              <a:off x="3038697" y="2687537"/>
              <a:ext cx="37706" cy="22666"/>
            </a:xfrm>
            <a:custGeom>
              <a:avLst/>
              <a:gdLst/>
              <a:ahLst/>
              <a:cxnLst/>
              <a:rect l="l" t="t" r="r" b="b"/>
              <a:pathLst>
                <a:path w="880" h="529" extrusionOk="0">
                  <a:moveTo>
                    <a:pt x="508" y="0"/>
                  </a:moveTo>
                  <a:cubicBezTo>
                    <a:pt x="471" y="0"/>
                    <a:pt x="427" y="8"/>
                    <a:pt x="377" y="26"/>
                  </a:cubicBezTo>
                  <a:cubicBezTo>
                    <a:pt x="147" y="89"/>
                    <a:pt x="0" y="89"/>
                    <a:pt x="42" y="256"/>
                  </a:cubicBezTo>
                  <a:cubicBezTo>
                    <a:pt x="105" y="424"/>
                    <a:pt x="189" y="528"/>
                    <a:pt x="398" y="528"/>
                  </a:cubicBezTo>
                  <a:cubicBezTo>
                    <a:pt x="607" y="528"/>
                    <a:pt x="816" y="507"/>
                    <a:pt x="858" y="403"/>
                  </a:cubicBezTo>
                  <a:cubicBezTo>
                    <a:pt x="879" y="298"/>
                    <a:pt x="754" y="110"/>
                    <a:pt x="754" y="110"/>
                  </a:cubicBezTo>
                  <a:cubicBezTo>
                    <a:pt x="705" y="93"/>
                    <a:pt x="643" y="0"/>
                    <a:pt x="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6505;p126">
              <a:extLst>
                <a:ext uri="{FF2B5EF4-FFF2-40B4-BE49-F238E27FC236}">
                  <a16:creationId xmlns:a16="http://schemas.microsoft.com/office/drawing/2014/main" id="{12A47526-C168-4B95-C05F-DB699ED6B8DE}"/>
                </a:ext>
              </a:extLst>
            </p:cNvPr>
            <p:cNvSpPr/>
            <p:nvPr/>
          </p:nvSpPr>
          <p:spPr>
            <a:xfrm>
              <a:off x="2893437" y="2702320"/>
              <a:ext cx="37706" cy="22238"/>
            </a:xfrm>
            <a:custGeom>
              <a:avLst/>
              <a:gdLst/>
              <a:ahLst/>
              <a:cxnLst/>
              <a:rect l="l" t="t" r="r" b="b"/>
              <a:pathLst>
                <a:path w="880" h="519" extrusionOk="0">
                  <a:moveTo>
                    <a:pt x="486" y="0"/>
                  </a:moveTo>
                  <a:cubicBezTo>
                    <a:pt x="454" y="0"/>
                    <a:pt x="418" y="5"/>
                    <a:pt x="377" y="16"/>
                  </a:cubicBezTo>
                  <a:cubicBezTo>
                    <a:pt x="147" y="100"/>
                    <a:pt x="1" y="100"/>
                    <a:pt x="43" y="267"/>
                  </a:cubicBezTo>
                  <a:cubicBezTo>
                    <a:pt x="105" y="434"/>
                    <a:pt x="189" y="518"/>
                    <a:pt x="398" y="518"/>
                  </a:cubicBezTo>
                  <a:cubicBezTo>
                    <a:pt x="608" y="518"/>
                    <a:pt x="817" y="518"/>
                    <a:pt x="859" y="413"/>
                  </a:cubicBezTo>
                  <a:cubicBezTo>
                    <a:pt x="880" y="309"/>
                    <a:pt x="754" y="100"/>
                    <a:pt x="754" y="100"/>
                  </a:cubicBezTo>
                  <a:cubicBezTo>
                    <a:pt x="702" y="100"/>
                    <a:pt x="636" y="0"/>
                    <a:pt x="4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6506;p126">
              <a:extLst>
                <a:ext uri="{FF2B5EF4-FFF2-40B4-BE49-F238E27FC236}">
                  <a16:creationId xmlns:a16="http://schemas.microsoft.com/office/drawing/2014/main" id="{A8F8B05C-BD9A-8056-C003-BC30A2C12CBD}"/>
                </a:ext>
              </a:extLst>
            </p:cNvPr>
            <p:cNvSpPr/>
            <p:nvPr/>
          </p:nvSpPr>
          <p:spPr>
            <a:xfrm>
              <a:off x="3157048" y="2720231"/>
              <a:ext cx="38606" cy="22238"/>
            </a:xfrm>
            <a:custGeom>
              <a:avLst/>
              <a:gdLst/>
              <a:ahLst/>
              <a:cxnLst/>
              <a:rect l="l" t="t" r="r" b="b"/>
              <a:pathLst>
                <a:path w="901" h="519" extrusionOk="0">
                  <a:moveTo>
                    <a:pt x="505" y="1"/>
                  </a:moveTo>
                  <a:cubicBezTo>
                    <a:pt x="474" y="1"/>
                    <a:pt x="439" y="5"/>
                    <a:pt x="398" y="16"/>
                  </a:cubicBezTo>
                  <a:cubicBezTo>
                    <a:pt x="147" y="100"/>
                    <a:pt x="0" y="100"/>
                    <a:pt x="63" y="267"/>
                  </a:cubicBezTo>
                  <a:cubicBezTo>
                    <a:pt x="105" y="435"/>
                    <a:pt x="189" y="519"/>
                    <a:pt x="398" y="519"/>
                  </a:cubicBezTo>
                  <a:cubicBezTo>
                    <a:pt x="628" y="519"/>
                    <a:pt x="816" y="519"/>
                    <a:pt x="858" y="414"/>
                  </a:cubicBezTo>
                  <a:cubicBezTo>
                    <a:pt x="900" y="309"/>
                    <a:pt x="754" y="100"/>
                    <a:pt x="754" y="100"/>
                  </a:cubicBezTo>
                  <a:cubicBezTo>
                    <a:pt x="702" y="100"/>
                    <a:pt x="650" y="1"/>
                    <a:pt x="5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26507;p126">
              <a:extLst>
                <a:ext uri="{FF2B5EF4-FFF2-40B4-BE49-F238E27FC236}">
                  <a16:creationId xmlns:a16="http://schemas.microsoft.com/office/drawing/2014/main" id="{E5BA7E43-D37B-094B-2C64-F99A12655912}"/>
                </a:ext>
              </a:extLst>
            </p:cNvPr>
            <p:cNvSpPr/>
            <p:nvPr/>
          </p:nvSpPr>
          <p:spPr>
            <a:xfrm>
              <a:off x="3321119" y="2645758"/>
              <a:ext cx="37706" cy="22281"/>
            </a:xfrm>
            <a:custGeom>
              <a:avLst/>
              <a:gdLst/>
              <a:ahLst/>
              <a:cxnLst/>
              <a:rect l="l" t="t" r="r" b="b"/>
              <a:pathLst>
                <a:path w="880" h="520" extrusionOk="0">
                  <a:moveTo>
                    <a:pt x="495" y="0"/>
                  </a:moveTo>
                  <a:cubicBezTo>
                    <a:pt x="461" y="0"/>
                    <a:pt x="422" y="5"/>
                    <a:pt x="377" y="18"/>
                  </a:cubicBezTo>
                  <a:cubicBezTo>
                    <a:pt x="147" y="80"/>
                    <a:pt x="0" y="80"/>
                    <a:pt x="42" y="248"/>
                  </a:cubicBezTo>
                  <a:cubicBezTo>
                    <a:pt x="84" y="415"/>
                    <a:pt x="168" y="520"/>
                    <a:pt x="398" y="520"/>
                  </a:cubicBezTo>
                  <a:cubicBezTo>
                    <a:pt x="607" y="520"/>
                    <a:pt x="816" y="499"/>
                    <a:pt x="837" y="394"/>
                  </a:cubicBezTo>
                  <a:cubicBezTo>
                    <a:pt x="879" y="311"/>
                    <a:pt x="733" y="101"/>
                    <a:pt x="733" y="101"/>
                  </a:cubicBezTo>
                  <a:cubicBezTo>
                    <a:pt x="682" y="85"/>
                    <a:pt x="632" y="0"/>
                    <a:pt x="4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26508;p126">
              <a:extLst>
                <a:ext uri="{FF2B5EF4-FFF2-40B4-BE49-F238E27FC236}">
                  <a16:creationId xmlns:a16="http://schemas.microsoft.com/office/drawing/2014/main" id="{A7EE5AB3-8F2F-F413-DA40-F2B917141344}"/>
                </a:ext>
              </a:extLst>
            </p:cNvPr>
            <p:cNvSpPr/>
            <p:nvPr/>
          </p:nvSpPr>
          <p:spPr>
            <a:xfrm>
              <a:off x="3278098" y="2662770"/>
              <a:ext cx="37663" cy="22324"/>
            </a:xfrm>
            <a:custGeom>
              <a:avLst/>
              <a:gdLst/>
              <a:ahLst/>
              <a:cxnLst/>
              <a:rect l="l" t="t" r="r" b="b"/>
              <a:pathLst>
                <a:path w="879" h="521" extrusionOk="0">
                  <a:moveTo>
                    <a:pt x="504" y="1"/>
                  </a:moveTo>
                  <a:cubicBezTo>
                    <a:pt x="468" y="1"/>
                    <a:pt x="426" y="6"/>
                    <a:pt x="377" y="18"/>
                  </a:cubicBezTo>
                  <a:cubicBezTo>
                    <a:pt x="146" y="81"/>
                    <a:pt x="0" y="81"/>
                    <a:pt x="42" y="248"/>
                  </a:cubicBezTo>
                  <a:cubicBezTo>
                    <a:pt x="105" y="416"/>
                    <a:pt x="188" y="520"/>
                    <a:pt x="398" y="520"/>
                  </a:cubicBezTo>
                  <a:cubicBezTo>
                    <a:pt x="628" y="520"/>
                    <a:pt x="816" y="499"/>
                    <a:pt x="858" y="416"/>
                  </a:cubicBezTo>
                  <a:cubicBezTo>
                    <a:pt x="879" y="311"/>
                    <a:pt x="753" y="102"/>
                    <a:pt x="753" y="102"/>
                  </a:cubicBezTo>
                  <a:cubicBezTo>
                    <a:pt x="703" y="85"/>
                    <a:pt x="652" y="1"/>
                    <a:pt x="5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26509;p126">
              <a:extLst>
                <a:ext uri="{FF2B5EF4-FFF2-40B4-BE49-F238E27FC236}">
                  <a16:creationId xmlns:a16="http://schemas.microsoft.com/office/drawing/2014/main" id="{04FC60BE-C4A2-C9CF-CBB1-E24A25F3C698}"/>
                </a:ext>
              </a:extLst>
            </p:cNvPr>
            <p:cNvSpPr/>
            <p:nvPr/>
          </p:nvSpPr>
          <p:spPr>
            <a:xfrm>
              <a:off x="3111327" y="2594638"/>
              <a:ext cx="37706" cy="22324"/>
            </a:xfrm>
            <a:custGeom>
              <a:avLst/>
              <a:gdLst/>
              <a:ahLst/>
              <a:cxnLst/>
              <a:rect l="l" t="t" r="r" b="b"/>
              <a:pathLst>
                <a:path w="880" h="521" extrusionOk="0">
                  <a:moveTo>
                    <a:pt x="497" y="1"/>
                  </a:moveTo>
                  <a:cubicBezTo>
                    <a:pt x="462" y="1"/>
                    <a:pt x="422" y="6"/>
                    <a:pt x="377" y="18"/>
                  </a:cubicBezTo>
                  <a:cubicBezTo>
                    <a:pt x="147" y="81"/>
                    <a:pt x="0" y="81"/>
                    <a:pt x="42" y="248"/>
                  </a:cubicBezTo>
                  <a:cubicBezTo>
                    <a:pt x="105" y="416"/>
                    <a:pt x="189" y="520"/>
                    <a:pt x="398" y="520"/>
                  </a:cubicBezTo>
                  <a:cubicBezTo>
                    <a:pt x="607" y="520"/>
                    <a:pt x="816" y="499"/>
                    <a:pt x="858" y="395"/>
                  </a:cubicBezTo>
                  <a:cubicBezTo>
                    <a:pt x="879" y="311"/>
                    <a:pt x="753" y="102"/>
                    <a:pt x="753" y="102"/>
                  </a:cubicBezTo>
                  <a:cubicBezTo>
                    <a:pt x="703" y="85"/>
                    <a:pt x="639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26510;p126">
              <a:extLst>
                <a:ext uri="{FF2B5EF4-FFF2-40B4-BE49-F238E27FC236}">
                  <a16:creationId xmlns:a16="http://schemas.microsoft.com/office/drawing/2014/main" id="{CBBFF6F9-01DC-8E36-4D59-7B5006A4E7B4}"/>
                </a:ext>
              </a:extLst>
            </p:cNvPr>
            <p:cNvSpPr/>
            <p:nvPr/>
          </p:nvSpPr>
          <p:spPr>
            <a:xfrm>
              <a:off x="2766131" y="2688779"/>
              <a:ext cx="38606" cy="22324"/>
            </a:xfrm>
            <a:custGeom>
              <a:avLst/>
              <a:gdLst/>
              <a:ahLst/>
              <a:cxnLst/>
              <a:rect l="l" t="t" r="r" b="b"/>
              <a:pathLst>
                <a:path w="901" h="521" extrusionOk="0">
                  <a:moveTo>
                    <a:pt x="516" y="1"/>
                  </a:moveTo>
                  <a:cubicBezTo>
                    <a:pt x="482" y="1"/>
                    <a:pt x="443" y="6"/>
                    <a:pt x="398" y="18"/>
                  </a:cubicBezTo>
                  <a:cubicBezTo>
                    <a:pt x="168" y="81"/>
                    <a:pt x="1" y="81"/>
                    <a:pt x="63" y="248"/>
                  </a:cubicBezTo>
                  <a:cubicBezTo>
                    <a:pt x="105" y="416"/>
                    <a:pt x="189" y="520"/>
                    <a:pt x="419" y="520"/>
                  </a:cubicBezTo>
                  <a:cubicBezTo>
                    <a:pt x="628" y="520"/>
                    <a:pt x="838" y="499"/>
                    <a:pt x="859" y="395"/>
                  </a:cubicBezTo>
                  <a:cubicBezTo>
                    <a:pt x="900" y="290"/>
                    <a:pt x="754" y="102"/>
                    <a:pt x="754" y="102"/>
                  </a:cubicBezTo>
                  <a:cubicBezTo>
                    <a:pt x="703" y="85"/>
                    <a:pt x="653" y="1"/>
                    <a:pt x="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26511;p126">
              <a:extLst>
                <a:ext uri="{FF2B5EF4-FFF2-40B4-BE49-F238E27FC236}">
                  <a16:creationId xmlns:a16="http://schemas.microsoft.com/office/drawing/2014/main" id="{349AA2F3-D280-B6B5-B043-DD228A10094D}"/>
                </a:ext>
              </a:extLst>
            </p:cNvPr>
            <p:cNvSpPr/>
            <p:nvPr/>
          </p:nvSpPr>
          <p:spPr>
            <a:xfrm>
              <a:off x="3435870" y="2697735"/>
              <a:ext cx="38606" cy="22324"/>
            </a:xfrm>
            <a:custGeom>
              <a:avLst/>
              <a:gdLst/>
              <a:ahLst/>
              <a:cxnLst/>
              <a:rect l="l" t="t" r="r" b="b"/>
              <a:pathLst>
                <a:path w="901" h="521" extrusionOk="0">
                  <a:moveTo>
                    <a:pt x="516" y="1"/>
                  </a:moveTo>
                  <a:cubicBezTo>
                    <a:pt x="482" y="1"/>
                    <a:pt x="443" y="6"/>
                    <a:pt x="398" y="18"/>
                  </a:cubicBezTo>
                  <a:cubicBezTo>
                    <a:pt x="147" y="81"/>
                    <a:pt x="1" y="81"/>
                    <a:pt x="63" y="248"/>
                  </a:cubicBezTo>
                  <a:cubicBezTo>
                    <a:pt x="105" y="416"/>
                    <a:pt x="189" y="520"/>
                    <a:pt x="398" y="520"/>
                  </a:cubicBezTo>
                  <a:cubicBezTo>
                    <a:pt x="628" y="520"/>
                    <a:pt x="817" y="499"/>
                    <a:pt x="858" y="416"/>
                  </a:cubicBezTo>
                  <a:cubicBezTo>
                    <a:pt x="900" y="311"/>
                    <a:pt x="754" y="102"/>
                    <a:pt x="754" y="102"/>
                  </a:cubicBezTo>
                  <a:cubicBezTo>
                    <a:pt x="703" y="85"/>
                    <a:pt x="653" y="1"/>
                    <a:pt x="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26512;p126">
              <a:extLst>
                <a:ext uri="{FF2B5EF4-FFF2-40B4-BE49-F238E27FC236}">
                  <a16:creationId xmlns:a16="http://schemas.microsoft.com/office/drawing/2014/main" id="{C188FC64-9B56-BD10-81F2-DFF4062245B4}"/>
                </a:ext>
              </a:extLst>
            </p:cNvPr>
            <p:cNvSpPr/>
            <p:nvPr/>
          </p:nvSpPr>
          <p:spPr>
            <a:xfrm>
              <a:off x="3228778" y="2693064"/>
              <a:ext cx="24252" cy="15125"/>
            </a:xfrm>
            <a:custGeom>
              <a:avLst/>
              <a:gdLst/>
              <a:ahLst/>
              <a:cxnLst/>
              <a:rect l="l" t="t" r="r" b="b"/>
              <a:pathLst>
                <a:path w="566" h="353" extrusionOk="0">
                  <a:moveTo>
                    <a:pt x="354" y="0"/>
                  </a:moveTo>
                  <a:cubicBezTo>
                    <a:pt x="321" y="0"/>
                    <a:pt x="281" y="10"/>
                    <a:pt x="230" y="44"/>
                  </a:cubicBezTo>
                  <a:cubicBezTo>
                    <a:pt x="84" y="127"/>
                    <a:pt x="0" y="148"/>
                    <a:pt x="42" y="253"/>
                  </a:cubicBezTo>
                  <a:cubicBezTo>
                    <a:pt x="88" y="314"/>
                    <a:pt x="134" y="353"/>
                    <a:pt x="205" y="353"/>
                  </a:cubicBezTo>
                  <a:cubicBezTo>
                    <a:pt x="230" y="353"/>
                    <a:pt x="260" y="348"/>
                    <a:pt x="293" y="336"/>
                  </a:cubicBezTo>
                  <a:cubicBezTo>
                    <a:pt x="419" y="295"/>
                    <a:pt x="544" y="253"/>
                    <a:pt x="544" y="190"/>
                  </a:cubicBezTo>
                  <a:cubicBezTo>
                    <a:pt x="565" y="127"/>
                    <a:pt x="461" y="23"/>
                    <a:pt x="461" y="23"/>
                  </a:cubicBezTo>
                  <a:cubicBezTo>
                    <a:pt x="435" y="23"/>
                    <a:pt x="403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26513;p126">
              <a:extLst>
                <a:ext uri="{FF2B5EF4-FFF2-40B4-BE49-F238E27FC236}">
                  <a16:creationId xmlns:a16="http://schemas.microsoft.com/office/drawing/2014/main" id="{F0F39603-1C3D-A7B2-B035-4F1C3A275982}"/>
                </a:ext>
              </a:extLst>
            </p:cNvPr>
            <p:cNvSpPr/>
            <p:nvPr/>
          </p:nvSpPr>
          <p:spPr>
            <a:xfrm>
              <a:off x="2850416" y="2661655"/>
              <a:ext cx="23352" cy="15168"/>
            </a:xfrm>
            <a:custGeom>
              <a:avLst/>
              <a:gdLst/>
              <a:ahLst/>
              <a:cxnLst/>
              <a:rect l="l" t="t" r="r" b="b"/>
              <a:pathLst>
                <a:path w="545" h="354" extrusionOk="0">
                  <a:moveTo>
                    <a:pt x="342" y="1"/>
                  </a:moveTo>
                  <a:cubicBezTo>
                    <a:pt x="310" y="1"/>
                    <a:pt x="268" y="11"/>
                    <a:pt x="210" y="44"/>
                  </a:cubicBezTo>
                  <a:cubicBezTo>
                    <a:pt x="84" y="128"/>
                    <a:pt x="0" y="149"/>
                    <a:pt x="42" y="253"/>
                  </a:cubicBezTo>
                  <a:cubicBezTo>
                    <a:pt x="88" y="315"/>
                    <a:pt x="123" y="354"/>
                    <a:pt x="196" y="354"/>
                  </a:cubicBezTo>
                  <a:cubicBezTo>
                    <a:pt x="222" y="354"/>
                    <a:pt x="254" y="348"/>
                    <a:pt x="293" y="337"/>
                  </a:cubicBezTo>
                  <a:cubicBezTo>
                    <a:pt x="419" y="295"/>
                    <a:pt x="544" y="253"/>
                    <a:pt x="544" y="191"/>
                  </a:cubicBezTo>
                  <a:cubicBezTo>
                    <a:pt x="544" y="128"/>
                    <a:pt x="440" y="23"/>
                    <a:pt x="440" y="23"/>
                  </a:cubicBezTo>
                  <a:cubicBezTo>
                    <a:pt x="415" y="23"/>
                    <a:pt x="390" y="1"/>
                    <a:pt x="3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26514;p126">
              <a:extLst>
                <a:ext uri="{FF2B5EF4-FFF2-40B4-BE49-F238E27FC236}">
                  <a16:creationId xmlns:a16="http://schemas.microsoft.com/office/drawing/2014/main" id="{A1D431B5-CD36-D999-8045-C776D3B5135D}"/>
                </a:ext>
              </a:extLst>
            </p:cNvPr>
            <p:cNvSpPr/>
            <p:nvPr/>
          </p:nvSpPr>
          <p:spPr>
            <a:xfrm>
              <a:off x="2923946" y="2672925"/>
              <a:ext cx="24252" cy="15554"/>
            </a:xfrm>
            <a:custGeom>
              <a:avLst/>
              <a:gdLst/>
              <a:ahLst/>
              <a:cxnLst/>
              <a:rect l="l" t="t" r="r" b="b"/>
              <a:pathLst>
                <a:path w="566" h="363" extrusionOk="0">
                  <a:moveTo>
                    <a:pt x="350" y="1"/>
                  </a:moveTo>
                  <a:cubicBezTo>
                    <a:pt x="318" y="1"/>
                    <a:pt x="279" y="13"/>
                    <a:pt x="230" y="53"/>
                  </a:cubicBezTo>
                  <a:cubicBezTo>
                    <a:pt x="105" y="137"/>
                    <a:pt x="0" y="158"/>
                    <a:pt x="63" y="242"/>
                  </a:cubicBezTo>
                  <a:cubicBezTo>
                    <a:pt x="94" y="319"/>
                    <a:pt x="137" y="362"/>
                    <a:pt x="208" y="362"/>
                  </a:cubicBezTo>
                  <a:cubicBezTo>
                    <a:pt x="232" y="362"/>
                    <a:pt x="261" y="357"/>
                    <a:pt x="293" y="346"/>
                  </a:cubicBezTo>
                  <a:cubicBezTo>
                    <a:pt x="419" y="304"/>
                    <a:pt x="544" y="262"/>
                    <a:pt x="565" y="179"/>
                  </a:cubicBezTo>
                  <a:cubicBezTo>
                    <a:pt x="565" y="116"/>
                    <a:pt x="461" y="32"/>
                    <a:pt x="461" y="32"/>
                  </a:cubicBezTo>
                  <a:cubicBezTo>
                    <a:pt x="435" y="32"/>
                    <a:pt x="401" y="1"/>
                    <a:pt x="3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26515;p126">
              <a:extLst>
                <a:ext uri="{FF2B5EF4-FFF2-40B4-BE49-F238E27FC236}">
                  <a16:creationId xmlns:a16="http://schemas.microsoft.com/office/drawing/2014/main" id="{9F16DB0F-047B-9559-2299-8F7CDA6B87F0}"/>
                </a:ext>
              </a:extLst>
            </p:cNvPr>
            <p:cNvSpPr/>
            <p:nvPr/>
          </p:nvSpPr>
          <p:spPr>
            <a:xfrm>
              <a:off x="3080818" y="2647301"/>
              <a:ext cx="24252" cy="15168"/>
            </a:xfrm>
            <a:custGeom>
              <a:avLst/>
              <a:gdLst/>
              <a:ahLst/>
              <a:cxnLst/>
              <a:rect l="l" t="t" r="r" b="b"/>
              <a:pathLst>
                <a:path w="566" h="354" extrusionOk="0">
                  <a:moveTo>
                    <a:pt x="354" y="1"/>
                  </a:moveTo>
                  <a:cubicBezTo>
                    <a:pt x="321" y="1"/>
                    <a:pt x="281" y="11"/>
                    <a:pt x="231" y="44"/>
                  </a:cubicBezTo>
                  <a:cubicBezTo>
                    <a:pt x="105" y="128"/>
                    <a:pt x="1" y="149"/>
                    <a:pt x="64" y="233"/>
                  </a:cubicBezTo>
                  <a:cubicBezTo>
                    <a:pt x="95" y="310"/>
                    <a:pt x="137" y="353"/>
                    <a:pt x="208" y="353"/>
                  </a:cubicBezTo>
                  <a:cubicBezTo>
                    <a:pt x="233" y="353"/>
                    <a:pt x="261" y="348"/>
                    <a:pt x="294" y="337"/>
                  </a:cubicBezTo>
                  <a:cubicBezTo>
                    <a:pt x="440" y="296"/>
                    <a:pt x="545" y="254"/>
                    <a:pt x="566" y="191"/>
                  </a:cubicBezTo>
                  <a:cubicBezTo>
                    <a:pt x="566" y="107"/>
                    <a:pt x="461" y="24"/>
                    <a:pt x="461" y="24"/>
                  </a:cubicBezTo>
                  <a:cubicBezTo>
                    <a:pt x="436" y="24"/>
                    <a:pt x="403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26516;p126">
              <a:extLst>
                <a:ext uri="{FF2B5EF4-FFF2-40B4-BE49-F238E27FC236}">
                  <a16:creationId xmlns:a16="http://schemas.microsoft.com/office/drawing/2014/main" id="{4BF1A740-7ADF-D77D-1B50-CBB7DE7BC70C}"/>
                </a:ext>
              </a:extLst>
            </p:cNvPr>
            <p:cNvSpPr/>
            <p:nvPr/>
          </p:nvSpPr>
          <p:spPr>
            <a:xfrm>
              <a:off x="3060208" y="2585469"/>
              <a:ext cx="24252" cy="15125"/>
            </a:xfrm>
            <a:custGeom>
              <a:avLst/>
              <a:gdLst/>
              <a:ahLst/>
              <a:cxnLst/>
              <a:rect l="l" t="t" r="r" b="b"/>
              <a:pathLst>
                <a:path w="566" h="353" extrusionOk="0">
                  <a:moveTo>
                    <a:pt x="354" y="0"/>
                  </a:moveTo>
                  <a:cubicBezTo>
                    <a:pt x="321" y="0"/>
                    <a:pt x="281" y="10"/>
                    <a:pt x="231" y="44"/>
                  </a:cubicBezTo>
                  <a:cubicBezTo>
                    <a:pt x="105" y="127"/>
                    <a:pt x="1" y="148"/>
                    <a:pt x="63" y="232"/>
                  </a:cubicBezTo>
                  <a:cubicBezTo>
                    <a:pt x="94" y="310"/>
                    <a:pt x="137" y="353"/>
                    <a:pt x="208" y="353"/>
                  </a:cubicBezTo>
                  <a:cubicBezTo>
                    <a:pt x="233" y="353"/>
                    <a:pt x="261" y="347"/>
                    <a:pt x="294" y="337"/>
                  </a:cubicBezTo>
                  <a:cubicBezTo>
                    <a:pt x="440" y="295"/>
                    <a:pt x="545" y="253"/>
                    <a:pt x="566" y="190"/>
                  </a:cubicBezTo>
                  <a:cubicBezTo>
                    <a:pt x="566" y="106"/>
                    <a:pt x="461" y="23"/>
                    <a:pt x="461" y="23"/>
                  </a:cubicBezTo>
                  <a:cubicBezTo>
                    <a:pt x="436" y="23"/>
                    <a:pt x="403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26517;p126">
              <a:extLst>
                <a:ext uri="{FF2B5EF4-FFF2-40B4-BE49-F238E27FC236}">
                  <a16:creationId xmlns:a16="http://schemas.microsoft.com/office/drawing/2014/main" id="{37F08D97-6739-32FE-417A-84AC115FBD90}"/>
                </a:ext>
              </a:extLst>
            </p:cNvPr>
            <p:cNvSpPr/>
            <p:nvPr/>
          </p:nvSpPr>
          <p:spPr>
            <a:xfrm>
              <a:off x="2940957" y="2564001"/>
              <a:ext cx="117445" cy="72712"/>
            </a:xfrm>
            <a:custGeom>
              <a:avLst/>
              <a:gdLst/>
              <a:ahLst/>
              <a:cxnLst/>
              <a:rect l="l" t="t" r="r" b="b"/>
              <a:pathLst>
                <a:path w="2741" h="1697" extrusionOk="0">
                  <a:moveTo>
                    <a:pt x="2575" y="1"/>
                  </a:moveTo>
                  <a:cubicBezTo>
                    <a:pt x="2548" y="1"/>
                    <a:pt x="2514" y="7"/>
                    <a:pt x="2470" y="22"/>
                  </a:cubicBezTo>
                  <a:cubicBezTo>
                    <a:pt x="2177" y="126"/>
                    <a:pt x="2114" y="43"/>
                    <a:pt x="2114" y="294"/>
                  </a:cubicBezTo>
                  <a:cubicBezTo>
                    <a:pt x="2093" y="545"/>
                    <a:pt x="2093" y="545"/>
                    <a:pt x="1947" y="649"/>
                  </a:cubicBezTo>
                  <a:cubicBezTo>
                    <a:pt x="1779" y="754"/>
                    <a:pt x="1758" y="838"/>
                    <a:pt x="1612" y="859"/>
                  </a:cubicBezTo>
                  <a:cubicBezTo>
                    <a:pt x="1530" y="886"/>
                    <a:pt x="1422" y="949"/>
                    <a:pt x="1327" y="949"/>
                  </a:cubicBezTo>
                  <a:cubicBezTo>
                    <a:pt x="1277" y="949"/>
                    <a:pt x="1230" y="931"/>
                    <a:pt x="1193" y="880"/>
                  </a:cubicBezTo>
                  <a:cubicBezTo>
                    <a:pt x="1068" y="733"/>
                    <a:pt x="1110" y="628"/>
                    <a:pt x="963" y="607"/>
                  </a:cubicBezTo>
                  <a:cubicBezTo>
                    <a:pt x="817" y="587"/>
                    <a:pt x="859" y="587"/>
                    <a:pt x="628" y="587"/>
                  </a:cubicBezTo>
                  <a:cubicBezTo>
                    <a:pt x="613" y="588"/>
                    <a:pt x="598" y="589"/>
                    <a:pt x="584" y="589"/>
                  </a:cubicBezTo>
                  <a:cubicBezTo>
                    <a:pt x="466" y="589"/>
                    <a:pt x="423" y="542"/>
                    <a:pt x="407" y="542"/>
                  </a:cubicBezTo>
                  <a:cubicBezTo>
                    <a:pt x="398" y="542"/>
                    <a:pt x="398" y="557"/>
                    <a:pt x="398" y="607"/>
                  </a:cubicBezTo>
                  <a:cubicBezTo>
                    <a:pt x="398" y="754"/>
                    <a:pt x="294" y="880"/>
                    <a:pt x="524" y="963"/>
                  </a:cubicBezTo>
                  <a:cubicBezTo>
                    <a:pt x="733" y="1047"/>
                    <a:pt x="900" y="1110"/>
                    <a:pt x="733" y="1193"/>
                  </a:cubicBezTo>
                  <a:cubicBezTo>
                    <a:pt x="683" y="1218"/>
                    <a:pt x="621" y="1225"/>
                    <a:pt x="557" y="1225"/>
                  </a:cubicBezTo>
                  <a:cubicBezTo>
                    <a:pt x="489" y="1225"/>
                    <a:pt x="419" y="1217"/>
                    <a:pt x="362" y="1217"/>
                  </a:cubicBezTo>
                  <a:cubicBezTo>
                    <a:pt x="291" y="1217"/>
                    <a:pt x="239" y="1228"/>
                    <a:pt x="231" y="1277"/>
                  </a:cubicBezTo>
                  <a:cubicBezTo>
                    <a:pt x="210" y="1403"/>
                    <a:pt x="1" y="1403"/>
                    <a:pt x="273" y="1465"/>
                  </a:cubicBezTo>
                  <a:cubicBezTo>
                    <a:pt x="320" y="1477"/>
                    <a:pt x="367" y="1482"/>
                    <a:pt x="415" y="1482"/>
                  </a:cubicBezTo>
                  <a:cubicBezTo>
                    <a:pt x="563" y="1482"/>
                    <a:pt x="711" y="1439"/>
                    <a:pt x="839" y="1439"/>
                  </a:cubicBezTo>
                  <a:cubicBezTo>
                    <a:pt x="891" y="1439"/>
                    <a:pt x="940" y="1446"/>
                    <a:pt x="984" y="1465"/>
                  </a:cubicBezTo>
                  <a:cubicBezTo>
                    <a:pt x="1298" y="1612"/>
                    <a:pt x="1444" y="1654"/>
                    <a:pt x="1528" y="1654"/>
                  </a:cubicBezTo>
                  <a:cubicBezTo>
                    <a:pt x="1585" y="1639"/>
                    <a:pt x="1633" y="1606"/>
                    <a:pt x="1717" y="1606"/>
                  </a:cubicBezTo>
                  <a:cubicBezTo>
                    <a:pt x="1756" y="1606"/>
                    <a:pt x="1803" y="1613"/>
                    <a:pt x="1863" y="1633"/>
                  </a:cubicBezTo>
                  <a:cubicBezTo>
                    <a:pt x="1957" y="1668"/>
                    <a:pt x="2011" y="1696"/>
                    <a:pt x="2063" y="1696"/>
                  </a:cubicBezTo>
                  <a:cubicBezTo>
                    <a:pt x="2103" y="1696"/>
                    <a:pt x="2142" y="1679"/>
                    <a:pt x="2198" y="1633"/>
                  </a:cubicBezTo>
                  <a:cubicBezTo>
                    <a:pt x="2344" y="1507"/>
                    <a:pt x="2407" y="1507"/>
                    <a:pt x="2449" y="1361"/>
                  </a:cubicBezTo>
                  <a:cubicBezTo>
                    <a:pt x="2512" y="1214"/>
                    <a:pt x="2491" y="1152"/>
                    <a:pt x="2470" y="1005"/>
                  </a:cubicBezTo>
                  <a:cubicBezTo>
                    <a:pt x="2449" y="838"/>
                    <a:pt x="2470" y="754"/>
                    <a:pt x="2533" y="670"/>
                  </a:cubicBezTo>
                  <a:cubicBezTo>
                    <a:pt x="2616" y="607"/>
                    <a:pt x="2658" y="419"/>
                    <a:pt x="2637" y="335"/>
                  </a:cubicBezTo>
                  <a:cubicBezTo>
                    <a:pt x="2619" y="245"/>
                    <a:pt x="2741" y="1"/>
                    <a:pt x="25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26518;p126">
              <a:extLst>
                <a:ext uri="{FF2B5EF4-FFF2-40B4-BE49-F238E27FC236}">
                  <a16:creationId xmlns:a16="http://schemas.microsoft.com/office/drawing/2014/main" id="{17750DA8-6B8C-A8F4-6CC0-DEFC54C8700C}"/>
                </a:ext>
              </a:extLst>
            </p:cNvPr>
            <p:cNvSpPr/>
            <p:nvPr/>
          </p:nvSpPr>
          <p:spPr>
            <a:xfrm>
              <a:off x="3141279" y="2584183"/>
              <a:ext cx="126057" cy="60629"/>
            </a:xfrm>
            <a:custGeom>
              <a:avLst/>
              <a:gdLst/>
              <a:ahLst/>
              <a:cxnLst/>
              <a:rect l="l" t="t" r="r" b="b"/>
              <a:pathLst>
                <a:path w="2942" h="1415" extrusionOk="0">
                  <a:moveTo>
                    <a:pt x="1190" y="0"/>
                  </a:moveTo>
                  <a:cubicBezTo>
                    <a:pt x="1090" y="0"/>
                    <a:pt x="1017" y="32"/>
                    <a:pt x="996" y="157"/>
                  </a:cubicBezTo>
                  <a:cubicBezTo>
                    <a:pt x="954" y="409"/>
                    <a:pt x="996" y="429"/>
                    <a:pt x="996" y="576"/>
                  </a:cubicBezTo>
                  <a:cubicBezTo>
                    <a:pt x="1017" y="743"/>
                    <a:pt x="1143" y="701"/>
                    <a:pt x="975" y="827"/>
                  </a:cubicBezTo>
                  <a:cubicBezTo>
                    <a:pt x="808" y="953"/>
                    <a:pt x="850" y="869"/>
                    <a:pt x="661" y="973"/>
                  </a:cubicBezTo>
                  <a:cubicBezTo>
                    <a:pt x="473" y="1078"/>
                    <a:pt x="285" y="994"/>
                    <a:pt x="180" y="1099"/>
                  </a:cubicBezTo>
                  <a:cubicBezTo>
                    <a:pt x="100" y="1199"/>
                    <a:pt x="1" y="1414"/>
                    <a:pt x="414" y="1414"/>
                  </a:cubicBezTo>
                  <a:cubicBezTo>
                    <a:pt x="433" y="1414"/>
                    <a:pt x="452" y="1414"/>
                    <a:pt x="473" y="1413"/>
                  </a:cubicBezTo>
                  <a:cubicBezTo>
                    <a:pt x="703" y="1413"/>
                    <a:pt x="619" y="1413"/>
                    <a:pt x="891" y="1329"/>
                  </a:cubicBezTo>
                  <a:cubicBezTo>
                    <a:pt x="1104" y="1264"/>
                    <a:pt x="1163" y="1211"/>
                    <a:pt x="1229" y="1211"/>
                  </a:cubicBezTo>
                  <a:cubicBezTo>
                    <a:pt x="1247" y="1211"/>
                    <a:pt x="1266" y="1215"/>
                    <a:pt x="1289" y="1225"/>
                  </a:cubicBezTo>
                  <a:cubicBezTo>
                    <a:pt x="1415" y="1266"/>
                    <a:pt x="1310" y="1266"/>
                    <a:pt x="1477" y="1287"/>
                  </a:cubicBezTo>
                  <a:cubicBezTo>
                    <a:pt x="1523" y="1300"/>
                    <a:pt x="1558" y="1305"/>
                    <a:pt x="1590" y="1305"/>
                  </a:cubicBezTo>
                  <a:cubicBezTo>
                    <a:pt x="1660" y="1305"/>
                    <a:pt x="1711" y="1281"/>
                    <a:pt x="1812" y="1266"/>
                  </a:cubicBezTo>
                  <a:cubicBezTo>
                    <a:pt x="1914" y="1254"/>
                    <a:pt x="1961" y="1233"/>
                    <a:pt x="2025" y="1233"/>
                  </a:cubicBezTo>
                  <a:cubicBezTo>
                    <a:pt x="2067" y="1233"/>
                    <a:pt x="2115" y="1242"/>
                    <a:pt x="2189" y="1266"/>
                  </a:cubicBezTo>
                  <a:cubicBezTo>
                    <a:pt x="2377" y="1308"/>
                    <a:pt x="2419" y="1350"/>
                    <a:pt x="2523" y="1350"/>
                  </a:cubicBezTo>
                  <a:cubicBezTo>
                    <a:pt x="2649" y="1350"/>
                    <a:pt x="2942" y="1141"/>
                    <a:pt x="2670" y="1120"/>
                  </a:cubicBezTo>
                  <a:cubicBezTo>
                    <a:pt x="2419" y="1099"/>
                    <a:pt x="2419" y="1099"/>
                    <a:pt x="2189" y="1078"/>
                  </a:cubicBezTo>
                  <a:cubicBezTo>
                    <a:pt x="1959" y="1036"/>
                    <a:pt x="2042" y="994"/>
                    <a:pt x="1854" y="994"/>
                  </a:cubicBezTo>
                  <a:lnTo>
                    <a:pt x="1456" y="994"/>
                  </a:lnTo>
                  <a:cubicBezTo>
                    <a:pt x="1435" y="994"/>
                    <a:pt x="1411" y="996"/>
                    <a:pt x="1386" y="996"/>
                  </a:cubicBezTo>
                  <a:cubicBezTo>
                    <a:pt x="1314" y="996"/>
                    <a:pt x="1247" y="984"/>
                    <a:pt x="1310" y="890"/>
                  </a:cubicBezTo>
                  <a:cubicBezTo>
                    <a:pt x="1415" y="743"/>
                    <a:pt x="1435" y="827"/>
                    <a:pt x="1561" y="701"/>
                  </a:cubicBezTo>
                  <a:cubicBezTo>
                    <a:pt x="1666" y="555"/>
                    <a:pt x="1749" y="660"/>
                    <a:pt x="1707" y="492"/>
                  </a:cubicBezTo>
                  <a:cubicBezTo>
                    <a:pt x="1687" y="325"/>
                    <a:pt x="1687" y="325"/>
                    <a:pt x="1707" y="262"/>
                  </a:cubicBezTo>
                  <a:cubicBezTo>
                    <a:pt x="1707" y="199"/>
                    <a:pt x="1791" y="53"/>
                    <a:pt x="1540" y="32"/>
                  </a:cubicBezTo>
                  <a:cubicBezTo>
                    <a:pt x="1415" y="32"/>
                    <a:pt x="128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640" name="Google Shape;26569;p127">
            <a:extLst>
              <a:ext uri="{FF2B5EF4-FFF2-40B4-BE49-F238E27FC236}">
                <a16:creationId xmlns:a16="http://schemas.microsoft.com/office/drawing/2014/main" id="{BE8C48B3-82F9-2A4C-40DF-E477C78B0A2A}"/>
              </a:ext>
            </a:extLst>
          </p:cNvPr>
          <p:cNvGrpSpPr/>
          <p:nvPr/>
        </p:nvGrpSpPr>
        <p:grpSpPr>
          <a:xfrm>
            <a:off x="2144927" y="2887578"/>
            <a:ext cx="557023" cy="1028572"/>
            <a:chOff x="5541270" y="1158028"/>
            <a:chExt cx="710202" cy="1362459"/>
          </a:xfrm>
        </p:grpSpPr>
        <p:sp>
          <p:nvSpPr>
            <p:cNvPr id="23641" name="Google Shape;26570;p127">
              <a:extLst>
                <a:ext uri="{FF2B5EF4-FFF2-40B4-BE49-F238E27FC236}">
                  <a16:creationId xmlns:a16="http://schemas.microsoft.com/office/drawing/2014/main" id="{92868686-18C9-E145-4A32-E2915B37E84F}"/>
                </a:ext>
              </a:extLst>
            </p:cNvPr>
            <p:cNvSpPr/>
            <p:nvPr/>
          </p:nvSpPr>
          <p:spPr>
            <a:xfrm>
              <a:off x="5545714" y="1387488"/>
              <a:ext cx="334181" cy="380065"/>
            </a:xfrm>
            <a:custGeom>
              <a:avLst/>
              <a:gdLst/>
              <a:ahLst/>
              <a:cxnLst/>
              <a:rect l="l" t="t" r="r" b="b"/>
              <a:pathLst>
                <a:path w="18798" h="21379" extrusionOk="0">
                  <a:moveTo>
                    <a:pt x="1" y="2782"/>
                  </a:moveTo>
                  <a:lnTo>
                    <a:pt x="3359" y="0"/>
                  </a:lnTo>
                  <a:lnTo>
                    <a:pt x="18798" y="18597"/>
                  </a:lnTo>
                  <a:lnTo>
                    <a:pt x="15439" y="21379"/>
                  </a:lnTo>
                  <a:lnTo>
                    <a:pt x="1" y="2782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2" name="Google Shape;26571;p127">
              <a:extLst>
                <a:ext uri="{FF2B5EF4-FFF2-40B4-BE49-F238E27FC236}">
                  <a16:creationId xmlns:a16="http://schemas.microsoft.com/office/drawing/2014/main" id="{90D41652-BC10-76C6-0D0F-533545F639AD}"/>
                </a:ext>
              </a:extLst>
            </p:cNvPr>
            <p:cNvSpPr/>
            <p:nvPr/>
          </p:nvSpPr>
          <p:spPr>
            <a:xfrm>
              <a:off x="5585818" y="1449422"/>
              <a:ext cx="75323" cy="40995"/>
            </a:xfrm>
            <a:custGeom>
              <a:avLst/>
              <a:gdLst/>
              <a:ahLst/>
              <a:cxnLst/>
              <a:rect l="l" t="t" r="r" b="b"/>
              <a:pathLst>
                <a:path w="4237" h="2306" extrusionOk="0">
                  <a:moveTo>
                    <a:pt x="3985" y="0"/>
                  </a:moveTo>
                  <a:lnTo>
                    <a:pt x="4236" y="276"/>
                  </a:lnTo>
                  <a:cubicBezTo>
                    <a:pt x="3760" y="677"/>
                    <a:pt x="3133" y="1103"/>
                    <a:pt x="2356" y="1479"/>
                  </a:cubicBezTo>
                  <a:cubicBezTo>
                    <a:pt x="1630" y="1855"/>
                    <a:pt x="878" y="2130"/>
                    <a:pt x="226" y="2306"/>
                  </a:cubicBezTo>
                  <a:lnTo>
                    <a:pt x="0" y="2030"/>
                  </a:lnTo>
                  <a:cubicBezTo>
                    <a:pt x="652" y="1855"/>
                    <a:pt x="1404" y="1579"/>
                    <a:pt x="2131" y="1203"/>
                  </a:cubicBezTo>
                  <a:cubicBezTo>
                    <a:pt x="2883" y="827"/>
                    <a:pt x="3534" y="401"/>
                    <a:pt x="3985" y="0"/>
                  </a:cubicBezTo>
                  <a:lnTo>
                    <a:pt x="398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3" name="Google Shape;26572;p127">
              <a:extLst>
                <a:ext uri="{FF2B5EF4-FFF2-40B4-BE49-F238E27FC236}">
                  <a16:creationId xmlns:a16="http://schemas.microsoft.com/office/drawing/2014/main" id="{4FE99CE6-B759-F84F-C741-E5A86E60D312}"/>
                </a:ext>
              </a:extLst>
            </p:cNvPr>
            <p:cNvSpPr/>
            <p:nvPr/>
          </p:nvSpPr>
          <p:spPr>
            <a:xfrm>
              <a:off x="5541270" y="1382582"/>
              <a:ext cx="69972" cy="61955"/>
            </a:xfrm>
            <a:custGeom>
              <a:avLst/>
              <a:gdLst/>
              <a:ahLst/>
              <a:cxnLst/>
              <a:rect l="l" t="t" r="r" b="b"/>
              <a:pathLst>
                <a:path w="3936" h="3485" extrusionOk="0">
                  <a:moveTo>
                    <a:pt x="1504" y="1179"/>
                  </a:moveTo>
                  <a:cubicBezTo>
                    <a:pt x="2456" y="377"/>
                    <a:pt x="3409" y="1"/>
                    <a:pt x="3684" y="326"/>
                  </a:cubicBezTo>
                  <a:cubicBezTo>
                    <a:pt x="3935" y="627"/>
                    <a:pt x="3384" y="1529"/>
                    <a:pt x="2431" y="2306"/>
                  </a:cubicBezTo>
                  <a:cubicBezTo>
                    <a:pt x="1504" y="3083"/>
                    <a:pt x="527" y="3484"/>
                    <a:pt x="251" y="3159"/>
                  </a:cubicBezTo>
                  <a:cubicBezTo>
                    <a:pt x="0" y="2858"/>
                    <a:pt x="552" y="1955"/>
                    <a:pt x="1504" y="1179"/>
                  </a:cubicBezTo>
                  <a:lnTo>
                    <a:pt x="1504" y="117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4" name="Google Shape;26573;p127">
              <a:extLst>
                <a:ext uri="{FF2B5EF4-FFF2-40B4-BE49-F238E27FC236}">
                  <a16:creationId xmlns:a16="http://schemas.microsoft.com/office/drawing/2014/main" id="{1122B605-A122-149C-634B-73B525136724}"/>
                </a:ext>
              </a:extLst>
            </p:cNvPr>
            <p:cNvSpPr/>
            <p:nvPr/>
          </p:nvSpPr>
          <p:spPr>
            <a:xfrm>
              <a:off x="5638383" y="1512671"/>
              <a:ext cx="74879" cy="41013"/>
            </a:xfrm>
            <a:custGeom>
              <a:avLst/>
              <a:gdLst/>
              <a:ahLst/>
              <a:cxnLst/>
              <a:rect l="l" t="t" r="r" b="b"/>
              <a:pathLst>
                <a:path w="4212" h="2307" extrusionOk="0">
                  <a:moveTo>
                    <a:pt x="3986" y="1"/>
                  </a:moveTo>
                  <a:lnTo>
                    <a:pt x="4211" y="277"/>
                  </a:lnTo>
                  <a:cubicBezTo>
                    <a:pt x="3760" y="678"/>
                    <a:pt x="3109" y="1104"/>
                    <a:pt x="2382" y="1480"/>
                  </a:cubicBezTo>
                  <a:cubicBezTo>
                    <a:pt x="1630" y="1856"/>
                    <a:pt x="878" y="2131"/>
                    <a:pt x="226" y="2307"/>
                  </a:cubicBezTo>
                  <a:lnTo>
                    <a:pt x="1" y="2031"/>
                  </a:lnTo>
                  <a:cubicBezTo>
                    <a:pt x="653" y="1856"/>
                    <a:pt x="1379" y="1580"/>
                    <a:pt x="2131" y="1204"/>
                  </a:cubicBezTo>
                  <a:cubicBezTo>
                    <a:pt x="2883" y="803"/>
                    <a:pt x="3510" y="402"/>
                    <a:pt x="3986" y="1"/>
                  </a:cubicBezTo>
                  <a:lnTo>
                    <a:pt x="398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5" name="Google Shape;26574;p127">
              <a:extLst>
                <a:ext uri="{FF2B5EF4-FFF2-40B4-BE49-F238E27FC236}">
                  <a16:creationId xmlns:a16="http://schemas.microsoft.com/office/drawing/2014/main" id="{51327FFE-E25A-B1A5-18FD-DFD816E9BF23}"/>
                </a:ext>
              </a:extLst>
            </p:cNvPr>
            <p:cNvSpPr/>
            <p:nvPr/>
          </p:nvSpPr>
          <p:spPr>
            <a:xfrm>
              <a:off x="5690967" y="1575938"/>
              <a:ext cx="74861" cy="41013"/>
            </a:xfrm>
            <a:custGeom>
              <a:avLst/>
              <a:gdLst/>
              <a:ahLst/>
              <a:cxnLst/>
              <a:rect l="l" t="t" r="r" b="b"/>
              <a:pathLst>
                <a:path w="4211" h="2307" extrusionOk="0">
                  <a:moveTo>
                    <a:pt x="3985" y="1"/>
                  </a:moveTo>
                  <a:lnTo>
                    <a:pt x="4211" y="277"/>
                  </a:lnTo>
                  <a:cubicBezTo>
                    <a:pt x="3760" y="678"/>
                    <a:pt x="3108" y="1104"/>
                    <a:pt x="2356" y="1480"/>
                  </a:cubicBezTo>
                  <a:cubicBezTo>
                    <a:pt x="1629" y="1855"/>
                    <a:pt x="877" y="2156"/>
                    <a:pt x="226" y="2307"/>
                  </a:cubicBezTo>
                  <a:lnTo>
                    <a:pt x="0" y="2031"/>
                  </a:lnTo>
                  <a:cubicBezTo>
                    <a:pt x="652" y="1855"/>
                    <a:pt x="1379" y="1580"/>
                    <a:pt x="2131" y="1204"/>
                  </a:cubicBezTo>
                  <a:cubicBezTo>
                    <a:pt x="2883" y="828"/>
                    <a:pt x="3509" y="402"/>
                    <a:pt x="3985" y="1"/>
                  </a:cubicBezTo>
                  <a:lnTo>
                    <a:pt x="3985" y="1"/>
                  </a:lnTo>
                  <a:close/>
                </a:path>
              </a:pathLst>
            </a:custGeom>
            <a:solidFill>
              <a:srgbClr val="291A1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6" name="Google Shape;26575;p127">
              <a:extLst>
                <a:ext uri="{FF2B5EF4-FFF2-40B4-BE49-F238E27FC236}">
                  <a16:creationId xmlns:a16="http://schemas.microsoft.com/office/drawing/2014/main" id="{B8B0F26E-C109-1E2A-7D96-16445912C618}"/>
                </a:ext>
              </a:extLst>
            </p:cNvPr>
            <p:cNvSpPr/>
            <p:nvPr/>
          </p:nvSpPr>
          <p:spPr>
            <a:xfrm>
              <a:off x="5743532" y="1639205"/>
              <a:ext cx="74879" cy="41013"/>
            </a:xfrm>
            <a:custGeom>
              <a:avLst/>
              <a:gdLst/>
              <a:ahLst/>
              <a:cxnLst/>
              <a:rect l="l" t="t" r="r" b="b"/>
              <a:pathLst>
                <a:path w="4212" h="2307" extrusionOk="0">
                  <a:moveTo>
                    <a:pt x="3986" y="1"/>
                  </a:moveTo>
                  <a:lnTo>
                    <a:pt x="4211" y="276"/>
                  </a:lnTo>
                  <a:cubicBezTo>
                    <a:pt x="3760" y="677"/>
                    <a:pt x="3108" y="1104"/>
                    <a:pt x="2357" y="1479"/>
                  </a:cubicBezTo>
                  <a:cubicBezTo>
                    <a:pt x="1605" y="1855"/>
                    <a:pt x="878" y="2156"/>
                    <a:pt x="226" y="2307"/>
                  </a:cubicBezTo>
                  <a:lnTo>
                    <a:pt x="1" y="2031"/>
                  </a:lnTo>
                  <a:cubicBezTo>
                    <a:pt x="652" y="1855"/>
                    <a:pt x="1404" y="1580"/>
                    <a:pt x="2131" y="1204"/>
                  </a:cubicBezTo>
                  <a:cubicBezTo>
                    <a:pt x="2883" y="828"/>
                    <a:pt x="3535" y="402"/>
                    <a:pt x="3986" y="1"/>
                  </a:cubicBezTo>
                  <a:lnTo>
                    <a:pt x="3986" y="1"/>
                  </a:lnTo>
                </a:path>
              </a:pathLst>
            </a:custGeom>
            <a:solidFill>
              <a:srgbClr val="291A1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7" name="Google Shape;26576;p127">
              <a:extLst>
                <a:ext uri="{FF2B5EF4-FFF2-40B4-BE49-F238E27FC236}">
                  <a16:creationId xmlns:a16="http://schemas.microsoft.com/office/drawing/2014/main" id="{4521A0B9-297F-F65D-9928-A044F83DED82}"/>
                </a:ext>
              </a:extLst>
            </p:cNvPr>
            <p:cNvSpPr/>
            <p:nvPr/>
          </p:nvSpPr>
          <p:spPr>
            <a:xfrm>
              <a:off x="5670026" y="1294375"/>
              <a:ext cx="188921" cy="435318"/>
            </a:xfrm>
            <a:custGeom>
              <a:avLst/>
              <a:gdLst/>
              <a:ahLst/>
              <a:cxnLst/>
              <a:rect l="l" t="t" r="r" b="b"/>
              <a:pathLst>
                <a:path w="10627" h="24487" extrusionOk="0">
                  <a:moveTo>
                    <a:pt x="0" y="1178"/>
                  </a:moveTo>
                  <a:lnTo>
                    <a:pt x="4211" y="0"/>
                  </a:lnTo>
                  <a:lnTo>
                    <a:pt x="10627" y="23334"/>
                  </a:lnTo>
                  <a:lnTo>
                    <a:pt x="6416" y="24487"/>
                  </a:lnTo>
                  <a:lnTo>
                    <a:pt x="0" y="1178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8" name="Google Shape;26577;p127">
              <a:extLst>
                <a:ext uri="{FF2B5EF4-FFF2-40B4-BE49-F238E27FC236}">
                  <a16:creationId xmlns:a16="http://schemas.microsoft.com/office/drawing/2014/main" id="{8353FE2D-5109-70D9-38BC-37BEDE531985}"/>
                </a:ext>
              </a:extLst>
            </p:cNvPr>
            <p:cNvSpPr/>
            <p:nvPr/>
          </p:nvSpPr>
          <p:spPr>
            <a:xfrm>
              <a:off x="5686505" y="1371898"/>
              <a:ext cx="81563" cy="12924"/>
            </a:xfrm>
            <a:custGeom>
              <a:avLst/>
              <a:gdLst/>
              <a:ahLst/>
              <a:cxnLst/>
              <a:rect l="l" t="t" r="r" b="b"/>
              <a:pathLst>
                <a:path w="4588" h="727" extrusionOk="0">
                  <a:moveTo>
                    <a:pt x="4487" y="0"/>
                  </a:moveTo>
                  <a:lnTo>
                    <a:pt x="4587" y="351"/>
                  </a:lnTo>
                  <a:cubicBezTo>
                    <a:pt x="3986" y="526"/>
                    <a:pt x="3234" y="652"/>
                    <a:pt x="2382" y="702"/>
                  </a:cubicBezTo>
                  <a:cubicBezTo>
                    <a:pt x="1555" y="727"/>
                    <a:pt x="753" y="677"/>
                    <a:pt x="101" y="577"/>
                  </a:cubicBezTo>
                  <a:lnTo>
                    <a:pt x="1" y="226"/>
                  </a:lnTo>
                  <a:cubicBezTo>
                    <a:pt x="677" y="326"/>
                    <a:pt x="1454" y="376"/>
                    <a:pt x="2281" y="326"/>
                  </a:cubicBezTo>
                  <a:cubicBezTo>
                    <a:pt x="3134" y="301"/>
                    <a:pt x="3885" y="176"/>
                    <a:pt x="4487" y="0"/>
                  </a:cubicBezTo>
                  <a:lnTo>
                    <a:pt x="4487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9" name="Google Shape;26578;p127">
              <a:extLst>
                <a:ext uri="{FF2B5EF4-FFF2-40B4-BE49-F238E27FC236}">
                  <a16:creationId xmlns:a16="http://schemas.microsoft.com/office/drawing/2014/main" id="{87161161-CB7E-23A9-E760-DBFA0C207B04}"/>
                </a:ext>
              </a:extLst>
            </p:cNvPr>
            <p:cNvSpPr/>
            <p:nvPr/>
          </p:nvSpPr>
          <p:spPr>
            <a:xfrm>
              <a:off x="5667342" y="1288135"/>
              <a:ext cx="80230" cy="36551"/>
            </a:xfrm>
            <a:custGeom>
              <a:avLst/>
              <a:gdLst/>
              <a:ahLst/>
              <a:cxnLst/>
              <a:rect l="l" t="t" r="r" b="b"/>
              <a:pathLst>
                <a:path w="4513" h="2056" extrusionOk="0">
                  <a:moveTo>
                    <a:pt x="2056" y="326"/>
                  </a:moveTo>
                  <a:cubicBezTo>
                    <a:pt x="3234" y="0"/>
                    <a:pt x="4287" y="50"/>
                    <a:pt x="4387" y="426"/>
                  </a:cubicBezTo>
                  <a:cubicBezTo>
                    <a:pt x="4512" y="827"/>
                    <a:pt x="3635" y="1404"/>
                    <a:pt x="2457" y="1730"/>
                  </a:cubicBezTo>
                  <a:cubicBezTo>
                    <a:pt x="1279" y="2055"/>
                    <a:pt x="227" y="2005"/>
                    <a:pt x="101" y="1604"/>
                  </a:cubicBezTo>
                  <a:cubicBezTo>
                    <a:pt x="1" y="1228"/>
                    <a:pt x="878" y="652"/>
                    <a:pt x="2056" y="326"/>
                  </a:cubicBezTo>
                  <a:lnTo>
                    <a:pt x="2056" y="326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0" name="Google Shape;26579;p127">
              <a:extLst>
                <a:ext uri="{FF2B5EF4-FFF2-40B4-BE49-F238E27FC236}">
                  <a16:creationId xmlns:a16="http://schemas.microsoft.com/office/drawing/2014/main" id="{44657F56-6490-D4E4-E235-A2335A49B1E9}"/>
                </a:ext>
              </a:extLst>
            </p:cNvPr>
            <p:cNvSpPr/>
            <p:nvPr/>
          </p:nvSpPr>
          <p:spPr>
            <a:xfrm>
              <a:off x="5708334" y="1451200"/>
              <a:ext cx="81563" cy="12942"/>
            </a:xfrm>
            <a:custGeom>
              <a:avLst/>
              <a:gdLst/>
              <a:ahLst/>
              <a:cxnLst/>
              <a:rect l="l" t="t" r="r" b="b"/>
              <a:pathLst>
                <a:path w="4588" h="728" extrusionOk="0">
                  <a:moveTo>
                    <a:pt x="4487" y="0"/>
                  </a:moveTo>
                  <a:lnTo>
                    <a:pt x="4587" y="376"/>
                  </a:lnTo>
                  <a:cubicBezTo>
                    <a:pt x="3986" y="527"/>
                    <a:pt x="3234" y="652"/>
                    <a:pt x="2382" y="702"/>
                  </a:cubicBezTo>
                  <a:cubicBezTo>
                    <a:pt x="1555" y="727"/>
                    <a:pt x="778" y="677"/>
                    <a:pt x="101" y="577"/>
                  </a:cubicBezTo>
                  <a:lnTo>
                    <a:pt x="1" y="226"/>
                  </a:lnTo>
                  <a:cubicBezTo>
                    <a:pt x="677" y="326"/>
                    <a:pt x="1454" y="376"/>
                    <a:pt x="2307" y="351"/>
                  </a:cubicBezTo>
                  <a:cubicBezTo>
                    <a:pt x="3134" y="301"/>
                    <a:pt x="3885" y="176"/>
                    <a:pt x="4487" y="0"/>
                  </a:cubicBezTo>
                  <a:lnTo>
                    <a:pt x="4487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1" name="Google Shape;26580;p127">
              <a:extLst>
                <a:ext uri="{FF2B5EF4-FFF2-40B4-BE49-F238E27FC236}">
                  <a16:creationId xmlns:a16="http://schemas.microsoft.com/office/drawing/2014/main" id="{2DA88BCD-797F-2638-96C2-F774CB1BD36E}"/>
                </a:ext>
              </a:extLst>
            </p:cNvPr>
            <p:cNvSpPr/>
            <p:nvPr/>
          </p:nvSpPr>
          <p:spPr>
            <a:xfrm>
              <a:off x="5730164" y="1530501"/>
              <a:ext cx="81563" cy="12942"/>
            </a:xfrm>
            <a:custGeom>
              <a:avLst/>
              <a:gdLst/>
              <a:ahLst/>
              <a:cxnLst/>
              <a:rect l="l" t="t" r="r" b="b"/>
              <a:pathLst>
                <a:path w="4588" h="728" extrusionOk="0">
                  <a:moveTo>
                    <a:pt x="4487" y="0"/>
                  </a:moveTo>
                  <a:lnTo>
                    <a:pt x="4587" y="351"/>
                  </a:lnTo>
                  <a:cubicBezTo>
                    <a:pt x="3986" y="527"/>
                    <a:pt x="3234" y="652"/>
                    <a:pt x="2382" y="702"/>
                  </a:cubicBezTo>
                  <a:cubicBezTo>
                    <a:pt x="1555" y="727"/>
                    <a:pt x="778" y="677"/>
                    <a:pt x="101" y="577"/>
                  </a:cubicBezTo>
                  <a:lnTo>
                    <a:pt x="1" y="226"/>
                  </a:lnTo>
                  <a:cubicBezTo>
                    <a:pt x="678" y="326"/>
                    <a:pt x="1454" y="376"/>
                    <a:pt x="2307" y="351"/>
                  </a:cubicBezTo>
                  <a:cubicBezTo>
                    <a:pt x="3134" y="301"/>
                    <a:pt x="3886" y="176"/>
                    <a:pt x="4487" y="0"/>
                  </a:cubicBezTo>
                  <a:lnTo>
                    <a:pt x="4487" y="0"/>
                  </a:lnTo>
                  <a:close/>
                </a:path>
              </a:pathLst>
            </a:custGeom>
            <a:solidFill>
              <a:srgbClr val="291A1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2" name="Google Shape;26581;p127">
              <a:extLst>
                <a:ext uri="{FF2B5EF4-FFF2-40B4-BE49-F238E27FC236}">
                  <a16:creationId xmlns:a16="http://schemas.microsoft.com/office/drawing/2014/main" id="{394B3A15-2DE9-A4A0-A8C4-438A3A938707}"/>
                </a:ext>
              </a:extLst>
            </p:cNvPr>
            <p:cNvSpPr/>
            <p:nvPr/>
          </p:nvSpPr>
          <p:spPr>
            <a:xfrm>
              <a:off x="5752438" y="1610247"/>
              <a:ext cx="80674" cy="12498"/>
            </a:xfrm>
            <a:custGeom>
              <a:avLst/>
              <a:gdLst/>
              <a:ahLst/>
              <a:cxnLst/>
              <a:rect l="l" t="t" r="r" b="b"/>
              <a:pathLst>
                <a:path w="4538" h="703" extrusionOk="0">
                  <a:moveTo>
                    <a:pt x="4462" y="1"/>
                  </a:moveTo>
                  <a:lnTo>
                    <a:pt x="4537" y="326"/>
                  </a:lnTo>
                  <a:cubicBezTo>
                    <a:pt x="3961" y="502"/>
                    <a:pt x="3209" y="627"/>
                    <a:pt x="2382" y="677"/>
                  </a:cubicBezTo>
                  <a:cubicBezTo>
                    <a:pt x="1530" y="702"/>
                    <a:pt x="753" y="677"/>
                    <a:pt x="76" y="552"/>
                  </a:cubicBezTo>
                  <a:lnTo>
                    <a:pt x="1" y="201"/>
                  </a:lnTo>
                  <a:cubicBezTo>
                    <a:pt x="653" y="301"/>
                    <a:pt x="1430" y="352"/>
                    <a:pt x="2257" y="326"/>
                  </a:cubicBezTo>
                  <a:cubicBezTo>
                    <a:pt x="3109" y="276"/>
                    <a:pt x="3886" y="151"/>
                    <a:pt x="4462" y="1"/>
                  </a:cubicBezTo>
                  <a:lnTo>
                    <a:pt x="4462" y="1"/>
                  </a:lnTo>
                </a:path>
              </a:pathLst>
            </a:custGeom>
            <a:solidFill>
              <a:srgbClr val="291A1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3" name="Google Shape;26582;p127">
              <a:extLst>
                <a:ext uri="{FF2B5EF4-FFF2-40B4-BE49-F238E27FC236}">
                  <a16:creationId xmlns:a16="http://schemas.microsoft.com/office/drawing/2014/main" id="{34833FF9-98FC-EFFD-23E6-AE1CC5B0AB1A}"/>
                </a:ext>
              </a:extLst>
            </p:cNvPr>
            <p:cNvSpPr/>
            <p:nvPr/>
          </p:nvSpPr>
          <p:spPr>
            <a:xfrm>
              <a:off x="5700317" y="2404631"/>
              <a:ext cx="420616" cy="115856"/>
            </a:xfrm>
            <a:custGeom>
              <a:avLst/>
              <a:gdLst/>
              <a:ahLst/>
              <a:cxnLst/>
              <a:rect l="l" t="t" r="r" b="b"/>
              <a:pathLst>
                <a:path w="23660" h="6517" extrusionOk="0">
                  <a:moveTo>
                    <a:pt x="11830" y="6517"/>
                  </a:moveTo>
                  <a:cubicBezTo>
                    <a:pt x="18347" y="6517"/>
                    <a:pt x="23660" y="5063"/>
                    <a:pt x="23660" y="3259"/>
                  </a:cubicBezTo>
                  <a:cubicBezTo>
                    <a:pt x="23660" y="1454"/>
                    <a:pt x="18347" y="1"/>
                    <a:pt x="11830" y="1"/>
                  </a:cubicBezTo>
                  <a:cubicBezTo>
                    <a:pt x="5314" y="1"/>
                    <a:pt x="1" y="1454"/>
                    <a:pt x="1" y="3259"/>
                  </a:cubicBezTo>
                  <a:cubicBezTo>
                    <a:pt x="1" y="5063"/>
                    <a:pt x="5314" y="6517"/>
                    <a:pt x="11830" y="6517"/>
                  </a:cubicBezTo>
                  <a:lnTo>
                    <a:pt x="11830" y="651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4" name="Google Shape;26583;p127">
              <a:extLst>
                <a:ext uri="{FF2B5EF4-FFF2-40B4-BE49-F238E27FC236}">
                  <a16:creationId xmlns:a16="http://schemas.microsoft.com/office/drawing/2014/main" id="{A25C5494-3758-3DC0-959C-204DC5AF92A7}"/>
                </a:ext>
              </a:extLst>
            </p:cNvPr>
            <p:cNvSpPr/>
            <p:nvPr/>
          </p:nvSpPr>
          <p:spPr>
            <a:xfrm>
              <a:off x="5868733" y="2235326"/>
              <a:ext cx="83785" cy="180033"/>
            </a:xfrm>
            <a:custGeom>
              <a:avLst/>
              <a:gdLst/>
              <a:ahLst/>
              <a:cxnLst/>
              <a:rect l="l" t="t" r="r" b="b"/>
              <a:pathLst>
                <a:path w="4713" h="10127" extrusionOk="0">
                  <a:moveTo>
                    <a:pt x="0" y="1"/>
                  </a:moveTo>
                  <a:lnTo>
                    <a:pt x="1253" y="9750"/>
                  </a:lnTo>
                  <a:lnTo>
                    <a:pt x="1228" y="10126"/>
                  </a:lnTo>
                  <a:lnTo>
                    <a:pt x="3509" y="10126"/>
                  </a:lnTo>
                  <a:lnTo>
                    <a:pt x="3459" y="9750"/>
                  </a:lnTo>
                  <a:lnTo>
                    <a:pt x="4712" y="1"/>
                  </a:lnTo>
                  <a:cubicBezTo>
                    <a:pt x="4687" y="151"/>
                    <a:pt x="25" y="15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5" name="Google Shape;26584;p127">
              <a:extLst>
                <a:ext uri="{FF2B5EF4-FFF2-40B4-BE49-F238E27FC236}">
                  <a16:creationId xmlns:a16="http://schemas.microsoft.com/office/drawing/2014/main" id="{95CBB479-0C3D-27B7-690D-B08FCB529F83}"/>
                </a:ext>
              </a:extLst>
            </p:cNvPr>
            <p:cNvSpPr/>
            <p:nvPr/>
          </p:nvSpPr>
          <p:spPr>
            <a:xfrm>
              <a:off x="5868733" y="2235326"/>
              <a:ext cx="83785" cy="75323"/>
            </a:xfrm>
            <a:custGeom>
              <a:avLst/>
              <a:gdLst/>
              <a:ahLst/>
              <a:cxnLst/>
              <a:rect l="l" t="t" r="r" b="b"/>
              <a:pathLst>
                <a:path w="4713" h="4237" extrusionOk="0">
                  <a:moveTo>
                    <a:pt x="0" y="1"/>
                  </a:moveTo>
                  <a:lnTo>
                    <a:pt x="527" y="4111"/>
                  </a:lnTo>
                  <a:cubicBezTo>
                    <a:pt x="1730" y="4211"/>
                    <a:pt x="2958" y="4236"/>
                    <a:pt x="4186" y="4186"/>
                  </a:cubicBezTo>
                  <a:lnTo>
                    <a:pt x="4712" y="1"/>
                  </a:lnTo>
                  <a:cubicBezTo>
                    <a:pt x="4687" y="151"/>
                    <a:pt x="25" y="15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6" name="Google Shape;26585;p127">
              <a:extLst>
                <a:ext uri="{FF2B5EF4-FFF2-40B4-BE49-F238E27FC236}">
                  <a16:creationId xmlns:a16="http://schemas.microsoft.com/office/drawing/2014/main" id="{A9C0B484-091B-61F9-C96D-8238F727FCB6}"/>
                </a:ext>
              </a:extLst>
            </p:cNvPr>
            <p:cNvSpPr/>
            <p:nvPr/>
          </p:nvSpPr>
          <p:spPr>
            <a:xfrm>
              <a:off x="5601852" y="1644556"/>
              <a:ext cx="636719" cy="700433"/>
            </a:xfrm>
            <a:custGeom>
              <a:avLst/>
              <a:gdLst/>
              <a:ahLst/>
              <a:cxnLst/>
              <a:rect l="l" t="t" r="r" b="b"/>
              <a:pathLst>
                <a:path w="35816" h="39400" extrusionOk="0">
                  <a:moveTo>
                    <a:pt x="3008" y="1"/>
                  </a:moveTo>
                  <a:cubicBezTo>
                    <a:pt x="3008" y="1"/>
                    <a:pt x="4687" y="2457"/>
                    <a:pt x="4687" y="7294"/>
                  </a:cubicBezTo>
                  <a:cubicBezTo>
                    <a:pt x="4687" y="11229"/>
                    <a:pt x="1" y="19048"/>
                    <a:pt x="226" y="25439"/>
                  </a:cubicBezTo>
                  <a:cubicBezTo>
                    <a:pt x="702" y="39349"/>
                    <a:pt x="35214" y="39399"/>
                    <a:pt x="35640" y="25364"/>
                  </a:cubicBezTo>
                  <a:cubicBezTo>
                    <a:pt x="35815" y="18998"/>
                    <a:pt x="31179" y="11229"/>
                    <a:pt x="31179" y="7294"/>
                  </a:cubicBezTo>
                  <a:cubicBezTo>
                    <a:pt x="31179" y="2457"/>
                    <a:pt x="32858" y="1"/>
                    <a:pt x="32858" y="1"/>
                  </a:cubicBezTo>
                  <a:lnTo>
                    <a:pt x="300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7" name="Google Shape;26586;p127">
              <a:extLst>
                <a:ext uri="{FF2B5EF4-FFF2-40B4-BE49-F238E27FC236}">
                  <a16:creationId xmlns:a16="http://schemas.microsoft.com/office/drawing/2014/main" id="{504CEEB9-85F4-4B70-289A-D6133A2EDBE5}"/>
                </a:ext>
              </a:extLst>
            </p:cNvPr>
            <p:cNvSpPr/>
            <p:nvPr/>
          </p:nvSpPr>
          <p:spPr>
            <a:xfrm>
              <a:off x="5622349" y="1662386"/>
              <a:ext cx="596613" cy="602391"/>
            </a:xfrm>
            <a:custGeom>
              <a:avLst/>
              <a:gdLst/>
              <a:ahLst/>
              <a:cxnLst/>
              <a:rect l="l" t="t" r="r" b="b"/>
              <a:pathLst>
                <a:path w="33560" h="33885" extrusionOk="0">
                  <a:moveTo>
                    <a:pt x="3459" y="0"/>
                  </a:moveTo>
                  <a:cubicBezTo>
                    <a:pt x="3534" y="175"/>
                    <a:pt x="3585" y="351"/>
                    <a:pt x="3660" y="526"/>
                  </a:cubicBezTo>
                  <a:cubicBezTo>
                    <a:pt x="4286" y="2356"/>
                    <a:pt x="4537" y="4361"/>
                    <a:pt x="4537" y="6291"/>
                  </a:cubicBezTo>
                  <a:cubicBezTo>
                    <a:pt x="4537" y="7920"/>
                    <a:pt x="3885" y="9900"/>
                    <a:pt x="3334" y="11454"/>
                  </a:cubicBezTo>
                  <a:cubicBezTo>
                    <a:pt x="2632" y="13509"/>
                    <a:pt x="1855" y="15539"/>
                    <a:pt x="1229" y="17594"/>
                  </a:cubicBezTo>
                  <a:cubicBezTo>
                    <a:pt x="552" y="19750"/>
                    <a:pt x="1" y="22156"/>
                    <a:pt x="51" y="24411"/>
                  </a:cubicBezTo>
                  <a:cubicBezTo>
                    <a:pt x="101" y="25389"/>
                    <a:pt x="326" y="26316"/>
                    <a:pt x="752" y="27193"/>
                  </a:cubicBezTo>
                  <a:cubicBezTo>
                    <a:pt x="1930" y="29599"/>
                    <a:pt x="4437" y="31178"/>
                    <a:pt x="6843" y="32131"/>
                  </a:cubicBezTo>
                  <a:cubicBezTo>
                    <a:pt x="9925" y="33384"/>
                    <a:pt x="13459" y="33885"/>
                    <a:pt x="16768" y="33885"/>
                  </a:cubicBezTo>
                  <a:cubicBezTo>
                    <a:pt x="20051" y="33885"/>
                    <a:pt x="23585" y="33384"/>
                    <a:pt x="26667" y="32156"/>
                  </a:cubicBezTo>
                  <a:cubicBezTo>
                    <a:pt x="29073" y="31203"/>
                    <a:pt x="31580" y="29624"/>
                    <a:pt x="32758" y="27218"/>
                  </a:cubicBezTo>
                  <a:cubicBezTo>
                    <a:pt x="33209" y="26316"/>
                    <a:pt x="33459" y="25339"/>
                    <a:pt x="33485" y="24336"/>
                  </a:cubicBezTo>
                  <a:cubicBezTo>
                    <a:pt x="33560" y="22080"/>
                    <a:pt x="32983" y="19724"/>
                    <a:pt x="32332" y="17594"/>
                  </a:cubicBezTo>
                  <a:cubicBezTo>
                    <a:pt x="31705" y="15514"/>
                    <a:pt x="30928" y="13509"/>
                    <a:pt x="30226" y="11454"/>
                  </a:cubicBezTo>
                  <a:cubicBezTo>
                    <a:pt x="29700" y="9900"/>
                    <a:pt x="29048" y="7920"/>
                    <a:pt x="29048" y="6291"/>
                  </a:cubicBezTo>
                  <a:cubicBezTo>
                    <a:pt x="29048" y="4361"/>
                    <a:pt x="29274" y="2356"/>
                    <a:pt x="29926" y="526"/>
                  </a:cubicBezTo>
                  <a:cubicBezTo>
                    <a:pt x="29976" y="351"/>
                    <a:pt x="30051" y="175"/>
                    <a:pt x="30126" y="0"/>
                  </a:cubicBezTo>
                  <a:lnTo>
                    <a:pt x="3459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8" name="Google Shape;26587;p127">
              <a:extLst>
                <a:ext uri="{FF2B5EF4-FFF2-40B4-BE49-F238E27FC236}">
                  <a16:creationId xmlns:a16="http://schemas.microsoft.com/office/drawing/2014/main" id="{BA8550B1-E539-2490-F0CD-1F4EAE583064}"/>
                </a:ext>
              </a:extLst>
            </p:cNvPr>
            <p:cNvSpPr/>
            <p:nvPr/>
          </p:nvSpPr>
          <p:spPr>
            <a:xfrm>
              <a:off x="5622793" y="1976925"/>
              <a:ext cx="595280" cy="221899"/>
            </a:xfrm>
            <a:custGeom>
              <a:avLst/>
              <a:gdLst/>
              <a:ahLst/>
              <a:cxnLst/>
              <a:rect l="l" t="t" r="r" b="b"/>
              <a:pathLst>
                <a:path w="33485" h="12482" extrusionOk="0">
                  <a:moveTo>
                    <a:pt x="402" y="3008"/>
                  </a:moveTo>
                  <a:cubicBezTo>
                    <a:pt x="151" y="4236"/>
                    <a:pt x="1" y="5489"/>
                    <a:pt x="26" y="6717"/>
                  </a:cubicBezTo>
                  <a:cubicBezTo>
                    <a:pt x="51" y="7444"/>
                    <a:pt x="201" y="8171"/>
                    <a:pt x="452" y="8848"/>
                  </a:cubicBezTo>
                  <a:lnTo>
                    <a:pt x="477" y="8848"/>
                  </a:lnTo>
                  <a:lnTo>
                    <a:pt x="4537" y="9524"/>
                  </a:lnTo>
                  <a:cubicBezTo>
                    <a:pt x="5189" y="9650"/>
                    <a:pt x="5840" y="9198"/>
                    <a:pt x="5966" y="8522"/>
                  </a:cubicBezTo>
                  <a:lnTo>
                    <a:pt x="6166" y="7294"/>
                  </a:lnTo>
                  <a:lnTo>
                    <a:pt x="6918" y="10351"/>
                  </a:lnTo>
                  <a:cubicBezTo>
                    <a:pt x="7169" y="11429"/>
                    <a:pt x="8271" y="12106"/>
                    <a:pt x="9349" y="11830"/>
                  </a:cubicBezTo>
                  <a:lnTo>
                    <a:pt x="15840" y="10251"/>
                  </a:lnTo>
                  <a:cubicBezTo>
                    <a:pt x="16241" y="10151"/>
                    <a:pt x="16592" y="9950"/>
                    <a:pt x="16868" y="9650"/>
                  </a:cubicBezTo>
                  <a:lnTo>
                    <a:pt x="21755" y="10051"/>
                  </a:lnTo>
                  <a:lnTo>
                    <a:pt x="22056" y="11178"/>
                  </a:lnTo>
                  <a:cubicBezTo>
                    <a:pt x="22281" y="12005"/>
                    <a:pt x="23134" y="12482"/>
                    <a:pt x="23961" y="12281"/>
                  </a:cubicBezTo>
                  <a:lnTo>
                    <a:pt x="28923" y="10978"/>
                  </a:lnTo>
                  <a:cubicBezTo>
                    <a:pt x="29750" y="10777"/>
                    <a:pt x="30251" y="9900"/>
                    <a:pt x="30051" y="9073"/>
                  </a:cubicBezTo>
                  <a:lnTo>
                    <a:pt x="30026" y="8973"/>
                  </a:lnTo>
                  <a:cubicBezTo>
                    <a:pt x="30176" y="9023"/>
                    <a:pt x="30352" y="9023"/>
                    <a:pt x="30527" y="8973"/>
                  </a:cubicBezTo>
                  <a:lnTo>
                    <a:pt x="33234" y="8271"/>
                  </a:lnTo>
                  <a:cubicBezTo>
                    <a:pt x="33359" y="7745"/>
                    <a:pt x="33434" y="7193"/>
                    <a:pt x="33460" y="6642"/>
                  </a:cubicBezTo>
                  <a:cubicBezTo>
                    <a:pt x="33485" y="5539"/>
                    <a:pt x="33359" y="4386"/>
                    <a:pt x="33159" y="3259"/>
                  </a:cubicBezTo>
                  <a:cubicBezTo>
                    <a:pt x="32933" y="3158"/>
                    <a:pt x="32683" y="3108"/>
                    <a:pt x="32432" y="3183"/>
                  </a:cubicBezTo>
                  <a:lnTo>
                    <a:pt x="29224" y="4010"/>
                  </a:lnTo>
                  <a:cubicBezTo>
                    <a:pt x="29048" y="4061"/>
                    <a:pt x="28898" y="4136"/>
                    <a:pt x="28773" y="4261"/>
                  </a:cubicBezTo>
                  <a:cubicBezTo>
                    <a:pt x="28497" y="3534"/>
                    <a:pt x="27720" y="3108"/>
                    <a:pt x="26918" y="3309"/>
                  </a:cubicBezTo>
                  <a:lnTo>
                    <a:pt x="23961" y="4086"/>
                  </a:lnTo>
                  <a:lnTo>
                    <a:pt x="23986" y="3810"/>
                  </a:lnTo>
                  <a:cubicBezTo>
                    <a:pt x="24061" y="2958"/>
                    <a:pt x="23409" y="2206"/>
                    <a:pt x="22557" y="2156"/>
                  </a:cubicBezTo>
                  <a:lnTo>
                    <a:pt x="17419" y="1755"/>
                  </a:lnTo>
                  <a:cubicBezTo>
                    <a:pt x="16843" y="1705"/>
                    <a:pt x="16342" y="1955"/>
                    <a:pt x="16016" y="2406"/>
                  </a:cubicBezTo>
                  <a:lnTo>
                    <a:pt x="15865" y="1755"/>
                  </a:lnTo>
                  <a:cubicBezTo>
                    <a:pt x="15590" y="652"/>
                    <a:pt x="14487" y="0"/>
                    <a:pt x="13409" y="251"/>
                  </a:cubicBezTo>
                  <a:lnTo>
                    <a:pt x="6918" y="1830"/>
                  </a:lnTo>
                  <a:cubicBezTo>
                    <a:pt x="6191" y="2005"/>
                    <a:pt x="5640" y="2582"/>
                    <a:pt x="5439" y="3259"/>
                  </a:cubicBezTo>
                  <a:lnTo>
                    <a:pt x="1530" y="2607"/>
                  </a:lnTo>
                  <a:cubicBezTo>
                    <a:pt x="1103" y="2532"/>
                    <a:pt x="677" y="2682"/>
                    <a:pt x="402" y="3008"/>
                  </a:cubicBezTo>
                  <a:lnTo>
                    <a:pt x="402" y="3008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9" name="Google Shape;26588;p127">
              <a:extLst>
                <a:ext uri="{FF2B5EF4-FFF2-40B4-BE49-F238E27FC236}">
                  <a16:creationId xmlns:a16="http://schemas.microsoft.com/office/drawing/2014/main" id="{0D28A937-EB55-BD71-4D9E-955AF7A95F6A}"/>
                </a:ext>
              </a:extLst>
            </p:cNvPr>
            <p:cNvSpPr/>
            <p:nvPr/>
          </p:nvSpPr>
          <p:spPr>
            <a:xfrm>
              <a:off x="5683838" y="1662386"/>
              <a:ext cx="474090" cy="191606"/>
            </a:xfrm>
            <a:custGeom>
              <a:avLst/>
              <a:gdLst/>
              <a:ahLst/>
              <a:cxnLst/>
              <a:rect l="l" t="t" r="r" b="b"/>
              <a:pathLst>
                <a:path w="26668" h="10778" extrusionOk="0">
                  <a:moveTo>
                    <a:pt x="0" y="0"/>
                  </a:moveTo>
                  <a:cubicBezTo>
                    <a:pt x="75" y="175"/>
                    <a:pt x="126" y="351"/>
                    <a:pt x="201" y="526"/>
                  </a:cubicBezTo>
                  <a:cubicBezTo>
                    <a:pt x="827" y="2356"/>
                    <a:pt x="1078" y="4361"/>
                    <a:pt x="1078" y="6291"/>
                  </a:cubicBezTo>
                  <a:cubicBezTo>
                    <a:pt x="1078" y="6842"/>
                    <a:pt x="1003" y="7469"/>
                    <a:pt x="877" y="8070"/>
                  </a:cubicBezTo>
                  <a:lnTo>
                    <a:pt x="877" y="8070"/>
                  </a:lnTo>
                  <a:lnTo>
                    <a:pt x="877" y="8095"/>
                  </a:lnTo>
                  <a:lnTo>
                    <a:pt x="877" y="8095"/>
                  </a:lnTo>
                  <a:lnTo>
                    <a:pt x="877" y="8095"/>
                  </a:lnTo>
                  <a:lnTo>
                    <a:pt x="877" y="8120"/>
                  </a:lnTo>
                  <a:lnTo>
                    <a:pt x="852" y="8170"/>
                  </a:lnTo>
                  <a:lnTo>
                    <a:pt x="852" y="8170"/>
                  </a:lnTo>
                  <a:lnTo>
                    <a:pt x="852" y="8196"/>
                  </a:lnTo>
                  <a:lnTo>
                    <a:pt x="852" y="8196"/>
                  </a:lnTo>
                  <a:lnTo>
                    <a:pt x="852" y="8196"/>
                  </a:lnTo>
                  <a:lnTo>
                    <a:pt x="852" y="8196"/>
                  </a:lnTo>
                  <a:lnTo>
                    <a:pt x="852" y="8221"/>
                  </a:lnTo>
                  <a:lnTo>
                    <a:pt x="852" y="8221"/>
                  </a:lnTo>
                  <a:lnTo>
                    <a:pt x="852" y="8246"/>
                  </a:lnTo>
                  <a:lnTo>
                    <a:pt x="852" y="8246"/>
                  </a:lnTo>
                  <a:lnTo>
                    <a:pt x="852" y="8246"/>
                  </a:lnTo>
                  <a:lnTo>
                    <a:pt x="827" y="8246"/>
                  </a:lnTo>
                  <a:lnTo>
                    <a:pt x="827" y="8271"/>
                  </a:lnTo>
                  <a:lnTo>
                    <a:pt x="827" y="8271"/>
                  </a:lnTo>
                  <a:lnTo>
                    <a:pt x="827" y="8271"/>
                  </a:lnTo>
                  <a:lnTo>
                    <a:pt x="827" y="8296"/>
                  </a:lnTo>
                  <a:lnTo>
                    <a:pt x="827" y="8296"/>
                  </a:lnTo>
                  <a:lnTo>
                    <a:pt x="827" y="8296"/>
                  </a:lnTo>
                  <a:lnTo>
                    <a:pt x="827" y="8296"/>
                  </a:lnTo>
                  <a:lnTo>
                    <a:pt x="827" y="8321"/>
                  </a:lnTo>
                  <a:lnTo>
                    <a:pt x="827" y="8321"/>
                  </a:lnTo>
                  <a:lnTo>
                    <a:pt x="827" y="8321"/>
                  </a:lnTo>
                  <a:lnTo>
                    <a:pt x="827" y="8346"/>
                  </a:lnTo>
                  <a:lnTo>
                    <a:pt x="827" y="8346"/>
                  </a:lnTo>
                  <a:lnTo>
                    <a:pt x="827" y="8346"/>
                  </a:lnTo>
                  <a:lnTo>
                    <a:pt x="802" y="8346"/>
                  </a:lnTo>
                  <a:lnTo>
                    <a:pt x="802" y="8371"/>
                  </a:lnTo>
                  <a:lnTo>
                    <a:pt x="802" y="8371"/>
                  </a:lnTo>
                  <a:lnTo>
                    <a:pt x="802" y="8396"/>
                  </a:lnTo>
                  <a:lnTo>
                    <a:pt x="802" y="8396"/>
                  </a:lnTo>
                  <a:lnTo>
                    <a:pt x="802" y="8396"/>
                  </a:lnTo>
                  <a:lnTo>
                    <a:pt x="802" y="8396"/>
                  </a:lnTo>
                  <a:lnTo>
                    <a:pt x="802" y="8421"/>
                  </a:lnTo>
                  <a:lnTo>
                    <a:pt x="802" y="8421"/>
                  </a:lnTo>
                  <a:lnTo>
                    <a:pt x="802" y="8421"/>
                  </a:lnTo>
                  <a:lnTo>
                    <a:pt x="802" y="8421"/>
                  </a:lnTo>
                  <a:lnTo>
                    <a:pt x="802" y="8446"/>
                  </a:lnTo>
                  <a:lnTo>
                    <a:pt x="802" y="8446"/>
                  </a:lnTo>
                  <a:lnTo>
                    <a:pt x="802" y="8446"/>
                  </a:lnTo>
                  <a:lnTo>
                    <a:pt x="777" y="8471"/>
                  </a:lnTo>
                  <a:lnTo>
                    <a:pt x="777" y="8471"/>
                  </a:lnTo>
                  <a:lnTo>
                    <a:pt x="777" y="8471"/>
                  </a:lnTo>
                  <a:lnTo>
                    <a:pt x="777" y="8496"/>
                  </a:lnTo>
                  <a:lnTo>
                    <a:pt x="777" y="8496"/>
                  </a:lnTo>
                  <a:lnTo>
                    <a:pt x="777" y="8496"/>
                  </a:lnTo>
                  <a:lnTo>
                    <a:pt x="777" y="8496"/>
                  </a:lnTo>
                  <a:lnTo>
                    <a:pt x="777" y="8496"/>
                  </a:lnTo>
                  <a:lnTo>
                    <a:pt x="777" y="8496"/>
                  </a:lnTo>
                  <a:lnTo>
                    <a:pt x="777" y="8521"/>
                  </a:lnTo>
                  <a:lnTo>
                    <a:pt x="777" y="8521"/>
                  </a:lnTo>
                  <a:lnTo>
                    <a:pt x="777" y="8521"/>
                  </a:lnTo>
                  <a:lnTo>
                    <a:pt x="777" y="8546"/>
                  </a:lnTo>
                  <a:lnTo>
                    <a:pt x="777" y="8546"/>
                  </a:lnTo>
                  <a:lnTo>
                    <a:pt x="777" y="8546"/>
                  </a:lnTo>
                  <a:lnTo>
                    <a:pt x="752" y="8572"/>
                  </a:lnTo>
                  <a:lnTo>
                    <a:pt x="752" y="8572"/>
                  </a:lnTo>
                  <a:lnTo>
                    <a:pt x="752" y="8572"/>
                  </a:lnTo>
                  <a:lnTo>
                    <a:pt x="752" y="8572"/>
                  </a:lnTo>
                  <a:lnTo>
                    <a:pt x="752" y="8597"/>
                  </a:lnTo>
                  <a:lnTo>
                    <a:pt x="752" y="8597"/>
                  </a:lnTo>
                  <a:lnTo>
                    <a:pt x="752" y="8597"/>
                  </a:lnTo>
                  <a:lnTo>
                    <a:pt x="752" y="8622"/>
                  </a:lnTo>
                  <a:lnTo>
                    <a:pt x="752" y="8622"/>
                  </a:lnTo>
                  <a:cubicBezTo>
                    <a:pt x="903" y="8998"/>
                    <a:pt x="1178" y="9399"/>
                    <a:pt x="1679" y="9474"/>
                  </a:cubicBezTo>
                  <a:cubicBezTo>
                    <a:pt x="2231" y="9524"/>
                    <a:pt x="2707" y="9298"/>
                    <a:pt x="3208" y="9198"/>
                  </a:cubicBezTo>
                  <a:cubicBezTo>
                    <a:pt x="3534" y="9273"/>
                    <a:pt x="3885" y="9348"/>
                    <a:pt x="4211" y="9399"/>
                  </a:cubicBezTo>
                  <a:lnTo>
                    <a:pt x="4211" y="9399"/>
                  </a:lnTo>
                  <a:cubicBezTo>
                    <a:pt x="5088" y="9975"/>
                    <a:pt x="4988" y="10276"/>
                    <a:pt x="5890" y="10276"/>
                  </a:cubicBezTo>
                  <a:cubicBezTo>
                    <a:pt x="6792" y="10276"/>
                    <a:pt x="7193" y="9775"/>
                    <a:pt x="8296" y="10075"/>
                  </a:cubicBezTo>
                  <a:cubicBezTo>
                    <a:pt x="9399" y="10376"/>
                    <a:pt x="9499" y="10476"/>
                    <a:pt x="10101" y="10476"/>
                  </a:cubicBezTo>
                  <a:cubicBezTo>
                    <a:pt x="10702" y="10476"/>
                    <a:pt x="10527" y="10150"/>
                    <a:pt x="11855" y="10150"/>
                  </a:cubicBezTo>
                  <a:lnTo>
                    <a:pt x="11855" y="10150"/>
                  </a:lnTo>
                  <a:lnTo>
                    <a:pt x="11930" y="10150"/>
                  </a:lnTo>
                  <a:cubicBezTo>
                    <a:pt x="13108" y="10201"/>
                    <a:pt x="12106" y="10627"/>
                    <a:pt x="14061" y="10526"/>
                  </a:cubicBezTo>
                  <a:cubicBezTo>
                    <a:pt x="15013" y="10476"/>
                    <a:pt x="15489" y="10251"/>
                    <a:pt x="15790" y="10100"/>
                  </a:cubicBezTo>
                  <a:cubicBezTo>
                    <a:pt x="16116" y="10100"/>
                    <a:pt x="16416" y="10075"/>
                    <a:pt x="16717" y="10050"/>
                  </a:cubicBezTo>
                  <a:lnTo>
                    <a:pt x="16717" y="10050"/>
                  </a:lnTo>
                  <a:cubicBezTo>
                    <a:pt x="17619" y="10577"/>
                    <a:pt x="19524" y="10777"/>
                    <a:pt x="20627" y="9975"/>
                  </a:cubicBezTo>
                  <a:cubicBezTo>
                    <a:pt x="20702" y="9900"/>
                    <a:pt x="22507" y="9975"/>
                    <a:pt x="23634" y="9775"/>
                  </a:cubicBezTo>
                  <a:cubicBezTo>
                    <a:pt x="24086" y="9699"/>
                    <a:pt x="24487" y="9298"/>
                    <a:pt x="24537" y="9273"/>
                  </a:cubicBezTo>
                  <a:cubicBezTo>
                    <a:pt x="25439" y="8872"/>
                    <a:pt x="25990" y="8973"/>
                    <a:pt x="25865" y="8521"/>
                  </a:cubicBezTo>
                  <a:lnTo>
                    <a:pt x="25865" y="8521"/>
                  </a:lnTo>
                  <a:lnTo>
                    <a:pt x="25865" y="8496"/>
                  </a:lnTo>
                  <a:lnTo>
                    <a:pt x="25865" y="8496"/>
                  </a:lnTo>
                  <a:lnTo>
                    <a:pt x="25865" y="8471"/>
                  </a:lnTo>
                  <a:lnTo>
                    <a:pt x="25865" y="8446"/>
                  </a:lnTo>
                  <a:lnTo>
                    <a:pt x="25865" y="8446"/>
                  </a:lnTo>
                  <a:lnTo>
                    <a:pt x="25840" y="8421"/>
                  </a:lnTo>
                  <a:lnTo>
                    <a:pt x="25840" y="8421"/>
                  </a:lnTo>
                  <a:lnTo>
                    <a:pt x="25840" y="8396"/>
                  </a:lnTo>
                  <a:lnTo>
                    <a:pt x="25840" y="8371"/>
                  </a:lnTo>
                  <a:lnTo>
                    <a:pt x="25840" y="8371"/>
                  </a:lnTo>
                  <a:lnTo>
                    <a:pt x="25840" y="8346"/>
                  </a:lnTo>
                  <a:lnTo>
                    <a:pt x="25815" y="8321"/>
                  </a:lnTo>
                  <a:lnTo>
                    <a:pt x="25815" y="8296"/>
                  </a:lnTo>
                  <a:lnTo>
                    <a:pt x="25815" y="8271"/>
                  </a:lnTo>
                  <a:lnTo>
                    <a:pt x="25815" y="8271"/>
                  </a:lnTo>
                  <a:lnTo>
                    <a:pt x="25815" y="8271"/>
                  </a:lnTo>
                  <a:lnTo>
                    <a:pt x="25815" y="8246"/>
                  </a:lnTo>
                  <a:lnTo>
                    <a:pt x="25815" y="8246"/>
                  </a:lnTo>
                  <a:lnTo>
                    <a:pt x="25815" y="8221"/>
                  </a:lnTo>
                  <a:lnTo>
                    <a:pt x="25815" y="8196"/>
                  </a:lnTo>
                  <a:lnTo>
                    <a:pt x="25815" y="8196"/>
                  </a:lnTo>
                  <a:lnTo>
                    <a:pt x="25815" y="8170"/>
                  </a:lnTo>
                  <a:lnTo>
                    <a:pt x="25790" y="8170"/>
                  </a:lnTo>
                  <a:lnTo>
                    <a:pt x="25790" y="8145"/>
                  </a:lnTo>
                  <a:lnTo>
                    <a:pt x="25790" y="8120"/>
                  </a:lnTo>
                  <a:lnTo>
                    <a:pt x="25790" y="8095"/>
                  </a:lnTo>
                  <a:lnTo>
                    <a:pt x="25790" y="8095"/>
                  </a:lnTo>
                  <a:lnTo>
                    <a:pt x="25790" y="8070"/>
                  </a:lnTo>
                  <a:lnTo>
                    <a:pt x="25790" y="8045"/>
                  </a:lnTo>
                  <a:lnTo>
                    <a:pt x="25790" y="8045"/>
                  </a:lnTo>
                  <a:lnTo>
                    <a:pt x="25765" y="8045"/>
                  </a:lnTo>
                  <a:lnTo>
                    <a:pt x="25765" y="8020"/>
                  </a:lnTo>
                  <a:lnTo>
                    <a:pt x="25765" y="8020"/>
                  </a:lnTo>
                  <a:lnTo>
                    <a:pt x="25765" y="7995"/>
                  </a:lnTo>
                  <a:lnTo>
                    <a:pt x="25765" y="7970"/>
                  </a:lnTo>
                  <a:lnTo>
                    <a:pt x="25765" y="7970"/>
                  </a:lnTo>
                  <a:lnTo>
                    <a:pt x="25765" y="7945"/>
                  </a:lnTo>
                  <a:lnTo>
                    <a:pt x="25765" y="7920"/>
                  </a:lnTo>
                  <a:lnTo>
                    <a:pt x="25740" y="7895"/>
                  </a:lnTo>
                  <a:lnTo>
                    <a:pt x="25740" y="7895"/>
                  </a:lnTo>
                  <a:lnTo>
                    <a:pt x="25740" y="7870"/>
                  </a:lnTo>
                  <a:lnTo>
                    <a:pt x="25740" y="7870"/>
                  </a:lnTo>
                  <a:lnTo>
                    <a:pt x="25740" y="7845"/>
                  </a:lnTo>
                  <a:lnTo>
                    <a:pt x="25740" y="7845"/>
                  </a:lnTo>
                  <a:lnTo>
                    <a:pt x="25740" y="7845"/>
                  </a:lnTo>
                  <a:lnTo>
                    <a:pt x="25740" y="7820"/>
                  </a:lnTo>
                  <a:lnTo>
                    <a:pt x="25740" y="7795"/>
                  </a:lnTo>
                  <a:lnTo>
                    <a:pt x="25715" y="7795"/>
                  </a:lnTo>
                  <a:lnTo>
                    <a:pt x="25715" y="7769"/>
                  </a:lnTo>
                  <a:lnTo>
                    <a:pt x="25715" y="7769"/>
                  </a:lnTo>
                  <a:lnTo>
                    <a:pt x="25715" y="7719"/>
                  </a:lnTo>
                  <a:lnTo>
                    <a:pt x="25715" y="7719"/>
                  </a:lnTo>
                  <a:lnTo>
                    <a:pt x="25715" y="7694"/>
                  </a:lnTo>
                  <a:lnTo>
                    <a:pt x="25715" y="7694"/>
                  </a:lnTo>
                  <a:lnTo>
                    <a:pt x="25715" y="7669"/>
                  </a:lnTo>
                  <a:lnTo>
                    <a:pt x="25715" y="7644"/>
                  </a:lnTo>
                  <a:lnTo>
                    <a:pt x="25690" y="7644"/>
                  </a:lnTo>
                  <a:lnTo>
                    <a:pt x="25690" y="7619"/>
                  </a:lnTo>
                  <a:lnTo>
                    <a:pt x="25690" y="7619"/>
                  </a:lnTo>
                  <a:lnTo>
                    <a:pt x="25690" y="7619"/>
                  </a:lnTo>
                  <a:lnTo>
                    <a:pt x="25690" y="7594"/>
                  </a:lnTo>
                  <a:lnTo>
                    <a:pt x="25690" y="7594"/>
                  </a:lnTo>
                  <a:lnTo>
                    <a:pt x="25690" y="7569"/>
                  </a:lnTo>
                  <a:lnTo>
                    <a:pt x="25690" y="7544"/>
                  </a:lnTo>
                  <a:lnTo>
                    <a:pt x="25690" y="7519"/>
                  </a:lnTo>
                  <a:lnTo>
                    <a:pt x="25690" y="7519"/>
                  </a:lnTo>
                  <a:lnTo>
                    <a:pt x="25665" y="7494"/>
                  </a:lnTo>
                  <a:lnTo>
                    <a:pt x="25665" y="7469"/>
                  </a:lnTo>
                  <a:lnTo>
                    <a:pt x="25665" y="7469"/>
                  </a:lnTo>
                  <a:lnTo>
                    <a:pt x="25665" y="7444"/>
                  </a:lnTo>
                  <a:lnTo>
                    <a:pt x="25665" y="7444"/>
                  </a:lnTo>
                  <a:lnTo>
                    <a:pt x="25665" y="7419"/>
                  </a:lnTo>
                  <a:lnTo>
                    <a:pt x="25665" y="7419"/>
                  </a:lnTo>
                  <a:lnTo>
                    <a:pt x="25665" y="7419"/>
                  </a:lnTo>
                  <a:lnTo>
                    <a:pt x="25665" y="7394"/>
                  </a:lnTo>
                  <a:lnTo>
                    <a:pt x="25665" y="7368"/>
                  </a:lnTo>
                  <a:lnTo>
                    <a:pt x="25665" y="7368"/>
                  </a:lnTo>
                  <a:lnTo>
                    <a:pt x="25640" y="7343"/>
                  </a:lnTo>
                  <a:lnTo>
                    <a:pt x="25640" y="7343"/>
                  </a:lnTo>
                  <a:lnTo>
                    <a:pt x="25640" y="7318"/>
                  </a:lnTo>
                  <a:lnTo>
                    <a:pt x="25640" y="7268"/>
                  </a:lnTo>
                  <a:lnTo>
                    <a:pt x="25640" y="7268"/>
                  </a:lnTo>
                  <a:lnTo>
                    <a:pt x="25640" y="7243"/>
                  </a:lnTo>
                  <a:lnTo>
                    <a:pt x="25640" y="7243"/>
                  </a:lnTo>
                  <a:lnTo>
                    <a:pt x="25640" y="7218"/>
                  </a:lnTo>
                  <a:lnTo>
                    <a:pt x="25640" y="7193"/>
                  </a:lnTo>
                  <a:lnTo>
                    <a:pt x="25640" y="7193"/>
                  </a:lnTo>
                  <a:lnTo>
                    <a:pt x="25640" y="7193"/>
                  </a:lnTo>
                  <a:lnTo>
                    <a:pt x="25640" y="7168"/>
                  </a:lnTo>
                  <a:lnTo>
                    <a:pt x="25614" y="7168"/>
                  </a:lnTo>
                  <a:lnTo>
                    <a:pt x="25614" y="7143"/>
                  </a:lnTo>
                  <a:lnTo>
                    <a:pt x="25614" y="7143"/>
                  </a:lnTo>
                  <a:lnTo>
                    <a:pt x="25614" y="7118"/>
                  </a:lnTo>
                  <a:lnTo>
                    <a:pt x="25614" y="7093"/>
                  </a:lnTo>
                  <a:lnTo>
                    <a:pt x="25614" y="7093"/>
                  </a:lnTo>
                  <a:lnTo>
                    <a:pt x="25614" y="7068"/>
                  </a:lnTo>
                  <a:lnTo>
                    <a:pt x="25614" y="7068"/>
                  </a:lnTo>
                  <a:lnTo>
                    <a:pt x="25614" y="7043"/>
                  </a:lnTo>
                  <a:lnTo>
                    <a:pt x="25614" y="7018"/>
                  </a:lnTo>
                  <a:lnTo>
                    <a:pt x="25614" y="7018"/>
                  </a:lnTo>
                  <a:lnTo>
                    <a:pt x="25614" y="6993"/>
                  </a:lnTo>
                  <a:lnTo>
                    <a:pt x="25614" y="6993"/>
                  </a:lnTo>
                  <a:lnTo>
                    <a:pt x="25614" y="6967"/>
                  </a:lnTo>
                  <a:lnTo>
                    <a:pt x="25614" y="6967"/>
                  </a:lnTo>
                  <a:lnTo>
                    <a:pt x="25614" y="6942"/>
                  </a:lnTo>
                  <a:lnTo>
                    <a:pt x="25589" y="6917"/>
                  </a:lnTo>
                  <a:lnTo>
                    <a:pt x="25589" y="6917"/>
                  </a:lnTo>
                  <a:cubicBezTo>
                    <a:pt x="25589" y="6692"/>
                    <a:pt x="25589" y="6491"/>
                    <a:pt x="25589" y="6291"/>
                  </a:cubicBezTo>
                  <a:cubicBezTo>
                    <a:pt x="25589" y="4361"/>
                    <a:pt x="25815" y="2356"/>
                    <a:pt x="26467" y="526"/>
                  </a:cubicBezTo>
                  <a:cubicBezTo>
                    <a:pt x="26517" y="351"/>
                    <a:pt x="26592" y="175"/>
                    <a:pt x="26667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0" name="Google Shape;26589;p127">
              <a:extLst>
                <a:ext uri="{FF2B5EF4-FFF2-40B4-BE49-F238E27FC236}">
                  <a16:creationId xmlns:a16="http://schemas.microsoft.com/office/drawing/2014/main" id="{CF2929AF-2563-88E5-BA59-537DAB93F856}"/>
                </a:ext>
              </a:extLst>
            </p:cNvPr>
            <p:cNvSpPr/>
            <p:nvPr/>
          </p:nvSpPr>
          <p:spPr>
            <a:xfrm>
              <a:off x="5697206" y="1811638"/>
              <a:ext cx="448686" cy="45457"/>
            </a:xfrm>
            <a:custGeom>
              <a:avLst/>
              <a:gdLst/>
              <a:ahLst/>
              <a:cxnLst/>
              <a:rect l="l" t="t" r="r" b="b"/>
              <a:pathLst>
                <a:path w="25239" h="2557" extrusionOk="0">
                  <a:moveTo>
                    <a:pt x="100" y="25"/>
                  </a:moveTo>
                  <a:lnTo>
                    <a:pt x="100" y="25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5" y="75"/>
                  </a:lnTo>
                  <a:lnTo>
                    <a:pt x="75" y="75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25"/>
                  </a:lnTo>
                  <a:lnTo>
                    <a:pt x="75" y="125"/>
                  </a:lnTo>
                  <a:lnTo>
                    <a:pt x="75" y="125"/>
                  </a:lnTo>
                  <a:lnTo>
                    <a:pt x="75" y="125"/>
                  </a:lnTo>
                  <a:lnTo>
                    <a:pt x="50" y="150"/>
                  </a:lnTo>
                  <a:lnTo>
                    <a:pt x="50" y="150"/>
                  </a:lnTo>
                  <a:lnTo>
                    <a:pt x="50" y="150"/>
                  </a:lnTo>
                  <a:lnTo>
                    <a:pt x="50" y="176"/>
                  </a:lnTo>
                  <a:lnTo>
                    <a:pt x="50" y="176"/>
                  </a:lnTo>
                  <a:lnTo>
                    <a:pt x="50" y="176"/>
                  </a:lnTo>
                  <a:lnTo>
                    <a:pt x="50" y="201"/>
                  </a:lnTo>
                  <a:lnTo>
                    <a:pt x="50" y="201"/>
                  </a:lnTo>
                  <a:lnTo>
                    <a:pt x="50" y="201"/>
                  </a:lnTo>
                  <a:lnTo>
                    <a:pt x="50" y="201"/>
                  </a:lnTo>
                  <a:lnTo>
                    <a:pt x="50" y="226"/>
                  </a:lnTo>
                  <a:lnTo>
                    <a:pt x="50" y="226"/>
                  </a:lnTo>
                  <a:lnTo>
                    <a:pt x="50" y="226"/>
                  </a:lnTo>
                  <a:lnTo>
                    <a:pt x="50" y="251"/>
                  </a:lnTo>
                  <a:lnTo>
                    <a:pt x="25" y="251"/>
                  </a:lnTo>
                  <a:lnTo>
                    <a:pt x="25" y="251"/>
                  </a:lnTo>
                  <a:lnTo>
                    <a:pt x="25" y="251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301"/>
                  </a:lnTo>
                  <a:lnTo>
                    <a:pt x="25" y="301"/>
                  </a:lnTo>
                  <a:lnTo>
                    <a:pt x="25" y="301"/>
                  </a:lnTo>
                  <a:lnTo>
                    <a:pt x="25" y="301"/>
                  </a:lnTo>
                  <a:lnTo>
                    <a:pt x="25" y="301"/>
                  </a:lnTo>
                  <a:lnTo>
                    <a:pt x="25" y="301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51"/>
                  </a:lnTo>
                  <a:lnTo>
                    <a:pt x="0" y="351"/>
                  </a:lnTo>
                  <a:lnTo>
                    <a:pt x="0" y="351"/>
                  </a:lnTo>
                  <a:lnTo>
                    <a:pt x="0" y="351"/>
                  </a:lnTo>
                  <a:lnTo>
                    <a:pt x="0" y="376"/>
                  </a:lnTo>
                  <a:lnTo>
                    <a:pt x="0" y="376"/>
                  </a:lnTo>
                  <a:lnTo>
                    <a:pt x="0" y="376"/>
                  </a:lnTo>
                  <a:lnTo>
                    <a:pt x="0" y="401"/>
                  </a:lnTo>
                  <a:lnTo>
                    <a:pt x="0" y="401"/>
                  </a:lnTo>
                  <a:lnTo>
                    <a:pt x="0" y="401"/>
                  </a:lnTo>
                  <a:cubicBezTo>
                    <a:pt x="151" y="777"/>
                    <a:pt x="426" y="1203"/>
                    <a:pt x="927" y="1253"/>
                  </a:cubicBezTo>
                  <a:cubicBezTo>
                    <a:pt x="1479" y="1328"/>
                    <a:pt x="1955" y="1078"/>
                    <a:pt x="2456" y="1003"/>
                  </a:cubicBezTo>
                  <a:cubicBezTo>
                    <a:pt x="2782" y="1053"/>
                    <a:pt x="3133" y="1128"/>
                    <a:pt x="3459" y="1178"/>
                  </a:cubicBezTo>
                  <a:lnTo>
                    <a:pt x="3459" y="1178"/>
                  </a:lnTo>
                  <a:cubicBezTo>
                    <a:pt x="4336" y="1754"/>
                    <a:pt x="4236" y="2055"/>
                    <a:pt x="5138" y="2055"/>
                  </a:cubicBezTo>
                  <a:cubicBezTo>
                    <a:pt x="6040" y="2055"/>
                    <a:pt x="6441" y="1554"/>
                    <a:pt x="7544" y="1855"/>
                  </a:cubicBezTo>
                  <a:cubicBezTo>
                    <a:pt x="8647" y="2155"/>
                    <a:pt x="8747" y="2256"/>
                    <a:pt x="9349" y="2256"/>
                  </a:cubicBezTo>
                  <a:cubicBezTo>
                    <a:pt x="9950" y="2256"/>
                    <a:pt x="9775" y="1930"/>
                    <a:pt x="11103" y="1930"/>
                  </a:cubicBezTo>
                  <a:lnTo>
                    <a:pt x="11103" y="1930"/>
                  </a:lnTo>
                  <a:lnTo>
                    <a:pt x="11178" y="1955"/>
                  </a:lnTo>
                  <a:cubicBezTo>
                    <a:pt x="12356" y="1980"/>
                    <a:pt x="11354" y="2406"/>
                    <a:pt x="13309" y="2306"/>
                  </a:cubicBezTo>
                  <a:cubicBezTo>
                    <a:pt x="14261" y="2256"/>
                    <a:pt x="14737" y="2055"/>
                    <a:pt x="15038" y="1880"/>
                  </a:cubicBezTo>
                  <a:cubicBezTo>
                    <a:pt x="15364" y="1880"/>
                    <a:pt x="15664" y="1855"/>
                    <a:pt x="15965" y="1830"/>
                  </a:cubicBezTo>
                  <a:lnTo>
                    <a:pt x="15965" y="1830"/>
                  </a:lnTo>
                  <a:cubicBezTo>
                    <a:pt x="16867" y="2356"/>
                    <a:pt x="18772" y="2556"/>
                    <a:pt x="19875" y="1754"/>
                  </a:cubicBezTo>
                  <a:cubicBezTo>
                    <a:pt x="19950" y="1704"/>
                    <a:pt x="21755" y="1754"/>
                    <a:pt x="22882" y="1554"/>
                  </a:cubicBezTo>
                  <a:cubicBezTo>
                    <a:pt x="23334" y="1479"/>
                    <a:pt x="23735" y="1078"/>
                    <a:pt x="23785" y="1053"/>
                  </a:cubicBezTo>
                  <a:cubicBezTo>
                    <a:pt x="24687" y="652"/>
                    <a:pt x="25238" y="752"/>
                    <a:pt x="25113" y="301"/>
                  </a:cubicBezTo>
                  <a:lnTo>
                    <a:pt x="25113" y="301"/>
                  </a:lnTo>
                  <a:lnTo>
                    <a:pt x="25113" y="276"/>
                  </a:lnTo>
                  <a:lnTo>
                    <a:pt x="25113" y="276"/>
                  </a:lnTo>
                  <a:lnTo>
                    <a:pt x="25113" y="251"/>
                  </a:lnTo>
                  <a:lnTo>
                    <a:pt x="25113" y="226"/>
                  </a:lnTo>
                  <a:lnTo>
                    <a:pt x="25113" y="226"/>
                  </a:lnTo>
                  <a:lnTo>
                    <a:pt x="25088" y="201"/>
                  </a:lnTo>
                  <a:lnTo>
                    <a:pt x="25088" y="201"/>
                  </a:lnTo>
                  <a:lnTo>
                    <a:pt x="25088" y="176"/>
                  </a:lnTo>
                  <a:lnTo>
                    <a:pt x="25088" y="150"/>
                  </a:lnTo>
                  <a:lnTo>
                    <a:pt x="25088" y="150"/>
                  </a:lnTo>
                  <a:lnTo>
                    <a:pt x="25088" y="125"/>
                  </a:lnTo>
                  <a:lnTo>
                    <a:pt x="25063" y="100"/>
                  </a:lnTo>
                  <a:lnTo>
                    <a:pt x="25063" y="100"/>
                  </a:lnTo>
                  <a:lnTo>
                    <a:pt x="25063" y="75"/>
                  </a:lnTo>
                  <a:lnTo>
                    <a:pt x="25063" y="50"/>
                  </a:lnTo>
                  <a:lnTo>
                    <a:pt x="25063" y="50"/>
                  </a:lnTo>
                  <a:lnTo>
                    <a:pt x="25063" y="25"/>
                  </a:lnTo>
                  <a:lnTo>
                    <a:pt x="25063" y="25"/>
                  </a:lnTo>
                  <a:lnTo>
                    <a:pt x="25063" y="0"/>
                  </a:lnTo>
                  <a:cubicBezTo>
                    <a:pt x="24888" y="150"/>
                    <a:pt x="24436" y="201"/>
                    <a:pt x="23785" y="476"/>
                  </a:cubicBezTo>
                  <a:cubicBezTo>
                    <a:pt x="23735" y="501"/>
                    <a:pt x="23334" y="902"/>
                    <a:pt x="22882" y="978"/>
                  </a:cubicBezTo>
                  <a:cubicBezTo>
                    <a:pt x="21755" y="1153"/>
                    <a:pt x="19950" y="1128"/>
                    <a:pt x="19875" y="1178"/>
                  </a:cubicBezTo>
                  <a:cubicBezTo>
                    <a:pt x="18772" y="1980"/>
                    <a:pt x="16867" y="1780"/>
                    <a:pt x="15965" y="1253"/>
                  </a:cubicBezTo>
                  <a:lnTo>
                    <a:pt x="15965" y="1253"/>
                  </a:lnTo>
                  <a:cubicBezTo>
                    <a:pt x="15664" y="1278"/>
                    <a:pt x="15364" y="1303"/>
                    <a:pt x="15038" y="1303"/>
                  </a:cubicBezTo>
                  <a:cubicBezTo>
                    <a:pt x="14737" y="1479"/>
                    <a:pt x="14261" y="1679"/>
                    <a:pt x="13309" y="1729"/>
                  </a:cubicBezTo>
                  <a:cubicBezTo>
                    <a:pt x="11354" y="1830"/>
                    <a:pt x="12356" y="1379"/>
                    <a:pt x="11178" y="1379"/>
                  </a:cubicBezTo>
                  <a:lnTo>
                    <a:pt x="11103" y="1353"/>
                  </a:lnTo>
                  <a:lnTo>
                    <a:pt x="11103" y="1353"/>
                  </a:lnTo>
                  <a:cubicBezTo>
                    <a:pt x="9775" y="1353"/>
                    <a:pt x="9950" y="1679"/>
                    <a:pt x="9349" y="1679"/>
                  </a:cubicBezTo>
                  <a:cubicBezTo>
                    <a:pt x="8747" y="1679"/>
                    <a:pt x="8647" y="1579"/>
                    <a:pt x="7544" y="1278"/>
                  </a:cubicBezTo>
                  <a:cubicBezTo>
                    <a:pt x="6441" y="978"/>
                    <a:pt x="6040" y="1479"/>
                    <a:pt x="5138" y="1479"/>
                  </a:cubicBezTo>
                  <a:cubicBezTo>
                    <a:pt x="4236" y="1479"/>
                    <a:pt x="4336" y="1178"/>
                    <a:pt x="3459" y="602"/>
                  </a:cubicBezTo>
                  <a:lnTo>
                    <a:pt x="3459" y="602"/>
                  </a:lnTo>
                  <a:cubicBezTo>
                    <a:pt x="3133" y="551"/>
                    <a:pt x="2782" y="476"/>
                    <a:pt x="2456" y="426"/>
                  </a:cubicBezTo>
                  <a:cubicBezTo>
                    <a:pt x="1955" y="501"/>
                    <a:pt x="1479" y="727"/>
                    <a:pt x="927" y="677"/>
                  </a:cubicBezTo>
                  <a:cubicBezTo>
                    <a:pt x="526" y="627"/>
                    <a:pt x="251" y="326"/>
                    <a:pt x="100" y="25"/>
                  </a:cubicBezTo>
                  <a:lnTo>
                    <a:pt x="100" y="25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1" name="Google Shape;26590;p127">
              <a:extLst>
                <a:ext uri="{FF2B5EF4-FFF2-40B4-BE49-F238E27FC236}">
                  <a16:creationId xmlns:a16="http://schemas.microsoft.com/office/drawing/2014/main" id="{A104CA6F-08E2-0A68-0546-B9CC4B3117ED}"/>
                </a:ext>
              </a:extLst>
            </p:cNvPr>
            <p:cNvSpPr/>
            <p:nvPr/>
          </p:nvSpPr>
          <p:spPr>
            <a:xfrm>
              <a:off x="5683838" y="1662386"/>
              <a:ext cx="474090" cy="57048"/>
            </a:xfrm>
            <a:custGeom>
              <a:avLst/>
              <a:gdLst/>
              <a:ahLst/>
              <a:cxnLst/>
              <a:rect l="l" t="t" r="r" b="b"/>
              <a:pathLst>
                <a:path w="26668" h="3209" extrusionOk="0">
                  <a:moveTo>
                    <a:pt x="0" y="0"/>
                  </a:moveTo>
                  <a:cubicBezTo>
                    <a:pt x="75" y="175"/>
                    <a:pt x="126" y="351"/>
                    <a:pt x="201" y="526"/>
                  </a:cubicBezTo>
                  <a:cubicBezTo>
                    <a:pt x="301" y="877"/>
                    <a:pt x="426" y="1228"/>
                    <a:pt x="502" y="1604"/>
                  </a:cubicBezTo>
                  <a:cubicBezTo>
                    <a:pt x="3133" y="2556"/>
                    <a:pt x="7895" y="3208"/>
                    <a:pt x="13309" y="3208"/>
                  </a:cubicBezTo>
                  <a:cubicBezTo>
                    <a:pt x="18747" y="3208"/>
                    <a:pt x="23534" y="2531"/>
                    <a:pt x="26141" y="1579"/>
                  </a:cubicBezTo>
                  <a:cubicBezTo>
                    <a:pt x="26241" y="1203"/>
                    <a:pt x="26341" y="852"/>
                    <a:pt x="26467" y="526"/>
                  </a:cubicBezTo>
                  <a:cubicBezTo>
                    <a:pt x="26517" y="351"/>
                    <a:pt x="26592" y="175"/>
                    <a:pt x="26667" y="0"/>
                  </a:cubicBezTo>
                  <a:lnTo>
                    <a:pt x="0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2" name="Google Shape;26591;p127">
              <a:extLst>
                <a:ext uri="{FF2B5EF4-FFF2-40B4-BE49-F238E27FC236}">
                  <a16:creationId xmlns:a16="http://schemas.microsoft.com/office/drawing/2014/main" id="{0D7ECD29-0DD1-B51D-9573-94E25A8F934E}"/>
                </a:ext>
              </a:extLst>
            </p:cNvPr>
            <p:cNvSpPr/>
            <p:nvPr/>
          </p:nvSpPr>
          <p:spPr>
            <a:xfrm>
              <a:off x="5653991" y="1582622"/>
              <a:ext cx="532454" cy="118985"/>
            </a:xfrm>
            <a:custGeom>
              <a:avLst/>
              <a:gdLst/>
              <a:ahLst/>
              <a:cxnLst/>
              <a:rect l="l" t="t" r="r" b="b"/>
              <a:pathLst>
                <a:path w="29951" h="6693" extrusionOk="0">
                  <a:moveTo>
                    <a:pt x="14988" y="6693"/>
                  </a:moveTo>
                  <a:cubicBezTo>
                    <a:pt x="23208" y="6693"/>
                    <a:pt x="29950" y="5189"/>
                    <a:pt x="29950" y="3334"/>
                  </a:cubicBezTo>
                  <a:cubicBezTo>
                    <a:pt x="29950" y="1505"/>
                    <a:pt x="23208" y="1"/>
                    <a:pt x="14988" y="1"/>
                  </a:cubicBezTo>
                  <a:cubicBezTo>
                    <a:pt x="6742" y="1"/>
                    <a:pt x="0" y="1505"/>
                    <a:pt x="0" y="3334"/>
                  </a:cubicBezTo>
                  <a:cubicBezTo>
                    <a:pt x="0" y="5189"/>
                    <a:pt x="6742" y="6693"/>
                    <a:pt x="14988" y="6693"/>
                  </a:cubicBezTo>
                  <a:lnTo>
                    <a:pt x="14988" y="66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3" name="Google Shape;26592;p127">
              <a:extLst>
                <a:ext uri="{FF2B5EF4-FFF2-40B4-BE49-F238E27FC236}">
                  <a16:creationId xmlns:a16="http://schemas.microsoft.com/office/drawing/2014/main" id="{C59B3820-76B1-EB45-CD16-F9C3306CA5C4}"/>
                </a:ext>
              </a:extLst>
            </p:cNvPr>
            <p:cNvSpPr/>
            <p:nvPr/>
          </p:nvSpPr>
          <p:spPr>
            <a:xfrm>
              <a:off x="5658435" y="1440498"/>
              <a:ext cx="521770" cy="244192"/>
            </a:xfrm>
            <a:custGeom>
              <a:avLst/>
              <a:gdLst/>
              <a:ahLst/>
              <a:cxnLst/>
              <a:rect l="l" t="t" r="r" b="b"/>
              <a:pathLst>
                <a:path w="29350" h="13736" extrusionOk="0">
                  <a:moveTo>
                    <a:pt x="28171" y="8823"/>
                  </a:moveTo>
                  <a:cubicBezTo>
                    <a:pt x="28823" y="8923"/>
                    <a:pt x="29349" y="9474"/>
                    <a:pt x="29349" y="10151"/>
                  </a:cubicBezTo>
                  <a:cubicBezTo>
                    <a:pt x="29349" y="10778"/>
                    <a:pt x="28898" y="11304"/>
                    <a:pt x="28322" y="11454"/>
                  </a:cubicBezTo>
                  <a:cubicBezTo>
                    <a:pt x="27996" y="12708"/>
                    <a:pt x="22031" y="13735"/>
                    <a:pt x="14738" y="13735"/>
                  </a:cubicBezTo>
                  <a:cubicBezTo>
                    <a:pt x="7720" y="13735"/>
                    <a:pt x="1956" y="12808"/>
                    <a:pt x="1229" y="11605"/>
                  </a:cubicBezTo>
                  <a:cubicBezTo>
                    <a:pt x="1204" y="11605"/>
                    <a:pt x="1179" y="11605"/>
                    <a:pt x="1154" y="11605"/>
                  </a:cubicBezTo>
                  <a:cubicBezTo>
                    <a:pt x="527" y="11605"/>
                    <a:pt x="1" y="11079"/>
                    <a:pt x="1" y="10452"/>
                  </a:cubicBezTo>
                  <a:cubicBezTo>
                    <a:pt x="1" y="9825"/>
                    <a:pt x="527" y="9324"/>
                    <a:pt x="1154" y="9324"/>
                  </a:cubicBezTo>
                  <a:cubicBezTo>
                    <a:pt x="1279" y="9324"/>
                    <a:pt x="1404" y="9349"/>
                    <a:pt x="1530" y="9374"/>
                  </a:cubicBezTo>
                  <a:cubicBezTo>
                    <a:pt x="1504" y="9299"/>
                    <a:pt x="1504" y="9224"/>
                    <a:pt x="1504" y="9149"/>
                  </a:cubicBezTo>
                  <a:cubicBezTo>
                    <a:pt x="1504" y="7870"/>
                    <a:pt x="2557" y="6793"/>
                    <a:pt x="3835" y="6793"/>
                  </a:cubicBezTo>
                  <a:lnTo>
                    <a:pt x="3910" y="6818"/>
                  </a:lnTo>
                  <a:cubicBezTo>
                    <a:pt x="3785" y="6442"/>
                    <a:pt x="3710" y="6066"/>
                    <a:pt x="3710" y="5665"/>
                  </a:cubicBezTo>
                  <a:cubicBezTo>
                    <a:pt x="3710" y="3685"/>
                    <a:pt x="5314" y="2106"/>
                    <a:pt x="7269" y="2106"/>
                  </a:cubicBezTo>
                  <a:cubicBezTo>
                    <a:pt x="7795" y="2106"/>
                    <a:pt x="8296" y="2206"/>
                    <a:pt x="8748" y="2407"/>
                  </a:cubicBezTo>
                  <a:cubicBezTo>
                    <a:pt x="9474" y="978"/>
                    <a:pt x="10978" y="1"/>
                    <a:pt x="12708" y="1"/>
                  </a:cubicBezTo>
                  <a:cubicBezTo>
                    <a:pt x="14111" y="1"/>
                    <a:pt x="15364" y="627"/>
                    <a:pt x="16191" y="1630"/>
                  </a:cubicBezTo>
                  <a:cubicBezTo>
                    <a:pt x="16718" y="1354"/>
                    <a:pt x="17344" y="1204"/>
                    <a:pt x="18021" y="1204"/>
                  </a:cubicBezTo>
                  <a:cubicBezTo>
                    <a:pt x="19951" y="1204"/>
                    <a:pt x="21555" y="2557"/>
                    <a:pt x="21906" y="4387"/>
                  </a:cubicBezTo>
                  <a:cubicBezTo>
                    <a:pt x="22106" y="4337"/>
                    <a:pt x="22282" y="4312"/>
                    <a:pt x="22507" y="4312"/>
                  </a:cubicBezTo>
                  <a:cubicBezTo>
                    <a:pt x="23685" y="4312"/>
                    <a:pt x="24662" y="5264"/>
                    <a:pt x="24662" y="6442"/>
                  </a:cubicBezTo>
                  <a:lnTo>
                    <a:pt x="24662" y="6542"/>
                  </a:lnTo>
                  <a:cubicBezTo>
                    <a:pt x="24863" y="6492"/>
                    <a:pt x="25114" y="6442"/>
                    <a:pt x="25364" y="6442"/>
                  </a:cubicBezTo>
                  <a:cubicBezTo>
                    <a:pt x="26768" y="6442"/>
                    <a:pt x="27946" y="7469"/>
                    <a:pt x="28171" y="8823"/>
                  </a:cubicBezTo>
                  <a:lnTo>
                    <a:pt x="28171" y="882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4" name="Google Shape;26593;p127">
              <a:extLst>
                <a:ext uri="{FF2B5EF4-FFF2-40B4-BE49-F238E27FC236}">
                  <a16:creationId xmlns:a16="http://schemas.microsoft.com/office/drawing/2014/main" id="{A60CE0B3-E386-9BFF-C14E-430C27C905FE}"/>
                </a:ext>
              </a:extLst>
            </p:cNvPr>
            <p:cNvSpPr/>
            <p:nvPr/>
          </p:nvSpPr>
          <p:spPr>
            <a:xfrm>
              <a:off x="5658435" y="1477936"/>
              <a:ext cx="521770" cy="206752"/>
            </a:xfrm>
            <a:custGeom>
              <a:avLst/>
              <a:gdLst/>
              <a:ahLst/>
              <a:cxnLst/>
              <a:rect l="l" t="t" r="r" b="b"/>
              <a:pathLst>
                <a:path w="29350" h="11630" extrusionOk="0">
                  <a:moveTo>
                    <a:pt x="28673" y="6867"/>
                  </a:moveTo>
                  <a:cubicBezTo>
                    <a:pt x="29074" y="7118"/>
                    <a:pt x="29349" y="7544"/>
                    <a:pt x="29349" y="8045"/>
                  </a:cubicBezTo>
                  <a:cubicBezTo>
                    <a:pt x="29349" y="8672"/>
                    <a:pt x="28898" y="9198"/>
                    <a:pt x="28322" y="9348"/>
                  </a:cubicBezTo>
                  <a:cubicBezTo>
                    <a:pt x="27996" y="10602"/>
                    <a:pt x="22031" y="11629"/>
                    <a:pt x="14738" y="11629"/>
                  </a:cubicBezTo>
                  <a:cubicBezTo>
                    <a:pt x="7720" y="11629"/>
                    <a:pt x="1956" y="10702"/>
                    <a:pt x="1229" y="9499"/>
                  </a:cubicBezTo>
                  <a:cubicBezTo>
                    <a:pt x="1204" y="9499"/>
                    <a:pt x="1179" y="9499"/>
                    <a:pt x="1154" y="9499"/>
                  </a:cubicBezTo>
                  <a:cubicBezTo>
                    <a:pt x="527" y="9499"/>
                    <a:pt x="1" y="8973"/>
                    <a:pt x="1" y="8346"/>
                  </a:cubicBezTo>
                  <a:cubicBezTo>
                    <a:pt x="1" y="7719"/>
                    <a:pt x="527" y="7218"/>
                    <a:pt x="1154" y="7218"/>
                  </a:cubicBezTo>
                  <a:cubicBezTo>
                    <a:pt x="1279" y="7218"/>
                    <a:pt x="1404" y="7243"/>
                    <a:pt x="1530" y="7268"/>
                  </a:cubicBezTo>
                  <a:cubicBezTo>
                    <a:pt x="1504" y="7193"/>
                    <a:pt x="1504" y="7118"/>
                    <a:pt x="1504" y="7043"/>
                  </a:cubicBezTo>
                  <a:cubicBezTo>
                    <a:pt x="1504" y="5764"/>
                    <a:pt x="2557" y="4687"/>
                    <a:pt x="3835" y="4687"/>
                  </a:cubicBezTo>
                  <a:lnTo>
                    <a:pt x="3910" y="4712"/>
                  </a:lnTo>
                  <a:cubicBezTo>
                    <a:pt x="3785" y="4336"/>
                    <a:pt x="3710" y="3960"/>
                    <a:pt x="3710" y="3559"/>
                  </a:cubicBezTo>
                  <a:cubicBezTo>
                    <a:pt x="3710" y="1579"/>
                    <a:pt x="5314" y="0"/>
                    <a:pt x="7269" y="0"/>
                  </a:cubicBezTo>
                  <a:cubicBezTo>
                    <a:pt x="7795" y="0"/>
                    <a:pt x="8296" y="100"/>
                    <a:pt x="8748" y="301"/>
                  </a:cubicBezTo>
                  <a:cubicBezTo>
                    <a:pt x="8748" y="301"/>
                    <a:pt x="5640" y="5013"/>
                    <a:pt x="9249" y="6115"/>
                  </a:cubicBezTo>
                  <a:cubicBezTo>
                    <a:pt x="12833" y="7218"/>
                    <a:pt x="14738" y="5890"/>
                    <a:pt x="14738" y="5890"/>
                  </a:cubicBezTo>
                  <a:cubicBezTo>
                    <a:pt x="14738" y="5890"/>
                    <a:pt x="11730" y="9374"/>
                    <a:pt x="16116" y="9374"/>
                  </a:cubicBezTo>
                  <a:cubicBezTo>
                    <a:pt x="18297" y="9374"/>
                    <a:pt x="21003" y="9699"/>
                    <a:pt x="23510" y="9374"/>
                  </a:cubicBezTo>
                  <a:cubicBezTo>
                    <a:pt x="25515" y="9123"/>
                    <a:pt x="27344" y="8446"/>
                    <a:pt x="28673" y="6867"/>
                  </a:cubicBezTo>
                  <a:lnTo>
                    <a:pt x="28673" y="6867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7" name="Google Shape;26594;p127">
              <a:extLst>
                <a:ext uri="{FF2B5EF4-FFF2-40B4-BE49-F238E27FC236}">
                  <a16:creationId xmlns:a16="http://schemas.microsoft.com/office/drawing/2014/main" id="{C4816777-22A4-984C-0A73-E2A391BABE6F}"/>
                </a:ext>
              </a:extLst>
            </p:cNvPr>
            <p:cNvSpPr/>
            <p:nvPr/>
          </p:nvSpPr>
          <p:spPr>
            <a:xfrm>
              <a:off x="5743088" y="2402853"/>
              <a:ext cx="335070" cy="85563"/>
            </a:xfrm>
            <a:custGeom>
              <a:avLst/>
              <a:gdLst/>
              <a:ahLst/>
              <a:cxnLst/>
              <a:rect l="l" t="t" r="r" b="b"/>
              <a:pathLst>
                <a:path w="18848" h="4813" extrusionOk="0">
                  <a:moveTo>
                    <a:pt x="9424" y="4812"/>
                  </a:moveTo>
                  <a:cubicBezTo>
                    <a:pt x="14612" y="4812"/>
                    <a:pt x="18848" y="3735"/>
                    <a:pt x="18848" y="2406"/>
                  </a:cubicBezTo>
                  <a:cubicBezTo>
                    <a:pt x="18848" y="1078"/>
                    <a:pt x="14612" y="0"/>
                    <a:pt x="9424" y="0"/>
                  </a:cubicBezTo>
                  <a:cubicBezTo>
                    <a:pt x="4236" y="0"/>
                    <a:pt x="1" y="1078"/>
                    <a:pt x="1" y="2406"/>
                  </a:cubicBezTo>
                  <a:cubicBezTo>
                    <a:pt x="1" y="3735"/>
                    <a:pt x="4236" y="4812"/>
                    <a:pt x="9424" y="4812"/>
                  </a:cubicBezTo>
                  <a:lnTo>
                    <a:pt x="9424" y="48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8" name="Google Shape;26595;p127">
              <a:extLst>
                <a:ext uri="{FF2B5EF4-FFF2-40B4-BE49-F238E27FC236}">
                  <a16:creationId xmlns:a16="http://schemas.microsoft.com/office/drawing/2014/main" id="{22D814F4-CB68-0677-6D40-D1B19B489B2A}"/>
                </a:ext>
              </a:extLst>
            </p:cNvPr>
            <p:cNvSpPr/>
            <p:nvPr/>
          </p:nvSpPr>
          <p:spPr>
            <a:xfrm>
              <a:off x="5743088" y="2438495"/>
              <a:ext cx="335070" cy="49919"/>
            </a:xfrm>
            <a:custGeom>
              <a:avLst/>
              <a:gdLst/>
              <a:ahLst/>
              <a:cxnLst/>
              <a:rect l="l" t="t" r="r" b="b"/>
              <a:pathLst>
                <a:path w="18848" h="2808" extrusionOk="0">
                  <a:moveTo>
                    <a:pt x="18723" y="0"/>
                  </a:moveTo>
                  <a:cubicBezTo>
                    <a:pt x="18823" y="126"/>
                    <a:pt x="18848" y="276"/>
                    <a:pt x="18848" y="401"/>
                  </a:cubicBezTo>
                  <a:cubicBezTo>
                    <a:pt x="18848" y="1730"/>
                    <a:pt x="14637" y="2807"/>
                    <a:pt x="9424" y="2807"/>
                  </a:cubicBezTo>
                  <a:cubicBezTo>
                    <a:pt x="4211" y="2807"/>
                    <a:pt x="1" y="1730"/>
                    <a:pt x="1" y="401"/>
                  </a:cubicBezTo>
                  <a:cubicBezTo>
                    <a:pt x="1" y="276"/>
                    <a:pt x="51" y="126"/>
                    <a:pt x="126" y="0"/>
                  </a:cubicBezTo>
                  <a:lnTo>
                    <a:pt x="126" y="0"/>
                  </a:lnTo>
                  <a:cubicBezTo>
                    <a:pt x="878" y="1153"/>
                    <a:pt x="4763" y="2005"/>
                    <a:pt x="9424" y="2005"/>
                  </a:cubicBezTo>
                  <a:cubicBezTo>
                    <a:pt x="14086" y="2005"/>
                    <a:pt x="17971" y="1153"/>
                    <a:pt x="18723" y="0"/>
                  </a:cubicBezTo>
                  <a:lnTo>
                    <a:pt x="187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9" name="Google Shape;26596;p127">
              <a:extLst>
                <a:ext uri="{FF2B5EF4-FFF2-40B4-BE49-F238E27FC236}">
                  <a16:creationId xmlns:a16="http://schemas.microsoft.com/office/drawing/2014/main" id="{FEB3A387-5958-ACFE-231B-9C7137CE4627}"/>
                </a:ext>
              </a:extLst>
            </p:cNvPr>
            <p:cNvSpPr/>
            <p:nvPr/>
          </p:nvSpPr>
          <p:spPr>
            <a:xfrm>
              <a:off x="5821945" y="2402853"/>
              <a:ext cx="73546" cy="40124"/>
            </a:xfrm>
            <a:custGeom>
              <a:avLst/>
              <a:gdLst/>
              <a:ahLst/>
              <a:cxnLst/>
              <a:rect l="l" t="t" r="r" b="b"/>
              <a:pathLst>
                <a:path w="4137" h="2257" extrusionOk="0">
                  <a:moveTo>
                    <a:pt x="1" y="351"/>
                  </a:moveTo>
                  <a:cubicBezTo>
                    <a:pt x="1129" y="176"/>
                    <a:pt x="2432" y="51"/>
                    <a:pt x="3860" y="0"/>
                  </a:cubicBezTo>
                  <a:lnTo>
                    <a:pt x="4136" y="2256"/>
                  </a:lnTo>
                  <a:lnTo>
                    <a:pt x="1" y="35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0" name="Google Shape;26597;p127">
              <a:extLst>
                <a:ext uri="{FF2B5EF4-FFF2-40B4-BE49-F238E27FC236}">
                  <a16:creationId xmlns:a16="http://schemas.microsoft.com/office/drawing/2014/main" id="{39EB3FF1-7A54-1B09-BA52-79650B7B209C}"/>
                </a:ext>
              </a:extLst>
            </p:cNvPr>
            <p:cNvSpPr/>
            <p:nvPr/>
          </p:nvSpPr>
          <p:spPr>
            <a:xfrm>
              <a:off x="5925760" y="2402853"/>
              <a:ext cx="73528" cy="40124"/>
            </a:xfrm>
            <a:custGeom>
              <a:avLst/>
              <a:gdLst/>
              <a:ahLst/>
              <a:cxnLst/>
              <a:rect l="l" t="t" r="r" b="b"/>
              <a:pathLst>
                <a:path w="4136" h="2257" extrusionOk="0">
                  <a:moveTo>
                    <a:pt x="4136" y="351"/>
                  </a:moveTo>
                  <a:cubicBezTo>
                    <a:pt x="3008" y="176"/>
                    <a:pt x="1705" y="51"/>
                    <a:pt x="301" y="0"/>
                  </a:cubicBezTo>
                  <a:lnTo>
                    <a:pt x="0" y="2256"/>
                  </a:lnTo>
                  <a:lnTo>
                    <a:pt x="4136" y="35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1" name="Google Shape;26598;p127">
              <a:extLst>
                <a:ext uri="{FF2B5EF4-FFF2-40B4-BE49-F238E27FC236}">
                  <a16:creationId xmlns:a16="http://schemas.microsoft.com/office/drawing/2014/main" id="{D2F80F93-D6BF-25A8-1DFB-D75C596B5CE1}"/>
                </a:ext>
              </a:extLst>
            </p:cNvPr>
            <p:cNvSpPr/>
            <p:nvPr/>
          </p:nvSpPr>
          <p:spPr>
            <a:xfrm>
              <a:off x="5716796" y="1795142"/>
              <a:ext cx="14720" cy="14275"/>
            </a:xfrm>
            <a:custGeom>
              <a:avLst/>
              <a:gdLst/>
              <a:ahLst/>
              <a:cxnLst/>
              <a:rect l="l" t="t" r="r" b="b"/>
              <a:pathLst>
                <a:path w="828" h="803" extrusionOk="0">
                  <a:moveTo>
                    <a:pt x="427" y="803"/>
                  </a:moveTo>
                  <a:cubicBezTo>
                    <a:pt x="653" y="803"/>
                    <a:pt x="828" y="627"/>
                    <a:pt x="828" y="402"/>
                  </a:cubicBezTo>
                  <a:cubicBezTo>
                    <a:pt x="828" y="176"/>
                    <a:pt x="653" y="1"/>
                    <a:pt x="427" y="1"/>
                  </a:cubicBezTo>
                  <a:cubicBezTo>
                    <a:pt x="201" y="1"/>
                    <a:pt x="1" y="176"/>
                    <a:pt x="1" y="402"/>
                  </a:cubicBezTo>
                  <a:cubicBezTo>
                    <a:pt x="1" y="627"/>
                    <a:pt x="201" y="803"/>
                    <a:pt x="427" y="803"/>
                  </a:cubicBezTo>
                  <a:lnTo>
                    <a:pt x="427" y="803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2" name="Google Shape;26599;p127">
              <a:extLst>
                <a:ext uri="{FF2B5EF4-FFF2-40B4-BE49-F238E27FC236}">
                  <a16:creationId xmlns:a16="http://schemas.microsoft.com/office/drawing/2014/main" id="{07799FE9-5C1F-D4FE-FFA8-55BAE84E5B54}"/>
                </a:ext>
              </a:extLst>
            </p:cNvPr>
            <p:cNvSpPr/>
            <p:nvPr/>
          </p:nvSpPr>
          <p:spPr>
            <a:xfrm>
              <a:off x="6071884" y="1776441"/>
              <a:ext cx="30328" cy="30311"/>
            </a:xfrm>
            <a:custGeom>
              <a:avLst/>
              <a:gdLst/>
              <a:ahLst/>
              <a:cxnLst/>
              <a:rect l="l" t="t" r="r" b="b"/>
              <a:pathLst>
                <a:path w="1706" h="1705" extrusionOk="0">
                  <a:moveTo>
                    <a:pt x="853" y="1704"/>
                  </a:moveTo>
                  <a:cubicBezTo>
                    <a:pt x="1329" y="1704"/>
                    <a:pt x="1705" y="1303"/>
                    <a:pt x="1705" y="852"/>
                  </a:cubicBezTo>
                  <a:cubicBezTo>
                    <a:pt x="1705" y="376"/>
                    <a:pt x="1329" y="0"/>
                    <a:pt x="853" y="0"/>
                  </a:cubicBezTo>
                  <a:cubicBezTo>
                    <a:pt x="377" y="0"/>
                    <a:pt x="1" y="376"/>
                    <a:pt x="1" y="852"/>
                  </a:cubicBezTo>
                  <a:cubicBezTo>
                    <a:pt x="1" y="1303"/>
                    <a:pt x="377" y="1704"/>
                    <a:pt x="853" y="1704"/>
                  </a:cubicBezTo>
                  <a:lnTo>
                    <a:pt x="853" y="1704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3" name="Google Shape;26600;p127">
              <a:extLst>
                <a:ext uri="{FF2B5EF4-FFF2-40B4-BE49-F238E27FC236}">
                  <a16:creationId xmlns:a16="http://schemas.microsoft.com/office/drawing/2014/main" id="{5227DF75-15B1-3C42-F719-B6FDF9484ACF}"/>
                </a:ext>
              </a:extLst>
            </p:cNvPr>
            <p:cNvSpPr/>
            <p:nvPr/>
          </p:nvSpPr>
          <p:spPr>
            <a:xfrm>
              <a:off x="5754678" y="1804954"/>
              <a:ext cx="6258" cy="6240"/>
            </a:xfrm>
            <a:custGeom>
              <a:avLst/>
              <a:gdLst/>
              <a:ahLst/>
              <a:cxnLst/>
              <a:rect l="l" t="t" r="r" b="b"/>
              <a:pathLst>
                <a:path w="352" h="351" extrusionOk="0">
                  <a:moveTo>
                    <a:pt x="176" y="351"/>
                  </a:moveTo>
                  <a:cubicBezTo>
                    <a:pt x="276" y="351"/>
                    <a:pt x="351" y="251"/>
                    <a:pt x="351" y="176"/>
                  </a:cubicBezTo>
                  <a:cubicBezTo>
                    <a:pt x="351" y="75"/>
                    <a:pt x="276" y="0"/>
                    <a:pt x="176" y="0"/>
                  </a:cubicBezTo>
                  <a:cubicBezTo>
                    <a:pt x="101" y="0"/>
                    <a:pt x="0" y="75"/>
                    <a:pt x="0" y="176"/>
                  </a:cubicBezTo>
                  <a:cubicBezTo>
                    <a:pt x="0" y="251"/>
                    <a:pt x="101" y="351"/>
                    <a:pt x="176" y="351"/>
                  </a:cubicBezTo>
                  <a:lnTo>
                    <a:pt x="176" y="35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4" name="Google Shape;26601;p127">
              <a:extLst>
                <a:ext uri="{FF2B5EF4-FFF2-40B4-BE49-F238E27FC236}">
                  <a16:creationId xmlns:a16="http://schemas.microsoft.com/office/drawing/2014/main" id="{FA252594-07C5-766B-B533-C31E1009316E}"/>
                </a:ext>
              </a:extLst>
            </p:cNvPr>
            <p:cNvSpPr/>
            <p:nvPr/>
          </p:nvSpPr>
          <p:spPr>
            <a:xfrm>
              <a:off x="5825962" y="1796031"/>
              <a:ext cx="30311" cy="30328"/>
            </a:xfrm>
            <a:custGeom>
              <a:avLst/>
              <a:gdLst/>
              <a:ahLst/>
              <a:cxnLst/>
              <a:rect l="l" t="t" r="r" b="b"/>
              <a:pathLst>
                <a:path w="1705" h="1706" extrusionOk="0">
                  <a:moveTo>
                    <a:pt x="852" y="1705"/>
                  </a:moveTo>
                  <a:cubicBezTo>
                    <a:pt x="1329" y="1705"/>
                    <a:pt x="1705" y="1304"/>
                    <a:pt x="1705" y="853"/>
                  </a:cubicBezTo>
                  <a:cubicBezTo>
                    <a:pt x="1705" y="377"/>
                    <a:pt x="1329" y="1"/>
                    <a:pt x="852" y="1"/>
                  </a:cubicBezTo>
                  <a:cubicBezTo>
                    <a:pt x="401" y="1"/>
                    <a:pt x="0" y="377"/>
                    <a:pt x="0" y="853"/>
                  </a:cubicBezTo>
                  <a:cubicBezTo>
                    <a:pt x="0" y="1304"/>
                    <a:pt x="401" y="1705"/>
                    <a:pt x="852" y="1705"/>
                  </a:cubicBezTo>
                  <a:lnTo>
                    <a:pt x="852" y="170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5" name="Google Shape;26602;p127">
              <a:extLst>
                <a:ext uri="{FF2B5EF4-FFF2-40B4-BE49-F238E27FC236}">
                  <a16:creationId xmlns:a16="http://schemas.microsoft.com/office/drawing/2014/main" id="{41FE8871-C0A7-C994-9167-9AE950F0493E}"/>
                </a:ext>
              </a:extLst>
            </p:cNvPr>
            <p:cNvSpPr/>
            <p:nvPr/>
          </p:nvSpPr>
          <p:spPr>
            <a:xfrm>
              <a:off x="5802799" y="1796031"/>
              <a:ext cx="14275" cy="14275"/>
            </a:xfrm>
            <a:custGeom>
              <a:avLst/>
              <a:gdLst/>
              <a:ahLst/>
              <a:cxnLst/>
              <a:rect l="l" t="t" r="r" b="b"/>
              <a:pathLst>
                <a:path w="803" h="803" extrusionOk="0">
                  <a:moveTo>
                    <a:pt x="401" y="803"/>
                  </a:moveTo>
                  <a:cubicBezTo>
                    <a:pt x="627" y="803"/>
                    <a:pt x="802" y="602"/>
                    <a:pt x="802" y="402"/>
                  </a:cubicBezTo>
                  <a:cubicBezTo>
                    <a:pt x="802" y="176"/>
                    <a:pt x="627" y="1"/>
                    <a:pt x="401" y="1"/>
                  </a:cubicBezTo>
                  <a:cubicBezTo>
                    <a:pt x="201" y="1"/>
                    <a:pt x="0" y="176"/>
                    <a:pt x="0" y="402"/>
                  </a:cubicBezTo>
                  <a:cubicBezTo>
                    <a:pt x="0" y="602"/>
                    <a:pt x="201" y="803"/>
                    <a:pt x="401" y="803"/>
                  </a:cubicBezTo>
                  <a:lnTo>
                    <a:pt x="401" y="803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6" name="Google Shape;26603;p127">
              <a:extLst>
                <a:ext uri="{FF2B5EF4-FFF2-40B4-BE49-F238E27FC236}">
                  <a16:creationId xmlns:a16="http://schemas.microsoft.com/office/drawing/2014/main" id="{70F8C739-8881-9369-2AB5-CAB08FC77B04}"/>
                </a:ext>
              </a:extLst>
            </p:cNvPr>
            <p:cNvSpPr/>
            <p:nvPr/>
          </p:nvSpPr>
          <p:spPr>
            <a:xfrm>
              <a:off x="5902597" y="1810287"/>
              <a:ext cx="16053" cy="16071"/>
            </a:xfrm>
            <a:custGeom>
              <a:avLst/>
              <a:gdLst/>
              <a:ahLst/>
              <a:cxnLst/>
              <a:rect l="l" t="t" r="r" b="b"/>
              <a:pathLst>
                <a:path w="903" h="904" extrusionOk="0">
                  <a:moveTo>
                    <a:pt x="451" y="903"/>
                  </a:moveTo>
                  <a:cubicBezTo>
                    <a:pt x="702" y="903"/>
                    <a:pt x="902" y="703"/>
                    <a:pt x="902" y="452"/>
                  </a:cubicBezTo>
                  <a:cubicBezTo>
                    <a:pt x="902" y="201"/>
                    <a:pt x="702" y="1"/>
                    <a:pt x="451" y="1"/>
                  </a:cubicBezTo>
                  <a:cubicBezTo>
                    <a:pt x="201" y="1"/>
                    <a:pt x="0" y="201"/>
                    <a:pt x="0" y="452"/>
                  </a:cubicBezTo>
                  <a:cubicBezTo>
                    <a:pt x="0" y="703"/>
                    <a:pt x="201" y="903"/>
                    <a:pt x="451" y="903"/>
                  </a:cubicBezTo>
                  <a:lnTo>
                    <a:pt x="451" y="903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7" name="Google Shape;26604;p127">
              <a:extLst>
                <a:ext uri="{FF2B5EF4-FFF2-40B4-BE49-F238E27FC236}">
                  <a16:creationId xmlns:a16="http://schemas.microsoft.com/office/drawing/2014/main" id="{A6CA2329-92EA-3977-A442-23995036E4BA}"/>
                </a:ext>
              </a:extLst>
            </p:cNvPr>
            <p:cNvSpPr/>
            <p:nvPr/>
          </p:nvSpPr>
          <p:spPr>
            <a:xfrm>
              <a:off x="5997045" y="1799604"/>
              <a:ext cx="19626" cy="19626"/>
            </a:xfrm>
            <a:custGeom>
              <a:avLst/>
              <a:gdLst/>
              <a:ahLst/>
              <a:cxnLst/>
              <a:rect l="l" t="t" r="r" b="b"/>
              <a:pathLst>
                <a:path w="1104" h="1104" extrusionOk="0">
                  <a:moveTo>
                    <a:pt x="552" y="1103"/>
                  </a:moveTo>
                  <a:cubicBezTo>
                    <a:pt x="878" y="1103"/>
                    <a:pt x="1103" y="853"/>
                    <a:pt x="1103" y="552"/>
                  </a:cubicBezTo>
                  <a:cubicBezTo>
                    <a:pt x="1103" y="251"/>
                    <a:pt x="878" y="0"/>
                    <a:pt x="552" y="0"/>
                  </a:cubicBezTo>
                  <a:cubicBezTo>
                    <a:pt x="251" y="0"/>
                    <a:pt x="0" y="251"/>
                    <a:pt x="0" y="552"/>
                  </a:cubicBezTo>
                  <a:cubicBezTo>
                    <a:pt x="0" y="853"/>
                    <a:pt x="251" y="1103"/>
                    <a:pt x="552" y="1103"/>
                  </a:cubicBezTo>
                  <a:lnTo>
                    <a:pt x="552" y="1103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8" name="Google Shape;26605;p127">
              <a:extLst>
                <a:ext uri="{FF2B5EF4-FFF2-40B4-BE49-F238E27FC236}">
                  <a16:creationId xmlns:a16="http://schemas.microsoft.com/office/drawing/2014/main" id="{55CD7F0F-564F-9E64-EC71-E44AA635AD49}"/>
                </a:ext>
              </a:extLst>
            </p:cNvPr>
            <p:cNvSpPr/>
            <p:nvPr/>
          </p:nvSpPr>
          <p:spPr>
            <a:xfrm>
              <a:off x="6043370" y="1810287"/>
              <a:ext cx="8942" cy="8942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2" y="502"/>
                  </a:moveTo>
                  <a:cubicBezTo>
                    <a:pt x="402" y="502"/>
                    <a:pt x="502" y="377"/>
                    <a:pt x="502" y="252"/>
                  </a:cubicBezTo>
                  <a:cubicBezTo>
                    <a:pt x="502" y="101"/>
                    <a:pt x="402" y="1"/>
                    <a:pt x="252" y="1"/>
                  </a:cubicBezTo>
                  <a:cubicBezTo>
                    <a:pt x="126" y="1"/>
                    <a:pt x="1" y="101"/>
                    <a:pt x="1" y="252"/>
                  </a:cubicBezTo>
                  <a:cubicBezTo>
                    <a:pt x="1" y="377"/>
                    <a:pt x="126" y="502"/>
                    <a:pt x="252" y="502"/>
                  </a:cubicBezTo>
                  <a:lnTo>
                    <a:pt x="252" y="502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9" name="Google Shape;26606;p127">
              <a:extLst>
                <a:ext uri="{FF2B5EF4-FFF2-40B4-BE49-F238E27FC236}">
                  <a16:creationId xmlns:a16="http://schemas.microsoft.com/office/drawing/2014/main" id="{CC1CD12C-EE0A-46BA-7169-857D123737A6}"/>
                </a:ext>
              </a:extLst>
            </p:cNvPr>
            <p:cNvSpPr/>
            <p:nvPr/>
          </p:nvSpPr>
          <p:spPr>
            <a:xfrm>
              <a:off x="5777397" y="2070039"/>
              <a:ext cx="147500" cy="141704"/>
            </a:xfrm>
            <a:custGeom>
              <a:avLst/>
              <a:gdLst/>
              <a:ahLst/>
              <a:cxnLst/>
              <a:rect l="l" t="t" r="r" b="b"/>
              <a:pathLst>
                <a:path w="8297" h="7971" extrusionOk="0">
                  <a:moveTo>
                    <a:pt x="1529" y="151"/>
                  </a:moveTo>
                  <a:lnTo>
                    <a:pt x="6592" y="26"/>
                  </a:lnTo>
                  <a:cubicBezTo>
                    <a:pt x="7444" y="0"/>
                    <a:pt x="8121" y="677"/>
                    <a:pt x="8146" y="1529"/>
                  </a:cubicBezTo>
                  <a:lnTo>
                    <a:pt x="8271" y="6266"/>
                  </a:lnTo>
                  <a:cubicBezTo>
                    <a:pt x="8296" y="7093"/>
                    <a:pt x="7620" y="7820"/>
                    <a:pt x="6767" y="7845"/>
                  </a:cubicBezTo>
                  <a:lnTo>
                    <a:pt x="1705" y="7945"/>
                  </a:lnTo>
                  <a:cubicBezTo>
                    <a:pt x="853" y="7970"/>
                    <a:pt x="151" y="7294"/>
                    <a:pt x="126" y="6442"/>
                  </a:cubicBezTo>
                  <a:lnTo>
                    <a:pt x="26" y="1705"/>
                  </a:lnTo>
                  <a:cubicBezTo>
                    <a:pt x="0" y="878"/>
                    <a:pt x="677" y="151"/>
                    <a:pt x="1529" y="151"/>
                  </a:cubicBezTo>
                  <a:lnTo>
                    <a:pt x="1529" y="15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0" name="Google Shape;26607;p127">
              <a:extLst>
                <a:ext uri="{FF2B5EF4-FFF2-40B4-BE49-F238E27FC236}">
                  <a16:creationId xmlns:a16="http://schemas.microsoft.com/office/drawing/2014/main" id="{95D9A0F3-AE17-622F-9D14-EC7A9BC57E59}"/>
                </a:ext>
              </a:extLst>
            </p:cNvPr>
            <p:cNvSpPr/>
            <p:nvPr/>
          </p:nvSpPr>
          <p:spPr>
            <a:xfrm>
              <a:off x="5704335" y="2100331"/>
              <a:ext cx="78434" cy="75323"/>
            </a:xfrm>
            <a:custGeom>
              <a:avLst/>
              <a:gdLst/>
              <a:ahLst/>
              <a:cxnLst/>
              <a:rect l="l" t="t" r="r" b="b"/>
              <a:pathLst>
                <a:path w="4412" h="4237" extrusionOk="0">
                  <a:moveTo>
                    <a:pt x="802" y="76"/>
                  </a:moveTo>
                  <a:lnTo>
                    <a:pt x="3509" y="1"/>
                  </a:lnTo>
                  <a:cubicBezTo>
                    <a:pt x="3960" y="1"/>
                    <a:pt x="4336" y="352"/>
                    <a:pt x="4336" y="803"/>
                  </a:cubicBezTo>
                  <a:lnTo>
                    <a:pt x="4411" y="3309"/>
                  </a:lnTo>
                  <a:cubicBezTo>
                    <a:pt x="4411" y="3760"/>
                    <a:pt x="4060" y="4136"/>
                    <a:pt x="3609" y="4161"/>
                  </a:cubicBezTo>
                  <a:lnTo>
                    <a:pt x="927" y="4211"/>
                  </a:lnTo>
                  <a:cubicBezTo>
                    <a:pt x="476" y="4236"/>
                    <a:pt x="100" y="3860"/>
                    <a:pt x="75" y="3409"/>
                  </a:cubicBezTo>
                  <a:lnTo>
                    <a:pt x="25" y="903"/>
                  </a:lnTo>
                  <a:cubicBezTo>
                    <a:pt x="0" y="452"/>
                    <a:pt x="376" y="76"/>
                    <a:pt x="802" y="76"/>
                  </a:cubicBezTo>
                  <a:lnTo>
                    <a:pt x="802" y="76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1" name="Google Shape;26608;p127">
              <a:extLst>
                <a:ext uri="{FF2B5EF4-FFF2-40B4-BE49-F238E27FC236}">
                  <a16:creationId xmlns:a16="http://schemas.microsoft.com/office/drawing/2014/main" id="{EF8A3FDC-AD4A-843A-0945-05C5E095C53D}"/>
                </a:ext>
              </a:extLst>
            </p:cNvPr>
            <p:cNvSpPr/>
            <p:nvPr/>
          </p:nvSpPr>
          <p:spPr>
            <a:xfrm>
              <a:off x="5910170" y="2125733"/>
              <a:ext cx="81990" cy="79323"/>
            </a:xfrm>
            <a:custGeom>
              <a:avLst/>
              <a:gdLst/>
              <a:ahLst/>
              <a:cxnLst/>
              <a:rect l="l" t="t" r="r" b="b"/>
              <a:pathLst>
                <a:path w="4612" h="4462" extrusionOk="0">
                  <a:moveTo>
                    <a:pt x="1178" y="50"/>
                  </a:moveTo>
                  <a:lnTo>
                    <a:pt x="3835" y="301"/>
                  </a:lnTo>
                  <a:cubicBezTo>
                    <a:pt x="4286" y="326"/>
                    <a:pt x="4612" y="727"/>
                    <a:pt x="4587" y="1178"/>
                  </a:cubicBezTo>
                  <a:lnTo>
                    <a:pt x="4336" y="3685"/>
                  </a:lnTo>
                  <a:cubicBezTo>
                    <a:pt x="4311" y="4136"/>
                    <a:pt x="3910" y="4462"/>
                    <a:pt x="3459" y="4436"/>
                  </a:cubicBezTo>
                  <a:lnTo>
                    <a:pt x="777" y="4186"/>
                  </a:lnTo>
                  <a:cubicBezTo>
                    <a:pt x="351" y="4136"/>
                    <a:pt x="0" y="3735"/>
                    <a:pt x="50" y="3284"/>
                  </a:cubicBezTo>
                  <a:lnTo>
                    <a:pt x="276" y="777"/>
                  </a:lnTo>
                  <a:cubicBezTo>
                    <a:pt x="326" y="326"/>
                    <a:pt x="727" y="0"/>
                    <a:pt x="1178" y="50"/>
                  </a:cubicBezTo>
                  <a:lnTo>
                    <a:pt x="1178" y="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2" name="Google Shape;26609;p127">
              <a:extLst>
                <a:ext uri="{FF2B5EF4-FFF2-40B4-BE49-F238E27FC236}">
                  <a16:creationId xmlns:a16="http://schemas.microsoft.com/office/drawing/2014/main" id="{8ED12A32-511E-8DEC-9591-006E94CA4833}"/>
                </a:ext>
              </a:extLst>
            </p:cNvPr>
            <p:cNvSpPr/>
            <p:nvPr/>
          </p:nvSpPr>
          <p:spPr>
            <a:xfrm>
              <a:off x="5965864" y="2149341"/>
              <a:ext cx="81990" cy="79323"/>
            </a:xfrm>
            <a:custGeom>
              <a:avLst/>
              <a:gdLst/>
              <a:ahLst/>
              <a:cxnLst/>
              <a:rect l="l" t="t" r="r" b="b"/>
              <a:pathLst>
                <a:path w="4612" h="4462" extrusionOk="0">
                  <a:moveTo>
                    <a:pt x="1153" y="26"/>
                  </a:moveTo>
                  <a:lnTo>
                    <a:pt x="3835" y="276"/>
                  </a:lnTo>
                  <a:cubicBezTo>
                    <a:pt x="4286" y="326"/>
                    <a:pt x="4612" y="727"/>
                    <a:pt x="4561" y="1154"/>
                  </a:cubicBezTo>
                  <a:lnTo>
                    <a:pt x="4336" y="3660"/>
                  </a:lnTo>
                  <a:cubicBezTo>
                    <a:pt x="4286" y="4111"/>
                    <a:pt x="3910" y="4462"/>
                    <a:pt x="3459" y="4412"/>
                  </a:cubicBezTo>
                  <a:lnTo>
                    <a:pt x="777" y="4161"/>
                  </a:lnTo>
                  <a:cubicBezTo>
                    <a:pt x="326" y="4111"/>
                    <a:pt x="0" y="3710"/>
                    <a:pt x="50" y="3259"/>
                  </a:cubicBezTo>
                  <a:lnTo>
                    <a:pt x="276" y="753"/>
                  </a:lnTo>
                  <a:cubicBezTo>
                    <a:pt x="301" y="326"/>
                    <a:pt x="702" y="1"/>
                    <a:pt x="1153" y="26"/>
                  </a:cubicBezTo>
                  <a:lnTo>
                    <a:pt x="1153" y="26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3" name="Google Shape;26610;p127">
              <a:extLst>
                <a:ext uri="{FF2B5EF4-FFF2-40B4-BE49-F238E27FC236}">
                  <a16:creationId xmlns:a16="http://schemas.microsoft.com/office/drawing/2014/main" id="{EC960687-19A0-0FB4-6FC9-D0774C4144E1}"/>
                </a:ext>
              </a:extLst>
            </p:cNvPr>
            <p:cNvSpPr/>
            <p:nvPr/>
          </p:nvSpPr>
          <p:spPr>
            <a:xfrm>
              <a:off x="6067884" y="2090980"/>
              <a:ext cx="84230" cy="81545"/>
            </a:xfrm>
            <a:custGeom>
              <a:avLst/>
              <a:gdLst/>
              <a:ahLst/>
              <a:cxnLst/>
              <a:rect l="l" t="t" r="r" b="b"/>
              <a:pathLst>
                <a:path w="4738" h="4587" extrusionOk="0">
                  <a:moveTo>
                    <a:pt x="752" y="427"/>
                  </a:moveTo>
                  <a:lnTo>
                    <a:pt x="3409" y="51"/>
                  </a:lnTo>
                  <a:cubicBezTo>
                    <a:pt x="3860" y="0"/>
                    <a:pt x="4286" y="301"/>
                    <a:pt x="4336" y="752"/>
                  </a:cubicBezTo>
                  <a:lnTo>
                    <a:pt x="4687" y="3259"/>
                  </a:lnTo>
                  <a:cubicBezTo>
                    <a:pt x="4737" y="3710"/>
                    <a:pt x="4437" y="4111"/>
                    <a:pt x="3985" y="4161"/>
                  </a:cubicBezTo>
                  <a:lnTo>
                    <a:pt x="1329" y="4537"/>
                  </a:lnTo>
                  <a:cubicBezTo>
                    <a:pt x="878" y="4587"/>
                    <a:pt x="477" y="4286"/>
                    <a:pt x="401" y="3835"/>
                  </a:cubicBezTo>
                  <a:lnTo>
                    <a:pt x="76" y="1354"/>
                  </a:lnTo>
                  <a:cubicBezTo>
                    <a:pt x="0" y="903"/>
                    <a:pt x="326" y="477"/>
                    <a:pt x="752" y="427"/>
                  </a:cubicBezTo>
                  <a:lnTo>
                    <a:pt x="752" y="427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4" name="Google Shape;26611;p127">
              <a:extLst>
                <a:ext uri="{FF2B5EF4-FFF2-40B4-BE49-F238E27FC236}">
                  <a16:creationId xmlns:a16="http://schemas.microsoft.com/office/drawing/2014/main" id="{86890BD6-DF0D-6229-D2CF-E54D69089BAE}"/>
                </a:ext>
              </a:extLst>
            </p:cNvPr>
            <p:cNvSpPr/>
            <p:nvPr/>
          </p:nvSpPr>
          <p:spPr>
            <a:xfrm>
              <a:off x="5622793" y="2037508"/>
              <a:ext cx="595280" cy="227250"/>
            </a:xfrm>
            <a:custGeom>
              <a:avLst/>
              <a:gdLst/>
              <a:ahLst/>
              <a:cxnLst/>
              <a:rect l="l" t="t" r="r" b="b"/>
              <a:pathLst>
                <a:path w="33485" h="12783" extrusionOk="0">
                  <a:moveTo>
                    <a:pt x="301" y="26"/>
                  </a:moveTo>
                  <a:cubicBezTo>
                    <a:pt x="101" y="1129"/>
                    <a:pt x="1" y="2231"/>
                    <a:pt x="26" y="3309"/>
                  </a:cubicBezTo>
                  <a:cubicBezTo>
                    <a:pt x="76" y="4287"/>
                    <a:pt x="301" y="5214"/>
                    <a:pt x="727" y="6091"/>
                  </a:cubicBezTo>
                  <a:cubicBezTo>
                    <a:pt x="1905" y="8497"/>
                    <a:pt x="4412" y="10076"/>
                    <a:pt x="6818" y="11029"/>
                  </a:cubicBezTo>
                  <a:cubicBezTo>
                    <a:pt x="9900" y="12282"/>
                    <a:pt x="13434" y="12783"/>
                    <a:pt x="16743" y="12783"/>
                  </a:cubicBezTo>
                  <a:cubicBezTo>
                    <a:pt x="20026" y="12783"/>
                    <a:pt x="23560" y="12282"/>
                    <a:pt x="26642" y="11054"/>
                  </a:cubicBezTo>
                  <a:cubicBezTo>
                    <a:pt x="29048" y="10101"/>
                    <a:pt x="31555" y="8522"/>
                    <a:pt x="32733" y="6116"/>
                  </a:cubicBezTo>
                  <a:cubicBezTo>
                    <a:pt x="33184" y="5214"/>
                    <a:pt x="33434" y="4237"/>
                    <a:pt x="33460" y="3234"/>
                  </a:cubicBezTo>
                  <a:cubicBezTo>
                    <a:pt x="33485" y="2181"/>
                    <a:pt x="33384" y="1079"/>
                    <a:pt x="33184" y="1"/>
                  </a:cubicBezTo>
                  <a:cubicBezTo>
                    <a:pt x="33084" y="377"/>
                    <a:pt x="32933" y="753"/>
                    <a:pt x="32733" y="1129"/>
                  </a:cubicBezTo>
                  <a:cubicBezTo>
                    <a:pt x="31555" y="3535"/>
                    <a:pt x="29048" y="5089"/>
                    <a:pt x="26642" y="6066"/>
                  </a:cubicBezTo>
                  <a:cubicBezTo>
                    <a:pt x="23560" y="7269"/>
                    <a:pt x="20026" y="7795"/>
                    <a:pt x="16743" y="7795"/>
                  </a:cubicBezTo>
                  <a:cubicBezTo>
                    <a:pt x="13434" y="7795"/>
                    <a:pt x="9900" y="7269"/>
                    <a:pt x="6818" y="6041"/>
                  </a:cubicBezTo>
                  <a:cubicBezTo>
                    <a:pt x="4412" y="5064"/>
                    <a:pt x="1905" y="3485"/>
                    <a:pt x="727" y="1104"/>
                  </a:cubicBezTo>
                  <a:cubicBezTo>
                    <a:pt x="552" y="728"/>
                    <a:pt x="427" y="377"/>
                    <a:pt x="301" y="26"/>
                  </a:cubicBezTo>
                  <a:lnTo>
                    <a:pt x="301" y="26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5" name="Google Shape;26612;p127">
              <a:extLst>
                <a:ext uri="{FF2B5EF4-FFF2-40B4-BE49-F238E27FC236}">
                  <a16:creationId xmlns:a16="http://schemas.microsoft.com/office/drawing/2014/main" id="{90934C1D-3B02-AB1E-2C0E-830D4423A869}"/>
                </a:ext>
              </a:extLst>
            </p:cNvPr>
            <p:cNvSpPr/>
            <p:nvPr/>
          </p:nvSpPr>
          <p:spPr>
            <a:xfrm>
              <a:off x="5654436" y="2168948"/>
              <a:ext cx="536009" cy="95803"/>
            </a:xfrm>
            <a:custGeom>
              <a:avLst/>
              <a:gdLst/>
              <a:ahLst/>
              <a:cxnLst/>
              <a:rect l="l" t="t" r="r" b="b"/>
              <a:pathLst>
                <a:path w="30151" h="5389" extrusionOk="0">
                  <a:moveTo>
                    <a:pt x="0" y="276"/>
                  </a:moveTo>
                  <a:cubicBezTo>
                    <a:pt x="1303" y="1830"/>
                    <a:pt x="3183" y="2908"/>
                    <a:pt x="5038" y="3635"/>
                  </a:cubicBezTo>
                  <a:cubicBezTo>
                    <a:pt x="8120" y="4888"/>
                    <a:pt x="11654" y="5389"/>
                    <a:pt x="14963" y="5389"/>
                  </a:cubicBezTo>
                  <a:cubicBezTo>
                    <a:pt x="18246" y="5389"/>
                    <a:pt x="21780" y="4888"/>
                    <a:pt x="24862" y="3660"/>
                  </a:cubicBezTo>
                  <a:cubicBezTo>
                    <a:pt x="26817" y="2883"/>
                    <a:pt x="28822" y="1705"/>
                    <a:pt x="30151" y="0"/>
                  </a:cubicBezTo>
                  <a:cubicBezTo>
                    <a:pt x="28822" y="1153"/>
                    <a:pt x="27168" y="2005"/>
                    <a:pt x="25539" y="2607"/>
                  </a:cubicBezTo>
                  <a:cubicBezTo>
                    <a:pt x="22231" y="3835"/>
                    <a:pt x="18446" y="4336"/>
                    <a:pt x="14912" y="4336"/>
                  </a:cubicBezTo>
                  <a:cubicBezTo>
                    <a:pt x="11354" y="4336"/>
                    <a:pt x="7569" y="3835"/>
                    <a:pt x="4261" y="2582"/>
                  </a:cubicBezTo>
                  <a:cubicBezTo>
                    <a:pt x="2782" y="2031"/>
                    <a:pt x="1253" y="1279"/>
                    <a:pt x="0" y="276"/>
                  </a:cubicBezTo>
                  <a:lnTo>
                    <a:pt x="0" y="276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6" name="Google Shape;26613;p127">
              <a:extLst>
                <a:ext uri="{FF2B5EF4-FFF2-40B4-BE49-F238E27FC236}">
                  <a16:creationId xmlns:a16="http://schemas.microsoft.com/office/drawing/2014/main" id="{D9F6334A-D1B0-8BE3-41B9-F9F3F71FAB3E}"/>
                </a:ext>
              </a:extLst>
            </p:cNvPr>
            <p:cNvSpPr/>
            <p:nvPr/>
          </p:nvSpPr>
          <p:spPr>
            <a:xfrm>
              <a:off x="6076790" y="1158028"/>
              <a:ext cx="174682" cy="435335"/>
            </a:xfrm>
            <a:custGeom>
              <a:avLst/>
              <a:gdLst/>
              <a:ahLst/>
              <a:cxnLst/>
              <a:rect l="l" t="t" r="r" b="b"/>
              <a:pathLst>
                <a:path w="9826" h="24488" extrusionOk="0">
                  <a:moveTo>
                    <a:pt x="1981" y="11780"/>
                  </a:moveTo>
                  <a:lnTo>
                    <a:pt x="2081" y="11806"/>
                  </a:lnTo>
                  <a:lnTo>
                    <a:pt x="2582" y="11505"/>
                  </a:lnTo>
                  <a:lnTo>
                    <a:pt x="1981" y="11079"/>
                  </a:lnTo>
                  <a:lnTo>
                    <a:pt x="2783" y="10828"/>
                  </a:lnTo>
                  <a:lnTo>
                    <a:pt x="2382" y="10277"/>
                  </a:lnTo>
                  <a:lnTo>
                    <a:pt x="2983" y="10001"/>
                  </a:lnTo>
                  <a:lnTo>
                    <a:pt x="2707" y="9575"/>
                  </a:lnTo>
                  <a:lnTo>
                    <a:pt x="8196" y="1"/>
                  </a:lnTo>
                  <a:lnTo>
                    <a:pt x="9825" y="953"/>
                  </a:lnTo>
                  <a:lnTo>
                    <a:pt x="4337" y="10502"/>
                  </a:lnTo>
                  <a:lnTo>
                    <a:pt x="3986" y="10628"/>
                  </a:lnTo>
                  <a:lnTo>
                    <a:pt x="4286" y="11179"/>
                  </a:lnTo>
                  <a:lnTo>
                    <a:pt x="3735" y="11279"/>
                  </a:lnTo>
                  <a:lnTo>
                    <a:pt x="4136" y="11630"/>
                  </a:lnTo>
                  <a:lnTo>
                    <a:pt x="3384" y="11831"/>
                  </a:lnTo>
                  <a:lnTo>
                    <a:pt x="3735" y="12081"/>
                  </a:lnTo>
                  <a:lnTo>
                    <a:pt x="3810" y="12081"/>
                  </a:lnTo>
                  <a:lnTo>
                    <a:pt x="1805" y="24287"/>
                  </a:lnTo>
                  <a:cubicBezTo>
                    <a:pt x="1705" y="24237"/>
                    <a:pt x="1555" y="24212"/>
                    <a:pt x="1429" y="24212"/>
                  </a:cubicBezTo>
                  <a:cubicBezTo>
                    <a:pt x="1154" y="24212"/>
                    <a:pt x="878" y="24312"/>
                    <a:pt x="652" y="24487"/>
                  </a:cubicBezTo>
                  <a:cubicBezTo>
                    <a:pt x="552" y="24161"/>
                    <a:pt x="301" y="23936"/>
                    <a:pt x="1" y="23836"/>
                  </a:cubicBezTo>
                  <a:lnTo>
                    <a:pt x="1956" y="11881"/>
                  </a:lnTo>
                  <a:lnTo>
                    <a:pt x="1956" y="11881"/>
                  </a:lnTo>
                  <a:lnTo>
                    <a:pt x="1956" y="11881"/>
                  </a:lnTo>
                  <a:lnTo>
                    <a:pt x="1981" y="1178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7" name="Google Shape;26614;p127">
              <a:extLst>
                <a:ext uri="{FF2B5EF4-FFF2-40B4-BE49-F238E27FC236}">
                  <a16:creationId xmlns:a16="http://schemas.microsoft.com/office/drawing/2014/main" id="{2B4D1811-FA78-E495-0CF0-40C6A09B52C5}"/>
                </a:ext>
              </a:extLst>
            </p:cNvPr>
            <p:cNvSpPr/>
            <p:nvPr/>
          </p:nvSpPr>
          <p:spPr>
            <a:xfrm>
              <a:off x="6095509" y="1167841"/>
              <a:ext cx="155962" cy="421949"/>
            </a:xfrm>
            <a:custGeom>
              <a:avLst/>
              <a:gdLst/>
              <a:ahLst/>
              <a:cxnLst/>
              <a:rect l="l" t="t" r="r" b="b"/>
              <a:pathLst>
                <a:path w="8773" h="23735" extrusionOk="0">
                  <a:moveTo>
                    <a:pt x="8071" y="0"/>
                  </a:moveTo>
                  <a:lnTo>
                    <a:pt x="8772" y="401"/>
                  </a:lnTo>
                  <a:lnTo>
                    <a:pt x="3284" y="9950"/>
                  </a:lnTo>
                  <a:lnTo>
                    <a:pt x="2933" y="10076"/>
                  </a:lnTo>
                  <a:lnTo>
                    <a:pt x="3233" y="10627"/>
                  </a:lnTo>
                  <a:lnTo>
                    <a:pt x="2682" y="10727"/>
                  </a:lnTo>
                  <a:lnTo>
                    <a:pt x="3083" y="11078"/>
                  </a:lnTo>
                  <a:lnTo>
                    <a:pt x="2331" y="11279"/>
                  </a:lnTo>
                  <a:lnTo>
                    <a:pt x="2682" y="11529"/>
                  </a:lnTo>
                  <a:lnTo>
                    <a:pt x="2757" y="11529"/>
                  </a:lnTo>
                  <a:lnTo>
                    <a:pt x="752" y="23735"/>
                  </a:lnTo>
                  <a:cubicBezTo>
                    <a:pt x="652" y="23685"/>
                    <a:pt x="502" y="23660"/>
                    <a:pt x="376" y="23660"/>
                  </a:cubicBezTo>
                  <a:cubicBezTo>
                    <a:pt x="251" y="23660"/>
                    <a:pt x="126" y="23685"/>
                    <a:pt x="0" y="23735"/>
                  </a:cubicBezTo>
                  <a:lnTo>
                    <a:pt x="1680" y="11604"/>
                  </a:lnTo>
                  <a:lnTo>
                    <a:pt x="1980" y="11028"/>
                  </a:lnTo>
                  <a:lnTo>
                    <a:pt x="2081" y="10301"/>
                  </a:lnTo>
                  <a:lnTo>
                    <a:pt x="2381" y="9925"/>
                  </a:lnTo>
                  <a:lnTo>
                    <a:pt x="2682" y="9324"/>
                  </a:lnTo>
                  <a:lnTo>
                    <a:pt x="7494" y="1003"/>
                  </a:lnTo>
                  <a:lnTo>
                    <a:pt x="8071" y="0"/>
                  </a:lnTo>
                  <a:lnTo>
                    <a:pt x="8071" y="0"/>
                  </a:lnTo>
                </a:path>
              </a:pathLst>
            </a:custGeom>
            <a:solidFill>
              <a:srgbClr val="CCC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8" name="Google Shape;26615;p127">
              <a:extLst>
                <a:ext uri="{FF2B5EF4-FFF2-40B4-BE49-F238E27FC236}">
                  <a16:creationId xmlns:a16="http://schemas.microsoft.com/office/drawing/2014/main" id="{8B4E9760-319C-27B3-964C-739B3C56FA80}"/>
                </a:ext>
              </a:extLst>
            </p:cNvPr>
            <p:cNvSpPr/>
            <p:nvPr/>
          </p:nvSpPr>
          <p:spPr>
            <a:xfrm>
              <a:off x="5851792" y="1508227"/>
              <a:ext cx="14738" cy="12498"/>
            </a:xfrm>
            <a:custGeom>
              <a:avLst/>
              <a:gdLst/>
              <a:ahLst/>
              <a:cxnLst/>
              <a:rect l="l" t="t" r="r" b="b"/>
              <a:pathLst>
                <a:path w="829" h="703" extrusionOk="0">
                  <a:moveTo>
                    <a:pt x="402" y="702"/>
                  </a:moveTo>
                  <a:cubicBezTo>
                    <a:pt x="628" y="702"/>
                    <a:pt x="828" y="527"/>
                    <a:pt x="828" y="351"/>
                  </a:cubicBezTo>
                  <a:cubicBezTo>
                    <a:pt x="828" y="151"/>
                    <a:pt x="628" y="0"/>
                    <a:pt x="402" y="0"/>
                  </a:cubicBezTo>
                  <a:cubicBezTo>
                    <a:pt x="176" y="0"/>
                    <a:pt x="1" y="151"/>
                    <a:pt x="1" y="351"/>
                  </a:cubicBezTo>
                  <a:cubicBezTo>
                    <a:pt x="1" y="527"/>
                    <a:pt x="176" y="702"/>
                    <a:pt x="402" y="702"/>
                  </a:cubicBezTo>
                  <a:lnTo>
                    <a:pt x="402" y="702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9" name="Google Shape;26616;p127">
              <a:extLst>
                <a:ext uri="{FF2B5EF4-FFF2-40B4-BE49-F238E27FC236}">
                  <a16:creationId xmlns:a16="http://schemas.microsoft.com/office/drawing/2014/main" id="{DB1426EF-A72F-02E8-FCF3-9FD32866D47D}"/>
                </a:ext>
              </a:extLst>
            </p:cNvPr>
            <p:cNvSpPr/>
            <p:nvPr/>
          </p:nvSpPr>
          <p:spPr>
            <a:xfrm>
              <a:off x="5907041" y="1482824"/>
              <a:ext cx="9831" cy="11164"/>
            </a:xfrm>
            <a:custGeom>
              <a:avLst/>
              <a:gdLst/>
              <a:ahLst/>
              <a:cxnLst/>
              <a:rect l="l" t="t" r="r" b="b"/>
              <a:pathLst>
                <a:path w="553" h="628" extrusionOk="0">
                  <a:moveTo>
                    <a:pt x="502" y="226"/>
                  </a:moveTo>
                  <a:cubicBezTo>
                    <a:pt x="552" y="377"/>
                    <a:pt x="502" y="552"/>
                    <a:pt x="352" y="577"/>
                  </a:cubicBezTo>
                  <a:cubicBezTo>
                    <a:pt x="226" y="627"/>
                    <a:pt x="101" y="552"/>
                    <a:pt x="51" y="377"/>
                  </a:cubicBezTo>
                  <a:cubicBezTo>
                    <a:pt x="1" y="226"/>
                    <a:pt x="76" y="76"/>
                    <a:pt x="176" y="51"/>
                  </a:cubicBezTo>
                  <a:cubicBezTo>
                    <a:pt x="327" y="1"/>
                    <a:pt x="452" y="101"/>
                    <a:pt x="502" y="226"/>
                  </a:cubicBezTo>
                  <a:lnTo>
                    <a:pt x="502" y="226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0" name="Google Shape;26617;p127">
              <a:extLst>
                <a:ext uri="{FF2B5EF4-FFF2-40B4-BE49-F238E27FC236}">
                  <a16:creationId xmlns:a16="http://schemas.microsoft.com/office/drawing/2014/main" id="{15F13A66-1DE0-7878-5A00-A356EC0A85B0}"/>
                </a:ext>
              </a:extLst>
            </p:cNvPr>
            <p:cNvSpPr/>
            <p:nvPr/>
          </p:nvSpPr>
          <p:spPr>
            <a:xfrm>
              <a:off x="5823278" y="1490397"/>
              <a:ext cx="16071" cy="13831"/>
            </a:xfrm>
            <a:custGeom>
              <a:avLst/>
              <a:gdLst/>
              <a:ahLst/>
              <a:cxnLst/>
              <a:rect l="l" t="t" r="r" b="b"/>
              <a:pathLst>
                <a:path w="904" h="778" extrusionOk="0">
                  <a:moveTo>
                    <a:pt x="552" y="51"/>
                  </a:moveTo>
                  <a:cubicBezTo>
                    <a:pt x="778" y="126"/>
                    <a:pt x="903" y="327"/>
                    <a:pt x="853" y="502"/>
                  </a:cubicBezTo>
                  <a:cubicBezTo>
                    <a:pt x="803" y="677"/>
                    <a:pt x="577" y="778"/>
                    <a:pt x="352" y="728"/>
                  </a:cubicBezTo>
                  <a:cubicBezTo>
                    <a:pt x="151" y="677"/>
                    <a:pt x="1" y="477"/>
                    <a:pt x="51" y="302"/>
                  </a:cubicBezTo>
                  <a:cubicBezTo>
                    <a:pt x="126" y="101"/>
                    <a:pt x="327" y="1"/>
                    <a:pt x="552" y="51"/>
                  </a:cubicBezTo>
                  <a:lnTo>
                    <a:pt x="552" y="51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1" name="Google Shape;26618;p127">
              <a:extLst>
                <a:ext uri="{FF2B5EF4-FFF2-40B4-BE49-F238E27FC236}">
                  <a16:creationId xmlns:a16="http://schemas.microsoft.com/office/drawing/2014/main" id="{66858176-044C-35AC-7B89-497C39E0A836}"/>
                </a:ext>
              </a:extLst>
            </p:cNvPr>
            <p:cNvSpPr/>
            <p:nvPr/>
          </p:nvSpPr>
          <p:spPr>
            <a:xfrm>
              <a:off x="5983676" y="1522484"/>
              <a:ext cx="16053" cy="14275"/>
            </a:xfrm>
            <a:custGeom>
              <a:avLst/>
              <a:gdLst/>
              <a:ahLst/>
              <a:cxnLst/>
              <a:rect l="l" t="t" r="r" b="b"/>
              <a:pathLst>
                <a:path w="903" h="803" extrusionOk="0">
                  <a:moveTo>
                    <a:pt x="552" y="50"/>
                  </a:moveTo>
                  <a:cubicBezTo>
                    <a:pt x="777" y="126"/>
                    <a:pt x="903" y="301"/>
                    <a:pt x="853" y="502"/>
                  </a:cubicBezTo>
                  <a:cubicBezTo>
                    <a:pt x="803" y="677"/>
                    <a:pt x="577" y="802"/>
                    <a:pt x="351" y="727"/>
                  </a:cubicBezTo>
                  <a:cubicBezTo>
                    <a:pt x="151" y="677"/>
                    <a:pt x="1" y="477"/>
                    <a:pt x="51" y="276"/>
                  </a:cubicBezTo>
                  <a:cubicBezTo>
                    <a:pt x="126" y="101"/>
                    <a:pt x="326" y="0"/>
                    <a:pt x="552" y="50"/>
                  </a:cubicBezTo>
                  <a:lnTo>
                    <a:pt x="552" y="50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2" name="Google Shape;26619;p127">
              <a:extLst>
                <a:ext uri="{FF2B5EF4-FFF2-40B4-BE49-F238E27FC236}">
                  <a16:creationId xmlns:a16="http://schemas.microsoft.com/office/drawing/2014/main" id="{CBDA878A-D436-B4E4-8F7E-008E54C0AD46}"/>
                </a:ext>
              </a:extLst>
            </p:cNvPr>
            <p:cNvSpPr/>
            <p:nvPr/>
          </p:nvSpPr>
          <p:spPr>
            <a:xfrm>
              <a:off x="5944017" y="1577734"/>
              <a:ext cx="16071" cy="13831"/>
            </a:xfrm>
            <a:custGeom>
              <a:avLst/>
              <a:gdLst/>
              <a:ahLst/>
              <a:cxnLst/>
              <a:rect l="l" t="t" r="r" b="b"/>
              <a:pathLst>
                <a:path w="904" h="778" extrusionOk="0">
                  <a:moveTo>
                    <a:pt x="552" y="50"/>
                  </a:moveTo>
                  <a:cubicBezTo>
                    <a:pt x="778" y="125"/>
                    <a:pt x="903" y="326"/>
                    <a:pt x="853" y="501"/>
                  </a:cubicBezTo>
                  <a:cubicBezTo>
                    <a:pt x="828" y="677"/>
                    <a:pt x="602" y="777"/>
                    <a:pt x="377" y="727"/>
                  </a:cubicBezTo>
                  <a:cubicBezTo>
                    <a:pt x="151" y="677"/>
                    <a:pt x="1" y="476"/>
                    <a:pt x="76" y="276"/>
                  </a:cubicBezTo>
                  <a:cubicBezTo>
                    <a:pt x="126" y="100"/>
                    <a:pt x="327" y="0"/>
                    <a:pt x="552" y="50"/>
                  </a:cubicBezTo>
                  <a:lnTo>
                    <a:pt x="552" y="50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3" name="Google Shape;26620;p127">
              <a:extLst>
                <a:ext uri="{FF2B5EF4-FFF2-40B4-BE49-F238E27FC236}">
                  <a16:creationId xmlns:a16="http://schemas.microsoft.com/office/drawing/2014/main" id="{AABE5CC9-8BAA-B3E5-87D5-5C085E687FCC}"/>
                </a:ext>
              </a:extLst>
            </p:cNvPr>
            <p:cNvSpPr/>
            <p:nvPr/>
          </p:nvSpPr>
          <p:spPr>
            <a:xfrm>
              <a:off x="5841108" y="1561681"/>
              <a:ext cx="16053" cy="14275"/>
            </a:xfrm>
            <a:custGeom>
              <a:avLst/>
              <a:gdLst/>
              <a:ahLst/>
              <a:cxnLst/>
              <a:rect l="l" t="t" r="r" b="b"/>
              <a:pathLst>
                <a:path w="903" h="803" extrusionOk="0">
                  <a:moveTo>
                    <a:pt x="552" y="51"/>
                  </a:moveTo>
                  <a:cubicBezTo>
                    <a:pt x="777" y="126"/>
                    <a:pt x="903" y="327"/>
                    <a:pt x="853" y="502"/>
                  </a:cubicBezTo>
                  <a:cubicBezTo>
                    <a:pt x="802" y="678"/>
                    <a:pt x="602" y="803"/>
                    <a:pt x="376" y="728"/>
                  </a:cubicBezTo>
                  <a:cubicBezTo>
                    <a:pt x="151" y="678"/>
                    <a:pt x="0" y="477"/>
                    <a:pt x="51" y="277"/>
                  </a:cubicBezTo>
                  <a:cubicBezTo>
                    <a:pt x="101" y="101"/>
                    <a:pt x="326" y="1"/>
                    <a:pt x="552" y="51"/>
                  </a:cubicBezTo>
                  <a:lnTo>
                    <a:pt x="552" y="51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4" name="Google Shape;26621;p127">
              <a:extLst>
                <a:ext uri="{FF2B5EF4-FFF2-40B4-BE49-F238E27FC236}">
                  <a16:creationId xmlns:a16="http://schemas.microsoft.com/office/drawing/2014/main" id="{AB4D7C88-FCA1-58F5-49C3-E3BCA1041D98}"/>
                </a:ext>
              </a:extLst>
            </p:cNvPr>
            <p:cNvSpPr/>
            <p:nvPr/>
          </p:nvSpPr>
          <p:spPr>
            <a:xfrm>
              <a:off x="5806799" y="1539852"/>
              <a:ext cx="9813" cy="11164"/>
            </a:xfrm>
            <a:custGeom>
              <a:avLst/>
              <a:gdLst/>
              <a:ahLst/>
              <a:cxnLst/>
              <a:rect l="l" t="t" r="r" b="b"/>
              <a:pathLst>
                <a:path w="552" h="628" extrusionOk="0">
                  <a:moveTo>
                    <a:pt x="502" y="251"/>
                  </a:moveTo>
                  <a:cubicBezTo>
                    <a:pt x="552" y="402"/>
                    <a:pt x="502" y="552"/>
                    <a:pt x="377" y="577"/>
                  </a:cubicBezTo>
                  <a:cubicBezTo>
                    <a:pt x="251" y="627"/>
                    <a:pt x="101" y="552"/>
                    <a:pt x="51" y="402"/>
                  </a:cubicBezTo>
                  <a:cubicBezTo>
                    <a:pt x="1" y="251"/>
                    <a:pt x="76" y="101"/>
                    <a:pt x="201" y="51"/>
                  </a:cubicBezTo>
                  <a:cubicBezTo>
                    <a:pt x="326" y="1"/>
                    <a:pt x="452" y="101"/>
                    <a:pt x="502" y="251"/>
                  </a:cubicBezTo>
                  <a:lnTo>
                    <a:pt x="502" y="25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5" name="Google Shape;26622;p127">
              <a:extLst>
                <a:ext uri="{FF2B5EF4-FFF2-40B4-BE49-F238E27FC236}">
                  <a16:creationId xmlns:a16="http://schemas.microsoft.com/office/drawing/2014/main" id="{F3B99D5D-8AFD-7AF9-9B51-8C7A82B9AFDC}"/>
                </a:ext>
              </a:extLst>
            </p:cNvPr>
            <p:cNvSpPr/>
            <p:nvPr/>
          </p:nvSpPr>
          <p:spPr>
            <a:xfrm>
              <a:off x="5917299" y="1529168"/>
              <a:ext cx="9813" cy="11146"/>
            </a:xfrm>
            <a:custGeom>
              <a:avLst/>
              <a:gdLst/>
              <a:ahLst/>
              <a:cxnLst/>
              <a:rect l="l" t="t" r="r" b="b"/>
              <a:pathLst>
                <a:path w="552" h="627" extrusionOk="0">
                  <a:moveTo>
                    <a:pt x="501" y="251"/>
                  </a:moveTo>
                  <a:cubicBezTo>
                    <a:pt x="552" y="401"/>
                    <a:pt x="501" y="552"/>
                    <a:pt x="376" y="577"/>
                  </a:cubicBezTo>
                  <a:cubicBezTo>
                    <a:pt x="226" y="627"/>
                    <a:pt x="100" y="527"/>
                    <a:pt x="50" y="401"/>
                  </a:cubicBezTo>
                  <a:cubicBezTo>
                    <a:pt x="0" y="251"/>
                    <a:pt x="75" y="75"/>
                    <a:pt x="201" y="50"/>
                  </a:cubicBezTo>
                  <a:cubicBezTo>
                    <a:pt x="326" y="0"/>
                    <a:pt x="451" y="101"/>
                    <a:pt x="501" y="251"/>
                  </a:cubicBezTo>
                  <a:lnTo>
                    <a:pt x="501" y="25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6" name="Google Shape;26623;p127">
              <a:extLst>
                <a:ext uri="{FF2B5EF4-FFF2-40B4-BE49-F238E27FC236}">
                  <a16:creationId xmlns:a16="http://schemas.microsoft.com/office/drawing/2014/main" id="{EA65DC0C-EDEA-D17C-2FAA-4086731BB0C1}"/>
                </a:ext>
              </a:extLst>
            </p:cNvPr>
            <p:cNvSpPr/>
            <p:nvPr/>
          </p:nvSpPr>
          <p:spPr>
            <a:xfrm>
              <a:off x="6004617" y="1502432"/>
              <a:ext cx="9813" cy="11164"/>
            </a:xfrm>
            <a:custGeom>
              <a:avLst/>
              <a:gdLst/>
              <a:ahLst/>
              <a:cxnLst/>
              <a:rect l="l" t="t" r="r" b="b"/>
              <a:pathLst>
                <a:path w="552" h="628" extrusionOk="0">
                  <a:moveTo>
                    <a:pt x="502" y="251"/>
                  </a:moveTo>
                  <a:cubicBezTo>
                    <a:pt x="552" y="401"/>
                    <a:pt x="502" y="552"/>
                    <a:pt x="376" y="577"/>
                  </a:cubicBezTo>
                  <a:cubicBezTo>
                    <a:pt x="251" y="627"/>
                    <a:pt x="101" y="527"/>
                    <a:pt x="51" y="401"/>
                  </a:cubicBezTo>
                  <a:cubicBezTo>
                    <a:pt x="0" y="251"/>
                    <a:pt x="76" y="76"/>
                    <a:pt x="201" y="51"/>
                  </a:cubicBezTo>
                  <a:cubicBezTo>
                    <a:pt x="326" y="0"/>
                    <a:pt x="452" y="101"/>
                    <a:pt x="502" y="251"/>
                  </a:cubicBezTo>
                  <a:lnTo>
                    <a:pt x="502" y="251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7" name="Google Shape;26624;p127">
              <a:extLst>
                <a:ext uri="{FF2B5EF4-FFF2-40B4-BE49-F238E27FC236}">
                  <a16:creationId xmlns:a16="http://schemas.microsoft.com/office/drawing/2014/main" id="{BC300DA9-A0FA-D3D0-3D85-4E8CD82F54B9}"/>
                </a:ext>
              </a:extLst>
            </p:cNvPr>
            <p:cNvSpPr/>
            <p:nvPr/>
          </p:nvSpPr>
          <p:spPr>
            <a:xfrm>
              <a:off x="6046055" y="1561681"/>
              <a:ext cx="9813" cy="11164"/>
            </a:xfrm>
            <a:custGeom>
              <a:avLst/>
              <a:gdLst/>
              <a:ahLst/>
              <a:cxnLst/>
              <a:rect l="l" t="t" r="r" b="b"/>
              <a:pathLst>
                <a:path w="552" h="628" extrusionOk="0">
                  <a:moveTo>
                    <a:pt x="502" y="251"/>
                  </a:moveTo>
                  <a:cubicBezTo>
                    <a:pt x="552" y="402"/>
                    <a:pt x="502" y="552"/>
                    <a:pt x="376" y="602"/>
                  </a:cubicBezTo>
                  <a:cubicBezTo>
                    <a:pt x="251" y="627"/>
                    <a:pt x="101" y="552"/>
                    <a:pt x="50" y="402"/>
                  </a:cubicBezTo>
                  <a:cubicBezTo>
                    <a:pt x="0" y="251"/>
                    <a:pt x="76" y="101"/>
                    <a:pt x="201" y="51"/>
                  </a:cubicBezTo>
                  <a:cubicBezTo>
                    <a:pt x="326" y="1"/>
                    <a:pt x="477" y="101"/>
                    <a:pt x="502" y="251"/>
                  </a:cubicBezTo>
                  <a:lnTo>
                    <a:pt x="502" y="251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8" name="Google Shape;26625;p127">
              <a:extLst>
                <a:ext uri="{FF2B5EF4-FFF2-40B4-BE49-F238E27FC236}">
                  <a16:creationId xmlns:a16="http://schemas.microsoft.com/office/drawing/2014/main" id="{41585BE3-9B45-E248-AEA2-19A16DC9641F}"/>
                </a:ext>
              </a:extLst>
            </p:cNvPr>
            <p:cNvSpPr/>
            <p:nvPr/>
          </p:nvSpPr>
          <p:spPr>
            <a:xfrm>
              <a:off x="5977881" y="1587973"/>
              <a:ext cx="9831" cy="11164"/>
            </a:xfrm>
            <a:custGeom>
              <a:avLst/>
              <a:gdLst/>
              <a:ahLst/>
              <a:cxnLst/>
              <a:rect l="l" t="t" r="r" b="b"/>
              <a:pathLst>
                <a:path w="553" h="628" extrusionOk="0">
                  <a:moveTo>
                    <a:pt x="502" y="251"/>
                  </a:moveTo>
                  <a:cubicBezTo>
                    <a:pt x="552" y="402"/>
                    <a:pt x="502" y="552"/>
                    <a:pt x="377" y="602"/>
                  </a:cubicBezTo>
                  <a:cubicBezTo>
                    <a:pt x="251" y="627"/>
                    <a:pt x="101" y="552"/>
                    <a:pt x="51" y="402"/>
                  </a:cubicBezTo>
                  <a:cubicBezTo>
                    <a:pt x="1" y="226"/>
                    <a:pt x="76" y="76"/>
                    <a:pt x="201" y="51"/>
                  </a:cubicBezTo>
                  <a:cubicBezTo>
                    <a:pt x="327" y="1"/>
                    <a:pt x="452" y="101"/>
                    <a:pt x="502" y="251"/>
                  </a:cubicBezTo>
                  <a:lnTo>
                    <a:pt x="502" y="251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9" name="Google Shape;26626;p127">
              <a:extLst>
                <a:ext uri="{FF2B5EF4-FFF2-40B4-BE49-F238E27FC236}">
                  <a16:creationId xmlns:a16="http://schemas.microsoft.com/office/drawing/2014/main" id="{07E74A8A-032E-AF35-E8E7-7164718E40D6}"/>
                </a:ext>
              </a:extLst>
            </p:cNvPr>
            <p:cNvSpPr/>
            <p:nvPr/>
          </p:nvSpPr>
          <p:spPr>
            <a:xfrm>
              <a:off x="5944923" y="1517578"/>
              <a:ext cx="15609" cy="13386"/>
            </a:xfrm>
            <a:custGeom>
              <a:avLst/>
              <a:gdLst/>
              <a:ahLst/>
              <a:cxnLst/>
              <a:rect l="l" t="t" r="r" b="b"/>
              <a:pathLst>
                <a:path w="878" h="753" extrusionOk="0">
                  <a:moveTo>
                    <a:pt x="376" y="26"/>
                  </a:moveTo>
                  <a:cubicBezTo>
                    <a:pt x="602" y="1"/>
                    <a:pt x="802" y="126"/>
                    <a:pt x="827" y="301"/>
                  </a:cubicBezTo>
                  <a:cubicBezTo>
                    <a:pt x="877" y="502"/>
                    <a:pt x="702" y="677"/>
                    <a:pt x="476" y="727"/>
                  </a:cubicBezTo>
                  <a:cubicBezTo>
                    <a:pt x="251" y="753"/>
                    <a:pt x="50" y="627"/>
                    <a:pt x="25" y="427"/>
                  </a:cubicBezTo>
                  <a:cubicBezTo>
                    <a:pt x="0" y="251"/>
                    <a:pt x="176" y="51"/>
                    <a:pt x="376" y="26"/>
                  </a:cubicBezTo>
                  <a:lnTo>
                    <a:pt x="376" y="26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0" name="Google Shape;26627;p127">
              <a:extLst>
                <a:ext uri="{FF2B5EF4-FFF2-40B4-BE49-F238E27FC236}">
                  <a16:creationId xmlns:a16="http://schemas.microsoft.com/office/drawing/2014/main" id="{722B3EC9-6615-F6AC-8019-C98870A5620C}"/>
                </a:ext>
              </a:extLst>
            </p:cNvPr>
            <p:cNvSpPr/>
            <p:nvPr/>
          </p:nvSpPr>
          <p:spPr>
            <a:xfrm>
              <a:off x="5880768" y="1554997"/>
              <a:ext cx="15609" cy="13386"/>
            </a:xfrm>
            <a:custGeom>
              <a:avLst/>
              <a:gdLst/>
              <a:ahLst/>
              <a:cxnLst/>
              <a:rect l="l" t="t" r="r" b="b"/>
              <a:pathLst>
                <a:path w="878" h="753" extrusionOk="0">
                  <a:moveTo>
                    <a:pt x="376" y="26"/>
                  </a:moveTo>
                  <a:cubicBezTo>
                    <a:pt x="602" y="1"/>
                    <a:pt x="802" y="126"/>
                    <a:pt x="827" y="327"/>
                  </a:cubicBezTo>
                  <a:cubicBezTo>
                    <a:pt x="877" y="502"/>
                    <a:pt x="702" y="678"/>
                    <a:pt x="476" y="728"/>
                  </a:cubicBezTo>
                  <a:cubicBezTo>
                    <a:pt x="251" y="753"/>
                    <a:pt x="50" y="627"/>
                    <a:pt x="25" y="427"/>
                  </a:cubicBezTo>
                  <a:cubicBezTo>
                    <a:pt x="0" y="226"/>
                    <a:pt x="150" y="51"/>
                    <a:pt x="376" y="26"/>
                  </a:cubicBezTo>
                  <a:lnTo>
                    <a:pt x="376" y="26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1" name="Google Shape;26628;p127">
              <a:extLst>
                <a:ext uri="{FF2B5EF4-FFF2-40B4-BE49-F238E27FC236}">
                  <a16:creationId xmlns:a16="http://schemas.microsoft.com/office/drawing/2014/main" id="{5C71B0AD-7CBE-ECF7-90B0-BD2F3F7C117A}"/>
                </a:ext>
              </a:extLst>
            </p:cNvPr>
            <p:cNvSpPr/>
            <p:nvPr/>
          </p:nvSpPr>
          <p:spPr>
            <a:xfrm>
              <a:off x="5768490" y="1518467"/>
              <a:ext cx="15164" cy="15164"/>
            </a:xfrm>
            <a:custGeom>
              <a:avLst/>
              <a:gdLst/>
              <a:ahLst/>
              <a:cxnLst/>
              <a:rect l="l" t="t" r="r" b="b"/>
              <a:pathLst>
                <a:path w="853" h="853" extrusionOk="0">
                  <a:moveTo>
                    <a:pt x="677" y="176"/>
                  </a:moveTo>
                  <a:cubicBezTo>
                    <a:pt x="852" y="327"/>
                    <a:pt x="852" y="552"/>
                    <a:pt x="727" y="703"/>
                  </a:cubicBezTo>
                  <a:cubicBezTo>
                    <a:pt x="602" y="853"/>
                    <a:pt x="351" y="828"/>
                    <a:pt x="201" y="677"/>
                  </a:cubicBezTo>
                  <a:cubicBezTo>
                    <a:pt x="25" y="502"/>
                    <a:pt x="0" y="276"/>
                    <a:pt x="126" y="126"/>
                  </a:cubicBezTo>
                  <a:cubicBezTo>
                    <a:pt x="251" y="1"/>
                    <a:pt x="501" y="1"/>
                    <a:pt x="677" y="176"/>
                  </a:cubicBezTo>
                  <a:lnTo>
                    <a:pt x="677" y="176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2" name="Google Shape;26629;p127">
              <a:extLst>
                <a:ext uri="{FF2B5EF4-FFF2-40B4-BE49-F238E27FC236}">
                  <a16:creationId xmlns:a16="http://schemas.microsoft.com/office/drawing/2014/main" id="{58A285DC-0BD7-6774-2F69-CCABCEDA3291}"/>
                </a:ext>
              </a:extLst>
            </p:cNvPr>
            <p:cNvSpPr/>
            <p:nvPr/>
          </p:nvSpPr>
          <p:spPr>
            <a:xfrm>
              <a:off x="6015301" y="1578623"/>
              <a:ext cx="9831" cy="11146"/>
            </a:xfrm>
            <a:custGeom>
              <a:avLst/>
              <a:gdLst/>
              <a:ahLst/>
              <a:cxnLst/>
              <a:rect l="l" t="t" r="r" b="b"/>
              <a:pathLst>
                <a:path w="553" h="627" extrusionOk="0">
                  <a:moveTo>
                    <a:pt x="502" y="251"/>
                  </a:moveTo>
                  <a:cubicBezTo>
                    <a:pt x="552" y="401"/>
                    <a:pt x="502" y="552"/>
                    <a:pt x="352" y="577"/>
                  </a:cubicBezTo>
                  <a:cubicBezTo>
                    <a:pt x="227" y="627"/>
                    <a:pt x="76" y="527"/>
                    <a:pt x="51" y="376"/>
                  </a:cubicBezTo>
                  <a:cubicBezTo>
                    <a:pt x="1" y="251"/>
                    <a:pt x="51" y="100"/>
                    <a:pt x="176" y="50"/>
                  </a:cubicBezTo>
                  <a:cubicBezTo>
                    <a:pt x="302" y="0"/>
                    <a:pt x="452" y="100"/>
                    <a:pt x="502" y="251"/>
                  </a:cubicBezTo>
                  <a:lnTo>
                    <a:pt x="502" y="25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3" name="Google Shape;26630;p127">
              <a:extLst>
                <a:ext uri="{FF2B5EF4-FFF2-40B4-BE49-F238E27FC236}">
                  <a16:creationId xmlns:a16="http://schemas.microsoft.com/office/drawing/2014/main" id="{97E2111C-7FFE-7A29-72A2-A6C5CB5A88FF}"/>
                </a:ext>
              </a:extLst>
            </p:cNvPr>
            <p:cNvSpPr/>
            <p:nvPr/>
          </p:nvSpPr>
          <p:spPr>
            <a:xfrm>
              <a:off x="6039815" y="1531835"/>
              <a:ext cx="10258" cy="11164"/>
            </a:xfrm>
            <a:custGeom>
              <a:avLst/>
              <a:gdLst/>
              <a:ahLst/>
              <a:cxnLst/>
              <a:rect l="l" t="t" r="r" b="b"/>
              <a:pathLst>
                <a:path w="577" h="628" extrusionOk="0">
                  <a:moveTo>
                    <a:pt x="527" y="226"/>
                  </a:moveTo>
                  <a:cubicBezTo>
                    <a:pt x="577" y="377"/>
                    <a:pt x="502" y="552"/>
                    <a:pt x="376" y="577"/>
                  </a:cubicBezTo>
                  <a:cubicBezTo>
                    <a:pt x="251" y="627"/>
                    <a:pt x="101" y="552"/>
                    <a:pt x="51" y="377"/>
                  </a:cubicBezTo>
                  <a:cubicBezTo>
                    <a:pt x="0" y="226"/>
                    <a:pt x="76" y="76"/>
                    <a:pt x="201" y="51"/>
                  </a:cubicBezTo>
                  <a:cubicBezTo>
                    <a:pt x="326" y="1"/>
                    <a:pt x="477" y="101"/>
                    <a:pt x="527" y="226"/>
                  </a:cubicBezTo>
                  <a:lnTo>
                    <a:pt x="527" y="226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4" name="Google Shape;26631;p127">
              <a:extLst>
                <a:ext uri="{FF2B5EF4-FFF2-40B4-BE49-F238E27FC236}">
                  <a16:creationId xmlns:a16="http://schemas.microsoft.com/office/drawing/2014/main" id="{D6845864-7899-3B93-653D-7DAC3974B2C8}"/>
                </a:ext>
              </a:extLst>
            </p:cNvPr>
            <p:cNvSpPr/>
            <p:nvPr/>
          </p:nvSpPr>
          <p:spPr>
            <a:xfrm>
              <a:off x="5982343" y="1552775"/>
              <a:ext cx="9813" cy="11164"/>
            </a:xfrm>
            <a:custGeom>
              <a:avLst/>
              <a:gdLst/>
              <a:ahLst/>
              <a:cxnLst/>
              <a:rect l="l" t="t" r="r" b="b"/>
              <a:pathLst>
                <a:path w="552" h="628" extrusionOk="0">
                  <a:moveTo>
                    <a:pt x="502" y="251"/>
                  </a:moveTo>
                  <a:cubicBezTo>
                    <a:pt x="552" y="402"/>
                    <a:pt x="477" y="552"/>
                    <a:pt x="351" y="602"/>
                  </a:cubicBezTo>
                  <a:cubicBezTo>
                    <a:pt x="226" y="627"/>
                    <a:pt x="76" y="552"/>
                    <a:pt x="25" y="402"/>
                  </a:cubicBezTo>
                  <a:cubicBezTo>
                    <a:pt x="0" y="251"/>
                    <a:pt x="50" y="76"/>
                    <a:pt x="176" y="51"/>
                  </a:cubicBezTo>
                  <a:cubicBezTo>
                    <a:pt x="301" y="1"/>
                    <a:pt x="451" y="101"/>
                    <a:pt x="502" y="251"/>
                  </a:cubicBezTo>
                  <a:lnTo>
                    <a:pt x="502" y="25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5" name="Google Shape;26632;p127">
              <a:extLst>
                <a:ext uri="{FF2B5EF4-FFF2-40B4-BE49-F238E27FC236}">
                  <a16:creationId xmlns:a16="http://schemas.microsoft.com/office/drawing/2014/main" id="{11FC8A7D-2DEB-8C55-1ABB-3F3DAEDD6020}"/>
                </a:ext>
              </a:extLst>
            </p:cNvPr>
            <p:cNvSpPr/>
            <p:nvPr/>
          </p:nvSpPr>
          <p:spPr>
            <a:xfrm>
              <a:off x="6079013" y="1831228"/>
              <a:ext cx="93599" cy="204530"/>
            </a:xfrm>
            <a:custGeom>
              <a:avLst/>
              <a:gdLst/>
              <a:ahLst/>
              <a:cxnLst/>
              <a:rect l="l" t="t" r="r" b="b"/>
              <a:pathLst>
                <a:path w="5265" h="11505" extrusionOk="0">
                  <a:moveTo>
                    <a:pt x="1179" y="8547"/>
                  </a:moveTo>
                  <a:cubicBezTo>
                    <a:pt x="1" y="7695"/>
                    <a:pt x="176" y="4888"/>
                    <a:pt x="1605" y="3184"/>
                  </a:cubicBezTo>
                  <a:cubicBezTo>
                    <a:pt x="4237" y="1"/>
                    <a:pt x="5264" y="11505"/>
                    <a:pt x="1179" y="8547"/>
                  </a:cubicBezTo>
                  <a:lnTo>
                    <a:pt x="1179" y="8547"/>
                  </a:lnTo>
                  <a:close/>
                </a:path>
              </a:pathLst>
            </a:custGeom>
            <a:solidFill>
              <a:srgbClr val="D4B4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6" name="Google Shape;26633;p127">
              <a:extLst>
                <a:ext uri="{FF2B5EF4-FFF2-40B4-BE49-F238E27FC236}">
                  <a16:creationId xmlns:a16="http://schemas.microsoft.com/office/drawing/2014/main" id="{5A84DEFD-3B95-EB99-16BA-F5F23509B757}"/>
                </a:ext>
              </a:extLst>
            </p:cNvPr>
            <p:cNvSpPr/>
            <p:nvPr/>
          </p:nvSpPr>
          <p:spPr>
            <a:xfrm>
              <a:off x="6121783" y="1992515"/>
              <a:ext cx="60177" cy="120763"/>
            </a:xfrm>
            <a:custGeom>
              <a:avLst/>
              <a:gdLst/>
              <a:ahLst/>
              <a:cxnLst/>
              <a:rect l="l" t="t" r="r" b="b"/>
              <a:pathLst>
                <a:path w="3385" h="6793" extrusionOk="0">
                  <a:moveTo>
                    <a:pt x="1530" y="376"/>
                  </a:moveTo>
                  <a:cubicBezTo>
                    <a:pt x="1" y="702"/>
                    <a:pt x="151" y="1605"/>
                    <a:pt x="502" y="2732"/>
                  </a:cubicBezTo>
                  <a:cubicBezTo>
                    <a:pt x="1705" y="6793"/>
                    <a:pt x="3384" y="1"/>
                    <a:pt x="1530" y="376"/>
                  </a:cubicBezTo>
                  <a:lnTo>
                    <a:pt x="1530" y="376"/>
                  </a:lnTo>
                  <a:close/>
                </a:path>
              </a:pathLst>
            </a:custGeom>
            <a:solidFill>
              <a:srgbClr val="D4B4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7" name="Google Shape;26634;p127">
              <a:extLst>
                <a:ext uri="{FF2B5EF4-FFF2-40B4-BE49-F238E27FC236}">
                  <a16:creationId xmlns:a16="http://schemas.microsoft.com/office/drawing/2014/main" id="{6C829C38-86E1-E689-5EAD-45EAA87FF9C4}"/>
                </a:ext>
              </a:extLst>
            </p:cNvPr>
            <p:cNvSpPr/>
            <p:nvPr/>
          </p:nvSpPr>
          <p:spPr>
            <a:xfrm>
              <a:off x="5933778" y="1808510"/>
              <a:ext cx="19626" cy="19626"/>
            </a:xfrm>
            <a:custGeom>
              <a:avLst/>
              <a:gdLst/>
              <a:ahLst/>
              <a:cxnLst/>
              <a:rect l="l" t="t" r="r" b="b"/>
              <a:pathLst>
                <a:path w="1104" h="1104" extrusionOk="0">
                  <a:moveTo>
                    <a:pt x="552" y="1103"/>
                  </a:moveTo>
                  <a:cubicBezTo>
                    <a:pt x="853" y="1103"/>
                    <a:pt x="1103" y="853"/>
                    <a:pt x="1103" y="552"/>
                  </a:cubicBezTo>
                  <a:cubicBezTo>
                    <a:pt x="1103" y="251"/>
                    <a:pt x="853" y="1"/>
                    <a:pt x="552" y="1"/>
                  </a:cubicBezTo>
                  <a:cubicBezTo>
                    <a:pt x="251" y="1"/>
                    <a:pt x="1" y="251"/>
                    <a:pt x="1" y="552"/>
                  </a:cubicBezTo>
                  <a:cubicBezTo>
                    <a:pt x="1" y="853"/>
                    <a:pt x="251" y="1103"/>
                    <a:pt x="552" y="1103"/>
                  </a:cubicBezTo>
                  <a:lnTo>
                    <a:pt x="552" y="1103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8" name="Google Shape;26635;p127">
              <a:extLst>
                <a:ext uri="{FF2B5EF4-FFF2-40B4-BE49-F238E27FC236}">
                  <a16:creationId xmlns:a16="http://schemas.microsoft.com/office/drawing/2014/main" id="{46354D23-5706-9771-C60E-1B064F153C4B}"/>
                </a:ext>
              </a:extLst>
            </p:cNvPr>
            <p:cNvSpPr/>
            <p:nvPr/>
          </p:nvSpPr>
          <p:spPr>
            <a:xfrm>
              <a:off x="6113766" y="1786236"/>
              <a:ext cx="16071" cy="15609"/>
            </a:xfrm>
            <a:custGeom>
              <a:avLst/>
              <a:gdLst/>
              <a:ahLst/>
              <a:cxnLst/>
              <a:rect l="l" t="t" r="r" b="b"/>
              <a:pathLst>
                <a:path w="904" h="878" extrusionOk="0">
                  <a:moveTo>
                    <a:pt x="452" y="878"/>
                  </a:moveTo>
                  <a:cubicBezTo>
                    <a:pt x="703" y="878"/>
                    <a:pt x="903" y="677"/>
                    <a:pt x="903" y="452"/>
                  </a:cubicBezTo>
                  <a:cubicBezTo>
                    <a:pt x="903" y="201"/>
                    <a:pt x="703" y="0"/>
                    <a:pt x="452" y="0"/>
                  </a:cubicBezTo>
                  <a:cubicBezTo>
                    <a:pt x="201" y="0"/>
                    <a:pt x="1" y="201"/>
                    <a:pt x="1" y="452"/>
                  </a:cubicBezTo>
                  <a:cubicBezTo>
                    <a:pt x="1" y="677"/>
                    <a:pt x="201" y="878"/>
                    <a:pt x="452" y="878"/>
                  </a:cubicBezTo>
                  <a:lnTo>
                    <a:pt x="452" y="878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23" name="Google Shape;24123;p103"/>
          <p:cNvSpPr txBox="1">
            <a:spLocks noGrp="1"/>
          </p:cNvSpPr>
          <p:nvPr>
            <p:ph type="subTitle" idx="1"/>
          </p:nvPr>
        </p:nvSpPr>
        <p:spPr>
          <a:xfrm>
            <a:off x="1066896" y="2877311"/>
            <a:ext cx="2139600" cy="749503"/>
          </a:xfrm>
          <a:prstGeom prst="rect">
            <a:avLst/>
          </a:prstGeom>
        </p:spPr>
        <p:txBody>
          <a:bodyPr spcFirstLastPara="1" wrap="square" lIns="90000" tIns="91425" rIns="91425" bIns="91425" anchor="t" anchorCtr="0">
            <a:noAutofit/>
          </a:bodyPr>
          <a:lstStyle/>
          <a:p>
            <a:pPr marL="0" lvl="0" indent="0"/>
            <a:r>
              <a:rPr lang="bs-Latn-BA" dirty="0"/>
              <a:t>Pružanje personaliziranih preporuka kafe kroz kontinuirano učenje iz interakcije s korisnikom</a:t>
            </a:r>
            <a:endParaRPr dirty="0"/>
          </a:p>
        </p:txBody>
      </p:sp>
      <p:sp>
        <p:nvSpPr>
          <p:cNvPr id="24124" name="Google Shape;24124;p103"/>
          <p:cNvSpPr txBox="1">
            <a:spLocks noGrp="1"/>
          </p:cNvSpPr>
          <p:nvPr>
            <p:ph type="subTitle" idx="3"/>
          </p:nvPr>
        </p:nvSpPr>
        <p:spPr>
          <a:xfrm>
            <a:off x="3433381" y="2950464"/>
            <a:ext cx="2382203" cy="89661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bs-Latn-BA" dirty="0"/>
              <a:t>Sadrži: korisnik, skup dostupnih vrsta kafe i sistem povratnih informacija koji omogućava učenje</a:t>
            </a:r>
            <a:endParaRPr dirty="0"/>
          </a:p>
        </p:txBody>
      </p:sp>
      <p:sp>
        <p:nvSpPr>
          <p:cNvPr id="24125" name="Google Shape;24125;p103"/>
          <p:cNvSpPr txBox="1">
            <a:spLocks noGrp="1"/>
          </p:cNvSpPr>
          <p:nvPr>
            <p:ph type="subTitle" idx="5"/>
          </p:nvPr>
        </p:nvSpPr>
        <p:spPr>
          <a:xfrm>
            <a:off x="5963888" y="2950266"/>
            <a:ext cx="2290096" cy="87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bs-Latn-BA" dirty="0"/>
              <a:t>Agent percipira okruženje isključivo putem eksplicitne povratne informacije korisnika o preporučenoj kafi</a:t>
            </a:r>
            <a:endParaRPr dirty="0"/>
          </a:p>
        </p:txBody>
      </p:sp>
      <p:sp>
        <p:nvSpPr>
          <p:cNvPr id="24126" name="Google Shape;24126;p103"/>
          <p:cNvSpPr txBox="1">
            <a:spLocks noGrp="1"/>
          </p:cNvSpPr>
          <p:nvPr>
            <p:ph type="title"/>
          </p:nvPr>
        </p:nvSpPr>
        <p:spPr>
          <a:xfrm>
            <a:off x="1005955" y="1748160"/>
            <a:ext cx="2216400" cy="104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sz="3600" dirty="0"/>
              <a:t>Svrha</a:t>
            </a:r>
            <a:endParaRPr sz="3600" dirty="0"/>
          </a:p>
        </p:txBody>
      </p:sp>
      <p:sp>
        <p:nvSpPr>
          <p:cNvPr id="24127" name="Google Shape;24127;p103"/>
          <p:cNvSpPr txBox="1">
            <a:spLocks noGrp="1"/>
          </p:cNvSpPr>
          <p:nvPr>
            <p:ph type="title" idx="2"/>
          </p:nvPr>
        </p:nvSpPr>
        <p:spPr>
          <a:xfrm>
            <a:off x="3430182" y="1754884"/>
            <a:ext cx="2345329" cy="104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sz="3600" dirty="0"/>
              <a:t>Okruženje</a:t>
            </a:r>
            <a:endParaRPr sz="3600" dirty="0"/>
          </a:p>
        </p:txBody>
      </p:sp>
      <p:sp>
        <p:nvSpPr>
          <p:cNvPr id="24128" name="Google Shape;24128;p103"/>
          <p:cNvSpPr txBox="1">
            <a:spLocks noGrp="1"/>
          </p:cNvSpPr>
          <p:nvPr>
            <p:ph type="title" idx="4"/>
          </p:nvPr>
        </p:nvSpPr>
        <p:spPr>
          <a:xfrm>
            <a:off x="5881303" y="1741437"/>
            <a:ext cx="2435702" cy="104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sz="3600" dirty="0"/>
              <a:t>Percepcija</a:t>
            </a:r>
            <a:endParaRPr sz="3600" dirty="0"/>
          </a:p>
        </p:txBody>
      </p:sp>
      <p:grpSp>
        <p:nvGrpSpPr>
          <p:cNvPr id="2" name="Google Shape;26636;p127">
            <a:extLst>
              <a:ext uri="{FF2B5EF4-FFF2-40B4-BE49-F238E27FC236}">
                <a16:creationId xmlns:a16="http://schemas.microsoft.com/office/drawing/2014/main" id="{3E180EAB-1E4F-61A2-742B-3E3E52A5A8C8}"/>
              </a:ext>
            </a:extLst>
          </p:cNvPr>
          <p:cNvGrpSpPr/>
          <p:nvPr/>
        </p:nvGrpSpPr>
        <p:grpSpPr>
          <a:xfrm>
            <a:off x="4307833" y="820269"/>
            <a:ext cx="586896" cy="1179821"/>
            <a:chOff x="3232069" y="2860405"/>
            <a:chExt cx="697305" cy="1432410"/>
          </a:xfrm>
        </p:grpSpPr>
        <p:sp>
          <p:nvSpPr>
            <p:cNvPr id="3" name="Google Shape;26637;p127">
              <a:extLst>
                <a:ext uri="{FF2B5EF4-FFF2-40B4-BE49-F238E27FC236}">
                  <a16:creationId xmlns:a16="http://schemas.microsoft.com/office/drawing/2014/main" id="{4E7518EE-8070-B506-807E-E486F3FA2752}"/>
                </a:ext>
              </a:extLst>
            </p:cNvPr>
            <p:cNvSpPr/>
            <p:nvPr/>
          </p:nvSpPr>
          <p:spPr>
            <a:xfrm>
              <a:off x="3245881" y="3255597"/>
              <a:ext cx="669696" cy="150167"/>
            </a:xfrm>
            <a:custGeom>
              <a:avLst/>
              <a:gdLst/>
              <a:ahLst/>
              <a:cxnLst/>
              <a:rect l="l" t="t" r="r" b="b"/>
              <a:pathLst>
                <a:path w="37671" h="8447" extrusionOk="0">
                  <a:moveTo>
                    <a:pt x="18823" y="8447"/>
                  </a:moveTo>
                  <a:cubicBezTo>
                    <a:pt x="29199" y="8447"/>
                    <a:pt x="37670" y="6542"/>
                    <a:pt x="37670" y="4236"/>
                  </a:cubicBezTo>
                  <a:cubicBezTo>
                    <a:pt x="37670" y="1905"/>
                    <a:pt x="29199" y="1"/>
                    <a:pt x="18823" y="1"/>
                  </a:cubicBezTo>
                  <a:cubicBezTo>
                    <a:pt x="8472" y="1"/>
                    <a:pt x="1" y="1905"/>
                    <a:pt x="1" y="4236"/>
                  </a:cubicBezTo>
                  <a:cubicBezTo>
                    <a:pt x="1" y="6542"/>
                    <a:pt x="8472" y="8447"/>
                    <a:pt x="18823" y="8447"/>
                  </a:cubicBezTo>
                  <a:lnTo>
                    <a:pt x="18823" y="8447"/>
                  </a:lnTo>
                </a:path>
              </a:pathLst>
            </a:custGeom>
            <a:solidFill>
              <a:srgbClr val="CCC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26638;p127">
              <a:extLst>
                <a:ext uri="{FF2B5EF4-FFF2-40B4-BE49-F238E27FC236}">
                  <a16:creationId xmlns:a16="http://schemas.microsoft.com/office/drawing/2014/main" id="{EBC47E30-B628-1C1C-5459-B745F2528236}"/>
                </a:ext>
              </a:extLst>
            </p:cNvPr>
            <p:cNvSpPr/>
            <p:nvPr/>
          </p:nvSpPr>
          <p:spPr>
            <a:xfrm>
              <a:off x="3256138" y="3268521"/>
              <a:ext cx="648737" cy="149722"/>
            </a:xfrm>
            <a:custGeom>
              <a:avLst/>
              <a:gdLst/>
              <a:ahLst/>
              <a:cxnLst/>
              <a:rect l="l" t="t" r="r" b="b"/>
              <a:pathLst>
                <a:path w="36492" h="8422" extrusionOk="0">
                  <a:moveTo>
                    <a:pt x="18246" y="8421"/>
                  </a:moveTo>
                  <a:cubicBezTo>
                    <a:pt x="28296" y="8421"/>
                    <a:pt x="36492" y="6542"/>
                    <a:pt x="36492" y="4211"/>
                  </a:cubicBezTo>
                  <a:cubicBezTo>
                    <a:pt x="36492" y="1880"/>
                    <a:pt x="28296" y="0"/>
                    <a:pt x="18246" y="0"/>
                  </a:cubicBezTo>
                  <a:cubicBezTo>
                    <a:pt x="8196" y="0"/>
                    <a:pt x="0" y="1880"/>
                    <a:pt x="0" y="4211"/>
                  </a:cubicBezTo>
                  <a:cubicBezTo>
                    <a:pt x="0" y="6542"/>
                    <a:pt x="8196" y="8421"/>
                    <a:pt x="18246" y="8421"/>
                  </a:cubicBezTo>
                  <a:lnTo>
                    <a:pt x="18246" y="8421"/>
                  </a:lnTo>
                </a:path>
              </a:pathLst>
            </a:custGeom>
            <a:solidFill>
              <a:srgbClr val="9595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26639;p127">
              <a:extLst>
                <a:ext uri="{FF2B5EF4-FFF2-40B4-BE49-F238E27FC236}">
                  <a16:creationId xmlns:a16="http://schemas.microsoft.com/office/drawing/2014/main" id="{57B41C8B-0BF2-E6B9-29A4-119FFA29B3FC}"/>
                </a:ext>
              </a:extLst>
            </p:cNvPr>
            <p:cNvSpPr/>
            <p:nvPr/>
          </p:nvSpPr>
          <p:spPr>
            <a:xfrm>
              <a:off x="3343902" y="4161813"/>
              <a:ext cx="473201" cy="131002"/>
            </a:xfrm>
            <a:custGeom>
              <a:avLst/>
              <a:gdLst/>
              <a:ahLst/>
              <a:cxnLst/>
              <a:rect l="l" t="t" r="r" b="b"/>
              <a:pathLst>
                <a:path w="26618" h="7369" extrusionOk="0">
                  <a:moveTo>
                    <a:pt x="13309" y="7369"/>
                  </a:moveTo>
                  <a:cubicBezTo>
                    <a:pt x="20652" y="7369"/>
                    <a:pt x="26617" y="5715"/>
                    <a:pt x="26617" y="3685"/>
                  </a:cubicBezTo>
                  <a:cubicBezTo>
                    <a:pt x="26617" y="1654"/>
                    <a:pt x="20652" y="0"/>
                    <a:pt x="13309" y="0"/>
                  </a:cubicBezTo>
                  <a:cubicBezTo>
                    <a:pt x="5990" y="0"/>
                    <a:pt x="0" y="1654"/>
                    <a:pt x="0" y="3685"/>
                  </a:cubicBezTo>
                  <a:cubicBezTo>
                    <a:pt x="0" y="5715"/>
                    <a:pt x="5990" y="7369"/>
                    <a:pt x="13309" y="7369"/>
                  </a:cubicBezTo>
                  <a:lnTo>
                    <a:pt x="13309" y="7369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26640;p127">
              <a:extLst>
                <a:ext uri="{FF2B5EF4-FFF2-40B4-BE49-F238E27FC236}">
                  <a16:creationId xmlns:a16="http://schemas.microsoft.com/office/drawing/2014/main" id="{A455F7C2-46AD-D365-7A90-C3A351F89F2F}"/>
                </a:ext>
              </a:extLst>
            </p:cNvPr>
            <p:cNvSpPr/>
            <p:nvPr/>
          </p:nvSpPr>
          <p:spPr>
            <a:xfrm>
              <a:off x="3272173" y="3387926"/>
              <a:ext cx="616666" cy="889337"/>
            </a:xfrm>
            <a:custGeom>
              <a:avLst/>
              <a:gdLst/>
              <a:ahLst/>
              <a:cxnLst/>
              <a:rect l="l" t="t" r="r" b="b"/>
              <a:pathLst>
                <a:path w="34688" h="50026" extrusionOk="0">
                  <a:moveTo>
                    <a:pt x="17344" y="50026"/>
                  </a:moveTo>
                  <a:cubicBezTo>
                    <a:pt x="22908" y="50026"/>
                    <a:pt x="27569" y="48447"/>
                    <a:pt x="28572" y="46366"/>
                  </a:cubicBezTo>
                  <a:cubicBezTo>
                    <a:pt x="29800" y="43785"/>
                    <a:pt x="31981" y="24687"/>
                    <a:pt x="33484" y="11053"/>
                  </a:cubicBezTo>
                  <a:cubicBezTo>
                    <a:pt x="33986" y="6491"/>
                    <a:pt x="34412" y="2507"/>
                    <a:pt x="34687" y="0"/>
                  </a:cubicBezTo>
                  <a:lnTo>
                    <a:pt x="0" y="0"/>
                  </a:lnTo>
                  <a:cubicBezTo>
                    <a:pt x="1153" y="9950"/>
                    <a:pt x="4487" y="42933"/>
                    <a:pt x="6141" y="46366"/>
                  </a:cubicBezTo>
                  <a:cubicBezTo>
                    <a:pt x="7143" y="48447"/>
                    <a:pt x="11780" y="50026"/>
                    <a:pt x="17344" y="50026"/>
                  </a:cubicBezTo>
                  <a:lnTo>
                    <a:pt x="17344" y="50026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26641;p127">
              <a:extLst>
                <a:ext uri="{FF2B5EF4-FFF2-40B4-BE49-F238E27FC236}">
                  <a16:creationId xmlns:a16="http://schemas.microsoft.com/office/drawing/2014/main" id="{1B9F4B79-83C1-B896-6F51-6D269B6A0DE6}"/>
                </a:ext>
              </a:extLst>
            </p:cNvPr>
            <p:cNvSpPr/>
            <p:nvPr/>
          </p:nvSpPr>
          <p:spPr>
            <a:xfrm>
              <a:off x="3240530" y="3358079"/>
              <a:ext cx="474090" cy="919186"/>
            </a:xfrm>
            <a:custGeom>
              <a:avLst/>
              <a:gdLst/>
              <a:ahLst/>
              <a:cxnLst/>
              <a:rect l="l" t="t" r="r" b="b"/>
              <a:pathLst>
                <a:path w="26668" h="51705" extrusionOk="0">
                  <a:moveTo>
                    <a:pt x="19124" y="51705"/>
                  </a:moveTo>
                  <a:cubicBezTo>
                    <a:pt x="22031" y="51705"/>
                    <a:pt x="24663" y="51278"/>
                    <a:pt x="26668" y="50577"/>
                  </a:cubicBezTo>
                  <a:cubicBezTo>
                    <a:pt x="4262" y="46141"/>
                    <a:pt x="1" y="13559"/>
                    <a:pt x="12582" y="1404"/>
                  </a:cubicBezTo>
                  <a:cubicBezTo>
                    <a:pt x="12557" y="1378"/>
                    <a:pt x="6517" y="627"/>
                    <a:pt x="1605" y="0"/>
                  </a:cubicBezTo>
                  <a:cubicBezTo>
                    <a:pt x="2457" y="7043"/>
                    <a:pt x="6166" y="44386"/>
                    <a:pt x="7921" y="48045"/>
                  </a:cubicBezTo>
                  <a:cubicBezTo>
                    <a:pt x="8923" y="50126"/>
                    <a:pt x="13560" y="51705"/>
                    <a:pt x="19124" y="51705"/>
                  </a:cubicBezTo>
                  <a:lnTo>
                    <a:pt x="19124" y="51705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26642;p127">
              <a:extLst>
                <a:ext uri="{FF2B5EF4-FFF2-40B4-BE49-F238E27FC236}">
                  <a16:creationId xmlns:a16="http://schemas.microsoft.com/office/drawing/2014/main" id="{F262F98D-A5E5-B24E-6B52-D251DB0B46CE}"/>
                </a:ext>
              </a:extLst>
            </p:cNvPr>
            <p:cNvSpPr/>
            <p:nvPr/>
          </p:nvSpPr>
          <p:spPr>
            <a:xfrm>
              <a:off x="3271728" y="3378558"/>
              <a:ext cx="617999" cy="71750"/>
            </a:xfrm>
            <a:custGeom>
              <a:avLst/>
              <a:gdLst/>
              <a:ahLst/>
              <a:cxnLst/>
              <a:rect l="l" t="t" r="r" b="b"/>
              <a:pathLst>
                <a:path w="34763" h="4036" extrusionOk="0">
                  <a:moveTo>
                    <a:pt x="34662" y="1104"/>
                  </a:moveTo>
                  <a:cubicBezTo>
                    <a:pt x="34712" y="703"/>
                    <a:pt x="34737" y="352"/>
                    <a:pt x="34762" y="1"/>
                  </a:cubicBezTo>
                  <a:cubicBezTo>
                    <a:pt x="33910" y="577"/>
                    <a:pt x="32808" y="1003"/>
                    <a:pt x="31554" y="1354"/>
                  </a:cubicBezTo>
                  <a:cubicBezTo>
                    <a:pt x="29900" y="1931"/>
                    <a:pt x="27745" y="2382"/>
                    <a:pt x="24988" y="2582"/>
                  </a:cubicBezTo>
                  <a:cubicBezTo>
                    <a:pt x="22607" y="2858"/>
                    <a:pt x="19950" y="3008"/>
                    <a:pt x="17168" y="3008"/>
                  </a:cubicBezTo>
                  <a:cubicBezTo>
                    <a:pt x="14361" y="3008"/>
                    <a:pt x="11730" y="2858"/>
                    <a:pt x="9349" y="2582"/>
                  </a:cubicBezTo>
                  <a:cubicBezTo>
                    <a:pt x="6592" y="2382"/>
                    <a:pt x="4436" y="1931"/>
                    <a:pt x="2757" y="1354"/>
                  </a:cubicBezTo>
                  <a:cubicBezTo>
                    <a:pt x="1730" y="1054"/>
                    <a:pt x="777" y="703"/>
                    <a:pt x="0" y="277"/>
                  </a:cubicBezTo>
                  <a:cubicBezTo>
                    <a:pt x="50" y="602"/>
                    <a:pt x="76" y="978"/>
                    <a:pt x="126" y="1354"/>
                  </a:cubicBezTo>
                  <a:cubicBezTo>
                    <a:pt x="878" y="1755"/>
                    <a:pt x="1780" y="2106"/>
                    <a:pt x="2757" y="2382"/>
                  </a:cubicBezTo>
                  <a:cubicBezTo>
                    <a:pt x="4436" y="2958"/>
                    <a:pt x="6592" y="3409"/>
                    <a:pt x="9349" y="3610"/>
                  </a:cubicBezTo>
                  <a:cubicBezTo>
                    <a:pt x="11730" y="3886"/>
                    <a:pt x="14361" y="4036"/>
                    <a:pt x="17168" y="4036"/>
                  </a:cubicBezTo>
                  <a:cubicBezTo>
                    <a:pt x="19950" y="4036"/>
                    <a:pt x="22607" y="3886"/>
                    <a:pt x="24988" y="3610"/>
                  </a:cubicBezTo>
                  <a:cubicBezTo>
                    <a:pt x="27745" y="3409"/>
                    <a:pt x="29900" y="2958"/>
                    <a:pt x="31554" y="2382"/>
                  </a:cubicBezTo>
                  <a:cubicBezTo>
                    <a:pt x="32757" y="2031"/>
                    <a:pt x="33810" y="1630"/>
                    <a:pt x="34662" y="1104"/>
                  </a:cubicBezTo>
                  <a:lnTo>
                    <a:pt x="34662" y="1104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26643;p127">
              <a:extLst>
                <a:ext uri="{FF2B5EF4-FFF2-40B4-BE49-F238E27FC236}">
                  <a16:creationId xmlns:a16="http://schemas.microsoft.com/office/drawing/2014/main" id="{1B54D860-2866-927F-46E6-AE285359B181}"/>
                </a:ext>
              </a:extLst>
            </p:cNvPr>
            <p:cNvSpPr/>
            <p:nvPr/>
          </p:nvSpPr>
          <p:spPr>
            <a:xfrm>
              <a:off x="3232069" y="3316642"/>
              <a:ext cx="697305" cy="122540"/>
            </a:xfrm>
            <a:custGeom>
              <a:avLst/>
              <a:gdLst/>
              <a:ahLst/>
              <a:cxnLst/>
              <a:rect l="l" t="t" r="r" b="b"/>
              <a:pathLst>
                <a:path w="39224" h="6893" extrusionOk="0">
                  <a:moveTo>
                    <a:pt x="1304" y="0"/>
                  </a:moveTo>
                  <a:cubicBezTo>
                    <a:pt x="778" y="351"/>
                    <a:pt x="452" y="928"/>
                    <a:pt x="452" y="1579"/>
                  </a:cubicBezTo>
                  <a:cubicBezTo>
                    <a:pt x="452" y="2757"/>
                    <a:pt x="1855" y="3910"/>
                    <a:pt x="2808" y="4411"/>
                  </a:cubicBezTo>
                  <a:cubicBezTo>
                    <a:pt x="5665" y="5865"/>
                    <a:pt x="12106" y="6892"/>
                    <a:pt x="19600" y="6892"/>
                  </a:cubicBezTo>
                  <a:cubicBezTo>
                    <a:pt x="27094" y="6892"/>
                    <a:pt x="33560" y="5865"/>
                    <a:pt x="36417" y="4411"/>
                  </a:cubicBezTo>
                  <a:cubicBezTo>
                    <a:pt x="37369" y="3910"/>
                    <a:pt x="38748" y="2757"/>
                    <a:pt x="38748" y="1579"/>
                  </a:cubicBezTo>
                  <a:cubicBezTo>
                    <a:pt x="38748" y="928"/>
                    <a:pt x="38422" y="351"/>
                    <a:pt x="37921" y="0"/>
                  </a:cubicBezTo>
                  <a:cubicBezTo>
                    <a:pt x="39224" y="3935"/>
                    <a:pt x="21053" y="4537"/>
                    <a:pt x="19600" y="4537"/>
                  </a:cubicBezTo>
                  <a:cubicBezTo>
                    <a:pt x="18146" y="4537"/>
                    <a:pt x="1" y="3935"/>
                    <a:pt x="1304" y="0"/>
                  </a:cubicBezTo>
                  <a:lnTo>
                    <a:pt x="130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26644;p127">
              <a:extLst>
                <a:ext uri="{FF2B5EF4-FFF2-40B4-BE49-F238E27FC236}">
                  <a16:creationId xmlns:a16="http://schemas.microsoft.com/office/drawing/2014/main" id="{3B00C52D-E61C-5C3C-D976-1156D5B4BB35}"/>
                </a:ext>
              </a:extLst>
            </p:cNvPr>
            <p:cNvSpPr/>
            <p:nvPr/>
          </p:nvSpPr>
          <p:spPr>
            <a:xfrm>
              <a:off x="3277079" y="3150448"/>
              <a:ext cx="602391" cy="246858"/>
            </a:xfrm>
            <a:custGeom>
              <a:avLst/>
              <a:gdLst/>
              <a:ahLst/>
              <a:cxnLst/>
              <a:rect l="l" t="t" r="r" b="b"/>
              <a:pathLst>
                <a:path w="33885" h="13886" extrusionOk="0">
                  <a:moveTo>
                    <a:pt x="33735" y="11530"/>
                  </a:moveTo>
                  <a:cubicBezTo>
                    <a:pt x="33835" y="11354"/>
                    <a:pt x="33885" y="11129"/>
                    <a:pt x="33885" y="10903"/>
                  </a:cubicBezTo>
                  <a:cubicBezTo>
                    <a:pt x="33885" y="10226"/>
                    <a:pt x="33359" y="9700"/>
                    <a:pt x="32682" y="9700"/>
                  </a:cubicBezTo>
                  <a:cubicBezTo>
                    <a:pt x="32557" y="9700"/>
                    <a:pt x="32456" y="9700"/>
                    <a:pt x="32356" y="9750"/>
                  </a:cubicBezTo>
                  <a:lnTo>
                    <a:pt x="32356" y="9650"/>
                  </a:lnTo>
                  <a:cubicBezTo>
                    <a:pt x="32356" y="8873"/>
                    <a:pt x="31705" y="8246"/>
                    <a:pt x="30928" y="8246"/>
                  </a:cubicBezTo>
                  <a:cubicBezTo>
                    <a:pt x="30627" y="8246"/>
                    <a:pt x="30351" y="8322"/>
                    <a:pt x="30126" y="8472"/>
                  </a:cubicBezTo>
                  <a:cubicBezTo>
                    <a:pt x="30000" y="7394"/>
                    <a:pt x="29148" y="6542"/>
                    <a:pt x="28095" y="6367"/>
                  </a:cubicBezTo>
                  <a:cubicBezTo>
                    <a:pt x="27895" y="4487"/>
                    <a:pt x="26291" y="3008"/>
                    <a:pt x="24336" y="3008"/>
                  </a:cubicBezTo>
                  <a:cubicBezTo>
                    <a:pt x="23910" y="3008"/>
                    <a:pt x="23484" y="3109"/>
                    <a:pt x="23083" y="3234"/>
                  </a:cubicBezTo>
                  <a:cubicBezTo>
                    <a:pt x="22281" y="1329"/>
                    <a:pt x="20401" y="1"/>
                    <a:pt x="18196" y="1"/>
                  </a:cubicBezTo>
                  <a:cubicBezTo>
                    <a:pt x="15965" y="1"/>
                    <a:pt x="14010" y="1404"/>
                    <a:pt x="13233" y="3359"/>
                  </a:cubicBezTo>
                  <a:cubicBezTo>
                    <a:pt x="12657" y="3008"/>
                    <a:pt x="11980" y="2808"/>
                    <a:pt x="11253" y="2808"/>
                  </a:cubicBezTo>
                  <a:cubicBezTo>
                    <a:pt x="9599" y="2808"/>
                    <a:pt x="8171" y="3885"/>
                    <a:pt x="7644" y="5389"/>
                  </a:cubicBezTo>
                  <a:cubicBezTo>
                    <a:pt x="7243" y="5164"/>
                    <a:pt x="6767" y="5038"/>
                    <a:pt x="6266" y="5038"/>
                  </a:cubicBezTo>
                  <a:cubicBezTo>
                    <a:pt x="4762" y="5038"/>
                    <a:pt x="3559" y="6166"/>
                    <a:pt x="3459" y="7645"/>
                  </a:cubicBezTo>
                  <a:cubicBezTo>
                    <a:pt x="3283" y="7570"/>
                    <a:pt x="3083" y="7520"/>
                    <a:pt x="2882" y="7520"/>
                  </a:cubicBezTo>
                  <a:cubicBezTo>
                    <a:pt x="1980" y="7520"/>
                    <a:pt x="1228" y="8271"/>
                    <a:pt x="1228" y="9149"/>
                  </a:cubicBezTo>
                  <a:cubicBezTo>
                    <a:pt x="1228" y="9199"/>
                    <a:pt x="1228" y="9249"/>
                    <a:pt x="1253" y="9299"/>
                  </a:cubicBezTo>
                  <a:cubicBezTo>
                    <a:pt x="551" y="9299"/>
                    <a:pt x="0" y="9850"/>
                    <a:pt x="0" y="10552"/>
                  </a:cubicBezTo>
                  <a:cubicBezTo>
                    <a:pt x="0" y="10953"/>
                    <a:pt x="176" y="11329"/>
                    <a:pt x="476" y="11555"/>
                  </a:cubicBezTo>
                  <a:cubicBezTo>
                    <a:pt x="4887" y="13535"/>
                    <a:pt x="15965" y="13886"/>
                    <a:pt x="17068" y="13886"/>
                  </a:cubicBezTo>
                  <a:cubicBezTo>
                    <a:pt x="18196" y="13886"/>
                    <a:pt x="29374" y="13535"/>
                    <a:pt x="33735" y="11530"/>
                  </a:cubicBezTo>
                  <a:lnTo>
                    <a:pt x="33735" y="1153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26645;p127">
              <a:extLst>
                <a:ext uri="{FF2B5EF4-FFF2-40B4-BE49-F238E27FC236}">
                  <a16:creationId xmlns:a16="http://schemas.microsoft.com/office/drawing/2014/main" id="{5467B2F6-FDFB-C609-8259-C5C8C99234D5}"/>
                </a:ext>
              </a:extLst>
            </p:cNvPr>
            <p:cNvSpPr/>
            <p:nvPr/>
          </p:nvSpPr>
          <p:spPr>
            <a:xfrm>
              <a:off x="3277079" y="3200347"/>
              <a:ext cx="602391" cy="196957"/>
            </a:xfrm>
            <a:custGeom>
              <a:avLst/>
              <a:gdLst/>
              <a:ahLst/>
              <a:cxnLst/>
              <a:rect l="l" t="t" r="r" b="b"/>
              <a:pathLst>
                <a:path w="33885" h="11079" extrusionOk="0">
                  <a:moveTo>
                    <a:pt x="33735" y="8723"/>
                  </a:moveTo>
                  <a:cubicBezTo>
                    <a:pt x="33835" y="8547"/>
                    <a:pt x="33885" y="8322"/>
                    <a:pt x="33885" y="8096"/>
                  </a:cubicBezTo>
                  <a:cubicBezTo>
                    <a:pt x="33885" y="7419"/>
                    <a:pt x="33359" y="6893"/>
                    <a:pt x="32682" y="6893"/>
                  </a:cubicBezTo>
                  <a:cubicBezTo>
                    <a:pt x="32557" y="6893"/>
                    <a:pt x="32456" y="6893"/>
                    <a:pt x="32356" y="6943"/>
                  </a:cubicBezTo>
                  <a:lnTo>
                    <a:pt x="32356" y="6843"/>
                  </a:lnTo>
                  <a:cubicBezTo>
                    <a:pt x="32356" y="6467"/>
                    <a:pt x="32206" y="6116"/>
                    <a:pt x="31955" y="5865"/>
                  </a:cubicBezTo>
                  <a:cubicBezTo>
                    <a:pt x="31955" y="6417"/>
                    <a:pt x="31629" y="7119"/>
                    <a:pt x="30627" y="7845"/>
                  </a:cubicBezTo>
                  <a:cubicBezTo>
                    <a:pt x="28221" y="9575"/>
                    <a:pt x="27594" y="6216"/>
                    <a:pt x="27594" y="6216"/>
                  </a:cubicBezTo>
                  <a:cubicBezTo>
                    <a:pt x="27594" y="6216"/>
                    <a:pt x="24386" y="9550"/>
                    <a:pt x="19173" y="9625"/>
                  </a:cubicBezTo>
                  <a:cubicBezTo>
                    <a:pt x="13985" y="9750"/>
                    <a:pt x="16266" y="5114"/>
                    <a:pt x="16266" y="5114"/>
                  </a:cubicBezTo>
                  <a:cubicBezTo>
                    <a:pt x="16266" y="5114"/>
                    <a:pt x="12356" y="7018"/>
                    <a:pt x="11153" y="4612"/>
                  </a:cubicBezTo>
                  <a:cubicBezTo>
                    <a:pt x="9950" y="2231"/>
                    <a:pt x="13233" y="552"/>
                    <a:pt x="13233" y="552"/>
                  </a:cubicBezTo>
                  <a:cubicBezTo>
                    <a:pt x="12657" y="201"/>
                    <a:pt x="11980" y="1"/>
                    <a:pt x="11253" y="1"/>
                  </a:cubicBezTo>
                  <a:cubicBezTo>
                    <a:pt x="9599" y="1"/>
                    <a:pt x="8171" y="1078"/>
                    <a:pt x="7644" y="2582"/>
                  </a:cubicBezTo>
                  <a:cubicBezTo>
                    <a:pt x="7243" y="2357"/>
                    <a:pt x="6767" y="2231"/>
                    <a:pt x="6266" y="2231"/>
                  </a:cubicBezTo>
                  <a:cubicBezTo>
                    <a:pt x="4762" y="2231"/>
                    <a:pt x="3559" y="3359"/>
                    <a:pt x="3459" y="4838"/>
                  </a:cubicBezTo>
                  <a:cubicBezTo>
                    <a:pt x="3283" y="4763"/>
                    <a:pt x="3083" y="4713"/>
                    <a:pt x="2882" y="4713"/>
                  </a:cubicBezTo>
                  <a:cubicBezTo>
                    <a:pt x="1980" y="4713"/>
                    <a:pt x="1228" y="5464"/>
                    <a:pt x="1228" y="6342"/>
                  </a:cubicBezTo>
                  <a:cubicBezTo>
                    <a:pt x="1228" y="6392"/>
                    <a:pt x="1228" y="6442"/>
                    <a:pt x="1253" y="6492"/>
                  </a:cubicBezTo>
                  <a:cubicBezTo>
                    <a:pt x="551" y="6492"/>
                    <a:pt x="0" y="7043"/>
                    <a:pt x="0" y="7745"/>
                  </a:cubicBezTo>
                  <a:cubicBezTo>
                    <a:pt x="0" y="8146"/>
                    <a:pt x="176" y="8522"/>
                    <a:pt x="476" y="8748"/>
                  </a:cubicBezTo>
                  <a:cubicBezTo>
                    <a:pt x="4887" y="10728"/>
                    <a:pt x="15965" y="11079"/>
                    <a:pt x="17068" y="11079"/>
                  </a:cubicBezTo>
                  <a:cubicBezTo>
                    <a:pt x="18196" y="11079"/>
                    <a:pt x="29374" y="10728"/>
                    <a:pt x="33735" y="8723"/>
                  </a:cubicBezTo>
                  <a:lnTo>
                    <a:pt x="33735" y="872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26646;p127">
              <a:extLst>
                <a:ext uri="{FF2B5EF4-FFF2-40B4-BE49-F238E27FC236}">
                  <a16:creationId xmlns:a16="http://schemas.microsoft.com/office/drawing/2014/main" id="{35602CDB-021A-09AC-41C9-9ADE6CC55703}"/>
                </a:ext>
              </a:extLst>
            </p:cNvPr>
            <p:cNvSpPr/>
            <p:nvPr/>
          </p:nvSpPr>
          <p:spPr>
            <a:xfrm>
              <a:off x="3274395" y="3339360"/>
              <a:ext cx="609093" cy="57937"/>
            </a:xfrm>
            <a:custGeom>
              <a:avLst/>
              <a:gdLst/>
              <a:ahLst/>
              <a:cxnLst/>
              <a:rect l="l" t="t" r="r" b="b"/>
              <a:pathLst>
                <a:path w="34262" h="3259" extrusionOk="0">
                  <a:moveTo>
                    <a:pt x="34111" y="878"/>
                  </a:moveTo>
                  <a:cubicBezTo>
                    <a:pt x="34211" y="677"/>
                    <a:pt x="34262" y="477"/>
                    <a:pt x="34262" y="251"/>
                  </a:cubicBezTo>
                  <a:lnTo>
                    <a:pt x="34262" y="151"/>
                  </a:lnTo>
                  <a:cubicBezTo>
                    <a:pt x="29976" y="2231"/>
                    <a:pt x="18422" y="2607"/>
                    <a:pt x="17269" y="2607"/>
                  </a:cubicBezTo>
                  <a:cubicBezTo>
                    <a:pt x="16091" y="2607"/>
                    <a:pt x="4036" y="2206"/>
                    <a:pt x="1" y="0"/>
                  </a:cubicBezTo>
                  <a:cubicBezTo>
                    <a:pt x="1" y="376"/>
                    <a:pt x="201" y="677"/>
                    <a:pt x="477" y="903"/>
                  </a:cubicBezTo>
                  <a:cubicBezTo>
                    <a:pt x="4938" y="2908"/>
                    <a:pt x="16116" y="3259"/>
                    <a:pt x="17269" y="3259"/>
                  </a:cubicBezTo>
                  <a:cubicBezTo>
                    <a:pt x="18397" y="3259"/>
                    <a:pt x="29700" y="2883"/>
                    <a:pt x="34111" y="878"/>
                  </a:cubicBezTo>
                  <a:lnTo>
                    <a:pt x="34111" y="87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26647;p127">
              <a:extLst>
                <a:ext uri="{FF2B5EF4-FFF2-40B4-BE49-F238E27FC236}">
                  <a16:creationId xmlns:a16="http://schemas.microsoft.com/office/drawing/2014/main" id="{07A8C408-3F23-8C00-8D87-DE3F3D71834B}"/>
                </a:ext>
              </a:extLst>
            </p:cNvPr>
            <p:cNvSpPr/>
            <p:nvPr/>
          </p:nvSpPr>
          <p:spPr>
            <a:xfrm>
              <a:off x="3584046" y="3229305"/>
              <a:ext cx="11146" cy="9831"/>
            </a:xfrm>
            <a:custGeom>
              <a:avLst/>
              <a:gdLst/>
              <a:ahLst/>
              <a:cxnLst/>
              <a:rect l="l" t="t" r="r" b="b"/>
              <a:pathLst>
                <a:path w="627" h="553" extrusionOk="0">
                  <a:moveTo>
                    <a:pt x="276" y="26"/>
                  </a:moveTo>
                  <a:cubicBezTo>
                    <a:pt x="426" y="1"/>
                    <a:pt x="577" y="101"/>
                    <a:pt x="602" y="251"/>
                  </a:cubicBezTo>
                  <a:cubicBezTo>
                    <a:pt x="627" y="377"/>
                    <a:pt x="502" y="502"/>
                    <a:pt x="351" y="527"/>
                  </a:cubicBezTo>
                  <a:cubicBezTo>
                    <a:pt x="201" y="552"/>
                    <a:pt x="25" y="452"/>
                    <a:pt x="25" y="327"/>
                  </a:cubicBezTo>
                  <a:cubicBezTo>
                    <a:pt x="0" y="201"/>
                    <a:pt x="126" y="51"/>
                    <a:pt x="276" y="26"/>
                  </a:cubicBezTo>
                  <a:lnTo>
                    <a:pt x="276" y="26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26648;p127">
              <a:extLst>
                <a:ext uri="{FF2B5EF4-FFF2-40B4-BE49-F238E27FC236}">
                  <a16:creationId xmlns:a16="http://schemas.microsoft.com/office/drawing/2014/main" id="{EF3C8D15-3B9B-59CE-3EDE-708C6417735C}"/>
                </a:ext>
              </a:extLst>
            </p:cNvPr>
            <p:cNvSpPr/>
            <p:nvPr/>
          </p:nvSpPr>
          <p:spPr>
            <a:xfrm>
              <a:off x="3388450" y="3292572"/>
              <a:ext cx="15609" cy="13386"/>
            </a:xfrm>
            <a:custGeom>
              <a:avLst/>
              <a:gdLst/>
              <a:ahLst/>
              <a:cxnLst/>
              <a:rect l="l" t="t" r="r" b="b"/>
              <a:pathLst>
                <a:path w="878" h="753" extrusionOk="0">
                  <a:moveTo>
                    <a:pt x="377" y="51"/>
                  </a:moveTo>
                  <a:cubicBezTo>
                    <a:pt x="627" y="1"/>
                    <a:pt x="828" y="126"/>
                    <a:pt x="853" y="327"/>
                  </a:cubicBezTo>
                  <a:cubicBezTo>
                    <a:pt x="878" y="502"/>
                    <a:pt x="703" y="703"/>
                    <a:pt x="477" y="728"/>
                  </a:cubicBezTo>
                  <a:cubicBezTo>
                    <a:pt x="251" y="753"/>
                    <a:pt x="51" y="627"/>
                    <a:pt x="26" y="452"/>
                  </a:cubicBezTo>
                  <a:cubicBezTo>
                    <a:pt x="1" y="251"/>
                    <a:pt x="151" y="76"/>
                    <a:pt x="377" y="51"/>
                  </a:cubicBezTo>
                  <a:lnTo>
                    <a:pt x="377" y="5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26649;p127">
              <a:extLst>
                <a:ext uri="{FF2B5EF4-FFF2-40B4-BE49-F238E27FC236}">
                  <a16:creationId xmlns:a16="http://schemas.microsoft.com/office/drawing/2014/main" id="{96D1D231-B2D1-2E2C-4062-41297026A14E}"/>
                </a:ext>
              </a:extLst>
            </p:cNvPr>
            <p:cNvSpPr/>
            <p:nvPr/>
          </p:nvSpPr>
          <p:spPr>
            <a:xfrm>
              <a:off x="3435682" y="3234656"/>
              <a:ext cx="15609" cy="13386"/>
            </a:xfrm>
            <a:custGeom>
              <a:avLst/>
              <a:gdLst/>
              <a:ahLst/>
              <a:cxnLst/>
              <a:rect l="l" t="t" r="r" b="b"/>
              <a:pathLst>
                <a:path w="878" h="753" extrusionOk="0">
                  <a:moveTo>
                    <a:pt x="376" y="51"/>
                  </a:moveTo>
                  <a:cubicBezTo>
                    <a:pt x="602" y="1"/>
                    <a:pt x="802" y="126"/>
                    <a:pt x="853" y="326"/>
                  </a:cubicBezTo>
                  <a:cubicBezTo>
                    <a:pt x="878" y="527"/>
                    <a:pt x="702" y="702"/>
                    <a:pt x="477" y="727"/>
                  </a:cubicBezTo>
                  <a:cubicBezTo>
                    <a:pt x="251" y="753"/>
                    <a:pt x="51" y="627"/>
                    <a:pt x="25" y="452"/>
                  </a:cubicBezTo>
                  <a:cubicBezTo>
                    <a:pt x="0" y="251"/>
                    <a:pt x="151" y="76"/>
                    <a:pt x="376" y="51"/>
                  </a:cubicBezTo>
                  <a:lnTo>
                    <a:pt x="376" y="5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26650;p127">
              <a:extLst>
                <a:ext uri="{FF2B5EF4-FFF2-40B4-BE49-F238E27FC236}">
                  <a16:creationId xmlns:a16="http://schemas.microsoft.com/office/drawing/2014/main" id="{B0044F2D-8E84-FEBD-D9E6-34428DEF5D74}"/>
                </a:ext>
              </a:extLst>
            </p:cNvPr>
            <p:cNvSpPr/>
            <p:nvPr/>
          </p:nvSpPr>
          <p:spPr>
            <a:xfrm>
              <a:off x="3616559" y="3219955"/>
              <a:ext cx="15626" cy="12942"/>
            </a:xfrm>
            <a:custGeom>
              <a:avLst/>
              <a:gdLst/>
              <a:ahLst/>
              <a:cxnLst/>
              <a:rect l="l" t="t" r="r" b="b"/>
              <a:pathLst>
                <a:path w="879" h="728" extrusionOk="0">
                  <a:moveTo>
                    <a:pt x="377" y="26"/>
                  </a:moveTo>
                  <a:cubicBezTo>
                    <a:pt x="602" y="1"/>
                    <a:pt x="828" y="101"/>
                    <a:pt x="853" y="301"/>
                  </a:cubicBezTo>
                  <a:cubicBezTo>
                    <a:pt x="878" y="502"/>
                    <a:pt x="728" y="677"/>
                    <a:pt x="502" y="727"/>
                  </a:cubicBezTo>
                  <a:cubicBezTo>
                    <a:pt x="277" y="727"/>
                    <a:pt x="51" y="627"/>
                    <a:pt x="26" y="427"/>
                  </a:cubicBezTo>
                  <a:cubicBezTo>
                    <a:pt x="1" y="226"/>
                    <a:pt x="151" y="51"/>
                    <a:pt x="377" y="26"/>
                  </a:cubicBezTo>
                  <a:lnTo>
                    <a:pt x="377" y="26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26651;p127">
              <a:extLst>
                <a:ext uri="{FF2B5EF4-FFF2-40B4-BE49-F238E27FC236}">
                  <a16:creationId xmlns:a16="http://schemas.microsoft.com/office/drawing/2014/main" id="{0B9ADD20-3AF0-85D7-DD1E-9E263CE438B9}"/>
                </a:ext>
              </a:extLst>
            </p:cNvPr>
            <p:cNvSpPr/>
            <p:nvPr/>
          </p:nvSpPr>
          <p:spPr>
            <a:xfrm>
              <a:off x="3564438" y="3195903"/>
              <a:ext cx="22293" cy="20960"/>
            </a:xfrm>
            <a:custGeom>
              <a:avLst/>
              <a:gdLst/>
              <a:ahLst/>
              <a:cxnLst/>
              <a:rect l="l" t="t" r="r" b="b"/>
              <a:pathLst>
                <a:path w="1254" h="1179" extrusionOk="0">
                  <a:moveTo>
                    <a:pt x="928" y="201"/>
                  </a:moveTo>
                  <a:cubicBezTo>
                    <a:pt x="1179" y="426"/>
                    <a:pt x="1254" y="777"/>
                    <a:pt x="1078" y="978"/>
                  </a:cubicBezTo>
                  <a:cubicBezTo>
                    <a:pt x="878" y="1178"/>
                    <a:pt x="552" y="1178"/>
                    <a:pt x="301" y="978"/>
                  </a:cubicBezTo>
                  <a:cubicBezTo>
                    <a:pt x="51" y="777"/>
                    <a:pt x="1" y="426"/>
                    <a:pt x="176" y="226"/>
                  </a:cubicBezTo>
                  <a:cubicBezTo>
                    <a:pt x="351" y="0"/>
                    <a:pt x="677" y="0"/>
                    <a:pt x="928" y="201"/>
                  </a:cubicBezTo>
                  <a:lnTo>
                    <a:pt x="928" y="20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26652;p127">
              <a:extLst>
                <a:ext uri="{FF2B5EF4-FFF2-40B4-BE49-F238E27FC236}">
                  <a16:creationId xmlns:a16="http://schemas.microsoft.com/office/drawing/2014/main" id="{320E967F-896B-D718-3256-F94BBD51D52E}"/>
                </a:ext>
              </a:extLst>
            </p:cNvPr>
            <p:cNvSpPr/>
            <p:nvPr/>
          </p:nvSpPr>
          <p:spPr>
            <a:xfrm>
              <a:off x="3593396" y="3289461"/>
              <a:ext cx="15609" cy="13386"/>
            </a:xfrm>
            <a:custGeom>
              <a:avLst/>
              <a:gdLst/>
              <a:ahLst/>
              <a:cxnLst/>
              <a:rect l="l" t="t" r="r" b="b"/>
              <a:pathLst>
                <a:path w="878" h="753" extrusionOk="0">
                  <a:moveTo>
                    <a:pt x="377" y="25"/>
                  </a:moveTo>
                  <a:cubicBezTo>
                    <a:pt x="602" y="0"/>
                    <a:pt x="803" y="126"/>
                    <a:pt x="853" y="301"/>
                  </a:cubicBezTo>
                  <a:cubicBezTo>
                    <a:pt x="878" y="502"/>
                    <a:pt x="702" y="677"/>
                    <a:pt x="477" y="702"/>
                  </a:cubicBezTo>
                  <a:cubicBezTo>
                    <a:pt x="251" y="752"/>
                    <a:pt x="51" y="627"/>
                    <a:pt x="26" y="426"/>
                  </a:cubicBezTo>
                  <a:cubicBezTo>
                    <a:pt x="1" y="251"/>
                    <a:pt x="151" y="50"/>
                    <a:pt x="377" y="25"/>
                  </a:cubicBezTo>
                  <a:lnTo>
                    <a:pt x="377" y="25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26653;p127">
              <a:extLst>
                <a:ext uri="{FF2B5EF4-FFF2-40B4-BE49-F238E27FC236}">
                  <a16:creationId xmlns:a16="http://schemas.microsoft.com/office/drawing/2014/main" id="{0B312BC0-888E-D1C1-5027-42B54AA6C454}"/>
                </a:ext>
              </a:extLst>
            </p:cNvPr>
            <p:cNvSpPr/>
            <p:nvPr/>
          </p:nvSpPr>
          <p:spPr>
            <a:xfrm>
              <a:off x="3409391" y="3267187"/>
              <a:ext cx="22293" cy="20960"/>
            </a:xfrm>
            <a:custGeom>
              <a:avLst/>
              <a:gdLst/>
              <a:ahLst/>
              <a:cxnLst/>
              <a:rect l="l" t="t" r="r" b="b"/>
              <a:pathLst>
                <a:path w="1254" h="1179" extrusionOk="0">
                  <a:moveTo>
                    <a:pt x="953" y="226"/>
                  </a:moveTo>
                  <a:cubicBezTo>
                    <a:pt x="1204" y="426"/>
                    <a:pt x="1254" y="777"/>
                    <a:pt x="1078" y="978"/>
                  </a:cubicBezTo>
                  <a:cubicBezTo>
                    <a:pt x="903" y="1178"/>
                    <a:pt x="552" y="1178"/>
                    <a:pt x="301" y="978"/>
                  </a:cubicBezTo>
                  <a:cubicBezTo>
                    <a:pt x="51" y="777"/>
                    <a:pt x="1" y="426"/>
                    <a:pt x="176" y="226"/>
                  </a:cubicBezTo>
                  <a:cubicBezTo>
                    <a:pt x="352" y="0"/>
                    <a:pt x="702" y="0"/>
                    <a:pt x="953" y="226"/>
                  </a:cubicBezTo>
                  <a:lnTo>
                    <a:pt x="953" y="226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6654;p127">
              <a:extLst>
                <a:ext uri="{FF2B5EF4-FFF2-40B4-BE49-F238E27FC236}">
                  <a16:creationId xmlns:a16="http://schemas.microsoft.com/office/drawing/2014/main" id="{7A6515E9-1875-9B39-143A-5AA95C63FC25}"/>
                </a:ext>
              </a:extLst>
            </p:cNvPr>
            <p:cNvSpPr/>
            <p:nvPr/>
          </p:nvSpPr>
          <p:spPr>
            <a:xfrm>
              <a:off x="3557754" y="3266743"/>
              <a:ext cx="22293" cy="20960"/>
            </a:xfrm>
            <a:custGeom>
              <a:avLst/>
              <a:gdLst/>
              <a:ahLst/>
              <a:cxnLst/>
              <a:rect l="l" t="t" r="r" b="b"/>
              <a:pathLst>
                <a:path w="1254" h="1179" extrusionOk="0">
                  <a:moveTo>
                    <a:pt x="953" y="201"/>
                  </a:moveTo>
                  <a:cubicBezTo>
                    <a:pt x="1204" y="426"/>
                    <a:pt x="1254" y="752"/>
                    <a:pt x="1078" y="953"/>
                  </a:cubicBezTo>
                  <a:cubicBezTo>
                    <a:pt x="903" y="1178"/>
                    <a:pt x="577" y="1178"/>
                    <a:pt x="326" y="953"/>
                  </a:cubicBezTo>
                  <a:cubicBezTo>
                    <a:pt x="51" y="752"/>
                    <a:pt x="1" y="426"/>
                    <a:pt x="176" y="201"/>
                  </a:cubicBezTo>
                  <a:cubicBezTo>
                    <a:pt x="352" y="0"/>
                    <a:pt x="702" y="0"/>
                    <a:pt x="953" y="201"/>
                  </a:cubicBezTo>
                  <a:lnTo>
                    <a:pt x="953" y="20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6655;p127">
              <a:extLst>
                <a:ext uri="{FF2B5EF4-FFF2-40B4-BE49-F238E27FC236}">
                  <a16:creationId xmlns:a16="http://schemas.microsoft.com/office/drawing/2014/main" id="{0BA279DE-D8CB-FF75-BBAC-272E8688C2FE}"/>
                </a:ext>
              </a:extLst>
            </p:cNvPr>
            <p:cNvSpPr/>
            <p:nvPr/>
          </p:nvSpPr>
          <p:spPr>
            <a:xfrm>
              <a:off x="3569345" y="3293906"/>
              <a:ext cx="11146" cy="9387"/>
            </a:xfrm>
            <a:custGeom>
              <a:avLst/>
              <a:gdLst/>
              <a:ahLst/>
              <a:cxnLst/>
              <a:rect l="l" t="t" r="r" b="b"/>
              <a:pathLst>
                <a:path w="627" h="528" extrusionOk="0">
                  <a:moveTo>
                    <a:pt x="276" y="1"/>
                  </a:moveTo>
                  <a:cubicBezTo>
                    <a:pt x="426" y="1"/>
                    <a:pt x="577" y="76"/>
                    <a:pt x="602" y="227"/>
                  </a:cubicBezTo>
                  <a:cubicBezTo>
                    <a:pt x="627" y="352"/>
                    <a:pt x="502" y="477"/>
                    <a:pt x="351" y="502"/>
                  </a:cubicBezTo>
                  <a:cubicBezTo>
                    <a:pt x="176" y="527"/>
                    <a:pt x="25" y="427"/>
                    <a:pt x="25" y="302"/>
                  </a:cubicBezTo>
                  <a:cubicBezTo>
                    <a:pt x="0" y="176"/>
                    <a:pt x="126" y="26"/>
                    <a:pt x="276" y="1"/>
                  </a:cubicBezTo>
                  <a:lnTo>
                    <a:pt x="276" y="1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6656;p127">
              <a:extLst>
                <a:ext uri="{FF2B5EF4-FFF2-40B4-BE49-F238E27FC236}">
                  <a16:creationId xmlns:a16="http://schemas.microsoft.com/office/drawing/2014/main" id="{91CF5DE6-657A-62A0-B2FC-7504F13E7175}"/>
                </a:ext>
              </a:extLst>
            </p:cNvPr>
            <p:cNvSpPr/>
            <p:nvPr/>
          </p:nvSpPr>
          <p:spPr>
            <a:xfrm>
              <a:off x="3612115" y="3263614"/>
              <a:ext cx="11146" cy="10720"/>
            </a:xfrm>
            <a:custGeom>
              <a:avLst/>
              <a:gdLst/>
              <a:ahLst/>
              <a:cxnLst/>
              <a:rect l="l" t="t" r="r" b="b"/>
              <a:pathLst>
                <a:path w="627" h="603" extrusionOk="0">
                  <a:moveTo>
                    <a:pt x="476" y="101"/>
                  </a:moveTo>
                  <a:cubicBezTo>
                    <a:pt x="602" y="201"/>
                    <a:pt x="627" y="377"/>
                    <a:pt x="552" y="477"/>
                  </a:cubicBezTo>
                  <a:cubicBezTo>
                    <a:pt x="451" y="602"/>
                    <a:pt x="301" y="602"/>
                    <a:pt x="151" y="502"/>
                  </a:cubicBezTo>
                  <a:cubicBezTo>
                    <a:pt x="25" y="402"/>
                    <a:pt x="0" y="226"/>
                    <a:pt x="75" y="126"/>
                  </a:cubicBezTo>
                  <a:cubicBezTo>
                    <a:pt x="151" y="1"/>
                    <a:pt x="326" y="1"/>
                    <a:pt x="476" y="101"/>
                  </a:cubicBezTo>
                  <a:lnTo>
                    <a:pt x="476" y="10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6657;p127">
              <a:extLst>
                <a:ext uri="{FF2B5EF4-FFF2-40B4-BE49-F238E27FC236}">
                  <a16:creationId xmlns:a16="http://schemas.microsoft.com/office/drawing/2014/main" id="{FB5DCC95-B0DC-922D-4B34-0ABE6715CDE1}"/>
                </a:ext>
              </a:extLst>
            </p:cNvPr>
            <p:cNvSpPr/>
            <p:nvPr/>
          </p:nvSpPr>
          <p:spPr>
            <a:xfrm>
              <a:off x="3373749" y="3273871"/>
              <a:ext cx="11164" cy="10258"/>
            </a:xfrm>
            <a:custGeom>
              <a:avLst/>
              <a:gdLst/>
              <a:ahLst/>
              <a:cxnLst/>
              <a:rect l="l" t="t" r="r" b="b"/>
              <a:pathLst>
                <a:path w="628" h="577" extrusionOk="0">
                  <a:moveTo>
                    <a:pt x="452" y="75"/>
                  </a:moveTo>
                  <a:cubicBezTo>
                    <a:pt x="602" y="201"/>
                    <a:pt x="627" y="351"/>
                    <a:pt x="552" y="476"/>
                  </a:cubicBezTo>
                  <a:cubicBezTo>
                    <a:pt x="452" y="577"/>
                    <a:pt x="276" y="577"/>
                    <a:pt x="151" y="476"/>
                  </a:cubicBezTo>
                  <a:cubicBezTo>
                    <a:pt x="26" y="376"/>
                    <a:pt x="1" y="226"/>
                    <a:pt x="76" y="100"/>
                  </a:cubicBezTo>
                  <a:cubicBezTo>
                    <a:pt x="176" y="0"/>
                    <a:pt x="327" y="0"/>
                    <a:pt x="452" y="75"/>
                  </a:cubicBezTo>
                  <a:lnTo>
                    <a:pt x="452" y="75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6658;p127">
              <a:extLst>
                <a:ext uri="{FF2B5EF4-FFF2-40B4-BE49-F238E27FC236}">
                  <a16:creationId xmlns:a16="http://schemas.microsoft.com/office/drawing/2014/main" id="{7844893E-8332-2362-DDE3-B8EC0B52F9DF}"/>
                </a:ext>
              </a:extLst>
            </p:cNvPr>
            <p:cNvSpPr/>
            <p:nvPr/>
          </p:nvSpPr>
          <p:spPr>
            <a:xfrm>
              <a:off x="3656219" y="3232879"/>
              <a:ext cx="11164" cy="10258"/>
            </a:xfrm>
            <a:custGeom>
              <a:avLst/>
              <a:gdLst/>
              <a:ahLst/>
              <a:cxnLst/>
              <a:rect l="l" t="t" r="r" b="b"/>
              <a:pathLst>
                <a:path w="628" h="577" extrusionOk="0">
                  <a:moveTo>
                    <a:pt x="477" y="101"/>
                  </a:moveTo>
                  <a:cubicBezTo>
                    <a:pt x="602" y="201"/>
                    <a:pt x="627" y="376"/>
                    <a:pt x="552" y="477"/>
                  </a:cubicBezTo>
                  <a:cubicBezTo>
                    <a:pt x="452" y="577"/>
                    <a:pt x="276" y="577"/>
                    <a:pt x="176" y="477"/>
                  </a:cubicBezTo>
                  <a:cubicBezTo>
                    <a:pt x="26" y="376"/>
                    <a:pt x="1" y="201"/>
                    <a:pt x="76" y="101"/>
                  </a:cubicBezTo>
                  <a:cubicBezTo>
                    <a:pt x="176" y="0"/>
                    <a:pt x="351" y="0"/>
                    <a:pt x="477" y="101"/>
                  </a:cubicBezTo>
                  <a:lnTo>
                    <a:pt x="477" y="101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6659;p127">
              <a:extLst>
                <a:ext uri="{FF2B5EF4-FFF2-40B4-BE49-F238E27FC236}">
                  <a16:creationId xmlns:a16="http://schemas.microsoft.com/office/drawing/2014/main" id="{BA47FBAA-9F05-2F9E-E1CF-06F08DEE19E9}"/>
                </a:ext>
              </a:extLst>
            </p:cNvPr>
            <p:cNvSpPr/>
            <p:nvPr/>
          </p:nvSpPr>
          <p:spPr>
            <a:xfrm>
              <a:off x="3589397" y="3170500"/>
              <a:ext cx="11146" cy="10275"/>
            </a:xfrm>
            <a:custGeom>
              <a:avLst/>
              <a:gdLst/>
              <a:ahLst/>
              <a:cxnLst/>
              <a:rect l="l" t="t" r="r" b="b"/>
              <a:pathLst>
                <a:path w="627" h="578" extrusionOk="0">
                  <a:moveTo>
                    <a:pt x="476" y="76"/>
                  </a:moveTo>
                  <a:cubicBezTo>
                    <a:pt x="602" y="201"/>
                    <a:pt x="627" y="351"/>
                    <a:pt x="526" y="477"/>
                  </a:cubicBezTo>
                  <a:cubicBezTo>
                    <a:pt x="451" y="577"/>
                    <a:pt x="301" y="577"/>
                    <a:pt x="150" y="477"/>
                  </a:cubicBezTo>
                  <a:cubicBezTo>
                    <a:pt x="25" y="377"/>
                    <a:pt x="0" y="201"/>
                    <a:pt x="75" y="101"/>
                  </a:cubicBezTo>
                  <a:cubicBezTo>
                    <a:pt x="150" y="1"/>
                    <a:pt x="326" y="1"/>
                    <a:pt x="476" y="76"/>
                  </a:cubicBezTo>
                  <a:lnTo>
                    <a:pt x="476" y="76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660;p127">
              <a:extLst>
                <a:ext uri="{FF2B5EF4-FFF2-40B4-BE49-F238E27FC236}">
                  <a16:creationId xmlns:a16="http://schemas.microsoft.com/office/drawing/2014/main" id="{CAAF0C9C-DD94-E514-3A49-5DAA725DD280}"/>
                </a:ext>
              </a:extLst>
            </p:cNvPr>
            <p:cNvSpPr/>
            <p:nvPr/>
          </p:nvSpPr>
          <p:spPr>
            <a:xfrm>
              <a:off x="3522112" y="3225306"/>
              <a:ext cx="11164" cy="10702"/>
            </a:xfrm>
            <a:custGeom>
              <a:avLst/>
              <a:gdLst/>
              <a:ahLst/>
              <a:cxnLst/>
              <a:rect l="l" t="t" r="r" b="b"/>
              <a:pathLst>
                <a:path w="628" h="602" extrusionOk="0">
                  <a:moveTo>
                    <a:pt x="477" y="101"/>
                  </a:moveTo>
                  <a:cubicBezTo>
                    <a:pt x="602" y="201"/>
                    <a:pt x="627" y="376"/>
                    <a:pt x="552" y="476"/>
                  </a:cubicBezTo>
                  <a:cubicBezTo>
                    <a:pt x="452" y="577"/>
                    <a:pt x="276" y="602"/>
                    <a:pt x="176" y="476"/>
                  </a:cubicBezTo>
                  <a:cubicBezTo>
                    <a:pt x="26" y="401"/>
                    <a:pt x="1" y="201"/>
                    <a:pt x="76" y="101"/>
                  </a:cubicBezTo>
                  <a:cubicBezTo>
                    <a:pt x="176" y="0"/>
                    <a:pt x="351" y="0"/>
                    <a:pt x="477" y="101"/>
                  </a:cubicBezTo>
                  <a:lnTo>
                    <a:pt x="477" y="101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6661;p127">
              <a:extLst>
                <a:ext uri="{FF2B5EF4-FFF2-40B4-BE49-F238E27FC236}">
                  <a16:creationId xmlns:a16="http://schemas.microsoft.com/office/drawing/2014/main" id="{C58CDD7F-7D98-0BA4-AAF0-8CDE70F55F5D}"/>
                </a:ext>
              </a:extLst>
            </p:cNvPr>
            <p:cNvSpPr/>
            <p:nvPr/>
          </p:nvSpPr>
          <p:spPr>
            <a:xfrm>
              <a:off x="3786753" y="3283666"/>
              <a:ext cx="11164" cy="10720"/>
            </a:xfrm>
            <a:custGeom>
              <a:avLst/>
              <a:gdLst/>
              <a:ahLst/>
              <a:cxnLst/>
              <a:rect l="l" t="t" r="r" b="b"/>
              <a:pathLst>
                <a:path w="628" h="603" extrusionOk="0">
                  <a:moveTo>
                    <a:pt x="477" y="101"/>
                  </a:moveTo>
                  <a:cubicBezTo>
                    <a:pt x="602" y="201"/>
                    <a:pt x="627" y="376"/>
                    <a:pt x="552" y="477"/>
                  </a:cubicBezTo>
                  <a:cubicBezTo>
                    <a:pt x="477" y="577"/>
                    <a:pt x="302" y="602"/>
                    <a:pt x="176" y="502"/>
                  </a:cubicBezTo>
                  <a:cubicBezTo>
                    <a:pt x="51" y="402"/>
                    <a:pt x="1" y="226"/>
                    <a:pt x="101" y="126"/>
                  </a:cubicBezTo>
                  <a:cubicBezTo>
                    <a:pt x="176" y="1"/>
                    <a:pt x="352" y="1"/>
                    <a:pt x="477" y="101"/>
                  </a:cubicBezTo>
                  <a:lnTo>
                    <a:pt x="477" y="10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6662;p127">
              <a:extLst>
                <a:ext uri="{FF2B5EF4-FFF2-40B4-BE49-F238E27FC236}">
                  <a16:creationId xmlns:a16="http://schemas.microsoft.com/office/drawing/2014/main" id="{0724EEF8-7C2C-3942-08A4-FE6F83F10952}"/>
                </a:ext>
              </a:extLst>
            </p:cNvPr>
            <p:cNvSpPr/>
            <p:nvPr/>
          </p:nvSpPr>
          <p:spPr>
            <a:xfrm>
              <a:off x="3494932" y="3260059"/>
              <a:ext cx="22293" cy="20960"/>
            </a:xfrm>
            <a:custGeom>
              <a:avLst/>
              <a:gdLst/>
              <a:ahLst/>
              <a:cxnLst/>
              <a:rect l="l" t="t" r="r" b="b"/>
              <a:pathLst>
                <a:path w="1254" h="1179" extrusionOk="0">
                  <a:moveTo>
                    <a:pt x="928" y="201"/>
                  </a:moveTo>
                  <a:cubicBezTo>
                    <a:pt x="1179" y="401"/>
                    <a:pt x="1254" y="752"/>
                    <a:pt x="1078" y="953"/>
                  </a:cubicBezTo>
                  <a:cubicBezTo>
                    <a:pt x="903" y="1178"/>
                    <a:pt x="552" y="1178"/>
                    <a:pt x="302" y="978"/>
                  </a:cubicBezTo>
                  <a:cubicBezTo>
                    <a:pt x="51" y="752"/>
                    <a:pt x="1" y="401"/>
                    <a:pt x="176" y="201"/>
                  </a:cubicBezTo>
                  <a:cubicBezTo>
                    <a:pt x="352" y="0"/>
                    <a:pt x="703" y="0"/>
                    <a:pt x="928" y="201"/>
                  </a:cubicBezTo>
                  <a:lnTo>
                    <a:pt x="928" y="201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6663;p127">
              <a:extLst>
                <a:ext uri="{FF2B5EF4-FFF2-40B4-BE49-F238E27FC236}">
                  <a16:creationId xmlns:a16="http://schemas.microsoft.com/office/drawing/2014/main" id="{7B133980-4A77-40F2-F4B5-AA506535EF01}"/>
                </a:ext>
              </a:extLst>
            </p:cNvPr>
            <p:cNvSpPr/>
            <p:nvPr/>
          </p:nvSpPr>
          <p:spPr>
            <a:xfrm>
              <a:off x="3480230" y="3245802"/>
              <a:ext cx="11164" cy="10702"/>
            </a:xfrm>
            <a:custGeom>
              <a:avLst/>
              <a:gdLst/>
              <a:ahLst/>
              <a:cxnLst/>
              <a:rect l="l" t="t" r="r" b="b"/>
              <a:pathLst>
                <a:path w="628" h="602" extrusionOk="0">
                  <a:moveTo>
                    <a:pt x="452" y="100"/>
                  </a:moveTo>
                  <a:cubicBezTo>
                    <a:pt x="602" y="201"/>
                    <a:pt x="627" y="376"/>
                    <a:pt x="552" y="476"/>
                  </a:cubicBezTo>
                  <a:cubicBezTo>
                    <a:pt x="452" y="577"/>
                    <a:pt x="276" y="602"/>
                    <a:pt x="151" y="501"/>
                  </a:cubicBezTo>
                  <a:cubicBezTo>
                    <a:pt x="26" y="401"/>
                    <a:pt x="1" y="226"/>
                    <a:pt x="76" y="126"/>
                  </a:cubicBezTo>
                  <a:cubicBezTo>
                    <a:pt x="176" y="0"/>
                    <a:pt x="352" y="0"/>
                    <a:pt x="452" y="100"/>
                  </a:cubicBezTo>
                  <a:lnTo>
                    <a:pt x="452" y="100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26664;p127">
              <a:extLst>
                <a:ext uri="{FF2B5EF4-FFF2-40B4-BE49-F238E27FC236}">
                  <a16:creationId xmlns:a16="http://schemas.microsoft.com/office/drawing/2014/main" id="{B9ECA4C3-2995-907D-7940-F52C2AC4688F}"/>
                </a:ext>
              </a:extLst>
            </p:cNvPr>
            <p:cNvSpPr/>
            <p:nvPr/>
          </p:nvSpPr>
          <p:spPr>
            <a:xfrm>
              <a:off x="3652201" y="3267187"/>
              <a:ext cx="22755" cy="20960"/>
            </a:xfrm>
            <a:custGeom>
              <a:avLst/>
              <a:gdLst/>
              <a:ahLst/>
              <a:cxnLst/>
              <a:rect l="l" t="t" r="r" b="b"/>
              <a:pathLst>
                <a:path w="1280" h="1179" extrusionOk="0">
                  <a:moveTo>
                    <a:pt x="953" y="201"/>
                  </a:moveTo>
                  <a:cubicBezTo>
                    <a:pt x="1204" y="426"/>
                    <a:pt x="1279" y="752"/>
                    <a:pt x="1079" y="953"/>
                  </a:cubicBezTo>
                  <a:cubicBezTo>
                    <a:pt x="903" y="1178"/>
                    <a:pt x="577" y="1178"/>
                    <a:pt x="327" y="978"/>
                  </a:cubicBezTo>
                  <a:cubicBezTo>
                    <a:pt x="76" y="752"/>
                    <a:pt x="1" y="426"/>
                    <a:pt x="201" y="226"/>
                  </a:cubicBezTo>
                  <a:cubicBezTo>
                    <a:pt x="352" y="0"/>
                    <a:pt x="703" y="0"/>
                    <a:pt x="953" y="201"/>
                  </a:cubicBezTo>
                  <a:lnTo>
                    <a:pt x="953" y="20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26665;p127">
              <a:extLst>
                <a:ext uri="{FF2B5EF4-FFF2-40B4-BE49-F238E27FC236}">
                  <a16:creationId xmlns:a16="http://schemas.microsoft.com/office/drawing/2014/main" id="{0C7AE497-4631-B8A4-B778-46E41B899337}"/>
                </a:ext>
              </a:extLst>
            </p:cNvPr>
            <p:cNvSpPr/>
            <p:nvPr/>
          </p:nvSpPr>
          <p:spPr>
            <a:xfrm>
              <a:off x="3651313" y="3203920"/>
              <a:ext cx="15626" cy="13386"/>
            </a:xfrm>
            <a:custGeom>
              <a:avLst/>
              <a:gdLst/>
              <a:ahLst/>
              <a:cxnLst/>
              <a:rect l="l" t="t" r="r" b="b"/>
              <a:pathLst>
                <a:path w="879" h="753" extrusionOk="0">
                  <a:moveTo>
                    <a:pt x="377" y="25"/>
                  </a:moveTo>
                  <a:cubicBezTo>
                    <a:pt x="602" y="0"/>
                    <a:pt x="803" y="126"/>
                    <a:pt x="828" y="326"/>
                  </a:cubicBezTo>
                  <a:cubicBezTo>
                    <a:pt x="878" y="502"/>
                    <a:pt x="703" y="677"/>
                    <a:pt x="477" y="727"/>
                  </a:cubicBezTo>
                  <a:cubicBezTo>
                    <a:pt x="251" y="752"/>
                    <a:pt x="51" y="627"/>
                    <a:pt x="26" y="426"/>
                  </a:cubicBezTo>
                  <a:cubicBezTo>
                    <a:pt x="1" y="226"/>
                    <a:pt x="151" y="50"/>
                    <a:pt x="377" y="25"/>
                  </a:cubicBezTo>
                  <a:lnTo>
                    <a:pt x="377" y="25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26666;p127">
              <a:extLst>
                <a:ext uri="{FF2B5EF4-FFF2-40B4-BE49-F238E27FC236}">
                  <a16:creationId xmlns:a16="http://schemas.microsoft.com/office/drawing/2014/main" id="{2B5BDDD1-9CB1-CE50-77E0-4001A8A2DEB0}"/>
                </a:ext>
              </a:extLst>
            </p:cNvPr>
            <p:cNvSpPr/>
            <p:nvPr/>
          </p:nvSpPr>
          <p:spPr>
            <a:xfrm>
              <a:off x="3256138" y="3009658"/>
              <a:ext cx="650514" cy="401025"/>
            </a:xfrm>
            <a:custGeom>
              <a:avLst/>
              <a:gdLst/>
              <a:ahLst/>
              <a:cxnLst/>
              <a:rect l="l" t="t" r="r" b="b"/>
              <a:pathLst>
                <a:path w="36592" h="22558" extrusionOk="0">
                  <a:moveTo>
                    <a:pt x="18296" y="803"/>
                  </a:moveTo>
                  <a:cubicBezTo>
                    <a:pt x="27669" y="803"/>
                    <a:pt x="35263" y="8222"/>
                    <a:pt x="35263" y="17319"/>
                  </a:cubicBezTo>
                  <a:cubicBezTo>
                    <a:pt x="35263" y="17921"/>
                    <a:pt x="35238" y="18472"/>
                    <a:pt x="35188" y="19024"/>
                  </a:cubicBezTo>
                  <a:cubicBezTo>
                    <a:pt x="35038" y="19124"/>
                    <a:pt x="34913" y="19199"/>
                    <a:pt x="34787" y="19249"/>
                  </a:cubicBezTo>
                  <a:cubicBezTo>
                    <a:pt x="31955" y="20728"/>
                    <a:pt x="25589" y="21730"/>
                    <a:pt x="18196" y="21730"/>
                  </a:cubicBezTo>
                  <a:cubicBezTo>
                    <a:pt x="10777" y="21730"/>
                    <a:pt x="4411" y="20728"/>
                    <a:pt x="1579" y="19249"/>
                  </a:cubicBezTo>
                  <a:cubicBezTo>
                    <a:pt x="1529" y="19224"/>
                    <a:pt x="1479" y="19199"/>
                    <a:pt x="1429" y="19174"/>
                  </a:cubicBezTo>
                  <a:cubicBezTo>
                    <a:pt x="1379" y="18572"/>
                    <a:pt x="1328" y="17946"/>
                    <a:pt x="1328" y="17319"/>
                  </a:cubicBezTo>
                  <a:cubicBezTo>
                    <a:pt x="1328" y="8222"/>
                    <a:pt x="8922" y="803"/>
                    <a:pt x="18296" y="803"/>
                  </a:cubicBezTo>
                  <a:close/>
                  <a:moveTo>
                    <a:pt x="18296" y="1"/>
                  </a:moveTo>
                  <a:cubicBezTo>
                    <a:pt x="28396" y="1"/>
                    <a:pt x="36592" y="7971"/>
                    <a:pt x="36592" y="17795"/>
                  </a:cubicBezTo>
                  <a:cubicBezTo>
                    <a:pt x="36592" y="18422"/>
                    <a:pt x="36567" y="19024"/>
                    <a:pt x="36492" y="19650"/>
                  </a:cubicBezTo>
                  <a:cubicBezTo>
                    <a:pt x="36366" y="19725"/>
                    <a:pt x="36216" y="19826"/>
                    <a:pt x="36065" y="19876"/>
                  </a:cubicBezTo>
                  <a:cubicBezTo>
                    <a:pt x="33033" y="21455"/>
                    <a:pt x="26166" y="22557"/>
                    <a:pt x="18196" y="22557"/>
                  </a:cubicBezTo>
                  <a:cubicBezTo>
                    <a:pt x="10201" y="22557"/>
                    <a:pt x="3333" y="21455"/>
                    <a:pt x="276" y="19876"/>
                  </a:cubicBezTo>
                  <a:cubicBezTo>
                    <a:pt x="226" y="19851"/>
                    <a:pt x="176" y="19826"/>
                    <a:pt x="125" y="19801"/>
                  </a:cubicBezTo>
                  <a:cubicBezTo>
                    <a:pt x="50" y="19149"/>
                    <a:pt x="0" y="18472"/>
                    <a:pt x="0" y="17795"/>
                  </a:cubicBezTo>
                  <a:cubicBezTo>
                    <a:pt x="0" y="7971"/>
                    <a:pt x="8196" y="1"/>
                    <a:pt x="18296" y="1"/>
                  </a:cubicBezTo>
                  <a:lnTo>
                    <a:pt x="18296" y="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26667;p127">
              <a:extLst>
                <a:ext uri="{FF2B5EF4-FFF2-40B4-BE49-F238E27FC236}">
                  <a16:creationId xmlns:a16="http://schemas.microsoft.com/office/drawing/2014/main" id="{294BF766-8286-6688-310A-FD44D2A7E112}"/>
                </a:ext>
              </a:extLst>
            </p:cNvPr>
            <p:cNvSpPr/>
            <p:nvPr/>
          </p:nvSpPr>
          <p:spPr>
            <a:xfrm>
              <a:off x="3314055" y="3064018"/>
              <a:ext cx="162202" cy="257098"/>
            </a:xfrm>
            <a:custGeom>
              <a:avLst/>
              <a:gdLst/>
              <a:ahLst/>
              <a:cxnLst/>
              <a:rect l="l" t="t" r="r" b="b"/>
              <a:pathLst>
                <a:path w="9124" h="14462" extrusionOk="0">
                  <a:moveTo>
                    <a:pt x="8622" y="1"/>
                  </a:moveTo>
                  <a:cubicBezTo>
                    <a:pt x="8622" y="1"/>
                    <a:pt x="8497" y="51"/>
                    <a:pt x="8296" y="151"/>
                  </a:cubicBezTo>
                  <a:cubicBezTo>
                    <a:pt x="6993" y="803"/>
                    <a:pt x="1805" y="3635"/>
                    <a:pt x="953" y="8672"/>
                  </a:cubicBezTo>
                  <a:cubicBezTo>
                    <a:pt x="0" y="14462"/>
                    <a:pt x="3258" y="8447"/>
                    <a:pt x="5389" y="7444"/>
                  </a:cubicBezTo>
                  <a:cubicBezTo>
                    <a:pt x="7494" y="6467"/>
                    <a:pt x="9073" y="4788"/>
                    <a:pt x="9098" y="2883"/>
                  </a:cubicBezTo>
                  <a:cubicBezTo>
                    <a:pt x="9123" y="978"/>
                    <a:pt x="8622" y="1"/>
                    <a:pt x="8622" y="1"/>
                  </a:cubicBezTo>
                  <a:lnTo>
                    <a:pt x="8622" y="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26668;p127">
              <a:extLst>
                <a:ext uri="{FF2B5EF4-FFF2-40B4-BE49-F238E27FC236}">
                  <a16:creationId xmlns:a16="http://schemas.microsoft.com/office/drawing/2014/main" id="{5E8A3C98-F7F3-585C-3999-E8D2913E24F8}"/>
                </a:ext>
              </a:extLst>
            </p:cNvPr>
            <p:cNvSpPr/>
            <p:nvPr/>
          </p:nvSpPr>
          <p:spPr>
            <a:xfrm>
              <a:off x="3479786" y="3049762"/>
              <a:ext cx="65955" cy="93136"/>
            </a:xfrm>
            <a:custGeom>
              <a:avLst/>
              <a:gdLst/>
              <a:ahLst/>
              <a:cxnLst/>
              <a:rect l="l" t="t" r="r" b="b"/>
              <a:pathLst>
                <a:path w="3710" h="5239" extrusionOk="0">
                  <a:moveTo>
                    <a:pt x="1905" y="1"/>
                  </a:moveTo>
                  <a:lnTo>
                    <a:pt x="1" y="527"/>
                  </a:lnTo>
                  <a:cubicBezTo>
                    <a:pt x="1" y="527"/>
                    <a:pt x="1003" y="5239"/>
                    <a:pt x="1905" y="4036"/>
                  </a:cubicBezTo>
                  <a:cubicBezTo>
                    <a:pt x="2808" y="2808"/>
                    <a:pt x="3710" y="1830"/>
                    <a:pt x="2808" y="1229"/>
                  </a:cubicBezTo>
                  <a:cubicBezTo>
                    <a:pt x="1905" y="627"/>
                    <a:pt x="1905" y="1"/>
                    <a:pt x="1905" y="1"/>
                  </a:cubicBezTo>
                  <a:lnTo>
                    <a:pt x="190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26669;p127">
              <a:extLst>
                <a:ext uri="{FF2B5EF4-FFF2-40B4-BE49-F238E27FC236}">
                  <a16:creationId xmlns:a16="http://schemas.microsoft.com/office/drawing/2014/main" id="{68EB2749-DF66-60F0-C432-2428A1B98DC7}"/>
                </a:ext>
              </a:extLst>
            </p:cNvPr>
            <p:cNvSpPr/>
            <p:nvPr/>
          </p:nvSpPr>
          <p:spPr>
            <a:xfrm>
              <a:off x="3814822" y="3160261"/>
              <a:ext cx="45030" cy="164424"/>
            </a:xfrm>
            <a:custGeom>
              <a:avLst/>
              <a:gdLst/>
              <a:ahLst/>
              <a:cxnLst/>
              <a:rect l="l" t="t" r="r" b="b"/>
              <a:pathLst>
                <a:path w="2533" h="9249" extrusionOk="0">
                  <a:moveTo>
                    <a:pt x="176" y="0"/>
                  </a:moveTo>
                  <a:cubicBezTo>
                    <a:pt x="176" y="0"/>
                    <a:pt x="2532" y="3810"/>
                    <a:pt x="2332" y="6542"/>
                  </a:cubicBezTo>
                  <a:cubicBezTo>
                    <a:pt x="2156" y="9248"/>
                    <a:pt x="1" y="5013"/>
                    <a:pt x="101" y="3760"/>
                  </a:cubicBezTo>
                  <a:cubicBezTo>
                    <a:pt x="201" y="2481"/>
                    <a:pt x="176" y="0"/>
                    <a:pt x="176" y="0"/>
                  </a:cubicBezTo>
                  <a:lnTo>
                    <a:pt x="1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26670;p127">
              <a:extLst>
                <a:ext uri="{FF2B5EF4-FFF2-40B4-BE49-F238E27FC236}">
                  <a16:creationId xmlns:a16="http://schemas.microsoft.com/office/drawing/2014/main" id="{5ED65ECD-9C01-FDCF-26FC-FED9D145C896}"/>
                </a:ext>
              </a:extLst>
            </p:cNvPr>
            <p:cNvSpPr/>
            <p:nvPr/>
          </p:nvSpPr>
          <p:spPr>
            <a:xfrm>
              <a:off x="3699878" y="3145098"/>
              <a:ext cx="86008" cy="147944"/>
            </a:xfrm>
            <a:custGeom>
              <a:avLst/>
              <a:gdLst/>
              <a:ahLst/>
              <a:cxnLst/>
              <a:rect l="l" t="t" r="r" b="b"/>
              <a:pathLst>
                <a:path w="4838" h="8322" extrusionOk="0">
                  <a:moveTo>
                    <a:pt x="2457" y="1"/>
                  </a:moveTo>
                  <a:lnTo>
                    <a:pt x="1" y="7119"/>
                  </a:lnTo>
                  <a:cubicBezTo>
                    <a:pt x="352" y="7420"/>
                    <a:pt x="627" y="7846"/>
                    <a:pt x="727" y="8322"/>
                  </a:cubicBezTo>
                  <a:cubicBezTo>
                    <a:pt x="1003" y="8146"/>
                    <a:pt x="1354" y="8021"/>
                    <a:pt x="1705" y="8021"/>
                  </a:cubicBezTo>
                  <a:cubicBezTo>
                    <a:pt x="1956" y="8021"/>
                    <a:pt x="2181" y="8071"/>
                    <a:pt x="2382" y="8171"/>
                  </a:cubicBezTo>
                  <a:lnTo>
                    <a:pt x="4838" y="1004"/>
                  </a:lnTo>
                  <a:lnTo>
                    <a:pt x="2457" y="1"/>
                  </a:lnTo>
                  <a:lnTo>
                    <a:pt x="2457" y="1"/>
                  </a:lnTo>
                  <a:close/>
                </a:path>
              </a:pathLst>
            </a:custGeom>
            <a:solidFill>
              <a:srgbClr val="CCC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26671;p127">
              <a:extLst>
                <a:ext uri="{FF2B5EF4-FFF2-40B4-BE49-F238E27FC236}">
                  <a16:creationId xmlns:a16="http://schemas.microsoft.com/office/drawing/2014/main" id="{0FD3E4BB-1480-2544-FE83-77925DD99721}"/>
                </a:ext>
              </a:extLst>
            </p:cNvPr>
            <p:cNvSpPr/>
            <p:nvPr/>
          </p:nvSpPr>
          <p:spPr>
            <a:xfrm>
              <a:off x="3699878" y="3251597"/>
              <a:ext cx="49919" cy="41439"/>
            </a:xfrm>
            <a:custGeom>
              <a:avLst/>
              <a:gdLst/>
              <a:ahLst/>
              <a:cxnLst/>
              <a:rect l="l" t="t" r="r" b="b"/>
              <a:pathLst>
                <a:path w="2808" h="2331" extrusionOk="0">
                  <a:moveTo>
                    <a:pt x="402" y="0"/>
                  </a:moveTo>
                  <a:lnTo>
                    <a:pt x="1" y="1128"/>
                  </a:lnTo>
                  <a:cubicBezTo>
                    <a:pt x="352" y="1429"/>
                    <a:pt x="627" y="1855"/>
                    <a:pt x="727" y="2331"/>
                  </a:cubicBezTo>
                  <a:cubicBezTo>
                    <a:pt x="1003" y="2155"/>
                    <a:pt x="1354" y="2030"/>
                    <a:pt x="1705" y="2030"/>
                  </a:cubicBezTo>
                  <a:cubicBezTo>
                    <a:pt x="1956" y="2030"/>
                    <a:pt x="2181" y="2080"/>
                    <a:pt x="2382" y="2180"/>
                  </a:cubicBezTo>
                  <a:lnTo>
                    <a:pt x="2808" y="952"/>
                  </a:lnTo>
                  <a:cubicBezTo>
                    <a:pt x="2632" y="877"/>
                    <a:pt x="2432" y="877"/>
                    <a:pt x="2231" y="877"/>
                  </a:cubicBezTo>
                  <a:cubicBezTo>
                    <a:pt x="1780" y="877"/>
                    <a:pt x="1379" y="1003"/>
                    <a:pt x="1028" y="1228"/>
                  </a:cubicBezTo>
                  <a:cubicBezTo>
                    <a:pt x="928" y="752"/>
                    <a:pt x="702" y="326"/>
                    <a:pt x="402" y="0"/>
                  </a:cubicBezTo>
                  <a:lnTo>
                    <a:pt x="402" y="0"/>
                  </a:lnTo>
                  <a:close/>
                </a:path>
              </a:pathLst>
            </a:custGeom>
            <a:solidFill>
              <a:srgbClr val="9595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26672;p127">
              <a:extLst>
                <a:ext uri="{FF2B5EF4-FFF2-40B4-BE49-F238E27FC236}">
                  <a16:creationId xmlns:a16="http://schemas.microsoft.com/office/drawing/2014/main" id="{91D657DD-0FB8-C2A1-C99D-2C2164232C4E}"/>
                </a:ext>
              </a:extLst>
            </p:cNvPr>
            <p:cNvSpPr/>
            <p:nvPr/>
          </p:nvSpPr>
          <p:spPr>
            <a:xfrm>
              <a:off x="3727503" y="3129063"/>
              <a:ext cx="77545" cy="46364"/>
            </a:xfrm>
            <a:custGeom>
              <a:avLst/>
              <a:gdLst/>
              <a:ahLst/>
              <a:cxnLst/>
              <a:rect l="l" t="t" r="r" b="b"/>
              <a:pathLst>
                <a:path w="4362" h="2608" extrusionOk="0">
                  <a:moveTo>
                    <a:pt x="2457" y="702"/>
                  </a:moveTo>
                  <a:cubicBezTo>
                    <a:pt x="3585" y="1254"/>
                    <a:pt x="4361" y="1956"/>
                    <a:pt x="4211" y="2281"/>
                  </a:cubicBezTo>
                  <a:cubicBezTo>
                    <a:pt x="4061" y="2607"/>
                    <a:pt x="3008" y="2407"/>
                    <a:pt x="1905" y="1880"/>
                  </a:cubicBezTo>
                  <a:cubicBezTo>
                    <a:pt x="778" y="1329"/>
                    <a:pt x="1" y="652"/>
                    <a:pt x="151" y="327"/>
                  </a:cubicBezTo>
                  <a:cubicBezTo>
                    <a:pt x="301" y="1"/>
                    <a:pt x="1329" y="176"/>
                    <a:pt x="2457" y="702"/>
                  </a:cubicBezTo>
                  <a:lnTo>
                    <a:pt x="2457" y="7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26673;p127">
              <a:extLst>
                <a:ext uri="{FF2B5EF4-FFF2-40B4-BE49-F238E27FC236}">
                  <a16:creationId xmlns:a16="http://schemas.microsoft.com/office/drawing/2014/main" id="{A52A386D-B475-141D-FFEE-60BB84CEDC90}"/>
                </a:ext>
              </a:extLst>
            </p:cNvPr>
            <p:cNvSpPr/>
            <p:nvPr/>
          </p:nvSpPr>
          <p:spPr>
            <a:xfrm>
              <a:off x="3743538" y="2866200"/>
              <a:ext cx="139482" cy="299426"/>
            </a:xfrm>
            <a:custGeom>
              <a:avLst/>
              <a:gdLst/>
              <a:ahLst/>
              <a:cxnLst/>
              <a:rect l="l" t="t" r="r" b="b"/>
              <a:pathLst>
                <a:path w="7846" h="16843" extrusionOk="0">
                  <a:moveTo>
                    <a:pt x="7845" y="853"/>
                  </a:moveTo>
                  <a:lnTo>
                    <a:pt x="5389" y="1"/>
                  </a:lnTo>
                  <a:lnTo>
                    <a:pt x="1" y="15690"/>
                  </a:lnTo>
                  <a:lnTo>
                    <a:pt x="1" y="15690"/>
                  </a:lnTo>
                  <a:lnTo>
                    <a:pt x="151" y="15740"/>
                  </a:lnTo>
                  <a:cubicBezTo>
                    <a:pt x="302" y="15941"/>
                    <a:pt x="678" y="16216"/>
                    <a:pt x="1104" y="16417"/>
                  </a:cubicBezTo>
                  <a:cubicBezTo>
                    <a:pt x="1755" y="16743"/>
                    <a:pt x="2382" y="16843"/>
                    <a:pt x="2457" y="16642"/>
                  </a:cubicBezTo>
                  <a:cubicBezTo>
                    <a:pt x="2482" y="16617"/>
                    <a:pt x="2457" y="16567"/>
                    <a:pt x="2457" y="16517"/>
                  </a:cubicBezTo>
                  <a:lnTo>
                    <a:pt x="7845" y="85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26674;p127">
              <a:extLst>
                <a:ext uri="{FF2B5EF4-FFF2-40B4-BE49-F238E27FC236}">
                  <a16:creationId xmlns:a16="http://schemas.microsoft.com/office/drawing/2014/main" id="{B45E058B-F378-FDA5-7F81-959EBC5588C6}"/>
                </a:ext>
              </a:extLst>
            </p:cNvPr>
            <p:cNvSpPr/>
            <p:nvPr/>
          </p:nvSpPr>
          <p:spPr>
            <a:xfrm>
              <a:off x="3838447" y="2860405"/>
              <a:ext cx="46790" cy="23200"/>
            </a:xfrm>
            <a:custGeom>
              <a:avLst/>
              <a:gdLst/>
              <a:ahLst/>
              <a:cxnLst/>
              <a:rect l="l" t="t" r="r" b="b"/>
              <a:pathLst>
                <a:path w="2632" h="1305" extrusionOk="0">
                  <a:moveTo>
                    <a:pt x="1454" y="226"/>
                  </a:moveTo>
                  <a:cubicBezTo>
                    <a:pt x="2131" y="452"/>
                    <a:pt x="2632" y="828"/>
                    <a:pt x="2532" y="1079"/>
                  </a:cubicBezTo>
                  <a:cubicBezTo>
                    <a:pt x="2456" y="1304"/>
                    <a:pt x="1830" y="1304"/>
                    <a:pt x="1153" y="1079"/>
                  </a:cubicBezTo>
                  <a:cubicBezTo>
                    <a:pt x="476" y="853"/>
                    <a:pt x="0" y="477"/>
                    <a:pt x="75" y="226"/>
                  </a:cubicBezTo>
                  <a:cubicBezTo>
                    <a:pt x="176" y="1"/>
                    <a:pt x="777" y="1"/>
                    <a:pt x="1454" y="226"/>
                  </a:cubicBezTo>
                  <a:lnTo>
                    <a:pt x="1454" y="226"/>
                  </a:lnTo>
                  <a:close/>
                </a:path>
              </a:pathLst>
            </a:custGeom>
            <a:solidFill>
              <a:srgbClr val="B1B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26675;p127">
              <a:extLst>
                <a:ext uri="{FF2B5EF4-FFF2-40B4-BE49-F238E27FC236}">
                  <a16:creationId xmlns:a16="http://schemas.microsoft.com/office/drawing/2014/main" id="{08414852-0A4A-C0F0-84D7-2D0BA3463F90}"/>
                </a:ext>
              </a:extLst>
            </p:cNvPr>
            <p:cNvSpPr/>
            <p:nvPr/>
          </p:nvSpPr>
          <p:spPr>
            <a:xfrm>
              <a:off x="3399151" y="3633848"/>
              <a:ext cx="363141" cy="363603"/>
            </a:xfrm>
            <a:custGeom>
              <a:avLst/>
              <a:gdLst/>
              <a:ahLst/>
              <a:cxnLst/>
              <a:rect l="l" t="t" r="r" b="b"/>
              <a:pathLst>
                <a:path w="20427" h="20453" extrusionOk="0">
                  <a:moveTo>
                    <a:pt x="10201" y="20452"/>
                  </a:moveTo>
                  <a:cubicBezTo>
                    <a:pt x="15840" y="20452"/>
                    <a:pt x="20426" y="15866"/>
                    <a:pt x="20426" y="10227"/>
                  </a:cubicBezTo>
                  <a:cubicBezTo>
                    <a:pt x="20426" y="4612"/>
                    <a:pt x="15840" y="1"/>
                    <a:pt x="10201" y="1"/>
                  </a:cubicBezTo>
                  <a:cubicBezTo>
                    <a:pt x="4587" y="1"/>
                    <a:pt x="0" y="4612"/>
                    <a:pt x="0" y="10227"/>
                  </a:cubicBezTo>
                  <a:cubicBezTo>
                    <a:pt x="0" y="15866"/>
                    <a:pt x="4587" y="20452"/>
                    <a:pt x="10201" y="20452"/>
                  </a:cubicBezTo>
                  <a:lnTo>
                    <a:pt x="10201" y="20452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26676;p127">
              <a:extLst>
                <a:ext uri="{FF2B5EF4-FFF2-40B4-BE49-F238E27FC236}">
                  <a16:creationId xmlns:a16="http://schemas.microsoft.com/office/drawing/2014/main" id="{3FB0E59C-DD41-2F61-4B39-B256E9729529}"/>
                </a:ext>
              </a:extLst>
            </p:cNvPr>
            <p:cNvSpPr/>
            <p:nvPr/>
          </p:nvSpPr>
          <p:spPr>
            <a:xfrm>
              <a:off x="3399151" y="3615147"/>
              <a:ext cx="363141" cy="363585"/>
            </a:xfrm>
            <a:custGeom>
              <a:avLst/>
              <a:gdLst/>
              <a:ahLst/>
              <a:cxnLst/>
              <a:rect l="l" t="t" r="r" b="b"/>
              <a:pathLst>
                <a:path w="20427" h="20452" extrusionOk="0">
                  <a:moveTo>
                    <a:pt x="10201" y="20451"/>
                  </a:moveTo>
                  <a:cubicBezTo>
                    <a:pt x="15840" y="20451"/>
                    <a:pt x="20426" y="15865"/>
                    <a:pt x="20426" y="10226"/>
                  </a:cubicBezTo>
                  <a:cubicBezTo>
                    <a:pt x="20426" y="4612"/>
                    <a:pt x="15840" y="0"/>
                    <a:pt x="10201" y="0"/>
                  </a:cubicBezTo>
                  <a:cubicBezTo>
                    <a:pt x="4587" y="0"/>
                    <a:pt x="0" y="4612"/>
                    <a:pt x="0" y="10226"/>
                  </a:cubicBezTo>
                  <a:cubicBezTo>
                    <a:pt x="0" y="15865"/>
                    <a:pt x="4587" y="20451"/>
                    <a:pt x="10201" y="20451"/>
                  </a:cubicBezTo>
                  <a:lnTo>
                    <a:pt x="10201" y="2045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26677;p127">
              <a:extLst>
                <a:ext uri="{FF2B5EF4-FFF2-40B4-BE49-F238E27FC236}">
                  <a16:creationId xmlns:a16="http://schemas.microsoft.com/office/drawing/2014/main" id="{127ADD06-233F-BF30-AFD9-65103F700264}"/>
                </a:ext>
              </a:extLst>
            </p:cNvPr>
            <p:cNvSpPr/>
            <p:nvPr/>
          </p:nvSpPr>
          <p:spPr>
            <a:xfrm>
              <a:off x="3428998" y="3645438"/>
              <a:ext cx="303444" cy="303000"/>
            </a:xfrm>
            <a:custGeom>
              <a:avLst/>
              <a:gdLst/>
              <a:ahLst/>
              <a:cxnLst/>
              <a:rect l="l" t="t" r="r" b="b"/>
              <a:pathLst>
                <a:path w="17069" h="17044" extrusionOk="0">
                  <a:moveTo>
                    <a:pt x="8522" y="452"/>
                  </a:moveTo>
                  <a:cubicBezTo>
                    <a:pt x="4061" y="452"/>
                    <a:pt x="452" y="4061"/>
                    <a:pt x="452" y="8522"/>
                  </a:cubicBezTo>
                  <a:cubicBezTo>
                    <a:pt x="452" y="12983"/>
                    <a:pt x="4061" y="16592"/>
                    <a:pt x="8522" y="16592"/>
                  </a:cubicBezTo>
                  <a:cubicBezTo>
                    <a:pt x="12983" y="16592"/>
                    <a:pt x="16617" y="12983"/>
                    <a:pt x="16617" y="8522"/>
                  </a:cubicBezTo>
                  <a:cubicBezTo>
                    <a:pt x="16617" y="4061"/>
                    <a:pt x="12983" y="452"/>
                    <a:pt x="8522" y="452"/>
                  </a:cubicBezTo>
                  <a:close/>
                  <a:moveTo>
                    <a:pt x="8522" y="1"/>
                  </a:moveTo>
                  <a:cubicBezTo>
                    <a:pt x="3810" y="1"/>
                    <a:pt x="0" y="3810"/>
                    <a:pt x="0" y="8522"/>
                  </a:cubicBezTo>
                  <a:cubicBezTo>
                    <a:pt x="0" y="13234"/>
                    <a:pt x="3810" y="17043"/>
                    <a:pt x="8522" y="17043"/>
                  </a:cubicBezTo>
                  <a:cubicBezTo>
                    <a:pt x="13234" y="17043"/>
                    <a:pt x="17068" y="13234"/>
                    <a:pt x="17068" y="8522"/>
                  </a:cubicBezTo>
                  <a:cubicBezTo>
                    <a:pt x="17068" y="3810"/>
                    <a:pt x="13234" y="1"/>
                    <a:pt x="8522" y="1"/>
                  </a:cubicBezTo>
                  <a:lnTo>
                    <a:pt x="8522" y="1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26678;p127">
              <a:extLst>
                <a:ext uri="{FF2B5EF4-FFF2-40B4-BE49-F238E27FC236}">
                  <a16:creationId xmlns:a16="http://schemas.microsoft.com/office/drawing/2014/main" id="{B9BA0FA2-31FC-D384-CDD8-16FCD2AFF1BE}"/>
                </a:ext>
              </a:extLst>
            </p:cNvPr>
            <p:cNvSpPr/>
            <p:nvPr/>
          </p:nvSpPr>
          <p:spPr>
            <a:xfrm>
              <a:off x="3465085" y="3687764"/>
              <a:ext cx="216121" cy="228583"/>
            </a:xfrm>
            <a:custGeom>
              <a:avLst/>
              <a:gdLst/>
              <a:ahLst/>
              <a:cxnLst/>
              <a:rect l="l" t="t" r="r" b="b"/>
              <a:pathLst>
                <a:path w="12157" h="12858" extrusionOk="0">
                  <a:moveTo>
                    <a:pt x="3058" y="8647"/>
                  </a:moveTo>
                  <a:cubicBezTo>
                    <a:pt x="1003" y="6191"/>
                    <a:pt x="1" y="3660"/>
                    <a:pt x="2181" y="1830"/>
                  </a:cubicBezTo>
                  <a:cubicBezTo>
                    <a:pt x="4361" y="0"/>
                    <a:pt x="6667" y="1479"/>
                    <a:pt x="8722" y="3935"/>
                  </a:cubicBezTo>
                  <a:cubicBezTo>
                    <a:pt x="10778" y="6391"/>
                    <a:pt x="12156" y="8622"/>
                    <a:pt x="9600" y="10752"/>
                  </a:cubicBezTo>
                  <a:cubicBezTo>
                    <a:pt x="7068" y="12858"/>
                    <a:pt x="5113" y="11128"/>
                    <a:pt x="3058" y="8647"/>
                  </a:cubicBezTo>
                  <a:lnTo>
                    <a:pt x="3058" y="8647"/>
                  </a:lnTo>
                </a:path>
              </a:pathLst>
            </a:custGeom>
            <a:solidFill>
              <a:srgbClr val="7638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26679;p127">
              <a:extLst>
                <a:ext uri="{FF2B5EF4-FFF2-40B4-BE49-F238E27FC236}">
                  <a16:creationId xmlns:a16="http://schemas.microsoft.com/office/drawing/2014/main" id="{F0D89549-A4B7-F2AB-5A13-3607CF81E83B}"/>
                </a:ext>
              </a:extLst>
            </p:cNvPr>
            <p:cNvSpPr/>
            <p:nvPr/>
          </p:nvSpPr>
          <p:spPr>
            <a:xfrm>
              <a:off x="3487803" y="3790229"/>
              <a:ext cx="179588" cy="126114"/>
            </a:xfrm>
            <a:custGeom>
              <a:avLst/>
              <a:gdLst/>
              <a:ahLst/>
              <a:cxnLst/>
              <a:rect l="l" t="t" r="r" b="b"/>
              <a:pathLst>
                <a:path w="10102" h="7094" extrusionOk="0">
                  <a:moveTo>
                    <a:pt x="1780" y="2883"/>
                  </a:moveTo>
                  <a:cubicBezTo>
                    <a:pt x="1003" y="1931"/>
                    <a:pt x="352" y="978"/>
                    <a:pt x="1" y="51"/>
                  </a:cubicBezTo>
                  <a:lnTo>
                    <a:pt x="51" y="1"/>
                  </a:lnTo>
                  <a:cubicBezTo>
                    <a:pt x="377" y="527"/>
                    <a:pt x="778" y="1054"/>
                    <a:pt x="1204" y="1555"/>
                  </a:cubicBezTo>
                  <a:cubicBezTo>
                    <a:pt x="3259" y="4036"/>
                    <a:pt x="5189" y="5790"/>
                    <a:pt x="7745" y="3660"/>
                  </a:cubicBezTo>
                  <a:cubicBezTo>
                    <a:pt x="9048" y="2582"/>
                    <a:pt x="9324" y="1480"/>
                    <a:pt x="9023" y="302"/>
                  </a:cubicBezTo>
                  <a:cubicBezTo>
                    <a:pt x="9976" y="1956"/>
                    <a:pt x="10101" y="3485"/>
                    <a:pt x="8322" y="4988"/>
                  </a:cubicBezTo>
                  <a:cubicBezTo>
                    <a:pt x="5790" y="7094"/>
                    <a:pt x="3835" y="5364"/>
                    <a:pt x="1780" y="2883"/>
                  </a:cubicBezTo>
                  <a:lnTo>
                    <a:pt x="1780" y="2883"/>
                  </a:lnTo>
                </a:path>
              </a:pathLst>
            </a:custGeom>
            <a:solidFill>
              <a:srgbClr val="5A2E1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26680;p127">
              <a:extLst>
                <a:ext uri="{FF2B5EF4-FFF2-40B4-BE49-F238E27FC236}">
                  <a16:creationId xmlns:a16="http://schemas.microsoft.com/office/drawing/2014/main" id="{F7DFFA98-0090-40A9-BA73-65C93F5BF421}"/>
                </a:ext>
              </a:extLst>
            </p:cNvPr>
            <p:cNvSpPr/>
            <p:nvPr/>
          </p:nvSpPr>
          <p:spPr>
            <a:xfrm>
              <a:off x="3504300" y="3717167"/>
              <a:ext cx="136353" cy="143927"/>
            </a:xfrm>
            <a:custGeom>
              <a:avLst/>
              <a:gdLst/>
              <a:ahLst/>
              <a:cxnLst/>
              <a:rect l="l" t="t" r="r" b="b"/>
              <a:pathLst>
                <a:path w="7670" h="8096" extrusionOk="0">
                  <a:moveTo>
                    <a:pt x="7669" y="8096"/>
                  </a:moveTo>
                  <a:cubicBezTo>
                    <a:pt x="7669" y="8096"/>
                    <a:pt x="5389" y="7996"/>
                    <a:pt x="4211" y="6642"/>
                  </a:cubicBezTo>
                  <a:cubicBezTo>
                    <a:pt x="3033" y="5264"/>
                    <a:pt x="4186" y="4988"/>
                    <a:pt x="3083" y="2833"/>
                  </a:cubicBezTo>
                  <a:cubicBezTo>
                    <a:pt x="1955" y="652"/>
                    <a:pt x="0" y="577"/>
                    <a:pt x="0" y="577"/>
                  </a:cubicBezTo>
                  <a:cubicBezTo>
                    <a:pt x="0" y="577"/>
                    <a:pt x="2506" y="1"/>
                    <a:pt x="3709" y="2382"/>
                  </a:cubicBezTo>
                  <a:cubicBezTo>
                    <a:pt x="4912" y="4737"/>
                    <a:pt x="3659" y="5038"/>
                    <a:pt x="4937" y="6542"/>
                  </a:cubicBezTo>
                  <a:cubicBezTo>
                    <a:pt x="5915" y="7670"/>
                    <a:pt x="7118" y="7996"/>
                    <a:pt x="7669" y="8096"/>
                  </a:cubicBezTo>
                  <a:lnTo>
                    <a:pt x="7669" y="8096"/>
                  </a:lnTo>
                  <a:close/>
                </a:path>
              </a:pathLst>
            </a:custGeom>
            <a:solidFill>
              <a:srgbClr val="341E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26681;p127">
              <a:extLst>
                <a:ext uri="{FF2B5EF4-FFF2-40B4-BE49-F238E27FC236}">
                  <a16:creationId xmlns:a16="http://schemas.microsoft.com/office/drawing/2014/main" id="{53176A29-8A3B-B022-28D4-FEE37C8B5989}"/>
                </a:ext>
              </a:extLst>
            </p:cNvPr>
            <p:cNvSpPr/>
            <p:nvPr/>
          </p:nvSpPr>
          <p:spPr>
            <a:xfrm>
              <a:off x="3486026" y="3732757"/>
              <a:ext cx="24515" cy="61066"/>
            </a:xfrm>
            <a:custGeom>
              <a:avLst/>
              <a:gdLst/>
              <a:ahLst/>
              <a:cxnLst/>
              <a:rect l="l" t="t" r="r" b="b"/>
              <a:pathLst>
                <a:path w="1379" h="3435" extrusionOk="0">
                  <a:moveTo>
                    <a:pt x="1078" y="101"/>
                  </a:moveTo>
                  <a:cubicBezTo>
                    <a:pt x="1178" y="51"/>
                    <a:pt x="1279" y="26"/>
                    <a:pt x="1379" y="1"/>
                  </a:cubicBezTo>
                  <a:cubicBezTo>
                    <a:pt x="1229" y="176"/>
                    <a:pt x="1103" y="352"/>
                    <a:pt x="978" y="552"/>
                  </a:cubicBezTo>
                  <a:cubicBezTo>
                    <a:pt x="853" y="778"/>
                    <a:pt x="752" y="1053"/>
                    <a:pt x="727" y="1329"/>
                  </a:cubicBezTo>
                  <a:cubicBezTo>
                    <a:pt x="577" y="2006"/>
                    <a:pt x="677" y="2758"/>
                    <a:pt x="1003" y="3434"/>
                  </a:cubicBezTo>
                  <a:cubicBezTo>
                    <a:pt x="803" y="3234"/>
                    <a:pt x="627" y="3008"/>
                    <a:pt x="502" y="2708"/>
                  </a:cubicBezTo>
                  <a:cubicBezTo>
                    <a:pt x="1" y="1655"/>
                    <a:pt x="251" y="477"/>
                    <a:pt x="1078" y="101"/>
                  </a:cubicBezTo>
                  <a:lnTo>
                    <a:pt x="1078" y="101"/>
                  </a:lnTo>
                </a:path>
              </a:pathLst>
            </a:custGeom>
            <a:solidFill>
              <a:srgbClr val="9450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26682;p127">
              <a:extLst>
                <a:ext uri="{FF2B5EF4-FFF2-40B4-BE49-F238E27FC236}">
                  <a16:creationId xmlns:a16="http://schemas.microsoft.com/office/drawing/2014/main" id="{0E6CAAA7-05B4-A127-424F-5099CB848C61}"/>
                </a:ext>
              </a:extLst>
            </p:cNvPr>
            <p:cNvSpPr/>
            <p:nvPr/>
          </p:nvSpPr>
          <p:spPr>
            <a:xfrm>
              <a:off x="3525241" y="3706927"/>
              <a:ext cx="57048" cy="36995"/>
            </a:xfrm>
            <a:custGeom>
              <a:avLst/>
              <a:gdLst/>
              <a:ahLst/>
              <a:cxnLst/>
              <a:rect l="l" t="t" r="r" b="b"/>
              <a:pathLst>
                <a:path w="3209" h="2081" extrusionOk="0">
                  <a:moveTo>
                    <a:pt x="226" y="527"/>
                  </a:moveTo>
                  <a:cubicBezTo>
                    <a:pt x="150" y="602"/>
                    <a:pt x="50" y="677"/>
                    <a:pt x="0" y="752"/>
                  </a:cubicBezTo>
                  <a:cubicBezTo>
                    <a:pt x="226" y="702"/>
                    <a:pt x="451" y="677"/>
                    <a:pt x="677" y="677"/>
                  </a:cubicBezTo>
                  <a:cubicBezTo>
                    <a:pt x="927" y="652"/>
                    <a:pt x="1203" y="702"/>
                    <a:pt x="1504" y="827"/>
                  </a:cubicBezTo>
                  <a:cubicBezTo>
                    <a:pt x="2155" y="1028"/>
                    <a:pt x="2757" y="1479"/>
                    <a:pt x="3208" y="2080"/>
                  </a:cubicBezTo>
                  <a:cubicBezTo>
                    <a:pt x="3108" y="1805"/>
                    <a:pt x="2983" y="1529"/>
                    <a:pt x="2807" y="1278"/>
                  </a:cubicBezTo>
                  <a:cubicBezTo>
                    <a:pt x="2105" y="351"/>
                    <a:pt x="952" y="0"/>
                    <a:pt x="226" y="527"/>
                  </a:cubicBezTo>
                  <a:lnTo>
                    <a:pt x="226" y="527"/>
                  </a:lnTo>
                </a:path>
              </a:pathLst>
            </a:custGeom>
            <a:solidFill>
              <a:srgbClr val="9450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" name="Google Shape;26448;p126">
            <a:extLst>
              <a:ext uri="{FF2B5EF4-FFF2-40B4-BE49-F238E27FC236}">
                <a16:creationId xmlns:a16="http://schemas.microsoft.com/office/drawing/2014/main" id="{D6F3BA5E-FBD4-E18C-9B56-E35F8871FF32}"/>
              </a:ext>
            </a:extLst>
          </p:cNvPr>
          <p:cNvGrpSpPr/>
          <p:nvPr/>
        </p:nvGrpSpPr>
        <p:grpSpPr>
          <a:xfrm>
            <a:off x="1811333" y="826994"/>
            <a:ext cx="804119" cy="1187391"/>
            <a:chOff x="4157844" y="1738201"/>
            <a:chExt cx="1128813" cy="1950343"/>
          </a:xfrm>
        </p:grpSpPr>
        <p:sp>
          <p:nvSpPr>
            <p:cNvPr id="50" name="Google Shape;26449;p126">
              <a:extLst>
                <a:ext uri="{FF2B5EF4-FFF2-40B4-BE49-F238E27FC236}">
                  <a16:creationId xmlns:a16="http://schemas.microsoft.com/office/drawing/2014/main" id="{5E37B6E2-BE92-43DF-2F62-DF22E6B4CBCF}"/>
                </a:ext>
              </a:extLst>
            </p:cNvPr>
            <p:cNvSpPr/>
            <p:nvPr/>
          </p:nvSpPr>
          <p:spPr>
            <a:xfrm>
              <a:off x="4941435" y="2456277"/>
              <a:ext cx="345222" cy="567601"/>
            </a:xfrm>
            <a:custGeom>
              <a:avLst/>
              <a:gdLst/>
              <a:ahLst/>
              <a:cxnLst/>
              <a:rect l="l" t="t" r="r" b="b"/>
              <a:pathLst>
                <a:path w="8057" h="13247" extrusionOk="0">
                  <a:moveTo>
                    <a:pt x="3323" y="1"/>
                  </a:moveTo>
                  <a:cubicBezTo>
                    <a:pt x="2328" y="1"/>
                    <a:pt x="1453" y="263"/>
                    <a:pt x="1151" y="379"/>
                  </a:cubicBezTo>
                  <a:cubicBezTo>
                    <a:pt x="935" y="468"/>
                    <a:pt x="743" y="499"/>
                    <a:pt x="582" y="499"/>
                  </a:cubicBezTo>
                  <a:cubicBezTo>
                    <a:pt x="213" y="499"/>
                    <a:pt x="1" y="337"/>
                    <a:pt x="1" y="337"/>
                  </a:cubicBezTo>
                  <a:lnTo>
                    <a:pt x="1" y="337"/>
                  </a:lnTo>
                  <a:cubicBezTo>
                    <a:pt x="168" y="965"/>
                    <a:pt x="335" y="3245"/>
                    <a:pt x="335" y="3245"/>
                  </a:cubicBezTo>
                  <a:cubicBezTo>
                    <a:pt x="482" y="2973"/>
                    <a:pt x="1026" y="2597"/>
                    <a:pt x="1319" y="2450"/>
                  </a:cubicBezTo>
                  <a:cubicBezTo>
                    <a:pt x="1497" y="2361"/>
                    <a:pt x="2423" y="1639"/>
                    <a:pt x="3391" y="1639"/>
                  </a:cubicBezTo>
                  <a:cubicBezTo>
                    <a:pt x="4016" y="1639"/>
                    <a:pt x="4659" y="1941"/>
                    <a:pt x="5127" y="2910"/>
                  </a:cubicBezTo>
                  <a:cubicBezTo>
                    <a:pt x="6340" y="5379"/>
                    <a:pt x="4060" y="7953"/>
                    <a:pt x="3034" y="8769"/>
                  </a:cubicBezTo>
                  <a:cubicBezTo>
                    <a:pt x="2675" y="9063"/>
                    <a:pt x="2325" y="9158"/>
                    <a:pt x="2023" y="9158"/>
                  </a:cubicBezTo>
                  <a:cubicBezTo>
                    <a:pt x="1464" y="9158"/>
                    <a:pt x="1068" y="8832"/>
                    <a:pt x="1068" y="8832"/>
                  </a:cubicBezTo>
                  <a:lnTo>
                    <a:pt x="1068" y="8832"/>
                  </a:lnTo>
                  <a:cubicBezTo>
                    <a:pt x="1402" y="9899"/>
                    <a:pt x="921" y="13247"/>
                    <a:pt x="921" y="13247"/>
                  </a:cubicBezTo>
                  <a:cubicBezTo>
                    <a:pt x="1549" y="12012"/>
                    <a:pt x="2323" y="11468"/>
                    <a:pt x="4018" y="10129"/>
                  </a:cubicBezTo>
                  <a:cubicBezTo>
                    <a:pt x="5692" y="8769"/>
                    <a:pt x="8056" y="5944"/>
                    <a:pt x="6905" y="2471"/>
                  </a:cubicBezTo>
                  <a:cubicBezTo>
                    <a:pt x="6243" y="484"/>
                    <a:pt x="4672" y="1"/>
                    <a:pt x="33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26450;p126">
              <a:extLst>
                <a:ext uri="{FF2B5EF4-FFF2-40B4-BE49-F238E27FC236}">
                  <a16:creationId xmlns:a16="http://schemas.microsoft.com/office/drawing/2014/main" id="{405CC307-1452-46A4-64BD-78FB11C43D0A}"/>
                </a:ext>
              </a:extLst>
            </p:cNvPr>
            <p:cNvSpPr/>
            <p:nvPr/>
          </p:nvSpPr>
          <p:spPr>
            <a:xfrm>
              <a:off x="4157844" y="2028593"/>
              <a:ext cx="963812" cy="1659869"/>
            </a:xfrm>
            <a:custGeom>
              <a:avLst/>
              <a:gdLst/>
              <a:ahLst/>
              <a:cxnLst/>
              <a:rect l="l" t="t" r="r" b="b"/>
              <a:pathLst>
                <a:path w="22494" h="38739" extrusionOk="0">
                  <a:moveTo>
                    <a:pt x="10852" y="0"/>
                  </a:moveTo>
                  <a:cubicBezTo>
                    <a:pt x="9443" y="0"/>
                    <a:pt x="4591" y="76"/>
                    <a:pt x="3787" y="1111"/>
                  </a:cubicBezTo>
                  <a:cubicBezTo>
                    <a:pt x="3787" y="1111"/>
                    <a:pt x="4834" y="6426"/>
                    <a:pt x="3892" y="12013"/>
                  </a:cubicBezTo>
                  <a:cubicBezTo>
                    <a:pt x="2971" y="17599"/>
                    <a:pt x="0" y="25759"/>
                    <a:pt x="9207" y="28605"/>
                  </a:cubicBezTo>
                  <a:cubicBezTo>
                    <a:pt x="9207" y="28605"/>
                    <a:pt x="9918" y="32769"/>
                    <a:pt x="9269" y="33752"/>
                  </a:cubicBezTo>
                  <a:cubicBezTo>
                    <a:pt x="8600" y="34736"/>
                    <a:pt x="4771" y="33961"/>
                    <a:pt x="4875" y="36221"/>
                  </a:cubicBezTo>
                  <a:cubicBezTo>
                    <a:pt x="4973" y="38304"/>
                    <a:pt x="8547" y="38739"/>
                    <a:pt x="10763" y="38739"/>
                  </a:cubicBezTo>
                  <a:cubicBezTo>
                    <a:pt x="10929" y="38739"/>
                    <a:pt x="11087" y="38736"/>
                    <a:pt x="11236" y="38732"/>
                  </a:cubicBezTo>
                  <a:cubicBezTo>
                    <a:pt x="11387" y="38736"/>
                    <a:pt x="11546" y="38739"/>
                    <a:pt x="11713" y="38739"/>
                  </a:cubicBezTo>
                  <a:cubicBezTo>
                    <a:pt x="13944" y="38739"/>
                    <a:pt x="17501" y="38304"/>
                    <a:pt x="17618" y="36221"/>
                  </a:cubicBezTo>
                  <a:cubicBezTo>
                    <a:pt x="17723" y="33961"/>
                    <a:pt x="13894" y="34736"/>
                    <a:pt x="13224" y="33752"/>
                  </a:cubicBezTo>
                  <a:cubicBezTo>
                    <a:pt x="12575" y="32769"/>
                    <a:pt x="13287" y="28605"/>
                    <a:pt x="13287" y="28605"/>
                  </a:cubicBezTo>
                  <a:cubicBezTo>
                    <a:pt x="22493" y="25759"/>
                    <a:pt x="19522" y="17599"/>
                    <a:pt x="18601" y="12013"/>
                  </a:cubicBezTo>
                  <a:cubicBezTo>
                    <a:pt x="17660" y="6426"/>
                    <a:pt x="18706" y="1111"/>
                    <a:pt x="18706" y="1111"/>
                  </a:cubicBezTo>
                  <a:cubicBezTo>
                    <a:pt x="18238" y="39"/>
                    <a:pt x="12151" y="2"/>
                    <a:pt x="11328" y="2"/>
                  </a:cubicBezTo>
                  <a:cubicBezTo>
                    <a:pt x="11268" y="2"/>
                    <a:pt x="11236" y="2"/>
                    <a:pt x="11236" y="2"/>
                  </a:cubicBezTo>
                  <a:cubicBezTo>
                    <a:pt x="11236" y="2"/>
                    <a:pt x="11096" y="0"/>
                    <a:pt x="10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26451;p126">
              <a:extLst>
                <a:ext uri="{FF2B5EF4-FFF2-40B4-BE49-F238E27FC236}">
                  <a16:creationId xmlns:a16="http://schemas.microsoft.com/office/drawing/2014/main" id="{85585AAD-BE12-CA29-85CA-ACC01059334C}"/>
                </a:ext>
              </a:extLst>
            </p:cNvPr>
            <p:cNvSpPr/>
            <p:nvPr/>
          </p:nvSpPr>
          <p:spPr>
            <a:xfrm>
              <a:off x="4157844" y="2130876"/>
              <a:ext cx="963812" cy="1134602"/>
            </a:xfrm>
            <a:custGeom>
              <a:avLst/>
              <a:gdLst/>
              <a:ahLst/>
              <a:cxnLst/>
              <a:rect l="l" t="t" r="r" b="b"/>
              <a:pathLst>
                <a:path w="22494" h="26480" extrusionOk="0">
                  <a:moveTo>
                    <a:pt x="18518" y="1"/>
                  </a:moveTo>
                  <a:lnTo>
                    <a:pt x="14814" y="461"/>
                  </a:lnTo>
                  <a:lnTo>
                    <a:pt x="3997" y="168"/>
                  </a:lnTo>
                  <a:lnTo>
                    <a:pt x="3997" y="168"/>
                  </a:lnTo>
                  <a:cubicBezTo>
                    <a:pt x="4248" y="2135"/>
                    <a:pt x="4520" y="5818"/>
                    <a:pt x="3892" y="9626"/>
                  </a:cubicBezTo>
                  <a:cubicBezTo>
                    <a:pt x="2971" y="15212"/>
                    <a:pt x="0" y="23372"/>
                    <a:pt x="9207" y="26218"/>
                  </a:cubicBezTo>
                  <a:cubicBezTo>
                    <a:pt x="9249" y="26232"/>
                    <a:pt x="9861" y="26480"/>
                    <a:pt x="11064" y="26480"/>
                  </a:cubicBezTo>
                  <a:cubicBezTo>
                    <a:pt x="11659" y="26480"/>
                    <a:pt x="12400" y="26419"/>
                    <a:pt x="13287" y="26239"/>
                  </a:cubicBezTo>
                  <a:lnTo>
                    <a:pt x="13287" y="26218"/>
                  </a:lnTo>
                  <a:cubicBezTo>
                    <a:pt x="22493" y="23372"/>
                    <a:pt x="19522" y="15212"/>
                    <a:pt x="18601" y="9626"/>
                  </a:cubicBezTo>
                  <a:cubicBezTo>
                    <a:pt x="17953" y="5692"/>
                    <a:pt x="18267" y="1905"/>
                    <a:pt x="185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26452;p126">
              <a:extLst>
                <a:ext uri="{FF2B5EF4-FFF2-40B4-BE49-F238E27FC236}">
                  <a16:creationId xmlns:a16="http://schemas.microsoft.com/office/drawing/2014/main" id="{D01C7919-375A-F712-4264-58B47982C7C2}"/>
                </a:ext>
              </a:extLst>
            </p:cNvPr>
            <p:cNvSpPr/>
            <p:nvPr/>
          </p:nvSpPr>
          <p:spPr>
            <a:xfrm>
              <a:off x="4202664" y="2579170"/>
              <a:ext cx="881330" cy="686803"/>
            </a:xfrm>
            <a:custGeom>
              <a:avLst/>
              <a:gdLst/>
              <a:ahLst/>
              <a:cxnLst/>
              <a:rect l="l" t="t" r="r" b="b"/>
              <a:pathLst>
                <a:path w="20569" h="16029" extrusionOk="0">
                  <a:moveTo>
                    <a:pt x="2700" y="1"/>
                  </a:moveTo>
                  <a:lnTo>
                    <a:pt x="2700" y="1"/>
                  </a:lnTo>
                  <a:cubicBezTo>
                    <a:pt x="1800" y="4792"/>
                    <a:pt x="0" y="11069"/>
                    <a:pt x="5190" y="14417"/>
                  </a:cubicBezTo>
                  <a:cubicBezTo>
                    <a:pt x="7262" y="15531"/>
                    <a:pt x="8682" y="16028"/>
                    <a:pt x="10094" y="16028"/>
                  </a:cubicBezTo>
                  <a:cubicBezTo>
                    <a:pt x="11333" y="16028"/>
                    <a:pt x="12566" y="15646"/>
                    <a:pt x="14229" y="14961"/>
                  </a:cubicBezTo>
                  <a:cubicBezTo>
                    <a:pt x="20568" y="11801"/>
                    <a:pt x="18685" y="5148"/>
                    <a:pt x="17723" y="105"/>
                  </a:cubicBezTo>
                  <a:lnTo>
                    <a:pt x="17723" y="105"/>
                  </a:lnTo>
                  <a:cubicBezTo>
                    <a:pt x="16551" y="817"/>
                    <a:pt x="14835" y="1256"/>
                    <a:pt x="10630" y="1340"/>
                  </a:cubicBezTo>
                  <a:cubicBezTo>
                    <a:pt x="10291" y="1348"/>
                    <a:pt x="9968" y="1352"/>
                    <a:pt x="9658" y="1352"/>
                  </a:cubicBezTo>
                  <a:cubicBezTo>
                    <a:pt x="5130" y="1352"/>
                    <a:pt x="3640" y="529"/>
                    <a:pt x="27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26453;p126">
              <a:extLst>
                <a:ext uri="{FF2B5EF4-FFF2-40B4-BE49-F238E27FC236}">
                  <a16:creationId xmlns:a16="http://schemas.microsoft.com/office/drawing/2014/main" id="{F8F5CBED-132D-AFE0-4789-A8990EA76A7F}"/>
                </a:ext>
              </a:extLst>
            </p:cNvPr>
            <p:cNvSpPr/>
            <p:nvPr/>
          </p:nvSpPr>
          <p:spPr>
            <a:xfrm>
              <a:off x="4329071" y="2095010"/>
              <a:ext cx="620432" cy="88823"/>
            </a:xfrm>
            <a:custGeom>
              <a:avLst/>
              <a:gdLst/>
              <a:ahLst/>
              <a:cxnLst/>
              <a:rect l="l" t="t" r="r" b="b"/>
              <a:pathLst>
                <a:path w="14480" h="2073" extrusionOk="0">
                  <a:moveTo>
                    <a:pt x="7240" y="1"/>
                  </a:moveTo>
                  <a:cubicBezTo>
                    <a:pt x="3244" y="1"/>
                    <a:pt x="1" y="461"/>
                    <a:pt x="1" y="1026"/>
                  </a:cubicBezTo>
                  <a:cubicBezTo>
                    <a:pt x="1" y="1612"/>
                    <a:pt x="3244" y="2072"/>
                    <a:pt x="7240" y="2072"/>
                  </a:cubicBezTo>
                  <a:cubicBezTo>
                    <a:pt x="11237" y="2072"/>
                    <a:pt x="14480" y="1612"/>
                    <a:pt x="14480" y="1026"/>
                  </a:cubicBezTo>
                  <a:cubicBezTo>
                    <a:pt x="14480" y="461"/>
                    <a:pt x="11237" y="1"/>
                    <a:pt x="7240" y="1"/>
                  </a:cubicBezTo>
                  <a:close/>
                </a:path>
              </a:pathLst>
            </a:custGeom>
            <a:solidFill>
              <a:srgbClr val="E5DD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26454;p126">
              <a:extLst>
                <a:ext uri="{FF2B5EF4-FFF2-40B4-BE49-F238E27FC236}">
                  <a16:creationId xmlns:a16="http://schemas.microsoft.com/office/drawing/2014/main" id="{0139CA00-A0A2-FEA0-A2F5-D2391E41047B}"/>
                </a:ext>
              </a:extLst>
            </p:cNvPr>
            <p:cNvSpPr/>
            <p:nvPr/>
          </p:nvSpPr>
          <p:spPr>
            <a:xfrm>
              <a:off x="4347925" y="1738201"/>
              <a:ext cx="588125" cy="445143"/>
            </a:xfrm>
            <a:custGeom>
              <a:avLst/>
              <a:gdLst/>
              <a:ahLst/>
              <a:cxnLst/>
              <a:rect l="l" t="t" r="r" b="b"/>
              <a:pathLst>
                <a:path w="13726" h="10389" extrusionOk="0">
                  <a:moveTo>
                    <a:pt x="7428" y="0"/>
                  </a:moveTo>
                  <a:cubicBezTo>
                    <a:pt x="7428" y="0"/>
                    <a:pt x="5377" y="712"/>
                    <a:pt x="5231" y="1339"/>
                  </a:cubicBezTo>
                  <a:cubicBezTo>
                    <a:pt x="5105" y="1967"/>
                    <a:pt x="5189" y="2595"/>
                    <a:pt x="4666" y="2867"/>
                  </a:cubicBezTo>
                  <a:cubicBezTo>
                    <a:pt x="4143" y="3118"/>
                    <a:pt x="2448" y="3076"/>
                    <a:pt x="2155" y="3787"/>
                  </a:cubicBezTo>
                  <a:cubicBezTo>
                    <a:pt x="1841" y="4499"/>
                    <a:pt x="2281" y="4875"/>
                    <a:pt x="2427" y="5001"/>
                  </a:cubicBezTo>
                  <a:cubicBezTo>
                    <a:pt x="2553" y="5126"/>
                    <a:pt x="0" y="4959"/>
                    <a:pt x="42" y="6968"/>
                  </a:cubicBezTo>
                  <a:cubicBezTo>
                    <a:pt x="63" y="8956"/>
                    <a:pt x="586" y="9458"/>
                    <a:pt x="586" y="9458"/>
                  </a:cubicBezTo>
                  <a:cubicBezTo>
                    <a:pt x="586" y="9458"/>
                    <a:pt x="2951" y="10389"/>
                    <a:pt x="6205" y="10389"/>
                  </a:cubicBezTo>
                  <a:cubicBezTo>
                    <a:pt x="6400" y="10389"/>
                    <a:pt x="6599" y="10385"/>
                    <a:pt x="6800" y="10378"/>
                  </a:cubicBezTo>
                  <a:cubicBezTo>
                    <a:pt x="10357" y="10274"/>
                    <a:pt x="13642" y="10169"/>
                    <a:pt x="13642" y="8997"/>
                  </a:cubicBezTo>
                  <a:cubicBezTo>
                    <a:pt x="13642" y="8830"/>
                    <a:pt x="13684" y="7198"/>
                    <a:pt x="13705" y="6717"/>
                  </a:cubicBezTo>
                  <a:cubicBezTo>
                    <a:pt x="13726" y="6235"/>
                    <a:pt x="13684" y="5775"/>
                    <a:pt x="13182" y="5566"/>
                  </a:cubicBezTo>
                  <a:cubicBezTo>
                    <a:pt x="12724" y="5375"/>
                    <a:pt x="12300" y="4731"/>
                    <a:pt x="11594" y="4731"/>
                  </a:cubicBezTo>
                  <a:cubicBezTo>
                    <a:pt x="11526" y="4731"/>
                    <a:pt x="11456" y="4737"/>
                    <a:pt x="11383" y="4750"/>
                  </a:cubicBezTo>
                  <a:cubicBezTo>
                    <a:pt x="11175" y="4790"/>
                    <a:pt x="10991" y="4809"/>
                    <a:pt x="10828" y="4809"/>
                  </a:cubicBezTo>
                  <a:cubicBezTo>
                    <a:pt x="10314" y="4809"/>
                    <a:pt x="10004" y="4627"/>
                    <a:pt x="9813" y="4373"/>
                  </a:cubicBezTo>
                  <a:cubicBezTo>
                    <a:pt x="9573" y="4052"/>
                    <a:pt x="9620" y="3155"/>
                    <a:pt x="9035" y="3155"/>
                  </a:cubicBezTo>
                  <a:cubicBezTo>
                    <a:pt x="9010" y="3155"/>
                    <a:pt x="8983" y="3156"/>
                    <a:pt x="8955" y="3160"/>
                  </a:cubicBezTo>
                  <a:cubicBezTo>
                    <a:pt x="8307" y="3243"/>
                    <a:pt x="8098" y="3599"/>
                    <a:pt x="8098" y="3599"/>
                  </a:cubicBezTo>
                  <a:cubicBezTo>
                    <a:pt x="8098" y="3599"/>
                    <a:pt x="8474" y="2448"/>
                    <a:pt x="7449" y="2365"/>
                  </a:cubicBezTo>
                  <a:cubicBezTo>
                    <a:pt x="7449" y="2365"/>
                    <a:pt x="5984" y="1611"/>
                    <a:pt x="74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26455;p126">
              <a:extLst>
                <a:ext uri="{FF2B5EF4-FFF2-40B4-BE49-F238E27FC236}">
                  <a16:creationId xmlns:a16="http://schemas.microsoft.com/office/drawing/2014/main" id="{D678F835-AB45-745E-E739-90966EAD43BB}"/>
                </a:ext>
              </a:extLst>
            </p:cNvPr>
            <p:cNvSpPr/>
            <p:nvPr/>
          </p:nvSpPr>
          <p:spPr>
            <a:xfrm>
              <a:off x="4390946" y="1889717"/>
              <a:ext cx="173961" cy="98635"/>
            </a:xfrm>
            <a:custGeom>
              <a:avLst/>
              <a:gdLst/>
              <a:ahLst/>
              <a:cxnLst/>
              <a:rect l="l" t="t" r="r" b="b"/>
              <a:pathLst>
                <a:path w="4060" h="2302" extrusionOk="0">
                  <a:moveTo>
                    <a:pt x="1549" y="0"/>
                  </a:moveTo>
                  <a:cubicBezTo>
                    <a:pt x="0" y="1507"/>
                    <a:pt x="4060" y="2302"/>
                    <a:pt x="4060" y="2302"/>
                  </a:cubicBezTo>
                  <a:cubicBezTo>
                    <a:pt x="4060" y="2302"/>
                    <a:pt x="2616" y="1779"/>
                    <a:pt x="1863" y="1172"/>
                  </a:cubicBezTo>
                  <a:cubicBezTo>
                    <a:pt x="1130" y="565"/>
                    <a:pt x="1549" y="1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26456;p126">
              <a:extLst>
                <a:ext uri="{FF2B5EF4-FFF2-40B4-BE49-F238E27FC236}">
                  <a16:creationId xmlns:a16="http://schemas.microsoft.com/office/drawing/2014/main" id="{B8281D86-4504-657B-9C3B-5CF8B6F36D8B}"/>
                </a:ext>
              </a:extLst>
            </p:cNvPr>
            <p:cNvSpPr/>
            <p:nvPr/>
          </p:nvSpPr>
          <p:spPr>
            <a:xfrm>
              <a:off x="4607036" y="1843097"/>
              <a:ext cx="139897" cy="141697"/>
            </a:xfrm>
            <a:custGeom>
              <a:avLst/>
              <a:gdLst/>
              <a:ahLst/>
              <a:cxnLst/>
              <a:rect l="l" t="t" r="r" b="b"/>
              <a:pathLst>
                <a:path w="3265" h="3307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1256" y="0"/>
                    <a:pt x="1862" y="314"/>
                    <a:pt x="1465" y="1214"/>
                  </a:cubicBezTo>
                  <a:cubicBezTo>
                    <a:pt x="1067" y="2114"/>
                    <a:pt x="0" y="3306"/>
                    <a:pt x="0" y="3306"/>
                  </a:cubicBezTo>
                  <a:cubicBezTo>
                    <a:pt x="0" y="3306"/>
                    <a:pt x="3264" y="586"/>
                    <a:pt x="12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26457;p126">
              <a:extLst>
                <a:ext uri="{FF2B5EF4-FFF2-40B4-BE49-F238E27FC236}">
                  <a16:creationId xmlns:a16="http://schemas.microsoft.com/office/drawing/2014/main" id="{C7BFA163-F92B-AB90-EAA6-52CE8A3AA625}"/>
                </a:ext>
              </a:extLst>
            </p:cNvPr>
            <p:cNvSpPr/>
            <p:nvPr/>
          </p:nvSpPr>
          <p:spPr>
            <a:xfrm>
              <a:off x="4657213" y="1952449"/>
              <a:ext cx="161364" cy="66242"/>
            </a:xfrm>
            <a:custGeom>
              <a:avLst/>
              <a:gdLst/>
              <a:ahLst/>
              <a:cxnLst/>
              <a:rect l="l" t="t" r="r" b="b"/>
              <a:pathLst>
                <a:path w="3766" h="1546" extrusionOk="0">
                  <a:moveTo>
                    <a:pt x="2993" y="1"/>
                  </a:moveTo>
                  <a:cubicBezTo>
                    <a:pt x="2993" y="1"/>
                    <a:pt x="3244" y="692"/>
                    <a:pt x="2386" y="1047"/>
                  </a:cubicBezTo>
                  <a:cubicBezTo>
                    <a:pt x="1528" y="1424"/>
                    <a:pt x="1" y="1507"/>
                    <a:pt x="1" y="1507"/>
                  </a:cubicBezTo>
                  <a:cubicBezTo>
                    <a:pt x="1" y="1507"/>
                    <a:pt x="377" y="1546"/>
                    <a:pt x="871" y="1546"/>
                  </a:cubicBezTo>
                  <a:cubicBezTo>
                    <a:pt x="2008" y="1546"/>
                    <a:pt x="3766" y="1343"/>
                    <a:pt x="29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26458;p126">
              <a:extLst>
                <a:ext uri="{FF2B5EF4-FFF2-40B4-BE49-F238E27FC236}">
                  <a16:creationId xmlns:a16="http://schemas.microsoft.com/office/drawing/2014/main" id="{720C163C-8900-4478-9FFA-1861F25219CB}"/>
                </a:ext>
              </a:extLst>
            </p:cNvPr>
            <p:cNvSpPr/>
            <p:nvPr/>
          </p:nvSpPr>
          <p:spPr>
            <a:xfrm>
              <a:off x="4345654" y="2036735"/>
              <a:ext cx="292777" cy="106305"/>
            </a:xfrm>
            <a:custGeom>
              <a:avLst/>
              <a:gdLst/>
              <a:ahLst/>
              <a:cxnLst/>
              <a:rect l="l" t="t" r="r" b="b"/>
              <a:pathLst>
                <a:path w="6833" h="2481" extrusionOk="0">
                  <a:moveTo>
                    <a:pt x="492" y="1"/>
                  </a:moveTo>
                  <a:cubicBezTo>
                    <a:pt x="0" y="2070"/>
                    <a:pt x="2407" y="2481"/>
                    <a:pt x="4395" y="2481"/>
                  </a:cubicBezTo>
                  <a:cubicBezTo>
                    <a:pt x="5704" y="2481"/>
                    <a:pt x="6832" y="2302"/>
                    <a:pt x="6832" y="2302"/>
                  </a:cubicBezTo>
                  <a:lnTo>
                    <a:pt x="6832" y="2302"/>
                  </a:lnTo>
                  <a:cubicBezTo>
                    <a:pt x="6832" y="2302"/>
                    <a:pt x="6776" y="2303"/>
                    <a:pt x="6674" y="2303"/>
                  </a:cubicBezTo>
                  <a:cubicBezTo>
                    <a:pt x="6037" y="2303"/>
                    <a:pt x="3625" y="2272"/>
                    <a:pt x="2145" y="1821"/>
                  </a:cubicBezTo>
                  <a:cubicBezTo>
                    <a:pt x="430" y="1319"/>
                    <a:pt x="492" y="1"/>
                    <a:pt x="4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26459;p126">
              <a:extLst>
                <a:ext uri="{FF2B5EF4-FFF2-40B4-BE49-F238E27FC236}">
                  <a16:creationId xmlns:a16="http://schemas.microsoft.com/office/drawing/2014/main" id="{1F19B214-F6C2-3465-40E9-0D4D0805E38E}"/>
                </a:ext>
              </a:extLst>
            </p:cNvPr>
            <p:cNvSpPr/>
            <p:nvPr/>
          </p:nvSpPr>
          <p:spPr>
            <a:xfrm>
              <a:off x="4806073" y="1977559"/>
              <a:ext cx="53816" cy="57416"/>
            </a:xfrm>
            <a:custGeom>
              <a:avLst/>
              <a:gdLst/>
              <a:ahLst/>
              <a:cxnLst/>
              <a:rect l="l" t="t" r="r" b="b"/>
              <a:pathLst>
                <a:path w="1256" h="1340" extrusionOk="0">
                  <a:moveTo>
                    <a:pt x="628" y="1"/>
                  </a:moveTo>
                  <a:cubicBezTo>
                    <a:pt x="272" y="1"/>
                    <a:pt x="0" y="315"/>
                    <a:pt x="0" y="670"/>
                  </a:cubicBezTo>
                  <a:cubicBezTo>
                    <a:pt x="0" y="1047"/>
                    <a:pt x="272" y="1340"/>
                    <a:pt x="628" y="1340"/>
                  </a:cubicBezTo>
                  <a:cubicBezTo>
                    <a:pt x="983" y="1340"/>
                    <a:pt x="1255" y="1047"/>
                    <a:pt x="1255" y="670"/>
                  </a:cubicBezTo>
                  <a:cubicBezTo>
                    <a:pt x="1255" y="315"/>
                    <a:pt x="983" y="1"/>
                    <a:pt x="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26460;p126">
              <a:extLst>
                <a:ext uri="{FF2B5EF4-FFF2-40B4-BE49-F238E27FC236}">
                  <a16:creationId xmlns:a16="http://schemas.microsoft.com/office/drawing/2014/main" id="{561D420A-26B0-BA2E-17AC-D89C39FE2025}"/>
                </a:ext>
              </a:extLst>
            </p:cNvPr>
            <p:cNvSpPr/>
            <p:nvPr/>
          </p:nvSpPr>
          <p:spPr>
            <a:xfrm>
              <a:off x="4831140" y="2080699"/>
              <a:ext cx="48461" cy="44861"/>
            </a:xfrm>
            <a:custGeom>
              <a:avLst/>
              <a:gdLst/>
              <a:ahLst/>
              <a:cxnLst/>
              <a:rect l="l" t="t" r="r" b="b"/>
              <a:pathLst>
                <a:path w="1131" h="1047" extrusionOk="0">
                  <a:moveTo>
                    <a:pt x="566" y="0"/>
                  </a:moveTo>
                  <a:cubicBezTo>
                    <a:pt x="252" y="0"/>
                    <a:pt x="1" y="230"/>
                    <a:pt x="1" y="523"/>
                  </a:cubicBezTo>
                  <a:cubicBezTo>
                    <a:pt x="1" y="816"/>
                    <a:pt x="252" y="1046"/>
                    <a:pt x="566" y="1046"/>
                  </a:cubicBezTo>
                  <a:cubicBezTo>
                    <a:pt x="880" y="1046"/>
                    <a:pt x="1131" y="816"/>
                    <a:pt x="1131" y="523"/>
                  </a:cubicBezTo>
                  <a:cubicBezTo>
                    <a:pt x="1131" y="230"/>
                    <a:pt x="880" y="0"/>
                    <a:pt x="5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26461;p126">
              <a:extLst>
                <a:ext uri="{FF2B5EF4-FFF2-40B4-BE49-F238E27FC236}">
                  <a16:creationId xmlns:a16="http://schemas.microsoft.com/office/drawing/2014/main" id="{B9149869-7B89-5270-76CB-FAA0C0C097A3}"/>
                </a:ext>
              </a:extLst>
            </p:cNvPr>
            <p:cNvSpPr/>
            <p:nvPr/>
          </p:nvSpPr>
          <p:spPr>
            <a:xfrm>
              <a:off x="4734343" y="2114764"/>
              <a:ext cx="40362" cy="28708"/>
            </a:xfrm>
            <a:custGeom>
              <a:avLst/>
              <a:gdLst/>
              <a:ahLst/>
              <a:cxnLst/>
              <a:rect l="l" t="t" r="r" b="b"/>
              <a:pathLst>
                <a:path w="942" h="670" extrusionOk="0">
                  <a:moveTo>
                    <a:pt x="460" y="0"/>
                  </a:moveTo>
                  <a:cubicBezTo>
                    <a:pt x="209" y="0"/>
                    <a:pt x="0" y="147"/>
                    <a:pt x="0" y="335"/>
                  </a:cubicBezTo>
                  <a:cubicBezTo>
                    <a:pt x="0" y="523"/>
                    <a:pt x="209" y="670"/>
                    <a:pt x="460" y="670"/>
                  </a:cubicBezTo>
                  <a:cubicBezTo>
                    <a:pt x="732" y="670"/>
                    <a:pt x="942" y="523"/>
                    <a:pt x="942" y="335"/>
                  </a:cubicBezTo>
                  <a:cubicBezTo>
                    <a:pt x="942" y="147"/>
                    <a:pt x="732" y="0"/>
                    <a:pt x="4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26462;p126">
              <a:extLst>
                <a:ext uri="{FF2B5EF4-FFF2-40B4-BE49-F238E27FC236}">
                  <a16:creationId xmlns:a16="http://schemas.microsoft.com/office/drawing/2014/main" id="{48629B60-545A-3A26-88BD-AA9C959A4A74}"/>
                </a:ext>
              </a:extLst>
            </p:cNvPr>
            <p:cNvSpPr/>
            <p:nvPr/>
          </p:nvSpPr>
          <p:spPr>
            <a:xfrm>
              <a:off x="4645558" y="2061845"/>
              <a:ext cx="54759" cy="35006"/>
            </a:xfrm>
            <a:custGeom>
              <a:avLst/>
              <a:gdLst/>
              <a:ahLst/>
              <a:cxnLst/>
              <a:rect l="l" t="t" r="r" b="b"/>
              <a:pathLst>
                <a:path w="1278" h="817" extrusionOk="0">
                  <a:moveTo>
                    <a:pt x="628" y="1"/>
                  </a:moveTo>
                  <a:cubicBezTo>
                    <a:pt x="273" y="1"/>
                    <a:pt x="1" y="189"/>
                    <a:pt x="1" y="419"/>
                  </a:cubicBezTo>
                  <a:cubicBezTo>
                    <a:pt x="1" y="649"/>
                    <a:pt x="273" y="817"/>
                    <a:pt x="628" y="817"/>
                  </a:cubicBezTo>
                  <a:cubicBezTo>
                    <a:pt x="984" y="817"/>
                    <a:pt x="1277" y="649"/>
                    <a:pt x="1277" y="419"/>
                  </a:cubicBezTo>
                  <a:cubicBezTo>
                    <a:pt x="1277" y="189"/>
                    <a:pt x="984" y="1"/>
                    <a:pt x="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6463;p126">
              <a:extLst>
                <a:ext uri="{FF2B5EF4-FFF2-40B4-BE49-F238E27FC236}">
                  <a16:creationId xmlns:a16="http://schemas.microsoft.com/office/drawing/2014/main" id="{3F731B67-08E4-C5DF-B8B6-5C233BF2F71B}"/>
                </a:ext>
              </a:extLst>
            </p:cNvPr>
            <p:cNvSpPr/>
            <p:nvPr/>
          </p:nvSpPr>
          <p:spPr>
            <a:xfrm>
              <a:off x="4537963" y="2094111"/>
              <a:ext cx="54759" cy="35006"/>
            </a:xfrm>
            <a:custGeom>
              <a:avLst/>
              <a:gdLst/>
              <a:ahLst/>
              <a:cxnLst/>
              <a:rect l="l" t="t" r="r" b="b"/>
              <a:pathLst>
                <a:path w="1278" h="817" extrusionOk="0">
                  <a:moveTo>
                    <a:pt x="650" y="1"/>
                  </a:moveTo>
                  <a:cubicBezTo>
                    <a:pt x="294" y="1"/>
                    <a:pt x="1" y="168"/>
                    <a:pt x="1" y="398"/>
                  </a:cubicBezTo>
                  <a:cubicBezTo>
                    <a:pt x="1" y="629"/>
                    <a:pt x="294" y="817"/>
                    <a:pt x="650" y="817"/>
                  </a:cubicBezTo>
                  <a:cubicBezTo>
                    <a:pt x="1005" y="817"/>
                    <a:pt x="1277" y="629"/>
                    <a:pt x="1277" y="398"/>
                  </a:cubicBezTo>
                  <a:cubicBezTo>
                    <a:pt x="1277" y="168"/>
                    <a:pt x="1005" y="1"/>
                    <a:pt x="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6464;p126">
              <a:extLst>
                <a:ext uri="{FF2B5EF4-FFF2-40B4-BE49-F238E27FC236}">
                  <a16:creationId xmlns:a16="http://schemas.microsoft.com/office/drawing/2014/main" id="{67D8C96D-C45E-0373-96EF-02349F1ACD37}"/>
                </a:ext>
              </a:extLst>
            </p:cNvPr>
            <p:cNvSpPr/>
            <p:nvPr/>
          </p:nvSpPr>
          <p:spPr>
            <a:xfrm>
              <a:off x="4413356" y="2052889"/>
              <a:ext cx="46661" cy="33207"/>
            </a:xfrm>
            <a:custGeom>
              <a:avLst/>
              <a:gdLst/>
              <a:ahLst/>
              <a:cxnLst/>
              <a:rect l="l" t="t" r="r" b="b"/>
              <a:pathLst>
                <a:path w="1089" h="775" extrusionOk="0">
                  <a:moveTo>
                    <a:pt x="545" y="0"/>
                  </a:moveTo>
                  <a:cubicBezTo>
                    <a:pt x="252" y="0"/>
                    <a:pt x="1" y="168"/>
                    <a:pt x="1" y="377"/>
                  </a:cubicBezTo>
                  <a:cubicBezTo>
                    <a:pt x="1" y="586"/>
                    <a:pt x="252" y="775"/>
                    <a:pt x="545" y="775"/>
                  </a:cubicBezTo>
                  <a:cubicBezTo>
                    <a:pt x="837" y="775"/>
                    <a:pt x="1089" y="586"/>
                    <a:pt x="1089" y="377"/>
                  </a:cubicBezTo>
                  <a:cubicBezTo>
                    <a:pt x="1089" y="168"/>
                    <a:pt x="83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6465;p126">
              <a:extLst>
                <a:ext uri="{FF2B5EF4-FFF2-40B4-BE49-F238E27FC236}">
                  <a16:creationId xmlns:a16="http://schemas.microsoft.com/office/drawing/2014/main" id="{4BD3E526-CCF1-A7AE-8CB9-C12BE3ECD5F2}"/>
                </a:ext>
              </a:extLst>
            </p:cNvPr>
            <p:cNvSpPr/>
            <p:nvPr/>
          </p:nvSpPr>
          <p:spPr>
            <a:xfrm>
              <a:off x="4474331" y="1944393"/>
              <a:ext cx="67271" cy="50260"/>
            </a:xfrm>
            <a:custGeom>
              <a:avLst/>
              <a:gdLst/>
              <a:ahLst/>
              <a:cxnLst/>
              <a:rect l="l" t="t" r="r" b="b"/>
              <a:pathLst>
                <a:path w="1570" h="1173" extrusionOk="0">
                  <a:moveTo>
                    <a:pt x="795" y="1"/>
                  </a:moveTo>
                  <a:cubicBezTo>
                    <a:pt x="356" y="1"/>
                    <a:pt x="0" y="273"/>
                    <a:pt x="0" y="587"/>
                  </a:cubicBezTo>
                  <a:cubicBezTo>
                    <a:pt x="0" y="900"/>
                    <a:pt x="356" y="1172"/>
                    <a:pt x="795" y="1172"/>
                  </a:cubicBezTo>
                  <a:cubicBezTo>
                    <a:pt x="1235" y="1172"/>
                    <a:pt x="1570" y="900"/>
                    <a:pt x="1570" y="587"/>
                  </a:cubicBezTo>
                  <a:cubicBezTo>
                    <a:pt x="1570" y="273"/>
                    <a:pt x="1235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6466;p126">
              <a:extLst>
                <a:ext uri="{FF2B5EF4-FFF2-40B4-BE49-F238E27FC236}">
                  <a16:creationId xmlns:a16="http://schemas.microsoft.com/office/drawing/2014/main" id="{3A20E881-B08B-AE64-FA00-02AF77870739}"/>
                </a:ext>
              </a:extLst>
            </p:cNvPr>
            <p:cNvSpPr/>
            <p:nvPr/>
          </p:nvSpPr>
          <p:spPr>
            <a:xfrm>
              <a:off x="4547861" y="2021523"/>
              <a:ext cx="51117" cy="34107"/>
            </a:xfrm>
            <a:custGeom>
              <a:avLst/>
              <a:gdLst/>
              <a:ahLst/>
              <a:cxnLst/>
              <a:rect l="l" t="t" r="r" b="b"/>
              <a:pathLst>
                <a:path w="1193" h="796" extrusionOk="0">
                  <a:moveTo>
                    <a:pt x="607" y="0"/>
                  </a:moveTo>
                  <a:cubicBezTo>
                    <a:pt x="272" y="0"/>
                    <a:pt x="0" y="188"/>
                    <a:pt x="0" y="398"/>
                  </a:cubicBezTo>
                  <a:cubicBezTo>
                    <a:pt x="0" y="628"/>
                    <a:pt x="272" y="795"/>
                    <a:pt x="607" y="795"/>
                  </a:cubicBezTo>
                  <a:cubicBezTo>
                    <a:pt x="942" y="795"/>
                    <a:pt x="1193" y="628"/>
                    <a:pt x="1193" y="398"/>
                  </a:cubicBezTo>
                  <a:cubicBezTo>
                    <a:pt x="1193" y="188"/>
                    <a:pt x="942" y="0"/>
                    <a:pt x="6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6467;p126">
              <a:extLst>
                <a:ext uri="{FF2B5EF4-FFF2-40B4-BE49-F238E27FC236}">
                  <a16:creationId xmlns:a16="http://schemas.microsoft.com/office/drawing/2014/main" id="{4BDC1A2E-5A5E-F25F-76A8-B21A068CDD2B}"/>
                </a:ext>
              </a:extLst>
            </p:cNvPr>
            <p:cNvSpPr/>
            <p:nvPr/>
          </p:nvSpPr>
          <p:spPr>
            <a:xfrm>
              <a:off x="4570271" y="1879862"/>
              <a:ext cx="50217" cy="34107"/>
            </a:xfrm>
            <a:custGeom>
              <a:avLst/>
              <a:gdLst/>
              <a:ahLst/>
              <a:cxnLst/>
              <a:rect l="l" t="t" r="r" b="b"/>
              <a:pathLst>
                <a:path w="1172" h="796" extrusionOk="0">
                  <a:moveTo>
                    <a:pt x="586" y="0"/>
                  </a:moveTo>
                  <a:cubicBezTo>
                    <a:pt x="251" y="0"/>
                    <a:pt x="0" y="188"/>
                    <a:pt x="0" y="398"/>
                  </a:cubicBezTo>
                  <a:cubicBezTo>
                    <a:pt x="0" y="628"/>
                    <a:pt x="251" y="795"/>
                    <a:pt x="586" y="795"/>
                  </a:cubicBezTo>
                  <a:cubicBezTo>
                    <a:pt x="921" y="795"/>
                    <a:pt x="1172" y="628"/>
                    <a:pt x="1172" y="398"/>
                  </a:cubicBezTo>
                  <a:cubicBezTo>
                    <a:pt x="1172" y="188"/>
                    <a:pt x="921" y="0"/>
                    <a:pt x="5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6468;p126">
              <a:extLst>
                <a:ext uri="{FF2B5EF4-FFF2-40B4-BE49-F238E27FC236}">
                  <a16:creationId xmlns:a16="http://schemas.microsoft.com/office/drawing/2014/main" id="{F5E22FD3-5717-1EE9-88F4-7C9CDBD3C866}"/>
                </a:ext>
              </a:extLst>
            </p:cNvPr>
            <p:cNvSpPr/>
            <p:nvPr/>
          </p:nvSpPr>
          <p:spPr>
            <a:xfrm>
              <a:off x="4669768" y="1934538"/>
              <a:ext cx="61915" cy="45761"/>
            </a:xfrm>
            <a:custGeom>
              <a:avLst/>
              <a:gdLst/>
              <a:ahLst/>
              <a:cxnLst/>
              <a:rect l="l" t="t" r="r" b="b"/>
              <a:pathLst>
                <a:path w="1445" h="1068" extrusionOk="0">
                  <a:moveTo>
                    <a:pt x="733" y="0"/>
                  </a:moveTo>
                  <a:cubicBezTo>
                    <a:pt x="335" y="0"/>
                    <a:pt x="1" y="231"/>
                    <a:pt x="1" y="544"/>
                  </a:cubicBezTo>
                  <a:cubicBezTo>
                    <a:pt x="1" y="837"/>
                    <a:pt x="335" y="1068"/>
                    <a:pt x="733" y="1068"/>
                  </a:cubicBezTo>
                  <a:cubicBezTo>
                    <a:pt x="1131" y="1068"/>
                    <a:pt x="1444" y="837"/>
                    <a:pt x="1444" y="544"/>
                  </a:cubicBezTo>
                  <a:cubicBezTo>
                    <a:pt x="1444" y="231"/>
                    <a:pt x="1131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6469;p126">
              <a:extLst>
                <a:ext uri="{FF2B5EF4-FFF2-40B4-BE49-F238E27FC236}">
                  <a16:creationId xmlns:a16="http://schemas.microsoft.com/office/drawing/2014/main" id="{62B71713-C717-7FCB-4BF8-7C220E102686}"/>
                </a:ext>
              </a:extLst>
            </p:cNvPr>
            <p:cNvSpPr/>
            <p:nvPr/>
          </p:nvSpPr>
          <p:spPr>
            <a:xfrm>
              <a:off x="4802473" y="1963247"/>
              <a:ext cx="49360" cy="69327"/>
            </a:xfrm>
            <a:custGeom>
              <a:avLst/>
              <a:gdLst/>
              <a:ahLst/>
              <a:cxnLst/>
              <a:rect l="l" t="t" r="r" b="b"/>
              <a:pathLst>
                <a:path w="1152" h="1618" extrusionOk="0">
                  <a:moveTo>
                    <a:pt x="775" y="0"/>
                  </a:moveTo>
                  <a:cubicBezTo>
                    <a:pt x="775" y="0"/>
                    <a:pt x="272" y="147"/>
                    <a:pt x="147" y="439"/>
                  </a:cubicBezTo>
                  <a:cubicBezTo>
                    <a:pt x="0" y="732"/>
                    <a:pt x="0" y="1235"/>
                    <a:pt x="0" y="1235"/>
                  </a:cubicBezTo>
                  <a:cubicBezTo>
                    <a:pt x="0" y="1235"/>
                    <a:pt x="365" y="1617"/>
                    <a:pt x="584" y="1617"/>
                  </a:cubicBezTo>
                  <a:cubicBezTo>
                    <a:pt x="599" y="1617"/>
                    <a:pt x="614" y="1615"/>
                    <a:pt x="628" y="1611"/>
                  </a:cubicBezTo>
                  <a:cubicBezTo>
                    <a:pt x="858" y="1569"/>
                    <a:pt x="1151" y="942"/>
                    <a:pt x="1151" y="942"/>
                  </a:cubicBezTo>
                  <a:lnTo>
                    <a:pt x="775" y="0"/>
                  </a:lnTo>
                  <a:close/>
                </a:path>
              </a:pathLst>
            </a:custGeom>
            <a:solidFill>
              <a:srgbClr val="411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6470;p126">
              <a:extLst>
                <a:ext uri="{FF2B5EF4-FFF2-40B4-BE49-F238E27FC236}">
                  <a16:creationId xmlns:a16="http://schemas.microsoft.com/office/drawing/2014/main" id="{AFA57024-276D-C96F-61D2-795771BBE661}"/>
                </a:ext>
              </a:extLst>
            </p:cNvPr>
            <p:cNvSpPr/>
            <p:nvPr/>
          </p:nvSpPr>
          <p:spPr>
            <a:xfrm>
              <a:off x="4646458" y="2027779"/>
              <a:ext cx="58315" cy="61915"/>
            </a:xfrm>
            <a:custGeom>
              <a:avLst/>
              <a:gdLst/>
              <a:ahLst/>
              <a:cxnLst/>
              <a:rect l="l" t="t" r="r" b="b"/>
              <a:pathLst>
                <a:path w="1361" h="1445" extrusionOk="0">
                  <a:moveTo>
                    <a:pt x="252" y="1"/>
                  </a:moveTo>
                  <a:cubicBezTo>
                    <a:pt x="252" y="1"/>
                    <a:pt x="1" y="482"/>
                    <a:pt x="105" y="796"/>
                  </a:cubicBezTo>
                  <a:cubicBezTo>
                    <a:pt x="210" y="1109"/>
                    <a:pt x="545" y="1444"/>
                    <a:pt x="545" y="1444"/>
                  </a:cubicBezTo>
                  <a:cubicBezTo>
                    <a:pt x="545" y="1444"/>
                    <a:pt x="1110" y="1423"/>
                    <a:pt x="1235" y="1214"/>
                  </a:cubicBezTo>
                  <a:cubicBezTo>
                    <a:pt x="1361" y="1005"/>
                    <a:pt x="1131" y="335"/>
                    <a:pt x="1131" y="335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411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6471;p126">
              <a:extLst>
                <a:ext uri="{FF2B5EF4-FFF2-40B4-BE49-F238E27FC236}">
                  <a16:creationId xmlns:a16="http://schemas.microsoft.com/office/drawing/2014/main" id="{D7BF468A-FD7D-994D-1706-3B3562D9800A}"/>
                </a:ext>
              </a:extLst>
            </p:cNvPr>
            <p:cNvSpPr/>
            <p:nvPr/>
          </p:nvSpPr>
          <p:spPr>
            <a:xfrm>
              <a:off x="4421412" y="2045733"/>
              <a:ext cx="42205" cy="33207"/>
            </a:xfrm>
            <a:custGeom>
              <a:avLst/>
              <a:gdLst/>
              <a:ahLst/>
              <a:cxnLst/>
              <a:rect l="l" t="t" r="r" b="b"/>
              <a:pathLst>
                <a:path w="985" h="775" extrusionOk="0">
                  <a:moveTo>
                    <a:pt x="398" y="0"/>
                  </a:moveTo>
                  <a:lnTo>
                    <a:pt x="1" y="481"/>
                  </a:lnTo>
                  <a:cubicBezTo>
                    <a:pt x="1" y="481"/>
                    <a:pt x="210" y="774"/>
                    <a:pt x="398" y="774"/>
                  </a:cubicBezTo>
                  <a:cubicBezTo>
                    <a:pt x="587" y="774"/>
                    <a:pt x="859" y="649"/>
                    <a:pt x="859" y="649"/>
                  </a:cubicBezTo>
                  <a:cubicBezTo>
                    <a:pt x="859" y="649"/>
                    <a:pt x="984" y="293"/>
                    <a:pt x="901" y="146"/>
                  </a:cubicBezTo>
                  <a:cubicBezTo>
                    <a:pt x="817" y="21"/>
                    <a:pt x="398" y="0"/>
                    <a:pt x="398" y="0"/>
                  </a:cubicBezTo>
                  <a:close/>
                </a:path>
              </a:pathLst>
            </a:custGeom>
            <a:solidFill>
              <a:srgbClr val="411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6472;p126">
              <a:extLst>
                <a:ext uri="{FF2B5EF4-FFF2-40B4-BE49-F238E27FC236}">
                  <a16:creationId xmlns:a16="http://schemas.microsoft.com/office/drawing/2014/main" id="{74CA8424-3491-095D-CFA9-1F3528ABAB09}"/>
                </a:ext>
              </a:extLst>
            </p:cNvPr>
            <p:cNvSpPr/>
            <p:nvPr/>
          </p:nvSpPr>
          <p:spPr>
            <a:xfrm>
              <a:off x="4570271" y="1875363"/>
              <a:ext cx="43062" cy="33207"/>
            </a:xfrm>
            <a:custGeom>
              <a:avLst/>
              <a:gdLst/>
              <a:ahLst/>
              <a:cxnLst/>
              <a:rect l="l" t="t" r="r" b="b"/>
              <a:pathLst>
                <a:path w="1005" h="775" extrusionOk="0">
                  <a:moveTo>
                    <a:pt x="398" y="1"/>
                  </a:moveTo>
                  <a:lnTo>
                    <a:pt x="0" y="482"/>
                  </a:lnTo>
                  <a:cubicBezTo>
                    <a:pt x="0" y="482"/>
                    <a:pt x="209" y="775"/>
                    <a:pt x="419" y="775"/>
                  </a:cubicBezTo>
                  <a:cubicBezTo>
                    <a:pt x="607" y="775"/>
                    <a:pt x="858" y="649"/>
                    <a:pt x="858" y="649"/>
                  </a:cubicBezTo>
                  <a:cubicBezTo>
                    <a:pt x="858" y="649"/>
                    <a:pt x="1004" y="293"/>
                    <a:pt x="900" y="147"/>
                  </a:cubicBezTo>
                  <a:cubicBezTo>
                    <a:pt x="816" y="21"/>
                    <a:pt x="398" y="1"/>
                    <a:pt x="398" y="1"/>
                  </a:cubicBezTo>
                  <a:close/>
                </a:path>
              </a:pathLst>
            </a:custGeom>
            <a:solidFill>
              <a:srgbClr val="411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6473;p126">
              <a:extLst>
                <a:ext uri="{FF2B5EF4-FFF2-40B4-BE49-F238E27FC236}">
                  <a16:creationId xmlns:a16="http://schemas.microsoft.com/office/drawing/2014/main" id="{57A6E2F4-5970-6C66-C531-6C51D2969DEC}"/>
                </a:ext>
              </a:extLst>
            </p:cNvPr>
            <p:cNvSpPr/>
            <p:nvPr/>
          </p:nvSpPr>
          <p:spPr>
            <a:xfrm>
              <a:off x="4729843" y="2105766"/>
              <a:ext cx="42162" cy="33250"/>
            </a:xfrm>
            <a:custGeom>
              <a:avLst/>
              <a:gdLst/>
              <a:ahLst/>
              <a:cxnLst/>
              <a:rect l="l" t="t" r="r" b="b"/>
              <a:pathLst>
                <a:path w="984" h="776" extrusionOk="0">
                  <a:moveTo>
                    <a:pt x="398" y="1"/>
                  </a:moveTo>
                  <a:lnTo>
                    <a:pt x="1" y="482"/>
                  </a:lnTo>
                  <a:cubicBezTo>
                    <a:pt x="1" y="482"/>
                    <a:pt x="210" y="754"/>
                    <a:pt x="398" y="775"/>
                  </a:cubicBezTo>
                  <a:cubicBezTo>
                    <a:pt x="607" y="775"/>
                    <a:pt x="858" y="650"/>
                    <a:pt x="858" y="650"/>
                  </a:cubicBezTo>
                  <a:cubicBezTo>
                    <a:pt x="858" y="650"/>
                    <a:pt x="984" y="273"/>
                    <a:pt x="900" y="147"/>
                  </a:cubicBezTo>
                  <a:cubicBezTo>
                    <a:pt x="817" y="22"/>
                    <a:pt x="398" y="1"/>
                    <a:pt x="398" y="1"/>
                  </a:cubicBezTo>
                  <a:close/>
                </a:path>
              </a:pathLst>
            </a:custGeom>
            <a:solidFill>
              <a:srgbClr val="411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6474;p126">
              <a:extLst>
                <a:ext uri="{FF2B5EF4-FFF2-40B4-BE49-F238E27FC236}">
                  <a16:creationId xmlns:a16="http://schemas.microsoft.com/office/drawing/2014/main" id="{EFC96721-D347-782C-FBDD-09F6BB3EBCA2}"/>
                </a:ext>
              </a:extLst>
            </p:cNvPr>
            <p:cNvSpPr/>
            <p:nvPr/>
          </p:nvSpPr>
          <p:spPr>
            <a:xfrm>
              <a:off x="4660813" y="1921940"/>
              <a:ext cx="64571" cy="51203"/>
            </a:xfrm>
            <a:custGeom>
              <a:avLst/>
              <a:gdLst/>
              <a:ahLst/>
              <a:cxnLst/>
              <a:rect l="l" t="t" r="r" b="b"/>
              <a:pathLst>
                <a:path w="1507" h="1195" extrusionOk="0">
                  <a:moveTo>
                    <a:pt x="623" y="1"/>
                  </a:moveTo>
                  <a:cubicBezTo>
                    <a:pt x="587" y="1"/>
                    <a:pt x="565" y="2"/>
                    <a:pt x="565" y="2"/>
                  </a:cubicBezTo>
                  <a:lnTo>
                    <a:pt x="0" y="818"/>
                  </a:lnTo>
                  <a:cubicBezTo>
                    <a:pt x="0" y="818"/>
                    <a:pt x="358" y="1195"/>
                    <a:pt x="647" y="1195"/>
                  </a:cubicBezTo>
                  <a:cubicBezTo>
                    <a:pt x="655" y="1195"/>
                    <a:pt x="662" y="1195"/>
                    <a:pt x="670" y="1194"/>
                  </a:cubicBezTo>
                  <a:cubicBezTo>
                    <a:pt x="963" y="1194"/>
                    <a:pt x="1360" y="943"/>
                    <a:pt x="1360" y="943"/>
                  </a:cubicBezTo>
                  <a:cubicBezTo>
                    <a:pt x="1360" y="943"/>
                    <a:pt x="1507" y="357"/>
                    <a:pt x="1360" y="169"/>
                  </a:cubicBezTo>
                  <a:cubicBezTo>
                    <a:pt x="1241" y="15"/>
                    <a:pt x="785" y="1"/>
                    <a:pt x="623" y="1"/>
                  </a:cubicBezTo>
                  <a:close/>
                </a:path>
              </a:pathLst>
            </a:custGeom>
            <a:solidFill>
              <a:srgbClr val="6D4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6475;p126">
              <a:extLst>
                <a:ext uri="{FF2B5EF4-FFF2-40B4-BE49-F238E27FC236}">
                  <a16:creationId xmlns:a16="http://schemas.microsoft.com/office/drawing/2014/main" id="{DBCBCFB6-55AA-616D-4CD3-88DB360FEE70}"/>
                </a:ext>
              </a:extLst>
            </p:cNvPr>
            <p:cNvSpPr/>
            <p:nvPr/>
          </p:nvSpPr>
          <p:spPr>
            <a:xfrm>
              <a:off x="4481487" y="1929139"/>
              <a:ext cx="54759" cy="56987"/>
            </a:xfrm>
            <a:custGeom>
              <a:avLst/>
              <a:gdLst/>
              <a:ahLst/>
              <a:cxnLst/>
              <a:rect l="l" t="t" r="r" b="b"/>
              <a:pathLst>
                <a:path w="1278" h="1330" extrusionOk="0">
                  <a:moveTo>
                    <a:pt x="874" y="1"/>
                  </a:moveTo>
                  <a:cubicBezTo>
                    <a:pt x="619" y="1"/>
                    <a:pt x="189" y="231"/>
                    <a:pt x="189" y="231"/>
                  </a:cubicBezTo>
                  <a:lnTo>
                    <a:pt x="1" y="1215"/>
                  </a:lnTo>
                  <a:cubicBezTo>
                    <a:pt x="1" y="1215"/>
                    <a:pt x="253" y="1329"/>
                    <a:pt x="495" y="1329"/>
                  </a:cubicBezTo>
                  <a:cubicBezTo>
                    <a:pt x="579" y="1329"/>
                    <a:pt x="663" y="1315"/>
                    <a:pt x="733" y="1277"/>
                  </a:cubicBezTo>
                  <a:cubicBezTo>
                    <a:pt x="1005" y="1131"/>
                    <a:pt x="1277" y="733"/>
                    <a:pt x="1277" y="733"/>
                  </a:cubicBezTo>
                  <a:cubicBezTo>
                    <a:pt x="1277" y="733"/>
                    <a:pt x="1193" y="126"/>
                    <a:pt x="984" y="22"/>
                  </a:cubicBezTo>
                  <a:cubicBezTo>
                    <a:pt x="954" y="7"/>
                    <a:pt x="917" y="1"/>
                    <a:pt x="874" y="1"/>
                  </a:cubicBezTo>
                  <a:close/>
                </a:path>
              </a:pathLst>
            </a:custGeom>
            <a:solidFill>
              <a:srgbClr val="6D4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6476;p126">
              <a:extLst>
                <a:ext uri="{FF2B5EF4-FFF2-40B4-BE49-F238E27FC236}">
                  <a16:creationId xmlns:a16="http://schemas.microsoft.com/office/drawing/2014/main" id="{92C6A711-6711-3764-6333-4682C925BFA5}"/>
                </a:ext>
              </a:extLst>
            </p:cNvPr>
            <p:cNvSpPr/>
            <p:nvPr/>
          </p:nvSpPr>
          <p:spPr>
            <a:xfrm>
              <a:off x="4825784" y="2075299"/>
              <a:ext cx="51160" cy="43062"/>
            </a:xfrm>
            <a:custGeom>
              <a:avLst/>
              <a:gdLst/>
              <a:ahLst/>
              <a:cxnLst/>
              <a:rect l="l" t="t" r="r" b="b"/>
              <a:pathLst>
                <a:path w="1194" h="1005" extrusionOk="0">
                  <a:moveTo>
                    <a:pt x="691" y="0"/>
                  </a:moveTo>
                  <a:lnTo>
                    <a:pt x="0" y="293"/>
                  </a:lnTo>
                  <a:cubicBezTo>
                    <a:pt x="0" y="293"/>
                    <a:pt x="84" y="733"/>
                    <a:pt x="293" y="858"/>
                  </a:cubicBezTo>
                  <a:cubicBezTo>
                    <a:pt x="503" y="984"/>
                    <a:pt x="858" y="1005"/>
                    <a:pt x="858" y="1005"/>
                  </a:cubicBezTo>
                  <a:cubicBezTo>
                    <a:pt x="858" y="1005"/>
                    <a:pt x="1193" y="670"/>
                    <a:pt x="1172" y="482"/>
                  </a:cubicBezTo>
                  <a:cubicBezTo>
                    <a:pt x="1151" y="293"/>
                    <a:pt x="691" y="0"/>
                    <a:pt x="691" y="0"/>
                  </a:cubicBezTo>
                  <a:close/>
                </a:path>
              </a:pathLst>
            </a:custGeom>
            <a:solidFill>
              <a:srgbClr val="6D4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6477;p126">
              <a:extLst>
                <a:ext uri="{FF2B5EF4-FFF2-40B4-BE49-F238E27FC236}">
                  <a16:creationId xmlns:a16="http://schemas.microsoft.com/office/drawing/2014/main" id="{0C03C775-E37F-CA9C-0BB4-D3E364D61C9F}"/>
                </a:ext>
              </a:extLst>
            </p:cNvPr>
            <p:cNvSpPr/>
            <p:nvPr/>
          </p:nvSpPr>
          <p:spPr>
            <a:xfrm>
              <a:off x="4532606" y="2081556"/>
              <a:ext cx="51117" cy="41305"/>
            </a:xfrm>
            <a:custGeom>
              <a:avLst/>
              <a:gdLst/>
              <a:ahLst/>
              <a:cxnLst/>
              <a:rect l="l" t="t" r="r" b="b"/>
              <a:pathLst>
                <a:path w="1193" h="964" extrusionOk="0">
                  <a:moveTo>
                    <a:pt x="440" y="1"/>
                  </a:moveTo>
                  <a:lnTo>
                    <a:pt x="0" y="650"/>
                  </a:lnTo>
                  <a:cubicBezTo>
                    <a:pt x="0" y="650"/>
                    <a:pt x="272" y="963"/>
                    <a:pt x="503" y="963"/>
                  </a:cubicBezTo>
                  <a:cubicBezTo>
                    <a:pt x="754" y="943"/>
                    <a:pt x="1067" y="754"/>
                    <a:pt x="1067" y="754"/>
                  </a:cubicBezTo>
                  <a:cubicBezTo>
                    <a:pt x="1067" y="754"/>
                    <a:pt x="1193" y="294"/>
                    <a:pt x="1067" y="147"/>
                  </a:cubicBezTo>
                  <a:cubicBezTo>
                    <a:pt x="963" y="1"/>
                    <a:pt x="440" y="1"/>
                    <a:pt x="440" y="1"/>
                  </a:cubicBezTo>
                  <a:close/>
                </a:path>
              </a:pathLst>
            </a:custGeom>
            <a:solidFill>
              <a:srgbClr val="6D4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6478;p126">
              <a:extLst>
                <a:ext uri="{FF2B5EF4-FFF2-40B4-BE49-F238E27FC236}">
                  <a16:creationId xmlns:a16="http://schemas.microsoft.com/office/drawing/2014/main" id="{61D9565F-EF89-6280-65C8-D86FB580487C}"/>
                </a:ext>
              </a:extLst>
            </p:cNvPr>
            <p:cNvSpPr/>
            <p:nvPr/>
          </p:nvSpPr>
          <p:spPr>
            <a:xfrm>
              <a:off x="4540662" y="2007168"/>
              <a:ext cx="52060" cy="41391"/>
            </a:xfrm>
            <a:custGeom>
              <a:avLst/>
              <a:gdLst/>
              <a:ahLst/>
              <a:cxnLst/>
              <a:rect l="l" t="t" r="r" b="b"/>
              <a:pathLst>
                <a:path w="1215" h="966" extrusionOk="0">
                  <a:moveTo>
                    <a:pt x="670" y="0"/>
                  </a:moveTo>
                  <a:lnTo>
                    <a:pt x="1" y="377"/>
                  </a:lnTo>
                  <a:cubicBezTo>
                    <a:pt x="1" y="377"/>
                    <a:pt x="126" y="795"/>
                    <a:pt x="335" y="900"/>
                  </a:cubicBezTo>
                  <a:cubicBezTo>
                    <a:pt x="489" y="956"/>
                    <a:pt x="698" y="965"/>
                    <a:pt x="821" y="965"/>
                  </a:cubicBezTo>
                  <a:cubicBezTo>
                    <a:pt x="882" y="965"/>
                    <a:pt x="921" y="963"/>
                    <a:pt x="921" y="963"/>
                  </a:cubicBezTo>
                  <a:cubicBezTo>
                    <a:pt x="921" y="963"/>
                    <a:pt x="1214" y="607"/>
                    <a:pt x="1172" y="419"/>
                  </a:cubicBezTo>
                  <a:cubicBezTo>
                    <a:pt x="1131" y="230"/>
                    <a:pt x="670" y="0"/>
                    <a:pt x="670" y="0"/>
                  </a:cubicBezTo>
                  <a:close/>
                </a:path>
              </a:pathLst>
            </a:custGeom>
            <a:solidFill>
              <a:srgbClr val="6D4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6479;p126">
              <a:extLst>
                <a:ext uri="{FF2B5EF4-FFF2-40B4-BE49-F238E27FC236}">
                  <a16:creationId xmlns:a16="http://schemas.microsoft.com/office/drawing/2014/main" id="{371512A4-EE14-4011-4900-D1996AD659D2}"/>
                </a:ext>
              </a:extLst>
            </p:cNvPr>
            <p:cNvSpPr/>
            <p:nvPr/>
          </p:nvSpPr>
          <p:spPr>
            <a:xfrm>
              <a:off x="4656313" y="2028679"/>
              <a:ext cx="943" cy="43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cubicBezTo>
                    <a:pt x="1" y="0"/>
                    <a:pt x="1" y="0"/>
                    <a:pt x="22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6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6480;p126">
              <a:extLst>
                <a:ext uri="{FF2B5EF4-FFF2-40B4-BE49-F238E27FC236}">
                  <a16:creationId xmlns:a16="http://schemas.microsoft.com/office/drawing/2014/main" id="{A5CFFDF0-AC57-B6DA-02CC-4762A3A7893B}"/>
                </a:ext>
              </a:extLst>
            </p:cNvPr>
            <p:cNvSpPr/>
            <p:nvPr/>
          </p:nvSpPr>
          <p:spPr>
            <a:xfrm>
              <a:off x="4622248" y="2028679"/>
              <a:ext cx="943" cy="43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1" y="0"/>
                  </a:cubicBezTo>
                  <a:close/>
                </a:path>
              </a:pathLst>
            </a:custGeom>
            <a:solidFill>
              <a:srgbClr val="E6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6481;p126">
              <a:extLst>
                <a:ext uri="{FF2B5EF4-FFF2-40B4-BE49-F238E27FC236}">
                  <a16:creationId xmlns:a16="http://schemas.microsoft.com/office/drawing/2014/main" id="{4D7EF7C8-39F0-BBCD-3552-5AF4A65680F2}"/>
                </a:ext>
              </a:extLst>
            </p:cNvPr>
            <p:cNvSpPr/>
            <p:nvPr/>
          </p:nvSpPr>
          <p:spPr>
            <a:xfrm>
              <a:off x="4319215" y="2053789"/>
              <a:ext cx="641041" cy="64571"/>
            </a:xfrm>
            <a:custGeom>
              <a:avLst/>
              <a:gdLst/>
              <a:ahLst/>
              <a:cxnLst/>
              <a:rect l="l" t="t" r="r" b="b"/>
              <a:pathLst>
                <a:path w="14961" h="1507" extrusionOk="0">
                  <a:moveTo>
                    <a:pt x="14187" y="0"/>
                  </a:moveTo>
                  <a:lnTo>
                    <a:pt x="14187" y="42"/>
                  </a:lnTo>
                  <a:cubicBezTo>
                    <a:pt x="14396" y="126"/>
                    <a:pt x="14480" y="210"/>
                    <a:pt x="14480" y="293"/>
                  </a:cubicBezTo>
                  <a:cubicBezTo>
                    <a:pt x="14480" y="774"/>
                    <a:pt x="11341" y="1172"/>
                    <a:pt x="7470" y="1172"/>
                  </a:cubicBezTo>
                  <a:cubicBezTo>
                    <a:pt x="3599" y="1172"/>
                    <a:pt x="461" y="774"/>
                    <a:pt x="461" y="293"/>
                  </a:cubicBezTo>
                  <a:cubicBezTo>
                    <a:pt x="461" y="210"/>
                    <a:pt x="586" y="126"/>
                    <a:pt x="796" y="42"/>
                  </a:cubicBezTo>
                  <a:lnTo>
                    <a:pt x="817" y="0"/>
                  </a:lnTo>
                  <a:lnTo>
                    <a:pt x="817" y="0"/>
                  </a:lnTo>
                  <a:cubicBezTo>
                    <a:pt x="293" y="126"/>
                    <a:pt x="1" y="293"/>
                    <a:pt x="1" y="461"/>
                  </a:cubicBezTo>
                  <a:cubicBezTo>
                    <a:pt x="1" y="1047"/>
                    <a:pt x="3348" y="1507"/>
                    <a:pt x="7470" y="1507"/>
                  </a:cubicBezTo>
                  <a:cubicBezTo>
                    <a:pt x="11613" y="1507"/>
                    <a:pt x="14961" y="1047"/>
                    <a:pt x="14961" y="461"/>
                  </a:cubicBezTo>
                  <a:cubicBezTo>
                    <a:pt x="14961" y="293"/>
                    <a:pt x="14689" y="147"/>
                    <a:pt x="14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6482;p126">
              <a:extLst>
                <a:ext uri="{FF2B5EF4-FFF2-40B4-BE49-F238E27FC236}">
                  <a16:creationId xmlns:a16="http://schemas.microsoft.com/office/drawing/2014/main" id="{D9371C6F-8E20-2D10-1A19-E9D4F5A699D8}"/>
                </a:ext>
              </a:extLst>
            </p:cNvPr>
            <p:cNvSpPr/>
            <p:nvPr/>
          </p:nvSpPr>
          <p:spPr>
            <a:xfrm>
              <a:off x="4623148" y="2028679"/>
              <a:ext cx="16196" cy="43"/>
            </a:xfrm>
            <a:custGeom>
              <a:avLst/>
              <a:gdLst/>
              <a:ahLst/>
              <a:cxnLst/>
              <a:rect l="l" t="t" r="r" b="b"/>
              <a:pathLst>
                <a:path w="378" h="1" extrusionOk="0">
                  <a:moveTo>
                    <a:pt x="1" y="0"/>
                  </a:moveTo>
                  <a:cubicBezTo>
                    <a:pt x="126" y="0"/>
                    <a:pt x="252" y="0"/>
                    <a:pt x="377" y="0"/>
                  </a:cubicBezTo>
                  <a:cubicBezTo>
                    <a:pt x="252" y="0"/>
                    <a:pt x="126" y="0"/>
                    <a:pt x="1" y="0"/>
                  </a:cubicBezTo>
                  <a:close/>
                </a:path>
              </a:pathLst>
            </a:custGeom>
            <a:solidFill>
              <a:srgbClr val="E6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6483;p126">
              <a:extLst>
                <a:ext uri="{FF2B5EF4-FFF2-40B4-BE49-F238E27FC236}">
                  <a16:creationId xmlns:a16="http://schemas.microsoft.com/office/drawing/2014/main" id="{BBC6692D-D497-BC20-BD90-486660C66839}"/>
                </a:ext>
              </a:extLst>
            </p:cNvPr>
            <p:cNvSpPr/>
            <p:nvPr/>
          </p:nvSpPr>
          <p:spPr>
            <a:xfrm>
              <a:off x="4366736" y="3567199"/>
              <a:ext cx="546006" cy="121344"/>
            </a:xfrm>
            <a:custGeom>
              <a:avLst/>
              <a:gdLst/>
              <a:ahLst/>
              <a:cxnLst/>
              <a:rect l="l" t="t" r="r" b="b"/>
              <a:pathLst>
                <a:path w="12743" h="2832" extrusionOk="0">
                  <a:moveTo>
                    <a:pt x="12722" y="0"/>
                  </a:moveTo>
                  <a:cubicBezTo>
                    <a:pt x="12722" y="1612"/>
                    <a:pt x="9311" y="2093"/>
                    <a:pt x="6340" y="2093"/>
                  </a:cubicBezTo>
                  <a:cubicBezTo>
                    <a:pt x="3557" y="2093"/>
                    <a:pt x="398" y="1465"/>
                    <a:pt x="0" y="251"/>
                  </a:cubicBezTo>
                  <a:cubicBezTo>
                    <a:pt x="0" y="272"/>
                    <a:pt x="0" y="293"/>
                    <a:pt x="0" y="314"/>
                  </a:cubicBezTo>
                  <a:cubicBezTo>
                    <a:pt x="98" y="2397"/>
                    <a:pt x="3672" y="2832"/>
                    <a:pt x="5888" y="2832"/>
                  </a:cubicBezTo>
                  <a:cubicBezTo>
                    <a:pt x="6054" y="2832"/>
                    <a:pt x="6212" y="2829"/>
                    <a:pt x="6361" y="2825"/>
                  </a:cubicBezTo>
                  <a:cubicBezTo>
                    <a:pt x="6512" y="2829"/>
                    <a:pt x="6671" y="2832"/>
                    <a:pt x="6838" y="2832"/>
                  </a:cubicBezTo>
                  <a:cubicBezTo>
                    <a:pt x="9069" y="2832"/>
                    <a:pt x="12626" y="2397"/>
                    <a:pt x="12743" y="314"/>
                  </a:cubicBezTo>
                  <a:cubicBezTo>
                    <a:pt x="12743" y="189"/>
                    <a:pt x="12743" y="84"/>
                    <a:pt x="12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6484;p126">
              <a:extLst>
                <a:ext uri="{FF2B5EF4-FFF2-40B4-BE49-F238E27FC236}">
                  <a16:creationId xmlns:a16="http://schemas.microsoft.com/office/drawing/2014/main" id="{6AFE06C9-E489-3D4E-2E89-342CAECDA5C7}"/>
                </a:ext>
              </a:extLst>
            </p:cNvPr>
            <p:cNvSpPr/>
            <p:nvPr/>
          </p:nvSpPr>
          <p:spPr>
            <a:xfrm>
              <a:off x="4406200" y="3268622"/>
              <a:ext cx="220579" cy="295005"/>
            </a:xfrm>
            <a:custGeom>
              <a:avLst/>
              <a:gdLst/>
              <a:ahLst/>
              <a:cxnLst/>
              <a:rect l="l" t="t" r="r" b="b"/>
              <a:pathLst>
                <a:path w="5148" h="6885" extrusionOk="0">
                  <a:moveTo>
                    <a:pt x="3829" y="1"/>
                  </a:moveTo>
                  <a:cubicBezTo>
                    <a:pt x="3829" y="168"/>
                    <a:pt x="4750" y="4750"/>
                    <a:pt x="3725" y="5315"/>
                  </a:cubicBezTo>
                  <a:cubicBezTo>
                    <a:pt x="2678" y="5859"/>
                    <a:pt x="0" y="5525"/>
                    <a:pt x="0" y="6885"/>
                  </a:cubicBezTo>
                  <a:cubicBezTo>
                    <a:pt x="0" y="6885"/>
                    <a:pt x="440" y="5859"/>
                    <a:pt x="3411" y="5859"/>
                  </a:cubicBezTo>
                  <a:cubicBezTo>
                    <a:pt x="4980" y="5859"/>
                    <a:pt x="5147" y="3328"/>
                    <a:pt x="4750" y="210"/>
                  </a:cubicBezTo>
                  <a:lnTo>
                    <a:pt x="3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6485;p126">
              <a:extLst>
                <a:ext uri="{FF2B5EF4-FFF2-40B4-BE49-F238E27FC236}">
                  <a16:creationId xmlns:a16="http://schemas.microsoft.com/office/drawing/2014/main" id="{E827B745-DBDB-4404-E633-54E5A705065C}"/>
                </a:ext>
              </a:extLst>
            </p:cNvPr>
            <p:cNvSpPr/>
            <p:nvPr/>
          </p:nvSpPr>
          <p:spPr>
            <a:xfrm>
              <a:off x="4425911" y="3609320"/>
              <a:ext cx="398096" cy="41134"/>
            </a:xfrm>
            <a:custGeom>
              <a:avLst/>
              <a:gdLst/>
              <a:ahLst/>
              <a:cxnLst/>
              <a:rect l="l" t="t" r="r" b="b"/>
              <a:pathLst>
                <a:path w="9291" h="960" extrusionOk="0">
                  <a:moveTo>
                    <a:pt x="9291" y="1"/>
                  </a:moveTo>
                  <a:cubicBezTo>
                    <a:pt x="9290" y="1"/>
                    <a:pt x="7011" y="645"/>
                    <a:pt x="3734" y="645"/>
                  </a:cubicBezTo>
                  <a:cubicBezTo>
                    <a:pt x="2592" y="645"/>
                    <a:pt x="1330" y="567"/>
                    <a:pt x="0" y="356"/>
                  </a:cubicBezTo>
                  <a:lnTo>
                    <a:pt x="0" y="356"/>
                  </a:lnTo>
                  <a:cubicBezTo>
                    <a:pt x="1" y="357"/>
                    <a:pt x="1568" y="959"/>
                    <a:pt x="4001" y="959"/>
                  </a:cubicBezTo>
                  <a:cubicBezTo>
                    <a:pt x="5493" y="959"/>
                    <a:pt x="7310" y="733"/>
                    <a:pt x="9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87" name="Google Shape;26426;p126">
            <a:extLst>
              <a:ext uri="{FF2B5EF4-FFF2-40B4-BE49-F238E27FC236}">
                <a16:creationId xmlns:a16="http://schemas.microsoft.com/office/drawing/2014/main" id="{BBF465CD-595E-2FB5-39AC-CCD051F44F4E}"/>
              </a:ext>
            </a:extLst>
          </p:cNvPr>
          <p:cNvGrpSpPr/>
          <p:nvPr/>
        </p:nvGrpSpPr>
        <p:grpSpPr>
          <a:xfrm>
            <a:off x="6349271" y="1008528"/>
            <a:ext cx="1692071" cy="1058795"/>
            <a:chOff x="6645350" y="2613533"/>
            <a:chExt cx="1778581" cy="1134674"/>
          </a:xfrm>
        </p:grpSpPr>
        <p:sp>
          <p:nvSpPr>
            <p:cNvPr id="24088" name="Google Shape;26427;p126">
              <a:extLst>
                <a:ext uri="{FF2B5EF4-FFF2-40B4-BE49-F238E27FC236}">
                  <a16:creationId xmlns:a16="http://schemas.microsoft.com/office/drawing/2014/main" id="{FD945B42-D456-BF1C-52EA-833F20A64938}"/>
                </a:ext>
              </a:extLst>
            </p:cNvPr>
            <p:cNvSpPr/>
            <p:nvPr/>
          </p:nvSpPr>
          <p:spPr>
            <a:xfrm>
              <a:off x="6645350" y="3042786"/>
              <a:ext cx="1700964" cy="705422"/>
            </a:xfrm>
            <a:custGeom>
              <a:avLst/>
              <a:gdLst/>
              <a:ahLst/>
              <a:cxnLst/>
              <a:rect l="l" t="t" r="r" b="b"/>
              <a:pathLst>
                <a:path w="83905" h="34797" extrusionOk="0">
                  <a:moveTo>
                    <a:pt x="41953" y="1"/>
                  </a:moveTo>
                  <a:cubicBezTo>
                    <a:pt x="18790" y="1"/>
                    <a:pt x="1" y="7784"/>
                    <a:pt x="1" y="17409"/>
                  </a:cubicBezTo>
                  <a:cubicBezTo>
                    <a:pt x="1" y="27013"/>
                    <a:pt x="18790" y="34797"/>
                    <a:pt x="41953" y="34797"/>
                  </a:cubicBezTo>
                  <a:cubicBezTo>
                    <a:pt x="65115" y="34797"/>
                    <a:pt x="83905" y="27013"/>
                    <a:pt x="83905" y="17409"/>
                  </a:cubicBezTo>
                  <a:cubicBezTo>
                    <a:pt x="83905" y="7784"/>
                    <a:pt x="65115" y="1"/>
                    <a:pt x="419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6428;p126">
              <a:extLst>
                <a:ext uri="{FF2B5EF4-FFF2-40B4-BE49-F238E27FC236}">
                  <a16:creationId xmlns:a16="http://schemas.microsoft.com/office/drawing/2014/main" id="{BD9D8A37-7B60-8AEE-5A93-115454F5DF63}"/>
                </a:ext>
              </a:extLst>
            </p:cNvPr>
            <p:cNvSpPr/>
            <p:nvPr/>
          </p:nvSpPr>
          <p:spPr>
            <a:xfrm>
              <a:off x="6822644" y="3064416"/>
              <a:ext cx="1483785" cy="508191"/>
            </a:xfrm>
            <a:custGeom>
              <a:avLst/>
              <a:gdLst/>
              <a:ahLst/>
              <a:cxnLst/>
              <a:rect l="l" t="t" r="r" b="b"/>
              <a:pathLst>
                <a:path w="73192" h="25068" extrusionOk="0">
                  <a:moveTo>
                    <a:pt x="34567" y="1"/>
                  </a:moveTo>
                  <a:cubicBezTo>
                    <a:pt x="19439" y="1"/>
                    <a:pt x="6341" y="3620"/>
                    <a:pt x="1" y="8872"/>
                  </a:cubicBezTo>
                  <a:cubicBezTo>
                    <a:pt x="6948" y="4646"/>
                    <a:pt x="18665" y="1863"/>
                    <a:pt x="31930" y="1863"/>
                  </a:cubicBezTo>
                  <a:cubicBezTo>
                    <a:pt x="53272" y="1863"/>
                    <a:pt x="70555" y="9040"/>
                    <a:pt x="70555" y="17890"/>
                  </a:cubicBezTo>
                  <a:cubicBezTo>
                    <a:pt x="70555" y="20464"/>
                    <a:pt x="69091" y="22891"/>
                    <a:pt x="66496" y="25067"/>
                  </a:cubicBezTo>
                  <a:cubicBezTo>
                    <a:pt x="70723" y="22494"/>
                    <a:pt x="73192" y="19376"/>
                    <a:pt x="73192" y="16028"/>
                  </a:cubicBezTo>
                  <a:cubicBezTo>
                    <a:pt x="73192" y="7177"/>
                    <a:pt x="55888" y="1"/>
                    <a:pt x="345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6429;p126">
              <a:extLst>
                <a:ext uri="{FF2B5EF4-FFF2-40B4-BE49-F238E27FC236}">
                  <a16:creationId xmlns:a16="http://schemas.microsoft.com/office/drawing/2014/main" id="{023706B2-17EF-B4AF-462F-F203F4842B6E}"/>
                </a:ext>
              </a:extLst>
            </p:cNvPr>
            <p:cNvSpPr/>
            <p:nvPr/>
          </p:nvSpPr>
          <p:spPr>
            <a:xfrm>
              <a:off x="6777703" y="2678889"/>
              <a:ext cx="1646228" cy="904843"/>
            </a:xfrm>
            <a:custGeom>
              <a:avLst/>
              <a:gdLst/>
              <a:ahLst/>
              <a:cxnLst/>
              <a:rect l="l" t="t" r="r" b="b"/>
              <a:pathLst>
                <a:path w="81205" h="44634" extrusionOk="0">
                  <a:moveTo>
                    <a:pt x="71012" y="18905"/>
                  </a:moveTo>
                  <a:cubicBezTo>
                    <a:pt x="74158" y="18905"/>
                    <a:pt x="74792" y="23166"/>
                    <a:pt x="73023" y="25923"/>
                  </a:cubicBezTo>
                  <a:cubicBezTo>
                    <a:pt x="71567" y="28173"/>
                    <a:pt x="69233" y="29797"/>
                    <a:pt x="64939" y="29797"/>
                  </a:cubicBezTo>
                  <a:cubicBezTo>
                    <a:pt x="63682" y="29797"/>
                    <a:pt x="62257" y="29658"/>
                    <a:pt x="60637" y="29355"/>
                  </a:cubicBezTo>
                  <a:cubicBezTo>
                    <a:pt x="60637" y="29355"/>
                    <a:pt x="62980" y="24270"/>
                    <a:pt x="62645" y="19730"/>
                  </a:cubicBezTo>
                  <a:lnTo>
                    <a:pt x="62645" y="19730"/>
                  </a:lnTo>
                  <a:cubicBezTo>
                    <a:pt x="62645" y="19730"/>
                    <a:pt x="62959" y="19743"/>
                    <a:pt x="63484" y="19743"/>
                  </a:cubicBezTo>
                  <a:cubicBezTo>
                    <a:pt x="64829" y="19743"/>
                    <a:pt x="67566" y="19657"/>
                    <a:pt x="69990" y="19040"/>
                  </a:cubicBezTo>
                  <a:cubicBezTo>
                    <a:pt x="70356" y="18948"/>
                    <a:pt x="70697" y="18905"/>
                    <a:pt x="71012" y="18905"/>
                  </a:cubicBezTo>
                  <a:close/>
                  <a:moveTo>
                    <a:pt x="30461" y="1"/>
                  </a:moveTo>
                  <a:cubicBezTo>
                    <a:pt x="17914" y="1"/>
                    <a:pt x="6045" y="2469"/>
                    <a:pt x="4038" y="9477"/>
                  </a:cubicBezTo>
                  <a:cubicBezTo>
                    <a:pt x="4038" y="9477"/>
                    <a:pt x="0" y="36427"/>
                    <a:pt x="24020" y="42997"/>
                  </a:cubicBezTo>
                  <a:cubicBezTo>
                    <a:pt x="28249" y="44153"/>
                    <a:pt x="32056" y="44633"/>
                    <a:pt x="35461" y="44633"/>
                  </a:cubicBezTo>
                  <a:cubicBezTo>
                    <a:pt x="51415" y="44633"/>
                    <a:pt x="58572" y="34089"/>
                    <a:pt x="59193" y="33037"/>
                  </a:cubicBezTo>
                  <a:cubicBezTo>
                    <a:pt x="59193" y="33037"/>
                    <a:pt x="61407" y="33854"/>
                    <a:pt x="64382" y="33854"/>
                  </a:cubicBezTo>
                  <a:cubicBezTo>
                    <a:pt x="67691" y="33854"/>
                    <a:pt x="71942" y="32844"/>
                    <a:pt x="75137" y="28581"/>
                  </a:cubicBezTo>
                  <a:cubicBezTo>
                    <a:pt x="81205" y="20483"/>
                    <a:pt x="76643" y="16299"/>
                    <a:pt x="74509" y="15420"/>
                  </a:cubicBezTo>
                  <a:cubicBezTo>
                    <a:pt x="73536" y="15023"/>
                    <a:pt x="72209" y="14865"/>
                    <a:pt x="70814" y="14865"/>
                  </a:cubicBezTo>
                  <a:cubicBezTo>
                    <a:pt x="69117" y="14865"/>
                    <a:pt x="67319" y="15098"/>
                    <a:pt x="65930" y="15420"/>
                  </a:cubicBezTo>
                  <a:cubicBezTo>
                    <a:pt x="65359" y="15553"/>
                    <a:pt x="64891" y="15608"/>
                    <a:pt x="64507" y="15608"/>
                  </a:cubicBezTo>
                  <a:cubicBezTo>
                    <a:pt x="63204" y="15608"/>
                    <a:pt x="62877" y="14971"/>
                    <a:pt x="62813" y="14583"/>
                  </a:cubicBezTo>
                  <a:cubicBezTo>
                    <a:pt x="62813" y="14583"/>
                    <a:pt x="63775" y="8745"/>
                    <a:pt x="62520" y="6716"/>
                  </a:cubicBezTo>
                  <a:cubicBezTo>
                    <a:pt x="60442" y="3313"/>
                    <a:pt x="44997" y="1"/>
                    <a:pt x="30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6430;p126">
              <a:extLst>
                <a:ext uri="{FF2B5EF4-FFF2-40B4-BE49-F238E27FC236}">
                  <a16:creationId xmlns:a16="http://schemas.microsoft.com/office/drawing/2014/main" id="{AEF0C6B2-2B1D-7C81-128B-6B010DE362FE}"/>
                </a:ext>
              </a:extLst>
            </p:cNvPr>
            <p:cNvSpPr/>
            <p:nvPr/>
          </p:nvSpPr>
          <p:spPr>
            <a:xfrm>
              <a:off x="6870161" y="2944813"/>
              <a:ext cx="324928" cy="567975"/>
            </a:xfrm>
            <a:custGeom>
              <a:avLst/>
              <a:gdLst/>
              <a:ahLst/>
              <a:cxnLst/>
              <a:rect l="l" t="t" r="r" b="b"/>
              <a:pathLst>
                <a:path w="16028" h="28017" extrusionOk="0">
                  <a:moveTo>
                    <a:pt x="0" y="0"/>
                  </a:moveTo>
                  <a:lnTo>
                    <a:pt x="0" y="0"/>
                  </a:lnTo>
                  <a:cubicBezTo>
                    <a:pt x="670" y="21740"/>
                    <a:pt x="16028" y="28017"/>
                    <a:pt x="16028" y="28017"/>
                  </a:cubicBezTo>
                  <a:cubicBezTo>
                    <a:pt x="5754" y="20631"/>
                    <a:pt x="7972" y="5775"/>
                    <a:pt x="7972" y="5775"/>
                  </a:cubicBezTo>
                  <a:cubicBezTo>
                    <a:pt x="1779" y="3850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6431;p126">
              <a:extLst>
                <a:ext uri="{FF2B5EF4-FFF2-40B4-BE49-F238E27FC236}">
                  <a16:creationId xmlns:a16="http://schemas.microsoft.com/office/drawing/2014/main" id="{75641581-E3E5-F615-EDBB-4FDCC146A8DE}"/>
                </a:ext>
              </a:extLst>
            </p:cNvPr>
            <p:cNvSpPr/>
            <p:nvPr/>
          </p:nvSpPr>
          <p:spPr>
            <a:xfrm>
              <a:off x="6858282" y="2613533"/>
              <a:ext cx="1200010" cy="499271"/>
            </a:xfrm>
            <a:custGeom>
              <a:avLst/>
              <a:gdLst/>
              <a:ahLst/>
              <a:cxnLst/>
              <a:rect l="l" t="t" r="r" b="b"/>
              <a:pathLst>
                <a:path w="59194" h="24628" extrusionOk="0">
                  <a:moveTo>
                    <a:pt x="29587" y="24628"/>
                  </a:moveTo>
                  <a:cubicBezTo>
                    <a:pt x="45928" y="24628"/>
                    <a:pt x="59193" y="19125"/>
                    <a:pt x="59193" y="12325"/>
                  </a:cubicBezTo>
                  <a:cubicBezTo>
                    <a:pt x="59193" y="5525"/>
                    <a:pt x="45928" y="1"/>
                    <a:pt x="29587" y="1"/>
                  </a:cubicBezTo>
                  <a:cubicBezTo>
                    <a:pt x="13245" y="1"/>
                    <a:pt x="1" y="5525"/>
                    <a:pt x="1" y="12325"/>
                  </a:cubicBezTo>
                  <a:cubicBezTo>
                    <a:pt x="1" y="19125"/>
                    <a:pt x="13245" y="24628"/>
                    <a:pt x="29587" y="246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6432;p126">
              <a:extLst>
                <a:ext uri="{FF2B5EF4-FFF2-40B4-BE49-F238E27FC236}">
                  <a16:creationId xmlns:a16="http://schemas.microsoft.com/office/drawing/2014/main" id="{F2823ED0-92AD-4D5B-2430-30ECFF82F0D3}"/>
                </a:ext>
              </a:extLst>
            </p:cNvPr>
            <p:cNvSpPr/>
            <p:nvPr/>
          </p:nvSpPr>
          <p:spPr>
            <a:xfrm>
              <a:off x="6899433" y="2708972"/>
              <a:ext cx="1119407" cy="377109"/>
            </a:xfrm>
            <a:custGeom>
              <a:avLst/>
              <a:gdLst/>
              <a:ahLst/>
              <a:cxnLst/>
              <a:rect l="l" t="t" r="r" b="b"/>
              <a:pathLst>
                <a:path w="55218" h="18602" extrusionOk="0">
                  <a:moveTo>
                    <a:pt x="27557" y="1"/>
                  </a:moveTo>
                  <a:cubicBezTo>
                    <a:pt x="13810" y="1"/>
                    <a:pt x="2532" y="4311"/>
                    <a:pt x="0" y="9981"/>
                  </a:cubicBezTo>
                  <a:cubicBezTo>
                    <a:pt x="4373" y="15045"/>
                    <a:pt x="15002" y="18602"/>
                    <a:pt x="27661" y="18602"/>
                  </a:cubicBezTo>
                  <a:cubicBezTo>
                    <a:pt x="40194" y="18602"/>
                    <a:pt x="50782" y="14982"/>
                    <a:pt x="55218" y="9960"/>
                  </a:cubicBezTo>
                  <a:cubicBezTo>
                    <a:pt x="52811" y="4248"/>
                    <a:pt x="41429" y="1"/>
                    <a:pt x="275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6433;p126">
              <a:extLst>
                <a:ext uri="{FF2B5EF4-FFF2-40B4-BE49-F238E27FC236}">
                  <a16:creationId xmlns:a16="http://schemas.microsoft.com/office/drawing/2014/main" id="{DEB6F664-F6BF-83A5-0626-5422E65C6B5D}"/>
                </a:ext>
              </a:extLst>
            </p:cNvPr>
            <p:cNvSpPr/>
            <p:nvPr/>
          </p:nvSpPr>
          <p:spPr>
            <a:xfrm>
              <a:off x="7060611" y="2775362"/>
              <a:ext cx="789391" cy="236600"/>
            </a:xfrm>
            <a:custGeom>
              <a:avLst/>
              <a:gdLst/>
              <a:ahLst/>
              <a:cxnLst/>
              <a:rect l="l" t="t" r="r" b="b"/>
              <a:pathLst>
                <a:path w="38939" h="11671" extrusionOk="0">
                  <a:moveTo>
                    <a:pt x="23540" y="3999"/>
                  </a:moveTo>
                  <a:cubicBezTo>
                    <a:pt x="23596" y="4001"/>
                    <a:pt x="23651" y="4004"/>
                    <a:pt x="23707" y="4007"/>
                  </a:cubicBezTo>
                  <a:cubicBezTo>
                    <a:pt x="24033" y="4024"/>
                    <a:pt x="24359" y="4045"/>
                    <a:pt x="24683" y="4072"/>
                  </a:cubicBezTo>
                  <a:lnTo>
                    <a:pt x="24683" y="4072"/>
                  </a:lnTo>
                  <a:cubicBezTo>
                    <a:pt x="24305" y="4039"/>
                    <a:pt x="23924" y="4015"/>
                    <a:pt x="23540" y="3999"/>
                  </a:cubicBezTo>
                  <a:close/>
                  <a:moveTo>
                    <a:pt x="22096" y="3965"/>
                  </a:moveTo>
                  <a:cubicBezTo>
                    <a:pt x="21024" y="3965"/>
                    <a:pt x="19954" y="4021"/>
                    <a:pt x="18894" y="4133"/>
                  </a:cubicBezTo>
                  <a:cubicBezTo>
                    <a:pt x="19988" y="4022"/>
                    <a:pt x="21069" y="3971"/>
                    <a:pt x="22147" y="3971"/>
                  </a:cubicBezTo>
                  <a:cubicBezTo>
                    <a:pt x="22493" y="3971"/>
                    <a:pt x="22838" y="3976"/>
                    <a:pt x="23183" y="3986"/>
                  </a:cubicBezTo>
                  <a:cubicBezTo>
                    <a:pt x="23303" y="3990"/>
                    <a:pt x="23422" y="3994"/>
                    <a:pt x="23540" y="3999"/>
                  </a:cubicBezTo>
                  <a:lnTo>
                    <a:pt x="23540" y="3999"/>
                  </a:lnTo>
                  <a:cubicBezTo>
                    <a:pt x="23059" y="3976"/>
                    <a:pt x="22577" y="3965"/>
                    <a:pt x="22096" y="3965"/>
                  </a:cubicBezTo>
                  <a:close/>
                  <a:moveTo>
                    <a:pt x="18350" y="1"/>
                  </a:moveTo>
                  <a:cubicBezTo>
                    <a:pt x="17189" y="1"/>
                    <a:pt x="15971" y="29"/>
                    <a:pt x="14688" y="115"/>
                  </a:cubicBezTo>
                  <a:cubicBezTo>
                    <a:pt x="13831" y="178"/>
                    <a:pt x="12952" y="262"/>
                    <a:pt x="12073" y="408"/>
                  </a:cubicBezTo>
                  <a:cubicBezTo>
                    <a:pt x="11173" y="555"/>
                    <a:pt x="10295" y="743"/>
                    <a:pt x="9416" y="1036"/>
                  </a:cubicBezTo>
                  <a:cubicBezTo>
                    <a:pt x="8537" y="1329"/>
                    <a:pt x="7637" y="1726"/>
                    <a:pt x="6884" y="2354"/>
                  </a:cubicBezTo>
                  <a:cubicBezTo>
                    <a:pt x="6507" y="2668"/>
                    <a:pt x="6173" y="3066"/>
                    <a:pt x="5963" y="3505"/>
                  </a:cubicBezTo>
                  <a:cubicBezTo>
                    <a:pt x="5859" y="3735"/>
                    <a:pt x="5775" y="3923"/>
                    <a:pt x="5733" y="4216"/>
                  </a:cubicBezTo>
                  <a:cubicBezTo>
                    <a:pt x="5691" y="4488"/>
                    <a:pt x="5712" y="4760"/>
                    <a:pt x="5796" y="5032"/>
                  </a:cubicBezTo>
                  <a:cubicBezTo>
                    <a:pt x="5880" y="5283"/>
                    <a:pt x="6026" y="5534"/>
                    <a:pt x="6214" y="5744"/>
                  </a:cubicBezTo>
                  <a:cubicBezTo>
                    <a:pt x="6403" y="5953"/>
                    <a:pt x="6591" y="6120"/>
                    <a:pt x="6800" y="6267"/>
                  </a:cubicBezTo>
                  <a:cubicBezTo>
                    <a:pt x="7219" y="6560"/>
                    <a:pt x="7637" y="6748"/>
                    <a:pt x="8077" y="6915"/>
                  </a:cubicBezTo>
                  <a:cubicBezTo>
                    <a:pt x="8914" y="7229"/>
                    <a:pt x="9771" y="7418"/>
                    <a:pt x="10587" y="7564"/>
                  </a:cubicBezTo>
                  <a:cubicBezTo>
                    <a:pt x="12240" y="7857"/>
                    <a:pt x="13810" y="7983"/>
                    <a:pt x="15316" y="8066"/>
                  </a:cubicBezTo>
                  <a:cubicBezTo>
                    <a:pt x="16418" y="8122"/>
                    <a:pt x="17502" y="8150"/>
                    <a:pt x="18573" y="8150"/>
                  </a:cubicBezTo>
                  <a:cubicBezTo>
                    <a:pt x="19108" y="8150"/>
                    <a:pt x="19640" y="8143"/>
                    <a:pt x="20170" y="8129"/>
                  </a:cubicBezTo>
                  <a:cubicBezTo>
                    <a:pt x="21761" y="8087"/>
                    <a:pt x="23330" y="8003"/>
                    <a:pt x="24878" y="7857"/>
                  </a:cubicBezTo>
                  <a:cubicBezTo>
                    <a:pt x="25652" y="7794"/>
                    <a:pt x="26427" y="7711"/>
                    <a:pt x="27201" y="7585"/>
                  </a:cubicBezTo>
                  <a:cubicBezTo>
                    <a:pt x="27577" y="7522"/>
                    <a:pt x="27954" y="7459"/>
                    <a:pt x="28352" y="7376"/>
                  </a:cubicBezTo>
                  <a:cubicBezTo>
                    <a:pt x="28728" y="7292"/>
                    <a:pt x="29105" y="7187"/>
                    <a:pt x="29461" y="7062"/>
                  </a:cubicBezTo>
                  <a:cubicBezTo>
                    <a:pt x="29816" y="6936"/>
                    <a:pt x="30130" y="6748"/>
                    <a:pt x="30360" y="6497"/>
                  </a:cubicBezTo>
                  <a:cubicBezTo>
                    <a:pt x="30465" y="6371"/>
                    <a:pt x="30549" y="6225"/>
                    <a:pt x="30549" y="6058"/>
                  </a:cubicBezTo>
                  <a:cubicBezTo>
                    <a:pt x="30549" y="5911"/>
                    <a:pt x="30486" y="5744"/>
                    <a:pt x="30360" y="5618"/>
                  </a:cubicBezTo>
                  <a:cubicBezTo>
                    <a:pt x="30151" y="5367"/>
                    <a:pt x="29816" y="5179"/>
                    <a:pt x="29481" y="5032"/>
                  </a:cubicBezTo>
                  <a:cubicBezTo>
                    <a:pt x="29314" y="4949"/>
                    <a:pt x="29147" y="4886"/>
                    <a:pt x="28979" y="4844"/>
                  </a:cubicBezTo>
                  <a:cubicBezTo>
                    <a:pt x="28812" y="4781"/>
                    <a:pt x="28624" y="4718"/>
                    <a:pt x="28435" y="4677"/>
                  </a:cubicBezTo>
                  <a:cubicBezTo>
                    <a:pt x="27217" y="4360"/>
                    <a:pt x="25959" y="4176"/>
                    <a:pt x="24683" y="4072"/>
                  </a:cubicBezTo>
                  <a:lnTo>
                    <a:pt x="24683" y="4072"/>
                  </a:lnTo>
                  <a:cubicBezTo>
                    <a:pt x="25588" y="4150"/>
                    <a:pt x="26474" y="4278"/>
                    <a:pt x="27326" y="4467"/>
                  </a:cubicBezTo>
                  <a:cubicBezTo>
                    <a:pt x="27661" y="4551"/>
                    <a:pt x="27996" y="4635"/>
                    <a:pt x="28310" y="4718"/>
                  </a:cubicBezTo>
                  <a:cubicBezTo>
                    <a:pt x="28477" y="4760"/>
                    <a:pt x="28645" y="4823"/>
                    <a:pt x="28770" y="4865"/>
                  </a:cubicBezTo>
                  <a:cubicBezTo>
                    <a:pt x="28896" y="4928"/>
                    <a:pt x="29042" y="4970"/>
                    <a:pt x="29168" y="5032"/>
                  </a:cubicBezTo>
                  <a:cubicBezTo>
                    <a:pt x="29419" y="5137"/>
                    <a:pt x="29649" y="5283"/>
                    <a:pt x="29858" y="5451"/>
                  </a:cubicBezTo>
                  <a:cubicBezTo>
                    <a:pt x="30046" y="5618"/>
                    <a:pt x="30214" y="5827"/>
                    <a:pt x="30172" y="6058"/>
                  </a:cubicBezTo>
                  <a:cubicBezTo>
                    <a:pt x="30130" y="6288"/>
                    <a:pt x="29921" y="6476"/>
                    <a:pt x="29691" y="6623"/>
                  </a:cubicBezTo>
                  <a:cubicBezTo>
                    <a:pt x="29461" y="6769"/>
                    <a:pt x="29189" y="6832"/>
                    <a:pt x="28937" y="6915"/>
                  </a:cubicBezTo>
                  <a:cubicBezTo>
                    <a:pt x="28791" y="6936"/>
                    <a:pt x="28665" y="6978"/>
                    <a:pt x="28519" y="6999"/>
                  </a:cubicBezTo>
                  <a:cubicBezTo>
                    <a:pt x="28393" y="7020"/>
                    <a:pt x="28205" y="7062"/>
                    <a:pt x="28038" y="7083"/>
                  </a:cubicBezTo>
                  <a:cubicBezTo>
                    <a:pt x="27703" y="7125"/>
                    <a:pt x="27368" y="7167"/>
                    <a:pt x="27033" y="7208"/>
                  </a:cubicBezTo>
                  <a:cubicBezTo>
                    <a:pt x="25673" y="7355"/>
                    <a:pt x="24292" y="7418"/>
                    <a:pt x="22891" y="7439"/>
                  </a:cubicBezTo>
                  <a:cubicBezTo>
                    <a:pt x="22545" y="7444"/>
                    <a:pt x="22199" y="7446"/>
                    <a:pt x="21851" y="7446"/>
                  </a:cubicBezTo>
                  <a:cubicBezTo>
                    <a:pt x="20809" y="7446"/>
                    <a:pt x="19757" y="7423"/>
                    <a:pt x="18706" y="7376"/>
                  </a:cubicBezTo>
                  <a:cubicBezTo>
                    <a:pt x="17304" y="7313"/>
                    <a:pt x="15881" y="7187"/>
                    <a:pt x="14458" y="7020"/>
                  </a:cubicBezTo>
                  <a:cubicBezTo>
                    <a:pt x="13056" y="6853"/>
                    <a:pt x="11634" y="6623"/>
                    <a:pt x="10295" y="6246"/>
                  </a:cubicBezTo>
                  <a:cubicBezTo>
                    <a:pt x="9688" y="6079"/>
                    <a:pt x="9123" y="5869"/>
                    <a:pt x="8621" y="5639"/>
                  </a:cubicBezTo>
                  <a:cubicBezTo>
                    <a:pt x="8118" y="5388"/>
                    <a:pt x="7700" y="5074"/>
                    <a:pt x="7616" y="4802"/>
                  </a:cubicBezTo>
                  <a:cubicBezTo>
                    <a:pt x="7554" y="4656"/>
                    <a:pt x="7533" y="4509"/>
                    <a:pt x="7595" y="4384"/>
                  </a:cubicBezTo>
                  <a:lnTo>
                    <a:pt x="7616" y="4321"/>
                  </a:lnTo>
                  <a:lnTo>
                    <a:pt x="7637" y="4258"/>
                  </a:lnTo>
                  <a:cubicBezTo>
                    <a:pt x="7658" y="4216"/>
                    <a:pt x="7679" y="4174"/>
                    <a:pt x="7700" y="4133"/>
                  </a:cubicBezTo>
                  <a:cubicBezTo>
                    <a:pt x="7742" y="4028"/>
                    <a:pt x="7805" y="3944"/>
                    <a:pt x="7867" y="3882"/>
                  </a:cubicBezTo>
                  <a:cubicBezTo>
                    <a:pt x="8139" y="3547"/>
                    <a:pt x="8537" y="3275"/>
                    <a:pt x="9018" y="3045"/>
                  </a:cubicBezTo>
                  <a:cubicBezTo>
                    <a:pt x="9981" y="2584"/>
                    <a:pt x="11194" y="2333"/>
                    <a:pt x="12387" y="2166"/>
                  </a:cubicBezTo>
                  <a:cubicBezTo>
                    <a:pt x="13600" y="1977"/>
                    <a:pt x="14835" y="1894"/>
                    <a:pt x="16090" y="1852"/>
                  </a:cubicBezTo>
                  <a:cubicBezTo>
                    <a:pt x="16833" y="1827"/>
                    <a:pt x="17578" y="1815"/>
                    <a:pt x="18324" y="1815"/>
                  </a:cubicBezTo>
                  <a:cubicBezTo>
                    <a:pt x="20077" y="1815"/>
                    <a:pt x="21834" y="1881"/>
                    <a:pt x="23581" y="1998"/>
                  </a:cubicBezTo>
                  <a:cubicBezTo>
                    <a:pt x="24836" y="2082"/>
                    <a:pt x="26071" y="2166"/>
                    <a:pt x="27305" y="2291"/>
                  </a:cubicBezTo>
                  <a:cubicBezTo>
                    <a:pt x="27933" y="2354"/>
                    <a:pt x="28561" y="2417"/>
                    <a:pt x="29168" y="2480"/>
                  </a:cubicBezTo>
                  <a:lnTo>
                    <a:pt x="30109" y="2584"/>
                  </a:lnTo>
                  <a:cubicBezTo>
                    <a:pt x="30381" y="2626"/>
                    <a:pt x="30632" y="2668"/>
                    <a:pt x="30904" y="2731"/>
                  </a:cubicBezTo>
                  <a:cubicBezTo>
                    <a:pt x="31950" y="2940"/>
                    <a:pt x="32976" y="3317"/>
                    <a:pt x="33854" y="3819"/>
                  </a:cubicBezTo>
                  <a:cubicBezTo>
                    <a:pt x="34294" y="4070"/>
                    <a:pt x="34712" y="4363"/>
                    <a:pt x="35026" y="4656"/>
                  </a:cubicBezTo>
                  <a:cubicBezTo>
                    <a:pt x="35361" y="4970"/>
                    <a:pt x="35633" y="5283"/>
                    <a:pt x="35759" y="5576"/>
                  </a:cubicBezTo>
                  <a:cubicBezTo>
                    <a:pt x="35884" y="5890"/>
                    <a:pt x="35905" y="6120"/>
                    <a:pt x="35821" y="6351"/>
                  </a:cubicBezTo>
                  <a:cubicBezTo>
                    <a:pt x="35759" y="6560"/>
                    <a:pt x="35570" y="6790"/>
                    <a:pt x="35235" y="7041"/>
                  </a:cubicBezTo>
                  <a:cubicBezTo>
                    <a:pt x="34922" y="7271"/>
                    <a:pt x="34482" y="7501"/>
                    <a:pt x="34001" y="7690"/>
                  </a:cubicBezTo>
                  <a:cubicBezTo>
                    <a:pt x="33520" y="7899"/>
                    <a:pt x="32997" y="8066"/>
                    <a:pt x="32432" y="8213"/>
                  </a:cubicBezTo>
                  <a:cubicBezTo>
                    <a:pt x="31302" y="8506"/>
                    <a:pt x="30109" y="8694"/>
                    <a:pt x="28875" y="8861"/>
                  </a:cubicBezTo>
                  <a:cubicBezTo>
                    <a:pt x="27619" y="9008"/>
                    <a:pt x="26364" y="9112"/>
                    <a:pt x="25067" y="9175"/>
                  </a:cubicBezTo>
                  <a:cubicBezTo>
                    <a:pt x="23522" y="9251"/>
                    <a:pt x="21941" y="9288"/>
                    <a:pt x="20348" y="9288"/>
                  </a:cubicBezTo>
                  <a:cubicBezTo>
                    <a:pt x="19287" y="9288"/>
                    <a:pt x="18220" y="9271"/>
                    <a:pt x="17157" y="9238"/>
                  </a:cubicBezTo>
                  <a:cubicBezTo>
                    <a:pt x="16488" y="9203"/>
                    <a:pt x="15835" y="9194"/>
                    <a:pt x="15204" y="9194"/>
                  </a:cubicBezTo>
                  <a:cubicBezTo>
                    <a:pt x="14483" y="9194"/>
                    <a:pt x="13791" y="9206"/>
                    <a:pt x="13138" y="9206"/>
                  </a:cubicBezTo>
                  <a:cubicBezTo>
                    <a:pt x="12649" y="9206"/>
                    <a:pt x="12181" y="9199"/>
                    <a:pt x="11738" y="9175"/>
                  </a:cubicBezTo>
                  <a:cubicBezTo>
                    <a:pt x="9395" y="9008"/>
                    <a:pt x="6884" y="8673"/>
                    <a:pt x="4645" y="7920"/>
                  </a:cubicBezTo>
                  <a:cubicBezTo>
                    <a:pt x="3536" y="7543"/>
                    <a:pt x="2490" y="7062"/>
                    <a:pt x="1653" y="6455"/>
                  </a:cubicBezTo>
                  <a:cubicBezTo>
                    <a:pt x="1256" y="6141"/>
                    <a:pt x="879" y="5807"/>
                    <a:pt x="607" y="5430"/>
                  </a:cubicBezTo>
                  <a:cubicBezTo>
                    <a:pt x="314" y="5074"/>
                    <a:pt x="105" y="4677"/>
                    <a:pt x="21" y="4279"/>
                  </a:cubicBezTo>
                  <a:lnTo>
                    <a:pt x="21" y="4279"/>
                  </a:lnTo>
                  <a:cubicBezTo>
                    <a:pt x="0" y="4551"/>
                    <a:pt x="63" y="4802"/>
                    <a:pt x="147" y="5011"/>
                  </a:cubicBezTo>
                  <a:cubicBezTo>
                    <a:pt x="209" y="5242"/>
                    <a:pt x="293" y="5451"/>
                    <a:pt x="398" y="5639"/>
                  </a:cubicBezTo>
                  <a:cubicBezTo>
                    <a:pt x="628" y="6037"/>
                    <a:pt x="900" y="6413"/>
                    <a:pt x="1360" y="6853"/>
                  </a:cubicBezTo>
                  <a:cubicBezTo>
                    <a:pt x="1360" y="6853"/>
                    <a:pt x="816" y="6497"/>
                    <a:pt x="377" y="6016"/>
                  </a:cubicBezTo>
                  <a:lnTo>
                    <a:pt x="377" y="6016"/>
                  </a:lnTo>
                  <a:cubicBezTo>
                    <a:pt x="900" y="6706"/>
                    <a:pt x="1590" y="7271"/>
                    <a:pt x="2323" y="7731"/>
                  </a:cubicBezTo>
                  <a:cubicBezTo>
                    <a:pt x="3055" y="8213"/>
                    <a:pt x="3829" y="8589"/>
                    <a:pt x="4603" y="8903"/>
                  </a:cubicBezTo>
                  <a:cubicBezTo>
                    <a:pt x="6173" y="9552"/>
                    <a:pt x="7763" y="9991"/>
                    <a:pt x="9311" y="10347"/>
                  </a:cubicBezTo>
                  <a:cubicBezTo>
                    <a:pt x="12429" y="11058"/>
                    <a:pt x="15463" y="11435"/>
                    <a:pt x="18643" y="11644"/>
                  </a:cubicBezTo>
                  <a:cubicBezTo>
                    <a:pt x="18858" y="11663"/>
                    <a:pt x="19187" y="11670"/>
                    <a:pt x="19563" y="11670"/>
                  </a:cubicBezTo>
                  <a:cubicBezTo>
                    <a:pt x="20470" y="11670"/>
                    <a:pt x="21649" y="11626"/>
                    <a:pt x="22137" y="11581"/>
                  </a:cubicBezTo>
                  <a:cubicBezTo>
                    <a:pt x="22578" y="11585"/>
                    <a:pt x="23019" y="11588"/>
                    <a:pt x="23461" y="11588"/>
                  </a:cubicBezTo>
                  <a:cubicBezTo>
                    <a:pt x="25499" y="11588"/>
                    <a:pt x="27563" y="11537"/>
                    <a:pt x="29712" y="11330"/>
                  </a:cubicBezTo>
                  <a:cubicBezTo>
                    <a:pt x="31009" y="11184"/>
                    <a:pt x="32348" y="10975"/>
                    <a:pt x="33708" y="10619"/>
                  </a:cubicBezTo>
                  <a:cubicBezTo>
                    <a:pt x="34378" y="10431"/>
                    <a:pt x="35068" y="10221"/>
                    <a:pt x="35759" y="9908"/>
                  </a:cubicBezTo>
                  <a:cubicBezTo>
                    <a:pt x="36449" y="9594"/>
                    <a:pt x="37160" y="9196"/>
                    <a:pt x="37767" y="8631"/>
                  </a:cubicBezTo>
                  <a:cubicBezTo>
                    <a:pt x="38374" y="8066"/>
                    <a:pt x="38813" y="7313"/>
                    <a:pt x="38876" y="6539"/>
                  </a:cubicBezTo>
                  <a:cubicBezTo>
                    <a:pt x="38939" y="5786"/>
                    <a:pt x="38667" y="5095"/>
                    <a:pt x="38311" y="4551"/>
                  </a:cubicBezTo>
                  <a:cubicBezTo>
                    <a:pt x="37935" y="4007"/>
                    <a:pt x="37474" y="3568"/>
                    <a:pt x="36951" y="3170"/>
                  </a:cubicBezTo>
                  <a:cubicBezTo>
                    <a:pt x="36449" y="2773"/>
                    <a:pt x="35884" y="2417"/>
                    <a:pt x="35256" y="2082"/>
                  </a:cubicBezTo>
                  <a:lnTo>
                    <a:pt x="35256" y="2082"/>
                  </a:lnTo>
                  <a:cubicBezTo>
                    <a:pt x="35717" y="2333"/>
                    <a:pt x="36010" y="2521"/>
                    <a:pt x="36135" y="2626"/>
                  </a:cubicBezTo>
                  <a:cubicBezTo>
                    <a:pt x="36194" y="2666"/>
                    <a:pt x="36216" y="2686"/>
                    <a:pt x="36205" y="2686"/>
                  </a:cubicBezTo>
                  <a:cubicBezTo>
                    <a:pt x="36193" y="2686"/>
                    <a:pt x="36140" y="2660"/>
                    <a:pt x="36051" y="2605"/>
                  </a:cubicBezTo>
                  <a:cubicBezTo>
                    <a:pt x="35696" y="2396"/>
                    <a:pt x="34754" y="1789"/>
                    <a:pt x="32997" y="1224"/>
                  </a:cubicBezTo>
                  <a:cubicBezTo>
                    <a:pt x="32557" y="1078"/>
                    <a:pt x="32076" y="952"/>
                    <a:pt x="31511" y="848"/>
                  </a:cubicBezTo>
                  <a:cubicBezTo>
                    <a:pt x="31239" y="806"/>
                    <a:pt x="30946" y="764"/>
                    <a:pt x="30653" y="722"/>
                  </a:cubicBezTo>
                  <a:lnTo>
                    <a:pt x="29774" y="617"/>
                  </a:lnTo>
                  <a:cubicBezTo>
                    <a:pt x="28582" y="513"/>
                    <a:pt x="27222" y="387"/>
                    <a:pt x="25715" y="283"/>
                  </a:cubicBezTo>
                  <a:cubicBezTo>
                    <a:pt x="24209" y="178"/>
                    <a:pt x="22535" y="73"/>
                    <a:pt x="20694" y="32"/>
                  </a:cubicBezTo>
                  <a:cubicBezTo>
                    <a:pt x="19938" y="14"/>
                    <a:pt x="19157" y="1"/>
                    <a:pt x="183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4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4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4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4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4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4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41" name="Google Shape;24741;p111"/>
          <p:cNvSpPr/>
          <p:nvPr/>
        </p:nvSpPr>
        <p:spPr>
          <a:xfrm flipH="1">
            <a:off x="4067735" y="1364875"/>
            <a:ext cx="2884394" cy="1771820"/>
          </a:xfrm>
          <a:custGeom>
            <a:avLst/>
            <a:gdLst/>
            <a:ahLst/>
            <a:cxnLst/>
            <a:rect l="l" t="t" r="r" b="b"/>
            <a:pathLst>
              <a:path w="71522" h="61833" extrusionOk="0">
                <a:moveTo>
                  <a:pt x="41457" y="1"/>
                </a:moveTo>
                <a:cubicBezTo>
                  <a:pt x="39546" y="1"/>
                  <a:pt x="37623" y="126"/>
                  <a:pt x="35716" y="369"/>
                </a:cubicBezTo>
                <a:cubicBezTo>
                  <a:pt x="24925" y="1737"/>
                  <a:pt x="14591" y="7421"/>
                  <a:pt x="8542" y="16570"/>
                </a:cubicBezTo>
                <a:cubicBezTo>
                  <a:pt x="2432" y="25841"/>
                  <a:pt x="1" y="40643"/>
                  <a:pt x="8177" y="49397"/>
                </a:cubicBezTo>
                <a:cubicBezTo>
                  <a:pt x="11369" y="52802"/>
                  <a:pt x="15503" y="55142"/>
                  <a:pt x="19758" y="57027"/>
                </a:cubicBezTo>
                <a:cubicBezTo>
                  <a:pt x="26118" y="59880"/>
                  <a:pt x="32944" y="61832"/>
                  <a:pt x="39921" y="61832"/>
                </a:cubicBezTo>
                <a:cubicBezTo>
                  <a:pt x="40080" y="61832"/>
                  <a:pt x="40238" y="61831"/>
                  <a:pt x="40397" y="61829"/>
                </a:cubicBezTo>
                <a:cubicBezTo>
                  <a:pt x="54622" y="61616"/>
                  <a:pt x="66537" y="51647"/>
                  <a:pt x="69668" y="37817"/>
                </a:cubicBezTo>
                <a:cubicBezTo>
                  <a:pt x="71522" y="29731"/>
                  <a:pt x="71248" y="16996"/>
                  <a:pt x="65838" y="10157"/>
                </a:cubicBezTo>
                <a:cubicBezTo>
                  <a:pt x="60267" y="3117"/>
                  <a:pt x="51003" y="1"/>
                  <a:pt x="4145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742" name="Google Shape;24742;p111"/>
          <p:cNvSpPr/>
          <p:nvPr/>
        </p:nvSpPr>
        <p:spPr>
          <a:xfrm>
            <a:off x="921124" y="1781735"/>
            <a:ext cx="1852831" cy="1543219"/>
          </a:xfrm>
          <a:custGeom>
            <a:avLst/>
            <a:gdLst/>
            <a:ahLst/>
            <a:cxnLst/>
            <a:rect l="l" t="t" r="r" b="b"/>
            <a:pathLst>
              <a:path w="71522" h="61833" extrusionOk="0">
                <a:moveTo>
                  <a:pt x="41457" y="1"/>
                </a:moveTo>
                <a:cubicBezTo>
                  <a:pt x="39546" y="1"/>
                  <a:pt x="37623" y="126"/>
                  <a:pt x="35716" y="369"/>
                </a:cubicBezTo>
                <a:cubicBezTo>
                  <a:pt x="24925" y="1737"/>
                  <a:pt x="14591" y="7421"/>
                  <a:pt x="8542" y="16570"/>
                </a:cubicBezTo>
                <a:cubicBezTo>
                  <a:pt x="2432" y="25841"/>
                  <a:pt x="1" y="40643"/>
                  <a:pt x="8177" y="49397"/>
                </a:cubicBezTo>
                <a:cubicBezTo>
                  <a:pt x="11369" y="52802"/>
                  <a:pt x="15503" y="55142"/>
                  <a:pt x="19758" y="57027"/>
                </a:cubicBezTo>
                <a:cubicBezTo>
                  <a:pt x="26118" y="59880"/>
                  <a:pt x="32944" y="61832"/>
                  <a:pt x="39921" y="61832"/>
                </a:cubicBezTo>
                <a:cubicBezTo>
                  <a:pt x="40080" y="61832"/>
                  <a:pt x="40238" y="61831"/>
                  <a:pt x="40397" y="61829"/>
                </a:cubicBezTo>
                <a:cubicBezTo>
                  <a:pt x="54622" y="61616"/>
                  <a:pt x="66537" y="51647"/>
                  <a:pt x="69668" y="37817"/>
                </a:cubicBezTo>
                <a:cubicBezTo>
                  <a:pt x="71522" y="29731"/>
                  <a:pt x="71248" y="16996"/>
                  <a:pt x="65838" y="10157"/>
                </a:cubicBezTo>
                <a:cubicBezTo>
                  <a:pt x="60267" y="3117"/>
                  <a:pt x="51003" y="1"/>
                  <a:pt x="4145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743" name="Google Shape;24743;p111"/>
          <p:cNvSpPr/>
          <p:nvPr/>
        </p:nvSpPr>
        <p:spPr>
          <a:xfrm flipH="1">
            <a:off x="2678789" y="2260065"/>
            <a:ext cx="1825976" cy="1579070"/>
          </a:xfrm>
          <a:custGeom>
            <a:avLst/>
            <a:gdLst/>
            <a:ahLst/>
            <a:cxnLst/>
            <a:rect l="l" t="t" r="r" b="b"/>
            <a:pathLst>
              <a:path w="71522" h="61833" extrusionOk="0">
                <a:moveTo>
                  <a:pt x="41457" y="1"/>
                </a:moveTo>
                <a:cubicBezTo>
                  <a:pt x="39546" y="1"/>
                  <a:pt x="37623" y="126"/>
                  <a:pt x="35716" y="369"/>
                </a:cubicBezTo>
                <a:cubicBezTo>
                  <a:pt x="24925" y="1737"/>
                  <a:pt x="14591" y="7421"/>
                  <a:pt x="8542" y="16570"/>
                </a:cubicBezTo>
                <a:cubicBezTo>
                  <a:pt x="2432" y="25841"/>
                  <a:pt x="1" y="40643"/>
                  <a:pt x="8177" y="49397"/>
                </a:cubicBezTo>
                <a:cubicBezTo>
                  <a:pt x="11369" y="52802"/>
                  <a:pt x="15503" y="55142"/>
                  <a:pt x="19758" y="57027"/>
                </a:cubicBezTo>
                <a:cubicBezTo>
                  <a:pt x="26118" y="59880"/>
                  <a:pt x="32944" y="61832"/>
                  <a:pt x="39921" y="61832"/>
                </a:cubicBezTo>
                <a:cubicBezTo>
                  <a:pt x="40080" y="61832"/>
                  <a:pt x="40238" y="61831"/>
                  <a:pt x="40397" y="61829"/>
                </a:cubicBezTo>
                <a:cubicBezTo>
                  <a:pt x="54622" y="61616"/>
                  <a:pt x="66537" y="51647"/>
                  <a:pt x="69668" y="37817"/>
                </a:cubicBezTo>
                <a:cubicBezTo>
                  <a:pt x="71522" y="29731"/>
                  <a:pt x="71248" y="16996"/>
                  <a:pt x="65838" y="10157"/>
                </a:cubicBezTo>
                <a:cubicBezTo>
                  <a:pt x="60267" y="3117"/>
                  <a:pt x="51003" y="1"/>
                  <a:pt x="41457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748" name="Google Shape;24748;p111"/>
          <p:cNvSpPr txBox="1">
            <a:spLocks noGrp="1"/>
          </p:cNvSpPr>
          <p:nvPr>
            <p:ph type="title"/>
          </p:nvPr>
        </p:nvSpPr>
        <p:spPr>
          <a:xfrm>
            <a:off x="1184881" y="2323255"/>
            <a:ext cx="1457465" cy="44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dirty="0"/>
              <a:t>Stanje</a:t>
            </a:r>
            <a:endParaRPr dirty="0"/>
          </a:p>
        </p:txBody>
      </p:sp>
      <p:sp>
        <p:nvSpPr>
          <p:cNvPr id="24750" name="Google Shape;24750;p111"/>
          <p:cNvSpPr txBox="1">
            <a:spLocks noGrp="1"/>
          </p:cNvSpPr>
          <p:nvPr>
            <p:ph type="subTitle" idx="5"/>
          </p:nvPr>
        </p:nvSpPr>
        <p:spPr>
          <a:xfrm>
            <a:off x="1512851" y="1065279"/>
            <a:ext cx="3181069" cy="55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/>
            <a:r>
              <a:rPr lang="bs-Latn-BA" dirty="0"/>
              <a:t>Sastoje se od odabira i preporučivanja jedne vrste kafe iz skupa dostupnih opcija</a:t>
            </a:r>
            <a:endParaRPr dirty="0"/>
          </a:p>
        </p:txBody>
      </p:sp>
      <p:sp>
        <p:nvSpPr>
          <p:cNvPr id="24751" name="Google Shape;24751;p111"/>
          <p:cNvSpPr txBox="1">
            <a:spLocks noGrp="1"/>
          </p:cNvSpPr>
          <p:nvPr>
            <p:ph type="title" idx="6"/>
          </p:nvPr>
        </p:nvSpPr>
        <p:spPr>
          <a:xfrm>
            <a:off x="2793600" y="2746837"/>
            <a:ext cx="1516182" cy="44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dirty="0"/>
              <a:t>Akcije</a:t>
            </a:r>
            <a:endParaRPr dirty="0"/>
          </a:p>
        </p:txBody>
      </p:sp>
      <p:sp>
        <p:nvSpPr>
          <p:cNvPr id="24753" name="Google Shape;24753;p111"/>
          <p:cNvSpPr txBox="1">
            <a:spLocks noGrp="1"/>
          </p:cNvSpPr>
          <p:nvPr>
            <p:ph type="subTitle" idx="8"/>
          </p:nvPr>
        </p:nvSpPr>
        <p:spPr>
          <a:xfrm>
            <a:off x="382214" y="4083558"/>
            <a:ext cx="3248581" cy="55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/>
            <a:r>
              <a:rPr lang="bs-Latn-BA" dirty="0"/>
              <a:t>Predstavlja interno znanje o uspješnosti prethodnih preporuka koje se dinamički ažurira tokom vremena</a:t>
            </a:r>
            <a:endParaRPr dirty="0"/>
          </a:p>
        </p:txBody>
      </p:sp>
      <p:sp>
        <p:nvSpPr>
          <p:cNvPr id="24754" name="Google Shape;24754;p111"/>
          <p:cNvSpPr txBox="1">
            <a:spLocks noGrp="1"/>
          </p:cNvSpPr>
          <p:nvPr>
            <p:ph type="title" idx="9"/>
          </p:nvPr>
        </p:nvSpPr>
        <p:spPr>
          <a:xfrm>
            <a:off x="4171019" y="2000527"/>
            <a:ext cx="2613024" cy="44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dirty="0"/>
              <a:t>Ograničenja</a:t>
            </a:r>
            <a:endParaRPr dirty="0"/>
          </a:p>
        </p:txBody>
      </p:sp>
      <p:cxnSp>
        <p:nvCxnSpPr>
          <p:cNvPr id="24758" name="Google Shape;24758;p111"/>
          <p:cNvCxnSpPr>
            <a:cxnSpLocks/>
          </p:cNvCxnSpPr>
          <p:nvPr/>
        </p:nvCxnSpPr>
        <p:spPr>
          <a:xfrm flipV="1">
            <a:off x="1943147" y="3092824"/>
            <a:ext cx="0" cy="793377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24759" name="Google Shape;24759;p111"/>
          <p:cNvCxnSpPr>
            <a:cxnSpLocks/>
          </p:cNvCxnSpPr>
          <p:nvPr/>
        </p:nvCxnSpPr>
        <p:spPr>
          <a:xfrm flipV="1">
            <a:off x="3296243" y="1749373"/>
            <a:ext cx="0" cy="791311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24760" name="Google Shape;24760;p111"/>
          <p:cNvCxnSpPr>
            <a:cxnSpLocks/>
          </p:cNvCxnSpPr>
          <p:nvPr/>
        </p:nvCxnSpPr>
        <p:spPr>
          <a:xfrm flipV="1">
            <a:off x="6552002" y="2649071"/>
            <a:ext cx="0" cy="867335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13" name="Google Shape;24750;p111">
            <a:extLst>
              <a:ext uri="{FF2B5EF4-FFF2-40B4-BE49-F238E27FC236}">
                <a16:creationId xmlns:a16="http://schemas.microsoft.com/office/drawing/2014/main" id="{4E7CB9AA-1D3F-BE16-1AE3-4FE0CE6D567E}"/>
              </a:ext>
            </a:extLst>
          </p:cNvPr>
          <p:cNvSpPr txBox="1">
            <a:spLocks/>
          </p:cNvSpPr>
          <p:nvPr/>
        </p:nvSpPr>
        <p:spPr>
          <a:xfrm>
            <a:off x="4554248" y="3527256"/>
            <a:ext cx="4089879" cy="11254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Open Sans"/>
              <a:buNone/>
              <a:defRPr sz="14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0" indent="0"/>
            <a:r>
              <a:rPr lang="bs-Latn-BA" dirty="0"/>
              <a:t>Agent je ograničen dostupnošću korisničke povratne informacije i nedostatkom kontekstualnih podataka u trenutnoj implementaciji</a:t>
            </a:r>
          </a:p>
        </p:txBody>
      </p:sp>
      <p:grpSp>
        <p:nvGrpSpPr>
          <p:cNvPr id="27" name="Google Shape;26636;p127">
            <a:extLst>
              <a:ext uri="{FF2B5EF4-FFF2-40B4-BE49-F238E27FC236}">
                <a16:creationId xmlns:a16="http://schemas.microsoft.com/office/drawing/2014/main" id="{E35FE338-0EB1-CA5D-7C2E-086CFA3BBFC9}"/>
              </a:ext>
            </a:extLst>
          </p:cNvPr>
          <p:cNvGrpSpPr/>
          <p:nvPr/>
        </p:nvGrpSpPr>
        <p:grpSpPr>
          <a:xfrm>
            <a:off x="5934928" y="0"/>
            <a:ext cx="882731" cy="1532966"/>
            <a:chOff x="3232069" y="2860405"/>
            <a:chExt cx="697305" cy="1432410"/>
          </a:xfrm>
        </p:grpSpPr>
        <p:sp>
          <p:nvSpPr>
            <p:cNvPr id="28" name="Google Shape;26637;p127">
              <a:extLst>
                <a:ext uri="{FF2B5EF4-FFF2-40B4-BE49-F238E27FC236}">
                  <a16:creationId xmlns:a16="http://schemas.microsoft.com/office/drawing/2014/main" id="{63D19D46-3622-EE52-1EDF-7F16B9808304}"/>
                </a:ext>
              </a:extLst>
            </p:cNvPr>
            <p:cNvSpPr/>
            <p:nvPr/>
          </p:nvSpPr>
          <p:spPr>
            <a:xfrm>
              <a:off x="3245881" y="3255597"/>
              <a:ext cx="669696" cy="150167"/>
            </a:xfrm>
            <a:custGeom>
              <a:avLst/>
              <a:gdLst/>
              <a:ahLst/>
              <a:cxnLst/>
              <a:rect l="l" t="t" r="r" b="b"/>
              <a:pathLst>
                <a:path w="37671" h="8447" extrusionOk="0">
                  <a:moveTo>
                    <a:pt x="18823" y="8447"/>
                  </a:moveTo>
                  <a:cubicBezTo>
                    <a:pt x="29199" y="8447"/>
                    <a:pt x="37670" y="6542"/>
                    <a:pt x="37670" y="4236"/>
                  </a:cubicBezTo>
                  <a:cubicBezTo>
                    <a:pt x="37670" y="1905"/>
                    <a:pt x="29199" y="1"/>
                    <a:pt x="18823" y="1"/>
                  </a:cubicBezTo>
                  <a:cubicBezTo>
                    <a:pt x="8472" y="1"/>
                    <a:pt x="1" y="1905"/>
                    <a:pt x="1" y="4236"/>
                  </a:cubicBezTo>
                  <a:cubicBezTo>
                    <a:pt x="1" y="6542"/>
                    <a:pt x="8472" y="8447"/>
                    <a:pt x="18823" y="8447"/>
                  </a:cubicBezTo>
                  <a:lnTo>
                    <a:pt x="18823" y="8447"/>
                  </a:lnTo>
                </a:path>
              </a:pathLst>
            </a:custGeom>
            <a:solidFill>
              <a:srgbClr val="CCC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6638;p127">
              <a:extLst>
                <a:ext uri="{FF2B5EF4-FFF2-40B4-BE49-F238E27FC236}">
                  <a16:creationId xmlns:a16="http://schemas.microsoft.com/office/drawing/2014/main" id="{00115E3E-34F2-5655-E75C-79714A869FC9}"/>
                </a:ext>
              </a:extLst>
            </p:cNvPr>
            <p:cNvSpPr/>
            <p:nvPr/>
          </p:nvSpPr>
          <p:spPr>
            <a:xfrm>
              <a:off x="3256138" y="3268521"/>
              <a:ext cx="648737" cy="149722"/>
            </a:xfrm>
            <a:custGeom>
              <a:avLst/>
              <a:gdLst/>
              <a:ahLst/>
              <a:cxnLst/>
              <a:rect l="l" t="t" r="r" b="b"/>
              <a:pathLst>
                <a:path w="36492" h="8422" extrusionOk="0">
                  <a:moveTo>
                    <a:pt x="18246" y="8421"/>
                  </a:moveTo>
                  <a:cubicBezTo>
                    <a:pt x="28296" y="8421"/>
                    <a:pt x="36492" y="6542"/>
                    <a:pt x="36492" y="4211"/>
                  </a:cubicBezTo>
                  <a:cubicBezTo>
                    <a:pt x="36492" y="1880"/>
                    <a:pt x="28296" y="0"/>
                    <a:pt x="18246" y="0"/>
                  </a:cubicBezTo>
                  <a:cubicBezTo>
                    <a:pt x="8196" y="0"/>
                    <a:pt x="0" y="1880"/>
                    <a:pt x="0" y="4211"/>
                  </a:cubicBezTo>
                  <a:cubicBezTo>
                    <a:pt x="0" y="6542"/>
                    <a:pt x="8196" y="8421"/>
                    <a:pt x="18246" y="8421"/>
                  </a:cubicBezTo>
                  <a:lnTo>
                    <a:pt x="18246" y="8421"/>
                  </a:lnTo>
                </a:path>
              </a:pathLst>
            </a:custGeom>
            <a:solidFill>
              <a:srgbClr val="9595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26639;p127">
              <a:extLst>
                <a:ext uri="{FF2B5EF4-FFF2-40B4-BE49-F238E27FC236}">
                  <a16:creationId xmlns:a16="http://schemas.microsoft.com/office/drawing/2014/main" id="{BC9B2946-2343-A081-6649-CC7FD5FDB0BA}"/>
                </a:ext>
              </a:extLst>
            </p:cNvPr>
            <p:cNvSpPr/>
            <p:nvPr/>
          </p:nvSpPr>
          <p:spPr>
            <a:xfrm>
              <a:off x="3343902" y="4161813"/>
              <a:ext cx="473201" cy="131002"/>
            </a:xfrm>
            <a:custGeom>
              <a:avLst/>
              <a:gdLst/>
              <a:ahLst/>
              <a:cxnLst/>
              <a:rect l="l" t="t" r="r" b="b"/>
              <a:pathLst>
                <a:path w="26618" h="7369" extrusionOk="0">
                  <a:moveTo>
                    <a:pt x="13309" y="7369"/>
                  </a:moveTo>
                  <a:cubicBezTo>
                    <a:pt x="20652" y="7369"/>
                    <a:pt x="26617" y="5715"/>
                    <a:pt x="26617" y="3685"/>
                  </a:cubicBezTo>
                  <a:cubicBezTo>
                    <a:pt x="26617" y="1654"/>
                    <a:pt x="20652" y="0"/>
                    <a:pt x="13309" y="0"/>
                  </a:cubicBezTo>
                  <a:cubicBezTo>
                    <a:pt x="5990" y="0"/>
                    <a:pt x="0" y="1654"/>
                    <a:pt x="0" y="3685"/>
                  </a:cubicBezTo>
                  <a:cubicBezTo>
                    <a:pt x="0" y="5715"/>
                    <a:pt x="5990" y="7369"/>
                    <a:pt x="13309" y="7369"/>
                  </a:cubicBezTo>
                  <a:lnTo>
                    <a:pt x="13309" y="7369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26640;p127">
              <a:extLst>
                <a:ext uri="{FF2B5EF4-FFF2-40B4-BE49-F238E27FC236}">
                  <a16:creationId xmlns:a16="http://schemas.microsoft.com/office/drawing/2014/main" id="{0FEABB5D-C763-6DF0-28B9-D7C34874DA02}"/>
                </a:ext>
              </a:extLst>
            </p:cNvPr>
            <p:cNvSpPr/>
            <p:nvPr/>
          </p:nvSpPr>
          <p:spPr>
            <a:xfrm>
              <a:off x="3272173" y="3387926"/>
              <a:ext cx="616666" cy="889337"/>
            </a:xfrm>
            <a:custGeom>
              <a:avLst/>
              <a:gdLst/>
              <a:ahLst/>
              <a:cxnLst/>
              <a:rect l="l" t="t" r="r" b="b"/>
              <a:pathLst>
                <a:path w="34688" h="50026" extrusionOk="0">
                  <a:moveTo>
                    <a:pt x="17344" y="50026"/>
                  </a:moveTo>
                  <a:cubicBezTo>
                    <a:pt x="22908" y="50026"/>
                    <a:pt x="27569" y="48447"/>
                    <a:pt x="28572" y="46366"/>
                  </a:cubicBezTo>
                  <a:cubicBezTo>
                    <a:pt x="29800" y="43785"/>
                    <a:pt x="31981" y="24687"/>
                    <a:pt x="33484" y="11053"/>
                  </a:cubicBezTo>
                  <a:cubicBezTo>
                    <a:pt x="33986" y="6491"/>
                    <a:pt x="34412" y="2507"/>
                    <a:pt x="34687" y="0"/>
                  </a:cubicBezTo>
                  <a:lnTo>
                    <a:pt x="0" y="0"/>
                  </a:lnTo>
                  <a:cubicBezTo>
                    <a:pt x="1153" y="9950"/>
                    <a:pt x="4487" y="42933"/>
                    <a:pt x="6141" y="46366"/>
                  </a:cubicBezTo>
                  <a:cubicBezTo>
                    <a:pt x="7143" y="48447"/>
                    <a:pt x="11780" y="50026"/>
                    <a:pt x="17344" y="50026"/>
                  </a:cubicBezTo>
                  <a:lnTo>
                    <a:pt x="17344" y="50026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26641;p127">
              <a:extLst>
                <a:ext uri="{FF2B5EF4-FFF2-40B4-BE49-F238E27FC236}">
                  <a16:creationId xmlns:a16="http://schemas.microsoft.com/office/drawing/2014/main" id="{8D87419D-B41F-FAEE-1B0C-2B2DD78EE90C}"/>
                </a:ext>
              </a:extLst>
            </p:cNvPr>
            <p:cNvSpPr/>
            <p:nvPr/>
          </p:nvSpPr>
          <p:spPr>
            <a:xfrm>
              <a:off x="3240530" y="3358079"/>
              <a:ext cx="474090" cy="919186"/>
            </a:xfrm>
            <a:custGeom>
              <a:avLst/>
              <a:gdLst/>
              <a:ahLst/>
              <a:cxnLst/>
              <a:rect l="l" t="t" r="r" b="b"/>
              <a:pathLst>
                <a:path w="26668" h="51705" extrusionOk="0">
                  <a:moveTo>
                    <a:pt x="19124" y="51705"/>
                  </a:moveTo>
                  <a:cubicBezTo>
                    <a:pt x="22031" y="51705"/>
                    <a:pt x="24663" y="51278"/>
                    <a:pt x="26668" y="50577"/>
                  </a:cubicBezTo>
                  <a:cubicBezTo>
                    <a:pt x="4262" y="46141"/>
                    <a:pt x="1" y="13559"/>
                    <a:pt x="12582" y="1404"/>
                  </a:cubicBezTo>
                  <a:cubicBezTo>
                    <a:pt x="12557" y="1378"/>
                    <a:pt x="6517" y="627"/>
                    <a:pt x="1605" y="0"/>
                  </a:cubicBezTo>
                  <a:cubicBezTo>
                    <a:pt x="2457" y="7043"/>
                    <a:pt x="6166" y="44386"/>
                    <a:pt x="7921" y="48045"/>
                  </a:cubicBezTo>
                  <a:cubicBezTo>
                    <a:pt x="8923" y="50126"/>
                    <a:pt x="13560" y="51705"/>
                    <a:pt x="19124" y="51705"/>
                  </a:cubicBezTo>
                  <a:lnTo>
                    <a:pt x="19124" y="51705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26642;p127">
              <a:extLst>
                <a:ext uri="{FF2B5EF4-FFF2-40B4-BE49-F238E27FC236}">
                  <a16:creationId xmlns:a16="http://schemas.microsoft.com/office/drawing/2014/main" id="{6505999C-4C26-098E-7492-52B6818588CD}"/>
                </a:ext>
              </a:extLst>
            </p:cNvPr>
            <p:cNvSpPr/>
            <p:nvPr/>
          </p:nvSpPr>
          <p:spPr>
            <a:xfrm>
              <a:off x="3271728" y="3378558"/>
              <a:ext cx="617999" cy="71750"/>
            </a:xfrm>
            <a:custGeom>
              <a:avLst/>
              <a:gdLst/>
              <a:ahLst/>
              <a:cxnLst/>
              <a:rect l="l" t="t" r="r" b="b"/>
              <a:pathLst>
                <a:path w="34763" h="4036" extrusionOk="0">
                  <a:moveTo>
                    <a:pt x="34662" y="1104"/>
                  </a:moveTo>
                  <a:cubicBezTo>
                    <a:pt x="34712" y="703"/>
                    <a:pt x="34737" y="352"/>
                    <a:pt x="34762" y="1"/>
                  </a:cubicBezTo>
                  <a:cubicBezTo>
                    <a:pt x="33910" y="577"/>
                    <a:pt x="32808" y="1003"/>
                    <a:pt x="31554" y="1354"/>
                  </a:cubicBezTo>
                  <a:cubicBezTo>
                    <a:pt x="29900" y="1931"/>
                    <a:pt x="27745" y="2382"/>
                    <a:pt x="24988" y="2582"/>
                  </a:cubicBezTo>
                  <a:cubicBezTo>
                    <a:pt x="22607" y="2858"/>
                    <a:pt x="19950" y="3008"/>
                    <a:pt x="17168" y="3008"/>
                  </a:cubicBezTo>
                  <a:cubicBezTo>
                    <a:pt x="14361" y="3008"/>
                    <a:pt x="11730" y="2858"/>
                    <a:pt x="9349" y="2582"/>
                  </a:cubicBezTo>
                  <a:cubicBezTo>
                    <a:pt x="6592" y="2382"/>
                    <a:pt x="4436" y="1931"/>
                    <a:pt x="2757" y="1354"/>
                  </a:cubicBezTo>
                  <a:cubicBezTo>
                    <a:pt x="1730" y="1054"/>
                    <a:pt x="777" y="703"/>
                    <a:pt x="0" y="277"/>
                  </a:cubicBezTo>
                  <a:cubicBezTo>
                    <a:pt x="50" y="602"/>
                    <a:pt x="76" y="978"/>
                    <a:pt x="126" y="1354"/>
                  </a:cubicBezTo>
                  <a:cubicBezTo>
                    <a:pt x="878" y="1755"/>
                    <a:pt x="1780" y="2106"/>
                    <a:pt x="2757" y="2382"/>
                  </a:cubicBezTo>
                  <a:cubicBezTo>
                    <a:pt x="4436" y="2958"/>
                    <a:pt x="6592" y="3409"/>
                    <a:pt x="9349" y="3610"/>
                  </a:cubicBezTo>
                  <a:cubicBezTo>
                    <a:pt x="11730" y="3886"/>
                    <a:pt x="14361" y="4036"/>
                    <a:pt x="17168" y="4036"/>
                  </a:cubicBezTo>
                  <a:cubicBezTo>
                    <a:pt x="19950" y="4036"/>
                    <a:pt x="22607" y="3886"/>
                    <a:pt x="24988" y="3610"/>
                  </a:cubicBezTo>
                  <a:cubicBezTo>
                    <a:pt x="27745" y="3409"/>
                    <a:pt x="29900" y="2958"/>
                    <a:pt x="31554" y="2382"/>
                  </a:cubicBezTo>
                  <a:cubicBezTo>
                    <a:pt x="32757" y="2031"/>
                    <a:pt x="33810" y="1630"/>
                    <a:pt x="34662" y="1104"/>
                  </a:cubicBezTo>
                  <a:lnTo>
                    <a:pt x="34662" y="1104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26643;p127">
              <a:extLst>
                <a:ext uri="{FF2B5EF4-FFF2-40B4-BE49-F238E27FC236}">
                  <a16:creationId xmlns:a16="http://schemas.microsoft.com/office/drawing/2014/main" id="{F3060F75-5169-E226-EF03-449A255EB59F}"/>
                </a:ext>
              </a:extLst>
            </p:cNvPr>
            <p:cNvSpPr/>
            <p:nvPr/>
          </p:nvSpPr>
          <p:spPr>
            <a:xfrm>
              <a:off x="3232069" y="3316642"/>
              <a:ext cx="697305" cy="122540"/>
            </a:xfrm>
            <a:custGeom>
              <a:avLst/>
              <a:gdLst/>
              <a:ahLst/>
              <a:cxnLst/>
              <a:rect l="l" t="t" r="r" b="b"/>
              <a:pathLst>
                <a:path w="39224" h="6893" extrusionOk="0">
                  <a:moveTo>
                    <a:pt x="1304" y="0"/>
                  </a:moveTo>
                  <a:cubicBezTo>
                    <a:pt x="778" y="351"/>
                    <a:pt x="452" y="928"/>
                    <a:pt x="452" y="1579"/>
                  </a:cubicBezTo>
                  <a:cubicBezTo>
                    <a:pt x="452" y="2757"/>
                    <a:pt x="1855" y="3910"/>
                    <a:pt x="2808" y="4411"/>
                  </a:cubicBezTo>
                  <a:cubicBezTo>
                    <a:pt x="5665" y="5865"/>
                    <a:pt x="12106" y="6892"/>
                    <a:pt x="19600" y="6892"/>
                  </a:cubicBezTo>
                  <a:cubicBezTo>
                    <a:pt x="27094" y="6892"/>
                    <a:pt x="33560" y="5865"/>
                    <a:pt x="36417" y="4411"/>
                  </a:cubicBezTo>
                  <a:cubicBezTo>
                    <a:pt x="37369" y="3910"/>
                    <a:pt x="38748" y="2757"/>
                    <a:pt x="38748" y="1579"/>
                  </a:cubicBezTo>
                  <a:cubicBezTo>
                    <a:pt x="38748" y="928"/>
                    <a:pt x="38422" y="351"/>
                    <a:pt x="37921" y="0"/>
                  </a:cubicBezTo>
                  <a:cubicBezTo>
                    <a:pt x="39224" y="3935"/>
                    <a:pt x="21053" y="4537"/>
                    <a:pt x="19600" y="4537"/>
                  </a:cubicBezTo>
                  <a:cubicBezTo>
                    <a:pt x="18146" y="4537"/>
                    <a:pt x="1" y="3935"/>
                    <a:pt x="1304" y="0"/>
                  </a:cubicBezTo>
                  <a:lnTo>
                    <a:pt x="130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26644;p127">
              <a:extLst>
                <a:ext uri="{FF2B5EF4-FFF2-40B4-BE49-F238E27FC236}">
                  <a16:creationId xmlns:a16="http://schemas.microsoft.com/office/drawing/2014/main" id="{9A8C56CD-FD27-4A52-718C-6545716D9D12}"/>
                </a:ext>
              </a:extLst>
            </p:cNvPr>
            <p:cNvSpPr/>
            <p:nvPr/>
          </p:nvSpPr>
          <p:spPr>
            <a:xfrm>
              <a:off x="3277079" y="3150448"/>
              <a:ext cx="602391" cy="246858"/>
            </a:xfrm>
            <a:custGeom>
              <a:avLst/>
              <a:gdLst/>
              <a:ahLst/>
              <a:cxnLst/>
              <a:rect l="l" t="t" r="r" b="b"/>
              <a:pathLst>
                <a:path w="33885" h="13886" extrusionOk="0">
                  <a:moveTo>
                    <a:pt x="33735" y="11530"/>
                  </a:moveTo>
                  <a:cubicBezTo>
                    <a:pt x="33835" y="11354"/>
                    <a:pt x="33885" y="11129"/>
                    <a:pt x="33885" y="10903"/>
                  </a:cubicBezTo>
                  <a:cubicBezTo>
                    <a:pt x="33885" y="10226"/>
                    <a:pt x="33359" y="9700"/>
                    <a:pt x="32682" y="9700"/>
                  </a:cubicBezTo>
                  <a:cubicBezTo>
                    <a:pt x="32557" y="9700"/>
                    <a:pt x="32456" y="9700"/>
                    <a:pt x="32356" y="9750"/>
                  </a:cubicBezTo>
                  <a:lnTo>
                    <a:pt x="32356" y="9650"/>
                  </a:lnTo>
                  <a:cubicBezTo>
                    <a:pt x="32356" y="8873"/>
                    <a:pt x="31705" y="8246"/>
                    <a:pt x="30928" y="8246"/>
                  </a:cubicBezTo>
                  <a:cubicBezTo>
                    <a:pt x="30627" y="8246"/>
                    <a:pt x="30351" y="8322"/>
                    <a:pt x="30126" y="8472"/>
                  </a:cubicBezTo>
                  <a:cubicBezTo>
                    <a:pt x="30000" y="7394"/>
                    <a:pt x="29148" y="6542"/>
                    <a:pt x="28095" y="6367"/>
                  </a:cubicBezTo>
                  <a:cubicBezTo>
                    <a:pt x="27895" y="4487"/>
                    <a:pt x="26291" y="3008"/>
                    <a:pt x="24336" y="3008"/>
                  </a:cubicBezTo>
                  <a:cubicBezTo>
                    <a:pt x="23910" y="3008"/>
                    <a:pt x="23484" y="3109"/>
                    <a:pt x="23083" y="3234"/>
                  </a:cubicBezTo>
                  <a:cubicBezTo>
                    <a:pt x="22281" y="1329"/>
                    <a:pt x="20401" y="1"/>
                    <a:pt x="18196" y="1"/>
                  </a:cubicBezTo>
                  <a:cubicBezTo>
                    <a:pt x="15965" y="1"/>
                    <a:pt x="14010" y="1404"/>
                    <a:pt x="13233" y="3359"/>
                  </a:cubicBezTo>
                  <a:cubicBezTo>
                    <a:pt x="12657" y="3008"/>
                    <a:pt x="11980" y="2808"/>
                    <a:pt x="11253" y="2808"/>
                  </a:cubicBezTo>
                  <a:cubicBezTo>
                    <a:pt x="9599" y="2808"/>
                    <a:pt x="8171" y="3885"/>
                    <a:pt x="7644" y="5389"/>
                  </a:cubicBezTo>
                  <a:cubicBezTo>
                    <a:pt x="7243" y="5164"/>
                    <a:pt x="6767" y="5038"/>
                    <a:pt x="6266" y="5038"/>
                  </a:cubicBezTo>
                  <a:cubicBezTo>
                    <a:pt x="4762" y="5038"/>
                    <a:pt x="3559" y="6166"/>
                    <a:pt x="3459" y="7645"/>
                  </a:cubicBezTo>
                  <a:cubicBezTo>
                    <a:pt x="3283" y="7570"/>
                    <a:pt x="3083" y="7520"/>
                    <a:pt x="2882" y="7520"/>
                  </a:cubicBezTo>
                  <a:cubicBezTo>
                    <a:pt x="1980" y="7520"/>
                    <a:pt x="1228" y="8271"/>
                    <a:pt x="1228" y="9149"/>
                  </a:cubicBezTo>
                  <a:cubicBezTo>
                    <a:pt x="1228" y="9199"/>
                    <a:pt x="1228" y="9249"/>
                    <a:pt x="1253" y="9299"/>
                  </a:cubicBezTo>
                  <a:cubicBezTo>
                    <a:pt x="551" y="9299"/>
                    <a:pt x="0" y="9850"/>
                    <a:pt x="0" y="10552"/>
                  </a:cubicBezTo>
                  <a:cubicBezTo>
                    <a:pt x="0" y="10953"/>
                    <a:pt x="176" y="11329"/>
                    <a:pt x="476" y="11555"/>
                  </a:cubicBezTo>
                  <a:cubicBezTo>
                    <a:pt x="4887" y="13535"/>
                    <a:pt x="15965" y="13886"/>
                    <a:pt x="17068" y="13886"/>
                  </a:cubicBezTo>
                  <a:cubicBezTo>
                    <a:pt x="18196" y="13886"/>
                    <a:pt x="29374" y="13535"/>
                    <a:pt x="33735" y="11530"/>
                  </a:cubicBezTo>
                  <a:lnTo>
                    <a:pt x="33735" y="1153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26645;p127">
              <a:extLst>
                <a:ext uri="{FF2B5EF4-FFF2-40B4-BE49-F238E27FC236}">
                  <a16:creationId xmlns:a16="http://schemas.microsoft.com/office/drawing/2014/main" id="{4BD8870B-34C5-215B-B8DB-1A6905DB58FE}"/>
                </a:ext>
              </a:extLst>
            </p:cNvPr>
            <p:cNvSpPr/>
            <p:nvPr/>
          </p:nvSpPr>
          <p:spPr>
            <a:xfrm>
              <a:off x="3277079" y="3200347"/>
              <a:ext cx="602391" cy="196957"/>
            </a:xfrm>
            <a:custGeom>
              <a:avLst/>
              <a:gdLst/>
              <a:ahLst/>
              <a:cxnLst/>
              <a:rect l="l" t="t" r="r" b="b"/>
              <a:pathLst>
                <a:path w="33885" h="11079" extrusionOk="0">
                  <a:moveTo>
                    <a:pt x="33735" y="8723"/>
                  </a:moveTo>
                  <a:cubicBezTo>
                    <a:pt x="33835" y="8547"/>
                    <a:pt x="33885" y="8322"/>
                    <a:pt x="33885" y="8096"/>
                  </a:cubicBezTo>
                  <a:cubicBezTo>
                    <a:pt x="33885" y="7419"/>
                    <a:pt x="33359" y="6893"/>
                    <a:pt x="32682" y="6893"/>
                  </a:cubicBezTo>
                  <a:cubicBezTo>
                    <a:pt x="32557" y="6893"/>
                    <a:pt x="32456" y="6893"/>
                    <a:pt x="32356" y="6943"/>
                  </a:cubicBezTo>
                  <a:lnTo>
                    <a:pt x="32356" y="6843"/>
                  </a:lnTo>
                  <a:cubicBezTo>
                    <a:pt x="32356" y="6467"/>
                    <a:pt x="32206" y="6116"/>
                    <a:pt x="31955" y="5865"/>
                  </a:cubicBezTo>
                  <a:cubicBezTo>
                    <a:pt x="31955" y="6417"/>
                    <a:pt x="31629" y="7119"/>
                    <a:pt x="30627" y="7845"/>
                  </a:cubicBezTo>
                  <a:cubicBezTo>
                    <a:pt x="28221" y="9575"/>
                    <a:pt x="27594" y="6216"/>
                    <a:pt x="27594" y="6216"/>
                  </a:cubicBezTo>
                  <a:cubicBezTo>
                    <a:pt x="27594" y="6216"/>
                    <a:pt x="24386" y="9550"/>
                    <a:pt x="19173" y="9625"/>
                  </a:cubicBezTo>
                  <a:cubicBezTo>
                    <a:pt x="13985" y="9750"/>
                    <a:pt x="16266" y="5114"/>
                    <a:pt x="16266" y="5114"/>
                  </a:cubicBezTo>
                  <a:cubicBezTo>
                    <a:pt x="16266" y="5114"/>
                    <a:pt x="12356" y="7018"/>
                    <a:pt x="11153" y="4612"/>
                  </a:cubicBezTo>
                  <a:cubicBezTo>
                    <a:pt x="9950" y="2231"/>
                    <a:pt x="13233" y="552"/>
                    <a:pt x="13233" y="552"/>
                  </a:cubicBezTo>
                  <a:cubicBezTo>
                    <a:pt x="12657" y="201"/>
                    <a:pt x="11980" y="1"/>
                    <a:pt x="11253" y="1"/>
                  </a:cubicBezTo>
                  <a:cubicBezTo>
                    <a:pt x="9599" y="1"/>
                    <a:pt x="8171" y="1078"/>
                    <a:pt x="7644" y="2582"/>
                  </a:cubicBezTo>
                  <a:cubicBezTo>
                    <a:pt x="7243" y="2357"/>
                    <a:pt x="6767" y="2231"/>
                    <a:pt x="6266" y="2231"/>
                  </a:cubicBezTo>
                  <a:cubicBezTo>
                    <a:pt x="4762" y="2231"/>
                    <a:pt x="3559" y="3359"/>
                    <a:pt x="3459" y="4838"/>
                  </a:cubicBezTo>
                  <a:cubicBezTo>
                    <a:pt x="3283" y="4763"/>
                    <a:pt x="3083" y="4713"/>
                    <a:pt x="2882" y="4713"/>
                  </a:cubicBezTo>
                  <a:cubicBezTo>
                    <a:pt x="1980" y="4713"/>
                    <a:pt x="1228" y="5464"/>
                    <a:pt x="1228" y="6342"/>
                  </a:cubicBezTo>
                  <a:cubicBezTo>
                    <a:pt x="1228" y="6392"/>
                    <a:pt x="1228" y="6442"/>
                    <a:pt x="1253" y="6492"/>
                  </a:cubicBezTo>
                  <a:cubicBezTo>
                    <a:pt x="551" y="6492"/>
                    <a:pt x="0" y="7043"/>
                    <a:pt x="0" y="7745"/>
                  </a:cubicBezTo>
                  <a:cubicBezTo>
                    <a:pt x="0" y="8146"/>
                    <a:pt x="176" y="8522"/>
                    <a:pt x="476" y="8748"/>
                  </a:cubicBezTo>
                  <a:cubicBezTo>
                    <a:pt x="4887" y="10728"/>
                    <a:pt x="15965" y="11079"/>
                    <a:pt x="17068" y="11079"/>
                  </a:cubicBezTo>
                  <a:cubicBezTo>
                    <a:pt x="18196" y="11079"/>
                    <a:pt x="29374" y="10728"/>
                    <a:pt x="33735" y="8723"/>
                  </a:cubicBezTo>
                  <a:lnTo>
                    <a:pt x="33735" y="872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26646;p127">
              <a:extLst>
                <a:ext uri="{FF2B5EF4-FFF2-40B4-BE49-F238E27FC236}">
                  <a16:creationId xmlns:a16="http://schemas.microsoft.com/office/drawing/2014/main" id="{526C747D-AC1B-62DA-6E37-0854973AE5EE}"/>
                </a:ext>
              </a:extLst>
            </p:cNvPr>
            <p:cNvSpPr/>
            <p:nvPr/>
          </p:nvSpPr>
          <p:spPr>
            <a:xfrm>
              <a:off x="3274395" y="3339360"/>
              <a:ext cx="609093" cy="57937"/>
            </a:xfrm>
            <a:custGeom>
              <a:avLst/>
              <a:gdLst/>
              <a:ahLst/>
              <a:cxnLst/>
              <a:rect l="l" t="t" r="r" b="b"/>
              <a:pathLst>
                <a:path w="34262" h="3259" extrusionOk="0">
                  <a:moveTo>
                    <a:pt x="34111" y="878"/>
                  </a:moveTo>
                  <a:cubicBezTo>
                    <a:pt x="34211" y="677"/>
                    <a:pt x="34262" y="477"/>
                    <a:pt x="34262" y="251"/>
                  </a:cubicBezTo>
                  <a:lnTo>
                    <a:pt x="34262" y="151"/>
                  </a:lnTo>
                  <a:cubicBezTo>
                    <a:pt x="29976" y="2231"/>
                    <a:pt x="18422" y="2607"/>
                    <a:pt x="17269" y="2607"/>
                  </a:cubicBezTo>
                  <a:cubicBezTo>
                    <a:pt x="16091" y="2607"/>
                    <a:pt x="4036" y="2206"/>
                    <a:pt x="1" y="0"/>
                  </a:cubicBezTo>
                  <a:cubicBezTo>
                    <a:pt x="1" y="376"/>
                    <a:pt x="201" y="677"/>
                    <a:pt x="477" y="903"/>
                  </a:cubicBezTo>
                  <a:cubicBezTo>
                    <a:pt x="4938" y="2908"/>
                    <a:pt x="16116" y="3259"/>
                    <a:pt x="17269" y="3259"/>
                  </a:cubicBezTo>
                  <a:cubicBezTo>
                    <a:pt x="18397" y="3259"/>
                    <a:pt x="29700" y="2883"/>
                    <a:pt x="34111" y="878"/>
                  </a:cubicBezTo>
                  <a:lnTo>
                    <a:pt x="34111" y="878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26647;p127">
              <a:extLst>
                <a:ext uri="{FF2B5EF4-FFF2-40B4-BE49-F238E27FC236}">
                  <a16:creationId xmlns:a16="http://schemas.microsoft.com/office/drawing/2014/main" id="{5E5BD75D-89FA-0192-3819-164E639000DA}"/>
                </a:ext>
              </a:extLst>
            </p:cNvPr>
            <p:cNvSpPr/>
            <p:nvPr/>
          </p:nvSpPr>
          <p:spPr>
            <a:xfrm>
              <a:off x="3584046" y="3229305"/>
              <a:ext cx="11146" cy="9831"/>
            </a:xfrm>
            <a:custGeom>
              <a:avLst/>
              <a:gdLst/>
              <a:ahLst/>
              <a:cxnLst/>
              <a:rect l="l" t="t" r="r" b="b"/>
              <a:pathLst>
                <a:path w="627" h="553" extrusionOk="0">
                  <a:moveTo>
                    <a:pt x="276" y="26"/>
                  </a:moveTo>
                  <a:cubicBezTo>
                    <a:pt x="426" y="1"/>
                    <a:pt x="577" y="101"/>
                    <a:pt x="602" y="251"/>
                  </a:cubicBezTo>
                  <a:cubicBezTo>
                    <a:pt x="627" y="377"/>
                    <a:pt x="502" y="502"/>
                    <a:pt x="351" y="527"/>
                  </a:cubicBezTo>
                  <a:cubicBezTo>
                    <a:pt x="201" y="552"/>
                    <a:pt x="25" y="452"/>
                    <a:pt x="25" y="327"/>
                  </a:cubicBezTo>
                  <a:cubicBezTo>
                    <a:pt x="0" y="201"/>
                    <a:pt x="126" y="51"/>
                    <a:pt x="276" y="26"/>
                  </a:cubicBezTo>
                  <a:lnTo>
                    <a:pt x="276" y="26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26648;p127">
              <a:extLst>
                <a:ext uri="{FF2B5EF4-FFF2-40B4-BE49-F238E27FC236}">
                  <a16:creationId xmlns:a16="http://schemas.microsoft.com/office/drawing/2014/main" id="{B95D531E-F590-19C6-68F8-15866357F8AA}"/>
                </a:ext>
              </a:extLst>
            </p:cNvPr>
            <p:cNvSpPr/>
            <p:nvPr/>
          </p:nvSpPr>
          <p:spPr>
            <a:xfrm>
              <a:off x="3388450" y="3292572"/>
              <a:ext cx="15609" cy="13386"/>
            </a:xfrm>
            <a:custGeom>
              <a:avLst/>
              <a:gdLst/>
              <a:ahLst/>
              <a:cxnLst/>
              <a:rect l="l" t="t" r="r" b="b"/>
              <a:pathLst>
                <a:path w="878" h="753" extrusionOk="0">
                  <a:moveTo>
                    <a:pt x="377" y="51"/>
                  </a:moveTo>
                  <a:cubicBezTo>
                    <a:pt x="627" y="1"/>
                    <a:pt x="828" y="126"/>
                    <a:pt x="853" y="327"/>
                  </a:cubicBezTo>
                  <a:cubicBezTo>
                    <a:pt x="878" y="502"/>
                    <a:pt x="703" y="703"/>
                    <a:pt x="477" y="728"/>
                  </a:cubicBezTo>
                  <a:cubicBezTo>
                    <a:pt x="251" y="753"/>
                    <a:pt x="51" y="627"/>
                    <a:pt x="26" y="452"/>
                  </a:cubicBezTo>
                  <a:cubicBezTo>
                    <a:pt x="1" y="251"/>
                    <a:pt x="151" y="76"/>
                    <a:pt x="377" y="51"/>
                  </a:cubicBezTo>
                  <a:lnTo>
                    <a:pt x="377" y="5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26649;p127">
              <a:extLst>
                <a:ext uri="{FF2B5EF4-FFF2-40B4-BE49-F238E27FC236}">
                  <a16:creationId xmlns:a16="http://schemas.microsoft.com/office/drawing/2014/main" id="{10E3384C-DB31-444C-8677-6F45108B4F20}"/>
                </a:ext>
              </a:extLst>
            </p:cNvPr>
            <p:cNvSpPr/>
            <p:nvPr/>
          </p:nvSpPr>
          <p:spPr>
            <a:xfrm>
              <a:off x="3435682" y="3234656"/>
              <a:ext cx="15609" cy="13386"/>
            </a:xfrm>
            <a:custGeom>
              <a:avLst/>
              <a:gdLst/>
              <a:ahLst/>
              <a:cxnLst/>
              <a:rect l="l" t="t" r="r" b="b"/>
              <a:pathLst>
                <a:path w="878" h="753" extrusionOk="0">
                  <a:moveTo>
                    <a:pt x="376" y="51"/>
                  </a:moveTo>
                  <a:cubicBezTo>
                    <a:pt x="602" y="1"/>
                    <a:pt x="802" y="126"/>
                    <a:pt x="853" y="326"/>
                  </a:cubicBezTo>
                  <a:cubicBezTo>
                    <a:pt x="878" y="527"/>
                    <a:pt x="702" y="702"/>
                    <a:pt x="477" y="727"/>
                  </a:cubicBezTo>
                  <a:cubicBezTo>
                    <a:pt x="251" y="753"/>
                    <a:pt x="51" y="627"/>
                    <a:pt x="25" y="452"/>
                  </a:cubicBezTo>
                  <a:cubicBezTo>
                    <a:pt x="0" y="251"/>
                    <a:pt x="151" y="76"/>
                    <a:pt x="376" y="51"/>
                  </a:cubicBezTo>
                  <a:lnTo>
                    <a:pt x="376" y="5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26650;p127">
              <a:extLst>
                <a:ext uri="{FF2B5EF4-FFF2-40B4-BE49-F238E27FC236}">
                  <a16:creationId xmlns:a16="http://schemas.microsoft.com/office/drawing/2014/main" id="{D01138B1-77F9-6788-9F79-C9770A527532}"/>
                </a:ext>
              </a:extLst>
            </p:cNvPr>
            <p:cNvSpPr/>
            <p:nvPr/>
          </p:nvSpPr>
          <p:spPr>
            <a:xfrm>
              <a:off x="3616559" y="3219955"/>
              <a:ext cx="15626" cy="12942"/>
            </a:xfrm>
            <a:custGeom>
              <a:avLst/>
              <a:gdLst/>
              <a:ahLst/>
              <a:cxnLst/>
              <a:rect l="l" t="t" r="r" b="b"/>
              <a:pathLst>
                <a:path w="879" h="728" extrusionOk="0">
                  <a:moveTo>
                    <a:pt x="377" y="26"/>
                  </a:moveTo>
                  <a:cubicBezTo>
                    <a:pt x="602" y="1"/>
                    <a:pt x="828" y="101"/>
                    <a:pt x="853" y="301"/>
                  </a:cubicBezTo>
                  <a:cubicBezTo>
                    <a:pt x="878" y="502"/>
                    <a:pt x="728" y="677"/>
                    <a:pt x="502" y="727"/>
                  </a:cubicBezTo>
                  <a:cubicBezTo>
                    <a:pt x="277" y="727"/>
                    <a:pt x="51" y="627"/>
                    <a:pt x="26" y="427"/>
                  </a:cubicBezTo>
                  <a:cubicBezTo>
                    <a:pt x="1" y="226"/>
                    <a:pt x="151" y="51"/>
                    <a:pt x="377" y="26"/>
                  </a:cubicBezTo>
                  <a:lnTo>
                    <a:pt x="377" y="26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26651;p127">
              <a:extLst>
                <a:ext uri="{FF2B5EF4-FFF2-40B4-BE49-F238E27FC236}">
                  <a16:creationId xmlns:a16="http://schemas.microsoft.com/office/drawing/2014/main" id="{D5038772-41E7-E07F-9272-4E8D66C7184C}"/>
                </a:ext>
              </a:extLst>
            </p:cNvPr>
            <p:cNvSpPr/>
            <p:nvPr/>
          </p:nvSpPr>
          <p:spPr>
            <a:xfrm>
              <a:off x="3564438" y="3195903"/>
              <a:ext cx="22293" cy="20960"/>
            </a:xfrm>
            <a:custGeom>
              <a:avLst/>
              <a:gdLst/>
              <a:ahLst/>
              <a:cxnLst/>
              <a:rect l="l" t="t" r="r" b="b"/>
              <a:pathLst>
                <a:path w="1254" h="1179" extrusionOk="0">
                  <a:moveTo>
                    <a:pt x="928" y="201"/>
                  </a:moveTo>
                  <a:cubicBezTo>
                    <a:pt x="1179" y="426"/>
                    <a:pt x="1254" y="777"/>
                    <a:pt x="1078" y="978"/>
                  </a:cubicBezTo>
                  <a:cubicBezTo>
                    <a:pt x="878" y="1178"/>
                    <a:pt x="552" y="1178"/>
                    <a:pt x="301" y="978"/>
                  </a:cubicBezTo>
                  <a:cubicBezTo>
                    <a:pt x="51" y="777"/>
                    <a:pt x="1" y="426"/>
                    <a:pt x="176" y="226"/>
                  </a:cubicBezTo>
                  <a:cubicBezTo>
                    <a:pt x="351" y="0"/>
                    <a:pt x="677" y="0"/>
                    <a:pt x="928" y="201"/>
                  </a:cubicBezTo>
                  <a:lnTo>
                    <a:pt x="928" y="20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26652;p127">
              <a:extLst>
                <a:ext uri="{FF2B5EF4-FFF2-40B4-BE49-F238E27FC236}">
                  <a16:creationId xmlns:a16="http://schemas.microsoft.com/office/drawing/2014/main" id="{85EE37C5-60BF-B19C-F8EF-07E4EB5453F0}"/>
                </a:ext>
              </a:extLst>
            </p:cNvPr>
            <p:cNvSpPr/>
            <p:nvPr/>
          </p:nvSpPr>
          <p:spPr>
            <a:xfrm>
              <a:off x="3593396" y="3289461"/>
              <a:ext cx="15609" cy="13386"/>
            </a:xfrm>
            <a:custGeom>
              <a:avLst/>
              <a:gdLst/>
              <a:ahLst/>
              <a:cxnLst/>
              <a:rect l="l" t="t" r="r" b="b"/>
              <a:pathLst>
                <a:path w="878" h="753" extrusionOk="0">
                  <a:moveTo>
                    <a:pt x="377" y="25"/>
                  </a:moveTo>
                  <a:cubicBezTo>
                    <a:pt x="602" y="0"/>
                    <a:pt x="803" y="126"/>
                    <a:pt x="853" y="301"/>
                  </a:cubicBezTo>
                  <a:cubicBezTo>
                    <a:pt x="878" y="502"/>
                    <a:pt x="702" y="677"/>
                    <a:pt x="477" y="702"/>
                  </a:cubicBezTo>
                  <a:cubicBezTo>
                    <a:pt x="251" y="752"/>
                    <a:pt x="51" y="627"/>
                    <a:pt x="26" y="426"/>
                  </a:cubicBezTo>
                  <a:cubicBezTo>
                    <a:pt x="1" y="251"/>
                    <a:pt x="151" y="50"/>
                    <a:pt x="377" y="25"/>
                  </a:cubicBezTo>
                  <a:lnTo>
                    <a:pt x="377" y="25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26653;p127">
              <a:extLst>
                <a:ext uri="{FF2B5EF4-FFF2-40B4-BE49-F238E27FC236}">
                  <a16:creationId xmlns:a16="http://schemas.microsoft.com/office/drawing/2014/main" id="{26D55123-32E4-923C-654A-E9BBD1A152DB}"/>
                </a:ext>
              </a:extLst>
            </p:cNvPr>
            <p:cNvSpPr/>
            <p:nvPr/>
          </p:nvSpPr>
          <p:spPr>
            <a:xfrm>
              <a:off x="3409391" y="3267187"/>
              <a:ext cx="22293" cy="20960"/>
            </a:xfrm>
            <a:custGeom>
              <a:avLst/>
              <a:gdLst/>
              <a:ahLst/>
              <a:cxnLst/>
              <a:rect l="l" t="t" r="r" b="b"/>
              <a:pathLst>
                <a:path w="1254" h="1179" extrusionOk="0">
                  <a:moveTo>
                    <a:pt x="953" y="226"/>
                  </a:moveTo>
                  <a:cubicBezTo>
                    <a:pt x="1204" y="426"/>
                    <a:pt x="1254" y="777"/>
                    <a:pt x="1078" y="978"/>
                  </a:cubicBezTo>
                  <a:cubicBezTo>
                    <a:pt x="903" y="1178"/>
                    <a:pt x="552" y="1178"/>
                    <a:pt x="301" y="978"/>
                  </a:cubicBezTo>
                  <a:cubicBezTo>
                    <a:pt x="51" y="777"/>
                    <a:pt x="1" y="426"/>
                    <a:pt x="176" y="226"/>
                  </a:cubicBezTo>
                  <a:cubicBezTo>
                    <a:pt x="352" y="0"/>
                    <a:pt x="702" y="0"/>
                    <a:pt x="953" y="226"/>
                  </a:cubicBezTo>
                  <a:lnTo>
                    <a:pt x="953" y="226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26654;p127">
              <a:extLst>
                <a:ext uri="{FF2B5EF4-FFF2-40B4-BE49-F238E27FC236}">
                  <a16:creationId xmlns:a16="http://schemas.microsoft.com/office/drawing/2014/main" id="{3E0A5CBB-EE8A-450A-39FD-8D19D9B84CFA}"/>
                </a:ext>
              </a:extLst>
            </p:cNvPr>
            <p:cNvSpPr/>
            <p:nvPr/>
          </p:nvSpPr>
          <p:spPr>
            <a:xfrm>
              <a:off x="3557754" y="3266743"/>
              <a:ext cx="22293" cy="20960"/>
            </a:xfrm>
            <a:custGeom>
              <a:avLst/>
              <a:gdLst/>
              <a:ahLst/>
              <a:cxnLst/>
              <a:rect l="l" t="t" r="r" b="b"/>
              <a:pathLst>
                <a:path w="1254" h="1179" extrusionOk="0">
                  <a:moveTo>
                    <a:pt x="953" y="201"/>
                  </a:moveTo>
                  <a:cubicBezTo>
                    <a:pt x="1204" y="426"/>
                    <a:pt x="1254" y="752"/>
                    <a:pt x="1078" y="953"/>
                  </a:cubicBezTo>
                  <a:cubicBezTo>
                    <a:pt x="903" y="1178"/>
                    <a:pt x="577" y="1178"/>
                    <a:pt x="326" y="953"/>
                  </a:cubicBezTo>
                  <a:cubicBezTo>
                    <a:pt x="51" y="752"/>
                    <a:pt x="1" y="426"/>
                    <a:pt x="176" y="201"/>
                  </a:cubicBezTo>
                  <a:cubicBezTo>
                    <a:pt x="352" y="0"/>
                    <a:pt x="702" y="0"/>
                    <a:pt x="953" y="201"/>
                  </a:cubicBezTo>
                  <a:lnTo>
                    <a:pt x="953" y="20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26655;p127">
              <a:extLst>
                <a:ext uri="{FF2B5EF4-FFF2-40B4-BE49-F238E27FC236}">
                  <a16:creationId xmlns:a16="http://schemas.microsoft.com/office/drawing/2014/main" id="{2C2DCAF9-0421-F957-3C45-B6FF39C66A6B}"/>
                </a:ext>
              </a:extLst>
            </p:cNvPr>
            <p:cNvSpPr/>
            <p:nvPr/>
          </p:nvSpPr>
          <p:spPr>
            <a:xfrm>
              <a:off x="3569345" y="3293906"/>
              <a:ext cx="11146" cy="9387"/>
            </a:xfrm>
            <a:custGeom>
              <a:avLst/>
              <a:gdLst/>
              <a:ahLst/>
              <a:cxnLst/>
              <a:rect l="l" t="t" r="r" b="b"/>
              <a:pathLst>
                <a:path w="627" h="528" extrusionOk="0">
                  <a:moveTo>
                    <a:pt x="276" y="1"/>
                  </a:moveTo>
                  <a:cubicBezTo>
                    <a:pt x="426" y="1"/>
                    <a:pt x="577" y="76"/>
                    <a:pt x="602" y="227"/>
                  </a:cubicBezTo>
                  <a:cubicBezTo>
                    <a:pt x="627" y="352"/>
                    <a:pt x="502" y="477"/>
                    <a:pt x="351" y="502"/>
                  </a:cubicBezTo>
                  <a:cubicBezTo>
                    <a:pt x="176" y="527"/>
                    <a:pt x="25" y="427"/>
                    <a:pt x="25" y="302"/>
                  </a:cubicBezTo>
                  <a:cubicBezTo>
                    <a:pt x="0" y="176"/>
                    <a:pt x="126" y="26"/>
                    <a:pt x="276" y="1"/>
                  </a:cubicBezTo>
                  <a:lnTo>
                    <a:pt x="276" y="1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26656;p127">
              <a:extLst>
                <a:ext uri="{FF2B5EF4-FFF2-40B4-BE49-F238E27FC236}">
                  <a16:creationId xmlns:a16="http://schemas.microsoft.com/office/drawing/2014/main" id="{F09D07B3-B4F4-CAFF-8823-9B8B0B73015F}"/>
                </a:ext>
              </a:extLst>
            </p:cNvPr>
            <p:cNvSpPr/>
            <p:nvPr/>
          </p:nvSpPr>
          <p:spPr>
            <a:xfrm>
              <a:off x="3612115" y="3263614"/>
              <a:ext cx="11146" cy="10720"/>
            </a:xfrm>
            <a:custGeom>
              <a:avLst/>
              <a:gdLst/>
              <a:ahLst/>
              <a:cxnLst/>
              <a:rect l="l" t="t" r="r" b="b"/>
              <a:pathLst>
                <a:path w="627" h="603" extrusionOk="0">
                  <a:moveTo>
                    <a:pt x="476" y="101"/>
                  </a:moveTo>
                  <a:cubicBezTo>
                    <a:pt x="602" y="201"/>
                    <a:pt x="627" y="377"/>
                    <a:pt x="552" y="477"/>
                  </a:cubicBezTo>
                  <a:cubicBezTo>
                    <a:pt x="451" y="602"/>
                    <a:pt x="301" y="602"/>
                    <a:pt x="151" y="502"/>
                  </a:cubicBezTo>
                  <a:cubicBezTo>
                    <a:pt x="25" y="402"/>
                    <a:pt x="0" y="226"/>
                    <a:pt x="75" y="126"/>
                  </a:cubicBezTo>
                  <a:cubicBezTo>
                    <a:pt x="151" y="1"/>
                    <a:pt x="326" y="1"/>
                    <a:pt x="476" y="101"/>
                  </a:cubicBezTo>
                  <a:lnTo>
                    <a:pt x="476" y="10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26657;p127">
              <a:extLst>
                <a:ext uri="{FF2B5EF4-FFF2-40B4-BE49-F238E27FC236}">
                  <a16:creationId xmlns:a16="http://schemas.microsoft.com/office/drawing/2014/main" id="{C449DF0D-2DA6-6DA9-5B3B-64A081706981}"/>
                </a:ext>
              </a:extLst>
            </p:cNvPr>
            <p:cNvSpPr/>
            <p:nvPr/>
          </p:nvSpPr>
          <p:spPr>
            <a:xfrm>
              <a:off x="3373749" y="3273871"/>
              <a:ext cx="11164" cy="10258"/>
            </a:xfrm>
            <a:custGeom>
              <a:avLst/>
              <a:gdLst/>
              <a:ahLst/>
              <a:cxnLst/>
              <a:rect l="l" t="t" r="r" b="b"/>
              <a:pathLst>
                <a:path w="628" h="577" extrusionOk="0">
                  <a:moveTo>
                    <a:pt x="452" y="75"/>
                  </a:moveTo>
                  <a:cubicBezTo>
                    <a:pt x="602" y="201"/>
                    <a:pt x="627" y="351"/>
                    <a:pt x="552" y="476"/>
                  </a:cubicBezTo>
                  <a:cubicBezTo>
                    <a:pt x="452" y="577"/>
                    <a:pt x="276" y="577"/>
                    <a:pt x="151" y="476"/>
                  </a:cubicBezTo>
                  <a:cubicBezTo>
                    <a:pt x="26" y="376"/>
                    <a:pt x="1" y="226"/>
                    <a:pt x="76" y="100"/>
                  </a:cubicBezTo>
                  <a:cubicBezTo>
                    <a:pt x="176" y="0"/>
                    <a:pt x="327" y="0"/>
                    <a:pt x="452" y="75"/>
                  </a:cubicBezTo>
                  <a:lnTo>
                    <a:pt x="452" y="75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26658;p127">
              <a:extLst>
                <a:ext uri="{FF2B5EF4-FFF2-40B4-BE49-F238E27FC236}">
                  <a16:creationId xmlns:a16="http://schemas.microsoft.com/office/drawing/2014/main" id="{CD37E800-66FB-B592-C702-60E4937A347D}"/>
                </a:ext>
              </a:extLst>
            </p:cNvPr>
            <p:cNvSpPr/>
            <p:nvPr/>
          </p:nvSpPr>
          <p:spPr>
            <a:xfrm>
              <a:off x="3656219" y="3232879"/>
              <a:ext cx="11164" cy="10258"/>
            </a:xfrm>
            <a:custGeom>
              <a:avLst/>
              <a:gdLst/>
              <a:ahLst/>
              <a:cxnLst/>
              <a:rect l="l" t="t" r="r" b="b"/>
              <a:pathLst>
                <a:path w="628" h="577" extrusionOk="0">
                  <a:moveTo>
                    <a:pt x="477" y="101"/>
                  </a:moveTo>
                  <a:cubicBezTo>
                    <a:pt x="602" y="201"/>
                    <a:pt x="627" y="376"/>
                    <a:pt x="552" y="477"/>
                  </a:cubicBezTo>
                  <a:cubicBezTo>
                    <a:pt x="452" y="577"/>
                    <a:pt x="276" y="577"/>
                    <a:pt x="176" y="477"/>
                  </a:cubicBezTo>
                  <a:cubicBezTo>
                    <a:pt x="26" y="376"/>
                    <a:pt x="1" y="201"/>
                    <a:pt x="76" y="101"/>
                  </a:cubicBezTo>
                  <a:cubicBezTo>
                    <a:pt x="176" y="0"/>
                    <a:pt x="351" y="0"/>
                    <a:pt x="477" y="101"/>
                  </a:cubicBezTo>
                  <a:lnTo>
                    <a:pt x="477" y="101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26659;p127">
              <a:extLst>
                <a:ext uri="{FF2B5EF4-FFF2-40B4-BE49-F238E27FC236}">
                  <a16:creationId xmlns:a16="http://schemas.microsoft.com/office/drawing/2014/main" id="{0A02CBE1-CEC5-E171-DE8E-634869BA39E0}"/>
                </a:ext>
              </a:extLst>
            </p:cNvPr>
            <p:cNvSpPr/>
            <p:nvPr/>
          </p:nvSpPr>
          <p:spPr>
            <a:xfrm>
              <a:off x="3589397" y="3170500"/>
              <a:ext cx="11146" cy="10275"/>
            </a:xfrm>
            <a:custGeom>
              <a:avLst/>
              <a:gdLst/>
              <a:ahLst/>
              <a:cxnLst/>
              <a:rect l="l" t="t" r="r" b="b"/>
              <a:pathLst>
                <a:path w="627" h="578" extrusionOk="0">
                  <a:moveTo>
                    <a:pt x="476" y="76"/>
                  </a:moveTo>
                  <a:cubicBezTo>
                    <a:pt x="602" y="201"/>
                    <a:pt x="627" y="351"/>
                    <a:pt x="526" y="477"/>
                  </a:cubicBezTo>
                  <a:cubicBezTo>
                    <a:pt x="451" y="577"/>
                    <a:pt x="301" y="577"/>
                    <a:pt x="150" y="477"/>
                  </a:cubicBezTo>
                  <a:cubicBezTo>
                    <a:pt x="25" y="377"/>
                    <a:pt x="0" y="201"/>
                    <a:pt x="75" y="101"/>
                  </a:cubicBezTo>
                  <a:cubicBezTo>
                    <a:pt x="150" y="1"/>
                    <a:pt x="326" y="1"/>
                    <a:pt x="476" y="76"/>
                  </a:cubicBezTo>
                  <a:lnTo>
                    <a:pt x="476" y="76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26660;p127">
              <a:extLst>
                <a:ext uri="{FF2B5EF4-FFF2-40B4-BE49-F238E27FC236}">
                  <a16:creationId xmlns:a16="http://schemas.microsoft.com/office/drawing/2014/main" id="{47488D8C-8C7E-FFF8-54F1-393F75EB2F3B}"/>
                </a:ext>
              </a:extLst>
            </p:cNvPr>
            <p:cNvSpPr/>
            <p:nvPr/>
          </p:nvSpPr>
          <p:spPr>
            <a:xfrm>
              <a:off x="3522112" y="3225306"/>
              <a:ext cx="11164" cy="10702"/>
            </a:xfrm>
            <a:custGeom>
              <a:avLst/>
              <a:gdLst/>
              <a:ahLst/>
              <a:cxnLst/>
              <a:rect l="l" t="t" r="r" b="b"/>
              <a:pathLst>
                <a:path w="628" h="602" extrusionOk="0">
                  <a:moveTo>
                    <a:pt x="477" y="101"/>
                  </a:moveTo>
                  <a:cubicBezTo>
                    <a:pt x="602" y="201"/>
                    <a:pt x="627" y="376"/>
                    <a:pt x="552" y="476"/>
                  </a:cubicBezTo>
                  <a:cubicBezTo>
                    <a:pt x="452" y="577"/>
                    <a:pt x="276" y="602"/>
                    <a:pt x="176" y="476"/>
                  </a:cubicBezTo>
                  <a:cubicBezTo>
                    <a:pt x="26" y="401"/>
                    <a:pt x="1" y="201"/>
                    <a:pt x="76" y="101"/>
                  </a:cubicBezTo>
                  <a:cubicBezTo>
                    <a:pt x="176" y="0"/>
                    <a:pt x="351" y="0"/>
                    <a:pt x="477" y="101"/>
                  </a:cubicBezTo>
                  <a:lnTo>
                    <a:pt x="477" y="101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26661;p127">
              <a:extLst>
                <a:ext uri="{FF2B5EF4-FFF2-40B4-BE49-F238E27FC236}">
                  <a16:creationId xmlns:a16="http://schemas.microsoft.com/office/drawing/2014/main" id="{BF9FC54B-A2F2-060D-246B-A4D62F7222C8}"/>
                </a:ext>
              </a:extLst>
            </p:cNvPr>
            <p:cNvSpPr/>
            <p:nvPr/>
          </p:nvSpPr>
          <p:spPr>
            <a:xfrm>
              <a:off x="3786753" y="3283666"/>
              <a:ext cx="11164" cy="10720"/>
            </a:xfrm>
            <a:custGeom>
              <a:avLst/>
              <a:gdLst/>
              <a:ahLst/>
              <a:cxnLst/>
              <a:rect l="l" t="t" r="r" b="b"/>
              <a:pathLst>
                <a:path w="628" h="603" extrusionOk="0">
                  <a:moveTo>
                    <a:pt x="477" y="101"/>
                  </a:moveTo>
                  <a:cubicBezTo>
                    <a:pt x="602" y="201"/>
                    <a:pt x="627" y="376"/>
                    <a:pt x="552" y="477"/>
                  </a:cubicBezTo>
                  <a:cubicBezTo>
                    <a:pt x="477" y="577"/>
                    <a:pt x="302" y="602"/>
                    <a:pt x="176" y="502"/>
                  </a:cubicBezTo>
                  <a:cubicBezTo>
                    <a:pt x="51" y="402"/>
                    <a:pt x="1" y="226"/>
                    <a:pt x="101" y="126"/>
                  </a:cubicBezTo>
                  <a:cubicBezTo>
                    <a:pt x="176" y="1"/>
                    <a:pt x="352" y="1"/>
                    <a:pt x="477" y="101"/>
                  </a:cubicBezTo>
                  <a:lnTo>
                    <a:pt x="477" y="10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26662;p127">
              <a:extLst>
                <a:ext uri="{FF2B5EF4-FFF2-40B4-BE49-F238E27FC236}">
                  <a16:creationId xmlns:a16="http://schemas.microsoft.com/office/drawing/2014/main" id="{A62FEA96-EA82-2483-2173-2F4FF46D5147}"/>
                </a:ext>
              </a:extLst>
            </p:cNvPr>
            <p:cNvSpPr/>
            <p:nvPr/>
          </p:nvSpPr>
          <p:spPr>
            <a:xfrm>
              <a:off x="3494932" y="3260059"/>
              <a:ext cx="22293" cy="20960"/>
            </a:xfrm>
            <a:custGeom>
              <a:avLst/>
              <a:gdLst/>
              <a:ahLst/>
              <a:cxnLst/>
              <a:rect l="l" t="t" r="r" b="b"/>
              <a:pathLst>
                <a:path w="1254" h="1179" extrusionOk="0">
                  <a:moveTo>
                    <a:pt x="928" y="201"/>
                  </a:moveTo>
                  <a:cubicBezTo>
                    <a:pt x="1179" y="401"/>
                    <a:pt x="1254" y="752"/>
                    <a:pt x="1078" y="953"/>
                  </a:cubicBezTo>
                  <a:cubicBezTo>
                    <a:pt x="903" y="1178"/>
                    <a:pt x="552" y="1178"/>
                    <a:pt x="302" y="978"/>
                  </a:cubicBezTo>
                  <a:cubicBezTo>
                    <a:pt x="51" y="752"/>
                    <a:pt x="1" y="401"/>
                    <a:pt x="176" y="201"/>
                  </a:cubicBezTo>
                  <a:cubicBezTo>
                    <a:pt x="352" y="0"/>
                    <a:pt x="703" y="0"/>
                    <a:pt x="928" y="201"/>
                  </a:cubicBezTo>
                  <a:lnTo>
                    <a:pt x="928" y="201"/>
                  </a:lnTo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26663;p127">
              <a:extLst>
                <a:ext uri="{FF2B5EF4-FFF2-40B4-BE49-F238E27FC236}">
                  <a16:creationId xmlns:a16="http://schemas.microsoft.com/office/drawing/2014/main" id="{C4CD71F5-6E03-6B10-A381-1509A5B4E7A4}"/>
                </a:ext>
              </a:extLst>
            </p:cNvPr>
            <p:cNvSpPr/>
            <p:nvPr/>
          </p:nvSpPr>
          <p:spPr>
            <a:xfrm>
              <a:off x="3480230" y="3245802"/>
              <a:ext cx="11164" cy="10702"/>
            </a:xfrm>
            <a:custGeom>
              <a:avLst/>
              <a:gdLst/>
              <a:ahLst/>
              <a:cxnLst/>
              <a:rect l="l" t="t" r="r" b="b"/>
              <a:pathLst>
                <a:path w="628" h="602" extrusionOk="0">
                  <a:moveTo>
                    <a:pt x="452" y="100"/>
                  </a:moveTo>
                  <a:cubicBezTo>
                    <a:pt x="602" y="201"/>
                    <a:pt x="627" y="376"/>
                    <a:pt x="552" y="476"/>
                  </a:cubicBezTo>
                  <a:cubicBezTo>
                    <a:pt x="452" y="577"/>
                    <a:pt x="276" y="602"/>
                    <a:pt x="151" y="501"/>
                  </a:cubicBezTo>
                  <a:cubicBezTo>
                    <a:pt x="26" y="401"/>
                    <a:pt x="1" y="226"/>
                    <a:pt x="76" y="126"/>
                  </a:cubicBezTo>
                  <a:cubicBezTo>
                    <a:pt x="176" y="0"/>
                    <a:pt x="352" y="0"/>
                    <a:pt x="452" y="100"/>
                  </a:cubicBezTo>
                  <a:lnTo>
                    <a:pt x="452" y="100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26664;p127">
              <a:extLst>
                <a:ext uri="{FF2B5EF4-FFF2-40B4-BE49-F238E27FC236}">
                  <a16:creationId xmlns:a16="http://schemas.microsoft.com/office/drawing/2014/main" id="{F68F19EA-AB9E-0722-0755-3B721FC453D2}"/>
                </a:ext>
              </a:extLst>
            </p:cNvPr>
            <p:cNvSpPr/>
            <p:nvPr/>
          </p:nvSpPr>
          <p:spPr>
            <a:xfrm>
              <a:off x="3652201" y="3267187"/>
              <a:ext cx="22755" cy="20960"/>
            </a:xfrm>
            <a:custGeom>
              <a:avLst/>
              <a:gdLst/>
              <a:ahLst/>
              <a:cxnLst/>
              <a:rect l="l" t="t" r="r" b="b"/>
              <a:pathLst>
                <a:path w="1280" h="1179" extrusionOk="0">
                  <a:moveTo>
                    <a:pt x="953" y="201"/>
                  </a:moveTo>
                  <a:cubicBezTo>
                    <a:pt x="1204" y="426"/>
                    <a:pt x="1279" y="752"/>
                    <a:pt x="1079" y="953"/>
                  </a:cubicBezTo>
                  <a:cubicBezTo>
                    <a:pt x="903" y="1178"/>
                    <a:pt x="577" y="1178"/>
                    <a:pt x="327" y="978"/>
                  </a:cubicBezTo>
                  <a:cubicBezTo>
                    <a:pt x="76" y="752"/>
                    <a:pt x="1" y="426"/>
                    <a:pt x="201" y="226"/>
                  </a:cubicBezTo>
                  <a:cubicBezTo>
                    <a:pt x="352" y="0"/>
                    <a:pt x="703" y="0"/>
                    <a:pt x="953" y="201"/>
                  </a:cubicBezTo>
                  <a:lnTo>
                    <a:pt x="953" y="201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26665;p127">
              <a:extLst>
                <a:ext uri="{FF2B5EF4-FFF2-40B4-BE49-F238E27FC236}">
                  <a16:creationId xmlns:a16="http://schemas.microsoft.com/office/drawing/2014/main" id="{7458AE12-EBBF-E704-F1E2-1CE3D29139BF}"/>
                </a:ext>
              </a:extLst>
            </p:cNvPr>
            <p:cNvSpPr/>
            <p:nvPr/>
          </p:nvSpPr>
          <p:spPr>
            <a:xfrm>
              <a:off x="3651313" y="3203920"/>
              <a:ext cx="15626" cy="13386"/>
            </a:xfrm>
            <a:custGeom>
              <a:avLst/>
              <a:gdLst/>
              <a:ahLst/>
              <a:cxnLst/>
              <a:rect l="l" t="t" r="r" b="b"/>
              <a:pathLst>
                <a:path w="879" h="753" extrusionOk="0">
                  <a:moveTo>
                    <a:pt x="377" y="25"/>
                  </a:moveTo>
                  <a:cubicBezTo>
                    <a:pt x="602" y="0"/>
                    <a:pt x="803" y="126"/>
                    <a:pt x="828" y="326"/>
                  </a:cubicBezTo>
                  <a:cubicBezTo>
                    <a:pt x="878" y="502"/>
                    <a:pt x="703" y="677"/>
                    <a:pt x="477" y="727"/>
                  </a:cubicBezTo>
                  <a:cubicBezTo>
                    <a:pt x="251" y="752"/>
                    <a:pt x="51" y="627"/>
                    <a:pt x="26" y="426"/>
                  </a:cubicBezTo>
                  <a:cubicBezTo>
                    <a:pt x="1" y="226"/>
                    <a:pt x="151" y="50"/>
                    <a:pt x="377" y="25"/>
                  </a:cubicBezTo>
                  <a:lnTo>
                    <a:pt x="377" y="25"/>
                  </a:lnTo>
                  <a:close/>
                </a:path>
              </a:pathLst>
            </a:custGeom>
            <a:solidFill>
              <a:srgbClr val="48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26666;p127">
              <a:extLst>
                <a:ext uri="{FF2B5EF4-FFF2-40B4-BE49-F238E27FC236}">
                  <a16:creationId xmlns:a16="http://schemas.microsoft.com/office/drawing/2014/main" id="{86DE62FD-F3FE-E5BA-8BCE-7DEC2DF0B184}"/>
                </a:ext>
              </a:extLst>
            </p:cNvPr>
            <p:cNvSpPr/>
            <p:nvPr/>
          </p:nvSpPr>
          <p:spPr>
            <a:xfrm>
              <a:off x="3256138" y="3009658"/>
              <a:ext cx="650514" cy="401025"/>
            </a:xfrm>
            <a:custGeom>
              <a:avLst/>
              <a:gdLst/>
              <a:ahLst/>
              <a:cxnLst/>
              <a:rect l="l" t="t" r="r" b="b"/>
              <a:pathLst>
                <a:path w="36592" h="22558" extrusionOk="0">
                  <a:moveTo>
                    <a:pt x="18296" y="803"/>
                  </a:moveTo>
                  <a:cubicBezTo>
                    <a:pt x="27669" y="803"/>
                    <a:pt x="35263" y="8222"/>
                    <a:pt x="35263" y="17319"/>
                  </a:cubicBezTo>
                  <a:cubicBezTo>
                    <a:pt x="35263" y="17921"/>
                    <a:pt x="35238" y="18472"/>
                    <a:pt x="35188" y="19024"/>
                  </a:cubicBezTo>
                  <a:cubicBezTo>
                    <a:pt x="35038" y="19124"/>
                    <a:pt x="34913" y="19199"/>
                    <a:pt x="34787" y="19249"/>
                  </a:cubicBezTo>
                  <a:cubicBezTo>
                    <a:pt x="31955" y="20728"/>
                    <a:pt x="25589" y="21730"/>
                    <a:pt x="18196" y="21730"/>
                  </a:cubicBezTo>
                  <a:cubicBezTo>
                    <a:pt x="10777" y="21730"/>
                    <a:pt x="4411" y="20728"/>
                    <a:pt x="1579" y="19249"/>
                  </a:cubicBezTo>
                  <a:cubicBezTo>
                    <a:pt x="1529" y="19224"/>
                    <a:pt x="1479" y="19199"/>
                    <a:pt x="1429" y="19174"/>
                  </a:cubicBezTo>
                  <a:cubicBezTo>
                    <a:pt x="1379" y="18572"/>
                    <a:pt x="1328" y="17946"/>
                    <a:pt x="1328" y="17319"/>
                  </a:cubicBezTo>
                  <a:cubicBezTo>
                    <a:pt x="1328" y="8222"/>
                    <a:pt x="8922" y="803"/>
                    <a:pt x="18296" y="803"/>
                  </a:cubicBezTo>
                  <a:close/>
                  <a:moveTo>
                    <a:pt x="18296" y="1"/>
                  </a:moveTo>
                  <a:cubicBezTo>
                    <a:pt x="28396" y="1"/>
                    <a:pt x="36592" y="7971"/>
                    <a:pt x="36592" y="17795"/>
                  </a:cubicBezTo>
                  <a:cubicBezTo>
                    <a:pt x="36592" y="18422"/>
                    <a:pt x="36567" y="19024"/>
                    <a:pt x="36492" y="19650"/>
                  </a:cubicBezTo>
                  <a:cubicBezTo>
                    <a:pt x="36366" y="19725"/>
                    <a:pt x="36216" y="19826"/>
                    <a:pt x="36065" y="19876"/>
                  </a:cubicBezTo>
                  <a:cubicBezTo>
                    <a:pt x="33033" y="21455"/>
                    <a:pt x="26166" y="22557"/>
                    <a:pt x="18196" y="22557"/>
                  </a:cubicBezTo>
                  <a:cubicBezTo>
                    <a:pt x="10201" y="22557"/>
                    <a:pt x="3333" y="21455"/>
                    <a:pt x="276" y="19876"/>
                  </a:cubicBezTo>
                  <a:cubicBezTo>
                    <a:pt x="226" y="19851"/>
                    <a:pt x="176" y="19826"/>
                    <a:pt x="125" y="19801"/>
                  </a:cubicBezTo>
                  <a:cubicBezTo>
                    <a:pt x="50" y="19149"/>
                    <a:pt x="0" y="18472"/>
                    <a:pt x="0" y="17795"/>
                  </a:cubicBezTo>
                  <a:cubicBezTo>
                    <a:pt x="0" y="7971"/>
                    <a:pt x="8196" y="1"/>
                    <a:pt x="18296" y="1"/>
                  </a:cubicBezTo>
                  <a:lnTo>
                    <a:pt x="18296" y="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26667;p127">
              <a:extLst>
                <a:ext uri="{FF2B5EF4-FFF2-40B4-BE49-F238E27FC236}">
                  <a16:creationId xmlns:a16="http://schemas.microsoft.com/office/drawing/2014/main" id="{C3B3B24D-6FEE-4F82-C7FD-279FAC2B6628}"/>
                </a:ext>
              </a:extLst>
            </p:cNvPr>
            <p:cNvSpPr/>
            <p:nvPr/>
          </p:nvSpPr>
          <p:spPr>
            <a:xfrm>
              <a:off x="3314055" y="3064018"/>
              <a:ext cx="162202" cy="257098"/>
            </a:xfrm>
            <a:custGeom>
              <a:avLst/>
              <a:gdLst/>
              <a:ahLst/>
              <a:cxnLst/>
              <a:rect l="l" t="t" r="r" b="b"/>
              <a:pathLst>
                <a:path w="9124" h="14462" extrusionOk="0">
                  <a:moveTo>
                    <a:pt x="8622" y="1"/>
                  </a:moveTo>
                  <a:cubicBezTo>
                    <a:pt x="8622" y="1"/>
                    <a:pt x="8497" y="51"/>
                    <a:pt x="8296" y="151"/>
                  </a:cubicBezTo>
                  <a:cubicBezTo>
                    <a:pt x="6993" y="803"/>
                    <a:pt x="1805" y="3635"/>
                    <a:pt x="953" y="8672"/>
                  </a:cubicBezTo>
                  <a:cubicBezTo>
                    <a:pt x="0" y="14462"/>
                    <a:pt x="3258" y="8447"/>
                    <a:pt x="5389" y="7444"/>
                  </a:cubicBezTo>
                  <a:cubicBezTo>
                    <a:pt x="7494" y="6467"/>
                    <a:pt x="9073" y="4788"/>
                    <a:pt x="9098" y="2883"/>
                  </a:cubicBezTo>
                  <a:cubicBezTo>
                    <a:pt x="9123" y="978"/>
                    <a:pt x="8622" y="1"/>
                    <a:pt x="8622" y="1"/>
                  </a:cubicBezTo>
                  <a:lnTo>
                    <a:pt x="8622" y="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26668;p127">
              <a:extLst>
                <a:ext uri="{FF2B5EF4-FFF2-40B4-BE49-F238E27FC236}">
                  <a16:creationId xmlns:a16="http://schemas.microsoft.com/office/drawing/2014/main" id="{86A32CE3-3E8F-7BD3-AF7E-5E7B998970F5}"/>
                </a:ext>
              </a:extLst>
            </p:cNvPr>
            <p:cNvSpPr/>
            <p:nvPr/>
          </p:nvSpPr>
          <p:spPr>
            <a:xfrm>
              <a:off x="3479786" y="3049762"/>
              <a:ext cx="65955" cy="93136"/>
            </a:xfrm>
            <a:custGeom>
              <a:avLst/>
              <a:gdLst/>
              <a:ahLst/>
              <a:cxnLst/>
              <a:rect l="l" t="t" r="r" b="b"/>
              <a:pathLst>
                <a:path w="3710" h="5239" extrusionOk="0">
                  <a:moveTo>
                    <a:pt x="1905" y="1"/>
                  </a:moveTo>
                  <a:lnTo>
                    <a:pt x="1" y="527"/>
                  </a:lnTo>
                  <a:cubicBezTo>
                    <a:pt x="1" y="527"/>
                    <a:pt x="1003" y="5239"/>
                    <a:pt x="1905" y="4036"/>
                  </a:cubicBezTo>
                  <a:cubicBezTo>
                    <a:pt x="2808" y="2808"/>
                    <a:pt x="3710" y="1830"/>
                    <a:pt x="2808" y="1229"/>
                  </a:cubicBezTo>
                  <a:cubicBezTo>
                    <a:pt x="1905" y="627"/>
                    <a:pt x="1905" y="1"/>
                    <a:pt x="1905" y="1"/>
                  </a:cubicBezTo>
                  <a:lnTo>
                    <a:pt x="190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26669;p127">
              <a:extLst>
                <a:ext uri="{FF2B5EF4-FFF2-40B4-BE49-F238E27FC236}">
                  <a16:creationId xmlns:a16="http://schemas.microsoft.com/office/drawing/2014/main" id="{459F320E-F93F-8CA3-D794-0DCF32D6F401}"/>
                </a:ext>
              </a:extLst>
            </p:cNvPr>
            <p:cNvSpPr/>
            <p:nvPr/>
          </p:nvSpPr>
          <p:spPr>
            <a:xfrm>
              <a:off x="3814822" y="3160261"/>
              <a:ext cx="45030" cy="164424"/>
            </a:xfrm>
            <a:custGeom>
              <a:avLst/>
              <a:gdLst/>
              <a:ahLst/>
              <a:cxnLst/>
              <a:rect l="l" t="t" r="r" b="b"/>
              <a:pathLst>
                <a:path w="2533" h="9249" extrusionOk="0">
                  <a:moveTo>
                    <a:pt x="176" y="0"/>
                  </a:moveTo>
                  <a:cubicBezTo>
                    <a:pt x="176" y="0"/>
                    <a:pt x="2532" y="3810"/>
                    <a:pt x="2332" y="6542"/>
                  </a:cubicBezTo>
                  <a:cubicBezTo>
                    <a:pt x="2156" y="9248"/>
                    <a:pt x="1" y="5013"/>
                    <a:pt x="101" y="3760"/>
                  </a:cubicBezTo>
                  <a:cubicBezTo>
                    <a:pt x="201" y="2481"/>
                    <a:pt x="176" y="0"/>
                    <a:pt x="176" y="0"/>
                  </a:cubicBezTo>
                  <a:lnTo>
                    <a:pt x="1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26670;p127">
              <a:extLst>
                <a:ext uri="{FF2B5EF4-FFF2-40B4-BE49-F238E27FC236}">
                  <a16:creationId xmlns:a16="http://schemas.microsoft.com/office/drawing/2014/main" id="{A4EAAF91-B624-4DD8-63B0-F3354294EA83}"/>
                </a:ext>
              </a:extLst>
            </p:cNvPr>
            <p:cNvSpPr/>
            <p:nvPr/>
          </p:nvSpPr>
          <p:spPr>
            <a:xfrm>
              <a:off x="3699878" y="3145098"/>
              <a:ext cx="86008" cy="147944"/>
            </a:xfrm>
            <a:custGeom>
              <a:avLst/>
              <a:gdLst/>
              <a:ahLst/>
              <a:cxnLst/>
              <a:rect l="l" t="t" r="r" b="b"/>
              <a:pathLst>
                <a:path w="4838" h="8322" extrusionOk="0">
                  <a:moveTo>
                    <a:pt x="2457" y="1"/>
                  </a:moveTo>
                  <a:lnTo>
                    <a:pt x="1" y="7119"/>
                  </a:lnTo>
                  <a:cubicBezTo>
                    <a:pt x="352" y="7420"/>
                    <a:pt x="627" y="7846"/>
                    <a:pt x="727" y="8322"/>
                  </a:cubicBezTo>
                  <a:cubicBezTo>
                    <a:pt x="1003" y="8146"/>
                    <a:pt x="1354" y="8021"/>
                    <a:pt x="1705" y="8021"/>
                  </a:cubicBezTo>
                  <a:cubicBezTo>
                    <a:pt x="1956" y="8021"/>
                    <a:pt x="2181" y="8071"/>
                    <a:pt x="2382" y="8171"/>
                  </a:cubicBezTo>
                  <a:lnTo>
                    <a:pt x="4838" y="1004"/>
                  </a:lnTo>
                  <a:lnTo>
                    <a:pt x="2457" y="1"/>
                  </a:lnTo>
                  <a:lnTo>
                    <a:pt x="2457" y="1"/>
                  </a:lnTo>
                  <a:close/>
                </a:path>
              </a:pathLst>
            </a:custGeom>
            <a:solidFill>
              <a:srgbClr val="CCC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26671;p127">
              <a:extLst>
                <a:ext uri="{FF2B5EF4-FFF2-40B4-BE49-F238E27FC236}">
                  <a16:creationId xmlns:a16="http://schemas.microsoft.com/office/drawing/2014/main" id="{58C2CCF8-A70E-0601-3C1E-60D5D3BEAE3D}"/>
                </a:ext>
              </a:extLst>
            </p:cNvPr>
            <p:cNvSpPr/>
            <p:nvPr/>
          </p:nvSpPr>
          <p:spPr>
            <a:xfrm>
              <a:off x="3699878" y="3251597"/>
              <a:ext cx="49919" cy="41439"/>
            </a:xfrm>
            <a:custGeom>
              <a:avLst/>
              <a:gdLst/>
              <a:ahLst/>
              <a:cxnLst/>
              <a:rect l="l" t="t" r="r" b="b"/>
              <a:pathLst>
                <a:path w="2808" h="2331" extrusionOk="0">
                  <a:moveTo>
                    <a:pt x="402" y="0"/>
                  </a:moveTo>
                  <a:lnTo>
                    <a:pt x="1" y="1128"/>
                  </a:lnTo>
                  <a:cubicBezTo>
                    <a:pt x="352" y="1429"/>
                    <a:pt x="627" y="1855"/>
                    <a:pt x="727" y="2331"/>
                  </a:cubicBezTo>
                  <a:cubicBezTo>
                    <a:pt x="1003" y="2155"/>
                    <a:pt x="1354" y="2030"/>
                    <a:pt x="1705" y="2030"/>
                  </a:cubicBezTo>
                  <a:cubicBezTo>
                    <a:pt x="1956" y="2030"/>
                    <a:pt x="2181" y="2080"/>
                    <a:pt x="2382" y="2180"/>
                  </a:cubicBezTo>
                  <a:lnTo>
                    <a:pt x="2808" y="952"/>
                  </a:lnTo>
                  <a:cubicBezTo>
                    <a:pt x="2632" y="877"/>
                    <a:pt x="2432" y="877"/>
                    <a:pt x="2231" y="877"/>
                  </a:cubicBezTo>
                  <a:cubicBezTo>
                    <a:pt x="1780" y="877"/>
                    <a:pt x="1379" y="1003"/>
                    <a:pt x="1028" y="1228"/>
                  </a:cubicBezTo>
                  <a:cubicBezTo>
                    <a:pt x="928" y="752"/>
                    <a:pt x="702" y="326"/>
                    <a:pt x="402" y="0"/>
                  </a:cubicBezTo>
                  <a:lnTo>
                    <a:pt x="402" y="0"/>
                  </a:lnTo>
                  <a:close/>
                </a:path>
              </a:pathLst>
            </a:custGeom>
            <a:solidFill>
              <a:srgbClr val="9595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26672;p127">
              <a:extLst>
                <a:ext uri="{FF2B5EF4-FFF2-40B4-BE49-F238E27FC236}">
                  <a16:creationId xmlns:a16="http://schemas.microsoft.com/office/drawing/2014/main" id="{299442CD-F972-6B8C-9CA1-404C9CA5CD66}"/>
                </a:ext>
              </a:extLst>
            </p:cNvPr>
            <p:cNvSpPr/>
            <p:nvPr/>
          </p:nvSpPr>
          <p:spPr>
            <a:xfrm>
              <a:off x="3727503" y="3129063"/>
              <a:ext cx="77545" cy="46364"/>
            </a:xfrm>
            <a:custGeom>
              <a:avLst/>
              <a:gdLst/>
              <a:ahLst/>
              <a:cxnLst/>
              <a:rect l="l" t="t" r="r" b="b"/>
              <a:pathLst>
                <a:path w="4362" h="2608" extrusionOk="0">
                  <a:moveTo>
                    <a:pt x="2457" y="702"/>
                  </a:moveTo>
                  <a:cubicBezTo>
                    <a:pt x="3585" y="1254"/>
                    <a:pt x="4361" y="1956"/>
                    <a:pt x="4211" y="2281"/>
                  </a:cubicBezTo>
                  <a:cubicBezTo>
                    <a:pt x="4061" y="2607"/>
                    <a:pt x="3008" y="2407"/>
                    <a:pt x="1905" y="1880"/>
                  </a:cubicBezTo>
                  <a:cubicBezTo>
                    <a:pt x="778" y="1329"/>
                    <a:pt x="1" y="652"/>
                    <a:pt x="151" y="327"/>
                  </a:cubicBezTo>
                  <a:cubicBezTo>
                    <a:pt x="301" y="1"/>
                    <a:pt x="1329" y="176"/>
                    <a:pt x="2457" y="702"/>
                  </a:cubicBezTo>
                  <a:lnTo>
                    <a:pt x="2457" y="7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4" name="Google Shape;26673;p127">
              <a:extLst>
                <a:ext uri="{FF2B5EF4-FFF2-40B4-BE49-F238E27FC236}">
                  <a16:creationId xmlns:a16="http://schemas.microsoft.com/office/drawing/2014/main" id="{8E85DE35-E59A-A52F-E6A6-356817EFFDD9}"/>
                </a:ext>
              </a:extLst>
            </p:cNvPr>
            <p:cNvSpPr/>
            <p:nvPr/>
          </p:nvSpPr>
          <p:spPr>
            <a:xfrm>
              <a:off x="3743538" y="2866200"/>
              <a:ext cx="139482" cy="299426"/>
            </a:xfrm>
            <a:custGeom>
              <a:avLst/>
              <a:gdLst/>
              <a:ahLst/>
              <a:cxnLst/>
              <a:rect l="l" t="t" r="r" b="b"/>
              <a:pathLst>
                <a:path w="7846" h="16843" extrusionOk="0">
                  <a:moveTo>
                    <a:pt x="7845" y="853"/>
                  </a:moveTo>
                  <a:lnTo>
                    <a:pt x="5389" y="1"/>
                  </a:lnTo>
                  <a:lnTo>
                    <a:pt x="1" y="15690"/>
                  </a:lnTo>
                  <a:lnTo>
                    <a:pt x="1" y="15690"/>
                  </a:lnTo>
                  <a:lnTo>
                    <a:pt x="151" y="15740"/>
                  </a:lnTo>
                  <a:cubicBezTo>
                    <a:pt x="302" y="15941"/>
                    <a:pt x="678" y="16216"/>
                    <a:pt x="1104" y="16417"/>
                  </a:cubicBezTo>
                  <a:cubicBezTo>
                    <a:pt x="1755" y="16743"/>
                    <a:pt x="2382" y="16843"/>
                    <a:pt x="2457" y="16642"/>
                  </a:cubicBezTo>
                  <a:cubicBezTo>
                    <a:pt x="2482" y="16617"/>
                    <a:pt x="2457" y="16567"/>
                    <a:pt x="2457" y="16517"/>
                  </a:cubicBezTo>
                  <a:lnTo>
                    <a:pt x="7845" y="85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5" name="Google Shape;26674;p127">
              <a:extLst>
                <a:ext uri="{FF2B5EF4-FFF2-40B4-BE49-F238E27FC236}">
                  <a16:creationId xmlns:a16="http://schemas.microsoft.com/office/drawing/2014/main" id="{B29FA3F5-8070-2D5A-4114-D47FF3F3CAB1}"/>
                </a:ext>
              </a:extLst>
            </p:cNvPr>
            <p:cNvSpPr/>
            <p:nvPr/>
          </p:nvSpPr>
          <p:spPr>
            <a:xfrm>
              <a:off x="3838447" y="2860405"/>
              <a:ext cx="46790" cy="23200"/>
            </a:xfrm>
            <a:custGeom>
              <a:avLst/>
              <a:gdLst/>
              <a:ahLst/>
              <a:cxnLst/>
              <a:rect l="l" t="t" r="r" b="b"/>
              <a:pathLst>
                <a:path w="2632" h="1305" extrusionOk="0">
                  <a:moveTo>
                    <a:pt x="1454" y="226"/>
                  </a:moveTo>
                  <a:cubicBezTo>
                    <a:pt x="2131" y="452"/>
                    <a:pt x="2632" y="828"/>
                    <a:pt x="2532" y="1079"/>
                  </a:cubicBezTo>
                  <a:cubicBezTo>
                    <a:pt x="2456" y="1304"/>
                    <a:pt x="1830" y="1304"/>
                    <a:pt x="1153" y="1079"/>
                  </a:cubicBezTo>
                  <a:cubicBezTo>
                    <a:pt x="476" y="853"/>
                    <a:pt x="0" y="477"/>
                    <a:pt x="75" y="226"/>
                  </a:cubicBezTo>
                  <a:cubicBezTo>
                    <a:pt x="176" y="1"/>
                    <a:pt x="777" y="1"/>
                    <a:pt x="1454" y="226"/>
                  </a:cubicBezTo>
                  <a:lnTo>
                    <a:pt x="1454" y="226"/>
                  </a:lnTo>
                  <a:close/>
                </a:path>
              </a:pathLst>
            </a:custGeom>
            <a:solidFill>
              <a:srgbClr val="B1B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6" name="Google Shape;26675;p127">
              <a:extLst>
                <a:ext uri="{FF2B5EF4-FFF2-40B4-BE49-F238E27FC236}">
                  <a16:creationId xmlns:a16="http://schemas.microsoft.com/office/drawing/2014/main" id="{8F35987D-B97E-4747-8352-8BBF38BDF7EC}"/>
                </a:ext>
              </a:extLst>
            </p:cNvPr>
            <p:cNvSpPr/>
            <p:nvPr/>
          </p:nvSpPr>
          <p:spPr>
            <a:xfrm>
              <a:off x="3399151" y="3633848"/>
              <a:ext cx="363141" cy="363603"/>
            </a:xfrm>
            <a:custGeom>
              <a:avLst/>
              <a:gdLst/>
              <a:ahLst/>
              <a:cxnLst/>
              <a:rect l="l" t="t" r="r" b="b"/>
              <a:pathLst>
                <a:path w="20427" h="20453" extrusionOk="0">
                  <a:moveTo>
                    <a:pt x="10201" y="20452"/>
                  </a:moveTo>
                  <a:cubicBezTo>
                    <a:pt x="15840" y="20452"/>
                    <a:pt x="20426" y="15866"/>
                    <a:pt x="20426" y="10227"/>
                  </a:cubicBezTo>
                  <a:cubicBezTo>
                    <a:pt x="20426" y="4612"/>
                    <a:pt x="15840" y="1"/>
                    <a:pt x="10201" y="1"/>
                  </a:cubicBezTo>
                  <a:cubicBezTo>
                    <a:pt x="4587" y="1"/>
                    <a:pt x="0" y="4612"/>
                    <a:pt x="0" y="10227"/>
                  </a:cubicBezTo>
                  <a:cubicBezTo>
                    <a:pt x="0" y="15866"/>
                    <a:pt x="4587" y="20452"/>
                    <a:pt x="10201" y="20452"/>
                  </a:cubicBezTo>
                  <a:lnTo>
                    <a:pt x="10201" y="20452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7" name="Google Shape;26676;p127">
              <a:extLst>
                <a:ext uri="{FF2B5EF4-FFF2-40B4-BE49-F238E27FC236}">
                  <a16:creationId xmlns:a16="http://schemas.microsoft.com/office/drawing/2014/main" id="{7F94888C-213B-CA52-5029-094161A8F8AF}"/>
                </a:ext>
              </a:extLst>
            </p:cNvPr>
            <p:cNvSpPr/>
            <p:nvPr/>
          </p:nvSpPr>
          <p:spPr>
            <a:xfrm>
              <a:off x="3399151" y="3615147"/>
              <a:ext cx="363141" cy="363585"/>
            </a:xfrm>
            <a:custGeom>
              <a:avLst/>
              <a:gdLst/>
              <a:ahLst/>
              <a:cxnLst/>
              <a:rect l="l" t="t" r="r" b="b"/>
              <a:pathLst>
                <a:path w="20427" h="20452" extrusionOk="0">
                  <a:moveTo>
                    <a:pt x="10201" y="20451"/>
                  </a:moveTo>
                  <a:cubicBezTo>
                    <a:pt x="15840" y="20451"/>
                    <a:pt x="20426" y="15865"/>
                    <a:pt x="20426" y="10226"/>
                  </a:cubicBezTo>
                  <a:cubicBezTo>
                    <a:pt x="20426" y="4612"/>
                    <a:pt x="15840" y="0"/>
                    <a:pt x="10201" y="0"/>
                  </a:cubicBezTo>
                  <a:cubicBezTo>
                    <a:pt x="4587" y="0"/>
                    <a:pt x="0" y="4612"/>
                    <a:pt x="0" y="10226"/>
                  </a:cubicBezTo>
                  <a:cubicBezTo>
                    <a:pt x="0" y="15865"/>
                    <a:pt x="4587" y="20451"/>
                    <a:pt x="10201" y="20451"/>
                  </a:cubicBezTo>
                  <a:lnTo>
                    <a:pt x="10201" y="2045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8" name="Google Shape;26677;p127">
              <a:extLst>
                <a:ext uri="{FF2B5EF4-FFF2-40B4-BE49-F238E27FC236}">
                  <a16:creationId xmlns:a16="http://schemas.microsoft.com/office/drawing/2014/main" id="{191784AD-8A85-081C-1DDC-26D6C0BB98E7}"/>
                </a:ext>
              </a:extLst>
            </p:cNvPr>
            <p:cNvSpPr/>
            <p:nvPr/>
          </p:nvSpPr>
          <p:spPr>
            <a:xfrm>
              <a:off x="3428998" y="3645438"/>
              <a:ext cx="303444" cy="303000"/>
            </a:xfrm>
            <a:custGeom>
              <a:avLst/>
              <a:gdLst/>
              <a:ahLst/>
              <a:cxnLst/>
              <a:rect l="l" t="t" r="r" b="b"/>
              <a:pathLst>
                <a:path w="17069" h="17044" extrusionOk="0">
                  <a:moveTo>
                    <a:pt x="8522" y="452"/>
                  </a:moveTo>
                  <a:cubicBezTo>
                    <a:pt x="4061" y="452"/>
                    <a:pt x="452" y="4061"/>
                    <a:pt x="452" y="8522"/>
                  </a:cubicBezTo>
                  <a:cubicBezTo>
                    <a:pt x="452" y="12983"/>
                    <a:pt x="4061" y="16592"/>
                    <a:pt x="8522" y="16592"/>
                  </a:cubicBezTo>
                  <a:cubicBezTo>
                    <a:pt x="12983" y="16592"/>
                    <a:pt x="16617" y="12983"/>
                    <a:pt x="16617" y="8522"/>
                  </a:cubicBezTo>
                  <a:cubicBezTo>
                    <a:pt x="16617" y="4061"/>
                    <a:pt x="12983" y="452"/>
                    <a:pt x="8522" y="452"/>
                  </a:cubicBezTo>
                  <a:close/>
                  <a:moveTo>
                    <a:pt x="8522" y="1"/>
                  </a:moveTo>
                  <a:cubicBezTo>
                    <a:pt x="3810" y="1"/>
                    <a:pt x="0" y="3810"/>
                    <a:pt x="0" y="8522"/>
                  </a:cubicBezTo>
                  <a:cubicBezTo>
                    <a:pt x="0" y="13234"/>
                    <a:pt x="3810" y="17043"/>
                    <a:pt x="8522" y="17043"/>
                  </a:cubicBezTo>
                  <a:cubicBezTo>
                    <a:pt x="13234" y="17043"/>
                    <a:pt x="17068" y="13234"/>
                    <a:pt x="17068" y="8522"/>
                  </a:cubicBezTo>
                  <a:cubicBezTo>
                    <a:pt x="17068" y="3810"/>
                    <a:pt x="13234" y="1"/>
                    <a:pt x="8522" y="1"/>
                  </a:cubicBezTo>
                  <a:lnTo>
                    <a:pt x="8522" y="1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9" name="Google Shape;26678;p127">
              <a:extLst>
                <a:ext uri="{FF2B5EF4-FFF2-40B4-BE49-F238E27FC236}">
                  <a16:creationId xmlns:a16="http://schemas.microsoft.com/office/drawing/2014/main" id="{58950DB6-243A-5D1A-616C-1391B5EE7BC3}"/>
                </a:ext>
              </a:extLst>
            </p:cNvPr>
            <p:cNvSpPr/>
            <p:nvPr/>
          </p:nvSpPr>
          <p:spPr>
            <a:xfrm>
              <a:off x="3465085" y="3687764"/>
              <a:ext cx="216121" cy="228583"/>
            </a:xfrm>
            <a:custGeom>
              <a:avLst/>
              <a:gdLst/>
              <a:ahLst/>
              <a:cxnLst/>
              <a:rect l="l" t="t" r="r" b="b"/>
              <a:pathLst>
                <a:path w="12157" h="12858" extrusionOk="0">
                  <a:moveTo>
                    <a:pt x="3058" y="8647"/>
                  </a:moveTo>
                  <a:cubicBezTo>
                    <a:pt x="1003" y="6191"/>
                    <a:pt x="1" y="3660"/>
                    <a:pt x="2181" y="1830"/>
                  </a:cubicBezTo>
                  <a:cubicBezTo>
                    <a:pt x="4361" y="0"/>
                    <a:pt x="6667" y="1479"/>
                    <a:pt x="8722" y="3935"/>
                  </a:cubicBezTo>
                  <a:cubicBezTo>
                    <a:pt x="10778" y="6391"/>
                    <a:pt x="12156" y="8622"/>
                    <a:pt x="9600" y="10752"/>
                  </a:cubicBezTo>
                  <a:cubicBezTo>
                    <a:pt x="7068" y="12858"/>
                    <a:pt x="5113" y="11128"/>
                    <a:pt x="3058" y="8647"/>
                  </a:cubicBezTo>
                  <a:lnTo>
                    <a:pt x="3058" y="8647"/>
                  </a:lnTo>
                </a:path>
              </a:pathLst>
            </a:custGeom>
            <a:solidFill>
              <a:srgbClr val="7638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0" name="Google Shape;26679;p127">
              <a:extLst>
                <a:ext uri="{FF2B5EF4-FFF2-40B4-BE49-F238E27FC236}">
                  <a16:creationId xmlns:a16="http://schemas.microsoft.com/office/drawing/2014/main" id="{2BA7E843-B0C7-2190-AD1E-2D49921A26D7}"/>
                </a:ext>
              </a:extLst>
            </p:cNvPr>
            <p:cNvSpPr/>
            <p:nvPr/>
          </p:nvSpPr>
          <p:spPr>
            <a:xfrm>
              <a:off x="3487803" y="3790229"/>
              <a:ext cx="179588" cy="126114"/>
            </a:xfrm>
            <a:custGeom>
              <a:avLst/>
              <a:gdLst/>
              <a:ahLst/>
              <a:cxnLst/>
              <a:rect l="l" t="t" r="r" b="b"/>
              <a:pathLst>
                <a:path w="10102" h="7094" extrusionOk="0">
                  <a:moveTo>
                    <a:pt x="1780" y="2883"/>
                  </a:moveTo>
                  <a:cubicBezTo>
                    <a:pt x="1003" y="1931"/>
                    <a:pt x="352" y="978"/>
                    <a:pt x="1" y="51"/>
                  </a:cubicBezTo>
                  <a:lnTo>
                    <a:pt x="51" y="1"/>
                  </a:lnTo>
                  <a:cubicBezTo>
                    <a:pt x="377" y="527"/>
                    <a:pt x="778" y="1054"/>
                    <a:pt x="1204" y="1555"/>
                  </a:cubicBezTo>
                  <a:cubicBezTo>
                    <a:pt x="3259" y="4036"/>
                    <a:pt x="5189" y="5790"/>
                    <a:pt x="7745" y="3660"/>
                  </a:cubicBezTo>
                  <a:cubicBezTo>
                    <a:pt x="9048" y="2582"/>
                    <a:pt x="9324" y="1480"/>
                    <a:pt x="9023" y="302"/>
                  </a:cubicBezTo>
                  <a:cubicBezTo>
                    <a:pt x="9976" y="1956"/>
                    <a:pt x="10101" y="3485"/>
                    <a:pt x="8322" y="4988"/>
                  </a:cubicBezTo>
                  <a:cubicBezTo>
                    <a:pt x="5790" y="7094"/>
                    <a:pt x="3835" y="5364"/>
                    <a:pt x="1780" y="2883"/>
                  </a:cubicBezTo>
                  <a:lnTo>
                    <a:pt x="1780" y="2883"/>
                  </a:lnTo>
                </a:path>
              </a:pathLst>
            </a:custGeom>
            <a:solidFill>
              <a:srgbClr val="5A2E1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1" name="Google Shape;26680;p127">
              <a:extLst>
                <a:ext uri="{FF2B5EF4-FFF2-40B4-BE49-F238E27FC236}">
                  <a16:creationId xmlns:a16="http://schemas.microsoft.com/office/drawing/2014/main" id="{4F28D141-D893-EC8E-122E-5DE6E5F28A44}"/>
                </a:ext>
              </a:extLst>
            </p:cNvPr>
            <p:cNvSpPr/>
            <p:nvPr/>
          </p:nvSpPr>
          <p:spPr>
            <a:xfrm>
              <a:off x="3504300" y="3717167"/>
              <a:ext cx="136353" cy="143927"/>
            </a:xfrm>
            <a:custGeom>
              <a:avLst/>
              <a:gdLst/>
              <a:ahLst/>
              <a:cxnLst/>
              <a:rect l="l" t="t" r="r" b="b"/>
              <a:pathLst>
                <a:path w="7670" h="8096" extrusionOk="0">
                  <a:moveTo>
                    <a:pt x="7669" y="8096"/>
                  </a:moveTo>
                  <a:cubicBezTo>
                    <a:pt x="7669" y="8096"/>
                    <a:pt x="5389" y="7996"/>
                    <a:pt x="4211" y="6642"/>
                  </a:cubicBezTo>
                  <a:cubicBezTo>
                    <a:pt x="3033" y="5264"/>
                    <a:pt x="4186" y="4988"/>
                    <a:pt x="3083" y="2833"/>
                  </a:cubicBezTo>
                  <a:cubicBezTo>
                    <a:pt x="1955" y="652"/>
                    <a:pt x="0" y="577"/>
                    <a:pt x="0" y="577"/>
                  </a:cubicBezTo>
                  <a:cubicBezTo>
                    <a:pt x="0" y="577"/>
                    <a:pt x="2506" y="1"/>
                    <a:pt x="3709" y="2382"/>
                  </a:cubicBezTo>
                  <a:cubicBezTo>
                    <a:pt x="4912" y="4737"/>
                    <a:pt x="3659" y="5038"/>
                    <a:pt x="4937" y="6542"/>
                  </a:cubicBezTo>
                  <a:cubicBezTo>
                    <a:pt x="5915" y="7670"/>
                    <a:pt x="7118" y="7996"/>
                    <a:pt x="7669" y="8096"/>
                  </a:cubicBezTo>
                  <a:lnTo>
                    <a:pt x="7669" y="8096"/>
                  </a:lnTo>
                  <a:close/>
                </a:path>
              </a:pathLst>
            </a:custGeom>
            <a:solidFill>
              <a:srgbClr val="341E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2" name="Google Shape;26681;p127">
              <a:extLst>
                <a:ext uri="{FF2B5EF4-FFF2-40B4-BE49-F238E27FC236}">
                  <a16:creationId xmlns:a16="http://schemas.microsoft.com/office/drawing/2014/main" id="{62506275-94C5-8269-2474-4903AD43BB8C}"/>
                </a:ext>
              </a:extLst>
            </p:cNvPr>
            <p:cNvSpPr/>
            <p:nvPr/>
          </p:nvSpPr>
          <p:spPr>
            <a:xfrm>
              <a:off x="3486026" y="3732757"/>
              <a:ext cx="24515" cy="61066"/>
            </a:xfrm>
            <a:custGeom>
              <a:avLst/>
              <a:gdLst/>
              <a:ahLst/>
              <a:cxnLst/>
              <a:rect l="l" t="t" r="r" b="b"/>
              <a:pathLst>
                <a:path w="1379" h="3435" extrusionOk="0">
                  <a:moveTo>
                    <a:pt x="1078" y="101"/>
                  </a:moveTo>
                  <a:cubicBezTo>
                    <a:pt x="1178" y="51"/>
                    <a:pt x="1279" y="26"/>
                    <a:pt x="1379" y="1"/>
                  </a:cubicBezTo>
                  <a:cubicBezTo>
                    <a:pt x="1229" y="176"/>
                    <a:pt x="1103" y="352"/>
                    <a:pt x="978" y="552"/>
                  </a:cubicBezTo>
                  <a:cubicBezTo>
                    <a:pt x="853" y="778"/>
                    <a:pt x="752" y="1053"/>
                    <a:pt x="727" y="1329"/>
                  </a:cubicBezTo>
                  <a:cubicBezTo>
                    <a:pt x="577" y="2006"/>
                    <a:pt x="677" y="2758"/>
                    <a:pt x="1003" y="3434"/>
                  </a:cubicBezTo>
                  <a:cubicBezTo>
                    <a:pt x="803" y="3234"/>
                    <a:pt x="627" y="3008"/>
                    <a:pt x="502" y="2708"/>
                  </a:cubicBezTo>
                  <a:cubicBezTo>
                    <a:pt x="1" y="1655"/>
                    <a:pt x="251" y="477"/>
                    <a:pt x="1078" y="101"/>
                  </a:cubicBezTo>
                  <a:lnTo>
                    <a:pt x="1078" y="101"/>
                  </a:lnTo>
                </a:path>
              </a:pathLst>
            </a:custGeom>
            <a:solidFill>
              <a:srgbClr val="9450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3" name="Google Shape;26682;p127">
              <a:extLst>
                <a:ext uri="{FF2B5EF4-FFF2-40B4-BE49-F238E27FC236}">
                  <a16:creationId xmlns:a16="http://schemas.microsoft.com/office/drawing/2014/main" id="{1C766F6C-AF6B-E5A4-5B64-703081645832}"/>
                </a:ext>
              </a:extLst>
            </p:cNvPr>
            <p:cNvSpPr/>
            <p:nvPr/>
          </p:nvSpPr>
          <p:spPr>
            <a:xfrm>
              <a:off x="3525241" y="3706927"/>
              <a:ext cx="57048" cy="36995"/>
            </a:xfrm>
            <a:custGeom>
              <a:avLst/>
              <a:gdLst/>
              <a:ahLst/>
              <a:cxnLst/>
              <a:rect l="l" t="t" r="r" b="b"/>
              <a:pathLst>
                <a:path w="3209" h="2081" extrusionOk="0">
                  <a:moveTo>
                    <a:pt x="226" y="527"/>
                  </a:moveTo>
                  <a:cubicBezTo>
                    <a:pt x="150" y="602"/>
                    <a:pt x="50" y="677"/>
                    <a:pt x="0" y="752"/>
                  </a:cubicBezTo>
                  <a:cubicBezTo>
                    <a:pt x="226" y="702"/>
                    <a:pt x="451" y="677"/>
                    <a:pt x="677" y="677"/>
                  </a:cubicBezTo>
                  <a:cubicBezTo>
                    <a:pt x="927" y="652"/>
                    <a:pt x="1203" y="702"/>
                    <a:pt x="1504" y="827"/>
                  </a:cubicBezTo>
                  <a:cubicBezTo>
                    <a:pt x="2155" y="1028"/>
                    <a:pt x="2757" y="1479"/>
                    <a:pt x="3208" y="2080"/>
                  </a:cubicBezTo>
                  <a:cubicBezTo>
                    <a:pt x="3108" y="1805"/>
                    <a:pt x="2983" y="1529"/>
                    <a:pt x="2807" y="1278"/>
                  </a:cubicBezTo>
                  <a:cubicBezTo>
                    <a:pt x="2105" y="351"/>
                    <a:pt x="952" y="0"/>
                    <a:pt x="226" y="527"/>
                  </a:cubicBezTo>
                  <a:lnTo>
                    <a:pt x="226" y="527"/>
                  </a:lnTo>
                </a:path>
              </a:pathLst>
            </a:custGeom>
            <a:solidFill>
              <a:srgbClr val="9450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14" name="Google Shape;26434;p126">
            <a:extLst>
              <a:ext uri="{FF2B5EF4-FFF2-40B4-BE49-F238E27FC236}">
                <a16:creationId xmlns:a16="http://schemas.microsoft.com/office/drawing/2014/main" id="{9819050D-0D73-07B3-CBD2-237ED81AE6E4}"/>
              </a:ext>
            </a:extLst>
          </p:cNvPr>
          <p:cNvGrpSpPr/>
          <p:nvPr/>
        </p:nvGrpSpPr>
        <p:grpSpPr>
          <a:xfrm>
            <a:off x="6867329" y="1465729"/>
            <a:ext cx="716813" cy="1064834"/>
            <a:chOff x="5401597" y="2191772"/>
            <a:chExt cx="963860" cy="1461621"/>
          </a:xfrm>
        </p:grpSpPr>
        <p:sp>
          <p:nvSpPr>
            <p:cNvPr id="24715" name="Google Shape;26435;p126">
              <a:extLst>
                <a:ext uri="{FF2B5EF4-FFF2-40B4-BE49-F238E27FC236}">
                  <a16:creationId xmlns:a16="http://schemas.microsoft.com/office/drawing/2014/main" id="{378C4B74-E2D0-6CDA-5BAE-11E04BF2E5CE}"/>
                </a:ext>
              </a:extLst>
            </p:cNvPr>
            <p:cNvSpPr/>
            <p:nvPr/>
          </p:nvSpPr>
          <p:spPr>
            <a:xfrm>
              <a:off x="5470892" y="2191772"/>
              <a:ext cx="825269" cy="125895"/>
            </a:xfrm>
            <a:custGeom>
              <a:avLst/>
              <a:gdLst/>
              <a:ahLst/>
              <a:cxnLst/>
              <a:rect l="l" t="t" r="r" b="b"/>
              <a:pathLst>
                <a:path w="16447" h="2509" extrusionOk="0">
                  <a:moveTo>
                    <a:pt x="7775" y="0"/>
                  </a:moveTo>
                  <a:cubicBezTo>
                    <a:pt x="5599" y="0"/>
                    <a:pt x="3195" y="47"/>
                    <a:pt x="879" y="186"/>
                  </a:cubicBezTo>
                  <a:lnTo>
                    <a:pt x="1" y="2509"/>
                  </a:lnTo>
                  <a:lnTo>
                    <a:pt x="16446" y="2509"/>
                  </a:lnTo>
                  <a:lnTo>
                    <a:pt x="15568" y="186"/>
                  </a:lnTo>
                  <a:cubicBezTo>
                    <a:pt x="15568" y="186"/>
                    <a:pt x="12127" y="0"/>
                    <a:pt x="77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6" name="Google Shape;26436;p126">
              <a:extLst>
                <a:ext uri="{FF2B5EF4-FFF2-40B4-BE49-F238E27FC236}">
                  <a16:creationId xmlns:a16="http://schemas.microsoft.com/office/drawing/2014/main" id="{BCCCE96D-3A51-7010-3179-9B1FF388C1CE}"/>
                </a:ext>
              </a:extLst>
            </p:cNvPr>
            <p:cNvSpPr/>
            <p:nvPr/>
          </p:nvSpPr>
          <p:spPr>
            <a:xfrm>
              <a:off x="5444649" y="2675635"/>
              <a:ext cx="877755" cy="10537"/>
            </a:xfrm>
            <a:custGeom>
              <a:avLst/>
              <a:gdLst/>
              <a:ahLst/>
              <a:cxnLst/>
              <a:rect l="l" t="t" r="r" b="b"/>
              <a:pathLst>
                <a:path w="17493" h="210" extrusionOk="0">
                  <a:moveTo>
                    <a:pt x="272" y="1"/>
                  </a:moveTo>
                  <a:lnTo>
                    <a:pt x="0" y="210"/>
                  </a:lnTo>
                  <a:lnTo>
                    <a:pt x="17493" y="210"/>
                  </a:lnTo>
                  <a:lnTo>
                    <a:pt x="17221" y="1"/>
                  </a:lnTo>
                  <a:close/>
                </a:path>
              </a:pathLst>
            </a:custGeom>
            <a:solidFill>
              <a:srgbClr val="321F1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7" name="Google Shape;26437;p126">
              <a:extLst>
                <a:ext uri="{FF2B5EF4-FFF2-40B4-BE49-F238E27FC236}">
                  <a16:creationId xmlns:a16="http://schemas.microsoft.com/office/drawing/2014/main" id="{D4972845-8FD6-9202-EEA1-3C4DE3144DDF}"/>
                </a:ext>
              </a:extLst>
            </p:cNvPr>
            <p:cNvSpPr/>
            <p:nvPr/>
          </p:nvSpPr>
          <p:spPr>
            <a:xfrm>
              <a:off x="5413138" y="2341753"/>
              <a:ext cx="940778" cy="1311640"/>
            </a:xfrm>
            <a:custGeom>
              <a:avLst/>
              <a:gdLst/>
              <a:ahLst/>
              <a:cxnLst/>
              <a:rect l="l" t="t" r="r" b="b"/>
              <a:pathLst>
                <a:path w="18749" h="26140" extrusionOk="0">
                  <a:moveTo>
                    <a:pt x="1" y="1"/>
                  </a:moveTo>
                  <a:lnTo>
                    <a:pt x="3474" y="25674"/>
                  </a:lnTo>
                  <a:cubicBezTo>
                    <a:pt x="3474" y="25674"/>
                    <a:pt x="6654" y="26139"/>
                    <a:pt x="10151" y="26139"/>
                  </a:cubicBezTo>
                  <a:cubicBezTo>
                    <a:pt x="11899" y="26139"/>
                    <a:pt x="13727" y="26023"/>
                    <a:pt x="15275" y="25674"/>
                  </a:cubicBezTo>
                  <a:lnTo>
                    <a:pt x="187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8" name="Google Shape;26438;p126">
              <a:extLst>
                <a:ext uri="{FF2B5EF4-FFF2-40B4-BE49-F238E27FC236}">
                  <a16:creationId xmlns:a16="http://schemas.microsoft.com/office/drawing/2014/main" id="{809EE4E8-AAA5-45ED-B47F-FD0BB4EC66D7}"/>
                </a:ext>
              </a:extLst>
            </p:cNvPr>
            <p:cNvSpPr/>
            <p:nvPr/>
          </p:nvSpPr>
          <p:spPr>
            <a:xfrm>
              <a:off x="5401597" y="2268293"/>
              <a:ext cx="963860" cy="92427"/>
            </a:xfrm>
            <a:custGeom>
              <a:avLst/>
              <a:gdLst/>
              <a:ahLst/>
              <a:cxnLst/>
              <a:rect l="l" t="t" r="r" b="b"/>
              <a:pathLst>
                <a:path w="19209" h="1842" extrusionOk="0">
                  <a:moveTo>
                    <a:pt x="19208" y="0"/>
                  </a:moveTo>
                  <a:lnTo>
                    <a:pt x="1" y="0"/>
                  </a:lnTo>
                  <a:lnTo>
                    <a:pt x="1" y="1842"/>
                  </a:lnTo>
                  <a:lnTo>
                    <a:pt x="19208" y="18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9" name="Google Shape;26439;p126">
              <a:extLst>
                <a:ext uri="{FF2B5EF4-FFF2-40B4-BE49-F238E27FC236}">
                  <a16:creationId xmlns:a16="http://schemas.microsoft.com/office/drawing/2014/main" id="{52FF14F4-3FBB-32D8-2AF7-62ECB9E19F62}"/>
                </a:ext>
              </a:extLst>
            </p:cNvPr>
            <p:cNvSpPr/>
            <p:nvPr/>
          </p:nvSpPr>
          <p:spPr>
            <a:xfrm>
              <a:off x="5444649" y="2686122"/>
              <a:ext cx="877755" cy="504033"/>
            </a:xfrm>
            <a:custGeom>
              <a:avLst/>
              <a:gdLst/>
              <a:ahLst/>
              <a:cxnLst/>
              <a:rect l="l" t="t" r="r" b="b"/>
              <a:pathLst>
                <a:path w="17493" h="10045" extrusionOk="0">
                  <a:moveTo>
                    <a:pt x="0" y="1"/>
                  </a:moveTo>
                  <a:lnTo>
                    <a:pt x="1340" y="10044"/>
                  </a:lnTo>
                  <a:lnTo>
                    <a:pt x="16153" y="10044"/>
                  </a:lnTo>
                  <a:lnTo>
                    <a:pt x="174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0" name="Google Shape;26440;p126">
              <a:extLst>
                <a:ext uri="{FF2B5EF4-FFF2-40B4-BE49-F238E27FC236}">
                  <a16:creationId xmlns:a16="http://schemas.microsoft.com/office/drawing/2014/main" id="{5F21E311-3D59-5E70-FD59-3D1A7FB7480C}"/>
                </a:ext>
              </a:extLst>
            </p:cNvPr>
            <p:cNvSpPr/>
            <p:nvPr/>
          </p:nvSpPr>
          <p:spPr>
            <a:xfrm>
              <a:off x="5658807" y="2752356"/>
              <a:ext cx="403226" cy="374525"/>
            </a:xfrm>
            <a:custGeom>
              <a:avLst/>
              <a:gdLst/>
              <a:ahLst/>
              <a:cxnLst/>
              <a:rect l="l" t="t" r="r" b="b"/>
              <a:pathLst>
                <a:path w="8036" h="7464" extrusionOk="0">
                  <a:moveTo>
                    <a:pt x="5985" y="543"/>
                  </a:moveTo>
                  <a:lnTo>
                    <a:pt x="5985" y="543"/>
                  </a:lnTo>
                  <a:cubicBezTo>
                    <a:pt x="6927" y="2845"/>
                    <a:pt x="4855" y="4163"/>
                    <a:pt x="3558" y="5042"/>
                  </a:cubicBezTo>
                  <a:cubicBezTo>
                    <a:pt x="2282" y="5920"/>
                    <a:pt x="1968" y="6946"/>
                    <a:pt x="1968" y="6946"/>
                  </a:cubicBezTo>
                  <a:cubicBezTo>
                    <a:pt x="1779" y="5711"/>
                    <a:pt x="2302" y="5042"/>
                    <a:pt x="4102" y="3640"/>
                  </a:cubicBezTo>
                  <a:cubicBezTo>
                    <a:pt x="5901" y="2259"/>
                    <a:pt x="5985" y="543"/>
                    <a:pt x="5985" y="543"/>
                  </a:cubicBezTo>
                  <a:close/>
                  <a:moveTo>
                    <a:pt x="4893" y="1"/>
                  </a:moveTo>
                  <a:cubicBezTo>
                    <a:pt x="4192" y="1"/>
                    <a:pt x="3264" y="275"/>
                    <a:pt x="2302" y="1338"/>
                  </a:cubicBezTo>
                  <a:cubicBezTo>
                    <a:pt x="733" y="3054"/>
                    <a:pt x="1" y="5042"/>
                    <a:pt x="1256" y="6590"/>
                  </a:cubicBezTo>
                  <a:cubicBezTo>
                    <a:pt x="1765" y="7210"/>
                    <a:pt x="2417" y="7463"/>
                    <a:pt x="3095" y="7463"/>
                  </a:cubicBezTo>
                  <a:cubicBezTo>
                    <a:pt x="4455" y="7463"/>
                    <a:pt x="5922" y="6444"/>
                    <a:pt x="6550" y="5314"/>
                  </a:cubicBezTo>
                  <a:cubicBezTo>
                    <a:pt x="7512" y="3619"/>
                    <a:pt x="8036" y="1526"/>
                    <a:pt x="6131" y="313"/>
                  </a:cubicBezTo>
                  <a:cubicBezTo>
                    <a:pt x="6131" y="313"/>
                    <a:pt x="5641" y="1"/>
                    <a:pt x="4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21" name="Google Shape;26708;p127">
            <a:extLst>
              <a:ext uri="{FF2B5EF4-FFF2-40B4-BE49-F238E27FC236}">
                <a16:creationId xmlns:a16="http://schemas.microsoft.com/office/drawing/2014/main" id="{AB884776-0767-69C5-2709-586279E694A7}"/>
              </a:ext>
            </a:extLst>
          </p:cNvPr>
          <p:cNvGrpSpPr/>
          <p:nvPr/>
        </p:nvGrpSpPr>
        <p:grpSpPr>
          <a:xfrm>
            <a:off x="7328647" y="2185147"/>
            <a:ext cx="1190065" cy="1358153"/>
            <a:chOff x="5424975" y="3223066"/>
            <a:chExt cx="1001171" cy="1040800"/>
          </a:xfrm>
        </p:grpSpPr>
        <p:sp>
          <p:nvSpPr>
            <p:cNvPr id="24722" name="Google Shape;26709;p127">
              <a:extLst>
                <a:ext uri="{FF2B5EF4-FFF2-40B4-BE49-F238E27FC236}">
                  <a16:creationId xmlns:a16="http://schemas.microsoft.com/office/drawing/2014/main" id="{3B23DA1F-D39E-BFD9-DA00-F4A400634C0A}"/>
                </a:ext>
              </a:extLst>
            </p:cNvPr>
            <p:cNvSpPr/>
            <p:nvPr/>
          </p:nvSpPr>
          <p:spPr>
            <a:xfrm>
              <a:off x="5578245" y="3968457"/>
              <a:ext cx="768592" cy="295409"/>
            </a:xfrm>
            <a:custGeom>
              <a:avLst/>
              <a:gdLst/>
              <a:ahLst/>
              <a:cxnLst/>
              <a:rect l="l" t="t" r="r" b="b"/>
              <a:pathLst>
                <a:path w="43234" h="16617" extrusionOk="0">
                  <a:moveTo>
                    <a:pt x="21630" y="16617"/>
                  </a:moveTo>
                  <a:cubicBezTo>
                    <a:pt x="33509" y="16617"/>
                    <a:pt x="43234" y="12907"/>
                    <a:pt x="43234" y="8321"/>
                  </a:cubicBezTo>
                  <a:cubicBezTo>
                    <a:pt x="43234" y="3734"/>
                    <a:pt x="33509" y="0"/>
                    <a:pt x="21630" y="0"/>
                  </a:cubicBezTo>
                  <a:cubicBezTo>
                    <a:pt x="9700" y="0"/>
                    <a:pt x="0" y="3734"/>
                    <a:pt x="0" y="8321"/>
                  </a:cubicBezTo>
                  <a:cubicBezTo>
                    <a:pt x="0" y="12907"/>
                    <a:pt x="9700" y="16617"/>
                    <a:pt x="21630" y="16617"/>
                  </a:cubicBezTo>
                  <a:lnTo>
                    <a:pt x="21630" y="16617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3" name="Google Shape;26710;p127">
              <a:extLst>
                <a:ext uri="{FF2B5EF4-FFF2-40B4-BE49-F238E27FC236}">
                  <a16:creationId xmlns:a16="http://schemas.microsoft.com/office/drawing/2014/main" id="{579D8E6B-9DBA-7858-3774-9306BCEF78DD}"/>
                </a:ext>
              </a:extLst>
            </p:cNvPr>
            <p:cNvSpPr/>
            <p:nvPr/>
          </p:nvSpPr>
          <p:spPr>
            <a:xfrm>
              <a:off x="5589835" y="3941721"/>
              <a:ext cx="746317" cy="303444"/>
            </a:xfrm>
            <a:custGeom>
              <a:avLst/>
              <a:gdLst/>
              <a:ahLst/>
              <a:cxnLst/>
              <a:rect l="l" t="t" r="r" b="b"/>
              <a:pathLst>
                <a:path w="41981" h="17069" extrusionOk="0">
                  <a:moveTo>
                    <a:pt x="21003" y="17068"/>
                  </a:moveTo>
                  <a:cubicBezTo>
                    <a:pt x="32557" y="17068"/>
                    <a:pt x="41980" y="13233"/>
                    <a:pt x="41980" y="8547"/>
                  </a:cubicBezTo>
                  <a:cubicBezTo>
                    <a:pt x="41980" y="3835"/>
                    <a:pt x="32557" y="0"/>
                    <a:pt x="21003" y="0"/>
                  </a:cubicBezTo>
                  <a:cubicBezTo>
                    <a:pt x="9449" y="0"/>
                    <a:pt x="0" y="3835"/>
                    <a:pt x="0" y="8547"/>
                  </a:cubicBezTo>
                  <a:cubicBezTo>
                    <a:pt x="0" y="13233"/>
                    <a:pt x="9449" y="17068"/>
                    <a:pt x="21003" y="17068"/>
                  </a:cubicBezTo>
                  <a:lnTo>
                    <a:pt x="21003" y="170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4" name="Google Shape;26711;p127">
              <a:extLst>
                <a:ext uri="{FF2B5EF4-FFF2-40B4-BE49-F238E27FC236}">
                  <a16:creationId xmlns:a16="http://schemas.microsoft.com/office/drawing/2014/main" id="{470A4E1A-2019-5D68-3AB2-9E5F26DB0EDB}"/>
                </a:ext>
              </a:extLst>
            </p:cNvPr>
            <p:cNvSpPr/>
            <p:nvPr/>
          </p:nvSpPr>
          <p:spPr>
            <a:xfrm>
              <a:off x="5618349" y="3956422"/>
              <a:ext cx="689731" cy="267356"/>
            </a:xfrm>
            <a:custGeom>
              <a:avLst/>
              <a:gdLst/>
              <a:ahLst/>
              <a:cxnLst/>
              <a:rect l="l" t="t" r="r" b="b"/>
              <a:pathLst>
                <a:path w="38798" h="15039" extrusionOk="0">
                  <a:moveTo>
                    <a:pt x="19399" y="0"/>
                  </a:moveTo>
                  <a:cubicBezTo>
                    <a:pt x="30126" y="0"/>
                    <a:pt x="38797" y="3359"/>
                    <a:pt x="38797" y="7519"/>
                  </a:cubicBezTo>
                  <a:cubicBezTo>
                    <a:pt x="38797" y="11680"/>
                    <a:pt x="30126" y="15038"/>
                    <a:pt x="19399" y="15038"/>
                  </a:cubicBezTo>
                  <a:cubicBezTo>
                    <a:pt x="8697" y="15038"/>
                    <a:pt x="0" y="11680"/>
                    <a:pt x="0" y="7519"/>
                  </a:cubicBezTo>
                  <a:cubicBezTo>
                    <a:pt x="0" y="3359"/>
                    <a:pt x="8697" y="0"/>
                    <a:pt x="19399" y="0"/>
                  </a:cubicBezTo>
                  <a:lnTo>
                    <a:pt x="193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5" name="Google Shape;26712;p127">
              <a:extLst>
                <a:ext uri="{FF2B5EF4-FFF2-40B4-BE49-F238E27FC236}">
                  <a16:creationId xmlns:a16="http://schemas.microsoft.com/office/drawing/2014/main" id="{53C12110-48F5-19A5-43D0-6A17DC8FD4C8}"/>
                </a:ext>
              </a:extLst>
            </p:cNvPr>
            <p:cNvSpPr/>
            <p:nvPr/>
          </p:nvSpPr>
          <p:spPr>
            <a:xfrm>
              <a:off x="5618349" y="3956422"/>
              <a:ext cx="689731" cy="267800"/>
            </a:xfrm>
            <a:custGeom>
              <a:avLst/>
              <a:gdLst/>
              <a:ahLst/>
              <a:cxnLst/>
              <a:rect l="l" t="t" r="r" b="b"/>
              <a:pathLst>
                <a:path w="38798" h="15064" extrusionOk="0">
                  <a:moveTo>
                    <a:pt x="19399" y="251"/>
                  </a:moveTo>
                  <a:cubicBezTo>
                    <a:pt x="29750" y="251"/>
                    <a:pt x="38121" y="3459"/>
                    <a:pt x="38121" y="7419"/>
                  </a:cubicBezTo>
                  <a:cubicBezTo>
                    <a:pt x="38121" y="11354"/>
                    <a:pt x="29750" y="14562"/>
                    <a:pt x="19399" y="14562"/>
                  </a:cubicBezTo>
                  <a:cubicBezTo>
                    <a:pt x="9048" y="14562"/>
                    <a:pt x="652" y="11354"/>
                    <a:pt x="652" y="7419"/>
                  </a:cubicBezTo>
                  <a:cubicBezTo>
                    <a:pt x="652" y="3459"/>
                    <a:pt x="9048" y="251"/>
                    <a:pt x="19399" y="251"/>
                  </a:cubicBezTo>
                  <a:close/>
                  <a:moveTo>
                    <a:pt x="19399" y="0"/>
                  </a:moveTo>
                  <a:cubicBezTo>
                    <a:pt x="30126" y="0"/>
                    <a:pt x="38797" y="3359"/>
                    <a:pt x="38797" y="7519"/>
                  </a:cubicBezTo>
                  <a:cubicBezTo>
                    <a:pt x="38797" y="11680"/>
                    <a:pt x="30126" y="15063"/>
                    <a:pt x="19399" y="15063"/>
                  </a:cubicBezTo>
                  <a:cubicBezTo>
                    <a:pt x="8697" y="15063"/>
                    <a:pt x="0" y="11680"/>
                    <a:pt x="0" y="7519"/>
                  </a:cubicBezTo>
                  <a:cubicBezTo>
                    <a:pt x="0" y="3359"/>
                    <a:pt x="8697" y="0"/>
                    <a:pt x="19399" y="0"/>
                  </a:cubicBezTo>
                  <a:lnTo>
                    <a:pt x="193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6" name="Google Shape;26713;p127">
              <a:extLst>
                <a:ext uri="{FF2B5EF4-FFF2-40B4-BE49-F238E27FC236}">
                  <a16:creationId xmlns:a16="http://schemas.microsoft.com/office/drawing/2014/main" id="{C14B5ED2-DDD3-9DA5-F456-D5C0240F9765}"/>
                </a:ext>
              </a:extLst>
            </p:cNvPr>
            <p:cNvSpPr/>
            <p:nvPr/>
          </p:nvSpPr>
          <p:spPr>
            <a:xfrm>
              <a:off x="5761362" y="4017911"/>
              <a:ext cx="403247" cy="151055"/>
            </a:xfrm>
            <a:custGeom>
              <a:avLst/>
              <a:gdLst/>
              <a:ahLst/>
              <a:cxnLst/>
              <a:rect l="l" t="t" r="r" b="b"/>
              <a:pathLst>
                <a:path w="22683" h="8497" extrusionOk="0">
                  <a:moveTo>
                    <a:pt x="11354" y="8496"/>
                  </a:moveTo>
                  <a:cubicBezTo>
                    <a:pt x="17594" y="8496"/>
                    <a:pt x="22682" y="6592"/>
                    <a:pt x="22682" y="4261"/>
                  </a:cubicBezTo>
                  <a:cubicBezTo>
                    <a:pt x="22682" y="1905"/>
                    <a:pt x="17594" y="0"/>
                    <a:pt x="11354" y="0"/>
                  </a:cubicBezTo>
                  <a:cubicBezTo>
                    <a:pt x="5113" y="0"/>
                    <a:pt x="0" y="1905"/>
                    <a:pt x="0" y="4261"/>
                  </a:cubicBezTo>
                  <a:cubicBezTo>
                    <a:pt x="0" y="6592"/>
                    <a:pt x="5113" y="8496"/>
                    <a:pt x="11354" y="8496"/>
                  </a:cubicBezTo>
                  <a:lnTo>
                    <a:pt x="11354" y="8496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7" name="Google Shape;26714;p127">
              <a:extLst>
                <a:ext uri="{FF2B5EF4-FFF2-40B4-BE49-F238E27FC236}">
                  <a16:creationId xmlns:a16="http://schemas.microsoft.com/office/drawing/2014/main" id="{1B166F4D-F444-AFAA-7EC2-7CFD8BA54817}"/>
                </a:ext>
              </a:extLst>
            </p:cNvPr>
            <p:cNvSpPr/>
            <p:nvPr/>
          </p:nvSpPr>
          <p:spPr>
            <a:xfrm>
              <a:off x="5589835" y="4096769"/>
              <a:ext cx="746317" cy="156851"/>
            </a:xfrm>
            <a:custGeom>
              <a:avLst/>
              <a:gdLst/>
              <a:ahLst/>
              <a:cxnLst/>
              <a:rect l="l" t="t" r="r" b="b"/>
              <a:pathLst>
                <a:path w="41981" h="8823" extrusionOk="0">
                  <a:moveTo>
                    <a:pt x="41980" y="0"/>
                  </a:moveTo>
                  <a:cubicBezTo>
                    <a:pt x="41980" y="100"/>
                    <a:pt x="41980" y="201"/>
                    <a:pt x="41980" y="301"/>
                  </a:cubicBezTo>
                  <a:cubicBezTo>
                    <a:pt x="41980" y="5013"/>
                    <a:pt x="32607" y="8822"/>
                    <a:pt x="21003" y="8822"/>
                  </a:cubicBezTo>
                  <a:cubicBezTo>
                    <a:pt x="9424" y="8822"/>
                    <a:pt x="0" y="5013"/>
                    <a:pt x="0" y="301"/>
                  </a:cubicBezTo>
                  <a:cubicBezTo>
                    <a:pt x="0" y="201"/>
                    <a:pt x="25" y="100"/>
                    <a:pt x="25" y="0"/>
                  </a:cubicBezTo>
                  <a:cubicBezTo>
                    <a:pt x="426" y="4587"/>
                    <a:pt x="9649" y="8246"/>
                    <a:pt x="21003" y="8246"/>
                  </a:cubicBezTo>
                  <a:cubicBezTo>
                    <a:pt x="32356" y="8246"/>
                    <a:pt x="41604" y="4587"/>
                    <a:pt x="41980" y="0"/>
                  </a:cubicBezTo>
                  <a:lnTo>
                    <a:pt x="419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8" name="Google Shape;26715;p127">
              <a:extLst>
                <a:ext uri="{FF2B5EF4-FFF2-40B4-BE49-F238E27FC236}">
                  <a16:creationId xmlns:a16="http://schemas.microsoft.com/office/drawing/2014/main" id="{9BABFC31-286C-CE86-A60A-61FA6C6BD8A5}"/>
                </a:ext>
              </a:extLst>
            </p:cNvPr>
            <p:cNvSpPr/>
            <p:nvPr/>
          </p:nvSpPr>
          <p:spPr>
            <a:xfrm>
              <a:off x="5424975" y="3659251"/>
              <a:ext cx="454037" cy="486108"/>
            </a:xfrm>
            <a:custGeom>
              <a:avLst/>
              <a:gdLst/>
              <a:ahLst/>
              <a:cxnLst/>
              <a:rect l="l" t="t" r="r" b="b"/>
              <a:pathLst>
                <a:path w="25540" h="27344" extrusionOk="0">
                  <a:moveTo>
                    <a:pt x="11429" y="1955"/>
                  </a:moveTo>
                  <a:cubicBezTo>
                    <a:pt x="11429" y="1955"/>
                    <a:pt x="11429" y="2457"/>
                    <a:pt x="10753" y="2557"/>
                  </a:cubicBezTo>
                  <a:cubicBezTo>
                    <a:pt x="9224" y="2732"/>
                    <a:pt x="3459" y="0"/>
                    <a:pt x="2206" y="5414"/>
                  </a:cubicBezTo>
                  <a:cubicBezTo>
                    <a:pt x="1" y="14838"/>
                    <a:pt x="25540" y="27344"/>
                    <a:pt x="25189" y="20752"/>
                  </a:cubicBezTo>
                  <a:lnTo>
                    <a:pt x="25039" y="18021"/>
                  </a:lnTo>
                  <a:cubicBezTo>
                    <a:pt x="24913" y="15414"/>
                    <a:pt x="8923" y="18196"/>
                    <a:pt x="5815" y="9199"/>
                  </a:cubicBezTo>
                  <a:cubicBezTo>
                    <a:pt x="3585" y="2732"/>
                    <a:pt x="11730" y="7620"/>
                    <a:pt x="13084" y="9499"/>
                  </a:cubicBezTo>
                  <a:cubicBezTo>
                    <a:pt x="13084" y="9499"/>
                    <a:pt x="14036" y="5163"/>
                    <a:pt x="14036" y="4813"/>
                  </a:cubicBezTo>
                  <a:cubicBezTo>
                    <a:pt x="14036" y="4462"/>
                    <a:pt x="11429" y="1955"/>
                    <a:pt x="11429" y="1955"/>
                  </a:cubicBezTo>
                  <a:lnTo>
                    <a:pt x="11429" y="19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9" name="Google Shape;26716;p127">
              <a:extLst>
                <a:ext uri="{FF2B5EF4-FFF2-40B4-BE49-F238E27FC236}">
                  <a16:creationId xmlns:a16="http://schemas.microsoft.com/office/drawing/2014/main" id="{758E1DA5-9CEA-F2A5-C89E-21022658DACB}"/>
                </a:ext>
              </a:extLst>
            </p:cNvPr>
            <p:cNvSpPr/>
            <p:nvPr/>
          </p:nvSpPr>
          <p:spPr>
            <a:xfrm>
              <a:off x="5588929" y="3694004"/>
              <a:ext cx="286964" cy="391656"/>
            </a:xfrm>
            <a:custGeom>
              <a:avLst/>
              <a:gdLst/>
              <a:ahLst/>
              <a:cxnLst/>
              <a:rect l="l" t="t" r="r" b="b"/>
              <a:pathLst>
                <a:path w="16142" h="22031" extrusionOk="0">
                  <a:moveTo>
                    <a:pt x="4111" y="17319"/>
                  </a:moveTo>
                  <a:cubicBezTo>
                    <a:pt x="10076" y="20677"/>
                    <a:pt x="16141" y="22031"/>
                    <a:pt x="15966" y="18797"/>
                  </a:cubicBezTo>
                  <a:lnTo>
                    <a:pt x="15816" y="16066"/>
                  </a:lnTo>
                  <a:cubicBezTo>
                    <a:pt x="15740" y="14537"/>
                    <a:pt x="10176" y="14863"/>
                    <a:pt x="4963" y="13559"/>
                  </a:cubicBezTo>
                  <a:cubicBezTo>
                    <a:pt x="5114" y="14236"/>
                    <a:pt x="5064" y="15088"/>
                    <a:pt x="4663" y="16166"/>
                  </a:cubicBezTo>
                  <a:cubicBezTo>
                    <a:pt x="4512" y="16617"/>
                    <a:pt x="4337" y="16993"/>
                    <a:pt x="4111" y="17319"/>
                  </a:cubicBezTo>
                  <a:close/>
                  <a:moveTo>
                    <a:pt x="2206" y="0"/>
                  </a:moveTo>
                  <a:cubicBezTo>
                    <a:pt x="2206" y="0"/>
                    <a:pt x="2206" y="502"/>
                    <a:pt x="1530" y="602"/>
                  </a:cubicBezTo>
                  <a:cubicBezTo>
                    <a:pt x="1179" y="652"/>
                    <a:pt x="653" y="527"/>
                    <a:pt x="1" y="426"/>
                  </a:cubicBezTo>
                  <a:cubicBezTo>
                    <a:pt x="853" y="1905"/>
                    <a:pt x="1580" y="3785"/>
                    <a:pt x="1154" y="5364"/>
                  </a:cubicBezTo>
                  <a:lnTo>
                    <a:pt x="1154" y="5364"/>
                  </a:lnTo>
                  <a:cubicBezTo>
                    <a:pt x="2382" y="6091"/>
                    <a:pt x="3435" y="6943"/>
                    <a:pt x="3861" y="7544"/>
                  </a:cubicBezTo>
                  <a:cubicBezTo>
                    <a:pt x="3861" y="7544"/>
                    <a:pt x="4813" y="3208"/>
                    <a:pt x="4813" y="2858"/>
                  </a:cubicBezTo>
                  <a:cubicBezTo>
                    <a:pt x="4813" y="2507"/>
                    <a:pt x="2206" y="0"/>
                    <a:pt x="2206" y="0"/>
                  </a:cubicBezTo>
                  <a:lnTo>
                    <a:pt x="2206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0" name="Google Shape;26717;p127">
              <a:extLst>
                <a:ext uri="{FF2B5EF4-FFF2-40B4-BE49-F238E27FC236}">
                  <a16:creationId xmlns:a16="http://schemas.microsoft.com/office/drawing/2014/main" id="{C1632DA9-2107-B756-A20C-76A126DCD607}"/>
                </a:ext>
              </a:extLst>
            </p:cNvPr>
            <p:cNvSpPr/>
            <p:nvPr/>
          </p:nvSpPr>
          <p:spPr>
            <a:xfrm>
              <a:off x="5628144" y="3676174"/>
              <a:ext cx="683936" cy="471424"/>
            </a:xfrm>
            <a:custGeom>
              <a:avLst/>
              <a:gdLst/>
              <a:ahLst/>
              <a:cxnLst/>
              <a:rect l="l" t="t" r="r" b="b"/>
              <a:pathLst>
                <a:path w="38472" h="26518" extrusionOk="0">
                  <a:moveTo>
                    <a:pt x="38472" y="1"/>
                  </a:moveTo>
                  <a:cubicBezTo>
                    <a:pt x="37519" y="10878"/>
                    <a:pt x="32632" y="26517"/>
                    <a:pt x="19199" y="26517"/>
                  </a:cubicBezTo>
                  <a:cubicBezTo>
                    <a:pt x="5865" y="26517"/>
                    <a:pt x="953" y="10753"/>
                    <a:pt x="0" y="1"/>
                  </a:cubicBezTo>
                  <a:cubicBezTo>
                    <a:pt x="7043" y="101"/>
                    <a:pt x="14061" y="201"/>
                    <a:pt x="21078" y="226"/>
                  </a:cubicBezTo>
                  <a:lnTo>
                    <a:pt x="384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1" name="Google Shape;26718;p127">
              <a:extLst>
                <a:ext uri="{FF2B5EF4-FFF2-40B4-BE49-F238E27FC236}">
                  <a16:creationId xmlns:a16="http://schemas.microsoft.com/office/drawing/2014/main" id="{94AEF7EF-099B-E351-0E65-FC86AD46CFA0}"/>
                </a:ext>
              </a:extLst>
            </p:cNvPr>
            <p:cNvSpPr/>
            <p:nvPr/>
          </p:nvSpPr>
          <p:spPr>
            <a:xfrm>
              <a:off x="5668693" y="3874881"/>
              <a:ext cx="603297" cy="272707"/>
            </a:xfrm>
            <a:custGeom>
              <a:avLst/>
              <a:gdLst/>
              <a:ahLst/>
              <a:cxnLst/>
              <a:rect l="l" t="t" r="r" b="b"/>
              <a:pathLst>
                <a:path w="33936" h="15340" extrusionOk="0">
                  <a:moveTo>
                    <a:pt x="33935" y="1"/>
                  </a:moveTo>
                  <a:cubicBezTo>
                    <a:pt x="31253" y="8096"/>
                    <a:pt x="26065" y="15339"/>
                    <a:pt x="16918" y="15339"/>
                  </a:cubicBezTo>
                  <a:cubicBezTo>
                    <a:pt x="7845" y="15339"/>
                    <a:pt x="2682" y="8046"/>
                    <a:pt x="0" y="1"/>
                  </a:cubicBezTo>
                  <a:cubicBezTo>
                    <a:pt x="602" y="1079"/>
                    <a:pt x="1028" y="1956"/>
                    <a:pt x="1554" y="3033"/>
                  </a:cubicBezTo>
                  <a:cubicBezTo>
                    <a:pt x="4511" y="9399"/>
                    <a:pt x="9349" y="14487"/>
                    <a:pt x="16918" y="14487"/>
                  </a:cubicBezTo>
                  <a:cubicBezTo>
                    <a:pt x="24837" y="14487"/>
                    <a:pt x="29775" y="9049"/>
                    <a:pt x="32707" y="2357"/>
                  </a:cubicBezTo>
                  <a:cubicBezTo>
                    <a:pt x="33158" y="1304"/>
                    <a:pt x="33258" y="1304"/>
                    <a:pt x="33935" y="1"/>
                  </a:cubicBezTo>
                  <a:lnTo>
                    <a:pt x="339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2" name="Google Shape;26719;p127">
              <a:extLst>
                <a:ext uri="{FF2B5EF4-FFF2-40B4-BE49-F238E27FC236}">
                  <a16:creationId xmlns:a16="http://schemas.microsoft.com/office/drawing/2014/main" id="{B7ED8E46-5AB4-E902-10E0-020B05519F3A}"/>
                </a:ext>
              </a:extLst>
            </p:cNvPr>
            <p:cNvSpPr/>
            <p:nvPr/>
          </p:nvSpPr>
          <p:spPr>
            <a:xfrm>
              <a:off x="6127578" y="3747014"/>
              <a:ext cx="161313" cy="328404"/>
            </a:xfrm>
            <a:custGeom>
              <a:avLst/>
              <a:gdLst/>
              <a:ahLst/>
              <a:cxnLst/>
              <a:rect l="l" t="t" r="r" b="b"/>
              <a:pathLst>
                <a:path w="9074" h="18473" extrusionOk="0">
                  <a:moveTo>
                    <a:pt x="9074" y="1"/>
                  </a:moveTo>
                  <a:cubicBezTo>
                    <a:pt x="8171" y="5916"/>
                    <a:pt x="5164" y="14387"/>
                    <a:pt x="1" y="18472"/>
                  </a:cubicBezTo>
                  <a:cubicBezTo>
                    <a:pt x="1379" y="15013"/>
                    <a:pt x="2933" y="9976"/>
                    <a:pt x="1" y="3936"/>
                  </a:cubicBezTo>
                  <a:cubicBezTo>
                    <a:pt x="3810" y="3459"/>
                    <a:pt x="7169" y="1680"/>
                    <a:pt x="9074" y="1"/>
                  </a:cubicBezTo>
                  <a:lnTo>
                    <a:pt x="90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3" name="Google Shape;26720;p127">
              <a:extLst>
                <a:ext uri="{FF2B5EF4-FFF2-40B4-BE49-F238E27FC236}">
                  <a16:creationId xmlns:a16="http://schemas.microsoft.com/office/drawing/2014/main" id="{B4972685-0BBD-5D8D-349C-395006556867}"/>
                </a:ext>
              </a:extLst>
            </p:cNvPr>
            <p:cNvSpPr/>
            <p:nvPr/>
          </p:nvSpPr>
          <p:spPr>
            <a:xfrm>
              <a:off x="5514534" y="3525588"/>
              <a:ext cx="911612" cy="291853"/>
            </a:xfrm>
            <a:custGeom>
              <a:avLst/>
              <a:gdLst/>
              <a:ahLst/>
              <a:cxnLst/>
              <a:rect l="l" t="t" r="r" b="b"/>
              <a:pathLst>
                <a:path w="51279" h="16417" extrusionOk="0">
                  <a:moveTo>
                    <a:pt x="25640" y="1"/>
                  </a:moveTo>
                  <a:cubicBezTo>
                    <a:pt x="51254" y="1"/>
                    <a:pt x="51279" y="16417"/>
                    <a:pt x="25640" y="16417"/>
                  </a:cubicBezTo>
                  <a:cubicBezTo>
                    <a:pt x="0" y="16417"/>
                    <a:pt x="0" y="1"/>
                    <a:pt x="25640" y="1"/>
                  </a:cubicBezTo>
                  <a:lnTo>
                    <a:pt x="2564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4" name="Google Shape;26721;p127">
              <a:extLst>
                <a:ext uri="{FF2B5EF4-FFF2-40B4-BE49-F238E27FC236}">
                  <a16:creationId xmlns:a16="http://schemas.microsoft.com/office/drawing/2014/main" id="{CB82DCDE-F660-4820-5A82-B20B9EFF9C30}"/>
                </a:ext>
              </a:extLst>
            </p:cNvPr>
            <p:cNvSpPr/>
            <p:nvPr/>
          </p:nvSpPr>
          <p:spPr>
            <a:xfrm>
              <a:off x="5651307" y="3534494"/>
              <a:ext cx="637608" cy="270467"/>
            </a:xfrm>
            <a:custGeom>
              <a:avLst/>
              <a:gdLst/>
              <a:ahLst/>
              <a:cxnLst/>
              <a:rect l="l" t="t" r="r" b="b"/>
              <a:pathLst>
                <a:path w="35866" h="15214" extrusionOk="0">
                  <a:moveTo>
                    <a:pt x="17946" y="15214"/>
                  </a:moveTo>
                  <a:cubicBezTo>
                    <a:pt x="27820" y="15214"/>
                    <a:pt x="35866" y="11780"/>
                    <a:pt x="35866" y="7595"/>
                  </a:cubicBezTo>
                  <a:cubicBezTo>
                    <a:pt x="35866" y="3434"/>
                    <a:pt x="27820" y="1"/>
                    <a:pt x="17946" y="1"/>
                  </a:cubicBezTo>
                  <a:cubicBezTo>
                    <a:pt x="8046" y="1"/>
                    <a:pt x="1" y="3434"/>
                    <a:pt x="1" y="7595"/>
                  </a:cubicBezTo>
                  <a:cubicBezTo>
                    <a:pt x="1" y="11780"/>
                    <a:pt x="8046" y="15214"/>
                    <a:pt x="17946" y="15214"/>
                  </a:cubicBezTo>
                  <a:lnTo>
                    <a:pt x="17946" y="152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5" name="Google Shape;26722;p127">
              <a:extLst>
                <a:ext uri="{FF2B5EF4-FFF2-40B4-BE49-F238E27FC236}">
                  <a16:creationId xmlns:a16="http://schemas.microsoft.com/office/drawing/2014/main" id="{30276A84-ADAE-B2B8-35B4-78A72011767F}"/>
                </a:ext>
              </a:extLst>
            </p:cNvPr>
            <p:cNvSpPr/>
            <p:nvPr/>
          </p:nvSpPr>
          <p:spPr>
            <a:xfrm>
              <a:off x="5672248" y="3579505"/>
              <a:ext cx="596168" cy="225454"/>
            </a:xfrm>
            <a:custGeom>
              <a:avLst/>
              <a:gdLst/>
              <a:ahLst/>
              <a:cxnLst/>
              <a:rect l="l" t="t" r="r" b="b"/>
              <a:pathLst>
                <a:path w="33535" h="12682" extrusionOk="0">
                  <a:moveTo>
                    <a:pt x="16768" y="12682"/>
                  </a:moveTo>
                  <a:cubicBezTo>
                    <a:pt x="25991" y="12682"/>
                    <a:pt x="33535" y="9825"/>
                    <a:pt x="33535" y="6341"/>
                  </a:cubicBezTo>
                  <a:cubicBezTo>
                    <a:pt x="33535" y="2832"/>
                    <a:pt x="25991" y="0"/>
                    <a:pt x="16768" y="0"/>
                  </a:cubicBezTo>
                  <a:cubicBezTo>
                    <a:pt x="7519" y="0"/>
                    <a:pt x="1" y="2832"/>
                    <a:pt x="1" y="6341"/>
                  </a:cubicBezTo>
                  <a:cubicBezTo>
                    <a:pt x="1" y="9825"/>
                    <a:pt x="7519" y="12682"/>
                    <a:pt x="16768" y="12682"/>
                  </a:cubicBezTo>
                  <a:lnTo>
                    <a:pt x="16768" y="12682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6" name="Google Shape;26723;p127">
              <a:extLst>
                <a:ext uri="{FF2B5EF4-FFF2-40B4-BE49-F238E27FC236}">
                  <a16:creationId xmlns:a16="http://schemas.microsoft.com/office/drawing/2014/main" id="{8169CD11-DF2F-BA24-451D-AF656F38D723}"/>
                </a:ext>
              </a:extLst>
            </p:cNvPr>
            <p:cNvSpPr/>
            <p:nvPr/>
          </p:nvSpPr>
          <p:spPr>
            <a:xfrm>
              <a:off x="5655325" y="3592873"/>
              <a:ext cx="578782" cy="159073"/>
            </a:xfrm>
            <a:custGeom>
              <a:avLst/>
              <a:gdLst/>
              <a:ahLst/>
              <a:cxnLst/>
              <a:rect l="l" t="t" r="r" b="b"/>
              <a:pathLst>
                <a:path w="32557" h="8948" extrusionOk="0">
                  <a:moveTo>
                    <a:pt x="16993" y="0"/>
                  </a:moveTo>
                  <a:cubicBezTo>
                    <a:pt x="13584" y="0"/>
                    <a:pt x="10451" y="451"/>
                    <a:pt x="8020" y="1228"/>
                  </a:cubicBezTo>
                  <a:cubicBezTo>
                    <a:pt x="0" y="3709"/>
                    <a:pt x="1955" y="5739"/>
                    <a:pt x="7444" y="4536"/>
                  </a:cubicBezTo>
                  <a:cubicBezTo>
                    <a:pt x="13710" y="3158"/>
                    <a:pt x="18296" y="1905"/>
                    <a:pt x="23910" y="5689"/>
                  </a:cubicBezTo>
                  <a:cubicBezTo>
                    <a:pt x="26066" y="7143"/>
                    <a:pt x="27995" y="8948"/>
                    <a:pt x="30627" y="7719"/>
                  </a:cubicBezTo>
                  <a:cubicBezTo>
                    <a:pt x="31655" y="7243"/>
                    <a:pt x="32557" y="6416"/>
                    <a:pt x="32557" y="5489"/>
                  </a:cubicBezTo>
                  <a:cubicBezTo>
                    <a:pt x="32557" y="2531"/>
                    <a:pt x="24812" y="0"/>
                    <a:pt x="16993" y="0"/>
                  </a:cubicBezTo>
                  <a:lnTo>
                    <a:pt x="1699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7" name="Google Shape;26724;p127">
              <a:extLst>
                <a:ext uri="{FF2B5EF4-FFF2-40B4-BE49-F238E27FC236}">
                  <a16:creationId xmlns:a16="http://schemas.microsoft.com/office/drawing/2014/main" id="{B1902B02-AB88-D3AC-F59F-128ED4FDD5CC}"/>
                </a:ext>
              </a:extLst>
            </p:cNvPr>
            <p:cNvSpPr/>
            <p:nvPr/>
          </p:nvSpPr>
          <p:spPr>
            <a:xfrm>
              <a:off x="5672248" y="3572821"/>
              <a:ext cx="596168" cy="116300"/>
            </a:xfrm>
            <a:custGeom>
              <a:avLst/>
              <a:gdLst/>
              <a:ahLst/>
              <a:cxnLst/>
              <a:rect l="l" t="t" r="r" b="b"/>
              <a:pathLst>
                <a:path w="33535" h="6542" extrusionOk="0">
                  <a:moveTo>
                    <a:pt x="16768" y="0"/>
                  </a:moveTo>
                  <a:cubicBezTo>
                    <a:pt x="26016" y="0"/>
                    <a:pt x="33535" y="2832"/>
                    <a:pt x="33535" y="6341"/>
                  </a:cubicBezTo>
                  <a:cubicBezTo>
                    <a:pt x="33535" y="6416"/>
                    <a:pt x="33510" y="6466"/>
                    <a:pt x="33510" y="6542"/>
                  </a:cubicBezTo>
                  <a:cubicBezTo>
                    <a:pt x="33259" y="3108"/>
                    <a:pt x="25865" y="376"/>
                    <a:pt x="16768" y="376"/>
                  </a:cubicBezTo>
                  <a:cubicBezTo>
                    <a:pt x="7645" y="376"/>
                    <a:pt x="251" y="3108"/>
                    <a:pt x="1" y="6542"/>
                  </a:cubicBezTo>
                  <a:lnTo>
                    <a:pt x="1" y="6341"/>
                  </a:lnTo>
                  <a:cubicBezTo>
                    <a:pt x="1" y="2832"/>
                    <a:pt x="7494" y="0"/>
                    <a:pt x="16768" y="0"/>
                  </a:cubicBezTo>
                  <a:lnTo>
                    <a:pt x="167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8" name="Google Shape;26725;p127">
              <a:extLst>
                <a:ext uri="{FF2B5EF4-FFF2-40B4-BE49-F238E27FC236}">
                  <a16:creationId xmlns:a16="http://schemas.microsoft.com/office/drawing/2014/main" id="{96B4B523-7424-DC3C-F51A-E0F37257C974}"/>
                </a:ext>
              </a:extLst>
            </p:cNvPr>
            <p:cNvSpPr/>
            <p:nvPr/>
          </p:nvSpPr>
          <p:spPr>
            <a:xfrm>
              <a:off x="5503388" y="3705576"/>
              <a:ext cx="62399" cy="33439"/>
            </a:xfrm>
            <a:custGeom>
              <a:avLst/>
              <a:gdLst/>
              <a:ahLst/>
              <a:cxnLst/>
              <a:rect l="l" t="t" r="r" b="b"/>
              <a:pathLst>
                <a:path w="3510" h="1881" extrusionOk="0">
                  <a:moveTo>
                    <a:pt x="1354" y="151"/>
                  </a:moveTo>
                  <a:cubicBezTo>
                    <a:pt x="2181" y="51"/>
                    <a:pt x="2908" y="1"/>
                    <a:pt x="3184" y="527"/>
                  </a:cubicBezTo>
                  <a:cubicBezTo>
                    <a:pt x="3510" y="1054"/>
                    <a:pt x="2708" y="1655"/>
                    <a:pt x="1855" y="1755"/>
                  </a:cubicBezTo>
                  <a:cubicBezTo>
                    <a:pt x="1028" y="1881"/>
                    <a:pt x="277" y="1881"/>
                    <a:pt x="126" y="1430"/>
                  </a:cubicBezTo>
                  <a:cubicBezTo>
                    <a:pt x="1" y="978"/>
                    <a:pt x="502" y="252"/>
                    <a:pt x="1354" y="151"/>
                  </a:cubicBezTo>
                  <a:lnTo>
                    <a:pt x="1354" y="151"/>
                  </a:lnTo>
                </a:path>
              </a:pathLst>
            </a:custGeom>
            <a:solidFill>
              <a:srgbClr val="E42B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9" name="Google Shape;26726;p127">
              <a:extLst>
                <a:ext uri="{FF2B5EF4-FFF2-40B4-BE49-F238E27FC236}">
                  <a16:creationId xmlns:a16="http://schemas.microsoft.com/office/drawing/2014/main" id="{7C276F54-5A40-A23F-E72A-C76354589EBE}"/>
                </a:ext>
              </a:extLst>
            </p:cNvPr>
            <p:cNvSpPr/>
            <p:nvPr/>
          </p:nvSpPr>
          <p:spPr>
            <a:xfrm>
              <a:off x="5482891" y="3735886"/>
              <a:ext cx="18293" cy="16053"/>
            </a:xfrm>
            <a:custGeom>
              <a:avLst/>
              <a:gdLst/>
              <a:ahLst/>
              <a:cxnLst/>
              <a:rect l="l" t="t" r="r" b="b"/>
              <a:pathLst>
                <a:path w="1029" h="903" extrusionOk="0">
                  <a:moveTo>
                    <a:pt x="502" y="903"/>
                  </a:moveTo>
                  <a:cubicBezTo>
                    <a:pt x="778" y="903"/>
                    <a:pt x="1029" y="702"/>
                    <a:pt x="1029" y="451"/>
                  </a:cubicBezTo>
                  <a:cubicBezTo>
                    <a:pt x="1029" y="201"/>
                    <a:pt x="778" y="0"/>
                    <a:pt x="502" y="0"/>
                  </a:cubicBezTo>
                  <a:cubicBezTo>
                    <a:pt x="227" y="0"/>
                    <a:pt x="1" y="201"/>
                    <a:pt x="1" y="451"/>
                  </a:cubicBezTo>
                  <a:cubicBezTo>
                    <a:pt x="1" y="702"/>
                    <a:pt x="227" y="903"/>
                    <a:pt x="502" y="903"/>
                  </a:cubicBezTo>
                  <a:lnTo>
                    <a:pt x="502" y="903"/>
                  </a:lnTo>
                  <a:close/>
                </a:path>
              </a:pathLst>
            </a:custGeom>
            <a:solidFill>
              <a:srgbClr val="E42B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0" name="Google Shape;26727;p127">
              <a:extLst>
                <a:ext uri="{FF2B5EF4-FFF2-40B4-BE49-F238E27FC236}">
                  <a16:creationId xmlns:a16="http://schemas.microsoft.com/office/drawing/2014/main" id="{B13F8158-E616-D858-04BC-A72056E7051E}"/>
                </a:ext>
              </a:extLst>
            </p:cNvPr>
            <p:cNvSpPr/>
            <p:nvPr/>
          </p:nvSpPr>
          <p:spPr>
            <a:xfrm>
              <a:off x="5855365" y="3290350"/>
              <a:ext cx="77545" cy="173775"/>
            </a:xfrm>
            <a:custGeom>
              <a:avLst/>
              <a:gdLst/>
              <a:ahLst/>
              <a:cxnLst/>
              <a:rect l="l" t="t" r="r" b="b"/>
              <a:pathLst>
                <a:path w="4362" h="9775" extrusionOk="0">
                  <a:moveTo>
                    <a:pt x="0" y="0"/>
                  </a:moveTo>
                  <a:cubicBezTo>
                    <a:pt x="427" y="251"/>
                    <a:pt x="1905" y="1279"/>
                    <a:pt x="2106" y="2958"/>
                  </a:cubicBezTo>
                  <a:cubicBezTo>
                    <a:pt x="2306" y="4913"/>
                    <a:pt x="978" y="4963"/>
                    <a:pt x="1479" y="6843"/>
                  </a:cubicBezTo>
                  <a:cubicBezTo>
                    <a:pt x="1880" y="8397"/>
                    <a:pt x="3609" y="9299"/>
                    <a:pt x="4361" y="9775"/>
                  </a:cubicBezTo>
                  <a:cubicBezTo>
                    <a:pt x="3584" y="8998"/>
                    <a:pt x="2607" y="7845"/>
                    <a:pt x="2306" y="6692"/>
                  </a:cubicBezTo>
                  <a:cubicBezTo>
                    <a:pt x="1805" y="4838"/>
                    <a:pt x="3108" y="4787"/>
                    <a:pt x="2908" y="2833"/>
                  </a:cubicBezTo>
                  <a:cubicBezTo>
                    <a:pt x="2757" y="1279"/>
                    <a:pt x="828" y="351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2" name="Google Shape;26728;p127">
              <a:extLst>
                <a:ext uri="{FF2B5EF4-FFF2-40B4-BE49-F238E27FC236}">
                  <a16:creationId xmlns:a16="http://schemas.microsoft.com/office/drawing/2014/main" id="{945D777E-A82D-9C5F-8045-B7C711650840}"/>
                </a:ext>
              </a:extLst>
            </p:cNvPr>
            <p:cNvSpPr/>
            <p:nvPr/>
          </p:nvSpPr>
          <p:spPr>
            <a:xfrm>
              <a:off x="5998378" y="3223066"/>
              <a:ext cx="78879" cy="243747"/>
            </a:xfrm>
            <a:custGeom>
              <a:avLst/>
              <a:gdLst/>
              <a:ahLst/>
              <a:cxnLst/>
              <a:rect l="l" t="t" r="r" b="b"/>
              <a:pathLst>
                <a:path w="4437" h="13711" extrusionOk="0">
                  <a:moveTo>
                    <a:pt x="4437" y="1"/>
                  </a:moveTo>
                  <a:cubicBezTo>
                    <a:pt x="3910" y="377"/>
                    <a:pt x="2006" y="1881"/>
                    <a:pt x="2031" y="4212"/>
                  </a:cubicBezTo>
                  <a:cubicBezTo>
                    <a:pt x="2056" y="6893"/>
                    <a:pt x="3860" y="6868"/>
                    <a:pt x="3459" y="9425"/>
                  </a:cubicBezTo>
                  <a:cubicBezTo>
                    <a:pt x="3159" y="11605"/>
                    <a:pt x="953" y="12958"/>
                    <a:pt x="1" y="13710"/>
                  </a:cubicBezTo>
                  <a:cubicBezTo>
                    <a:pt x="928" y="12557"/>
                    <a:pt x="2081" y="10928"/>
                    <a:pt x="2331" y="9324"/>
                  </a:cubicBezTo>
                  <a:cubicBezTo>
                    <a:pt x="2707" y="6743"/>
                    <a:pt x="928" y="6768"/>
                    <a:pt x="878" y="4086"/>
                  </a:cubicBezTo>
                  <a:cubicBezTo>
                    <a:pt x="878" y="1981"/>
                    <a:pt x="3384" y="527"/>
                    <a:pt x="4437" y="1"/>
                  </a:cubicBezTo>
                  <a:lnTo>
                    <a:pt x="443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3" name="Google Shape;26729;p127">
              <a:extLst>
                <a:ext uri="{FF2B5EF4-FFF2-40B4-BE49-F238E27FC236}">
                  <a16:creationId xmlns:a16="http://schemas.microsoft.com/office/drawing/2014/main" id="{7BF9B2FB-5658-CFD7-CCDE-014F65E776A3}"/>
                </a:ext>
              </a:extLst>
            </p:cNvPr>
            <p:cNvSpPr/>
            <p:nvPr/>
          </p:nvSpPr>
          <p:spPr>
            <a:xfrm>
              <a:off x="5831757" y="3394610"/>
              <a:ext cx="59270" cy="74861"/>
            </a:xfrm>
            <a:custGeom>
              <a:avLst/>
              <a:gdLst/>
              <a:ahLst/>
              <a:cxnLst/>
              <a:rect l="l" t="t" r="r" b="b"/>
              <a:pathLst>
                <a:path w="3334" h="4211" extrusionOk="0">
                  <a:moveTo>
                    <a:pt x="3333" y="4211"/>
                  </a:moveTo>
                  <a:cubicBezTo>
                    <a:pt x="3333" y="4211"/>
                    <a:pt x="1579" y="3283"/>
                    <a:pt x="1253" y="2156"/>
                  </a:cubicBezTo>
                  <a:cubicBezTo>
                    <a:pt x="902" y="1003"/>
                    <a:pt x="1078" y="0"/>
                    <a:pt x="1078" y="0"/>
                  </a:cubicBezTo>
                  <a:cubicBezTo>
                    <a:pt x="1078" y="0"/>
                    <a:pt x="0" y="2005"/>
                    <a:pt x="501" y="3058"/>
                  </a:cubicBezTo>
                  <a:cubicBezTo>
                    <a:pt x="1028" y="4136"/>
                    <a:pt x="3333" y="4211"/>
                    <a:pt x="3333" y="4211"/>
                  </a:cubicBezTo>
                  <a:lnTo>
                    <a:pt x="3333" y="42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4" name="Google Shape;26730;p127">
              <a:extLst>
                <a:ext uri="{FF2B5EF4-FFF2-40B4-BE49-F238E27FC236}">
                  <a16:creationId xmlns:a16="http://schemas.microsoft.com/office/drawing/2014/main" id="{57349E3C-55F8-112A-6CF2-FA0DA91C7C2A}"/>
                </a:ext>
              </a:extLst>
            </p:cNvPr>
            <p:cNvSpPr/>
            <p:nvPr/>
          </p:nvSpPr>
          <p:spPr>
            <a:xfrm>
              <a:off x="6046499" y="3380353"/>
              <a:ext cx="59270" cy="74417"/>
            </a:xfrm>
            <a:custGeom>
              <a:avLst/>
              <a:gdLst/>
              <a:ahLst/>
              <a:cxnLst/>
              <a:rect l="l" t="t" r="r" b="b"/>
              <a:pathLst>
                <a:path w="3334" h="4186" extrusionOk="0">
                  <a:moveTo>
                    <a:pt x="0" y="4186"/>
                  </a:moveTo>
                  <a:cubicBezTo>
                    <a:pt x="0" y="4186"/>
                    <a:pt x="1755" y="3258"/>
                    <a:pt x="2081" y="2130"/>
                  </a:cubicBezTo>
                  <a:cubicBezTo>
                    <a:pt x="2431" y="1003"/>
                    <a:pt x="2256" y="0"/>
                    <a:pt x="2256" y="0"/>
                  </a:cubicBezTo>
                  <a:cubicBezTo>
                    <a:pt x="2256" y="0"/>
                    <a:pt x="3334" y="1980"/>
                    <a:pt x="2832" y="3058"/>
                  </a:cubicBezTo>
                  <a:cubicBezTo>
                    <a:pt x="2306" y="4110"/>
                    <a:pt x="0" y="4186"/>
                    <a:pt x="0" y="4186"/>
                  </a:cubicBezTo>
                  <a:lnTo>
                    <a:pt x="0" y="41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4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4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4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4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4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247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47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47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6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24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7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4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8" name="Google Shape;23858;p90"/>
          <p:cNvSpPr txBox="1">
            <a:spLocks noGrp="1"/>
          </p:cNvSpPr>
          <p:nvPr>
            <p:ph type="title"/>
          </p:nvPr>
        </p:nvSpPr>
        <p:spPr>
          <a:xfrm>
            <a:off x="855945" y="300560"/>
            <a:ext cx="7704000" cy="95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dirty="0"/>
              <a:t>Sense-&gt;Thnik-&gt;Act-&gt;Learn </a:t>
            </a:r>
            <a:endParaRPr dirty="0"/>
          </a:p>
        </p:txBody>
      </p:sp>
      <p:sp>
        <p:nvSpPr>
          <p:cNvPr id="23859" name="Google Shape;23859;p90"/>
          <p:cNvSpPr/>
          <p:nvPr/>
        </p:nvSpPr>
        <p:spPr>
          <a:xfrm rot="3930304">
            <a:off x="2850228" y="920482"/>
            <a:ext cx="3443548" cy="3599861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860" name="Google Shape;23860;p90"/>
          <p:cNvGrpSpPr/>
          <p:nvPr/>
        </p:nvGrpSpPr>
        <p:grpSpPr>
          <a:xfrm>
            <a:off x="3717497" y="1246329"/>
            <a:ext cx="1885776" cy="3158299"/>
            <a:chOff x="3749974" y="1417825"/>
            <a:chExt cx="1720755" cy="2881922"/>
          </a:xfrm>
        </p:grpSpPr>
        <p:sp>
          <p:nvSpPr>
            <p:cNvPr id="23861" name="Google Shape;23861;p90"/>
            <p:cNvSpPr/>
            <p:nvPr/>
          </p:nvSpPr>
          <p:spPr>
            <a:xfrm>
              <a:off x="4690603" y="1417825"/>
              <a:ext cx="780127" cy="761685"/>
            </a:xfrm>
            <a:custGeom>
              <a:avLst/>
              <a:gdLst/>
              <a:ahLst/>
              <a:cxnLst/>
              <a:rect l="l" t="t" r="r" b="b"/>
              <a:pathLst>
                <a:path w="9856" h="9623" extrusionOk="0">
                  <a:moveTo>
                    <a:pt x="9037" y="1"/>
                  </a:moveTo>
                  <a:cubicBezTo>
                    <a:pt x="8961" y="1"/>
                    <a:pt x="8884" y="13"/>
                    <a:pt x="8810" y="39"/>
                  </a:cubicBezTo>
                  <a:lnTo>
                    <a:pt x="3934" y="1839"/>
                  </a:lnTo>
                  <a:cubicBezTo>
                    <a:pt x="3767" y="1881"/>
                    <a:pt x="3621" y="2006"/>
                    <a:pt x="3558" y="2174"/>
                  </a:cubicBezTo>
                  <a:lnTo>
                    <a:pt x="189" y="8576"/>
                  </a:lnTo>
                  <a:cubicBezTo>
                    <a:pt x="1" y="8932"/>
                    <a:pt x="147" y="9371"/>
                    <a:pt x="503" y="9539"/>
                  </a:cubicBezTo>
                  <a:cubicBezTo>
                    <a:pt x="608" y="9601"/>
                    <a:pt x="712" y="9622"/>
                    <a:pt x="817" y="9622"/>
                  </a:cubicBezTo>
                  <a:cubicBezTo>
                    <a:pt x="1089" y="9622"/>
                    <a:pt x="1340" y="9497"/>
                    <a:pt x="1465" y="9246"/>
                  </a:cubicBezTo>
                  <a:lnTo>
                    <a:pt x="4688" y="3094"/>
                  </a:lnTo>
                  <a:lnTo>
                    <a:pt x="9291" y="1399"/>
                  </a:lnTo>
                  <a:cubicBezTo>
                    <a:pt x="9667" y="1253"/>
                    <a:pt x="9856" y="834"/>
                    <a:pt x="9730" y="479"/>
                  </a:cubicBezTo>
                  <a:cubicBezTo>
                    <a:pt x="9614" y="181"/>
                    <a:pt x="9328" y="1"/>
                    <a:pt x="90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90"/>
            <p:cNvSpPr/>
            <p:nvPr/>
          </p:nvSpPr>
          <p:spPr>
            <a:xfrm>
              <a:off x="3801264" y="1646095"/>
              <a:ext cx="1397912" cy="717280"/>
            </a:xfrm>
            <a:custGeom>
              <a:avLst/>
              <a:gdLst/>
              <a:ahLst/>
              <a:cxnLst/>
              <a:rect l="l" t="t" r="r" b="b"/>
              <a:pathLst>
                <a:path w="17661" h="9062" extrusionOk="0">
                  <a:moveTo>
                    <a:pt x="8433" y="1"/>
                  </a:moveTo>
                  <a:cubicBezTo>
                    <a:pt x="8433" y="1"/>
                    <a:pt x="4981" y="1047"/>
                    <a:pt x="5943" y="1863"/>
                  </a:cubicBezTo>
                  <a:cubicBezTo>
                    <a:pt x="6424" y="2261"/>
                    <a:pt x="2993" y="1633"/>
                    <a:pt x="3139" y="3014"/>
                  </a:cubicBezTo>
                  <a:cubicBezTo>
                    <a:pt x="3139" y="3014"/>
                    <a:pt x="1" y="5106"/>
                    <a:pt x="2805" y="7659"/>
                  </a:cubicBezTo>
                  <a:cubicBezTo>
                    <a:pt x="3943" y="8695"/>
                    <a:pt x="6151" y="9062"/>
                    <a:pt x="8431" y="9062"/>
                  </a:cubicBezTo>
                  <a:cubicBezTo>
                    <a:pt x="11722" y="9062"/>
                    <a:pt x="15163" y="8298"/>
                    <a:pt x="15756" y="7680"/>
                  </a:cubicBezTo>
                  <a:cubicBezTo>
                    <a:pt x="16761" y="6634"/>
                    <a:pt x="17660" y="4939"/>
                    <a:pt x="15233" y="4269"/>
                  </a:cubicBezTo>
                  <a:cubicBezTo>
                    <a:pt x="15233" y="4269"/>
                    <a:pt x="15526" y="2951"/>
                    <a:pt x="13580" y="2867"/>
                  </a:cubicBezTo>
                  <a:cubicBezTo>
                    <a:pt x="13580" y="2867"/>
                    <a:pt x="13727" y="1696"/>
                    <a:pt x="12388" y="1591"/>
                  </a:cubicBezTo>
                  <a:cubicBezTo>
                    <a:pt x="12178" y="1578"/>
                    <a:pt x="11985" y="1573"/>
                    <a:pt x="11809" y="1573"/>
                  </a:cubicBezTo>
                  <a:cubicBezTo>
                    <a:pt x="11136" y="1573"/>
                    <a:pt x="10699" y="1652"/>
                    <a:pt x="10494" y="1701"/>
                  </a:cubicBezTo>
                  <a:lnTo>
                    <a:pt x="10494" y="1701"/>
                  </a:lnTo>
                  <a:cubicBezTo>
                    <a:pt x="10719" y="1622"/>
                    <a:pt x="11083" y="1406"/>
                    <a:pt x="10442" y="922"/>
                  </a:cubicBezTo>
                  <a:cubicBezTo>
                    <a:pt x="9584" y="273"/>
                    <a:pt x="8412" y="587"/>
                    <a:pt x="84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90"/>
            <p:cNvSpPr/>
            <p:nvPr/>
          </p:nvSpPr>
          <p:spPr>
            <a:xfrm>
              <a:off x="4034759" y="1884576"/>
              <a:ext cx="253525" cy="109943"/>
            </a:xfrm>
            <a:custGeom>
              <a:avLst/>
              <a:gdLst/>
              <a:ahLst/>
              <a:cxnLst/>
              <a:rect l="l" t="t" r="r" b="b"/>
              <a:pathLst>
                <a:path w="3203" h="1389" extrusionOk="0">
                  <a:moveTo>
                    <a:pt x="189" y="1"/>
                  </a:moveTo>
                  <a:lnTo>
                    <a:pt x="1" y="147"/>
                  </a:lnTo>
                  <a:cubicBezTo>
                    <a:pt x="703" y="1208"/>
                    <a:pt x="1868" y="1389"/>
                    <a:pt x="2582" y="1389"/>
                  </a:cubicBezTo>
                  <a:cubicBezTo>
                    <a:pt x="2953" y="1389"/>
                    <a:pt x="3202" y="1340"/>
                    <a:pt x="3202" y="1340"/>
                  </a:cubicBezTo>
                  <a:lnTo>
                    <a:pt x="3202" y="1340"/>
                  </a:lnTo>
                  <a:cubicBezTo>
                    <a:pt x="3043" y="1353"/>
                    <a:pt x="2893" y="1359"/>
                    <a:pt x="2749" y="1359"/>
                  </a:cubicBezTo>
                  <a:cubicBezTo>
                    <a:pt x="630" y="1359"/>
                    <a:pt x="189" y="1"/>
                    <a:pt x="1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90"/>
            <p:cNvSpPr/>
            <p:nvPr/>
          </p:nvSpPr>
          <p:spPr>
            <a:xfrm>
              <a:off x="4493517" y="1983989"/>
              <a:ext cx="556600" cy="143345"/>
            </a:xfrm>
            <a:custGeom>
              <a:avLst/>
              <a:gdLst/>
              <a:ahLst/>
              <a:cxnLst/>
              <a:rect l="l" t="t" r="r" b="b"/>
              <a:pathLst>
                <a:path w="7032" h="1811" extrusionOk="0">
                  <a:moveTo>
                    <a:pt x="6487" y="0"/>
                  </a:moveTo>
                  <a:cubicBezTo>
                    <a:pt x="6487" y="0"/>
                    <a:pt x="4956" y="1756"/>
                    <a:pt x="764" y="1756"/>
                  </a:cubicBezTo>
                  <a:cubicBezTo>
                    <a:pt x="519" y="1756"/>
                    <a:pt x="265" y="1750"/>
                    <a:pt x="1" y="1737"/>
                  </a:cubicBezTo>
                  <a:lnTo>
                    <a:pt x="1" y="1737"/>
                  </a:lnTo>
                  <a:cubicBezTo>
                    <a:pt x="1" y="1737"/>
                    <a:pt x="569" y="1811"/>
                    <a:pt x="1413" y="1811"/>
                  </a:cubicBezTo>
                  <a:cubicBezTo>
                    <a:pt x="2952" y="1811"/>
                    <a:pt x="5410" y="1566"/>
                    <a:pt x="7031" y="189"/>
                  </a:cubicBezTo>
                  <a:lnTo>
                    <a:pt x="648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90"/>
            <p:cNvSpPr/>
            <p:nvPr/>
          </p:nvSpPr>
          <p:spPr>
            <a:xfrm>
              <a:off x="4437241" y="1844842"/>
              <a:ext cx="440642" cy="122924"/>
            </a:xfrm>
            <a:custGeom>
              <a:avLst/>
              <a:gdLst/>
              <a:ahLst/>
              <a:cxnLst/>
              <a:rect l="l" t="t" r="r" b="b"/>
              <a:pathLst>
                <a:path w="5567" h="1553" extrusionOk="0">
                  <a:moveTo>
                    <a:pt x="5524" y="1"/>
                  </a:moveTo>
                  <a:cubicBezTo>
                    <a:pt x="4680" y="1348"/>
                    <a:pt x="1822" y="1499"/>
                    <a:pt x="582" y="1499"/>
                  </a:cubicBezTo>
                  <a:cubicBezTo>
                    <a:pt x="224" y="1499"/>
                    <a:pt x="1" y="1486"/>
                    <a:pt x="0" y="1486"/>
                  </a:cubicBezTo>
                  <a:lnTo>
                    <a:pt x="0" y="1486"/>
                  </a:lnTo>
                  <a:cubicBezTo>
                    <a:pt x="523" y="1532"/>
                    <a:pt x="999" y="1552"/>
                    <a:pt x="1432" y="1552"/>
                  </a:cubicBezTo>
                  <a:cubicBezTo>
                    <a:pt x="4759" y="1552"/>
                    <a:pt x="5545" y="356"/>
                    <a:pt x="5545" y="356"/>
                  </a:cubicBezTo>
                  <a:cubicBezTo>
                    <a:pt x="5566" y="252"/>
                    <a:pt x="5524" y="1"/>
                    <a:pt x="55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90"/>
            <p:cNvSpPr/>
            <p:nvPr/>
          </p:nvSpPr>
          <p:spPr>
            <a:xfrm>
              <a:off x="3801264" y="1884576"/>
              <a:ext cx="1305146" cy="478793"/>
            </a:xfrm>
            <a:custGeom>
              <a:avLst/>
              <a:gdLst/>
              <a:ahLst/>
              <a:cxnLst/>
              <a:rect l="l" t="t" r="r" b="b"/>
              <a:pathLst>
                <a:path w="16489" h="6049" extrusionOk="0">
                  <a:moveTo>
                    <a:pt x="3139" y="1"/>
                  </a:moveTo>
                  <a:cubicBezTo>
                    <a:pt x="3139" y="1"/>
                    <a:pt x="1" y="2093"/>
                    <a:pt x="2805" y="4646"/>
                  </a:cubicBezTo>
                  <a:cubicBezTo>
                    <a:pt x="3943" y="5682"/>
                    <a:pt x="6151" y="6049"/>
                    <a:pt x="8431" y="6049"/>
                  </a:cubicBezTo>
                  <a:cubicBezTo>
                    <a:pt x="11722" y="6049"/>
                    <a:pt x="15163" y="5285"/>
                    <a:pt x="15756" y="4667"/>
                  </a:cubicBezTo>
                  <a:cubicBezTo>
                    <a:pt x="16028" y="4374"/>
                    <a:pt x="16300" y="4039"/>
                    <a:pt x="16489" y="3704"/>
                  </a:cubicBezTo>
                  <a:lnTo>
                    <a:pt x="16489" y="3704"/>
                  </a:lnTo>
                  <a:cubicBezTo>
                    <a:pt x="15819" y="4881"/>
                    <a:pt x="13241" y="5361"/>
                    <a:pt x="10475" y="5361"/>
                  </a:cubicBezTo>
                  <a:cubicBezTo>
                    <a:pt x="7880" y="5361"/>
                    <a:pt x="5120" y="4938"/>
                    <a:pt x="3621" y="4269"/>
                  </a:cubicBezTo>
                  <a:cubicBezTo>
                    <a:pt x="524" y="2888"/>
                    <a:pt x="3139" y="1"/>
                    <a:pt x="3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90"/>
            <p:cNvSpPr/>
            <p:nvPr/>
          </p:nvSpPr>
          <p:spPr>
            <a:xfrm>
              <a:off x="4453783" y="1662717"/>
              <a:ext cx="198831" cy="139150"/>
            </a:xfrm>
            <a:custGeom>
              <a:avLst/>
              <a:gdLst/>
              <a:ahLst/>
              <a:cxnLst/>
              <a:rect l="l" t="t" r="r" b="b"/>
              <a:pathLst>
                <a:path w="2512" h="1758" extrusionOk="0">
                  <a:moveTo>
                    <a:pt x="105" y="0"/>
                  </a:moveTo>
                  <a:cubicBezTo>
                    <a:pt x="105" y="0"/>
                    <a:pt x="1" y="251"/>
                    <a:pt x="398" y="398"/>
                  </a:cubicBezTo>
                  <a:cubicBezTo>
                    <a:pt x="817" y="544"/>
                    <a:pt x="2491" y="1046"/>
                    <a:pt x="1842" y="1758"/>
                  </a:cubicBezTo>
                  <a:cubicBezTo>
                    <a:pt x="1842" y="1758"/>
                    <a:pt x="2512" y="1235"/>
                    <a:pt x="2072" y="900"/>
                  </a:cubicBezTo>
                  <a:cubicBezTo>
                    <a:pt x="1654" y="565"/>
                    <a:pt x="189" y="377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90"/>
            <p:cNvSpPr/>
            <p:nvPr/>
          </p:nvSpPr>
          <p:spPr>
            <a:xfrm>
              <a:off x="3768179" y="2229118"/>
              <a:ext cx="1483951" cy="2070629"/>
            </a:xfrm>
            <a:custGeom>
              <a:avLst/>
              <a:gdLst/>
              <a:ahLst/>
              <a:cxnLst/>
              <a:rect l="l" t="t" r="r" b="b"/>
              <a:pathLst>
                <a:path w="18748" h="26160" extrusionOk="0">
                  <a:moveTo>
                    <a:pt x="0" y="0"/>
                  </a:moveTo>
                  <a:lnTo>
                    <a:pt x="3474" y="25694"/>
                  </a:lnTo>
                  <a:cubicBezTo>
                    <a:pt x="3474" y="25694"/>
                    <a:pt x="6654" y="26159"/>
                    <a:pt x="10151" y="26159"/>
                  </a:cubicBezTo>
                  <a:cubicBezTo>
                    <a:pt x="11899" y="26159"/>
                    <a:pt x="13726" y="26043"/>
                    <a:pt x="15275" y="25694"/>
                  </a:cubicBezTo>
                  <a:lnTo>
                    <a:pt x="187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90"/>
            <p:cNvSpPr/>
            <p:nvPr/>
          </p:nvSpPr>
          <p:spPr>
            <a:xfrm>
              <a:off x="3749974" y="2114824"/>
              <a:ext cx="1520440" cy="145799"/>
            </a:xfrm>
            <a:custGeom>
              <a:avLst/>
              <a:gdLst/>
              <a:ahLst/>
              <a:cxnLst/>
              <a:rect l="l" t="t" r="r" b="b"/>
              <a:pathLst>
                <a:path w="19209" h="1842" extrusionOk="0">
                  <a:moveTo>
                    <a:pt x="19208" y="0"/>
                  </a:moveTo>
                  <a:lnTo>
                    <a:pt x="0" y="0"/>
                  </a:lnTo>
                  <a:lnTo>
                    <a:pt x="0" y="1842"/>
                  </a:lnTo>
                  <a:lnTo>
                    <a:pt x="19208" y="1842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90"/>
            <p:cNvSpPr/>
            <p:nvPr/>
          </p:nvSpPr>
          <p:spPr>
            <a:xfrm>
              <a:off x="3817886" y="2773911"/>
              <a:ext cx="1384615" cy="793425"/>
            </a:xfrm>
            <a:custGeom>
              <a:avLst/>
              <a:gdLst/>
              <a:ahLst/>
              <a:cxnLst/>
              <a:rect l="l" t="t" r="r" b="b"/>
              <a:pathLst>
                <a:path w="17493" h="10024" extrusionOk="0">
                  <a:moveTo>
                    <a:pt x="0" y="1"/>
                  </a:moveTo>
                  <a:lnTo>
                    <a:pt x="1339" y="10023"/>
                  </a:lnTo>
                  <a:lnTo>
                    <a:pt x="16153" y="10023"/>
                  </a:lnTo>
                  <a:lnTo>
                    <a:pt x="1749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90"/>
            <p:cNvSpPr/>
            <p:nvPr/>
          </p:nvSpPr>
          <p:spPr>
            <a:xfrm>
              <a:off x="4155701" y="2877756"/>
              <a:ext cx="636069" cy="591427"/>
            </a:xfrm>
            <a:custGeom>
              <a:avLst/>
              <a:gdLst/>
              <a:ahLst/>
              <a:cxnLst/>
              <a:rect l="l" t="t" r="r" b="b"/>
              <a:pathLst>
                <a:path w="8036" h="7472" extrusionOk="0">
                  <a:moveTo>
                    <a:pt x="5985" y="551"/>
                  </a:moveTo>
                  <a:lnTo>
                    <a:pt x="5985" y="551"/>
                  </a:lnTo>
                  <a:cubicBezTo>
                    <a:pt x="6926" y="2853"/>
                    <a:pt x="4855" y="4171"/>
                    <a:pt x="3557" y="5050"/>
                  </a:cubicBezTo>
                  <a:cubicBezTo>
                    <a:pt x="2281" y="5928"/>
                    <a:pt x="1967" y="6954"/>
                    <a:pt x="1967" y="6954"/>
                  </a:cubicBezTo>
                  <a:cubicBezTo>
                    <a:pt x="1779" y="5719"/>
                    <a:pt x="2302" y="5050"/>
                    <a:pt x="4101" y="3648"/>
                  </a:cubicBezTo>
                  <a:cubicBezTo>
                    <a:pt x="5880" y="2267"/>
                    <a:pt x="5985" y="551"/>
                    <a:pt x="5985" y="551"/>
                  </a:cubicBezTo>
                  <a:close/>
                  <a:moveTo>
                    <a:pt x="4871" y="1"/>
                  </a:moveTo>
                  <a:cubicBezTo>
                    <a:pt x="4173" y="1"/>
                    <a:pt x="3249" y="278"/>
                    <a:pt x="2281" y="1346"/>
                  </a:cubicBezTo>
                  <a:cubicBezTo>
                    <a:pt x="733" y="3062"/>
                    <a:pt x="0" y="5050"/>
                    <a:pt x="1256" y="6598"/>
                  </a:cubicBezTo>
                  <a:cubicBezTo>
                    <a:pt x="1764" y="7218"/>
                    <a:pt x="2414" y="7471"/>
                    <a:pt x="3090" y="7471"/>
                  </a:cubicBezTo>
                  <a:cubicBezTo>
                    <a:pt x="4446" y="7471"/>
                    <a:pt x="5907" y="6452"/>
                    <a:pt x="6550" y="5322"/>
                  </a:cubicBezTo>
                  <a:cubicBezTo>
                    <a:pt x="7512" y="3627"/>
                    <a:pt x="8035" y="1535"/>
                    <a:pt x="6110" y="321"/>
                  </a:cubicBezTo>
                  <a:cubicBezTo>
                    <a:pt x="6110" y="321"/>
                    <a:pt x="5621" y="1"/>
                    <a:pt x="48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876" name="Google Shape;23876;p90"/>
          <p:cNvSpPr txBox="1">
            <a:spLocks noGrp="1"/>
          </p:cNvSpPr>
          <p:nvPr>
            <p:ph type="subTitle" idx="4294967295"/>
          </p:nvPr>
        </p:nvSpPr>
        <p:spPr>
          <a:xfrm>
            <a:off x="-87544" y="1102206"/>
            <a:ext cx="3157728" cy="125084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bs-Latn-BA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Sense</a:t>
            </a:r>
            <a:r>
              <a:rPr lang="bs-Latn-BA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-&gt; prima povratnu informaciju korisnika</a:t>
            </a:r>
            <a:endParaRPr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3877" name="Google Shape;23877;p90"/>
          <p:cNvSpPr txBox="1">
            <a:spLocks noGrp="1"/>
          </p:cNvSpPr>
          <p:nvPr>
            <p:ph type="subTitle" idx="4294967295"/>
          </p:nvPr>
        </p:nvSpPr>
        <p:spPr>
          <a:xfrm>
            <a:off x="0" y="3008588"/>
            <a:ext cx="2736005" cy="40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bs-Latn-BA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Think -&gt; </a:t>
            </a:r>
            <a:r>
              <a:rPr lang="bs-Latn-BA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bira strategiju preporuke (RL/Bandit)</a:t>
            </a:r>
            <a:endParaRPr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3878" name="Google Shape;23878;p90"/>
          <p:cNvSpPr txBox="1">
            <a:spLocks noGrp="1"/>
          </p:cNvSpPr>
          <p:nvPr>
            <p:ph type="subTitle" idx="4294967295"/>
          </p:nvPr>
        </p:nvSpPr>
        <p:spPr>
          <a:xfrm>
            <a:off x="6407996" y="1629488"/>
            <a:ext cx="2577508" cy="40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bs-Latn-BA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Act -&gt; </a:t>
            </a:r>
            <a:r>
              <a:rPr lang="bs-Latn-BA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preporučuje određenu kafu</a:t>
            </a:r>
            <a:endParaRPr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3879" name="Google Shape;23879;p90"/>
          <p:cNvSpPr txBox="1">
            <a:spLocks noGrp="1"/>
          </p:cNvSpPr>
          <p:nvPr>
            <p:ph type="subTitle" idx="4294967295"/>
          </p:nvPr>
        </p:nvSpPr>
        <p:spPr>
          <a:xfrm>
            <a:off x="6407995" y="3008588"/>
            <a:ext cx="2852883" cy="40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bs-Latn-BA" b="1" dirty="0"/>
              <a:t> </a:t>
            </a:r>
            <a:r>
              <a:rPr lang="bs-Latn-BA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Learn -&gt; </a:t>
            </a:r>
            <a:r>
              <a:rPr lang="bs-Latn-BA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ažurira znanje na osnovu reakcije korisnika</a:t>
            </a:r>
            <a:endParaRPr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cxnSp>
        <p:nvCxnSpPr>
          <p:cNvPr id="23880" name="Google Shape;23880;p90"/>
          <p:cNvCxnSpPr>
            <a:cxnSpLocks/>
            <a:stCxn id="23876" idx="3"/>
          </p:cNvCxnSpPr>
          <p:nvPr/>
        </p:nvCxnSpPr>
        <p:spPr>
          <a:xfrm>
            <a:off x="3070184" y="1727631"/>
            <a:ext cx="743712" cy="223089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accent2"/>
            </a:solidFill>
            <a:prstDash val="solid"/>
            <a:round/>
            <a:headEnd type="oval" w="med" len="med"/>
            <a:tailEnd type="oval" w="med" len="med"/>
          </a:ln>
        </p:spPr>
      </p:cxnSp>
      <p:cxnSp>
        <p:nvCxnSpPr>
          <p:cNvPr id="23881" name="Google Shape;23881;p90"/>
          <p:cNvCxnSpPr>
            <a:cxnSpLocks/>
            <a:stCxn id="23878" idx="1"/>
          </p:cNvCxnSpPr>
          <p:nvPr/>
        </p:nvCxnSpPr>
        <p:spPr>
          <a:xfrm rot="10800000" flipV="1">
            <a:off x="5452024" y="1833637"/>
            <a:ext cx="955972" cy="510797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oval" w="med" len="med"/>
            <a:tailEnd type="oval" w="med" len="med"/>
          </a:ln>
        </p:spPr>
      </p:cxnSp>
      <p:cxnSp>
        <p:nvCxnSpPr>
          <p:cNvPr id="23882" name="Google Shape;23882;p90"/>
          <p:cNvCxnSpPr>
            <a:cxnSpLocks/>
            <a:stCxn id="23877" idx="3"/>
          </p:cNvCxnSpPr>
          <p:nvPr/>
        </p:nvCxnSpPr>
        <p:spPr>
          <a:xfrm>
            <a:off x="2736005" y="3212738"/>
            <a:ext cx="1123799" cy="678300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oval" w="med" len="med"/>
            <a:tailEnd type="oval" w="med" len="med"/>
          </a:ln>
        </p:spPr>
      </p:cxnSp>
      <p:cxnSp>
        <p:nvCxnSpPr>
          <p:cNvPr id="23883" name="Google Shape;23883;p90"/>
          <p:cNvCxnSpPr>
            <a:cxnSpLocks/>
            <a:stCxn id="23879" idx="1"/>
          </p:cNvCxnSpPr>
          <p:nvPr/>
        </p:nvCxnSpPr>
        <p:spPr>
          <a:xfrm rot="10800000">
            <a:off x="5348407" y="2891138"/>
            <a:ext cx="1059589" cy="321600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accent4"/>
            </a:solidFill>
            <a:prstDash val="solid"/>
            <a:round/>
            <a:headEnd type="oval" w="med" len="med"/>
            <a:tailEnd type="oval" w="med" len="med"/>
          </a:ln>
        </p:spPr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3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500"/>
                                        <p:tgtEl>
                                          <p:spTgt spid="23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5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3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3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4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23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3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6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23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7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23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8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23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9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3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103" name="Google Shape;22103;p7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107067" y="342900"/>
            <a:ext cx="6864558" cy="426074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104" name="Google Shape;22104;p71"/>
          <p:cNvGrpSpPr/>
          <p:nvPr/>
        </p:nvGrpSpPr>
        <p:grpSpPr>
          <a:xfrm flipH="1">
            <a:off x="609" y="2126"/>
            <a:ext cx="9144199" cy="5173108"/>
            <a:chOff x="240175" y="838925"/>
            <a:chExt cx="7121650" cy="4028900"/>
          </a:xfrm>
        </p:grpSpPr>
        <p:sp>
          <p:nvSpPr>
            <p:cNvPr id="22105" name="Google Shape;22105;p71"/>
            <p:cNvSpPr/>
            <p:nvPr/>
          </p:nvSpPr>
          <p:spPr>
            <a:xfrm>
              <a:off x="240175" y="838925"/>
              <a:ext cx="7121650" cy="4028900"/>
            </a:xfrm>
            <a:custGeom>
              <a:avLst/>
              <a:gdLst/>
              <a:ahLst/>
              <a:cxnLst/>
              <a:rect l="l" t="t" r="r" b="b"/>
              <a:pathLst>
                <a:path w="284866" h="161156" extrusionOk="0">
                  <a:moveTo>
                    <a:pt x="78475" y="10879"/>
                  </a:moveTo>
                  <a:cubicBezTo>
                    <a:pt x="94079" y="10879"/>
                    <a:pt x="108230" y="15507"/>
                    <a:pt x="114535" y="25121"/>
                  </a:cubicBezTo>
                  <a:cubicBezTo>
                    <a:pt x="133813" y="54604"/>
                    <a:pt x="130562" y="65055"/>
                    <a:pt x="128258" y="103219"/>
                  </a:cubicBezTo>
                  <a:cubicBezTo>
                    <a:pt x="126522" y="131840"/>
                    <a:pt x="99581" y="141893"/>
                    <a:pt x="75466" y="141893"/>
                  </a:cubicBezTo>
                  <a:cubicBezTo>
                    <a:pt x="57838" y="141893"/>
                    <a:pt x="41720" y="136521"/>
                    <a:pt x="38062" y="129101"/>
                  </a:cubicBezTo>
                  <a:cubicBezTo>
                    <a:pt x="30347" y="113239"/>
                    <a:pt x="27261" y="108445"/>
                    <a:pt x="22385" y="95319"/>
                  </a:cubicBezTo>
                  <a:cubicBezTo>
                    <a:pt x="17673" y="82543"/>
                    <a:pt x="16459" y="64541"/>
                    <a:pt x="17488" y="51353"/>
                  </a:cubicBezTo>
                  <a:cubicBezTo>
                    <a:pt x="19503" y="25011"/>
                    <a:pt x="51207" y="10879"/>
                    <a:pt x="78475" y="10879"/>
                  </a:cubicBezTo>
                  <a:close/>
                  <a:moveTo>
                    <a:pt x="0" y="1"/>
                  </a:moveTo>
                  <a:lnTo>
                    <a:pt x="0" y="161155"/>
                  </a:lnTo>
                  <a:lnTo>
                    <a:pt x="284866" y="161155"/>
                  </a:lnTo>
                  <a:lnTo>
                    <a:pt x="28486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6" name="Google Shape;22106;p71"/>
            <p:cNvSpPr/>
            <p:nvPr/>
          </p:nvSpPr>
          <p:spPr>
            <a:xfrm>
              <a:off x="240175" y="838925"/>
              <a:ext cx="7121650" cy="4028900"/>
            </a:xfrm>
            <a:custGeom>
              <a:avLst/>
              <a:gdLst/>
              <a:ahLst/>
              <a:cxnLst/>
              <a:rect l="l" t="t" r="r" b="b"/>
              <a:pathLst>
                <a:path w="284866" h="161156" extrusionOk="0">
                  <a:moveTo>
                    <a:pt x="78475" y="10879"/>
                  </a:moveTo>
                  <a:cubicBezTo>
                    <a:pt x="94079" y="10879"/>
                    <a:pt x="108230" y="15507"/>
                    <a:pt x="114535" y="25121"/>
                  </a:cubicBezTo>
                  <a:cubicBezTo>
                    <a:pt x="133813" y="54604"/>
                    <a:pt x="130562" y="65055"/>
                    <a:pt x="128258" y="103219"/>
                  </a:cubicBezTo>
                  <a:cubicBezTo>
                    <a:pt x="126522" y="131840"/>
                    <a:pt x="99581" y="141893"/>
                    <a:pt x="75466" y="141893"/>
                  </a:cubicBezTo>
                  <a:cubicBezTo>
                    <a:pt x="57838" y="141893"/>
                    <a:pt x="41720" y="136521"/>
                    <a:pt x="38062" y="129101"/>
                  </a:cubicBezTo>
                  <a:cubicBezTo>
                    <a:pt x="30347" y="113239"/>
                    <a:pt x="27261" y="108445"/>
                    <a:pt x="22385" y="95319"/>
                  </a:cubicBezTo>
                  <a:cubicBezTo>
                    <a:pt x="17673" y="82543"/>
                    <a:pt x="16459" y="64541"/>
                    <a:pt x="17488" y="51353"/>
                  </a:cubicBezTo>
                  <a:cubicBezTo>
                    <a:pt x="19503" y="25011"/>
                    <a:pt x="51207" y="10879"/>
                    <a:pt x="78475" y="10879"/>
                  </a:cubicBezTo>
                  <a:close/>
                  <a:moveTo>
                    <a:pt x="0" y="1"/>
                  </a:moveTo>
                  <a:lnTo>
                    <a:pt x="0" y="161155"/>
                  </a:lnTo>
                  <a:lnTo>
                    <a:pt x="284866" y="161155"/>
                  </a:lnTo>
                  <a:lnTo>
                    <a:pt x="28486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107" name="Google Shape;22107;p71"/>
          <p:cNvSpPr txBox="1">
            <a:spLocks noGrp="1"/>
          </p:cNvSpPr>
          <p:nvPr>
            <p:ph type="title"/>
          </p:nvPr>
        </p:nvSpPr>
        <p:spPr>
          <a:xfrm>
            <a:off x="585529" y="506383"/>
            <a:ext cx="3852000" cy="65006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dirty="0"/>
              <a:t>Algoritmi učenja</a:t>
            </a:r>
            <a:endParaRPr dirty="0"/>
          </a:p>
        </p:txBody>
      </p:sp>
      <p:sp>
        <p:nvSpPr>
          <p:cNvPr id="22108" name="Google Shape;22108;p71"/>
          <p:cNvSpPr txBox="1">
            <a:spLocks noGrp="1"/>
          </p:cNvSpPr>
          <p:nvPr>
            <p:ph type="body" idx="1"/>
          </p:nvPr>
        </p:nvSpPr>
        <p:spPr>
          <a:xfrm>
            <a:off x="551911" y="1611997"/>
            <a:ext cx="4181453" cy="28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>
              <a:buClr>
                <a:schemeClr val="dk1"/>
              </a:buClr>
              <a:buSzPts val="1100"/>
              <a:buNone/>
            </a:pPr>
            <a:r>
              <a:rPr lang="bs-Latn-BA" sz="16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Reinforcement Learning </a:t>
            </a:r>
            <a:r>
              <a:rPr lang="bs-Latn-BA" sz="1600" i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– omogućava agentu učenje na osnovu nagrada i korisničkih ocjena</a:t>
            </a:r>
          </a:p>
          <a:p>
            <a:pPr marL="0" indent="0">
              <a:buClr>
                <a:schemeClr val="dk1"/>
              </a:buClr>
              <a:buSzPts val="1100"/>
              <a:buNone/>
            </a:pPr>
            <a:endParaRPr lang="bs-Latn-BA" sz="1600" b="1" i="1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marL="0" indent="0">
              <a:buClr>
                <a:schemeClr val="dk1"/>
              </a:buClr>
              <a:buSzPts val="1100"/>
              <a:buNone/>
            </a:pPr>
            <a:r>
              <a:rPr lang="bs-Latn-BA" sz="16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Multi-Armed Bandit </a:t>
            </a:r>
            <a:r>
              <a:rPr lang="bs-Latn-BA" sz="1600" i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– pomaže agentu da bira optimalne preporuke uz ograničene informacije</a:t>
            </a:r>
          </a:p>
          <a:p>
            <a:pPr marL="0" indent="0">
              <a:buClr>
                <a:schemeClr val="dk1"/>
              </a:buClr>
              <a:buSzPts val="1100"/>
              <a:buNone/>
            </a:pPr>
            <a:endParaRPr lang="bs-Latn-BA" sz="1600" b="1" i="1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marL="0" indent="0">
              <a:buClr>
                <a:schemeClr val="dk1"/>
              </a:buClr>
              <a:buSzPts val="1100"/>
              <a:buNone/>
            </a:pPr>
            <a:r>
              <a:rPr lang="bs-Latn-BA" sz="16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Eksploatacija &amp; eksploracija</a:t>
            </a:r>
            <a:r>
              <a:rPr lang="bs-Latn-BA" sz="1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bs-Latn-BA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– balans između isprobavanja novih opcija i korištenja već naučenih preferencija</a:t>
            </a:r>
            <a:endParaRPr lang="bs-Latn-BA" sz="1600" b="1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marL="0" indent="0">
              <a:buClr>
                <a:schemeClr val="dk1"/>
              </a:buClr>
              <a:buSzPts val="1100"/>
              <a:buNone/>
            </a:pPr>
            <a:endParaRPr lang="bs-Latn-BA" b="1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indent="0">
              <a:buClr>
                <a:schemeClr val="dk1"/>
              </a:buClr>
              <a:buSzPts val="1100"/>
              <a:buNone/>
            </a:pPr>
            <a:endParaRPr lang="bs-Latn-BA" b="1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Open Sans" panose="020B0606030504020204" pitchFamily="34" charset="0"/>
              <a:cs typeface="Times New Roman" panose="02020603050405020304" pitchFamily="18" charset="0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dirty="0"/>
          </a:p>
        </p:txBody>
      </p:sp>
      <p:sp>
        <p:nvSpPr>
          <p:cNvPr id="22109" name="Google Shape;22109;p71"/>
          <p:cNvSpPr/>
          <p:nvPr/>
        </p:nvSpPr>
        <p:spPr>
          <a:xfrm>
            <a:off x="7323808" y="-46525"/>
            <a:ext cx="1896382" cy="1759366"/>
          </a:xfrm>
          <a:custGeom>
            <a:avLst/>
            <a:gdLst/>
            <a:ahLst/>
            <a:cxnLst/>
            <a:rect l="l" t="t" r="r" b="b"/>
            <a:pathLst>
              <a:path w="16844" h="15627" extrusionOk="0">
                <a:moveTo>
                  <a:pt x="148" y="0"/>
                </a:moveTo>
                <a:cubicBezTo>
                  <a:pt x="57" y="1027"/>
                  <a:pt x="1" y="2081"/>
                  <a:pt x="1" y="3136"/>
                </a:cubicBezTo>
                <a:cubicBezTo>
                  <a:pt x="57" y="6587"/>
                  <a:pt x="204" y="10749"/>
                  <a:pt x="3101" y="13118"/>
                </a:cubicBezTo>
                <a:cubicBezTo>
                  <a:pt x="5450" y="15041"/>
                  <a:pt x="8775" y="15626"/>
                  <a:pt x="11831" y="15626"/>
                </a:cubicBezTo>
                <a:cubicBezTo>
                  <a:pt x="12359" y="15626"/>
                  <a:pt x="12879" y="15609"/>
                  <a:pt x="13385" y="15578"/>
                </a:cubicBezTo>
                <a:cubicBezTo>
                  <a:pt x="14495" y="15494"/>
                  <a:pt x="15669" y="15346"/>
                  <a:pt x="16843" y="15142"/>
                </a:cubicBezTo>
                <a:lnTo>
                  <a:pt x="1684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10" name="Google Shape;22110;p71"/>
          <p:cNvGrpSpPr/>
          <p:nvPr/>
        </p:nvGrpSpPr>
        <p:grpSpPr>
          <a:xfrm rot="10800000" flipH="1">
            <a:off x="7001923" y="4155624"/>
            <a:ext cx="2192535" cy="1200546"/>
            <a:chOff x="4465450" y="2268625"/>
            <a:chExt cx="520125" cy="284800"/>
          </a:xfrm>
        </p:grpSpPr>
        <p:sp>
          <p:nvSpPr>
            <p:cNvPr id="22111" name="Google Shape;22111;p71"/>
            <p:cNvSpPr/>
            <p:nvPr/>
          </p:nvSpPr>
          <p:spPr>
            <a:xfrm>
              <a:off x="4729100" y="2352425"/>
              <a:ext cx="6925" cy="4650"/>
            </a:xfrm>
            <a:custGeom>
              <a:avLst/>
              <a:gdLst/>
              <a:ahLst/>
              <a:cxnLst/>
              <a:rect l="l" t="t" r="r" b="b"/>
              <a:pathLst>
                <a:path w="277" h="186" extrusionOk="0">
                  <a:moveTo>
                    <a:pt x="174" y="0"/>
                  </a:moveTo>
                  <a:cubicBezTo>
                    <a:pt x="141" y="0"/>
                    <a:pt x="104" y="17"/>
                    <a:pt x="87" y="33"/>
                  </a:cubicBezTo>
                  <a:cubicBezTo>
                    <a:pt x="54" y="49"/>
                    <a:pt x="38" y="66"/>
                    <a:pt x="17" y="103"/>
                  </a:cubicBezTo>
                  <a:cubicBezTo>
                    <a:pt x="1" y="153"/>
                    <a:pt x="38" y="186"/>
                    <a:pt x="104" y="186"/>
                  </a:cubicBezTo>
                  <a:lnTo>
                    <a:pt x="157" y="186"/>
                  </a:lnTo>
                  <a:cubicBezTo>
                    <a:pt x="174" y="169"/>
                    <a:pt x="174" y="169"/>
                    <a:pt x="190" y="169"/>
                  </a:cubicBezTo>
                  <a:cubicBezTo>
                    <a:pt x="223" y="153"/>
                    <a:pt x="244" y="120"/>
                    <a:pt x="244" y="103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2" name="Google Shape;22112;p71"/>
            <p:cNvSpPr/>
            <p:nvPr/>
          </p:nvSpPr>
          <p:spPr>
            <a:xfrm>
              <a:off x="4715800" y="2351900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37" y="0"/>
                  </a:moveTo>
                  <a:cubicBezTo>
                    <a:pt x="104" y="21"/>
                    <a:pt x="71" y="38"/>
                    <a:pt x="54" y="54"/>
                  </a:cubicBezTo>
                  <a:cubicBezTo>
                    <a:pt x="1" y="103"/>
                    <a:pt x="1" y="157"/>
                    <a:pt x="34" y="190"/>
                  </a:cubicBezTo>
                  <a:cubicBezTo>
                    <a:pt x="52" y="198"/>
                    <a:pt x="66" y="202"/>
                    <a:pt x="79" y="202"/>
                  </a:cubicBezTo>
                  <a:cubicBezTo>
                    <a:pt x="92" y="202"/>
                    <a:pt x="104" y="198"/>
                    <a:pt x="120" y="190"/>
                  </a:cubicBezTo>
                  <a:lnTo>
                    <a:pt x="158" y="190"/>
                  </a:lnTo>
                  <a:cubicBezTo>
                    <a:pt x="174" y="174"/>
                    <a:pt x="191" y="174"/>
                    <a:pt x="207" y="157"/>
                  </a:cubicBezTo>
                  <a:cubicBezTo>
                    <a:pt x="261" y="103"/>
                    <a:pt x="261" y="38"/>
                    <a:pt x="224" y="21"/>
                  </a:cubicBezTo>
                  <a:cubicBezTo>
                    <a:pt x="191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3" name="Google Shape;22113;p71"/>
            <p:cNvSpPr/>
            <p:nvPr/>
          </p:nvSpPr>
          <p:spPr>
            <a:xfrm>
              <a:off x="4711075" y="234035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20" y="17"/>
                    <a:pt x="87" y="34"/>
                  </a:cubicBezTo>
                  <a:cubicBezTo>
                    <a:pt x="54" y="50"/>
                    <a:pt x="37" y="87"/>
                    <a:pt x="17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0" y="207"/>
                    <a:pt x="140" y="190"/>
                    <a:pt x="157" y="190"/>
                  </a:cubicBezTo>
                  <a:cubicBezTo>
                    <a:pt x="173" y="190"/>
                    <a:pt x="190" y="174"/>
                    <a:pt x="190" y="174"/>
                  </a:cubicBezTo>
                  <a:cubicBezTo>
                    <a:pt x="223" y="153"/>
                    <a:pt x="243" y="137"/>
                    <a:pt x="260" y="104"/>
                  </a:cubicBezTo>
                  <a:cubicBezTo>
                    <a:pt x="260" y="71"/>
                    <a:pt x="260" y="50"/>
                    <a:pt x="243" y="34"/>
                  </a:cubicBezTo>
                  <a:cubicBezTo>
                    <a:pt x="223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4" name="Google Shape;22114;p71"/>
            <p:cNvSpPr/>
            <p:nvPr/>
          </p:nvSpPr>
          <p:spPr>
            <a:xfrm>
              <a:off x="4728700" y="23639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72" y="0"/>
                  </a:moveTo>
                  <a:cubicBezTo>
                    <a:pt x="152" y="0"/>
                    <a:pt x="128" y="6"/>
                    <a:pt x="103" y="17"/>
                  </a:cubicBezTo>
                  <a:cubicBezTo>
                    <a:pt x="33" y="54"/>
                    <a:pt x="0" y="104"/>
                    <a:pt x="17" y="157"/>
                  </a:cubicBezTo>
                  <a:cubicBezTo>
                    <a:pt x="29" y="182"/>
                    <a:pt x="61" y="197"/>
                    <a:pt x="105" y="197"/>
                  </a:cubicBezTo>
                  <a:cubicBezTo>
                    <a:pt x="121" y="197"/>
                    <a:pt x="138" y="195"/>
                    <a:pt x="157" y="190"/>
                  </a:cubicBezTo>
                  <a:cubicBezTo>
                    <a:pt x="223" y="157"/>
                    <a:pt x="260" y="104"/>
                    <a:pt x="239" y="54"/>
                  </a:cubicBezTo>
                  <a:cubicBezTo>
                    <a:pt x="239" y="19"/>
                    <a:pt x="211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5" name="Google Shape;22115;p71"/>
            <p:cNvSpPr/>
            <p:nvPr/>
          </p:nvSpPr>
          <p:spPr>
            <a:xfrm>
              <a:off x="4723550" y="2386975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68" y="0"/>
                  </a:moveTo>
                  <a:cubicBezTo>
                    <a:pt x="159" y="0"/>
                    <a:pt x="149" y="2"/>
                    <a:pt x="136" y="7"/>
                  </a:cubicBezTo>
                  <a:cubicBezTo>
                    <a:pt x="103" y="7"/>
                    <a:pt x="70" y="24"/>
                    <a:pt x="54" y="40"/>
                  </a:cubicBezTo>
                  <a:cubicBezTo>
                    <a:pt x="0" y="94"/>
                    <a:pt x="0" y="164"/>
                    <a:pt x="33" y="181"/>
                  </a:cubicBezTo>
                  <a:cubicBezTo>
                    <a:pt x="70" y="197"/>
                    <a:pt x="87" y="197"/>
                    <a:pt x="120" y="197"/>
                  </a:cubicBezTo>
                  <a:cubicBezTo>
                    <a:pt x="136" y="197"/>
                    <a:pt x="136" y="197"/>
                    <a:pt x="157" y="181"/>
                  </a:cubicBezTo>
                  <a:cubicBezTo>
                    <a:pt x="173" y="181"/>
                    <a:pt x="190" y="164"/>
                    <a:pt x="206" y="143"/>
                  </a:cubicBezTo>
                  <a:cubicBezTo>
                    <a:pt x="260" y="94"/>
                    <a:pt x="260" y="40"/>
                    <a:pt x="223" y="7"/>
                  </a:cubicBezTo>
                  <a:cubicBezTo>
                    <a:pt x="201" y="7"/>
                    <a:pt x="18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6" name="Google Shape;22116;p71"/>
            <p:cNvSpPr/>
            <p:nvPr/>
          </p:nvSpPr>
          <p:spPr>
            <a:xfrm>
              <a:off x="4733425" y="23051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53" y="1"/>
                  </a:moveTo>
                  <a:cubicBezTo>
                    <a:pt x="120" y="1"/>
                    <a:pt x="87" y="17"/>
                    <a:pt x="71" y="38"/>
                  </a:cubicBezTo>
                  <a:cubicBezTo>
                    <a:pt x="34" y="54"/>
                    <a:pt x="17" y="71"/>
                    <a:pt x="1" y="104"/>
                  </a:cubicBezTo>
                  <a:cubicBezTo>
                    <a:pt x="1" y="120"/>
                    <a:pt x="1" y="157"/>
                    <a:pt x="17" y="174"/>
                  </a:cubicBezTo>
                  <a:cubicBezTo>
                    <a:pt x="34" y="190"/>
                    <a:pt x="50" y="190"/>
                    <a:pt x="87" y="190"/>
                  </a:cubicBezTo>
                  <a:lnTo>
                    <a:pt x="137" y="190"/>
                  </a:lnTo>
                  <a:cubicBezTo>
                    <a:pt x="153" y="174"/>
                    <a:pt x="153" y="174"/>
                    <a:pt x="174" y="174"/>
                  </a:cubicBezTo>
                  <a:cubicBezTo>
                    <a:pt x="207" y="157"/>
                    <a:pt x="224" y="120"/>
                    <a:pt x="224" y="104"/>
                  </a:cubicBezTo>
                  <a:cubicBezTo>
                    <a:pt x="257" y="38"/>
                    <a:pt x="22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7" name="Google Shape;22117;p71"/>
            <p:cNvSpPr/>
            <p:nvPr/>
          </p:nvSpPr>
          <p:spPr>
            <a:xfrm>
              <a:off x="4718800" y="2375600"/>
              <a:ext cx="6925" cy="4675"/>
            </a:xfrm>
            <a:custGeom>
              <a:avLst/>
              <a:gdLst/>
              <a:ahLst/>
              <a:cxnLst/>
              <a:rect l="l" t="t" r="r" b="b"/>
              <a:pathLst>
                <a:path w="277" h="187" extrusionOk="0">
                  <a:moveTo>
                    <a:pt x="174" y="1"/>
                  </a:moveTo>
                  <a:cubicBezTo>
                    <a:pt x="157" y="1"/>
                    <a:pt x="120" y="1"/>
                    <a:pt x="87" y="34"/>
                  </a:cubicBezTo>
                  <a:cubicBezTo>
                    <a:pt x="54" y="50"/>
                    <a:pt x="38" y="67"/>
                    <a:pt x="38" y="104"/>
                  </a:cubicBezTo>
                  <a:cubicBezTo>
                    <a:pt x="0" y="153"/>
                    <a:pt x="38" y="186"/>
                    <a:pt x="104" y="186"/>
                  </a:cubicBezTo>
                  <a:cubicBezTo>
                    <a:pt x="120" y="186"/>
                    <a:pt x="141" y="186"/>
                    <a:pt x="174" y="170"/>
                  </a:cubicBezTo>
                  <a:lnTo>
                    <a:pt x="190" y="170"/>
                  </a:lnTo>
                  <a:cubicBezTo>
                    <a:pt x="223" y="137"/>
                    <a:pt x="244" y="120"/>
                    <a:pt x="260" y="83"/>
                  </a:cubicBezTo>
                  <a:cubicBezTo>
                    <a:pt x="277" y="34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8" name="Google Shape;22118;p71"/>
            <p:cNvSpPr/>
            <p:nvPr/>
          </p:nvSpPr>
          <p:spPr>
            <a:xfrm>
              <a:off x="4708500" y="228285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3" y="0"/>
                  </a:moveTo>
                  <a:cubicBezTo>
                    <a:pt x="157" y="0"/>
                    <a:pt x="120" y="17"/>
                    <a:pt x="87" y="33"/>
                  </a:cubicBezTo>
                  <a:cubicBezTo>
                    <a:pt x="54" y="50"/>
                    <a:pt x="37" y="83"/>
                    <a:pt x="37" y="103"/>
                  </a:cubicBezTo>
                  <a:cubicBezTo>
                    <a:pt x="0" y="153"/>
                    <a:pt x="37" y="206"/>
                    <a:pt x="103" y="206"/>
                  </a:cubicBezTo>
                  <a:cubicBezTo>
                    <a:pt x="120" y="206"/>
                    <a:pt x="140" y="206"/>
                    <a:pt x="173" y="186"/>
                  </a:cubicBezTo>
                  <a:lnTo>
                    <a:pt x="190" y="169"/>
                  </a:lnTo>
                  <a:cubicBezTo>
                    <a:pt x="223" y="153"/>
                    <a:pt x="243" y="136"/>
                    <a:pt x="260" y="103"/>
                  </a:cubicBezTo>
                  <a:cubicBezTo>
                    <a:pt x="276" y="50"/>
                    <a:pt x="24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9" name="Google Shape;22119;p71"/>
            <p:cNvSpPr/>
            <p:nvPr/>
          </p:nvSpPr>
          <p:spPr>
            <a:xfrm>
              <a:off x="4702925" y="2317575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37" y="0"/>
                  </a:moveTo>
                  <a:cubicBezTo>
                    <a:pt x="104" y="17"/>
                    <a:pt x="87" y="33"/>
                    <a:pt x="54" y="54"/>
                  </a:cubicBezTo>
                  <a:cubicBezTo>
                    <a:pt x="1" y="104"/>
                    <a:pt x="1" y="157"/>
                    <a:pt x="54" y="190"/>
                  </a:cubicBezTo>
                  <a:cubicBezTo>
                    <a:pt x="62" y="198"/>
                    <a:pt x="75" y="203"/>
                    <a:pt x="89" y="203"/>
                  </a:cubicBezTo>
                  <a:cubicBezTo>
                    <a:pt x="104" y="203"/>
                    <a:pt x="120" y="198"/>
                    <a:pt x="137" y="190"/>
                  </a:cubicBezTo>
                  <a:lnTo>
                    <a:pt x="157" y="190"/>
                  </a:lnTo>
                  <a:cubicBezTo>
                    <a:pt x="190" y="174"/>
                    <a:pt x="207" y="157"/>
                    <a:pt x="223" y="157"/>
                  </a:cubicBezTo>
                  <a:cubicBezTo>
                    <a:pt x="260" y="104"/>
                    <a:pt x="277" y="33"/>
                    <a:pt x="223" y="17"/>
                  </a:cubicBezTo>
                  <a:cubicBezTo>
                    <a:pt x="207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0" name="Google Shape;22120;p71"/>
            <p:cNvSpPr/>
            <p:nvPr/>
          </p:nvSpPr>
          <p:spPr>
            <a:xfrm>
              <a:off x="4708075" y="2294625"/>
              <a:ext cx="6925" cy="4950"/>
            </a:xfrm>
            <a:custGeom>
              <a:avLst/>
              <a:gdLst/>
              <a:ahLst/>
              <a:cxnLst/>
              <a:rect l="l" t="t" r="r" b="b"/>
              <a:pathLst>
                <a:path w="277" h="198" extrusionOk="0">
                  <a:moveTo>
                    <a:pt x="164" y="1"/>
                  </a:moveTo>
                  <a:cubicBezTo>
                    <a:pt x="149" y="1"/>
                    <a:pt x="134" y="3"/>
                    <a:pt x="120" y="7"/>
                  </a:cubicBezTo>
                  <a:cubicBezTo>
                    <a:pt x="54" y="44"/>
                    <a:pt x="1" y="94"/>
                    <a:pt x="17" y="147"/>
                  </a:cubicBezTo>
                  <a:cubicBezTo>
                    <a:pt x="28" y="179"/>
                    <a:pt x="61" y="198"/>
                    <a:pt x="97" y="198"/>
                  </a:cubicBezTo>
                  <a:cubicBezTo>
                    <a:pt x="117" y="198"/>
                    <a:pt x="138" y="192"/>
                    <a:pt x="157" y="180"/>
                  </a:cubicBezTo>
                  <a:cubicBezTo>
                    <a:pt x="223" y="164"/>
                    <a:pt x="277" y="94"/>
                    <a:pt x="260" y="44"/>
                  </a:cubicBezTo>
                  <a:cubicBezTo>
                    <a:pt x="245" y="17"/>
                    <a:pt x="205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1" name="Google Shape;22121;p71"/>
            <p:cNvSpPr/>
            <p:nvPr/>
          </p:nvSpPr>
          <p:spPr>
            <a:xfrm>
              <a:off x="4703750" y="237627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49" y="0"/>
                  </a:moveTo>
                  <a:cubicBezTo>
                    <a:pt x="133" y="0"/>
                    <a:pt x="118" y="2"/>
                    <a:pt x="104" y="7"/>
                  </a:cubicBezTo>
                  <a:cubicBezTo>
                    <a:pt x="38" y="40"/>
                    <a:pt x="1" y="110"/>
                    <a:pt x="1" y="143"/>
                  </a:cubicBezTo>
                  <a:cubicBezTo>
                    <a:pt x="14" y="178"/>
                    <a:pt x="47" y="197"/>
                    <a:pt x="87" y="197"/>
                  </a:cubicBezTo>
                  <a:cubicBezTo>
                    <a:pt x="109" y="197"/>
                    <a:pt x="133" y="191"/>
                    <a:pt x="157" y="180"/>
                  </a:cubicBezTo>
                  <a:cubicBezTo>
                    <a:pt x="207" y="159"/>
                    <a:pt x="260" y="93"/>
                    <a:pt x="244" y="40"/>
                  </a:cubicBezTo>
                  <a:cubicBezTo>
                    <a:pt x="232" y="15"/>
                    <a:pt x="191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2" name="Google Shape;22122;p71"/>
            <p:cNvSpPr/>
            <p:nvPr/>
          </p:nvSpPr>
          <p:spPr>
            <a:xfrm>
              <a:off x="4705925" y="232870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1"/>
                  </a:moveTo>
                  <a:cubicBezTo>
                    <a:pt x="157" y="1"/>
                    <a:pt x="120" y="1"/>
                    <a:pt x="87" y="21"/>
                  </a:cubicBezTo>
                  <a:cubicBezTo>
                    <a:pt x="54" y="54"/>
                    <a:pt x="37" y="71"/>
                    <a:pt x="37" y="87"/>
                  </a:cubicBezTo>
                  <a:cubicBezTo>
                    <a:pt x="0" y="157"/>
                    <a:pt x="37" y="190"/>
                    <a:pt x="103" y="190"/>
                  </a:cubicBezTo>
                  <a:cubicBezTo>
                    <a:pt x="120" y="190"/>
                    <a:pt x="140" y="190"/>
                    <a:pt x="173" y="174"/>
                  </a:cubicBezTo>
                  <a:cubicBezTo>
                    <a:pt x="173" y="174"/>
                    <a:pt x="190" y="174"/>
                    <a:pt x="190" y="157"/>
                  </a:cubicBezTo>
                  <a:cubicBezTo>
                    <a:pt x="223" y="141"/>
                    <a:pt x="243" y="124"/>
                    <a:pt x="260" y="87"/>
                  </a:cubicBezTo>
                  <a:cubicBezTo>
                    <a:pt x="276" y="38"/>
                    <a:pt x="24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3" name="Google Shape;22123;p71"/>
            <p:cNvSpPr/>
            <p:nvPr/>
          </p:nvSpPr>
          <p:spPr>
            <a:xfrm>
              <a:off x="4700350" y="23510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0"/>
                  </a:moveTo>
                  <a:cubicBezTo>
                    <a:pt x="137" y="0"/>
                    <a:pt x="104" y="0"/>
                    <a:pt x="87" y="17"/>
                  </a:cubicBezTo>
                  <a:cubicBezTo>
                    <a:pt x="54" y="33"/>
                    <a:pt x="33" y="71"/>
                    <a:pt x="17" y="87"/>
                  </a:cubicBezTo>
                  <a:cubicBezTo>
                    <a:pt x="0" y="157"/>
                    <a:pt x="33" y="190"/>
                    <a:pt x="104" y="190"/>
                  </a:cubicBezTo>
                  <a:cubicBezTo>
                    <a:pt x="120" y="190"/>
                    <a:pt x="137" y="190"/>
                    <a:pt x="157" y="174"/>
                  </a:cubicBezTo>
                  <a:cubicBezTo>
                    <a:pt x="174" y="174"/>
                    <a:pt x="174" y="174"/>
                    <a:pt x="190" y="157"/>
                  </a:cubicBezTo>
                  <a:cubicBezTo>
                    <a:pt x="223" y="136"/>
                    <a:pt x="240" y="120"/>
                    <a:pt x="240" y="87"/>
                  </a:cubicBezTo>
                  <a:cubicBezTo>
                    <a:pt x="260" y="71"/>
                    <a:pt x="260" y="33"/>
                    <a:pt x="240" y="17"/>
                  </a:cubicBezTo>
                  <a:cubicBezTo>
                    <a:pt x="223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4" name="Google Shape;22124;p71"/>
            <p:cNvSpPr/>
            <p:nvPr/>
          </p:nvSpPr>
          <p:spPr>
            <a:xfrm>
              <a:off x="4699925" y="23622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54" y="1"/>
                  </a:moveTo>
                  <a:cubicBezTo>
                    <a:pt x="104" y="1"/>
                    <a:pt x="34" y="54"/>
                    <a:pt x="17" y="104"/>
                  </a:cubicBezTo>
                  <a:cubicBezTo>
                    <a:pt x="1" y="157"/>
                    <a:pt x="34" y="190"/>
                    <a:pt x="88" y="190"/>
                  </a:cubicBezTo>
                  <a:lnTo>
                    <a:pt x="154" y="190"/>
                  </a:lnTo>
                  <a:cubicBezTo>
                    <a:pt x="154" y="174"/>
                    <a:pt x="174" y="174"/>
                    <a:pt x="174" y="174"/>
                  </a:cubicBezTo>
                  <a:cubicBezTo>
                    <a:pt x="207" y="157"/>
                    <a:pt x="224" y="124"/>
                    <a:pt x="240" y="104"/>
                  </a:cubicBezTo>
                  <a:cubicBezTo>
                    <a:pt x="257" y="71"/>
                    <a:pt x="240" y="54"/>
                    <a:pt x="240" y="38"/>
                  </a:cubicBezTo>
                  <a:cubicBezTo>
                    <a:pt x="224" y="21"/>
                    <a:pt x="191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5" name="Google Shape;22125;p71"/>
            <p:cNvSpPr/>
            <p:nvPr/>
          </p:nvSpPr>
          <p:spPr>
            <a:xfrm>
              <a:off x="4720975" y="2420225"/>
              <a:ext cx="6000" cy="5200"/>
            </a:xfrm>
            <a:custGeom>
              <a:avLst/>
              <a:gdLst/>
              <a:ahLst/>
              <a:cxnLst/>
              <a:rect l="l" t="t" r="r" b="b"/>
              <a:pathLst>
                <a:path w="240" h="208" extrusionOk="0">
                  <a:moveTo>
                    <a:pt x="157" y="1"/>
                  </a:moveTo>
                  <a:cubicBezTo>
                    <a:pt x="136" y="1"/>
                    <a:pt x="103" y="17"/>
                    <a:pt x="70" y="34"/>
                  </a:cubicBezTo>
                  <a:cubicBezTo>
                    <a:pt x="33" y="50"/>
                    <a:pt x="17" y="71"/>
                    <a:pt x="17" y="104"/>
                  </a:cubicBezTo>
                  <a:cubicBezTo>
                    <a:pt x="0" y="153"/>
                    <a:pt x="33" y="207"/>
                    <a:pt x="87" y="207"/>
                  </a:cubicBezTo>
                  <a:cubicBezTo>
                    <a:pt x="103" y="207"/>
                    <a:pt x="136" y="191"/>
                    <a:pt x="157" y="191"/>
                  </a:cubicBezTo>
                  <a:lnTo>
                    <a:pt x="173" y="174"/>
                  </a:lnTo>
                  <a:cubicBezTo>
                    <a:pt x="206" y="153"/>
                    <a:pt x="223" y="120"/>
                    <a:pt x="239" y="104"/>
                  </a:cubicBezTo>
                  <a:cubicBezTo>
                    <a:pt x="239" y="71"/>
                    <a:pt x="239" y="50"/>
                    <a:pt x="223" y="34"/>
                  </a:cubicBezTo>
                  <a:cubicBezTo>
                    <a:pt x="223" y="17"/>
                    <a:pt x="190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6" name="Google Shape;22126;p71"/>
            <p:cNvSpPr/>
            <p:nvPr/>
          </p:nvSpPr>
          <p:spPr>
            <a:xfrm>
              <a:off x="4709425" y="2271600"/>
              <a:ext cx="5575" cy="1775"/>
            </a:xfrm>
            <a:custGeom>
              <a:avLst/>
              <a:gdLst/>
              <a:ahLst/>
              <a:cxnLst/>
              <a:rect l="l" t="t" r="r" b="b"/>
              <a:pathLst>
                <a:path w="223" h="71" extrusionOk="0">
                  <a:moveTo>
                    <a:pt x="0" y="1"/>
                  </a:moveTo>
                  <a:cubicBezTo>
                    <a:pt x="0" y="17"/>
                    <a:pt x="17" y="54"/>
                    <a:pt x="33" y="54"/>
                  </a:cubicBezTo>
                  <a:cubicBezTo>
                    <a:pt x="50" y="71"/>
                    <a:pt x="83" y="71"/>
                    <a:pt x="120" y="71"/>
                  </a:cubicBezTo>
                  <a:cubicBezTo>
                    <a:pt x="120" y="71"/>
                    <a:pt x="136" y="71"/>
                    <a:pt x="136" y="54"/>
                  </a:cubicBezTo>
                  <a:cubicBezTo>
                    <a:pt x="169" y="54"/>
                    <a:pt x="186" y="38"/>
                    <a:pt x="206" y="17"/>
                  </a:cubicBezTo>
                  <a:cubicBezTo>
                    <a:pt x="206" y="17"/>
                    <a:pt x="206" y="1"/>
                    <a:pt x="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7" name="Google Shape;22127;p71"/>
            <p:cNvSpPr/>
            <p:nvPr/>
          </p:nvSpPr>
          <p:spPr>
            <a:xfrm>
              <a:off x="4742400" y="234077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57" y="0"/>
                  </a:moveTo>
                  <a:cubicBezTo>
                    <a:pt x="124" y="0"/>
                    <a:pt x="87" y="17"/>
                    <a:pt x="71" y="33"/>
                  </a:cubicBezTo>
                  <a:cubicBezTo>
                    <a:pt x="38" y="54"/>
                    <a:pt x="21" y="70"/>
                    <a:pt x="1" y="103"/>
                  </a:cubicBezTo>
                  <a:cubicBezTo>
                    <a:pt x="1" y="120"/>
                    <a:pt x="1" y="157"/>
                    <a:pt x="21" y="173"/>
                  </a:cubicBezTo>
                  <a:cubicBezTo>
                    <a:pt x="21" y="190"/>
                    <a:pt x="54" y="190"/>
                    <a:pt x="87" y="190"/>
                  </a:cubicBezTo>
                  <a:lnTo>
                    <a:pt x="141" y="190"/>
                  </a:lnTo>
                  <a:cubicBezTo>
                    <a:pt x="157" y="173"/>
                    <a:pt x="157" y="173"/>
                    <a:pt x="174" y="173"/>
                  </a:cubicBezTo>
                  <a:cubicBezTo>
                    <a:pt x="207" y="157"/>
                    <a:pt x="227" y="120"/>
                    <a:pt x="227" y="103"/>
                  </a:cubicBezTo>
                  <a:cubicBezTo>
                    <a:pt x="260" y="54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8" name="Google Shape;22128;p71"/>
            <p:cNvSpPr/>
            <p:nvPr/>
          </p:nvSpPr>
          <p:spPr>
            <a:xfrm>
              <a:off x="4737250" y="2271200"/>
              <a:ext cx="6525" cy="4350"/>
            </a:xfrm>
            <a:custGeom>
              <a:avLst/>
              <a:gdLst/>
              <a:ahLst/>
              <a:cxnLst/>
              <a:rect l="l" t="t" r="r" b="b"/>
              <a:pathLst>
                <a:path w="261" h="174" extrusionOk="0">
                  <a:moveTo>
                    <a:pt x="87" y="0"/>
                  </a:moveTo>
                  <a:cubicBezTo>
                    <a:pt x="54" y="17"/>
                    <a:pt x="38" y="33"/>
                    <a:pt x="21" y="70"/>
                  </a:cubicBezTo>
                  <a:cubicBezTo>
                    <a:pt x="0" y="120"/>
                    <a:pt x="38" y="173"/>
                    <a:pt x="104" y="173"/>
                  </a:cubicBezTo>
                  <a:cubicBezTo>
                    <a:pt x="124" y="173"/>
                    <a:pt x="141" y="157"/>
                    <a:pt x="141" y="157"/>
                  </a:cubicBezTo>
                  <a:lnTo>
                    <a:pt x="157" y="157"/>
                  </a:lnTo>
                  <a:cubicBezTo>
                    <a:pt x="174" y="157"/>
                    <a:pt x="190" y="136"/>
                    <a:pt x="190" y="136"/>
                  </a:cubicBezTo>
                  <a:cubicBezTo>
                    <a:pt x="227" y="120"/>
                    <a:pt x="244" y="87"/>
                    <a:pt x="260" y="70"/>
                  </a:cubicBezTo>
                  <a:cubicBezTo>
                    <a:pt x="260" y="33"/>
                    <a:pt x="260" y="17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9" name="Google Shape;22129;p71"/>
            <p:cNvSpPr/>
            <p:nvPr/>
          </p:nvSpPr>
          <p:spPr>
            <a:xfrm>
              <a:off x="4695200" y="2282600"/>
              <a:ext cx="6925" cy="4900"/>
            </a:xfrm>
            <a:custGeom>
              <a:avLst/>
              <a:gdLst/>
              <a:ahLst/>
              <a:cxnLst/>
              <a:rect l="l" t="t" r="r" b="b"/>
              <a:pathLst>
                <a:path w="277" h="196" extrusionOk="0">
                  <a:moveTo>
                    <a:pt x="172" y="1"/>
                  </a:moveTo>
                  <a:cubicBezTo>
                    <a:pt x="161" y="1"/>
                    <a:pt x="149" y="3"/>
                    <a:pt x="136" y="10"/>
                  </a:cubicBezTo>
                  <a:cubicBezTo>
                    <a:pt x="103" y="10"/>
                    <a:pt x="87" y="27"/>
                    <a:pt x="54" y="60"/>
                  </a:cubicBezTo>
                  <a:cubicBezTo>
                    <a:pt x="0" y="93"/>
                    <a:pt x="0" y="163"/>
                    <a:pt x="54" y="179"/>
                  </a:cubicBezTo>
                  <a:cubicBezTo>
                    <a:pt x="70" y="196"/>
                    <a:pt x="103" y="196"/>
                    <a:pt x="136" y="196"/>
                  </a:cubicBezTo>
                  <a:cubicBezTo>
                    <a:pt x="136" y="196"/>
                    <a:pt x="157" y="196"/>
                    <a:pt x="157" y="179"/>
                  </a:cubicBezTo>
                  <a:cubicBezTo>
                    <a:pt x="190" y="179"/>
                    <a:pt x="206" y="163"/>
                    <a:pt x="223" y="146"/>
                  </a:cubicBezTo>
                  <a:cubicBezTo>
                    <a:pt x="260" y="93"/>
                    <a:pt x="277" y="43"/>
                    <a:pt x="223" y="10"/>
                  </a:cubicBezTo>
                  <a:cubicBezTo>
                    <a:pt x="212" y="10"/>
                    <a:pt x="194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0" name="Google Shape;22130;p71"/>
            <p:cNvSpPr/>
            <p:nvPr/>
          </p:nvSpPr>
          <p:spPr>
            <a:xfrm>
              <a:off x="4663025" y="2282325"/>
              <a:ext cx="6850" cy="4775"/>
            </a:xfrm>
            <a:custGeom>
              <a:avLst/>
              <a:gdLst/>
              <a:ahLst/>
              <a:cxnLst/>
              <a:rect l="l" t="t" r="r" b="b"/>
              <a:pathLst>
                <a:path w="274" h="191" extrusionOk="0">
                  <a:moveTo>
                    <a:pt x="170" y="0"/>
                  </a:moveTo>
                  <a:cubicBezTo>
                    <a:pt x="137" y="0"/>
                    <a:pt x="121" y="0"/>
                    <a:pt x="83" y="21"/>
                  </a:cubicBezTo>
                  <a:cubicBezTo>
                    <a:pt x="50" y="38"/>
                    <a:pt x="34" y="71"/>
                    <a:pt x="17" y="87"/>
                  </a:cubicBezTo>
                  <a:cubicBezTo>
                    <a:pt x="1" y="157"/>
                    <a:pt x="34" y="190"/>
                    <a:pt x="104" y="190"/>
                  </a:cubicBezTo>
                  <a:cubicBezTo>
                    <a:pt x="121" y="190"/>
                    <a:pt x="137" y="190"/>
                    <a:pt x="154" y="174"/>
                  </a:cubicBezTo>
                  <a:cubicBezTo>
                    <a:pt x="207" y="157"/>
                    <a:pt x="240" y="124"/>
                    <a:pt x="257" y="87"/>
                  </a:cubicBezTo>
                  <a:cubicBezTo>
                    <a:pt x="273" y="38"/>
                    <a:pt x="240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1" name="Google Shape;22131;p71"/>
            <p:cNvSpPr/>
            <p:nvPr/>
          </p:nvSpPr>
          <p:spPr>
            <a:xfrm>
              <a:off x="4675000" y="2272025"/>
              <a:ext cx="6500" cy="4250"/>
            </a:xfrm>
            <a:custGeom>
              <a:avLst/>
              <a:gdLst/>
              <a:ahLst/>
              <a:cxnLst/>
              <a:rect l="l" t="t" r="r" b="b"/>
              <a:pathLst>
                <a:path w="260" h="170" extrusionOk="0">
                  <a:moveTo>
                    <a:pt x="87" y="0"/>
                  </a:moveTo>
                  <a:cubicBezTo>
                    <a:pt x="70" y="0"/>
                    <a:pt x="70" y="21"/>
                    <a:pt x="54" y="21"/>
                  </a:cubicBezTo>
                  <a:cubicBezTo>
                    <a:pt x="0" y="70"/>
                    <a:pt x="0" y="124"/>
                    <a:pt x="54" y="157"/>
                  </a:cubicBezTo>
                  <a:cubicBezTo>
                    <a:pt x="62" y="165"/>
                    <a:pt x="74" y="169"/>
                    <a:pt x="89" y="169"/>
                  </a:cubicBezTo>
                  <a:cubicBezTo>
                    <a:pt x="104" y="169"/>
                    <a:pt x="122" y="165"/>
                    <a:pt x="140" y="157"/>
                  </a:cubicBezTo>
                  <a:lnTo>
                    <a:pt x="157" y="157"/>
                  </a:lnTo>
                  <a:cubicBezTo>
                    <a:pt x="190" y="140"/>
                    <a:pt x="206" y="140"/>
                    <a:pt x="223" y="124"/>
                  </a:cubicBezTo>
                  <a:cubicBezTo>
                    <a:pt x="243" y="87"/>
                    <a:pt x="260" y="70"/>
                    <a:pt x="260" y="37"/>
                  </a:cubicBezTo>
                  <a:cubicBezTo>
                    <a:pt x="260" y="21"/>
                    <a:pt x="260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2" name="Google Shape;22132;p71"/>
            <p:cNvSpPr/>
            <p:nvPr/>
          </p:nvSpPr>
          <p:spPr>
            <a:xfrm>
              <a:off x="4688800" y="2317550"/>
              <a:ext cx="6425" cy="4800"/>
            </a:xfrm>
            <a:custGeom>
              <a:avLst/>
              <a:gdLst/>
              <a:ahLst/>
              <a:cxnLst/>
              <a:rect l="l" t="t" r="r" b="b"/>
              <a:pathLst>
                <a:path w="257" h="192" extrusionOk="0">
                  <a:moveTo>
                    <a:pt x="171" y="1"/>
                  </a:moveTo>
                  <a:cubicBezTo>
                    <a:pt x="150" y="1"/>
                    <a:pt x="127" y="6"/>
                    <a:pt x="104" y="18"/>
                  </a:cubicBezTo>
                  <a:cubicBezTo>
                    <a:pt x="34" y="34"/>
                    <a:pt x="1" y="105"/>
                    <a:pt x="17" y="138"/>
                  </a:cubicBezTo>
                  <a:cubicBezTo>
                    <a:pt x="28" y="172"/>
                    <a:pt x="53" y="192"/>
                    <a:pt x="88" y="192"/>
                  </a:cubicBezTo>
                  <a:cubicBezTo>
                    <a:pt x="107" y="192"/>
                    <a:pt x="129" y="186"/>
                    <a:pt x="153" y="175"/>
                  </a:cubicBezTo>
                  <a:cubicBezTo>
                    <a:pt x="223" y="158"/>
                    <a:pt x="256" y="88"/>
                    <a:pt x="240" y="55"/>
                  </a:cubicBezTo>
                  <a:cubicBezTo>
                    <a:pt x="240" y="20"/>
                    <a:pt x="210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3" name="Google Shape;22133;p71"/>
            <p:cNvSpPr/>
            <p:nvPr/>
          </p:nvSpPr>
          <p:spPr>
            <a:xfrm>
              <a:off x="4739825" y="23849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74" y="1"/>
                  </a:moveTo>
                  <a:cubicBezTo>
                    <a:pt x="141" y="1"/>
                    <a:pt x="104" y="17"/>
                    <a:pt x="71" y="38"/>
                  </a:cubicBezTo>
                  <a:cubicBezTo>
                    <a:pt x="54" y="54"/>
                    <a:pt x="21" y="71"/>
                    <a:pt x="21" y="104"/>
                  </a:cubicBezTo>
                  <a:cubicBezTo>
                    <a:pt x="1" y="141"/>
                    <a:pt x="21" y="191"/>
                    <a:pt x="71" y="191"/>
                  </a:cubicBezTo>
                  <a:cubicBezTo>
                    <a:pt x="71" y="191"/>
                    <a:pt x="78" y="198"/>
                    <a:pt x="83" y="198"/>
                  </a:cubicBezTo>
                  <a:cubicBezTo>
                    <a:pt x="85" y="198"/>
                    <a:pt x="87" y="196"/>
                    <a:pt x="87" y="191"/>
                  </a:cubicBezTo>
                  <a:lnTo>
                    <a:pt x="157" y="191"/>
                  </a:lnTo>
                  <a:cubicBezTo>
                    <a:pt x="190" y="174"/>
                    <a:pt x="207" y="158"/>
                    <a:pt x="227" y="120"/>
                  </a:cubicBezTo>
                  <a:cubicBezTo>
                    <a:pt x="244" y="120"/>
                    <a:pt x="244" y="104"/>
                    <a:pt x="244" y="104"/>
                  </a:cubicBezTo>
                  <a:cubicBezTo>
                    <a:pt x="260" y="54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4" name="Google Shape;22134;p71"/>
            <p:cNvSpPr/>
            <p:nvPr/>
          </p:nvSpPr>
          <p:spPr>
            <a:xfrm>
              <a:off x="4742925" y="2281475"/>
              <a:ext cx="6400" cy="5100"/>
            </a:xfrm>
            <a:custGeom>
              <a:avLst/>
              <a:gdLst/>
              <a:ahLst/>
              <a:cxnLst/>
              <a:rect l="l" t="t" r="r" b="b"/>
              <a:pathLst>
                <a:path w="256" h="204" extrusionOk="0">
                  <a:moveTo>
                    <a:pt x="167" y="1"/>
                  </a:moveTo>
                  <a:cubicBezTo>
                    <a:pt x="148" y="1"/>
                    <a:pt x="126" y="6"/>
                    <a:pt x="103" y="18"/>
                  </a:cubicBezTo>
                  <a:cubicBezTo>
                    <a:pt x="66" y="34"/>
                    <a:pt x="33" y="55"/>
                    <a:pt x="17" y="88"/>
                  </a:cubicBezTo>
                  <a:cubicBezTo>
                    <a:pt x="17" y="105"/>
                    <a:pt x="0" y="138"/>
                    <a:pt x="17" y="158"/>
                  </a:cubicBezTo>
                  <a:cubicBezTo>
                    <a:pt x="17" y="175"/>
                    <a:pt x="33" y="191"/>
                    <a:pt x="50" y="191"/>
                  </a:cubicBezTo>
                  <a:cubicBezTo>
                    <a:pt x="66" y="199"/>
                    <a:pt x="84" y="203"/>
                    <a:pt x="101" y="203"/>
                  </a:cubicBezTo>
                  <a:cubicBezTo>
                    <a:pt x="119" y="203"/>
                    <a:pt x="136" y="199"/>
                    <a:pt x="153" y="191"/>
                  </a:cubicBezTo>
                  <a:cubicBezTo>
                    <a:pt x="223" y="158"/>
                    <a:pt x="256" y="105"/>
                    <a:pt x="239" y="55"/>
                  </a:cubicBezTo>
                  <a:cubicBezTo>
                    <a:pt x="229" y="20"/>
                    <a:pt x="20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5" name="Google Shape;22135;p71"/>
            <p:cNvSpPr/>
            <p:nvPr/>
          </p:nvSpPr>
          <p:spPr>
            <a:xfrm>
              <a:off x="4729525" y="2337750"/>
              <a:ext cx="6500" cy="5100"/>
            </a:xfrm>
            <a:custGeom>
              <a:avLst/>
              <a:gdLst/>
              <a:ahLst/>
              <a:cxnLst/>
              <a:rect l="l" t="t" r="r" b="b"/>
              <a:pathLst>
                <a:path w="260" h="204" extrusionOk="0">
                  <a:moveTo>
                    <a:pt x="165" y="1"/>
                  </a:moveTo>
                  <a:cubicBezTo>
                    <a:pt x="126" y="1"/>
                    <a:pt x="86" y="19"/>
                    <a:pt x="54" y="51"/>
                  </a:cubicBezTo>
                  <a:cubicBezTo>
                    <a:pt x="21" y="72"/>
                    <a:pt x="21" y="105"/>
                    <a:pt x="21" y="121"/>
                  </a:cubicBezTo>
                  <a:cubicBezTo>
                    <a:pt x="0" y="154"/>
                    <a:pt x="21" y="175"/>
                    <a:pt x="37" y="191"/>
                  </a:cubicBezTo>
                  <a:cubicBezTo>
                    <a:pt x="54" y="199"/>
                    <a:pt x="66" y="204"/>
                    <a:pt x="79" y="204"/>
                  </a:cubicBezTo>
                  <a:cubicBezTo>
                    <a:pt x="92" y="204"/>
                    <a:pt x="105" y="199"/>
                    <a:pt x="124" y="191"/>
                  </a:cubicBezTo>
                  <a:lnTo>
                    <a:pt x="157" y="191"/>
                  </a:lnTo>
                  <a:cubicBezTo>
                    <a:pt x="173" y="175"/>
                    <a:pt x="190" y="175"/>
                    <a:pt x="206" y="154"/>
                  </a:cubicBezTo>
                  <a:cubicBezTo>
                    <a:pt x="260" y="105"/>
                    <a:pt x="260" y="51"/>
                    <a:pt x="227" y="18"/>
                  </a:cubicBezTo>
                  <a:cubicBezTo>
                    <a:pt x="208" y="6"/>
                    <a:pt x="187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6" name="Google Shape;22136;p71"/>
            <p:cNvSpPr/>
            <p:nvPr/>
          </p:nvSpPr>
          <p:spPr>
            <a:xfrm>
              <a:off x="4735175" y="231715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37" y="1"/>
                  </a:moveTo>
                  <a:cubicBezTo>
                    <a:pt x="104" y="1"/>
                    <a:pt x="67" y="17"/>
                    <a:pt x="50" y="50"/>
                  </a:cubicBezTo>
                  <a:cubicBezTo>
                    <a:pt x="1" y="88"/>
                    <a:pt x="1" y="154"/>
                    <a:pt x="50" y="191"/>
                  </a:cubicBezTo>
                  <a:lnTo>
                    <a:pt x="121" y="191"/>
                  </a:lnTo>
                  <a:cubicBezTo>
                    <a:pt x="137" y="191"/>
                    <a:pt x="154" y="191"/>
                    <a:pt x="154" y="174"/>
                  </a:cubicBezTo>
                  <a:cubicBezTo>
                    <a:pt x="170" y="174"/>
                    <a:pt x="187" y="154"/>
                    <a:pt x="207" y="137"/>
                  </a:cubicBezTo>
                  <a:cubicBezTo>
                    <a:pt x="240" y="121"/>
                    <a:pt x="240" y="88"/>
                    <a:pt x="257" y="71"/>
                  </a:cubicBezTo>
                  <a:cubicBezTo>
                    <a:pt x="257" y="50"/>
                    <a:pt x="240" y="17"/>
                    <a:pt x="224" y="17"/>
                  </a:cubicBezTo>
                  <a:cubicBezTo>
                    <a:pt x="207" y="1"/>
                    <a:pt x="170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7" name="Google Shape;22137;p71"/>
            <p:cNvSpPr/>
            <p:nvPr/>
          </p:nvSpPr>
          <p:spPr>
            <a:xfrm>
              <a:off x="4742400" y="229437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4" y="1"/>
                  </a:moveTo>
                  <a:cubicBezTo>
                    <a:pt x="157" y="1"/>
                    <a:pt x="124" y="1"/>
                    <a:pt x="104" y="17"/>
                  </a:cubicBezTo>
                  <a:cubicBezTo>
                    <a:pt x="54" y="34"/>
                    <a:pt x="1" y="104"/>
                    <a:pt x="21" y="157"/>
                  </a:cubicBezTo>
                  <a:cubicBezTo>
                    <a:pt x="33" y="182"/>
                    <a:pt x="72" y="197"/>
                    <a:pt x="113" y="197"/>
                  </a:cubicBezTo>
                  <a:cubicBezTo>
                    <a:pt x="128" y="197"/>
                    <a:pt x="143" y="195"/>
                    <a:pt x="157" y="190"/>
                  </a:cubicBezTo>
                  <a:cubicBezTo>
                    <a:pt x="174" y="174"/>
                    <a:pt x="190" y="174"/>
                    <a:pt x="207" y="157"/>
                  </a:cubicBezTo>
                  <a:cubicBezTo>
                    <a:pt x="244" y="120"/>
                    <a:pt x="260" y="87"/>
                    <a:pt x="260" y="54"/>
                  </a:cubicBezTo>
                  <a:cubicBezTo>
                    <a:pt x="244" y="17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8" name="Google Shape;22138;p71"/>
            <p:cNvSpPr/>
            <p:nvPr/>
          </p:nvSpPr>
          <p:spPr>
            <a:xfrm>
              <a:off x="4735600" y="2372525"/>
              <a:ext cx="6425" cy="5000"/>
            </a:xfrm>
            <a:custGeom>
              <a:avLst/>
              <a:gdLst/>
              <a:ahLst/>
              <a:cxnLst/>
              <a:rect l="l" t="t" r="r" b="b"/>
              <a:pathLst>
                <a:path w="257" h="200" extrusionOk="0">
                  <a:moveTo>
                    <a:pt x="170" y="1"/>
                  </a:moveTo>
                  <a:cubicBezTo>
                    <a:pt x="150" y="1"/>
                    <a:pt x="128" y="7"/>
                    <a:pt x="104" y="21"/>
                  </a:cubicBezTo>
                  <a:cubicBezTo>
                    <a:pt x="33" y="54"/>
                    <a:pt x="0" y="103"/>
                    <a:pt x="17" y="157"/>
                  </a:cubicBezTo>
                  <a:cubicBezTo>
                    <a:pt x="17" y="188"/>
                    <a:pt x="45" y="199"/>
                    <a:pt x="83" y="199"/>
                  </a:cubicBezTo>
                  <a:cubicBezTo>
                    <a:pt x="104" y="199"/>
                    <a:pt x="129" y="196"/>
                    <a:pt x="153" y="190"/>
                  </a:cubicBezTo>
                  <a:cubicBezTo>
                    <a:pt x="223" y="157"/>
                    <a:pt x="256" y="103"/>
                    <a:pt x="240" y="54"/>
                  </a:cubicBezTo>
                  <a:cubicBezTo>
                    <a:pt x="229" y="20"/>
                    <a:pt x="204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9" name="Google Shape;22139;p71"/>
            <p:cNvSpPr/>
            <p:nvPr/>
          </p:nvSpPr>
          <p:spPr>
            <a:xfrm>
              <a:off x="4740350" y="2327475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36" y="0"/>
                    <a:pt x="103" y="0"/>
                    <a:pt x="66" y="17"/>
                  </a:cubicBezTo>
                  <a:cubicBezTo>
                    <a:pt x="50" y="33"/>
                    <a:pt x="17" y="70"/>
                    <a:pt x="17" y="87"/>
                  </a:cubicBezTo>
                  <a:cubicBezTo>
                    <a:pt x="0" y="153"/>
                    <a:pt x="33" y="190"/>
                    <a:pt x="83" y="190"/>
                  </a:cubicBezTo>
                  <a:cubicBezTo>
                    <a:pt x="103" y="190"/>
                    <a:pt x="136" y="190"/>
                    <a:pt x="153" y="173"/>
                  </a:cubicBezTo>
                  <a:cubicBezTo>
                    <a:pt x="153" y="173"/>
                    <a:pt x="169" y="173"/>
                    <a:pt x="186" y="153"/>
                  </a:cubicBezTo>
                  <a:cubicBezTo>
                    <a:pt x="206" y="136"/>
                    <a:pt x="223" y="120"/>
                    <a:pt x="239" y="87"/>
                  </a:cubicBezTo>
                  <a:cubicBezTo>
                    <a:pt x="256" y="70"/>
                    <a:pt x="239" y="33"/>
                    <a:pt x="239" y="17"/>
                  </a:cubicBezTo>
                  <a:cubicBezTo>
                    <a:pt x="223" y="0"/>
                    <a:pt x="186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0" name="Google Shape;22140;p71"/>
            <p:cNvSpPr/>
            <p:nvPr/>
          </p:nvSpPr>
          <p:spPr>
            <a:xfrm>
              <a:off x="4671175" y="240992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3" y="1"/>
                  </a:moveTo>
                  <a:cubicBezTo>
                    <a:pt x="120" y="1"/>
                    <a:pt x="104" y="17"/>
                    <a:pt x="67" y="34"/>
                  </a:cubicBezTo>
                  <a:cubicBezTo>
                    <a:pt x="34" y="50"/>
                    <a:pt x="17" y="71"/>
                    <a:pt x="1" y="104"/>
                  </a:cubicBezTo>
                  <a:cubicBezTo>
                    <a:pt x="1" y="120"/>
                    <a:pt x="1" y="153"/>
                    <a:pt x="17" y="174"/>
                  </a:cubicBezTo>
                  <a:cubicBezTo>
                    <a:pt x="34" y="190"/>
                    <a:pt x="50" y="207"/>
                    <a:pt x="87" y="207"/>
                  </a:cubicBezTo>
                  <a:cubicBezTo>
                    <a:pt x="104" y="207"/>
                    <a:pt x="120" y="190"/>
                    <a:pt x="153" y="190"/>
                  </a:cubicBezTo>
                  <a:lnTo>
                    <a:pt x="170" y="174"/>
                  </a:lnTo>
                  <a:cubicBezTo>
                    <a:pt x="207" y="153"/>
                    <a:pt x="223" y="120"/>
                    <a:pt x="240" y="104"/>
                  </a:cubicBezTo>
                  <a:cubicBezTo>
                    <a:pt x="256" y="50"/>
                    <a:pt x="22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1" name="Google Shape;22141;p71"/>
            <p:cNvSpPr/>
            <p:nvPr/>
          </p:nvSpPr>
          <p:spPr>
            <a:xfrm>
              <a:off x="4652725" y="2352525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78" y="0"/>
                  </a:moveTo>
                  <a:cubicBezTo>
                    <a:pt x="166" y="0"/>
                    <a:pt x="153" y="4"/>
                    <a:pt x="137" y="13"/>
                  </a:cubicBezTo>
                  <a:cubicBezTo>
                    <a:pt x="104" y="13"/>
                    <a:pt x="67" y="29"/>
                    <a:pt x="50" y="45"/>
                  </a:cubicBezTo>
                  <a:cubicBezTo>
                    <a:pt x="1" y="99"/>
                    <a:pt x="1" y="165"/>
                    <a:pt x="34" y="182"/>
                  </a:cubicBezTo>
                  <a:cubicBezTo>
                    <a:pt x="50" y="202"/>
                    <a:pt x="83" y="202"/>
                    <a:pt x="120" y="202"/>
                  </a:cubicBezTo>
                  <a:cubicBezTo>
                    <a:pt x="137" y="202"/>
                    <a:pt x="137" y="182"/>
                    <a:pt x="153" y="182"/>
                  </a:cubicBezTo>
                  <a:cubicBezTo>
                    <a:pt x="170" y="182"/>
                    <a:pt x="186" y="165"/>
                    <a:pt x="207" y="149"/>
                  </a:cubicBezTo>
                  <a:cubicBezTo>
                    <a:pt x="223" y="132"/>
                    <a:pt x="240" y="99"/>
                    <a:pt x="240" y="78"/>
                  </a:cubicBezTo>
                  <a:cubicBezTo>
                    <a:pt x="240" y="45"/>
                    <a:pt x="240" y="29"/>
                    <a:pt x="223" y="13"/>
                  </a:cubicBezTo>
                  <a:cubicBezTo>
                    <a:pt x="205" y="4"/>
                    <a:pt x="191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2" name="Google Shape;22142;p71"/>
            <p:cNvSpPr/>
            <p:nvPr/>
          </p:nvSpPr>
          <p:spPr>
            <a:xfrm>
              <a:off x="4665100" y="2341725"/>
              <a:ext cx="6525" cy="5100"/>
            </a:xfrm>
            <a:custGeom>
              <a:avLst/>
              <a:gdLst/>
              <a:ahLst/>
              <a:cxnLst/>
              <a:rect l="l" t="t" r="r" b="b"/>
              <a:pathLst>
                <a:path w="261" h="204" extrusionOk="0">
                  <a:moveTo>
                    <a:pt x="163" y="0"/>
                  </a:moveTo>
                  <a:cubicBezTo>
                    <a:pt x="144" y="0"/>
                    <a:pt x="122" y="5"/>
                    <a:pt x="103" y="16"/>
                  </a:cubicBezTo>
                  <a:cubicBezTo>
                    <a:pt x="54" y="32"/>
                    <a:pt x="21" y="65"/>
                    <a:pt x="0" y="119"/>
                  </a:cubicBezTo>
                  <a:lnTo>
                    <a:pt x="0" y="152"/>
                  </a:lnTo>
                  <a:cubicBezTo>
                    <a:pt x="14" y="184"/>
                    <a:pt x="46" y="204"/>
                    <a:pt x="86" y="204"/>
                  </a:cubicBezTo>
                  <a:cubicBezTo>
                    <a:pt x="108" y="204"/>
                    <a:pt x="132" y="198"/>
                    <a:pt x="157" y="185"/>
                  </a:cubicBezTo>
                  <a:cubicBezTo>
                    <a:pt x="207" y="168"/>
                    <a:pt x="260" y="98"/>
                    <a:pt x="244" y="49"/>
                  </a:cubicBezTo>
                  <a:cubicBezTo>
                    <a:pt x="244" y="32"/>
                    <a:pt x="227" y="32"/>
                    <a:pt x="207" y="16"/>
                  </a:cubicBezTo>
                  <a:cubicBezTo>
                    <a:pt x="198" y="5"/>
                    <a:pt x="182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3" name="Google Shape;22143;p71"/>
            <p:cNvSpPr/>
            <p:nvPr/>
          </p:nvSpPr>
          <p:spPr>
            <a:xfrm>
              <a:off x="4659950" y="23300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03" y="0"/>
                  </a:moveTo>
                  <a:cubicBezTo>
                    <a:pt x="37" y="33"/>
                    <a:pt x="0" y="103"/>
                    <a:pt x="21" y="136"/>
                  </a:cubicBezTo>
                  <a:cubicBezTo>
                    <a:pt x="32" y="171"/>
                    <a:pt x="56" y="190"/>
                    <a:pt x="92" y="190"/>
                  </a:cubicBezTo>
                  <a:cubicBezTo>
                    <a:pt x="111" y="190"/>
                    <a:pt x="133" y="185"/>
                    <a:pt x="157" y="174"/>
                  </a:cubicBezTo>
                  <a:cubicBezTo>
                    <a:pt x="173" y="174"/>
                    <a:pt x="190" y="153"/>
                    <a:pt x="206" y="136"/>
                  </a:cubicBezTo>
                  <a:cubicBezTo>
                    <a:pt x="244" y="120"/>
                    <a:pt x="260" y="70"/>
                    <a:pt x="244" y="33"/>
                  </a:cubicBezTo>
                  <a:cubicBezTo>
                    <a:pt x="244" y="0"/>
                    <a:pt x="206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4" name="Google Shape;22144;p71"/>
            <p:cNvSpPr/>
            <p:nvPr/>
          </p:nvSpPr>
          <p:spPr>
            <a:xfrm>
              <a:off x="4657375" y="23627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57" y="0"/>
                    <a:pt x="124" y="17"/>
                    <a:pt x="87" y="33"/>
                  </a:cubicBezTo>
                  <a:cubicBezTo>
                    <a:pt x="54" y="50"/>
                    <a:pt x="37" y="83"/>
                    <a:pt x="37" y="103"/>
                  </a:cubicBezTo>
                  <a:cubicBezTo>
                    <a:pt x="0" y="153"/>
                    <a:pt x="37" y="206"/>
                    <a:pt x="103" y="206"/>
                  </a:cubicBezTo>
                  <a:cubicBezTo>
                    <a:pt x="124" y="206"/>
                    <a:pt x="140" y="186"/>
                    <a:pt x="173" y="186"/>
                  </a:cubicBezTo>
                  <a:lnTo>
                    <a:pt x="190" y="169"/>
                  </a:lnTo>
                  <a:cubicBezTo>
                    <a:pt x="227" y="153"/>
                    <a:pt x="243" y="136"/>
                    <a:pt x="260" y="103"/>
                  </a:cubicBezTo>
                  <a:cubicBezTo>
                    <a:pt x="260" y="66"/>
                    <a:pt x="260" y="50"/>
                    <a:pt x="243" y="33"/>
                  </a:cubicBezTo>
                  <a:cubicBezTo>
                    <a:pt x="227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5" name="Google Shape;22145;p71"/>
            <p:cNvSpPr/>
            <p:nvPr/>
          </p:nvSpPr>
          <p:spPr>
            <a:xfrm>
              <a:off x="4650575" y="2340775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36" y="0"/>
                    <a:pt x="103" y="0"/>
                    <a:pt x="66" y="17"/>
                  </a:cubicBezTo>
                  <a:cubicBezTo>
                    <a:pt x="50" y="33"/>
                    <a:pt x="33" y="70"/>
                    <a:pt x="17" y="87"/>
                  </a:cubicBezTo>
                  <a:cubicBezTo>
                    <a:pt x="0" y="120"/>
                    <a:pt x="17" y="136"/>
                    <a:pt x="17" y="157"/>
                  </a:cubicBezTo>
                  <a:cubicBezTo>
                    <a:pt x="33" y="190"/>
                    <a:pt x="66" y="190"/>
                    <a:pt x="87" y="190"/>
                  </a:cubicBezTo>
                  <a:cubicBezTo>
                    <a:pt x="120" y="190"/>
                    <a:pt x="136" y="190"/>
                    <a:pt x="153" y="173"/>
                  </a:cubicBezTo>
                  <a:cubicBezTo>
                    <a:pt x="169" y="173"/>
                    <a:pt x="169" y="173"/>
                    <a:pt x="190" y="157"/>
                  </a:cubicBezTo>
                  <a:cubicBezTo>
                    <a:pt x="206" y="136"/>
                    <a:pt x="239" y="120"/>
                    <a:pt x="239" y="87"/>
                  </a:cubicBezTo>
                  <a:cubicBezTo>
                    <a:pt x="256" y="33"/>
                    <a:pt x="223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6" name="Google Shape;22146;p71"/>
            <p:cNvSpPr/>
            <p:nvPr/>
          </p:nvSpPr>
          <p:spPr>
            <a:xfrm>
              <a:off x="4641500" y="231917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9" y="0"/>
                  </a:moveTo>
                  <a:cubicBezTo>
                    <a:pt x="137" y="0"/>
                    <a:pt x="90" y="15"/>
                    <a:pt x="54" y="40"/>
                  </a:cubicBezTo>
                  <a:cubicBezTo>
                    <a:pt x="0" y="93"/>
                    <a:pt x="0" y="159"/>
                    <a:pt x="37" y="176"/>
                  </a:cubicBezTo>
                  <a:cubicBezTo>
                    <a:pt x="54" y="196"/>
                    <a:pt x="87" y="196"/>
                    <a:pt x="120" y="196"/>
                  </a:cubicBezTo>
                  <a:cubicBezTo>
                    <a:pt x="140" y="176"/>
                    <a:pt x="140" y="176"/>
                    <a:pt x="157" y="176"/>
                  </a:cubicBezTo>
                  <a:cubicBezTo>
                    <a:pt x="173" y="176"/>
                    <a:pt x="190" y="159"/>
                    <a:pt x="206" y="143"/>
                  </a:cubicBezTo>
                  <a:cubicBezTo>
                    <a:pt x="260" y="93"/>
                    <a:pt x="260" y="40"/>
                    <a:pt x="223" y="7"/>
                  </a:cubicBezTo>
                  <a:cubicBezTo>
                    <a:pt x="210" y="2"/>
                    <a:pt x="195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7" name="Google Shape;22147;p71"/>
            <p:cNvSpPr/>
            <p:nvPr/>
          </p:nvSpPr>
          <p:spPr>
            <a:xfrm>
              <a:off x="4647050" y="23283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17"/>
                    <a:pt x="71" y="37"/>
                  </a:cubicBezTo>
                  <a:cubicBezTo>
                    <a:pt x="55" y="54"/>
                    <a:pt x="22" y="70"/>
                    <a:pt x="22" y="103"/>
                  </a:cubicBezTo>
                  <a:cubicBezTo>
                    <a:pt x="1" y="157"/>
                    <a:pt x="38" y="190"/>
                    <a:pt x="87" y="190"/>
                  </a:cubicBezTo>
                  <a:lnTo>
                    <a:pt x="158" y="190"/>
                  </a:lnTo>
                  <a:cubicBezTo>
                    <a:pt x="158" y="173"/>
                    <a:pt x="174" y="173"/>
                    <a:pt x="191" y="173"/>
                  </a:cubicBezTo>
                  <a:cubicBezTo>
                    <a:pt x="207" y="157"/>
                    <a:pt x="228" y="120"/>
                    <a:pt x="244" y="103"/>
                  </a:cubicBezTo>
                  <a:cubicBezTo>
                    <a:pt x="261" y="37"/>
                    <a:pt x="228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8" name="Google Shape;22148;p71"/>
            <p:cNvSpPr/>
            <p:nvPr/>
          </p:nvSpPr>
          <p:spPr>
            <a:xfrm>
              <a:off x="4639325" y="236355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0"/>
                    <a:pt x="71" y="17"/>
                  </a:cubicBezTo>
                  <a:cubicBezTo>
                    <a:pt x="54" y="33"/>
                    <a:pt x="21" y="70"/>
                    <a:pt x="21" y="87"/>
                  </a:cubicBezTo>
                  <a:cubicBezTo>
                    <a:pt x="1" y="120"/>
                    <a:pt x="1" y="136"/>
                    <a:pt x="21" y="153"/>
                  </a:cubicBezTo>
                  <a:cubicBezTo>
                    <a:pt x="38" y="173"/>
                    <a:pt x="54" y="190"/>
                    <a:pt x="87" y="190"/>
                  </a:cubicBezTo>
                  <a:cubicBezTo>
                    <a:pt x="104" y="190"/>
                    <a:pt x="141" y="190"/>
                    <a:pt x="157" y="173"/>
                  </a:cubicBezTo>
                  <a:cubicBezTo>
                    <a:pt x="157" y="173"/>
                    <a:pt x="174" y="173"/>
                    <a:pt x="190" y="153"/>
                  </a:cubicBezTo>
                  <a:cubicBezTo>
                    <a:pt x="207" y="136"/>
                    <a:pt x="227" y="120"/>
                    <a:pt x="244" y="87"/>
                  </a:cubicBezTo>
                  <a:cubicBezTo>
                    <a:pt x="260" y="33"/>
                    <a:pt x="22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9" name="Google Shape;22149;p71"/>
            <p:cNvSpPr/>
            <p:nvPr/>
          </p:nvSpPr>
          <p:spPr>
            <a:xfrm>
              <a:off x="4666450" y="2351475"/>
              <a:ext cx="6400" cy="5200"/>
            </a:xfrm>
            <a:custGeom>
              <a:avLst/>
              <a:gdLst/>
              <a:ahLst/>
              <a:cxnLst/>
              <a:rect l="l" t="t" r="r" b="b"/>
              <a:pathLst>
                <a:path w="256" h="208" extrusionOk="0">
                  <a:moveTo>
                    <a:pt x="153" y="1"/>
                  </a:moveTo>
                  <a:cubicBezTo>
                    <a:pt x="136" y="17"/>
                    <a:pt x="120" y="17"/>
                    <a:pt x="103" y="17"/>
                  </a:cubicBezTo>
                  <a:cubicBezTo>
                    <a:pt x="33" y="55"/>
                    <a:pt x="0" y="104"/>
                    <a:pt x="17" y="158"/>
                  </a:cubicBezTo>
                  <a:cubicBezTo>
                    <a:pt x="27" y="190"/>
                    <a:pt x="53" y="208"/>
                    <a:pt x="88" y="208"/>
                  </a:cubicBezTo>
                  <a:cubicBezTo>
                    <a:pt x="107" y="208"/>
                    <a:pt x="129" y="202"/>
                    <a:pt x="153" y="191"/>
                  </a:cubicBezTo>
                  <a:cubicBezTo>
                    <a:pt x="173" y="191"/>
                    <a:pt x="190" y="174"/>
                    <a:pt x="206" y="158"/>
                  </a:cubicBezTo>
                  <a:cubicBezTo>
                    <a:pt x="239" y="141"/>
                    <a:pt x="256" y="87"/>
                    <a:pt x="239" y="55"/>
                  </a:cubicBezTo>
                  <a:cubicBezTo>
                    <a:pt x="239" y="17"/>
                    <a:pt x="206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0" name="Google Shape;22150;p71"/>
            <p:cNvSpPr/>
            <p:nvPr/>
          </p:nvSpPr>
          <p:spPr>
            <a:xfrm>
              <a:off x="4667275" y="2397800"/>
              <a:ext cx="6825" cy="4825"/>
            </a:xfrm>
            <a:custGeom>
              <a:avLst/>
              <a:gdLst/>
              <a:ahLst/>
              <a:cxnLst/>
              <a:rect l="l" t="t" r="r" b="b"/>
              <a:pathLst>
                <a:path w="273" h="193" extrusionOk="0">
                  <a:moveTo>
                    <a:pt x="198" y="0"/>
                  </a:moveTo>
                  <a:cubicBezTo>
                    <a:pt x="190" y="0"/>
                    <a:pt x="182" y="1"/>
                    <a:pt x="173" y="3"/>
                  </a:cubicBezTo>
                  <a:cubicBezTo>
                    <a:pt x="140" y="3"/>
                    <a:pt x="103" y="3"/>
                    <a:pt x="87" y="20"/>
                  </a:cubicBezTo>
                  <a:cubicBezTo>
                    <a:pt x="54" y="40"/>
                    <a:pt x="37" y="73"/>
                    <a:pt x="16" y="90"/>
                  </a:cubicBezTo>
                  <a:cubicBezTo>
                    <a:pt x="0" y="143"/>
                    <a:pt x="37" y="193"/>
                    <a:pt x="103" y="193"/>
                  </a:cubicBezTo>
                  <a:cubicBezTo>
                    <a:pt x="120" y="193"/>
                    <a:pt x="140" y="193"/>
                    <a:pt x="157" y="176"/>
                  </a:cubicBezTo>
                  <a:cubicBezTo>
                    <a:pt x="173" y="176"/>
                    <a:pt x="173" y="176"/>
                    <a:pt x="190" y="160"/>
                  </a:cubicBezTo>
                  <a:cubicBezTo>
                    <a:pt x="223" y="143"/>
                    <a:pt x="243" y="123"/>
                    <a:pt x="243" y="90"/>
                  </a:cubicBezTo>
                  <a:cubicBezTo>
                    <a:pt x="272" y="47"/>
                    <a:pt x="251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1" name="Google Shape;22151;p71"/>
            <p:cNvSpPr/>
            <p:nvPr/>
          </p:nvSpPr>
          <p:spPr>
            <a:xfrm>
              <a:off x="4661700" y="2388425"/>
              <a:ext cx="6925" cy="4950"/>
            </a:xfrm>
            <a:custGeom>
              <a:avLst/>
              <a:gdLst/>
              <a:ahLst/>
              <a:cxnLst/>
              <a:rect l="l" t="t" r="r" b="b"/>
              <a:pathLst>
                <a:path w="277" h="198" extrusionOk="0">
                  <a:moveTo>
                    <a:pt x="165" y="1"/>
                  </a:moveTo>
                  <a:cubicBezTo>
                    <a:pt x="127" y="1"/>
                    <a:pt x="86" y="20"/>
                    <a:pt x="54" y="53"/>
                  </a:cubicBezTo>
                  <a:cubicBezTo>
                    <a:pt x="0" y="106"/>
                    <a:pt x="0" y="156"/>
                    <a:pt x="54" y="189"/>
                  </a:cubicBezTo>
                  <a:cubicBezTo>
                    <a:pt x="65" y="189"/>
                    <a:pt x="83" y="198"/>
                    <a:pt x="104" y="198"/>
                  </a:cubicBezTo>
                  <a:cubicBezTo>
                    <a:pt x="114" y="198"/>
                    <a:pt x="125" y="195"/>
                    <a:pt x="136" y="189"/>
                  </a:cubicBezTo>
                  <a:lnTo>
                    <a:pt x="157" y="189"/>
                  </a:lnTo>
                  <a:cubicBezTo>
                    <a:pt x="190" y="172"/>
                    <a:pt x="207" y="156"/>
                    <a:pt x="223" y="139"/>
                  </a:cubicBezTo>
                  <a:cubicBezTo>
                    <a:pt x="260" y="106"/>
                    <a:pt x="277" y="36"/>
                    <a:pt x="223" y="20"/>
                  </a:cubicBezTo>
                  <a:cubicBezTo>
                    <a:pt x="206" y="6"/>
                    <a:pt x="186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2" name="Google Shape;22152;p71"/>
            <p:cNvSpPr/>
            <p:nvPr/>
          </p:nvSpPr>
          <p:spPr>
            <a:xfrm>
              <a:off x="4669850" y="23639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73" y="1"/>
                  </a:moveTo>
                  <a:cubicBezTo>
                    <a:pt x="157" y="1"/>
                    <a:pt x="120" y="1"/>
                    <a:pt x="103" y="17"/>
                  </a:cubicBezTo>
                  <a:cubicBezTo>
                    <a:pt x="54" y="34"/>
                    <a:pt x="0" y="104"/>
                    <a:pt x="17" y="157"/>
                  </a:cubicBezTo>
                  <a:cubicBezTo>
                    <a:pt x="32" y="182"/>
                    <a:pt x="62" y="197"/>
                    <a:pt x="105" y="197"/>
                  </a:cubicBezTo>
                  <a:cubicBezTo>
                    <a:pt x="121" y="197"/>
                    <a:pt x="138" y="195"/>
                    <a:pt x="157" y="190"/>
                  </a:cubicBezTo>
                  <a:cubicBezTo>
                    <a:pt x="173" y="174"/>
                    <a:pt x="190" y="157"/>
                    <a:pt x="206" y="157"/>
                  </a:cubicBezTo>
                  <a:cubicBezTo>
                    <a:pt x="243" y="120"/>
                    <a:pt x="260" y="87"/>
                    <a:pt x="260" y="54"/>
                  </a:cubicBezTo>
                  <a:cubicBezTo>
                    <a:pt x="243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3" name="Google Shape;22153;p71"/>
            <p:cNvSpPr/>
            <p:nvPr/>
          </p:nvSpPr>
          <p:spPr>
            <a:xfrm>
              <a:off x="4670250" y="230470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41" y="0"/>
                    <a:pt x="104" y="0"/>
                    <a:pt x="87" y="33"/>
                  </a:cubicBezTo>
                  <a:cubicBezTo>
                    <a:pt x="54" y="54"/>
                    <a:pt x="38" y="70"/>
                    <a:pt x="21" y="103"/>
                  </a:cubicBezTo>
                  <a:cubicBezTo>
                    <a:pt x="1" y="157"/>
                    <a:pt x="38" y="190"/>
                    <a:pt x="104" y="190"/>
                  </a:cubicBezTo>
                  <a:lnTo>
                    <a:pt x="157" y="190"/>
                  </a:lnTo>
                  <a:cubicBezTo>
                    <a:pt x="174" y="173"/>
                    <a:pt x="174" y="173"/>
                    <a:pt x="190" y="173"/>
                  </a:cubicBezTo>
                  <a:cubicBezTo>
                    <a:pt x="227" y="157"/>
                    <a:pt x="244" y="120"/>
                    <a:pt x="244" y="103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4" name="Google Shape;22154;p71"/>
            <p:cNvSpPr/>
            <p:nvPr/>
          </p:nvSpPr>
          <p:spPr>
            <a:xfrm>
              <a:off x="4672825" y="2318850"/>
              <a:ext cx="6525" cy="5225"/>
            </a:xfrm>
            <a:custGeom>
              <a:avLst/>
              <a:gdLst/>
              <a:ahLst/>
              <a:cxnLst/>
              <a:rect l="l" t="t" r="r" b="b"/>
              <a:pathLst>
                <a:path w="261" h="209" extrusionOk="0">
                  <a:moveTo>
                    <a:pt x="163" y="1"/>
                  </a:moveTo>
                  <a:cubicBezTo>
                    <a:pt x="144" y="1"/>
                    <a:pt x="123" y="6"/>
                    <a:pt x="104" y="20"/>
                  </a:cubicBezTo>
                  <a:cubicBezTo>
                    <a:pt x="38" y="53"/>
                    <a:pt x="1" y="106"/>
                    <a:pt x="1" y="156"/>
                  </a:cubicBezTo>
                  <a:cubicBezTo>
                    <a:pt x="14" y="190"/>
                    <a:pt x="45" y="209"/>
                    <a:pt x="84" y="209"/>
                  </a:cubicBezTo>
                  <a:cubicBezTo>
                    <a:pt x="106" y="209"/>
                    <a:pt x="132" y="202"/>
                    <a:pt x="157" y="189"/>
                  </a:cubicBezTo>
                  <a:cubicBezTo>
                    <a:pt x="207" y="156"/>
                    <a:pt x="260" y="106"/>
                    <a:pt x="244" y="53"/>
                  </a:cubicBezTo>
                  <a:cubicBezTo>
                    <a:pt x="233" y="21"/>
                    <a:pt x="200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5" name="Google Shape;22155;p71"/>
            <p:cNvSpPr/>
            <p:nvPr/>
          </p:nvSpPr>
          <p:spPr>
            <a:xfrm>
              <a:off x="4664675" y="2292925"/>
              <a:ext cx="6525" cy="4875"/>
            </a:xfrm>
            <a:custGeom>
              <a:avLst/>
              <a:gdLst/>
              <a:ahLst/>
              <a:cxnLst/>
              <a:rect l="l" t="t" r="r" b="b"/>
              <a:pathLst>
                <a:path w="261" h="195" extrusionOk="0">
                  <a:moveTo>
                    <a:pt x="156" y="0"/>
                  </a:moveTo>
                  <a:cubicBezTo>
                    <a:pt x="145" y="0"/>
                    <a:pt x="133" y="2"/>
                    <a:pt x="120" y="9"/>
                  </a:cubicBezTo>
                  <a:cubicBezTo>
                    <a:pt x="104" y="9"/>
                    <a:pt x="71" y="26"/>
                    <a:pt x="38" y="59"/>
                  </a:cubicBezTo>
                  <a:cubicBezTo>
                    <a:pt x="17" y="75"/>
                    <a:pt x="1" y="92"/>
                    <a:pt x="1" y="129"/>
                  </a:cubicBezTo>
                  <a:cubicBezTo>
                    <a:pt x="1" y="145"/>
                    <a:pt x="17" y="178"/>
                    <a:pt x="38" y="178"/>
                  </a:cubicBezTo>
                  <a:cubicBezTo>
                    <a:pt x="55" y="195"/>
                    <a:pt x="88" y="195"/>
                    <a:pt x="120" y="195"/>
                  </a:cubicBezTo>
                  <a:cubicBezTo>
                    <a:pt x="120" y="195"/>
                    <a:pt x="141" y="195"/>
                    <a:pt x="158" y="178"/>
                  </a:cubicBezTo>
                  <a:cubicBezTo>
                    <a:pt x="174" y="178"/>
                    <a:pt x="191" y="162"/>
                    <a:pt x="207" y="145"/>
                  </a:cubicBezTo>
                  <a:cubicBezTo>
                    <a:pt x="261" y="92"/>
                    <a:pt x="261" y="42"/>
                    <a:pt x="207" y="9"/>
                  </a:cubicBezTo>
                  <a:cubicBezTo>
                    <a:pt x="196" y="9"/>
                    <a:pt x="178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6" name="Google Shape;22156;p71"/>
            <p:cNvSpPr/>
            <p:nvPr/>
          </p:nvSpPr>
          <p:spPr>
            <a:xfrm>
              <a:off x="4660450" y="2317150"/>
              <a:ext cx="6425" cy="4950"/>
            </a:xfrm>
            <a:custGeom>
              <a:avLst/>
              <a:gdLst/>
              <a:ahLst/>
              <a:cxnLst/>
              <a:rect l="l" t="t" r="r" b="b"/>
              <a:pathLst>
                <a:path w="257" h="198" extrusionOk="0">
                  <a:moveTo>
                    <a:pt x="161" y="0"/>
                  </a:moveTo>
                  <a:cubicBezTo>
                    <a:pt x="142" y="0"/>
                    <a:pt x="121" y="6"/>
                    <a:pt x="104" y="17"/>
                  </a:cubicBezTo>
                  <a:cubicBezTo>
                    <a:pt x="67" y="34"/>
                    <a:pt x="34" y="50"/>
                    <a:pt x="17" y="88"/>
                  </a:cubicBezTo>
                  <a:cubicBezTo>
                    <a:pt x="1" y="104"/>
                    <a:pt x="1" y="121"/>
                    <a:pt x="1" y="154"/>
                  </a:cubicBezTo>
                  <a:cubicBezTo>
                    <a:pt x="17" y="174"/>
                    <a:pt x="34" y="174"/>
                    <a:pt x="50" y="191"/>
                  </a:cubicBezTo>
                  <a:cubicBezTo>
                    <a:pt x="56" y="196"/>
                    <a:pt x="64" y="198"/>
                    <a:pt x="73" y="198"/>
                  </a:cubicBezTo>
                  <a:cubicBezTo>
                    <a:pt x="93" y="198"/>
                    <a:pt x="120" y="191"/>
                    <a:pt x="153" y="191"/>
                  </a:cubicBezTo>
                  <a:cubicBezTo>
                    <a:pt x="207" y="154"/>
                    <a:pt x="257" y="88"/>
                    <a:pt x="240" y="50"/>
                  </a:cubicBezTo>
                  <a:cubicBezTo>
                    <a:pt x="229" y="19"/>
                    <a:pt x="196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7" name="Google Shape;22157;p71"/>
            <p:cNvSpPr/>
            <p:nvPr/>
          </p:nvSpPr>
          <p:spPr>
            <a:xfrm>
              <a:off x="4719200" y="2315400"/>
              <a:ext cx="6950" cy="5200"/>
            </a:xfrm>
            <a:custGeom>
              <a:avLst/>
              <a:gdLst/>
              <a:ahLst/>
              <a:cxnLst/>
              <a:rect l="l" t="t" r="r" b="b"/>
              <a:pathLst>
                <a:path w="278" h="208" extrusionOk="0">
                  <a:moveTo>
                    <a:pt x="174" y="1"/>
                  </a:moveTo>
                  <a:cubicBezTo>
                    <a:pt x="141" y="17"/>
                    <a:pt x="104" y="17"/>
                    <a:pt x="88" y="38"/>
                  </a:cubicBezTo>
                  <a:cubicBezTo>
                    <a:pt x="55" y="54"/>
                    <a:pt x="38" y="87"/>
                    <a:pt x="22" y="104"/>
                  </a:cubicBezTo>
                  <a:cubicBezTo>
                    <a:pt x="1" y="158"/>
                    <a:pt x="38" y="191"/>
                    <a:pt x="71" y="207"/>
                  </a:cubicBezTo>
                  <a:lnTo>
                    <a:pt x="104" y="207"/>
                  </a:lnTo>
                  <a:cubicBezTo>
                    <a:pt x="125" y="207"/>
                    <a:pt x="141" y="207"/>
                    <a:pt x="158" y="191"/>
                  </a:cubicBezTo>
                  <a:cubicBezTo>
                    <a:pt x="191" y="174"/>
                    <a:pt x="228" y="158"/>
                    <a:pt x="244" y="141"/>
                  </a:cubicBezTo>
                  <a:cubicBezTo>
                    <a:pt x="244" y="120"/>
                    <a:pt x="244" y="120"/>
                    <a:pt x="261" y="104"/>
                  </a:cubicBezTo>
                  <a:cubicBezTo>
                    <a:pt x="277" y="54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8" name="Google Shape;22158;p71"/>
            <p:cNvSpPr/>
            <p:nvPr/>
          </p:nvSpPr>
          <p:spPr>
            <a:xfrm>
              <a:off x="4714975" y="2303250"/>
              <a:ext cx="6850" cy="4925"/>
            </a:xfrm>
            <a:custGeom>
              <a:avLst/>
              <a:gdLst/>
              <a:ahLst/>
              <a:cxnLst/>
              <a:rect l="l" t="t" r="r" b="b"/>
              <a:pathLst>
                <a:path w="274" h="197" extrusionOk="0">
                  <a:moveTo>
                    <a:pt x="165" y="0"/>
                  </a:moveTo>
                  <a:cubicBezTo>
                    <a:pt x="149" y="0"/>
                    <a:pt x="134" y="3"/>
                    <a:pt x="120" y="9"/>
                  </a:cubicBezTo>
                  <a:cubicBezTo>
                    <a:pt x="50" y="42"/>
                    <a:pt x="1" y="112"/>
                    <a:pt x="17" y="145"/>
                  </a:cubicBezTo>
                  <a:cubicBezTo>
                    <a:pt x="28" y="177"/>
                    <a:pt x="61" y="197"/>
                    <a:pt x="97" y="197"/>
                  </a:cubicBezTo>
                  <a:cubicBezTo>
                    <a:pt x="116" y="197"/>
                    <a:pt x="136" y="191"/>
                    <a:pt x="153" y="178"/>
                  </a:cubicBezTo>
                  <a:cubicBezTo>
                    <a:pt x="224" y="161"/>
                    <a:pt x="273" y="91"/>
                    <a:pt x="257" y="42"/>
                  </a:cubicBezTo>
                  <a:cubicBezTo>
                    <a:pt x="245" y="18"/>
                    <a:pt x="205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9" name="Google Shape;22159;p71"/>
            <p:cNvSpPr/>
            <p:nvPr/>
          </p:nvSpPr>
          <p:spPr>
            <a:xfrm>
              <a:off x="4698600" y="23060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03" y="17"/>
                    <a:pt x="87" y="34"/>
                  </a:cubicBezTo>
                  <a:cubicBezTo>
                    <a:pt x="54" y="50"/>
                    <a:pt x="37" y="83"/>
                    <a:pt x="21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4" y="207"/>
                    <a:pt x="141" y="186"/>
                    <a:pt x="157" y="186"/>
                  </a:cubicBezTo>
                  <a:cubicBezTo>
                    <a:pt x="174" y="186"/>
                    <a:pt x="174" y="170"/>
                    <a:pt x="190" y="170"/>
                  </a:cubicBezTo>
                  <a:cubicBezTo>
                    <a:pt x="227" y="153"/>
                    <a:pt x="244" y="120"/>
                    <a:pt x="244" y="104"/>
                  </a:cubicBezTo>
                  <a:cubicBezTo>
                    <a:pt x="260" y="50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0" name="Google Shape;22160;p71"/>
            <p:cNvSpPr/>
            <p:nvPr/>
          </p:nvSpPr>
          <p:spPr>
            <a:xfrm>
              <a:off x="4695600" y="23405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70" y="1"/>
                  </a:moveTo>
                  <a:cubicBezTo>
                    <a:pt x="161" y="1"/>
                    <a:pt x="152" y="3"/>
                    <a:pt x="141" y="8"/>
                  </a:cubicBezTo>
                  <a:cubicBezTo>
                    <a:pt x="104" y="8"/>
                    <a:pt x="71" y="25"/>
                    <a:pt x="54" y="62"/>
                  </a:cubicBezTo>
                  <a:cubicBezTo>
                    <a:pt x="1" y="95"/>
                    <a:pt x="1" y="165"/>
                    <a:pt x="38" y="181"/>
                  </a:cubicBezTo>
                  <a:cubicBezTo>
                    <a:pt x="71" y="198"/>
                    <a:pt x="87" y="198"/>
                    <a:pt x="120" y="198"/>
                  </a:cubicBezTo>
                  <a:cubicBezTo>
                    <a:pt x="141" y="198"/>
                    <a:pt x="141" y="198"/>
                    <a:pt x="157" y="181"/>
                  </a:cubicBezTo>
                  <a:cubicBezTo>
                    <a:pt x="174" y="181"/>
                    <a:pt x="190" y="165"/>
                    <a:pt x="207" y="144"/>
                  </a:cubicBezTo>
                  <a:cubicBezTo>
                    <a:pt x="244" y="128"/>
                    <a:pt x="244" y="95"/>
                    <a:pt x="244" y="78"/>
                  </a:cubicBezTo>
                  <a:cubicBezTo>
                    <a:pt x="261" y="41"/>
                    <a:pt x="244" y="25"/>
                    <a:pt x="223" y="8"/>
                  </a:cubicBezTo>
                  <a:cubicBezTo>
                    <a:pt x="201" y="8"/>
                    <a:pt x="187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1" name="Google Shape;22161;p71"/>
            <p:cNvSpPr/>
            <p:nvPr/>
          </p:nvSpPr>
          <p:spPr>
            <a:xfrm>
              <a:off x="4721800" y="227120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57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37" y="54"/>
                    <a:pt x="21" y="87"/>
                    <a:pt x="21" y="103"/>
                  </a:cubicBezTo>
                  <a:cubicBezTo>
                    <a:pt x="0" y="136"/>
                    <a:pt x="0" y="157"/>
                    <a:pt x="21" y="173"/>
                  </a:cubicBezTo>
                  <a:cubicBezTo>
                    <a:pt x="37" y="190"/>
                    <a:pt x="54" y="206"/>
                    <a:pt x="87" y="206"/>
                  </a:cubicBezTo>
                  <a:cubicBezTo>
                    <a:pt x="103" y="206"/>
                    <a:pt x="140" y="206"/>
                    <a:pt x="157" y="190"/>
                  </a:cubicBezTo>
                  <a:cubicBezTo>
                    <a:pt x="157" y="190"/>
                    <a:pt x="173" y="190"/>
                    <a:pt x="173" y="173"/>
                  </a:cubicBezTo>
                  <a:cubicBezTo>
                    <a:pt x="206" y="157"/>
                    <a:pt x="227" y="136"/>
                    <a:pt x="243" y="103"/>
                  </a:cubicBezTo>
                  <a:cubicBezTo>
                    <a:pt x="260" y="54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2" name="Google Shape;22162;p71"/>
            <p:cNvSpPr/>
            <p:nvPr/>
          </p:nvSpPr>
          <p:spPr>
            <a:xfrm>
              <a:off x="4723950" y="228350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83" y="1"/>
                  </a:moveTo>
                  <a:cubicBezTo>
                    <a:pt x="140" y="1"/>
                    <a:pt x="91" y="19"/>
                    <a:pt x="54" y="57"/>
                  </a:cubicBezTo>
                  <a:cubicBezTo>
                    <a:pt x="1" y="94"/>
                    <a:pt x="1" y="160"/>
                    <a:pt x="38" y="180"/>
                  </a:cubicBezTo>
                  <a:cubicBezTo>
                    <a:pt x="71" y="197"/>
                    <a:pt x="87" y="197"/>
                    <a:pt x="120" y="197"/>
                  </a:cubicBezTo>
                  <a:cubicBezTo>
                    <a:pt x="141" y="197"/>
                    <a:pt x="157" y="197"/>
                    <a:pt x="157" y="180"/>
                  </a:cubicBezTo>
                  <a:cubicBezTo>
                    <a:pt x="174" y="180"/>
                    <a:pt x="190" y="160"/>
                    <a:pt x="207" y="143"/>
                  </a:cubicBezTo>
                  <a:cubicBezTo>
                    <a:pt x="260" y="110"/>
                    <a:pt x="260" y="40"/>
                    <a:pt x="223" y="7"/>
                  </a:cubicBezTo>
                  <a:cubicBezTo>
                    <a:pt x="211" y="3"/>
                    <a:pt x="197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3" name="Google Shape;22163;p71"/>
            <p:cNvSpPr/>
            <p:nvPr/>
          </p:nvSpPr>
          <p:spPr>
            <a:xfrm>
              <a:off x="4721800" y="2327875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73" y="1"/>
                  </a:moveTo>
                  <a:cubicBezTo>
                    <a:pt x="140" y="1"/>
                    <a:pt x="103" y="17"/>
                    <a:pt x="70" y="34"/>
                  </a:cubicBezTo>
                  <a:cubicBezTo>
                    <a:pt x="54" y="54"/>
                    <a:pt x="37" y="71"/>
                    <a:pt x="21" y="104"/>
                  </a:cubicBezTo>
                  <a:cubicBezTo>
                    <a:pt x="0" y="120"/>
                    <a:pt x="21" y="157"/>
                    <a:pt x="21" y="174"/>
                  </a:cubicBezTo>
                  <a:cubicBezTo>
                    <a:pt x="37" y="190"/>
                    <a:pt x="70" y="190"/>
                    <a:pt x="103" y="190"/>
                  </a:cubicBezTo>
                  <a:lnTo>
                    <a:pt x="157" y="190"/>
                  </a:lnTo>
                  <a:cubicBezTo>
                    <a:pt x="173" y="174"/>
                    <a:pt x="173" y="174"/>
                    <a:pt x="190" y="174"/>
                  </a:cubicBezTo>
                  <a:cubicBezTo>
                    <a:pt x="206" y="157"/>
                    <a:pt x="243" y="120"/>
                    <a:pt x="243" y="104"/>
                  </a:cubicBezTo>
                  <a:cubicBezTo>
                    <a:pt x="260" y="34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4" name="Google Shape;22164;p71"/>
            <p:cNvSpPr/>
            <p:nvPr/>
          </p:nvSpPr>
          <p:spPr>
            <a:xfrm>
              <a:off x="4685300" y="23622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87" y="21"/>
                    <a:pt x="54" y="38"/>
                    <a:pt x="38" y="54"/>
                  </a:cubicBezTo>
                  <a:cubicBezTo>
                    <a:pt x="17" y="71"/>
                    <a:pt x="1" y="104"/>
                    <a:pt x="1" y="124"/>
                  </a:cubicBezTo>
                  <a:cubicBezTo>
                    <a:pt x="1" y="157"/>
                    <a:pt x="1" y="174"/>
                    <a:pt x="17" y="190"/>
                  </a:cubicBezTo>
                  <a:cubicBezTo>
                    <a:pt x="36" y="199"/>
                    <a:pt x="49" y="203"/>
                    <a:pt x="62" y="203"/>
                  </a:cubicBezTo>
                  <a:cubicBezTo>
                    <a:pt x="75" y="203"/>
                    <a:pt x="87" y="199"/>
                    <a:pt x="104" y="190"/>
                  </a:cubicBezTo>
                  <a:lnTo>
                    <a:pt x="141" y="190"/>
                  </a:lnTo>
                  <a:cubicBezTo>
                    <a:pt x="157" y="174"/>
                    <a:pt x="174" y="174"/>
                    <a:pt x="190" y="157"/>
                  </a:cubicBezTo>
                  <a:cubicBezTo>
                    <a:pt x="244" y="104"/>
                    <a:pt x="244" y="38"/>
                    <a:pt x="207" y="21"/>
                  </a:cubicBezTo>
                  <a:cubicBezTo>
                    <a:pt x="174" y="1"/>
                    <a:pt x="15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5" name="Google Shape;22165;p71"/>
            <p:cNvSpPr/>
            <p:nvPr/>
          </p:nvSpPr>
          <p:spPr>
            <a:xfrm>
              <a:off x="4681075" y="2386575"/>
              <a:ext cx="6000" cy="4825"/>
            </a:xfrm>
            <a:custGeom>
              <a:avLst/>
              <a:gdLst/>
              <a:ahLst/>
              <a:cxnLst/>
              <a:rect l="l" t="t" r="r" b="b"/>
              <a:pathLst>
                <a:path w="240" h="193" extrusionOk="0">
                  <a:moveTo>
                    <a:pt x="138" y="0"/>
                  </a:moveTo>
                  <a:cubicBezTo>
                    <a:pt x="120" y="0"/>
                    <a:pt x="102" y="3"/>
                    <a:pt x="83" y="7"/>
                  </a:cubicBezTo>
                  <a:cubicBezTo>
                    <a:pt x="50" y="23"/>
                    <a:pt x="17" y="56"/>
                    <a:pt x="0" y="77"/>
                  </a:cubicBezTo>
                  <a:lnTo>
                    <a:pt x="0" y="143"/>
                  </a:lnTo>
                  <a:cubicBezTo>
                    <a:pt x="0" y="159"/>
                    <a:pt x="17" y="180"/>
                    <a:pt x="33" y="180"/>
                  </a:cubicBezTo>
                  <a:cubicBezTo>
                    <a:pt x="50" y="188"/>
                    <a:pt x="67" y="192"/>
                    <a:pt x="85" y="192"/>
                  </a:cubicBezTo>
                  <a:cubicBezTo>
                    <a:pt x="103" y="192"/>
                    <a:pt x="120" y="188"/>
                    <a:pt x="137" y="180"/>
                  </a:cubicBezTo>
                  <a:cubicBezTo>
                    <a:pt x="207" y="143"/>
                    <a:pt x="240" y="94"/>
                    <a:pt x="223" y="40"/>
                  </a:cubicBezTo>
                  <a:cubicBezTo>
                    <a:pt x="223" y="16"/>
                    <a:pt x="186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6" name="Google Shape;22166;p71"/>
            <p:cNvSpPr/>
            <p:nvPr/>
          </p:nvSpPr>
          <p:spPr>
            <a:xfrm>
              <a:off x="4693025" y="2388425"/>
              <a:ext cx="6525" cy="4800"/>
            </a:xfrm>
            <a:custGeom>
              <a:avLst/>
              <a:gdLst/>
              <a:ahLst/>
              <a:cxnLst/>
              <a:rect l="l" t="t" r="r" b="b"/>
              <a:pathLst>
                <a:path w="261" h="192" extrusionOk="0">
                  <a:moveTo>
                    <a:pt x="175" y="1"/>
                  </a:moveTo>
                  <a:cubicBezTo>
                    <a:pt x="153" y="1"/>
                    <a:pt x="129" y="6"/>
                    <a:pt x="104" y="20"/>
                  </a:cubicBezTo>
                  <a:cubicBezTo>
                    <a:pt x="38" y="36"/>
                    <a:pt x="1" y="106"/>
                    <a:pt x="17" y="139"/>
                  </a:cubicBezTo>
                  <a:cubicBezTo>
                    <a:pt x="31" y="171"/>
                    <a:pt x="56" y="191"/>
                    <a:pt x="91" y="191"/>
                  </a:cubicBezTo>
                  <a:cubicBezTo>
                    <a:pt x="111" y="191"/>
                    <a:pt x="133" y="185"/>
                    <a:pt x="157" y="172"/>
                  </a:cubicBezTo>
                  <a:cubicBezTo>
                    <a:pt x="223" y="156"/>
                    <a:pt x="260" y="85"/>
                    <a:pt x="244" y="53"/>
                  </a:cubicBezTo>
                  <a:cubicBezTo>
                    <a:pt x="244" y="20"/>
                    <a:pt x="215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7" name="Google Shape;22167;p71"/>
            <p:cNvSpPr/>
            <p:nvPr/>
          </p:nvSpPr>
          <p:spPr>
            <a:xfrm>
              <a:off x="4729525" y="22926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21"/>
                    <a:pt x="87" y="38"/>
                  </a:cubicBezTo>
                  <a:cubicBezTo>
                    <a:pt x="54" y="54"/>
                    <a:pt x="37" y="87"/>
                    <a:pt x="21" y="104"/>
                  </a:cubicBezTo>
                  <a:cubicBezTo>
                    <a:pt x="0" y="157"/>
                    <a:pt x="37" y="207"/>
                    <a:pt x="103" y="207"/>
                  </a:cubicBezTo>
                  <a:cubicBezTo>
                    <a:pt x="124" y="207"/>
                    <a:pt x="140" y="207"/>
                    <a:pt x="157" y="190"/>
                  </a:cubicBezTo>
                  <a:cubicBezTo>
                    <a:pt x="173" y="190"/>
                    <a:pt x="173" y="174"/>
                    <a:pt x="190" y="174"/>
                  </a:cubicBezTo>
                  <a:cubicBezTo>
                    <a:pt x="206" y="157"/>
                    <a:pt x="243" y="141"/>
                    <a:pt x="243" y="104"/>
                  </a:cubicBezTo>
                  <a:cubicBezTo>
                    <a:pt x="260" y="54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8" name="Google Shape;22168;p71"/>
            <p:cNvSpPr/>
            <p:nvPr/>
          </p:nvSpPr>
          <p:spPr>
            <a:xfrm>
              <a:off x="4675400" y="2375100"/>
              <a:ext cx="6100" cy="5175"/>
            </a:xfrm>
            <a:custGeom>
              <a:avLst/>
              <a:gdLst/>
              <a:ahLst/>
              <a:cxnLst/>
              <a:rect l="l" t="t" r="r" b="b"/>
              <a:pathLst>
                <a:path w="244" h="207" extrusionOk="0">
                  <a:moveTo>
                    <a:pt x="157" y="0"/>
                  </a:moveTo>
                  <a:cubicBezTo>
                    <a:pt x="141" y="0"/>
                    <a:pt x="104" y="21"/>
                    <a:pt x="87" y="37"/>
                  </a:cubicBezTo>
                  <a:cubicBezTo>
                    <a:pt x="54" y="54"/>
                    <a:pt x="21" y="70"/>
                    <a:pt x="21" y="103"/>
                  </a:cubicBezTo>
                  <a:cubicBezTo>
                    <a:pt x="1" y="157"/>
                    <a:pt x="38" y="206"/>
                    <a:pt x="87" y="206"/>
                  </a:cubicBezTo>
                  <a:cubicBezTo>
                    <a:pt x="104" y="206"/>
                    <a:pt x="124" y="206"/>
                    <a:pt x="141" y="190"/>
                  </a:cubicBezTo>
                  <a:lnTo>
                    <a:pt x="157" y="190"/>
                  </a:lnTo>
                  <a:lnTo>
                    <a:pt x="174" y="173"/>
                  </a:lnTo>
                  <a:cubicBezTo>
                    <a:pt x="207" y="157"/>
                    <a:pt x="227" y="140"/>
                    <a:pt x="244" y="103"/>
                  </a:cubicBezTo>
                  <a:cubicBezTo>
                    <a:pt x="244" y="87"/>
                    <a:pt x="244" y="54"/>
                    <a:pt x="227" y="37"/>
                  </a:cubicBezTo>
                  <a:cubicBezTo>
                    <a:pt x="227" y="21"/>
                    <a:pt x="19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9" name="Google Shape;22169;p71"/>
            <p:cNvSpPr/>
            <p:nvPr/>
          </p:nvSpPr>
          <p:spPr>
            <a:xfrm>
              <a:off x="4667675" y="2442850"/>
              <a:ext cx="6100" cy="4925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63" y="1"/>
                  </a:moveTo>
                  <a:cubicBezTo>
                    <a:pt x="121" y="1"/>
                    <a:pt x="74" y="16"/>
                    <a:pt x="38" y="40"/>
                  </a:cubicBezTo>
                  <a:cubicBezTo>
                    <a:pt x="21" y="73"/>
                    <a:pt x="0" y="94"/>
                    <a:pt x="0" y="127"/>
                  </a:cubicBezTo>
                  <a:cubicBezTo>
                    <a:pt x="0" y="143"/>
                    <a:pt x="0" y="160"/>
                    <a:pt x="38" y="176"/>
                  </a:cubicBezTo>
                  <a:cubicBezTo>
                    <a:pt x="54" y="197"/>
                    <a:pt x="87" y="197"/>
                    <a:pt x="104" y="197"/>
                  </a:cubicBezTo>
                  <a:cubicBezTo>
                    <a:pt x="124" y="197"/>
                    <a:pt x="141" y="176"/>
                    <a:pt x="141" y="176"/>
                  </a:cubicBezTo>
                  <a:cubicBezTo>
                    <a:pt x="157" y="176"/>
                    <a:pt x="174" y="160"/>
                    <a:pt x="190" y="143"/>
                  </a:cubicBezTo>
                  <a:cubicBezTo>
                    <a:pt x="244" y="94"/>
                    <a:pt x="244" y="40"/>
                    <a:pt x="207" y="7"/>
                  </a:cubicBezTo>
                  <a:cubicBezTo>
                    <a:pt x="193" y="3"/>
                    <a:pt x="179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0" name="Google Shape;22170;p71"/>
            <p:cNvSpPr/>
            <p:nvPr/>
          </p:nvSpPr>
          <p:spPr>
            <a:xfrm>
              <a:off x="4690875" y="237385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17"/>
                    <a:pt x="70" y="34"/>
                  </a:cubicBezTo>
                  <a:cubicBezTo>
                    <a:pt x="54" y="50"/>
                    <a:pt x="21" y="87"/>
                    <a:pt x="21" y="104"/>
                  </a:cubicBezTo>
                  <a:cubicBezTo>
                    <a:pt x="0" y="153"/>
                    <a:pt x="37" y="207"/>
                    <a:pt x="87" y="207"/>
                  </a:cubicBezTo>
                  <a:cubicBezTo>
                    <a:pt x="103" y="207"/>
                    <a:pt x="140" y="207"/>
                    <a:pt x="157" y="190"/>
                  </a:cubicBezTo>
                  <a:cubicBezTo>
                    <a:pt x="157" y="190"/>
                    <a:pt x="173" y="190"/>
                    <a:pt x="190" y="174"/>
                  </a:cubicBezTo>
                  <a:cubicBezTo>
                    <a:pt x="206" y="153"/>
                    <a:pt x="227" y="137"/>
                    <a:pt x="243" y="104"/>
                  </a:cubicBezTo>
                  <a:cubicBezTo>
                    <a:pt x="260" y="50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1" name="Google Shape;22171;p71"/>
            <p:cNvSpPr/>
            <p:nvPr/>
          </p:nvSpPr>
          <p:spPr>
            <a:xfrm>
              <a:off x="4715800" y="2409925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37" y="1"/>
                  </a:moveTo>
                  <a:cubicBezTo>
                    <a:pt x="120" y="17"/>
                    <a:pt x="87" y="34"/>
                    <a:pt x="54" y="50"/>
                  </a:cubicBezTo>
                  <a:cubicBezTo>
                    <a:pt x="17" y="104"/>
                    <a:pt x="1" y="153"/>
                    <a:pt x="54" y="190"/>
                  </a:cubicBezTo>
                  <a:cubicBezTo>
                    <a:pt x="63" y="198"/>
                    <a:pt x="75" y="203"/>
                    <a:pt x="90" y="203"/>
                  </a:cubicBezTo>
                  <a:cubicBezTo>
                    <a:pt x="104" y="203"/>
                    <a:pt x="120" y="198"/>
                    <a:pt x="137" y="190"/>
                  </a:cubicBezTo>
                  <a:lnTo>
                    <a:pt x="158" y="190"/>
                  </a:lnTo>
                  <a:cubicBezTo>
                    <a:pt x="191" y="174"/>
                    <a:pt x="207" y="174"/>
                    <a:pt x="224" y="153"/>
                  </a:cubicBezTo>
                  <a:cubicBezTo>
                    <a:pt x="240" y="120"/>
                    <a:pt x="261" y="104"/>
                    <a:pt x="261" y="71"/>
                  </a:cubicBezTo>
                  <a:cubicBezTo>
                    <a:pt x="261" y="50"/>
                    <a:pt x="240" y="34"/>
                    <a:pt x="224" y="17"/>
                  </a:cubicBezTo>
                  <a:cubicBezTo>
                    <a:pt x="207" y="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2" name="Google Shape;22172;p71"/>
            <p:cNvSpPr/>
            <p:nvPr/>
          </p:nvSpPr>
          <p:spPr>
            <a:xfrm>
              <a:off x="4720150" y="243160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96" y="1"/>
                  </a:moveTo>
                  <a:cubicBezTo>
                    <a:pt x="189" y="1"/>
                    <a:pt x="180" y="3"/>
                    <a:pt x="169" y="8"/>
                  </a:cubicBezTo>
                  <a:cubicBezTo>
                    <a:pt x="103" y="8"/>
                    <a:pt x="33" y="45"/>
                    <a:pt x="17" y="94"/>
                  </a:cubicBezTo>
                  <a:cubicBezTo>
                    <a:pt x="0" y="148"/>
                    <a:pt x="33" y="197"/>
                    <a:pt x="103" y="197"/>
                  </a:cubicBezTo>
                  <a:cubicBezTo>
                    <a:pt x="120" y="197"/>
                    <a:pt x="136" y="197"/>
                    <a:pt x="153" y="181"/>
                  </a:cubicBezTo>
                  <a:cubicBezTo>
                    <a:pt x="169" y="181"/>
                    <a:pt x="169" y="181"/>
                    <a:pt x="190" y="164"/>
                  </a:cubicBezTo>
                  <a:cubicBezTo>
                    <a:pt x="223" y="148"/>
                    <a:pt x="239" y="131"/>
                    <a:pt x="239" y="94"/>
                  </a:cubicBezTo>
                  <a:cubicBezTo>
                    <a:pt x="256" y="78"/>
                    <a:pt x="256" y="45"/>
                    <a:pt x="239" y="28"/>
                  </a:cubicBezTo>
                  <a:cubicBezTo>
                    <a:pt x="227" y="14"/>
                    <a:pt x="216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3" name="Google Shape;22173;p71"/>
            <p:cNvSpPr/>
            <p:nvPr/>
          </p:nvSpPr>
          <p:spPr>
            <a:xfrm>
              <a:off x="4768175" y="2375700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61" y="1"/>
                  </a:moveTo>
                  <a:cubicBezTo>
                    <a:pt x="139" y="1"/>
                    <a:pt x="114" y="5"/>
                    <a:pt x="87" y="13"/>
                  </a:cubicBezTo>
                  <a:cubicBezTo>
                    <a:pt x="54" y="30"/>
                    <a:pt x="21" y="63"/>
                    <a:pt x="0" y="100"/>
                  </a:cubicBezTo>
                  <a:lnTo>
                    <a:pt x="0" y="149"/>
                  </a:lnTo>
                  <a:cubicBezTo>
                    <a:pt x="13" y="183"/>
                    <a:pt x="45" y="202"/>
                    <a:pt x="79" y="202"/>
                  </a:cubicBezTo>
                  <a:cubicBezTo>
                    <a:pt x="100" y="202"/>
                    <a:pt x="121" y="196"/>
                    <a:pt x="141" y="182"/>
                  </a:cubicBezTo>
                  <a:cubicBezTo>
                    <a:pt x="206" y="149"/>
                    <a:pt x="260" y="100"/>
                    <a:pt x="244" y="46"/>
                  </a:cubicBezTo>
                  <a:cubicBezTo>
                    <a:pt x="227" y="30"/>
                    <a:pt x="227" y="30"/>
                    <a:pt x="206" y="13"/>
                  </a:cubicBezTo>
                  <a:cubicBezTo>
                    <a:pt x="198" y="5"/>
                    <a:pt x="182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4" name="Google Shape;22174;p71"/>
            <p:cNvSpPr/>
            <p:nvPr/>
          </p:nvSpPr>
          <p:spPr>
            <a:xfrm>
              <a:off x="4769500" y="2385400"/>
              <a:ext cx="6425" cy="5225"/>
            </a:xfrm>
            <a:custGeom>
              <a:avLst/>
              <a:gdLst/>
              <a:ahLst/>
              <a:cxnLst/>
              <a:rect l="l" t="t" r="r" b="b"/>
              <a:pathLst>
                <a:path w="257" h="209" extrusionOk="0">
                  <a:moveTo>
                    <a:pt x="153" y="0"/>
                  </a:moveTo>
                  <a:cubicBezTo>
                    <a:pt x="137" y="0"/>
                    <a:pt x="120" y="21"/>
                    <a:pt x="104" y="21"/>
                  </a:cubicBezTo>
                  <a:cubicBezTo>
                    <a:pt x="34" y="54"/>
                    <a:pt x="1" y="103"/>
                    <a:pt x="17" y="157"/>
                  </a:cubicBezTo>
                  <a:cubicBezTo>
                    <a:pt x="17" y="189"/>
                    <a:pt x="47" y="209"/>
                    <a:pt x="85" y="209"/>
                  </a:cubicBezTo>
                  <a:cubicBezTo>
                    <a:pt x="106" y="209"/>
                    <a:pt x="130" y="203"/>
                    <a:pt x="153" y="190"/>
                  </a:cubicBezTo>
                  <a:cubicBezTo>
                    <a:pt x="174" y="190"/>
                    <a:pt x="191" y="174"/>
                    <a:pt x="207" y="157"/>
                  </a:cubicBezTo>
                  <a:cubicBezTo>
                    <a:pt x="240" y="124"/>
                    <a:pt x="257" y="87"/>
                    <a:pt x="240" y="54"/>
                  </a:cubicBezTo>
                  <a:cubicBezTo>
                    <a:pt x="240" y="21"/>
                    <a:pt x="207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5" name="Google Shape;22175;p71"/>
            <p:cNvSpPr/>
            <p:nvPr/>
          </p:nvSpPr>
          <p:spPr>
            <a:xfrm>
              <a:off x="4774250" y="2443850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3" y="0"/>
                  </a:moveTo>
                  <a:cubicBezTo>
                    <a:pt x="120" y="0"/>
                    <a:pt x="87" y="17"/>
                    <a:pt x="67" y="33"/>
                  </a:cubicBezTo>
                  <a:cubicBezTo>
                    <a:pt x="34" y="54"/>
                    <a:pt x="17" y="70"/>
                    <a:pt x="1" y="103"/>
                  </a:cubicBezTo>
                  <a:cubicBezTo>
                    <a:pt x="1" y="120"/>
                    <a:pt x="1" y="157"/>
                    <a:pt x="17" y="173"/>
                  </a:cubicBezTo>
                  <a:cubicBezTo>
                    <a:pt x="34" y="190"/>
                    <a:pt x="50" y="206"/>
                    <a:pt x="87" y="206"/>
                  </a:cubicBezTo>
                  <a:cubicBezTo>
                    <a:pt x="104" y="206"/>
                    <a:pt x="120" y="190"/>
                    <a:pt x="137" y="190"/>
                  </a:cubicBezTo>
                  <a:cubicBezTo>
                    <a:pt x="153" y="173"/>
                    <a:pt x="153" y="173"/>
                    <a:pt x="170" y="173"/>
                  </a:cubicBezTo>
                  <a:cubicBezTo>
                    <a:pt x="207" y="157"/>
                    <a:pt x="223" y="120"/>
                    <a:pt x="223" y="103"/>
                  </a:cubicBezTo>
                  <a:cubicBezTo>
                    <a:pt x="256" y="54"/>
                    <a:pt x="22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6" name="Google Shape;22176;p71"/>
            <p:cNvSpPr/>
            <p:nvPr/>
          </p:nvSpPr>
          <p:spPr>
            <a:xfrm>
              <a:off x="4778075" y="240910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57" y="1"/>
                    <a:pt x="120" y="17"/>
                    <a:pt x="103" y="34"/>
                  </a:cubicBezTo>
                  <a:cubicBezTo>
                    <a:pt x="70" y="50"/>
                    <a:pt x="37" y="67"/>
                    <a:pt x="17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0" y="207"/>
                    <a:pt x="140" y="207"/>
                    <a:pt x="140" y="186"/>
                  </a:cubicBezTo>
                  <a:lnTo>
                    <a:pt x="173" y="186"/>
                  </a:lnTo>
                  <a:lnTo>
                    <a:pt x="190" y="170"/>
                  </a:lnTo>
                  <a:cubicBezTo>
                    <a:pt x="223" y="153"/>
                    <a:pt x="243" y="120"/>
                    <a:pt x="260" y="104"/>
                  </a:cubicBezTo>
                  <a:cubicBezTo>
                    <a:pt x="260" y="67"/>
                    <a:pt x="260" y="50"/>
                    <a:pt x="243" y="34"/>
                  </a:cubicBezTo>
                  <a:cubicBezTo>
                    <a:pt x="223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7" name="Google Shape;22177;p71"/>
            <p:cNvSpPr/>
            <p:nvPr/>
          </p:nvSpPr>
          <p:spPr>
            <a:xfrm>
              <a:off x="4783225" y="243312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3" y="0"/>
                  </a:moveTo>
                  <a:cubicBezTo>
                    <a:pt x="157" y="0"/>
                    <a:pt x="120" y="0"/>
                    <a:pt x="103" y="17"/>
                  </a:cubicBezTo>
                  <a:cubicBezTo>
                    <a:pt x="54" y="33"/>
                    <a:pt x="0" y="103"/>
                    <a:pt x="17" y="153"/>
                  </a:cubicBezTo>
                  <a:cubicBezTo>
                    <a:pt x="32" y="180"/>
                    <a:pt x="72" y="196"/>
                    <a:pt x="113" y="196"/>
                  </a:cubicBezTo>
                  <a:cubicBezTo>
                    <a:pt x="128" y="196"/>
                    <a:pt x="143" y="194"/>
                    <a:pt x="157" y="190"/>
                  </a:cubicBezTo>
                  <a:cubicBezTo>
                    <a:pt x="173" y="173"/>
                    <a:pt x="190" y="173"/>
                    <a:pt x="206" y="153"/>
                  </a:cubicBezTo>
                  <a:cubicBezTo>
                    <a:pt x="244" y="120"/>
                    <a:pt x="260" y="87"/>
                    <a:pt x="260" y="50"/>
                  </a:cubicBezTo>
                  <a:cubicBezTo>
                    <a:pt x="244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8" name="Google Shape;22178;p71"/>
            <p:cNvSpPr/>
            <p:nvPr/>
          </p:nvSpPr>
          <p:spPr>
            <a:xfrm>
              <a:off x="4787950" y="2396225"/>
              <a:ext cx="6525" cy="5050"/>
            </a:xfrm>
            <a:custGeom>
              <a:avLst/>
              <a:gdLst/>
              <a:ahLst/>
              <a:cxnLst/>
              <a:rect l="l" t="t" r="r" b="b"/>
              <a:pathLst>
                <a:path w="261" h="202" extrusionOk="0">
                  <a:moveTo>
                    <a:pt x="137" y="0"/>
                  </a:moveTo>
                  <a:cubicBezTo>
                    <a:pt x="104" y="17"/>
                    <a:pt x="71" y="33"/>
                    <a:pt x="55" y="50"/>
                  </a:cubicBezTo>
                  <a:cubicBezTo>
                    <a:pt x="17" y="66"/>
                    <a:pt x="17" y="103"/>
                    <a:pt x="1" y="120"/>
                  </a:cubicBezTo>
                  <a:cubicBezTo>
                    <a:pt x="1" y="153"/>
                    <a:pt x="17" y="169"/>
                    <a:pt x="34" y="186"/>
                  </a:cubicBezTo>
                  <a:cubicBezTo>
                    <a:pt x="44" y="196"/>
                    <a:pt x="58" y="201"/>
                    <a:pt x="73" y="201"/>
                  </a:cubicBezTo>
                  <a:cubicBezTo>
                    <a:pt x="88" y="201"/>
                    <a:pt x="104" y="196"/>
                    <a:pt x="120" y="186"/>
                  </a:cubicBezTo>
                  <a:lnTo>
                    <a:pt x="158" y="186"/>
                  </a:lnTo>
                  <a:cubicBezTo>
                    <a:pt x="174" y="169"/>
                    <a:pt x="191" y="153"/>
                    <a:pt x="207" y="153"/>
                  </a:cubicBezTo>
                  <a:cubicBezTo>
                    <a:pt x="261" y="103"/>
                    <a:pt x="261" y="33"/>
                    <a:pt x="224" y="17"/>
                  </a:cubicBezTo>
                  <a:cubicBezTo>
                    <a:pt x="191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9" name="Google Shape;22179;p71"/>
            <p:cNvSpPr/>
            <p:nvPr/>
          </p:nvSpPr>
          <p:spPr>
            <a:xfrm>
              <a:off x="4783625" y="2420225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71" y="0"/>
                  </a:moveTo>
                  <a:cubicBezTo>
                    <a:pt x="151" y="0"/>
                    <a:pt x="129" y="6"/>
                    <a:pt x="104" y="17"/>
                  </a:cubicBezTo>
                  <a:cubicBezTo>
                    <a:pt x="71" y="34"/>
                    <a:pt x="38" y="71"/>
                    <a:pt x="21" y="87"/>
                  </a:cubicBezTo>
                  <a:cubicBezTo>
                    <a:pt x="21" y="104"/>
                    <a:pt x="1" y="137"/>
                    <a:pt x="21" y="153"/>
                  </a:cubicBezTo>
                  <a:cubicBezTo>
                    <a:pt x="21" y="174"/>
                    <a:pt x="38" y="191"/>
                    <a:pt x="54" y="191"/>
                  </a:cubicBezTo>
                  <a:cubicBezTo>
                    <a:pt x="71" y="199"/>
                    <a:pt x="88" y="203"/>
                    <a:pt x="106" y="203"/>
                  </a:cubicBezTo>
                  <a:cubicBezTo>
                    <a:pt x="123" y="203"/>
                    <a:pt x="141" y="199"/>
                    <a:pt x="157" y="191"/>
                  </a:cubicBezTo>
                  <a:cubicBezTo>
                    <a:pt x="228" y="153"/>
                    <a:pt x="261" y="104"/>
                    <a:pt x="244" y="50"/>
                  </a:cubicBezTo>
                  <a:cubicBezTo>
                    <a:pt x="233" y="18"/>
                    <a:pt x="207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0" name="Google Shape;22180;p71"/>
            <p:cNvSpPr/>
            <p:nvPr/>
          </p:nvSpPr>
          <p:spPr>
            <a:xfrm>
              <a:off x="4726525" y="2397875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0"/>
                  </a:moveTo>
                  <a:cubicBezTo>
                    <a:pt x="141" y="0"/>
                    <a:pt x="104" y="17"/>
                    <a:pt x="87" y="37"/>
                  </a:cubicBezTo>
                  <a:cubicBezTo>
                    <a:pt x="54" y="54"/>
                    <a:pt x="38" y="87"/>
                    <a:pt x="17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0" y="206"/>
                    <a:pt x="141" y="190"/>
                    <a:pt x="157" y="190"/>
                  </a:cubicBezTo>
                  <a:cubicBezTo>
                    <a:pt x="174" y="190"/>
                    <a:pt x="174" y="173"/>
                    <a:pt x="190" y="173"/>
                  </a:cubicBezTo>
                  <a:cubicBezTo>
                    <a:pt x="223" y="157"/>
                    <a:pt x="244" y="120"/>
                    <a:pt x="244" y="103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1" name="Google Shape;22181;p71"/>
            <p:cNvSpPr/>
            <p:nvPr/>
          </p:nvSpPr>
          <p:spPr>
            <a:xfrm>
              <a:off x="4723950" y="2445575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75" y="0"/>
                  </a:moveTo>
                  <a:cubicBezTo>
                    <a:pt x="153" y="0"/>
                    <a:pt x="129" y="6"/>
                    <a:pt x="104" y="18"/>
                  </a:cubicBezTo>
                  <a:cubicBezTo>
                    <a:pt x="38" y="51"/>
                    <a:pt x="1" y="104"/>
                    <a:pt x="17" y="154"/>
                  </a:cubicBezTo>
                  <a:cubicBezTo>
                    <a:pt x="30" y="188"/>
                    <a:pt x="56" y="200"/>
                    <a:pt x="90" y="200"/>
                  </a:cubicBezTo>
                  <a:cubicBezTo>
                    <a:pt x="110" y="200"/>
                    <a:pt x="132" y="197"/>
                    <a:pt x="157" y="191"/>
                  </a:cubicBezTo>
                  <a:cubicBezTo>
                    <a:pt x="223" y="154"/>
                    <a:pt x="260" y="104"/>
                    <a:pt x="244" y="51"/>
                  </a:cubicBezTo>
                  <a:cubicBezTo>
                    <a:pt x="244" y="19"/>
                    <a:pt x="215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2" name="Google Shape;22182;p71"/>
            <p:cNvSpPr/>
            <p:nvPr/>
          </p:nvSpPr>
          <p:spPr>
            <a:xfrm>
              <a:off x="4760450" y="23966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17"/>
                    <a:pt x="87" y="34"/>
                  </a:cubicBezTo>
                  <a:cubicBezTo>
                    <a:pt x="54" y="50"/>
                    <a:pt x="37" y="67"/>
                    <a:pt x="21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4" y="207"/>
                    <a:pt x="140" y="190"/>
                    <a:pt x="157" y="190"/>
                  </a:cubicBezTo>
                  <a:cubicBezTo>
                    <a:pt x="173" y="190"/>
                    <a:pt x="190" y="170"/>
                    <a:pt x="190" y="170"/>
                  </a:cubicBezTo>
                  <a:cubicBezTo>
                    <a:pt x="227" y="153"/>
                    <a:pt x="243" y="120"/>
                    <a:pt x="260" y="104"/>
                  </a:cubicBezTo>
                  <a:cubicBezTo>
                    <a:pt x="260" y="67"/>
                    <a:pt x="260" y="50"/>
                    <a:pt x="243" y="34"/>
                  </a:cubicBezTo>
                  <a:cubicBezTo>
                    <a:pt x="227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3" name="Google Shape;22183;p71"/>
            <p:cNvSpPr/>
            <p:nvPr/>
          </p:nvSpPr>
          <p:spPr>
            <a:xfrm>
              <a:off x="4731675" y="24099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71" y="34"/>
                  </a:cubicBezTo>
                  <a:cubicBezTo>
                    <a:pt x="54" y="50"/>
                    <a:pt x="38" y="71"/>
                    <a:pt x="17" y="104"/>
                  </a:cubicBezTo>
                  <a:cubicBezTo>
                    <a:pt x="1" y="153"/>
                    <a:pt x="38" y="190"/>
                    <a:pt x="87" y="190"/>
                  </a:cubicBezTo>
                  <a:lnTo>
                    <a:pt x="157" y="190"/>
                  </a:lnTo>
                  <a:cubicBezTo>
                    <a:pt x="174" y="174"/>
                    <a:pt x="174" y="174"/>
                    <a:pt x="190" y="174"/>
                  </a:cubicBezTo>
                  <a:cubicBezTo>
                    <a:pt x="207" y="153"/>
                    <a:pt x="244" y="120"/>
                    <a:pt x="244" y="104"/>
                  </a:cubicBezTo>
                  <a:cubicBezTo>
                    <a:pt x="261" y="71"/>
                    <a:pt x="261" y="50"/>
                    <a:pt x="244" y="17"/>
                  </a:cubicBezTo>
                  <a:cubicBezTo>
                    <a:pt x="223" y="1"/>
                    <a:pt x="19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4" name="Google Shape;22184;p71"/>
            <p:cNvSpPr/>
            <p:nvPr/>
          </p:nvSpPr>
          <p:spPr>
            <a:xfrm>
              <a:off x="4757875" y="2339950"/>
              <a:ext cx="6500" cy="4750"/>
            </a:xfrm>
            <a:custGeom>
              <a:avLst/>
              <a:gdLst/>
              <a:ahLst/>
              <a:cxnLst/>
              <a:rect l="l" t="t" r="r" b="b"/>
              <a:pathLst>
                <a:path w="260" h="190" extrusionOk="0">
                  <a:moveTo>
                    <a:pt x="173" y="0"/>
                  </a:moveTo>
                  <a:cubicBezTo>
                    <a:pt x="140" y="0"/>
                    <a:pt x="103" y="0"/>
                    <a:pt x="87" y="17"/>
                  </a:cubicBezTo>
                  <a:cubicBezTo>
                    <a:pt x="54" y="33"/>
                    <a:pt x="37" y="66"/>
                    <a:pt x="21" y="103"/>
                  </a:cubicBezTo>
                  <a:cubicBezTo>
                    <a:pt x="0" y="153"/>
                    <a:pt x="37" y="190"/>
                    <a:pt x="87" y="190"/>
                  </a:cubicBezTo>
                  <a:lnTo>
                    <a:pt x="140" y="190"/>
                  </a:lnTo>
                  <a:cubicBezTo>
                    <a:pt x="140" y="190"/>
                    <a:pt x="157" y="190"/>
                    <a:pt x="157" y="169"/>
                  </a:cubicBezTo>
                  <a:cubicBezTo>
                    <a:pt x="173" y="169"/>
                    <a:pt x="173" y="169"/>
                    <a:pt x="190" y="153"/>
                  </a:cubicBezTo>
                  <a:cubicBezTo>
                    <a:pt x="206" y="136"/>
                    <a:pt x="243" y="120"/>
                    <a:pt x="243" y="87"/>
                  </a:cubicBezTo>
                  <a:cubicBezTo>
                    <a:pt x="260" y="66"/>
                    <a:pt x="260" y="33"/>
                    <a:pt x="243" y="17"/>
                  </a:cubicBezTo>
                  <a:cubicBezTo>
                    <a:pt x="227" y="0"/>
                    <a:pt x="190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5" name="Google Shape;22185;p71"/>
            <p:cNvSpPr/>
            <p:nvPr/>
          </p:nvSpPr>
          <p:spPr>
            <a:xfrm>
              <a:off x="4749725" y="236220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1"/>
                  </a:moveTo>
                  <a:cubicBezTo>
                    <a:pt x="157" y="1"/>
                    <a:pt x="120" y="1"/>
                    <a:pt x="87" y="38"/>
                  </a:cubicBezTo>
                  <a:cubicBezTo>
                    <a:pt x="54" y="54"/>
                    <a:pt x="37" y="71"/>
                    <a:pt x="37" y="104"/>
                  </a:cubicBezTo>
                  <a:cubicBezTo>
                    <a:pt x="0" y="157"/>
                    <a:pt x="37" y="190"/>
                    <a:pt x="103" y="190"/>
                  </a:cubicBezTo>
                  <a:lnTo>
                    <a:pt x="173" y="190"/>
                  </a:lnTo>
                  <a:cubicBezTo>
                    <a:pt x="173" y="174"/>
                    <a:pt x="190" y="174"/>
                    <a:pt x="190" y="174"/>
                  </a:cubicBezTo>
                  <a:cubicBezTo>
                    <a:pt x="223" y="157"/>
                    <a:pt x="244" y="124"/>
                    <a:pt x="260" y="104"/>
                  </a:cubicBezTo>
                  <a:cubicBezTo>
                    <a:pt x="277" y="38"/>
                    <a:pt x="244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6" name="Google Shape;22186;p71"/>
            <p:cNvSpPr/>
            <p:nvPr/>
          </p:nvSpPr>
          <p:spPr>
            <a:xfrm>
              <a:off x="4744150" y="2352800"/>
              <a:ext cx="6925" cy="5100"/>
            </a:xfrm>
            <a:custGeom>
              <a:avLst/>
              <a:gdLst/>
              <a:ahLst/>
              <a:cxnLst/>
              <a:rect l="l" t="t" r="r" b="b"/>
              <a:pathLst>
                <a:path w="277" h="204" extrusionOk="0">
                  <a:moveTo>
                    <a:pt x="173" y="1"/>
                  </a:moveTo>
                  <a:cubicBezTo>
                    <a:pt x="136" y="1"/>
                    <a:pt x="92" y="19"/>
                    <a:pt x="71" y="51"/>
                  </a:cubicBezTo>
                  <a:cubicBezTo>
                    <a:pt x="17" y="105"/>
                    <a:pt x="1" y="154"/>
                    <a:pt x="54" y="191"/>
                  </a:cubicBezTo>
                  <a:cubicBezTo>
                    <a:pt x="63" y="199"/>
                    <a:pt x="75" y="204"/>
                    <a:pt x="89" y="204"/>
                  </a:cubicBezTo>
                  <a:cubicBezTo>
                    <a:pt x="104" y="204"/>
                    <a:pt x="120" y="199"/>
                    <a:pt x="137" y="191"/>
                  </a:cubicBezTo>
                  <a:lnTo>
                    <a:pt x="174" y="191"/>
                  </a:lnTo>
                  <a:cubicBezTo>
                    <a:pt x="190" y="171"/>
                    <a:pt x="207" y="171"/>
                    <a:pt x="223" y="154"/>
                  </a:cubicBezTo>
                  <a:cubicBezTo>
                    <a:pt x="277" y="105"/>
                    <a:pt x="277" y="51"/>
                    <a:pt x="223" y="18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7" name="Google Shape;22187;p71"/>
            <p:cNvSpPr/>
            <p:nvPr/>
          </p:nvSpPr>
          <p:spPr>
            <a:xfrm>
              <a:off x="4770325" y="24313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17"/>
                    <a:pt x="87" y="37"/>
                  </a:cubicBezTo>
                  <a:cubicBezTo>
                    <a:pt x="55" y="54"/>
                    <a:pt x="38" y="87"/>
                    <a:pt x="17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0" y="206"/>
                    <a:pt x="141" y="206"/>
                    <a:pt x="158" y="190"/>
                  </a:cubicBezTo>
                  <a:cubicBezTo>
                    <a:pt x="174" y="190"/>
                    <a:pt x="174" y="190"/>
                    <a:pt x="191" y="173"/>
                  </a:cubicBezTo>
                  <a:cubicBezTo>
                    <a:pt x="207" y="157"/>
                    <a:pt x="244" y="140"/>
                    <a:pt x="244" y="103"/>
                  </a:cubicBezTo>
                  <a:cubicBezTo>
                    <a:pt x="261" y="54"/>
                    <a:pt x="22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8" name="Google Shape;22188;p71"/>
            <p:cNvSpPr/>
            <p:nvPr/>
          </p:nvSpPr>
          <p:spPr>
            <a:xfrm>
              <a:off x="4831775" y="2397850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68" y="1"/>
                  </a:moveTo>
                  <a:cubicBezTo>
                    <a:pt x="150" y="1"/>
                    <a:pt x="128" y="6"/>
                    <a:pt x="103" y="18"/>
                  </a:cubicBezTo>
                  <a:cubicBezTo>
                    <a:pt x="33" y="38"/>
                    <a:pt x="0" y="104"/>
                    <a:pt x="17" y="158"/>
                  </a:cubicBezTo>
                  <a:cubicBezTo>
                    <a:pt x="17" y="182"/>
                    <a:pt x="54" y="197"/>
                    <a:pt x="102" y="197"/>
                  </a:cubicBezTo>
                  <a:cubicBezTo>
                    <a:pt x="119" y="197"/>
                    <a:pt x="138" y="195"/>
                    <a:pt x="157" y="191"/>
                  </a:cubicBezTo>
                  <a:cubicBezTo>
                    <a:pt x="223" y="158"/>
                    <a:pt x="260" y="104"/>
                    <a:pt x="239" y="55"/>
                  </a:cubicBezTo>
                  <a:cubicBezTo>
                    <a:pt x="229" y="20"/>
                    <a:pt x="204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9" name="Google Shape;22189;p71"/>
            <p:cNvSpPr/>
            <p:nvPr/>
          </p:nvSpPr>
          <p:spPr>
            <a:xfrm>
              <a:off x="4826200" y="2420750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90" y="0"/>
                  </a:moveTo>
                  <a:cubicBezTo>
                    <a:pt x="177" y="0"/>
                    <a:pt x="163" y="5"/>
                    <a:pt x="153" y="13"/>
                  </a:cubicBezTo>
                  <a:cubicBezTo>
                    <a:pt x="120" y="13"/>
                    <a:pt x="87" y="29"/>
                    <a:pt x="71" y="50"/>
                  </a:cubicBezTo>
                  <a:cubicBezTo>
                    <a:pt x="17" y="99"/>
                    <a:pt x="1" y="170"/>
                    <a:pt x="50" y="186"/>
                  </a:cubicBezTo>
                  <a:cubicBezTo>
                    <a:pt x="71" y="203"/>
                    <a:pt x="104" y="203"/>
                    <a:pt x="137" y="203"/>
                  </a:cubicBezTo>
                  <a:cubicBezTo>
                    <a:pt x="137" y="203"/>
                    <a:pt x="153" y="186"/>
                    <a:pt x="174" y="186"/>
                  </a:cubicBezTo>
                  <a:cubicBezTo>
                    <a:pt x="190" y="186"/>
                    <a:pt x="207" y="170"/>
                    <a:pt x="223" y="153"/>
                  </a:cubicBezTo>
                  <a:cubicBezTo>
                    <a:pt x="277" y="99"/>
                    <a:pt x="277" y="50"/>
                    <a:pt x="223" y="13"/>
                  </a:cubicBezTo>
                  <a:cubicBezTo>
                    <a:pt x="215" y="5"/>
                    <a:pt x="203" y="0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0" name="Google Shape;22190;p71"/>
            <p:cNvSpPr/>
            <p:nvPr/>
          </p:nvSpPr>
          <p:spPr>
            <a:xfrm>
              <a:off x="4816725" y="239787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7"/>
                  </a:cubicBezTo>
                  <a:cubicBezTo>
                    <a:pt x="54" y="54"/>
                    <a:pt x="37" y="70"/>
                    <a:pt x="17" y="103"/>
                  </a:cubicBezTo>
                  <a:cubicBezTo>
                    <a:pt x="0" y="157"/>
                    <a:pt x="37" y="206"/>
                    <a:pt x="87" y="206"/>
                  </a:cubicBezTo>
                  <a:cubicBezTo>
                    <a:pt x="120" y="190"/>
                    <a:pt x="140" y="190"/>
                    <a:pt x="157" y="190"/>
                  </a:cubicBezTo>
                  <a:cubicBezTo>
                    <a:pt x="173" y="173"/>
                    <a:pt x="173" y="173"/>
                    <a:pt x="190" y="173"/>
                  </a:cubicBezTo>
                  <a:cubicBezTo>
                    <a:pt x="206" y="157"/>
                    <a:pt x="243" y="120"/>
                    <a:pt x="243" y="103"/>
                  </a:cubicBezTo>
                  <a:cubicBezTo>
                    <a:pt x="260" y="54"/>
                    <a:pt x="22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1" name="Google Shape;22191;p71"/>
            <p:cNvSpPr/>
            <p:nvPr/>
          </p:nvSpPr>
          <p:spPr>
            <a:xfrm>
              <a:off x="4821875" y="2409525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41" y="0"/>
                    <a:pt x="120" y="0"/>
                    <a:pt x="87" y="17"/>
                  </a:cubicBezTo>
                  <a:cubicBezTo>
                    <a:pt x="54" y="33"/>
                    <a:pt x="37" y="66"/>
                    <a:pt x="17" y="87"/>
                  </a:cubicBezTo>
                  <a:cubicBezTo>
                    <a:pt x="0" y="153"/>
                    <a:pt x="37" y="190"/>
                    <a:pt x="103" y="190"/>
                  </a:cubicBezTo>
                  <a:cubicBezTo>
                    <a:pt x="120" y="190"/>
                    <a:pt x="141" y="190"/>
                    <a:pt x="157" y="169"/>
                  </a:cubicBezTo>
                  <a:cubicBezTo>
                    <a:pt x="174" y="169"/>
                    <a:pt x="190" y="169"/>
                    <a:pt x="190" y="153"/>
                  </a:cubicBezTo>
                  <a:cubicBezTo>
                    <a:pt x="223" y="136"/>
                    <a:pt x="244" y="120"/>
                    <a:pt x="260" y="87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2" name="Google Shape;22192;p71"/>
            <p:cNvSpPr/>
            <p:nvPr/>
          </p:nvSpPr>
          <p:spPr>
            <a:xfrm>
              <a:off x="4838250" y="2351075"/>
              <a:ext cx="6025" cy="4775"/>
            </a:xfrm>
            <a:custGeom>
              <a:avLst/>
              <a:gdLst/>
              <a:ahLst/>
              <a:cxnLst/>
              <a:rect l="l" t="t" r="r" b="b"/>
              <a:pathLst>
                <a:path w="241" h="191" extrusionOk="0">
                  <a:moveTo>
                    <a:pt x="137" y="0"/>
                  </a:moveTo>
                  <a:cubicBezTo>
                    <a:pt x="104" y="0"/>
                    <a:pt x="67" y="17"/>
                    <a:pt x="50" y="54"/>
                  </a:cubicBezTo>
                  <a:cubicBezTo>
                    <a:pt x="1" y="87"/>
                    <a:pt x="1" y="157"/>
                    <a:pt x="34" y="174"/>
                  </a:cubicBezTo>
                  <a:cubicBezTo>
                    <a:pt x="67" y="190"/>
                    <a:pt x="83" y="190"/>
                    <a:pt x="120" y="190"/>
                  </a:cubicBezTo>
                  <a:cubicBezTo>
                    <a:pt x="137" y="190"/>
                    <a:pt x="137" y="190"/>
                    <a:pt x="153" y="174"/>
                  </a:cubicBezTo>
                  <a:cubicBezTo>
                    <a:pt x="170" y="174"/>
                    <a:pt x="186" y="157"/>
                    <a:pt x="207" y="136"/>
                  </a:cubicBezTo>
                  <a:cubicBezTo>
                    <a:pt x="224" y="120"/>
                    <a:pt x="240" y="87"/>
                    <a:pt x="240" y="71"/>
                  </a:cubicBezTo>
                  <a:cubicBezTo>
                    <a:pt x="240" y="33"/>
                    <a:pt x="240" y="17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3" name="Google Shape;22193;p71"/>
            <p:cNvSpPr/>
            <p:nvPr/>
          </p:nvSpPr>
          <p:spPr>
            <a:xfrm>
              <a:off x="4832175" y="23863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0"/>
                  </a:moveTo>
                  <a:cubicBezTo>
                    <a:pt x="141" y="0"/>
                    <a:pt x="104" y="0"/>
                    <a:pt x="71" y="17"/>
                  </a:cubicBezTo>
                  <a:cubicBezTo>
                    <a:pt x="54" y="50"/>
                    <a:pt x="17" y="66"/>
                    <a:pt x="17" y="104"/>
                  </a:cubicBezTo>
                  <a:cubicBezTo>
                    <a:pt x="1" y="153"/>
                    <a:pt x="38" y="190"/>
                    <a:pt x="87" y="190"/>
                  </a:cubicBezTo>
                  <a:cubicBezTo>
                    <a:pt x="120" y="190"/>
                    <a:pt x="141" y="190"/>
                    <a:pt x="157" y="169"/>
                  </a:cubicBezTo>
                  <a:lnTo>
                    <a:pt x="190" y="169"/>
                  </a:lnTo>
                  <a:cubicBezTo>
                    <a:pt x="207" y="137"/>
                    <a:pt x="244" y="120"/>
                    <a:pt x="244" y="87"/>
                  </a:cubicBezTo>
                  <a:cubicBezTo>
                    <a:pt x="260" y="33"/>
                    <a:pt x="223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4" name="Google Shape;22194;p71"/>
            <p:cNvSpPr/>
            <p:nvPr/>
          </p:nvSpPr>
          <p:spPr>
            <a:xfrm>
              <a:off x="4832600" y="2371675"/>
              <a:ext cx="6500" cy="5100"/>
            </a:xfrm>
            <a:custGeom>
              <a:avLst/>
              <a:gdLst/>
              <a:ahLst/>
              <a:cxnLst/>
              <a:rect l="l" t="t" r="r" b="b"/>
              <a:pathLst>
                <a:path w="260" h="204" extrusionOk="0">
                  <a:moveTo>
                    <a:pt x="157" y="1"/>
                  </a:moveTo>
                  <a:cubicBezTo>
                    <a:pt x="119" y="1"/>
                    <a:pt x="75" y="20"/>
                    <a:pt x="54" y="55"/>
                  </a:cubicBezTo>
                  <a:cubicBezTo>
                    <a:pt x="21" y="71"/>
                    <a:pt x="0" y="104"/>
                    <a:pt x="0" y="121"/>
                  </a:cubicBezTo>
                  <a:cubicBezTo>
                    <a:pt x="0" y="158"/>
                    <a:pt x="21" y="174"/>
                    <a:pt x="37" y="191"/>
                  </a:cubicBezTo>
                  <a:cubicBezTo>
                    <a:pt x="45" y="199"/>
                    <a:pt x="58" y="203"/>
                    <a:pt x="73" y="203"/>
                  </a:cubicBezTo>
                  <a:cubicBezTo>
                    <a:pt x="88" y="203"/>
                    <a:pt x="105" y="199"/>
                    <a:pt x="124" y="191"/>
                  </a:cubicBezTo>
                  <a:lnTo>
                    <a:pt x="157" y="191"/>
                  </a:lnTo>
                  <a:cubicBezTo>
                    <a:pt x="173" y="174"/>
                    <a:pt x="190" y="174"/>
                    <a:pt x="206" y="158"/>
                  </a:cubicBezTo>
                  <a:cubicBezTo>
                    <a:pt x="260" y="104"/>
                    <a:pt x="260" y="34"/>
                    <a:pt x="206" y="17"/>
                  </a:cubicBezTo>
                  <a:cubicBezTo>
                    <a:pt x="195" y="6"/>
                    <a:pt x="17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5" name="Google Shape;22195;p71"/>
            <p:cNvSpPr/>
            <p:nvPr/>
          </p:nvSpPr>
          <p:spPr>
            <a:xfrm>
              <a:off x="4798675" y="24327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41" y="1"/>
                  </a:moveTo>
                  <a:cubicBezTo>
                    <a:pt x="104" y="17"/>
                    <a:pt x="71" y="34"/>
                    <a:pt x="54" y="50"/>
                  </a:cubicBezTo>
                  <a:cubicBezTo>
                    <a:pt x="1" y="104"/>
                    <a:pt x="1" y="153"/>
                    <a:pt x="38" y="190"/>
                  </a:cubicBezTo>
                  <a:cubicBezTo>
                    <a:pt x="60" y="190"/>
                    <a:pt x="74" y="198"/>
                    <a:pt x="92" y="198"/>
                  </a:cubicBezTo>
                  <a:cubicBezTo>
                    <a:pt x="100" y="198"/>
                    <a:pt x="109" y="196"/>
                    <a:pt x="120" y="190"/>
                  </a:cubicBezTo>
                  <a:lnTo>
                    <a:pt x="157" y="190"/>
                  </a:lnTo>
                  <a:cubicBezTo>
                    <a:pt x="174" y="170"/>
                    <a:pt x="190" y="153"/>
                    <a:pt x="207" y="153"/>
                  </a:cubicBezTo>
                  <a:cubicBezTo>
                    <a:pt x="244" y="120"/>
                    <a:pt x="244" y="104"/>
                    <a:pt x="260" y="67"/>
                  </a:cubicBezTo>
                  <a:cubicBezTo>
                    <a:pt x="260" y="50"/>
                    <a:pt x="244" y="17"/>
                    <a:pt x="223" y="17"/>
                  </a:cubicBezTo>
                  <a:cubicBezTo>
                    <a:pt x="190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6" name="Google Shape;22196;p71"/>
            <p:cNvSpPr/>
            <p:nvPr/>
          </p:nvSpPr>
          <p:spPr>
            <a:xfrm>
              <a:off x="4793525" y="2407775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0"/>
                  </a:moveTo>
                  <a:cubicBezTo>
                    <a:pt x="157" y="0"/>
                    <a:pt x="120" y="17"/>
                    <a:pt x="87" y="33"/>
                  </a:cubicBezTo>
                  <a:cubicBezTo>
                    <a:pt x="54" y="54"/>
                    <a:pt x="38" y="87"/>
                    <a:pt x="38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0" y="206"/>
                    <a:pt x="141" y="190"/>
                    <a:pt x="174" y="190"/>
                  </a:cubicBezTo>
                  <a:lnTo>
                    <a:pt x="190" y="173"/>
                  </a:lnTo>
                  <a:cubicBezTo>
                    <a:pt x="223" y="157"/>
                    <a:pt x="244" y="136"/>
                    <a:pt x="260" y="103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7" name="Google Shape;22197;p71"/>
            <p:cNvSpPr/>
            <p:nvPr/>
          </p:nvSpPr>
          <p:spPr>
            <a:xfrm>
              <a:off x="4793525" y="2467025"/>
              <a:ext cx="6100" cy="5200"/>
            </a:xfrm>
            <a:custGeom>
              <a:avLst/>
              <a:gdLst/>
              <a:ahLst/>
              <a:cxnLst/>
              <a:rect l="l" t="t" r="r" b="b"/>
              <a:pathLst>
                <a:path w="244" h="208" extrusionOk="0">
                  <a:moveTo>
                    <a:pt x="157" y="1"/>
                  </a:moveTo>
                  <a:cubicBezTo>
                    <a:pt x="141" y="1"/>
                    <a:pt x="120" y="17"/>
                    <a:pt x="104" y="17"/>
                  </a:cubicBezTo>
                  <a:cubicBezTo>
                    <a:pt x="38" y="54"/>
                    <a:pt x="1" y="104"/>
                    <a:pt x="1" y="157"/>
                  </a:cubicBezTo>
                  <a:cubicBezTo>
                    <a:pt x="11" y="189"/>
                    <a:pt x="44" y="207"/>
                    <a:pt x="85" y="207"/>
                  </a:cubicBezTo>
                  <a:cubicBezTo>
                    <a:pt x="108" y="207"/>
                    <a:pt x="132" y="202"/>
                    <a:pt x="157" y="190"/>
                  </a:cubicBezTo>
                  <a:cubicBezTo>
                    <a:pt x="174" y="190"/>
                    <a:pt x="190" y="174"/>
                    <a:pt x="190" y="157"/>
                  </a:cubicBezTo>
                  <a:cubicBezTo>
                    <a:pt x="223" y="120"/>
                    <a:pt x="244" y="87"/>
                    <a:pt x="244" y="54"/>
                  </a:cubicBezTo>
                  <a:cubicBezTo>
                    <a:pt x="223" y="17"/>
                    <a:pt x="190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8" name="Google Shape;22198;p71"/>
            <p:cNvSpPr/>
            <p:nvPr/>
          </p:nvSpPr>
          <p:spPr>
            <a:xfrm>
              <a:off x="4803825" y="24438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0"/>
                  </a:moveTo>
                  <a:cubicBezTo>
                    <a:pt x="120" y="0"/>
                    <a:pt x="87" y="17"/>
                    <a:pt x="71" y="33"/>
                  </a:cubicBezTo>
                  <a:cubicBezTo>
                    <a:pt x="38" y="54"/>
                    <a:pt x="17" y="87"/>
                    <a:pt x="1" y="103"/>
                  </a:cubicBezTo>
                  <a:cubicBezTo>
                    <a:pt x="1" y="136"/>
                    <a:pt x="1" y="157"/>
                    <a:pt x="17" y="173"/>
                  </a:cubicBezTo>
                  <a:cubicBezTo>
                    <a:pt x="17" y="190"/>
                    <a:pt x="54" y="206"/>
                    <a:pt x="87" y="206"/>
                  </a:cubicBezTo>
                  <a:cubicBezTo>
                    <a:pt x="104" y="206"/>
                    <a:pt x="120" y="206"/>
                    <a:pt x="141" y="190"/>
                  </a:cubicBezTo>
                  <a:cubicBezTo>
                    <a:pt x="158" y="190"/>
                    <a:pt x="158" y="173"/>
                    <a:pt x="174" y="173"/>
                  </a:cubicBezTo>
                  <a:cubicBezTo>
                    <a:pt x="207" y="157"/>
                    <a:pt x="223" y="136"/>
                    <a:pt x="223" y="103"/>
                  </a:cubicBezTo>
                  <a:cubicBezTo>
                    <a:pt x="261" y="54"/>
                    <a:pt x="223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9" name="Google Shape;22199;p71"/>
            <p:cNvSpPr/>
            <p:nvPr/>
          </p:nvSpPr>
          <p:spPr>
            <a:xfrm>
              <a:off x="4811975" y="2420625"/>
              <a:ext cx="6925" cy="5025"/>
            </a:xfrm>
            <a:custGeom>
              <a:avLst/>
              <a:gdLst/>
              <a:ahLst/>
              <a:cxnLst/>
              <a:rect l="l" t="t" r="r" b="b"/>
              <a:pathLst>
                <a:path w="277" h="201" extrusionOk="0">
                  <a:moveTo>
                    <a:pt x="180" y="1"/>
                  </a:moveTo>
                  <a:cubicBezTo>
                    <a:pt x="161" y="1"/>
                    <a:pt x="141" y="6"/>
                    <a:pt x="124" y="18"/>
                  </a:cubicBezTo>
                  <a:cubicBezTo>
                    <a:pt x="54" y="55"/>
                    <a:pt x="1" y="104"/>
                    <a:pt x="21" y="158"/>
                  </a:cubicBezTo>
                  <a:cubicBezTo>
                    <a:pt x="32" y="189"/>
                    <a:pt x="62" y="201"/>
                    <a:pt x="96" y="201"/>
                  </a:cubicBezTo>
                  <a:cubicBezTo>
                    <a:pt x="116" y="201"/>
                    <a:pt x="138" y="197"/>
                    <a:pt x="157" y="191"/>
                  </a:cubicBezTo>
                  <a:cubicBezTo>
                    <a:pt x="227" y="158"/>
                    <a:pt x="277" y="104"/>
                    <a:pt x="260" y="55"/>
                  </a:cubicBezTo>
                  <a:cubicBezTo>
                    <a:pt x="250" y="20"/>
                    <a:pt x="216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0" name="Google Shape;22200;p71"/>
            <p:cNvSpPr/>
            <p:nvPr/>
          </p:nvSpPr>
          <p:spPr>
            <a:xfrm>
              <a:off x="4811575" y="2433125"/>
              <a:ext cx="6500" cy="4750"/>
            </a:xfrm>
            <a:custGeom>
              <a:avLst/>
              <a:gdLst/>
              <a:ahLst/>
              <a:cxnLst/>
              <a:rect l="l" t="t" r="r" b="b"/>
              <a:pathLst>
                <a:path w="260" h="190" extrusionOk="0">
                  <a:moveTo>
                    <a:pt x="173" y="0"/>
                  </a:moveTo>
                  <a:cubicBezTo>
                    <a:pt x="140" y="0"/>
                    <a:pt x="103" y="0"/>
                    <a:pt x="87" y="33"/>
                  </a:cubicBezTo>
                  <a:cubicBezTo>
                    <a:pt x="54" y="50"/>
                    <a:pt x="37" y="70"/>
                    <a:pt x="17" y="103"/>
                  </a:cubicBezTo>
                  <a:cubicBezTo>
                    <a:pt x="0" y="120"/>
                    <a:pt x="17" y="153"/>
                    <a:pt x="37" y="173"/>
                  </a:cubicBezTo>
                  <a:cubicBezTo>
                    <a:pt x="54" y="190"/>
                    <a:pt x="70" y="190"/>
                    <a:pt x="103" y="190"/>
                  </a:cubicBezTo>
                  <a:cubicBezTo>
                    <a:pt x="120" y="190"/>
                    <a:pt x="140" y="190"/>
                    <a:pt x="157" y="173"/>
                  </a:cubicBezTo>
                  <a:cubicBezTo>
                    <a:pt x="190" y="153"/>
                    <a:pt x="243" y="136"/>
                    <a:pt x="243" y="87"/>
                  </a:cubicBezTo>
                  <a:cubicBezTo>
                    <a:pt x="260" y="33"/>
                    <a:pt x="22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1" name="Google Shape;22201;p71"/>
            <p:cNvSpPr/>
            <p:nvPr/>
          </p:nvSpPr>
          <p:spPr>
            <a:xfrm>
              <a:off x="4806825" y="2454900"/>
              <a:ext cx="6825" cy="4825"/>
            </a:xfrm>
            <a:custGeom>
              <a:avLst/>
              <a:gdLst/>
              <a:ahLst/>
              <a:cxnLst/>
              <a:rect l="l" t="t" r="r" b="b"/>
              <a:pathLst>
                <a:path w="273" h="193" extrusionOk="0">
                  <a:moveTo>
                    <a:pt x="198" y="0"/>
                  </a:moveTo>
                  <a:cubicBezTo>
                    <a:pt x="191" y="0"/>
                    <a:pt x="182" y="1"/>
                    <a:pt x="174" y="3"/>
                  </a:cubicBezTo>
                  <a:cubicBezTo>
                    <a:pt x="141" y="3"/>
                    <a:pt x="103" y="3"/>
                    <a:pt x="87" y="24"/>
                  </a:cubicBezTo>
                  <a:cubicBezTo>
                    <a:pt x="54" y="40"/>
                    <a:pt x="38" y="73"/>
                    <a:pt x="21" y="90"/>
                  </a:cubicBezTo>
                  <a:cubicBezTo>
                    <a:pt x="0" y="143"/>
                    <a:pt x="38" y="193"/>
                    <a:pt x="103" y="193"/>
                  </a:cubicBezTo>
                  <a:cubicBezTo>
                    <a:pt x="124" y="193"/>
                    <a:pt x="141" y="193"/>
                    <a:pt x="157" y="176"/>
                  </a:cubicBezTo>
                  <a:cubicBezTo>
                    <a:pt x="207" y="160"/>
                    <a:pt x="244" y="127"/>
                    <a:pt x="244" y="90"/>
                  </a:cubicBezTo>
                  <a:cubicBezTo>
                    <a:pt x="272" y="47"/>
                    <a:pt x="251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2" name="Google Shape;22202;p71"/>
            <p:cNvSpPr/>
            <p:nvPr/>
          </p:nvSpPr>
          <p:spPr>
            <a:xfrm>
              <a:off x="4713650" y="236395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3" y="1"/>
                  </a:moveTo>
                  <a:cubicBezTo>
                    <a:pt x="140" y="1"/>
                    <a:pt x="103" y="17"/>
                    <a:pt x="87" y="34"/>
                  </a:cubicBezTo>
                  <a:cubicBezTo>
                    <a:pt x="54" y="54"/>
                    <a:pt x="37" y="71"/>
                    <a:pt x="17" y="104"/>
                  </a:cubicBezTo>
                  <a:cubicBezTo>
                    <a:pt x="0" y="157"/>
                    <a:pt x="37" y="207"/>
                    <a:pt x="103" y="207"/>
                  </a:cubicBezTo>
                  <a:cubicBezTo>
                    <a:pt x="120" y="207"/>
                    <a:pt x="140" y="190"/>
                    <a:pt x="157" y="190"/>
                  </a:cubicBezTo>
                  <a:cubicBezTo>
                    <a:pt x="173" y="190"/>
                    <a:pt x="173" y="174"/>
                    <a:pt x="190" y="174"/>
                  </a:cubicBezTo>
                  <a:cubicBezTo>
                    <a:pt x="223" y="157"/>
                    <a:pt x="244" y="120"/>
                    <a:pt x="244" y="104"/>
                  </a:cubicBezTo>
                  <a:cubicBezTo>
                    <a:pt x="277" y="54"/>
                    <a:pt x="244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3" name="Google Shape;22203;p71"/>
            <p:cNvSpPr/>
            <p:nvPr/>
          </p:nvSpPr>
          <p:spPr>
            <a:xfrm>
              <a:off x="4597700" y="2376425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57" y="1"/>
                  </a:moveTo>
                  <a:cubicBezTo>
                    <a:pt x="140" y="1"/>
                    <a:pt x="103" y="1"/>
                    <a:pt x="70" y="17"/>
                  </a:cubicBezTo>
                  <a:cubicBezTo>
                    <a:pt x="37" y="34"/>
                    <a:pt x="17" y="71"/>
                    <a:pt x="17" y="87"/>
                  </a:cubicBezTo>
                  <a:cubicBezTo>
                    <a:pt x="0" y="120"/>
                    <a:pt x="0" y="137"/>
                    <a:pt x="17" y="153"/>
                  </a:cubicBezTo>
                  <a:cubicBezTo>
                    <a:pt x="37" y="174"/>
                    <a:pt x="54" y="190"/>
                    <a:pt x="87" y="190"/>
                  </a:cubicBezTo>
                  <a:cubicBezTo>
                    <a:pt x="103" y="190"/>
                    <a:pt x="120" y="190"/>
                    <a:pt x="157" y="174"/>
                  </a:cubicBezTo>
                  <a:cubicBezTo>
                    <a:pt x="157" y="174"/>
                    <a:pt x="173" y="174"/>
                    <a:pt x="173" y="153"/>
                  </a:cubicBezTo>
                  <a:cubicBezTo>
                    <a:pt x="206" y="137"/>
                    <a:pt x="223" y="120"/>
                    <a:pt x="243" y="87"/>
                  </a:cubicBezTo>
                  <a:cubicBezTo>
                    <a:pt x="260" y="34"/>
                    <a:pt x="22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4" name="Google Shape;22204;p71"/>
            <p:cNvSpPr/>
            <p:nvPr/>
          </p:nvSpPr>
          <p:spPr>
            <a:xfrm>
              <a:off x="4623450" y="2363950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1"/>
                  </a:moveTo>
                  <a:cubicBezTo>
                    <a:pt x="141" y="1"/>
                    <a:pt x="104" y="17"/>
                    <a:pt x="87" y="34"/>
                  </a:cubicBezTo>
                  <a:cubicBezTo>
                    <a:pt x="54" y="54"/>
                    <a:pt x="38" y="87"/>
                    <a:pt x="17" y="104"/>
                  </a:cubicBezTo>
                  <a:cubicBezTo>
                    <a:pt x="1" y="157"/>
                    <a:pt x="38" y="207"/>
                    <a:pt x="104" y="207"/>
                  </a:cubicBezTo>
                  <a:cubicBezTo>
                    <a:pt x="120" y="207"/>
                    <a:pt x="141" y="207"/>
                    <a:pt x="157" y="190"/>
                  </a:cubicBezTo>
                  <a:cubicBezTo>
                    <a:pt x="174" y="190"/>
                    <a:pt x="190" y="174"/>
                    <a:pt x="190" y="174"/>
                  </a:cubicBezTo>
                  <a:cubicBezTo>
                    <a:pt x="223" y="157"/>
                    <a:pt x="244" y="137"/>
                    <a:pt x="261" y="104"/>
                  </a:cubicBezTo>
                  <a:cubicBezTo>
                    <a:pt x="277" y="54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5" name="Google Shape;22205;p71"/>
            <p:cNvSpPr/>
            <p:nvPr/>
          </p:nvSpPr>
          <p:spPr>
            <a:xfrm>
              <a:off x="4617075" y="2397875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20" y="0"/>
                    <a:pt x="50" y="37"/>
                    <a:pt x="17" y="87"/>
                  </a:cubicBezTo>
                  <a:cubicBezTo>
                    <a:pt x="0" y="157"/>
                    <a:pt x="33" y="190"/>
                    <a:pt x="103" y="190"/>
                  </a:cubicBezTo>
                  <a:cubicBezTo>
                    <a:pt x="120" y="190"/>
                    <a:pt x="136" y="190"/>
                    <a:pt x="153" y="173"/>
                  </a:cubicBezTo>
                  <a:cubicBezTo>
                    <a:pt x="169" y="173"/>
                    <a:pt x="190" y="173"/>
                    <a:pt x="190" y="157"/>
                  </a:cubicBezTo>
                  <a:cubicBezTo>
                    <a:pt x="223" y="140"/>
                    <a:pt x="239" y="120"/>
                    <a:pt x="256" y="87"/>
                  </a:cubicBezTo>
                  <a:cubicBezTo>
                    <a:pt x="256" y="70"/>
                    <a:pt x="256" y="37"/>
                    <a:pt x="239" y="17"/>
                  </a:cubicBezTo>
                  <a:cubicBezTo>
                    <a:pt x="223" y="0"/>
                    <a:pt x="206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6" name="Google Shape;22206;p71"/>
            <p:cNvSpPr/>
            <p:nvPr/>
          </p:nvSpPr>
          <p:spPr>
            <a:xfrm>
              <a:off x="4840325" y="23042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24" y="17"/>
                    <a:pt x="87" y="17"/>
                  </a:cubicBezTo>
                  <a:cubicBezTo>
                    <a:pt x="54" y="50"/>
                    <a:pt x="37" y="71"/>
                    <a:pt x="21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4" y="207"/>
                    <a:pt x="124" y="190"/>
                    <a:pt x="141" y="190"/>
                  </a:cubicBezTo>
                  <a:lnTo>
                    <a:pt x="157" y="190"/>
                  </a:lnTo>
                  <a:cubicBezTo>
                    <a:pt x="174" y="190"/>
                    <a:pt x="174" y="174"/>
                    <a:pt x="190" y="174"/>
                  </a:cubicBezTo>
                  <a:cubicBezTo>
                    <a:pt x="227" y="153"/>
                    <a:pt x="244" y="120"/>
                    <a:pt x="244" y="104"/>
                  </a:cubicBezTo>
                  <a:cubicBezTo>
                    <a:pt x="260" y="71"/>
                    <a:pt x="260" y="50"/>
                    <a:pt x="244" y="34"/>
                  </a:cubicBezTo>
                  <a:cubicBezTo>
                    <a:pt x="227" y="17"/>
                    <a:pt x="206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7" name="Google Shape;22207;p71"/>
            <p:cNvSpPr/>
            <p:nvPr/>
          </p:nvSpPr>
          <p:spPr>
            <a:xfrm>
              <a:off x="4612725" y="23760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0"/>
                  </a:moveTo>
                  <a:cubicBezTo>
                    <a:pt x="121" y="17"/>
                    <a:pt x="88" y="33"/>
                    <a:pt x="71" y="50"/>
                  </a:cubicBezTo>
                  <a:cubicBezTo>
                    <a:pt x="17" y="103"/>
                    <a:pt x="1" y="153"/>
                    <a:pt x="55" y="190"/>
                  </a:cubicBezTo>
                  <a:cubicBezTo>
                    <a:pt x="71" y="206"/>
                    <a:pt x="104" y="206"/>
                    <a:pt x="137" y="206"/>
                  </a:cubicBezTo>
                  <a:cubicBezTo>
                    <a:pt x="137" y="190"/>
                    <a:pt x="158" y="190"/>
                    <a:pt x="174" y="190"/>
                  </a:cubicBezTo>
                  <a:cubicBezTo>
                    <a:pt x="191" y="169"/>
                    <a:pt x="207" y="169"/>
                    <a:pt x="224" y="153"/>
                  </a:cubicBezTo>
                  <a:cubicBezTo>
                    <a:pt x="240" y="120"/>
                    <a:pt x="261" y="103"/>
                    <a:pt x="261" y="66"/>
                  </a:cubicBezTo>
                  <a:cubicBezTo>
                    <a:pt x="261" y="50"/>
                    <a:pt x="261" y="33"/>
                    <a:pt x="224" y="17"/>
                  </a:cubicBezTo>
                  <a:cubicBezTo>
                    <a:pt x="207" y="0"/>
                    <a:pt x="174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8" name="Google Shape;22208;p71"/>
            <p:cNvSpPr/>
            <p:nvPr/>
          </p:nvSpPr>
          <p:spPr>
            <a:xfrm>
              <a:off x="4601200" y="2387150"/>
              <a:ext cx="6400" cy="4775"/>
            </a:xfrm>
            <a:custGeom>
              <a:avLst/>
              <a:gdLst/>
              <a:ahLst/>
              <a:cxnLst/>
              <a:rect l="l" t="t" r="r" b="b"/>
              <a:pathLst>
                <a:path w="256" h="191" extrusionOk="0">
                  <a:moveTo>
                    <a:pt x="153" y="0"/>
                  </a:moveTo>
                  <a:cubicBezTo>
                    <a:pt x="136" y="0"/>
                    <a:pt x="103" y="0"/>
                    <a:pt x="66" y="17"/>
                  </a:cubicBezTo>
                  <a:cubicBezTo>
                    <a:pt x="33" y="54"/>
                    <a:pt x="17" y="71"/>
                    <a:pt x="17" y="104"/>
                  </a:cubicBezTo>
                  <a:cubicBezTo>
                    <a:pt x="0" y="157"/>
                    <a:pt x="33" y="190"/>
                    <a:pt x="83" y="190"/>
                  </a:cubicBezTo>
                  <a:cubicBezTo>
                    <a:pt x="103" y="190"/>
                    <a:pt x="136" y="190"/>
                    <a:pt x="153" y="174"/>
                  </a:cubicBezTo>
                  <a:cubicBezTo>
                    <a:pt x="186" y="157"/>
                    <a:pt x="223" y="136"/>
                    <a:pt x="239" y="87"/>
                  </a:cubicBezTo>
                  <a:cubicBezTo>
                    <a:pt x="256" y="33"/>
                    <a:pt x="22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9" name="Google Shape;22209;p71"/>
            <p:cNvSpPr/>
            <p:nvPr/>
          </p:nvSpPr>
          <p:spPr>
            <a:xfrm>
              <a:off x="4636750" y="24107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24" y="1"/>
                    <a:pt x="87" y="17"/>
                    <a:pt x="71" y="38"/>
                  </a:cubicBezTo>
                  <a:cubicBezTo>
                    <a:pt x="38" y="54"/>
                    <a:pt x="21" y="87"/>
                    <a:pt x="1" y="104"/>
                  </a:cubicBezTo>
                  <a:lnTo>
                    <a:pt x="1" y="157"/>
                  </a:lnTo>
                  <a:cubicBezTo>
                    <a:pt x="38" y="174"/>
                    <a:pt x="54" y="190"/>
                    <a:pt x="87" y="207"/>
                  </a:cubicBezTo>
                  <a:cubicBezTo>
                    <a:pt x="104" y="207"/>
                    <a:pt x="124" y="207"/>
                    <a:pt x="141" y="190"/>
                  </a:cubicBezTo>
                  <a:cubicBezTo>
                    <a:pt x="157" y="190"/>
                    <a:pt x="174" y="190"/>
                    <a:pt x="174" y="174"/>
                  </a:cubicBezTo>
                  <a:cubicBezTo>
                    <a:pt x="207" y="157"/>
                    <a:pt x="227" y="141"/>
                    <a:pt x="244" y="104"/>
                  </a:cubicBezTo>
                  <a:cubicBezTo>
                    <a:pt x="260" y="54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0" name="Google Shape;22210;p71"/>
            <p:cNvSpPr/>
            <p:nvPr/>
          </p:nvSpPr>
          <p:spPr>
            <a:xfrm>
              <a:off x="4628600" y="237602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17"/>
                    <a:pt x="87" y="33"/>
                  </a:cubicBezTo>
                  <a:cubicBezTo>
                    <a:pt x="55" y="50"/>
                    <a:pt x="38" y="66"/>
                    <a:pt x="17" y="103"/>
                  </a:cubicBezTo>
                  <a:cubicBezTo>
                    <a:pt x="1" y="153"/>
                    <a:pt x="38" y="190"/>
                    <a:pt x="104" y="190"/>
                  </a:cubicBezTo>
                  <a:lnTo>
                    <a:pt x="158" y="190"/>
                  </a:lnTo>
                  <a:cubicBezTo>
                    <a:pt x="174" y="169"/>
                    <a:pt x="174" y="169"/>
                    <a:pt x="191" y="169"/>
                  </a:cubicBezTo>
                  <a:cubicBezTo>
                    <a:pt x="224" y="153"/>
                    <a:pt x="244" y="120"/>
                    <a:pt x="244" y="103"/>
                  </a:cubicBezTo>
                  <a:cubicBezTo>
                    <a:pt x="261" y="66"/>
                    <a:pt x="261" y="50"/>
                    <a:pt x="244" y="33"/>
                  </a:cubicBezTo>
                  <a:cubicBezTo>
                    <a:pt x="224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1" name="Google Shape;22211;p71"/>
            <p:cNvSpPr/>
            <p:nvPr/>
          </p:nvSpPr>
          <p:spPr>
            <a:xfrm>
              <a:off x="4659950" y="24327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24" y="1"/>
                    <a:pt x="87" y="17"/>
                    <a:pt x="70" y="34"/>
                  </a:cubicBezTo>
                  <a:cubicBezTo>
                    <a:pt x="37" y="50"/>
                    <a:pt x="21" y="67"/>
                    <a:pt x="0" y="104"/>
                  </a:cubicBezTo>
                  <a:cubicBezTo>
                    <a:pt x="0" y="120"/>
                    <a:pt x="0" y="153"/>
                    <a:pt x="21" y="170"/>
                  </a:cubicBezTo>
                  <a:cubicBezTo>
                    <a:pt x="37" y="190"/>
                    <a:pt x="54" y="207"/>
                    <a:pt x="87" y="207"/>
                  </a:cubicBezTo>
                  <a:cubicBezTo>
                    <a:pt x="103" y="207"/>
                    <a:pt x="124" y="190"/>
                    <a:pt x="140" y="190"/>
                  </a:cubicBezTo>
                  <a:cubicBezTo>
                    <a:pt x="157" y="190"/>
                    <a:pt x="157" y="170"/>
                    <a:pt x="173" y="170"/>
                  </a:cubicBezTo>
                  <a:cubicBezTo>
                    <a:pt x="206" y="153"/>
                    <a:pt x="227" y="120"/>
                    <a:pt x="227" y="104"/>
                  </a:cubicBezTo>
                  <a:cubicBezTo>
                    <a:pt x="260" y="5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2" name="Google Shape;22212;p71"/>
            <p:cNvSpPr/>
            <p:nvPr/>
          </p:nvSpPr>
          <p:spPr>
            <a:xfrm>
              <a:off x="4649625" y="2294375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58" y="1"/>
                  </a:moveTo>
                  <a:cubicBezTo>
                    <a:pt x="141" y="1"/>
                    <a:pt x="125" y="17"/>
                    <a:pt x="104" y="17"/>
                  </a:cubicBezTo>
                  <a:cubicBezTo>
                    <a:pt x="38" y="54"/>
                    <a:pt x="1" y="104"/>
                    <a:pt x="1" y="157"/>
                  </a:cubicBezTo>
                  <a:cubicBezTo>
                    <a:pt x="14" y="189"/>
                    <a:pt x="47" y="208"/>
                    <a:pt x="87" y="208"/>
                  </a:cubicBezTo>
                  <a:cubicBezTo>
                    <a:pt x="109" y="208"/>
                    <a:pt x="133" y="202"/>
                    <a:pt x="158" y="190"/>
                  </a:cubicBezTo>
                  <a:cubicBezTo>
                    <a:pt x="174" y="190"/>
                    <a:pt x="191" y="174"/>
                    <a:pt x="207" y="157"/>
                  </a:cubicBezTo>
                  <a:cubicBezTo>
                    <a:pt x="244" y="120"/>
                    <a:pt x="261" y="87"/>
                    <a:pt x="244" y="54"/>
                  </a:cubicBezTo>
                  <a:cubicBezTo>
                    <a:pt x="228" y="17"/>
                    <a:pt x="191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3" name="Google Shape;22213;p71"/>
            <p:cNvSpPr/>
            <p:nvPr/>
          </p:nvSpPr>
          <p:spPr>
            <a:xfrm>
              <a:off x="4645000" y="2272625"/>
              <a:ext cx="6000" cy="4775"/>
            </a:xfrm>
            <a:custGeom>
              <a:avLst/>
              <a:gdLst/>
              <a:ahLst/>
              <a:cxnLst/>
              <a:rect l="l" t="t" r="r" b="b"/>
              <a:pathLst>
                <a:path w="240" h="191" extrusionOk="0">
                  <a:moveTo>
                    <a:pt x="151" y="1"/>
                  </a:moveTo>
                  <a:cubicBezTo>
                    <a:pt x="131" y="1"/>
                    <a:pt x="110" y="5"/>
                    <a:pt x="83" y="13"/>
                  </a:cubicBezTo>
                  <a:cubicBezTo>
                    <a:pt x="50" y="30"/>
                    <a:pt x="17" y="63"/>
                    <a:pt x="0" y="100"/>
                  </a:cubicBezTo>
                  <a:lnTo>
                    <a:pt x="0" y="149"/>
                  </a:lnTo>
                  <a:cubicBezTo>
                    <a:pt x="12" y="173"/>
                    <a:pt x="42" y="191"/>
                    <a:pt x="83" y="191"/>
                  </a:cubicBezTo>
                  <a:cubicBezTo>
                    <a:pt x="99" y="191"/>
                    <a:pt x="117" y="188"/>
                    <a:pt x="137" y="182"/>
                  </a:cubicBezTo>
                  <a:cubicBezTo>
                    <a:pt x="207" y="149"/>
                    <a:pt x="240" y="79"/>
                    <a:pt x="223" y="46"/>
                  </a:cubicBezTo>
                  <a:cubicBezTo>
                    <a:pt x="223" y="30"/>
                    <a:pt x="223" y="13"/>
                    <a:pt x="207" y="13"/>
                  </a:cubicBezTo>
                  <a:cubicBezTo>
                    <a:pt x="188" y="5"/>
                    <a:pt x="171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4" name="Google Shape;22214;p71"/>
            <p:cNvSpPr/>
            <p:nvPr/>
          </p:nvSpPr>
          <p:spPr>
            <a:xfrm>
              <a:off x="4645825" y="2282325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74" y="0"/>
                  </a:moveTo>
                  <a:cubicBezTo>
                    <a:pt x="153" y="0"/>
                    <a:pt x="136" y="0"/>
                    <a:pt x="120" y="21"/>
                  </a:cubicBezTo>
                  <a:cubicBezTo>
                    <a:pt x="50" y="38"/>
                    <a:pt x="0" y="104"/>
                    <a:pt x="17" y="157"/>
                  </a:cubicBezTo>
                  <a:cubicBezTo>
                    <a:pt x="29" y="181"/>
                    <a:pt x="70" y="197"/>
                    <a:pt x="110" y="197"/>
                  </a:cubicBezTo>
                  <a:cubicBezTo>
                    <a:pt x="125" y="197"/>
                    <a:pt x="140" y="195"/>
                    <a:pt x="153" y="190"/>
                  </a:cubicBezTo>
                  <a:cubicBezTo>
                    <a:pt x="190" y="174"/>
                    <a:pt x="190" y="157"/>
                    <a:pt x="207" y="157"/>
                  </a:cubicBezTo>
                  <a:cubicBezTo>
                    <a:pt x="240" y="124"/>
                    <a:pt x="256" y="87"/>
                    <a:pt x="256" y="54"/>
                  </a:cubicBezTo>
                  <a:cubicBezTo>
                    <a:pt x="240" y="21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5" name="Google Shape;22215;p71"/>
            <p:cNvSpPr/>
            <p:nvPr/>
          </p:nvSpPr>
          <p:spPr>
            <a:xfrm>
              <a:off x="4637275" y="2293550"/>
              <a:ext cx="6400" cy="4775"/>
            </a:xfrm>
            <a:custGeom>
              <a:avLst/>
              <a:gdLst/>
              <a:ahLst/>
              <a:cxnLst/>
              <a:rect l="l" t="t" r="r" b="b"/>
              <a:pathLst>
                <a:path w="256" h="191" extrusionOk="0">
                  <a:moveTo>
                    <a:pt x="169" y="1"/>
                  </a:moveTo>
                  <a:cubicBezTo>
                    <a:pt x="136" y="1"/>
                    <a:pt x="103" y="1"/>
                    <a:pt x="66" y="17"/>
                  </a:cubicBezTo>
                  <a:cubicBezTo>
                    <a:pt x="50" y="50"/>
                    <a:pt x="33" y="67"/>
                    <a:pt x="17" y="104"/>
                  </a:cubicBezTo>
                  <a:cubicBezTo>
                    <a:pt x="0" y="153"/>
                    <a:pt x="33" y="190"/>
                    <a:pt x="103" y="190"/>
                  </a:cubicBezTo>
                  <a:cubicBezTo>
                    <a:pt x="120" y="190"/>
                    <a:pt x="136" y="190"/>
                    <a:pt x="153" y="170"/>
                  </a:cubicBezTo>
                  <a:lnTo>
                    <a:pt x="186" y="170"/>
                  </a:lnTo>
                  <a:cubicBezTo>
                    <a:pt x="206" y="137"/>
                    <a:pt x="239" y="120"/>
                    <a:pt x="239" y="87"/>
                  </a:cubicBezTo>
                  <a:cubicBezTo>
                    <a:pt x="256" y="67"/>
                    <a:pt x="256" y="34"/>
                    <a:pt x="239" y="17"/>
                  </a:cubicBezTo>
                  <a:cubicBezTo>
                    <a:pt x="223" y="1"/>
                    <a:pt x="206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6" name="Google Shape;22216;p71"/>
            <p:cNvSpPr/>
            <p:nvPr/>
          </p:nvSpPr>
          <p:spPr>
            <a:xfrm>
              <a:off x="4639325" y="23068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24" y="1"/>
                    <a:pt x="87" y="17"/>
                    <a:pt x="71" y="34"/>
                  </a:cubicBezTo>
                  <a:cubicBezTo>
                    <a:pt x="38" y="50"/>
                    <a:pt x="21" y="71"/>
                    <a:pt x="1" y="104"/>
                  </a:cubicBezTo>
                  <a:cubicBezTo>
                    <a:pt x="1" y="120"/>
                    <a:pt x="1" y="153"/>
                    <a:pt x="21" y="174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04" y="207"/>
                    <a:pt x="124" y="190"/>
                    <a:pt x="141" y="190"/>
                  </a:cubicBezTo>
                  <a:cubicBezTo>
                    <a:pt x="157" y="190"/>
                    <a:pt x="174" y="174"/>
                    <a:pt x="174" y="174"/>
                  </a:cubicBezTo>
                  <a:cubicBezTo>
                    <a:pt x="207" y="153"/>
                    <a:pt x="227" y="120"/>
                    <a:pt x="244" y="104"/>
                  </a:cubicBezTo>
                  <a:cubicBezTo>
                    <a:pt x="260" y="5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7" name="Google Shape;22217;p71"/>
            <p:cNvSpPr/>
            <p:nvPr/>
          </p:nvSpPr>
          <p:spPr>
            <a:xfrm>
              <a:off x="4632525" y="2338775"/>
              <a:ext cx="6425" cy="5025"/>
            </a:xfrm>
            <a:custGeom>
              <a:avLst/>
              <a:gdLst/>
              <a:ahLst/>
              <a:cxnLst/>
              <a:rect l="l" t="t" r="r" b="b"/>
              <a:pathLst>
                <a:path w="257" h="201" extrusionOk="0">
                  <a:moveTo>
                    <a:pt x="172" y="0"/>
                  </a:moveTo>
                  <a:cubicBezTo>
                    <a:pt x="151" y="0"/>
                    <a:pt x="127" y="4"/>
                    <a:pt x="104" y="10"/>
                  </a:cubicBezTo>
                  <a:cubicBezTo>
                    <a:pt x="34" y="47"/>
                    <a:pt x="1" y="97"/>
                    <a:pt x="17" y="150"/>
                  </a:cubicBezTo>
                  <a:cubicBezTo>
                    <a:pt x="28" y="182"/>
                    <a:pt x="54" y="200"/>
                    <a:pt x="89" y="200"/>
                  </a:cubicBezTo>
                  <a:cubicBezTo>
                    <a:pt x="108" y="200"/>
                    <a:pt x="130" y="195"/>
                    <a:pt x="153" y="183"/>
                  </a:cubicBezTo>
                  <a:cubicBezTo>
                    <a:pt x="223" y="150"/>
                    <a:pt x="256" y="97"/>
                    <a:pt x="240" y="47"/>
                  </a:cubicBezTo>
                  <a:cubicBezTo>
                    <a:pt x="240" y="13"/>
                    <a:pt x="211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8" name="Google Shape;22218;p71"/>
            <p:cNvSpPr/>
            <p:nvPr/>
          </p:nvSpPr>
          <p:spPr>
            <a:xfrm>
              <a:off x="4700750" y="24099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1"/>
                  </a:moveTo>
                  <a:cubicBezTo>
                    <a:pt x="121" y="1"/>
                    <a:pt x="88" y="17"/>
                    <a:pt x="71" y="34"/>
                  </a:cubicBezTo>
                  <a:cubicBezTo>
                    <a:pt x="38" y="50"/>
                    <a:pt x="17" y="87"/>
                    <a:pt x="1" y="104"/>
                  </a:cubicBezTo>
                  <a:cubicBezTo>
                    <a:pt x="1" y="137"/>
                    <a:pt x="1" y="153"/>
                    <a:pt x="17" y="174"/>
                  </a:cubicBezTo>
                  <a:cubicBezTo>
                    <a:pt x="38" y="190"/>
                    <a:pt x="55" y="207"/>
                    <a:pt x="88" y="207"/>
                  </a:cubicBezTo>
                  <a:cubicBezTo>
                    <a:pt x="104" y="207"/>
                    <a:pt x="121" y="207"/>
                    <a:pt x="141" y="190"/>
                  </a:cubicBezTo>
                  <a:cubicBezTo>
                    <a:pt x="158" y="190"/>
                    <a:pt x="174" y="190"/>
                    <a:pt x="174" y="174"/>
                  </a:cubicBezTo>
                  <a:cubicBezTo>
                    <a:pt x="207" y="153"/>
                    <a:pt x="224" y="137"/>
                    <a:pt x="244" y="104"/>
                  </a:cubicBezTo>
                  <a:cubicBezTo>
                    <a:pt x="261" y="50"/>
                    <a:pt x="224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9" name="Google Shape;22219;p71"/>
            <p:cNvSpPr/>
            <p:nvPr/>
          </p:nvSpPr>
          <p:spPr>
            <a:xfrm>
              <a:off x="4703750" y="242105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4" y="1"/>
                  </a:moveTo>
                  <a:cubicBezTo>
                    <a:pt x="141" y="1"/>
                    <a:pt x="124" y="1"/>
                    <a:pt x="87" y="17"/>
                  </a:cubicBezTo>
                  <a:cubicBezTo>
                    <a:pt x="54" y="38"/>
                    <a:pt x="38" y="71"/>
                    <a:pt x="21" y="87"/>
                  </a:cubicBezTo>
                  <a:cubicBezTo>
                    <a:pt x="1" y="158"/>
                    <a:pt x="38" y="191"/>
                    <a:pt x="104" y="191"/>
                  </a:cubicBezTo>
                  <a:cubicBezTo>
                    <a:pt x="124" y="191"/>
                    <a:pt x="141" y="191"/>
                    <a:pt x="174" y="174"/>
                  </a:cubicBezTo>
                  <a:cubicBezTo>
                    <a:pt x="207" y="158"/>
                    <a:pt x="244" y="120"/>
                    <a:pt x="260" y="87"/>
                  </a:cubicBezTo>
                  <a:cubicBezTo>
                    <a:pt x="277" y="38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0" name="Google Shape;22220;p71"/>
            <p:cNvSpPr/>
            <p:nvPr/>
          </p:nvSpPr>
          <p:spPr>
            <a:xfrm>
              <a:off x="4690450" y="24331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0"/>
                  </a:moveTo>
                  <a:cubicBezTo>
                    <a:pt x="141" y="17"/>
                    <a:pt x="120" y="17"/>
                    <a:pt x="104" y="17"/>
                  </a:cubicBezTo>
                  <a:cubicBezTo>
                    <a:pt x="38" y="50"/>
                    <a:pt x="1" y="103"/>
                    <a:pt x="17" y="153"/>
                  </a:cubicBezTo>
                  <a:cubicBezTo>
                    <a:pt x="17" y="188"/>
                    <a:pt x="47" y="207"/>
                    <a:pt x="87" y="207"/>
                  </a:cubicBezTo>
                  <a:cubicBezTo>
                    <a:pt x="108" y="207"/>
                    <a:pt x="133" y="201"/>
                    <a:pt x="157" y="190"/>
                  </a:cubicBezTo>
                  <a:cubicBezTo>
                    <a:pt x="174" y="190"/>
                    <a:pt x="190" y="173"/>
                    <a:pt x="207" y="153"/>
                  </a:cubicBezTo>
                  <a:cubicBezTo>
                    <a:pt x="244" y="120"/>
                    <a:pt x="260" y="87"/>
                    <a:pt x="244" y="50"/>
                  </a:cubicBezTo>
                  <a:cubicBezTo>
                    <a:pt x="244" y="17"/>
                    <a:pt x="20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1" name="Google Shape;22221;p71"/>
            <p:cNvSpPr/>
            <p:nvPr/>
          </p:nvSpPr>
          <p:spPr>
            <a:xfrm>
              <a:off x="4695600" y="2398800"/>
              <a:ext cx="6525" cy="5050"/>
            </a:xfrm>
            <a:custGeom>
              <a:avLst/>
              <a:gdLst/>
              <a:ahLst/>
              <a:cxnLst/>
              <a:rect l="l" t="t" r="r" b="b"/>
              <a:pathLst>
                <a:path w="261" h="202" extrusionOk="0">
                  <a:moveTo>
                    <a:pt x="141" y="0"/>
                  </a:moveTo>
                  <a:cubicBezTo>
                    <a:pt x="104" y="17"/>
                    <a:pt x="87" y="33"/>
                    <a:pt x="54" y="50"/>
                  </a:cubicBezTo>
                  <a:cubicBezTo>
                    <a:pt x="1" y="103"/>
                    <a:pt x="1" y="153"/>
                    <a:pt x="54" y="186"/>
                  </a:cubicBezTo>
                  <a:cubicBezTo>
                    <a:pt x="63" y="196"/>
                    <a:pt x="75" y="201"/>
                    <a:pt x="87" y="201"/>
                  </a:cubicBezTo>
                  <a:cubicBezTo>
                    <a:pt x="100" y="201"/>
                    <a:pt x="112" y="196"/>
                    <a:pt x="120" y="186"/>
                  </a:cubicBezTo>
                  <a:lnTo>
                    <a:pt x="157" y="186"/>
                  </a:lnTo>
                  <a:cubicBezTo>
                    <a:pt x="174" y="169"/>
                    <a:pt x="207" y="169"/>
                    <a:pt x="207" y="153"/>
                  </a:cubicBezTo>
                  <a:cubicBezTo>
                    <a:pt x="244" y="120"/>
                    <a:pt x="261" y="103"/>
                    <a:pt x="261" y="66"/>
                  </a:cubicBezTo>
                  <a:cubicBezTo>
                    <a:pt x="261" y="50"/>
                    <a:pt x="244" y="33"/>
                    <a:pt x="223" y="17"/>
                  </a:cubicBezTo>
                  <a:cubicBezTo>
                    <a:pt x="207" y="0"/>
                    <a:pt x="174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2" name="Google Shape;22222;p71"/>
            <p:cNvSpPr/>
            <p:nvPr/>
          </p:nvSpPr>
          <p:spPr>
            <a:xfrm>
              <a:off x="4654800" y="2306025"/>
              <a:ext cx="6500" cy="4675"/>
            </a:xfrm>
            <a:custGeom>
              <a:avLst/>
              <a:gdLst/>
              <a:ahLst/>
              <a:cxnLst/>
              <a:rect l="l" t="t" r="r" b="b"/>
              <a:pathLst>
                <a:path w="260" h="187" extrusionOk="0">
                  <a:moveTo>
                    <a:pt x="173" y="1"/>
                  </a:moveTo>
                  <a:cubicBezTo>
                    <a:pt x="140" y="1"/>
                    <a:pt x="124" y="1"/>
                    <a:pt x="87" y="17"/>
                  </a:cubicBezTo>
                  <a:cubicBezTo>
                    <a:pt x="54" y="34"/>
                    <a:pt x="37" y="67"/>
                    <a:pt x="21" y="104"/>
                  </a:cubicBezTo>
                  <a:cubicBezTo>
                    <a:pt x="0" y="153"/>
                    <a:pt x="37" y="186"/>
                    <a:pt x="103" y="186"/>
                  </a:cubicBezTo>
                  <a:lnTo>
                    <a:pt x="157" y="186"/>
                  </a:lnTo>
                  <a:cubicBezTo>
                    <a:pt x="173" y="170"/>
                    <a:pt x="173" y="170"/>
                    <a:pt x="190" y="170"/>
                  </a:cubicBezTo>
                  <a:cubicBezTo>
                    <a:pt x="227" y="137"/>
                    <a:pt x="243" y="120"/>
                    <a:pt x="243" y="104"/>
                  </a:cubicBezTo>
                  <a:cubicBezTo>
                    <a:pt x="260" y="67"/>
                    <a:pt x="260" y="50"/>
                    <a:pt x="243" y="17"/>
                  </a:cubicBezTo>
                  <a:cubicBezTo>
                    <a:pt x="227" y="1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3" name="Google Shape;22223;p71"/>
            <p:cNvSpPr/>
            <p:nvPr/>
          </p:nvSpPr>
          <p:spPr>
            <a:xfrm>
              <a:off x="4708900" y="2399200"/>
              <a:ext cx="6100" cy="4775"/>
            </a:xfrm>
            <a:custGeom>
              <a:avLst/>
              <a:gdLst/>
              <a:ahLst/>
              <a:cxnLst/>
              <a:rect l="l" t="t" r="r" b="b"/>
              <a:pathLst>
                <a:path w="244" h="191" extrusionOk="0">
                  <a:moveTo>
                    <a:pt x="157" y="1"/>
                  </a:moveTo>
                  <a:cubicBezTo>
                    <a:pt x="124" y="1"/>
                    <a:pt x="87" y="17"/>
                    <a:pt x="71" y="34"/>
                  </a:cubicBezTo>
                  <a:cubicBezTo>
                    <a:pt x="38" y="50"/>
                    <a:pt x="21" y="67"/>
                    <a:pt x="1" y="104"/>
                  </a:cubicBezTo>
                  <a:cubicBezTo>
                    <a:pt x="1" y="137"/>
                    <a:pt x="1" y="153"/>
                    <a:pt x="21" y="170"/>
                  </a:cubicBezTo>
                  <a:cubicBezTo>
                    <a:pt x="38" y="190"/>
                    <a:pt x="54" y="190"/>
                    <a:pt x="87" y="190"/>
                  </a:cubicBezTo>
                  <a:lnTo>
                    <a:pt x="141" y="190"/>
                  </a:lnTo>
                  <a:cubicBezTo>
                    <a:pt x="190" y="170"/>
                    <a:pt x="227" y="137"/>
                    <a:pt x="244" y="104"/>
                  </a:cubicBezTo>
                  <a:lnTo>
                    <a:pt x="244" y="87"/>
                  </a:lnTo>
                  <a:cubicBezTo>
                    <a:pt x="244" y="34"/>
                    <a:pt x="20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4" name="Google Shape;22224;p71"/>
            <p:cNvSpPr/>
            <p:nvPr/>
          </p:nvSpPr>
          <p:spPr>
            <a:xfrm>
              <a:off x="4709425" y="2386725"/>
              <a:ext cx="6400" cy="5200"/>
            </a:xfrm>
            <a:custGeom>
              <a:avLst/>
              <a:gdLst/>
              <a:ahLst/>
              <a:cxnLst/>
              <a:rect l="l" t="t" r="r" b="b"/>
              <a:pathLst>
                <a:path w="256" h="208" extrusionOk="0">
                  <a:moveTo>
                    <a:pt x="160" y="0"/>
                  </a:moveTo>
                  <a:cubicBezTo>
                    <a:pt x="141" y="0"/>
                    <a:pt x="121" y="6"/>
                    <a:pt x="103" y="17"/>
                  </a:cubicBezTo>
                  <a:cubicBezTo>
                    <a:pt x="33" y="50"/>
                    <a:pt x="0" y="104"/>
                    <a:pt x="0" y="153"/>
                  </a:cubicBezTo>
                  <a:cubicBezTo>
                    <a:pt x="11" y="188"/>
                    <a:pt x="43" y="208"/>
                    <a:pt x="83" y="208"/>
                  </a:cubicBezTo>
                  <a:cubicBezTo>
                    <a:pt x="104" y="208"/>
                    <a:pt x="128" y="202"/>
                    <a:pt x="153" y="191"/>
                  </a:cubicBezTo>
                  <a:cubicBezTo>
                    <a:pt x="206" y="153"/>
                    <a:pt x="256" y="104"/>
                    <a:pt x="239" y="50"/>
                  </a:cubicBezTo>
                  <a:cubicBezTo>
                    <a:pt x="229" y="18"/>
                    <a:pt x="196" y="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5" name="Google Shape;22225;p71"/>
            <p:cNvSpPr/>
            <p:nvPr/>
          </p:nvSpPr>
          <p:spPr>
            <a:xfrm>
              <a:off x="4686650" y="2421050"/>
              <a:ext cx="6400" cy="4925"/>
            </a:xfrm>
            <a:custGeom>
              <a:avLst/>
              <a:gdLst/>
              <a:ahLst/>
              <a:cxnLst/>
              <a:rect l="l" t="t" r="r" b="b"/>
              <a:pathLst>
                <a:path w="256" h="197" extrusionOk="0">
                  <a:moveTo>
                    <a:pt x="169" y="1"/>
                  </a:moveTo>
                  <a:cubicBezTo>
                    <a:pt x="153" y="1"/>
                    <a:pt x="136" y="1"/>
                    <a:pt x="120" y="17"/>
                  </a:cubicBezTo>
                  <a:cubicBezTo>
                    <a:pt x="50" y="38"/>
                    <a:pt x="0" y="104"/>
                    <a:pt x="17" y="158"/>
                  </a:cubicBezTo>
                  <a:cubicBezTo>
                    <a:pt x="29" y="182"/>
                    <a:pt x="69" y="197"/>
                    <a:pt x="116" y="197"/>
                  </a:cubicBezTo>
                  <a:cubicBezTo>
                    <a:pt x="134" y="197"/>
                    <a:pt x="151" y="195"/>
                    <a:pt x="169" y="191"/>
                  </a:cubicBezTo>
                  <a:cubicBezTo>
                    <a:pt x="190" y="174"/>
                    <a:pt x="206" y="174"/>
                    <a:pt x="206" y="158"/>
                  </a:cubicBezTo>
                  <a:cubicBezTo>
                    <a:pt x="239" y="120"/>
                    <a:pt x="256" y="87"/>
                    <a:pt x="256" y="54"/>
                  </a:cubicBezTo>
                  <a:cubicBezTo>
                    <a:pt x="239" y="17"/>
                    <a:pt x="206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6" name="Google Shape;22226;p71"/>
            <p:cNvSpPr/>
            <p:nvPr/>
          </p:nvSpPr>
          <p:spPr>
            <a:xfrm>
              <a:off x="4672825" y="2421975"/>
              <a:ext cx="6525" cy="4900"/>
            </a:xfrm>
            <a:custGeom>
              <a:avLst/>
              <a:gdLst/>
              <a:ahLst/>
              <a:cxnLst/>
              <a:rect l="l" t="t" r="r" b="b"/>
              <a:pathLst>
                <a:path w="261" h="196" extrusionOk="0">
                  <a:moveTo>
                    <a:pt x="141" y="1"/>
                  </a:moveTo>
                  <a:cubicBezTo>
                    <a:pt x="104" y="17"/>
                    <a:pt x="87" y="34"/>
                    <a:pt x="54" y="50"/>
                  </a:cubicBezTo>
                  <a:cubicBezTo>
                    <a:pt x="1" y="104"/>
                    <a:pt x="1" y="154"/>
                    <a:pt x="54" y="187"/>
                  </a:cubicBezTo>
                  <a:cubicBezTo>
                    <a:pt x="65" y="187"/>
                    <a:pt x="84" y="196"/>
                    <a:pt x="106" y="196"/>
                  </a:cubicBezTo>
                  <a:cubicBezTo>
                    <a:pt x="117" y="196"/>
                    <a:pt x="128" y="193"/>
                    <a:pt x="141" y="187"/>
                  </a:cubicBezTo>
                  <a:lnTo>
                    <a:pt x="157" y="187"/>
                  </a:lnTo>
                  <a:cubicBezTo>
                    <a:pt x="190" y="170"/>
                    <a:pt x="207" y="154"/>
                    <a:pt x="227" y="154"/>
                  </a:cubicBezTo>
                  <a:cubicBezTo>
                    <a:pt x="244" y="121"/>
                    <a:pt x="260" y="104"/>
                    <a:pt x="260" y="67"/>
                  </a:cubicBezTo>
                  <a:cubicBezTo>
                    <a:pt x="260" y="50"/>
                    <a:pt x="244" y="34"/>
                    <a:pt x="227" y="17"/>
                  </a:cubicBezTo>
                  <a:cubicBezTo>
                    <a:pt x="207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7" name="Google Shape;22227;p71"/>
            <p:cNvSpPr/>
            <p:nvPr/>
          </p:nvSpPr>
          <p:spPr>
            <a:xfrm>
              <a:off x="4677975" y="2432300"/>
              <a:ext cx="6525" cy="4650"/>
            </a:xfrm>
            <a:custGeom>
              <a:avLst/>
              <a:gdLst/>
              <a:ahLst/>
              <a:cxnLst/>
              <a:rect l="l" t="t" r="r" b="b"/>
              <a:pathLst>
                <a:path w="261" h="186" extrusionOk="0">
                  <a:moveTo>
                    <a:pt x="174" y="0"/>
                  </a:moveTo>
                  <a:cubicBezTo>
                    <a:pt x="141" y="0"/>
                    <a:pt x="104" y="0"/>
                    <a:pt x="87" y="33"/>
                  </a:cubicBezTo>
                  <a:cubicBezTo>
                    <a:pt x="54" y="50"/>
                    <a:pt x="38" y="66"/>
                    <a:pt x="21" y="103"/>
                  </a:cubicBezTo>
                  <a:cubicBezTo>
                    <a:pt x="1" y="153"/>
                    <a:pt x="38" y="186"/>
                    <a:pt x="104" y="186"/>
                  </a:cubicBezTo>
                  <a:lnTo>
                    <a:pt x="157" y="186"/>
                  </a:lnTo>
                  <a:cubicBezTo>
                    <a:pt x="174" y="169"/>
                    <a:pt x="174" y="169"/>
                    <a:pt x="190" y="169"/>
                  </a:cubicBezTo>
                  <a:cubicBezTo>
                    <a:pt x="207" y="153"/>
                    <a:pt x="244" y="120"/>
                    <a:pt x="244" y="103"/>
                  </a:cubicBezTo>
                  <a:cubicBezTo>
                    <a:pt x="261" y="66"/>
                    <a:pt x="261" y="50"/>
                    <a:pt x="244" y="17"/>
                  </a:cubicBezTo>
                  <a:cubicBezTo>
                    <a:pt x="228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8" name="Google Shape;22228;p71"/>
            <p:cNvSpPr/>
            <p:nvPr/>
          </p:nvSpPr>
          <p:spPr>
            <a:xfrm>
              <a:off x="4669025" y="2457125"/>
              <a:ext cx="4750" cy="4775"/>
            </a:xfrm>
            <a:custGeom>
              <a:avLst/>
              <a:gdLst/>
              <a:ahLst/>
              <a:cxnLst/>
              <a:rect l="l" t="t" r="r" b="b"/>
              <a:pathLst>
                <a:path w="190" h="191" extrusionOk="0">
                  <a:moveTo>
                    <a:pt x="87" y="1"/>
                  </a:moveTo>
                  <a:cubicBezTo>
                    <a:pt x="50" y="1"/>
                    <a:pt x="17" y="17"/>
                    <a:pt x="0" y="38"/>
                  </a:cubicBezTo>
                  <a:cubicBezTo>
                    <a:pt x="17" y="87"/>
                    <a:pt x="33" y="141"/>
                    <a:pt x="50" y="191"/>
                  </a:cubicBezTo>
                  <a:lnTo>
                    <a:pt x="70" y="191"/>
                  </a:lnTo>
                  <a:cubicBezTo>
                    <a:pt x="87" y="191"/>
                    <a:pt x="103" y="174"/>
                    <a:pt x="103" y="174"/>
                  </a:cubicBezTo>
                  <a:cubicBezTo>
                    <a:pt x="136" y="158"/>
                    <a:pt x="153" y="120"/>
                    <a:pt x="173" y="104"/>
                  </a:cubicBezTo>
                  <a:cubicBezTo>
                    <a:pt x="190" y="54"/>
                    <a:pt x="15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9" name="Google Shape;22229;p71"/>
            <p:cNvSpPr/>
            <p:nvPr/>
          </p:nvSpPr>
          <p:spPr>
            <a:xfrm>
              <a:off x="4685725" y="2411300"/>
              <a:ext cx="6100" cy="4800"/>
            </a:xfrm>
            <a:custGeom>
              <a:avLst/>
              <a:gdLst/>
              <a:ahLst/>
              <a:cxnLst/>
              <a:rect l="l" t="t" r="r" b="b"/>
              <a:pathLst>
                <a:path w="244" h="192" extrusionOk="0">
                  <a:moveTo>
                    <a:pt x="154" y="0"/>
                  </a:moveTo>
                  <a:cubicBezTo>
                    <a:pt x="135" y="0"/>
                    <a:pt x="113" y="5"/>
                    <a:pt x="87" y="16"/>
                  </a:cubicBezTo>
                  <a:cubicBezTo>
                    <a:pt x="54" y="32"/>
                    <a:pt x="21" y="65"/>
                    <a:pt x="0" y="98"/>
                  </a:cubicBezTo>
                  <a:lnTo>
                    <a:pt x="0" y="152"/>
                  </a:lnTo>
                  <a:cubicBezTo>
                    <a:pt x="15" y="176"/>
                    <a:pt x="46" y="191"/>
                    <a:pt x="88" y="191"/>
                  </a:cubicBezTo>
                  <a:cubicBezTo>
                    <a:pt x="104" y="191"/>
                    <a:pt x="121" y="189"/>
                    <a:pt x="140" y="185"/>
                  </a:cubicBezTo>
                  <a:cubicBezTo>
                    <a:pt x="206" y="152"/>
                    <a:pt x="243" y="98"/>
                    <a:pt x="227" y="49"/>
                  </a:cubicBezTo>
                  <a:cubicBezTo>
                    <a:pt x="227" y="32"/>
                    <a:pt x="227" y="16"/>
                    <a:pt x="206" y="16"/>
                  </a:cubicBezTo>
                  <a:cubicBezTo>
                    <a:pt x="190" y="5"/>
                    <a:pt x="173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0" name="Google Shape;22230;p71"/>
            <p:cNvSpPr/>
            <p:nvPr/>
          </p:nvSpPr>
          <p:spPr>
            <a:xfrm>
              <a:off x="4680150" y="2399200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74" y="1"/>
                  </a:moveTo>
                  <a:cubicBezTo>
                    <a:pt x="157" y="1"/>
                    <a:pt x="141" y="1"/>
                    <a:pt x="120" y="17"/>
                  </a:cubicBezTo>
                  <a:cubicBezTo>
                    <a:pt x="54" y="50"/>
                    <a:pt x="0" y="104"/>
                    <a:pt x="17" y="153"/>
                  </a:cubicBezTo>
                  <a:cubicBezTo>
                    <a:pt x="30" y="188"/>
                    <a:pt x="62" y="200"/>
                    <a:pt x="102" y="200"/>
                  </a:cubicBezTo>
                  <a:cubicBezTo>
                    <a:pt x="124" y="200"/>
                    <a:pt x="149" y="196"/>
                    <a:pt x="174" y="190"/>
                  </a:cubicBezTo>
                  <a:cubicBezTo>
                    <a:pt x="190" y="170"/>
                    <a:pt x="207" y="170"/>
                    <a:pt x="207" y="153"/>
                  </a:cubicBezTo>
                  <a:cubicBezTo>
                    <a:pt x="244" y="120"/>
                    <a:pt x="260" y="87"/>
                    <a:pt x="260" y="50"/>
                  </a:cubicBezTo>
                  <a:cubicBezTo>
                    <a:pt x="244" y="17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1" name="Google Shape;22231;p71"/>
            <p:cNvSpPr/>
            <p:nvPr/>
          </p:nvSpPr>
          <p:spPr>
            <a:xfrm>
              <a:off x="4606750" y="2397875"/>
              <a:ext cx="1275" cy="425"/>
            </a:xfrm>
            <a:custGeom>
              <a:avLst/>
              <a:gdLst/>
              <a:ahLst/>
              <a:cxnLst/>
              <a:rect l="l" t="t" r="r" b="b"/>
              <a:pathLst>
                <a:path w="51" h="17" extrusionOk="0">
                  <a:moveTo>
                    <a:pt x="1" y="0"/>
                  </a:moveTo>
                  <a:cubicBezTo>
                    <a:pt x="12" y="0"/>
                    <a:pt x="23" y="7"/>
                    <a:pt x="33" y="12"/>
                  </a:cubicBezTo>
                  <a:lnTo>
                    <a:pt x="33" y="12"/>
                  </a:lnTo>
                  <a:cubicBezTo>
                    <a:pt x="31" y="0"/>
                    <a:pt x="16" y="0"/>
                    <a:pt x="1" y="0"/>
                  </a:cubicBezTo>
                  <a:close/>
                  <a:moveTo>
                    <a:pt x="33" y="12"/>
                  </a:moveTo>
                  <a:cubicBezTo>
                    <a:pt x="34" y="14"/>
                    <a:pt x="34" y="15"/>
                    <a:pt x="34" y="17"/>
                  </a:cubicBezTo>
                  <a:lnTo>
                    <a:pt x="50" y="17"/>
                  </a:lnTo>
                  <a:cubicBezTo>
                    <a:pt x="45" y="17"/>
                    <a:pt x="39" y="15"/>
                    <a:pt x="33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2" name="Google Shape;22232;p71"/>
            <p:cNvSpPr/>
            <p:nvPr/>
          </p:nvSpPr>
          <p:spPr>
            <a:xfrm>
              <a:off x="4617900" y="23863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36" y="0"/>
                    <a:pt x="103" y="17"/>
                    <a:pt x="70" y="33"/>
                  </a:cubicBezTo>
                  <a:cubicBezTo>
                    <a:pt x="54" y="50"/>
                    <a:pt x="17" y="87"/>
                    <a:pt x="17" y="104"/>
                  </a:cubicBezTo>
                  <a:cubicBezTo>
                    <a:pt x="0" y="153"/>
                    <a:pt x="33" y="207"/>
                    <a:pt x="87" y="207"/>
                  </a:cubicBezTo>
                  <a:cubicBezTo>
                    <a:pt x="120" y="207"/>
                    <a:pt x="136" y="190"/>
                    <a:pt x="157" y="190"/>
                  </a:cubicBezTo>
                  <a:cubicBezTo>
                    <a:pt x="173" y="190"/>
                    <a:pt x="173" y="169"/>
                    <a:pt x="190" y="169"/>
                  </a:cubicBezTo>
                  <a:cubicBezTo>
                    <a:pt x="206" y="153"/>
                    <a:pt x="239" y="137"/>
                    <a:pt x="239" y="104"/>
                  </a:cubicBezTo>
                  <a:cubicBezTo>
                    <a:pt x="260" y="66"/>
                    <a:pt x="260" y="50"/>
                    <a:pt x="239" y="33"/>
                  </a:cubicBezTo>
                  <a:cubicBezTo>
                    <a:pt x="223" y="17"/>
                    <a:pt x="190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3" name="Google Shape;22233;p71"/>
            <p:cNvSpPr/>
            <p:nvPr/>
          </p:nvSpPr>
          <p:spPr>
            <a:xfrm>
              <a:off x="4572325" y="2295500"/>
              <a:ext cx="6125" cy="4875"/>
            </a:xfrm>
            <a:custGeom>
              <a:avLst/>
              <a:gdLst/>
              <a:ahLst/>
              <a:cxnLst/>
              <a:rect l="l" t="t" r="r" b="b"/>
              <a:pathLst>
                <a:path w="245" h="195" extrusionOk="0">
                  <a:moveTo>
                    <a:pt x="170" y="0"/>
                  </a:moveTo>
                  <a:cubicBezTo>
                    <a:pt x="161" y="0"/>
                    <a:pt x="152" y="3"/>
                    <a:pt x="141" y="9"/>
                  </a:cubicBezTo>
                  <a:cubicBezTo>
                    <a:pt x="104" y="9"/>
                    <a:pt x="71" y="26"/>
                    <a:pt x="54" y="59"/>
                  </a:cubicBezTo>
                  <a:cubicBezTo>
                    <a:pt x="1" y="92"/>
                    <a:pt x="1" y="162"/>
                    <a:pt x="38" y="178"/>
                  </a:cubicBezTo>
                  <a:cubicBezTo>
                    <a:pt x="71" y="195"/>
                    <a:pt x="87" y="195"/>
                    <a:pt x="124" y="195"/>
                  </a:cubicBezTo>
                  <a:cubicBezTo>
                    <a:pt x="141" y="195"/>
                    <a:pt x="141" y="195"/>
                    <a:pt x="157" y="178"/>
                  </a:cubicBezTo>
                  <a:cubicBezTo>
                    <a:pt x="174" y="178"/>
                    <a:pt x="190" y="162"/>
                    <a:pt x="207" y="145"/>
                  </a:cubicBezTo>
                  <a:cubicBezTo>
                    <a:pt x="228" y="129"/>
                    <a:pt x="244" y="92"/>
                    <a:pt x="244" y="75"/>
                  </a:cubicBezTo>
                  <a:cubicBezTo>
                    <a:pt x="244" y="42"/>
                    <a:pt x="244" y="26"/>
                    <a:pt x="228" y="9"/>
                  </a:cubicBezTo>
                  <a:cubicBezTo>
                    <a:pt x="203" y="9"/>
                    <a:pt x="187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4" name="Google Shape;22234;p71"/>
            <p:cNvSpPr/>
            <p:nvPr/>
          </p:nvSpPr>
          <p:spPr>
            <a:xfrm>
              <a:off x="4572325" y="23411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7"/>
                    <a:pt x="104" y="17"/>
                    <a:pt x="87" y="38"/>
                  </a:cubicBezTo>
                  <a:cubicBezTo>
                    <a:pt x="54" y="54"/>
                    <a:pt x="38" y="87"/>
                    <a:pt x="21" y="104"/>
                  </a:cubicBezTo>
                  <a:cubicBezTo>
                    <a:pt x="1" y="157"/>
                    <a:pt x="38" y="207"/>
                    <a:pt x="87" y="207"/>
                  </a:cubicBezTo>
                  <a:lnTo>
                    <a:pt x="141" y="207"/>
                  </a:lnTo>
                  <a:cubicBezTo>
                    <a:pt x="141" y="190"/>
                    <a:pt x="157" y="190"/>
                    <a:pt x="157" y="190"/>
                  </a:cubicBezTo>
                  <a:cubicBezTo>
                    <a:pt x="174" y="190"/>
                    <a:pt x="174" y="190"/>
                    <a:pt x="190" y="174"/>
                  </a:cubicBezTo>
                  <a:cubicBezTo>
                    <a:pt x="207" y="157"/>
                    <a:pt x="244" y="141"/>
                    <a:pt x="244" y="104"/>
                  </a:cubicBezTo>
                  <a:cubicBezTo>
                    <a:pt x="261" y="87"/>
                    <a:pt x="261" y="54"/>
                    <a:pt x="244" y="38"/>
                  </a:cubicBezTo>
                  <a:cubicBezTo>
                    <a:pt x="228" y="17"/>
                    <a:pt x="19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5" name="Google Shape;22235;p71"/>
            <p:cNvSpPr/>
            <p:nvPr/>
          </p:nvSpPr>
          <p:spPr>
            <a:xfrm>
              <a:off x="4585225" y="22957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0"/>
                    <a:pt x="37" y="83"/>
                    <a:pt x="21" y="103"/>
                  </a:cubicBezTo>
                  <a:cubicBezTo>
                    <a:pt x="0" y="136"/>
                    <a:pt x="21" y="169"/>
                    <a:pt x="37" y="186"/>
                  </a:cubicBezTo>
                  <a:cubicBezTo>
                    <a:pt x="54" y="207"/>
                    <a:pt x="70" y="207"/>
                    <a:pt x="87" y="207"/>
                  </a:cubicBezTo>
                  <a:cubicBezTo>
                    <a:pt x="124" y="207"/>
                    <a:pt x="140" y="207"/>
                    <a:pt x="157" y="186"/>
                  </a:cubicBezTo>
                  <a:cubicBezTo>
                    <a:pt x="190" y="169"/>
                    <a:pt x="227" y="136"/>
                    <a:pt x="243" y="103"/>
                  </a:cubicBezTo>
                  <a:cubicBezTo>
                    <a:pt x="260" y="50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6" name="Google Shape;22236;p71"/>
            <p:cNvSpPr/>
            <p:nvPr/>
          </p:nvSpPr>
          <p:spPr>
            <a:xfrm>
              <a:off x="4881150" y="2339025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40" y="0"/>
                  </a:moveTo>
                  <a:cubicBezTo>
                    <a:pt x="103" y="0"/>
                    <a:pt x="70" y="21"/>
                    <a:pt x="54" y="54"/>
                  </a:cubicBezTo>
                  <a:cubicBezTo>
                    <a:pt x="0" y="103"/>
                    <a:pt x="0" y="157"/>
                    <a:pt x="37" y="190"/>
                  </a:cubicBezTo>
                  <a:cubicBezTo>
                    <a:pt x="59" y="190"/>
                    <a:pt x="74" y="197"/>
                    <a:pt x="91" y="197"/>
                  </a:cubicBezTo>
                  <a:cubicBezTo>
                    <a:pt x="99" y="197"/>
                    <a:pt x="109" y="195"/>
                    <a:pt x="120" y="190"/>
                  </a:cubicBezTo>
                  <a:lnTo>
                    <a:pt x="157" y="190"/>
                  </a:lnTo>
                  <a:cubicBezTo>
                    <a:pt x="173" y="173"/>
                    <a:pt x="190" y="157"/>
                    <a:pt x="206" y="140"/>
                  </a:cubicBezTo>
                  <a:cubicBezTo>
                    <a:pt x="243" y="124"/>
                    <a:pt x="243" y="103"/>
                    <a:pt x="243" y="70"/>
                  </a:cubicBezTo>
                  <a:cubicBezTo>
                    <a:pt x="260" y="54"/>
                    <a:pt x="243" y="21"/>
                    <a:pt x="223" y="21"/>
                  </a:cubicBezTo>
                  <a:cubicBezTo>
                    <a:pt x="190" y="0"/>
                    <a:pt x="173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7" name="Google Shape;22237;p71"/>
            <p:cNvSpPr/>
            <p:nvPr/>
          </p:nvSpPr>
          <p:spPr>
            <a:xfrm>
              <a:off x="4818875" y="2385900"/>
              <a:ext cx="6525" cy="5050"/>
            </a:xfrm>
            <a:custGeom>
              <a:avLst/>
              <a:gdLst/>
              <a:ahLst/>
              <a:cxnLst/>
              <a:rect l="l" t="t" r="r" b="b"/>
              <a:pathLst>
                <a:path w="261" h="202" extrusionOk="0">
                  <a:moveTo>
                    <a:pt x="137" y="1"/>
                  </a:moveTo>
                  <a:cubicBezTo>
                    <a:pt x="104" y="17"/>
                    <a:pt x="71" y="34"/>
                    <a:pt x="54" y="50"/>
                  </a:cubicBezTo>
                  <a:cubicBezTo>
                    <a:pt x="1" y="104"/>
                    <a:pt x="1" y="154"/>
                    <a:pt x="34" y="186"/>
                  </a:cubicBezTo>
                  <a:cubicBezTo>
                    <a:pt x="44" y="197"/>
                    <a:pt x="57" y="202"/>
                    <a:pt x="72" y="202"/>
                  </a:cubicBezTo>
                  <a:cubicBezTo>
                    <a:pt x="87" y="202"/>
                    <a:pt x="104" y="197"/>
                    <a:pt x="120" y="186"/>
                  </a:cubicBezTo>
                  <a:lnTo>
                    <a:pt x="157" y="186"/>
                  </a:lnTo>
                  <a:cubicBezTo>
                    <a:pt x="174" y="170"/>
                    <a:pt x="190" y="154"/>
                    <a:pt x="207" y="154"/>
                  </a:cubicBezTo>
                  <a:cubicBezTo>
                    <a:pt x="261" y="104"/>
                    <a:pt x="261" y="34"/>
                    <a:pt x="207" y="17"/>
                  </a:cubicBezTo>
                  <a:cubicBezTo>
                    <a:pt x="190" y="1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8" name="Google Shape;22238;p71"/>
            <p:cNvSpPr/>
            <p:nvPr/>
          </p:nvSpPr>
          <p:spPr>
            <a:xfrm>
              <a:off x="4762600" y="2410250"/>
              <a:ext cx="6475" cy="4850"/>
            </a:xfrm>
            <a:custGeom>
              <a:avLst/>
              <a:gdLst/>
              <a:ahLst/>
              <a:cxnLst/>
              <a:rect l="l" t="t" r="r" b="b"/>
              <a:pathLst>
                <a:path w="259" h="194" extrusionOk="0">
                  <a:moveTo>
                    <a:pt x="182" y="1"/>
                  </a:moveTo>
                  <a:cubicBezTo>
                    <a:pt x="174" y="1"/>
                    <a:pt x="166" y="2"/>
                    <a:pt x="157" y="4"/>
                  </a:cubicBezTo>
                  <a:cubicBezTo>
                    <a:pt x="141" y="4"/>
                    <a:pt x="104" y="4"/>
                    <a:pt x="71" y="21"/>
                  </a:cubicBezTo>
                  <a:cubicBezTo>
                    <a:pt x="38" y="37"/>
                    <a:pt x="17" y="74"/>
                    <a:pt x="17" y="91"/>
                  </a:cubicBezTo>
                  <a:cubicBezTo>
                    <a:pt x="1" y="124"/>
                    <a:pt x="1" y="140"/>
                    <a:pt x="17" y="161"/>
                  </a:cubicBezTo>
                  <a:cubicBezTo>
                    <a:pt x="38" y="177"/>
                    <a:pt x="54" y="194"/>
                    <a:pt x="87" y="194"/>
                  </a:cubicBezTo>
                  <a:cubicBezTo>
                    <a:pt x="104" y="194"/>
                    <a:pt x="141" y="194"/>
                    <a:pt x="157" y="177"/>
                  </a:cubicBezTo>
                  <a:cubicBezTo>
                    <a:pt x="157" y="177"/>
                    <a:pt x="174" y="177"/>
                    <a:pt x="174" y="161"/>
                  </a:cubicBezTo>
                  <a:cubicBezTo>
                    <a:pt x="207" y="140"/>
                    <a:pt x="223" y="124"/>
                    <a:pt x="244" y="91"/>
                  </a:cubicBezTo>
                  <a:cubicBezTo>
                    <a:pt x="258" y="44"/>
                    <a:pt x="232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9" name="Google Shape;22239;p71"/>
            <p:cNvSpPr/>
            <p:nvPr/>
          </p:nvSpPr>
          <p:spPr>
            <a:xfrm>
              <a:off x="4550075" y="237425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67" y="1"/>
                  </a:moveTo>
                  <a:cubicBezTo>
                    <a:pt x="148" y="1"/>
                    <a:pt x="126" y="6"/>
                    <a:pt x="103" y="18"/>
                  </a:cubicBezTo>
                  <a:cubicBezTo>
                    <a:pt x="33" y="34"/>
                    <a:pt x="0" y="104"/>
                    <a:pt x="17" y="158"/>
                  </a:cubicBezTo>
                  <a:cubicBezTo>
                    <a:pt x="17" y="182"/>
                    <a:pt x="54" y="197"/>
                    <a:pt x="100" y="197"/>
                  </a:cubicBezTo>
                  <a:cubicBezTo>
                    <a:pt x="117" y="197"/>
                    <a:pt x="135" y="195"/>
                    <a:pt x="153" y="191"/>
                  </a:cubicBezTo>
                  <a:cubicBezTo>
                    <a:pt x="223" y="158"/>
                    <a:pt x="256" y="104"/>
                    <a:pt x="239" y="55"/>
                  </a:cubicBezTo>
                  <a:cubicBezTo>
                    <a:pt x="229" y="20"/>
                    <a:pt x="20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0" name="Google Shape;22240;p71"/>
            <p:cNvSpPr/>
            <p:nvPr/>
          </p:nvSpPr>
          <p:spPr>
            <a:xfrm>
              <a:off x="4626950" y="2303850"/>
              <a:ext cx="6025" cy="5200"/>
            </a:xfrm>
            <a:custGeom>
              <a:avLst/>
              <a:gdLst/>
              <a:ahLst/>
              <a:cxnLst/>
              <a:rect l="l" t="t" r="r" b="b"/>
              <a:pathLst>
                <a:path w="241" h="208" extrusionOk="0">
                  <a:moveTo>
                    <a:pt x="146" y="0"/>
                  </a:moveTo>
                  <a:cubicBezTo>
                    <a:pt x="106" y="0"/>
                    <a:pt x="66" y="19"/>
                    <a:pt x="34" y="51"/>
                  </a:cubicBezTo>
                  <a:cubicBezTo>
                    <a:pt x="17" y="88"/>
                    <a:pt x="1" y="104"/>
                    <a:pt x="1" y="137"/>
                  </a:cubicBezTo>
                  <a:cubicBezTo>
                    <a:pt x="1" y="154"/>
                    <a:pt x="1" y="170"/>
                    <a:pt x="34" y="191"/>
                  </a:cubicBezTo>
                  <a:cubicBezTo>
                    <a:pt x="50" y="207"/>
                    <a:pt x="67" y="207"/>
                    <a:pt x="104" y="207"/>
                  </a:cubicBezTo>
                  <a:cubicBezTo>
                    <a:pt x="121" y="191"/>
                    <a:pt x="137" y="191"/>
                    <a:pt x="137" y="191"/>
                  </a:cubicBezTo>
                  <a:cubicBezTo>
                    <a:pt x="153" y="170"/>
                    <a:pt x="170" y="170"/>
                    <a:pt x="186" y="154"/>
                  </a:cubicBezTo>
                  <a:cubicBezTo>
                    <a:pt x="240" y="104"/>
                    <a:pt x="240" y="51"/>
                    <a:pt x="207" y="18"/>
                  </a:cubicBezTo>
                  <a:cubicBezTo>
                    <a:pt x="188" y="6"/>
                    <a:pt x="167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1" name="Google Shape;22241;p71"/>
            <p:cNvSpPr/>
            <p:nvPr/>
          </p:nvSpPr>
          <p:spPr>
            <a:xfrm>
              <a:off x="4528125" y="2365700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73" y="1"/>
                  </a:moveTo>
                  <a:cubicBezTo>
                    <a:pt x="140" y="1"/>
                    <a:pt x="103" y="17"/>
                    <a:pt x="87" y="34"/>
                  </a:cubicBezTo>
                  <a:cubicBezTo>
                    <a:pt x="54" y="50"/>
                    <a:pt x="37" y="67"/>
                    <a:pt x="17" y="104"/>
                  </a:cubicBezTo>
                  <a:cubicBezTo>
                    <a:pt x="0" y="153"/>
                    <a:pt x="37" y="191"/>
                    <a:pt x="103" y="191"/>
                  </a:cubicBezTo>
                  <a:lnTo>
                    <a:pt x="157" y="191"/>
                  </a:lnTo>
                  <a:cubicBezTo>
                    <a:pt x="173" y="170"/>
                    <a:pt x="173" y="170"/>
                    <a:pt x="190" y="170"/>
                  </a:cubicBezTo>
                  <a:cubicBezTo>
                    <a:pt x="206" y="153"/>
                    <a:pt x="243" y="120"/>
                    <a:pt x="243" y="104"/>
                  </a:cubicBezTo>
                  <a:cubicBezTo>
                    <a:pt x="260" y="34"/>
                    <a:pt x="22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2" name="Google Shape;22242;p71"/>
            <p:cNvSpPr/>
            <p:nvPr/>
          </p:nvSpPr>
          <p:spPr>
            <a:xfrm>
              <a:off x="4510075" y="23422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82" y="1"/>
                  </a:moveTo>
                  <a:cubicBezTo>
                    <a:pt x="170" y="1"/>
                    <a:pt x="157" y="5"/>
                    <a:pt x="141" y="13"/>
                  </a:cubicBezTo>
                  <a:cubicBezTo>
                    <a:pt x="104" y="13"/>
                    <a:pt x="71" y="30"/>
                    <a:pt x="54" y="46"/>
                  </a:cubicBezTo>
                  <a:cubicBezTo>
                    <a:pt x="1" y="100"/>
                    <a:pt x="1" y="166"/>
                    <a:pt x="38" y="182"/>
                  </a:cubicBezTo>
                  <a:cubicBezTo>
                    <a:pt x="71" y="203"/>
                    <a:pt x="87" y="203"/>
                    <a:pt x="120" y="203"/>
                  </a:cubicBezTo>
                  <a:cubicBezTo>
                    <a:pt x="141" y="182"/>
                    <a:pt x="141" y="182"/>
                    <a:pt x="157" y="182"/>
                  </a:cubicBezTo>
                  <a:cubicBezTo>
                    <a:pt x="174" y="182"/>
                    <a:pt x="190" y="166"/>
                    <a:pt x="207" y="149"/>
                  </a:cubicBezTo>
                  <a:cubicBezTo>
                    <a:pt x="223" y="133"/>
                    <a:pt x="244" y="100"/>
                    <a:pt x="244" y="79"/>
                  </a:cubicBezTo>
                  <a:cubicBezTo>
                    <a:pt x="244" y="46"/>
                    <a:pt x="244" y="30"/>
                    <a:pt x="223" y="13"/>
                  </a:cubicBezTo>
                  <a:cubicBezTo>
                    <a:pt x="207" y="5"/>
                    <a:pt x="194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3" name="Google Shape;22243;p71"/>
            <p:cNvSpPr/>
            <p:nvPr/>
          </p:nvSpPr>
          <p:spPr>
            <a:xfrm>
              <a:off x="4514000" y="2363950"/>
              <a:ext cx="6400" cy="4775"/>
            </a:xfrm>
            <a:custGeom>
              <a:avLst/>
              <a:gdLst/>
              <a:ahLst/>
              <a:cxnLst/>
              <a:rect l="l" t="t" r="r" b="b"/>
              <a:pathLst>
                <a:path w="256" h="191" extrusionOk="0">
                  <a:moveTo>
                    <a:pt x="169" y="1"/>
                  </a:moveTo>
                  <a:cubicBezTo>
                    <a:pt x="120" y="1"/>
                    <a:pt x="50" y="34"/>
                    <a:pt x="33" y="104"/>
                  </a:cubicBezTo>
                  <a:cubicBezTo>
                    <a:pt x="0" y="157"/>
                    <a:pt x="33" y="190"/>
                    <a:pt x="103" y="190"/>
                  </a:cubicBezTo>
                  <a:cubicBezTo>
                    <a:pt x="120" y="190"/>
                    <a:pt x="153" y="190"/>
                    <a:pt x="169" y="174"/>
                  </a:cubicBezTo>
                  <a:cubicBezTo>
                    <a:pt x="169" y="174"/>
                    <a:pt x="190" y="174"/>
                    <a:pt x="190" y="157"/>
                  </a:cubicBezTo>
                  <a:cubicBezTo>
                    <a:pt x="223" y="137"/>
                    <a:pt x="239" y="120"/>
                    <a:pt x="256" y="87"/>
                  </a:cubicBezTo>
                  <a:cubicBezTo>
                    <a:pt x="256" y="71"/>
                    <a:pt x="256" y="34"/>
                    <a:pt x="239" y="17"/>
                  </a:cubicBezTo>
                  <a:cubicBezTo>
                    <a:pt x="239" y="1"/>
                    <a:pt x="206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4" name="Google Shape;22244;p71"/>
            <p:cNvSpPr/>
            <p:nvPr/>
          </p:nvSpPr>
          <p:spPr>
            <a:xfrm>
              <a:off x="4543175" y="236570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69" y="0"/>
                  </a:moveTo>
                  <a:cubicBezTo>
                    <a:pt x="150" y="0"/>
                    <a:pt x="128" y="6"/>
                    <a:pt x="103" y="17"/>
                  </a:cubicBezTo>
                  <a:cubicBezTo>
                    <a:pt x="33" y="34"/>
                    <a:pt x="0" y="104"/>
                    <a:pt x="17" y="153"/>
                  </a:cubicBezTo>
                  <a:cubicBezTo>
                    <a:pt x="17" y="181"/>
                    <a:pt x="55" y="197"/>
                    <a:pt x="103" y="197"/>
                  </a:cubicBezTo>
                  <a:cubicBezTo>
                    <a:pt x="120" y="197"/>
                    <a:pt x="138" y="195"/>
                    <a:pt x="157" y="191"/>
                  </a:cubicBezTo>
                  <a:cubicBezTo>
                    <a:pt x="223" y="153"/>
                    <a:pt x="260" y="87"/>
                    <a:pt x="239" y="50"/>
                  </a:cubicBezTo>
                  <a:cubicBezTo>
                    <a:pt x="229" y="18"/>
                    <a:pt x="204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5" name="Google Shape;22245;p71"/>
            <p:cNvSpPr/>
            <p:nvPr/>
          </p:nvSpPr>
          <p:spPr>
            <a:xfrm>
              <a:off x="4544000" y="2339475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66" y="0"/>
                  </a:moveTo>
                  <a:cubicBezTo>
                    <a:pt x="126" y="0"/>
                    <a:pt x="86" y="20"/>
                    <a:pt x="54" y="52"/>
                  </a:cubicBezTo>
                  <a:cubicBezTo>
                    <a:pt x="21" y="69"/>
                    <a:pt x="21" y="106"/>
                    <a:pt x="0" y="122"/>
                  </a:cubicBezTo>
                  <a:cubicBezTo>
                    <a:pt x="0" y="155"/>
                    <a:pt x="21" y="172"/>
                    <a:pt x="37" y="188"/>
                  </a:cubicBezTo>
                  <a:cubicBezTo>
                    <a:pt x="48" y="188"/>
                    <a:pt x="66" y="197"/>
                    <a:pt x="88" y="197"/>
                  </a:cubicBezTo>
                  <a:cubicBezTo>
                    <a:pt x="99" y="197"/>
                    <a:pt x="111" y="195"/>
                    <a:pt x="124" y="188"/>
                  </a:cubicBezTo>
                  <a:lnTo>
                    <a:pt x="157" y="188"/>
                  </a:lnTo>
                  <a:cubicBezTo>
                    <a:pt x="173" y="172"/>
                    <a:pt x="190" y="155"/>
                    <a:pt x="206" y="155"/>
                  </a:cubicBezTo>
                  <a:cubicBezTo>
                    <a:pt x="260" y="106"/>
                    <a:pt x="260" y="36"/>
                    <a:pt x="227" y="19"/>
                  </a:cubicBezTo>
                  <a:cubicBezTo>
                    <a:pt x="208" y="6"/>
                    <a:pt x="187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6" name="Google Shape;22246;p71"/>
            <p:cNvSpPr/>
            <p:nvPr/>
          </p:nvSpPr>
          <p:spPr>
            <a:xfrm>
              <a:off x="4543575" y="23540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87" y="17"/>
                  </a:cubicBezTo>
                  <a:cubicBezTo>
                    <a:pt x="54" y="38"/>
                    <a:pt x="38" y="71"/>
                    <a:pt x="17" y="88"/>
                  </a:cubicBezTo>
                  <a:cubicBezTo>
                    <a:pt x="1" y="158"/>
                    <a:pt x="38" y="191"/>
                    <a:pt x="104" y="191"/>
                  </a:cubicBezTo>
                  <a:cubicBezTo>
                    <a:pt x="120" y="191"/>
                    <a:pt x="141" y="191"/>
                    <a:pt x="157" y="174"/>
                  </a:cubicBezTo>
                  <a:cubicBezTo>
                    <a:pt x="174" y="174"/>
                    <a:pt x="174" y="174"/>
                    <a:pt x="190" y="158"/>
                  </a:cubicBezTo>
                  <a:cubicBezTo>
                    <a:pt x="207" y="141"/>
                    <a:pt x="244" y="121"/>
                    <a:pt x="244" y="88"/>
                  </a:cubicBezTo>
                  <a:cubicBezTo>
                    <a:pt x="260" y="38"/>
                    <a:pt x="22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7" name="Google Shape;22247;p71"/>
            <p:cNvSpPr/>
            <p:nvPr/>
          </p:nvSpPr>
          <p:spPr>
            <a:xfrm>
              <a:off x="4530275" y="235365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37" y="0"/>
                  </a:moveTo>
                  <a:cubicBezTo>
                    <a:pt x="104" y="17"/>
                    <a:pt x="71" y="33"/>
                    <a:pt x="54" y="54"/>
                  </a:cubicBezTo>
                  <a:cubicBezTo>
                    <a:pt x="1" y="104"/>
                    <a:pt x="1" y="157"/>
                    <a:pt x="34" y="190"/>
                  </a:cubicBezTo>
                  <a:cubicBezTo>
                    <a:pt x="47" y="190"/>
                    <a:pt x="67" y="197"/>
                    <a:pt x="88" y="197"/>
                  </a:cubicBezTo>
                  <a:cubicBezTo>
                    <a:pt x="98" y="197"/>
                    <a:pt x="109" y="196"/>
                    <a:pt x="120" y="190"/>
                  </a:cubicBezTo>
                  <a:lnTo>
                    <a:pt x="157" y="190"/>
                  </a:lnTo>
                  <a:cubicBezTo>
                    <a:pt x="174" y="174"/>
                    <a:pt x="190" y="157"/>
                    <a:pt x="207" y="137"/>
                  </a:cubicBezTo>
                  <a:cubicBezTo>
                    <a:pt x="260" y="104"/>
                    <a:pt x="260" y="33"/>
                    <a:pt x="223" y="17"/>
                  </a:cubicBezTo>
                  <a:cubicBezTo>
                    <a:pt x="190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8" name="Google Shape;22248;p71"/>
            <p:cNvSpPr/>
            <p:nvPr/>
          </p:nvSpPr>
          <p:spPr>
            <a:xfrm>
              <a:off x="4739425" y="2444675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3" y="0"/>
                  </a:moveTo>
                  <a:cubicBezTo>
                    <a:pt x="140" y="0"/>
                    <a:pt x="103" y="21"/>
                    <a:pt x="87" y="37"/>
                  </a:cubicBezTo>
                  <a:cubicBezTo>
                    <a:pt x="54" y="54"/>
                    <a:pt x="37" y="87"/>
                    <a:pt x="17" y="103"/>
                  </a:cubicBezTo>
                  <a:cubicBezTo>
                    <a:pt x="0" y="157"/>
                    <a:pt x="37" y="206"/>
                    <a:pt x="103" y="206"/>
                  </a:cubicBezTo>
                  <a:cubicBezTo>
                    <a:pt x="120" y="206"/>
                    <a:pt x="140" y="206"/>
                    <a:pt x="157" y="190"/>
                  </a:cubicBezTo>
                  <a:cubicBezTo>
                    <a:pt x="173" y="190"/>
                    <a:pt x="173" y="173"/>
                    <a:pt x="190" y="173"/>
                  </a:cubicBezTo>
                  <a:cubicBezTo>
                    <a:pt x="223" y="157"/>
                    <a:pt x="243" y="140"/>
                    <a:pt x="243" y="103"/>
                  </a:cubicBezTo>
                  <a:cubicBezTo>
                    <a:pt x="276" y="54"/>
                    <a:pt x="24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9" name="Google Shape;22249;p71"/>
            <p:cNvSpPr/>
            <p:nvPr/>
          </p:nvSpPr>
          <p:spPr>
            <a:xfrm>
              <a:off x="4850225" y="2291400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20" y="0"/>
                  </a:moveTo>
                  <a:cubicBezTo>
                    <a:pt x="103" y="0"/>
                    <a:pt x="70" y="17"/>
                    <a:pt x="37" y="50"/>
                  </a:cubicBezTo>
                  <a:cubicBezTo>
                    <a:pt x="17" y="70"/>
                    <a:pt x="0" y="103"/>
                    <a:pt x="0" y="120"/>
                  </a:cubicBezTo>
                  <a:cubicBezTo>
                    <a:pt x="0" y="153"/>
                    <a:pt x="17" y="173"/>
                    <a:pt x="37" y="190"/>
                  </a:cubicBezTo>
                  <a:cubicBezTo>
                    <a:pt x="48" y="190"/>
                    <a:pt x="67" y="197"/>
                    <a:pt x="87" y="197"/>
                  </a:cubicBezTo>
                  <a:cubicBezTo>
                    <a:pt x="98" y="197"/>
                    <a:pt x="109" y="195"/>
                    <a:pt x="120" y="190"/>
                  </a:cubicBezTo>
                  <a:lnTo>
                    <a:pt x="157" y="190"/>
                  </a:lnTo>
                  <a:cubicBezTo>
                    <a:pt x="173" y="173"/>
                    <a:pt x="190" y="153"/>
                    <a:pt x="206" y="136"/>
                  </a:cubicBezTo>
                  <a:cubicBezTo>
                    <a:pt x="260" y="103"/>
                    <a:pt x="260" y="33"/>
                    <a:pt x="206" y="17"/>
                  </a:cubicBezTo>
                  <a:cubicBezTo>
                    <a:pt x="190" y="0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0" name="Google Shape;22250;p71"/>
            <p:cNvSpPr/>
            <p:nvPr/>
          </p:nvSpPr>
          <p:spPr>
            <a:xfrm>
              <a:off x="4848575" y="2280675"/>
              <a:ext cx="6825" cy="4775"/>
            </a:xfrm>
            <a:custGeom>
              <a:avLst/>
              <a:gdLst/>
              <a:ahLst/>
              <a:cxnLst/>
              <a:rect l="l" t="t" r="r" b="b"/>
              <a:pathLst>
                <a:path w="273" h="191" extrusionOk="0">
                  <a:moveTo>
                    <a:pt x="169" y="0"/>
                  </a:moveTo>
                  <a:cubicBezTo>
                    <a:pt x="136" y="0"/>
                    <a:pt x="120" y="0"/>
                    <a:pt x="83" y="33"/>
                  </a:cubicBezTo>
                  <a:cubicBezTo>
                    <a:pt x="50" y="50"/>
                    <a:pt x="33" y="66"/>
                    <a:pt x="33" y="104"/>
                  </a:cubicBezTo>
                  <a:cubicBezTo>
                    <a:pt x="0" y="153"/>
                    <a:pt x="33" y="190"/>
                    <a:pt x="103" y="190"/>
                  </a:cubicBezTo>
                  <a:cubicBezTo>
                    <a:pt x="120" y="190"/>
                    <a:pt x="136" y="190"/>
                    <a:pt x="169" y="170"/>
                  </a:cubicBezTo>
                  <a:cubicBezTo>
                    <a:pt x="206" y="153"/>
                    <a:pt x="239" y="137"/>
                    <a:pt x="256" y="87"/>
                  </a:cubicBezTo>
                  <a:cubicBezTo>
                    <a:pt x="272" y="33"/>
                    <a:pt x="239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1" name="Google Shape;22251;p71"/>
            <p:cNvSpPr/>
            <p:nvPr/>
          </p:nvSpPr>
          <p:spPr>
            <a:xfrm>
              <a:off x="4659525" y="23764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71" y="17"/>
                  </a:cubicBezTo>
                  <a:cubicBezTo>
                    <a:pt x="54" y="34"/>
                    <a:pt x="17" y="71"/>
                    <a:pt x="17" y="87"/>
                  </a:cubicBezTo>
                  <a:cubicBezTo>
                    <a:pt x="1" y="120"/>
                    <a:pt x="1" y="137"/>
                    <a:pt x="17" y="153"/>
                  </a:cubicBezTo>
                  <a:cubicBezTo>
                    <a:pt x="38" y="190"/>
                    <a:pt x="71" y="190"/>
                    <a:pt x="87" y="190"/>
                  </a:cubicBezTo>
                  <a:cubicBezTo>
                    <a:pt x="120" y="190"/>
                    <a:pt x="141" y="190"/>
                    <a:pt x="157" y="174"/>
                  </a:cubicBezTo>
                  <a:cubicBezTo>
                    <a:pt x="174" y="174"/>
                    <a:pt x="174" y="174"/>
                    <a:pt x="190" y="153"/>
                  </a:cubicBezTo>
                  <a:cubicBezTo>
                    <a:pt x="207" y="137"/>
                    <a:pt x="244" y="120"/>
                    <a:pt x="244" y="87"/>
                  </a:cubicBezTo>
                  <a:cubicBezTo>
                    <a:pt x="261" y="34"/>
                    <a:pt x="22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2" name="Google Shape;22252;p71"/>
            <p:cNvSpPr/>
            <p:nvPr/>
          </p:nvSpPr>
          <p:spPr>
            <a:xfrm>
              <a:off x="4845475" y="2269950"/>
              <a:ext cx="6525" cy="4675"/>
            </a:xfrm>
            <a:custGeom>
              <a:avLst/>
              <a:gdLst/>
              <a:ahLst/>
              <a:cxnLst/>
              <a:rect l="l" t="t" r="r" b="b"/>
              <a:pathLst>
                <a:path w="261" h="187" extrusionOk="0">
                  <a:moveTo>
                    <a:pt x="104" y="1"/>
                  </a:moveTo>
                  <a:cubicBezTo>
                    <a:pt x="104" y="1"/>
                    <a:pt x="87" y="17"/>
                    <a:pt x="71" y="17"/>
                  </a:cubicBezTo>
                  <a:cubicBezTo>
                    <a:pt x="38" y="34"/>
                    <a:pt x="21" y="67"/>
                    <a:pt x="0" y="83"/>
                  </a:cubicBezTo>
                  <a:cubicBezTo>
                    <a:pt x="0" y="120"/>
                    <a:pt x="0" y="137"/>
                    <a:pt x="21" y="153"/>
                  </a:cubicBezTo>
                  <a:cubicBezTo>
                    <a:pt x="38" y="186"/>
                    <a:pt x="54" y="186"/>
                    <a:pt x="87" y="186"/>
                  </a:cubicBezTo>
                  <a:cubicBezTo>
                    <a:pt x="104" y="186"/>
                    <a:pt x="124" y="186"/>
                    <a:pt x="141" y="170"/>
                  </a:cubicBezTo>
                  <a:cubicBezTo>
                    <a:pt x="157" y="170"/>
                    <a:pt x="174" y="170"/>
                    <a:pt x="174" y="153"/>
                  </a:cubicBezTo>
                  <a:cubicBezTo>
                    <a:pt x="207" y="137"/>
                    <a:pt x="227" y="120"/>
                    <a:pt x="244" y="83"/>
                  </a:cubicBezTo>
                  <a:cubicBezTo>
                    <a:pt x="260" y="50"/>
                    <a:pt x="244" y="17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3" name="Google Shape;22253;p71"/>
            <p:cNvSpPr/>
            <p:nvPr/>
          </p:nvSpPr>
          <p:spPr>
            <a:xfrm>
              <a:off x="4824850" y="23618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0"/>
                    <a:pt x="71" y="37"/>
                  </a:cubicBezTo>
                  <a:cubicBezTo>
                    <a:pt x="55" y="54"/>
                    <a:pt x="22" y="70"/>
                    <a:pt x="22" y="103"/>
                  </a:cubicBezTo>
                  <a:cubicBezTo>
                    <a:pt x="1" y="120"/>
                    <a:pt x="1" y="157"/>
                    <a:pt x="22" y="173"/>
                  </a:cubicBezTo>
                  <a:cubicBezTo>
                    <a:pt x="38" y="190"/>
                    <a:pt x="71" y="190"/>
                    <a:pt x="88" y="190"/>
                  </a:cubicBezTo>
                  <a:lnTo>
                    <a:pt x="158" y="190"/>
                  </a:lnTo>
                  <a:cubicBezTo>
                    <a:pt x="158" y="173"/>
                    <a:pt x="174" y="173"/>
                    <a:pt x="191" y="173"/>
                  </a:cubicBezTo>
                  <a:cubicBezTo>
                    <a:pt x="207" y="140"/>
                    <a:pt x="228" y="120"/>
                    <a:pt x="244" y="103"/>
                  </a:cubicBezTo>
                  <a:cubicBezTo>
                    <a:pt x="261" y="37"/>
                    <a:pt x="228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4" name="Google Shape;22254;p71"/>
            <p:cNvSpPr/>
            <p:nvPr/>
          </p:nvSpPr>
          <p:spPr>
            <a:xfrm>
              <a:off x="4836100" y="2339025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36" y="0"/>
                    <a:pt x="103" y="0"/>
                    <a:pt x="66" y="37"/>
                  </a:cubicBezTo>
                  <a:cubicBezTo>
                    <a:pt x="50" y="54"/>
                    <a:pt x="33" y="70"/>
                    <a:pt x="17" y="103"/>
                  </a:cubicBezTo>
                  <a:cubicBezTo>
                    <a:pt x="0" y="124"/>
                    <a:pt x="17" y="157"/>
                    <a:pt x="17" y="173"/>
                  </a:cubicBezTo>
                  <a:cubicBezTo>
                    <a:pt x="33" y="190"/>
                    <a:pt x="66" y="190"/>
                    <a:pt x="103" y="190"/>
                  </a:cubicBezTo>
                  <a:lnTo>
                    <a:pt x="153" y="190"/>
                  </a:lnTo>
                  <a:cubicBezTo>
                    <a:pt x="169" y="173"/>
                    <a:pt x="169" y="173"/>
                    <a:pt x="190" y="173"/>
                  </a:cubicBezTo>
                  <a:cubicBezTo>
                    <a:pt x="206" y="157"/>
                    <a:pt x="239" y="124"/>
                    <a:pt x="239" y="103"/>
                  </a:cubicBezTo>
                  <a:cubicBezTo>
                    <a:pt x="256" y="37"/>
                    <a:pt x="223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5" name="Google Shape;22255;p71"/>
            <p:cNvSpPr/>
            <p:nvPr/>
          </p:nvSpPr>
          <p:spPr>
            <a:xfrm>
              <a:off x="4865675" y="22797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0"/>
                  </a:moveTo>
                  <a:cubicBezTo>
                    <a:pt x="141" y="0"/>
                    <a:pt x="104" y="21"/>
                    <a:pt x="71" y="37"/>
                  </a:cubicBezTo>
                  <a:cubicBezTo>
                    <a:pt x="54" y="54"/>
                    <a:pt x="17" y="87"/>
                    <a:pt x="17" y="103"/>
                  </a:cubicBezTo>
                  <a:cubicBezTo>
                    <a:pt x="1" y="157"/>
                    <a:pt x="38" y="207"/>
                    <a:pt x="87" y="207"/>
                  </a:cubicBezTo>
                  <a:cubicBezTo>
                    <a:pt x="104" y="207"/>
                    <a:pt x="141" y="207"/>
                    <a:pt x="157" y="190"/>
                  </a:cubicBezTo>
                  <a:lnTo>
                    <a:pt x="174" y="174"/>
                  </a:lnTo>
                  <a:cubicBezTo>
                    <a:pt x="207" y="157"/>
                    <a:pt x="223" y="141"/>
                    <a:pt x="244" y="103"/>
                  </a:cubicBezTo>
                  <a:cubicBezTo>
                    <a:pt x="260" y="70"/>
                    <a:pt x="244" y="54"/>
                    <a:pt x="244" y="37"/>
                  </a:cubicBezTo>
                  <a:cubicBezTo>
                    <a:pt x="223" y="21"/>
                    <a:pt x="19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6" name="Google Shape;22256;p71"/>
            <p:cNvSpPr/>
            <p:nvPr/>
          </p:nvSpPr>
          <p:spPr>
            <a:xfrm>
              <a:off x="4605825" y="2365300"/>
              <a:ext cx="6525" cy="4650"/>
            </a:xfrm>
            <a:custGeom>
              <a:avLst/>
              <a:gdLst/>
              <a:ahLst/>
              <a:cxnLst/>
              <a:rect l="l" t="t" r="r" b="b"/>
              <a:pathLst>
                <a:path w="261" h="186" extrusionOk="0">
                  <a:moveTo>
                    <a:pt x="157" y="0"/>
                  </a:moveTo>
                  <a:cubicBezTo>
                    <a:pt x="124" y="0"/>
                    <a:pt x="104" y="17"/>
                    <a:pt x="71" y="33"/>
                  </a:cubicBezTo>
                  <a:cubicBezTo>
                    <a:pt x="38" y="50"/>
                    <a:pt x="21" y="66"/>
                    <a:pt x="21" y="103"/>
                  </a:cubicBezTo>
                  <a:cubicBezTo>
                    <a:pt x="1" y="136"/>
                    <a:pt x="1" y="153"/>
                    <a:pt x="38" y="169"/>
                  </a:cubicBezTo>
                  <a:cubicBezTo>
                    <a:pt x="38" y="186"/>
                    <a:pt x="71" y="186"/>
                    <a:pt x="87" y="186"/>
                  </a:cubicBezTo>
                  <a:lnTo>
                    <a:pt x="157" y="186"/>
                  </a:lnTo>
                  <a:cubicBezTo>
                    <a:pt x="190" y="169"/>
                    <a:pt x="228" y="136"/>
                    <a:pt x="244" y="103"/>
                  </a:cubicBezTo>
                  <a:lnTo>
                    <a:pt x="244" y="83"/>
                  </a:lnTo>
                  <a:cubicBezTo>
                    <a:pt x="260" y="33"/>
                    <a:pt x="228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7" name="Google Shape;22257;p71"/>
            <p:cNvSpPr/>
            <p:nvPr/>
          </p:nvSpPr>
          <p:spPr>
            <a:xfrm>
              <a:off x="4742400" y="23970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0"/>
                  </a:moveTo>
                  <a:cubicBezTo>
                    <a:pt x="141" y="17"/>
                    <a:pt x="104" y="17"/>
                    <a:pt x="71" y="33"/>
                  </a:cubicBezTo>
                  <a:cubicBezTo>
                    <a:pt x="38" y="50"/>
                    <a:pt x="21" y="87"/>
                    <a:pt x="21" y="103"/>
                  </a:cubicBezTo>
                  <a:cubicBezTo>
                    <a:pt x="1" y="136"/>
                    <a:pt x="1" y="153"/>
                    <a:pt x="21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104" y="206"/>
                    <a:pt x="124" y="206"/>
                    <a:pt x="157" y="190"/>
                  </a:cubicBezTo>
                  <a:cubicBezTo>
                    <a:pt x="157" y="190"/>
                    <a:pt x="174" y="190"/>
                    <a:pt x="174" y="173"/>
                  </a:cubicBezTo>
                  <a:cubicBezTo>
                    <a:pt x="207" y="153"/>
                    <a:pt x="227" y="136"/>
                    <a:pt x="244" y="103"/>
                  </a:cubicBezTo>
                  <a:cubicBezTo>
                    <a:pt x="260" y="50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8" name="Google Shape;22258;p71"/>
            <p:cNvSpPr/>
            <p:nvPr/>
          </p:nvSpPr>
          <p:spPr>
            <a:xfrm>
              <a:off x="4736000" y="2421300"/>
              <a:ext cx="6950" cy="4925"/>
            </a:xfrm>
            <a:custGeom>
              <a:avLst/>
              <a:gdLst/>
              <a:ahLst/>
              <a:cxnLst/>
              <a:rect l="l" t="t" r="r" b="b"/>
              <a:pathLst>
                <a:path w="278" h="197" extrusionOk="0">
                  <a:moveTo>
                    <a:pt x="172" y="0"/>
                  </a:moveTo>
                  <a:cubicBezTo>
                    <a:pt x="161" y="0"/>
                    <a:pt x="149" y="2"/>
                    <a:pt x="137" y="7"/>
                  </a:cubicBezTo>
                  <a:cubicBezTo>
                    <a:pt x="121" y="7"/>
                    <a:pt x="88" y="28"/>
                    <a:pt x="50" y="61"/>
                  </a:cubicBezTo>
                  <a:cubicBezTo>
                    <a:pt x="17" y="94"/>
                    <a:pt x="1" y="164"/>
                    <a:pt x="50" y="181"/>
                  </a:cubicBezTo>
                  <a:cubicBezTo>
                    <a:pt x="71" y="197"/>
                    <a:pt x="104" y="197"/>
                    <a:pt x="137" y="197"/>
                  </a:cubicBezTo>
                  <a:cubicBezTo>
                    <a:pt x="137" y="197"/>
                    <a:pt x="154" y="197"/>
                    <a:pt x="154" y="181"/>
                  </a:cubicBezTo>
                  <a:cubicBezTo>
                    <a:pt x="191" y="181"/>
                    <a:pt x="207" y="164"/>
                    <a:pt x="224" y="148"/>
                  </a:cubicBezTo>
                  <a:cubicBezTo>
                    <a:pt x="257" y="110"/>
                    <a:pt x="277" y="44"/>
                    <a:pt x="224" y="7"/>
                  </a:cubicBezTo>
                  <a:cubicBezTo>
                    <a:pt x="213" y="7"/>
                    <a:pt x="194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9" name="Google Shape;22259;p71"/>
            <p:cNvSpPr/>
            <p:nvPr/>
          </p:nvSpPr>
          <p:spPr>
            <a:xfrm>
              <a:off x="4520375" y="2330050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0"/>
                  </a:moveTo>
                  <a:cubicBezTo>
                    <a:pt x="158" y="0"/>
                    <a:pt x="120" y="17"/>
                    <a:pt x="87" y="33"/>
                  </a:cubicBezTo>
                  <a:cubicBezTo>
                    <a:pt x="54" y="50"/>
                    <a:pt x="38" y="87"/>
                    <a:pt x="38" y="103"/>
                  </a:cubicBezTo>
                  <a:cubicBezTo>
                    <a:pt x="1" y="153"/>
                    <a:pt x="38" y="206"/>
                    <a:pt x="104" y="206"/>
                  </a:cubicBezTo>
                  <a:cubicBezTo>
                    <a:pt x="120" y="206"/>
                    <a:pt x="141" y="206"/>
                    <a:pt x="174" y="190"/>
                  </a:cubicBezTo>
                  <a:cubicBezTo>
                    <a:pt x="174" y="190"/>
                    <a:pt x="191" y="190"/>
                    <a:pt x="191" y="174"/>
                  </a:cubicBezTo>
                  <a:cubicBezTo>
                    <a:pt x="224" y="153"/>
                    <a:pt x="244" y="136"/>
                    <a:pt x="261" y="103"/>
                  </a:cubicBezTo>
                  <a:cubicBezTo>
                    <a:pt x="277" y="50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0" name="Google Shape;22260;p71"/>
            <p:cNvSpPr/>
            <p:nvPr/>
          </p:nvSpPr>
          <p:spPr>
            <a:xfrm>
              <a:off x="4796100" y="232830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0"/>
                  </a:moveTo>
                  <a:cubicBezTo>
                    <a:pt x="141" y="17"/>
                    <a:pt x="120" y="17"/>
                    <a:pt x="87" y="37"/>
                  </a:cubicBezTo>
                  <a:cubicBezTo>
                    <a:pt x="54" y="54"/>
                    <a:pt x="38" y="87"/>
                    <a:pt x="17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0" y="206"/>
                    <a:pt x="141" y="206"/>
                    <a:pt x="157" y="190"/>
                  </a:cubicBezTo>
                  <a:cubicBezTo>
                    <a:pt x="174" y="190"/>
                    <a:pt x="190" y="190"/>
                    <a:pt x="190" y="173"/>
                  </a:cubicBezTo>
                  <a:cubicBezTo>
                    <a:pt x="223" y="157"/>
                    <a:pt x="244" y="140"/>
                    <a:pt x="260" y="103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1" name="Google Shape;22261;p71"/>
            <p:cNvSpPr/>
            <p:nvPr/>
          </p:nvSpPr>
          <p:spPr>
            <a:xfrm>
              <a:off x="4811575" y="231675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3" y="0"/>
                  </a:moveTo>
                  <a:cubicBezTo>
                    <a:pt x="140" y="0"/>
                    <a:pt x="120" y="17"/>
                    <a:pt x="87" y="33"/>
                  </a:cubicBezTo>
                  <a:cubicBezTo>
                    <a:pt x="54" y="50"/>
                    <a:pt x="37" y="66"/>
                    <a:pt x="17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0" y="207"/>
                    <a:pt x="140" y="190"/>
                    <a:pt x="157" y="190"/>
                  </a:cubicBezTo>
                  <a:cubicBezTo>
                    <a:pt x="173" y="190"/>
                    <a:pt x="190" y="170"/>
                    <a:pt x="190" y="170"/>
                  </a:cubicBezTo>
                  <a:cubicBezTo>
                    <a:pt x="223" y="153"/>
                    <a:pt x="243" y="120"/>
                    <a:pt x="260" y="104"/>
                  </a:cubicBezTo>
                  <a:cubicBezTo>
                    <a:pt x="276" y="50"/>
                    <a:pt x="24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2" name="Google Shape;22262;p71"/>
            <p:cNvSpPr/>
            <p:nvPr/>
          </p:nvSpPr>
          <p:spPr>
            <a:xfrm>
              <a:off x="4693025" y="229480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57" y="0"/>
                    <a:pt x="120" y="0"/>
                    <a:pt x="87" y="17"/>
                  </a:cubicBezTo>
                  <a:cubicBezTo>
                    <a:pt x="54" y="37"/>
                    <a:pt x="38" y="70"/>
                    <a:pt x="38" y="87"/>
                  </a:cubicBezTo>
                  <a:cubicBezTo>
                    <a:pt x="1" y="157"/>
                    <a:pt x="38" y="190"/>
                    <a:pt x="104" y="190"/>
                  </a:cubicBezTo>
                  <a:cubicBezTo>
                    <a:pt x="120" y="190"/>
                    <a:pt x="141" y="190"/>
                    <a:pt x="174" y="173"/>
                  </a:cubicBezTo>
                  <a:cubicBezTo>
                    <a:pt x="174" y="173"/>
                    <a:pt x="190" y="173"/>
                    <a:pt x="190" y="157"/>
                  </a:cubicBezTo>
                  <a:cubicBezTo>
                    <a:pt x="223" y="140"/>
                    <a:pt x="244" y="120"/>
                    <a:pt x="260" y="87"/>
                  </a:cubicBezTo>
                  <a:cubicBezTo>
                    <a:pt x="277" y="37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3" name="Google Shape;22263;p71"/>
            <p:cNvSpPr/>
            <p:nvPr/>
          </p:nvSpPr>
          <p:spPr>
            <a:xfrm>
              <a:off x="4753625" y="2374600"/>
              <a:ext cx="6375" cy="4850"/>
            </a:xfrm>
            <a:custGeom>
              <a:avLst/>
              <a:gdLst/>
              <a:ahLst/>
              <a:cxnLst/>
              <a:rect l="l" t="t" r="r" b="b"/>
              <a:pathLst>
                <a:path w="255" h="194" extrusionOk="0">
                  <a:moveTo>
                    <a:pt x="189" y="1"/>
                  </a:moveTo>
                  <a:cubicBezTo>
                    <a:pt x="183" y="1"/>
                    <a:pt x="177" y="1"/>
                    <a:pt x="170" y="4"/>
                  </a:cubicBezTo>
                  <a:cubicBezTo>
                    <a:pt x="137" y="4"/>
                    <a:pt x="104" y="4"/>
                    <a:pt x="67" y="20"/>
                  </a:cubicBezTo>
                  <a:cubicBezTo>
                    <a:pt x="50" y="41"/>
                    <a:pt x="17" y="74"/>
                    <a:pt x="17" y="90"/>
                  </a:cubicBezTo>
                  <a:cubicBezTo>
                    <a:pt x="1" y="123"/>
                    <a:pt x="1" y="144"/>
                    <a:pt x="17" y="160"/>
                  </a:cubicBezTo>
                  <a:cubicBezTo>
                    <a:pt x="34" y="177"/>
                    <a:pt x="50" y="193"/>
                    <a:pt x="88" y="193"/>
                  </a:cubicBezTo>
                  <a:cubicBezTo>
                    <a:pt x="104" y="193"/>
                    <a:pt x="137" y="193"/>
                    <a:pt x="154" y="177"/>
                  </a:cubicBezTo>
                  <a:cubicBezTo>
                    <a:pt x="154" y="177"/>
                    <a:pt x="170" y="177"/>
                    <a:pt x="191" y="160"/>
                  </a:cubicBezTo>
                  <a:cubicBezTo>
                    <a:pt x="207" y="144"/>
                    <a:pt x="224" y="123"/>
                    <a:pt x="240" y="90"/>
                  </a:cubicBezTo>
                  <a:cubicBezTo>
                    <a:pt x="255" y="47"/>
                    <a:pt x="231" y="1"/>
                    <a:pt x="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4" name="Google Shape;22264;p71"/>
            <p:cNvSpPr/>
            <p:nvPr/>
          </p:nvSpPr>
          <p:spPr>
            <a:xfrm>
              <a:off x="4514825" y="23524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36" y="0"/>
                    <a:pt x="103" y="17"/>
                    <a:pt x="87" y="33"/>
                  </a:cubicBezTo>
                  <a:cubicBezTo>
                    <a:pt x="54" y="49"/>
                    <a:pt x="33" y="82"/>
                    <a:pt x="17" y="103"/>
                  </a:cubicBezTo>
                  <a:cubicBezTo>
                    <a:pt x="0" y="153"/>
                    <a:pt x="33" y="206"/>
                    <a:pt x="103" y="206"/>
                  </a:cubicBezTo>
                  <a:cubicBezTo>
                    <a:pt x="120" y="206"/>
                    <a:pt x="136" y="206"/>
                    <a:pt x="157" y="186"/>
                  </a:cubicBezTo>
                  <a:cubicBezTo>
                    <a:pt x="173" y="186"/>
                    <a:pt x="173" y="186"/>
                    <a:pt x="190" y="169"/>
                  </a:cubicBezTo>
                  <a:cubicBezTo>
                    <a:pt x="223" y="153"/>
                    <a:pt x="239" y="136"/>
                    <a:pt x="239" y="103"/>
                  </a:cubicBezTo>
                  <a:cubicBezTo>
                    <a:pt x="260" y="82"/>
                    <a:pt x="260" y="49"/>
                    <a:pt x="239" y="33"/>
                  </a:cubicBezTo>
                  <a:cubicBezTo>
                    <a:pt x="223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5" name="Google Shape;22265;p71"/>
            <p:cNvSpPr/>
            <p:nvPr/>
          </p:nvSpPr>
          <p:spPr>
            <a:xfrm>
              <a:off x="4948550" y="2303775"/>
              <a:ext cx="6400" cy="4850"/>
            </a:xfrm>
            <a:custGeom>
              <a:avLst/>
              <a:gdLst/>
              <a:ahLst/>
              <a:cxnLst/>
              <a:rect l="l" t="t" r="r" b="b"/>
              <a:pathLst>
                <a:path w="256" h="194" extrusionOk="0">
                  <a:moveTo>
                    <a:pt x="183" y="1"/>
                  </a:moveTo>
                  <a:cubicBezTo>
                    <a:pt x="175" y="1"/>
                    <a:pt x="166" y="2"/>
                    <a:pt x="157" y="4"/>
                  </a:cubicBezTo>
                  <a:cubicBezTo>
                    <a:pt x="124" y="4"/>
                    <a:pt x="87" y="4"/>
                    <a:pt x="70" y="21"/>
                  </a:cubicBezTo>
                  <a:cubicBezTo>
                    <a:pt x="38" y="37"/>
                    <a:pt x="21" y="70"/>
                    <a:pt x="0" y="91"/>
                  </a:cubicBezTo>
                  <a:cubicBezTo>
                    <a:pt x="0" y="124"/>
                    <a:pt x="0" y="140"/>
                    <a:pt x="21" y="157"/>
                  </a:cubicBezTo>
                  <a:cubicBezTo>
                    <a:pt x="38" y="173"/>
                    <a:pt x="54" y="194"/>
                    <a:pt x="87" y="194"/>
                  </a:cubicBezTo>
                  <a:cubicBezTo>
                    <a:pt x="103" y="194"/>
                    <a:pt x="124" y="194"/>
                    <a:pt x="141" y="173"/>
                  </a:cubicBezTo>
                  <a:cubicBezTo>
                    <a:pt x="157" y="173"/>
                    <a:pt x="157" y="173"/>
                    <a:pt x="174" y="157"/>
                  </a:cubicBezTo>
                  <a:cubicBezTo>
                    <a:pt x="207" y="140"/>
                    <a:pt x="227" y="124"/>
                    <a:pt x="227" y="91"/>
                  </a:cubicBezTo>
                  <a:cubicBezTo>
                    <a:pt x="256" y="44"/>
                    <a:pt x="23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6" name="Google Shape;22266;p71"/>
            <p:cNvSpPr/>
            <p:nvPr/>
          </p:nvSpPr>
          <p:spPr>
            <a:xfrm>
              <a:off x="4951125" y="2269750"/>
              <a:ext cx="6925" cy="4925"/>
            </a:xfrm>
            <a:custGeom>
              <a:avLst/>
              <a:gdLst/>
              <a:ahLst/>
              <a:cxnLst/>
              <a:rect l="l" t="t" r="r" b="b"/>
              <a:pathLst>
                <a:path w="277" h="197" extrusionOk="0">
                  <a:moveTo>
                    <a:pt x="161" y="0"/>
                  </a:moveTo>
                  <a:cubicBezTo>
                    <a:pt x="142" y="0"/>
                    <a:pt x="123" y="3"/>
                    <a:pt x="104" y="9"/>
                  </a:cubicBezTo>
                  <a:cubicBezTo>
                    <a:pt x="54" y="42"/>
                    <a:pt x="0" y="112"/>
                    <a:pt x="21" y="145"/>
                  </a:cubicBezTo>
                  <a:cubicBezTo>
                    <a:pt x="32" y="177"/>
                    <a:pt x="63" y="197"/>
                    <a:pt x="99" y="197"/>
                  </a:cubicBezTo>
                  <a:cubicBezTo>
                    <a:pt x="118" y="197"/>
                    <a:pt x="138" y="191"/>
                    <a:pt x="157" y="178"/>
                  </a:cubicBezTo>
                  <a:cubicBezTo>
                    <a:pt x="227" y="161"/>
                    <a:pt x="277" y="91"/>
                    <a:pt x="260" y="42"/>
                  </a:cubicBezTo>
                  <a:cubicBezTo>
                    <a:pt x="248" y="18"/>
                    <a:pt x="208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7" name="Google Shape;22267;p71"/>
            <p:cNvSpPr/>
            <p:nvPr/>
          </p:nvSpPr>
          <p:spPr>
            <a:xfrm>
              <a:off x="4934425" y="2314575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74" y="1"/>
                  </a:moveTo>
                  <a:cubicBezTo>
                    <a:pt x="153" y="1"/>
                    <a:pt x="137" y="1"/>
                    <a:pt x="104" y="17"/>
                  </a:cubicBezTo>
                  <a:cubicBezTo>
                    <a:pt x="50" y="34"/>
                    <a:pt x="1" y="104"/>
                    <a:pt x="17" y="153"/>
                  </a:cubicBezTo>
                  <a:cubicBezTo>
                    <a:pt x="29" y="181"/>
                    <a:pt x="70" y="197"/>
                    <a:pt x="111" y="197"/>
                  </a:cubicBezTo>
                  <a:cubicBezTo>
                    <a:pt x="126" y="197"/>
                    <a:pt x="140" y="195"/>
                    <a:pt x="153" y="191"/>
                  </a:cubicBezTo>
                  <a:cubicBezTo>
                    <a:pt x="174" y="174"/>
                    <a:pt x="190" y="174"/>
                    <a:pt x="207" y="153"/>
                  </a:cubicBezTo>
                  <a:cubicBezTo>
                    <a:pt x="240" y="120"/>
                    <a:pt x="256" y="87"/>
                    <a:pt x="256" y="50"/>
                  </a:cubicBezTo>
                  <a:cubicBezTo>
                    <a:pt x="240" y="17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8" name="Google Shape;22268;p71"/>
            <p:cNvSpPr/>
            <p:nvPr/>
          </p:nvSpPr>
          <p:spPr>
            <a:xfrm>
              <a:off x="4956800" y="2280425"/>
              <a:ext cx="6825" cy="5000"/>
            </a:xfrm>
            <a:custGeom>
              <a:avLst/>
              <a:gdLst/>
              <a:ahLst/>
              <a:cxnLst/>
              <a:rect l="l" t="t" r="r" b="b"/>
              <a:pathLst>
                <a:path w="273" h="200" extrusionOk="0">
                  <a:moveTo>
                    <a:pt x="179" y="1"/>
                  </a:moveTo>
                  <a:cubicBezTo>
                    <a:pt x="159" y="1"/>
                    <a:pt x="138" y="4"/>
                    <a:pt x="120" y="10"/>
                  </a:cubicBezTo>
                  <a:cubicBezTo>
                    <a:pt x="50" y="43"/>
                    <a:pt x="0" y="97"/>
                    <a:pt x="17" y="147"/>
                  </a:cubicBezTo>
                  <a:cubicBezTo>
                    <a:pt x="27" y="180"/>
                    <a:pt x="59" y="200"/>
                    <a:pt x="94" y="200"/>
                  </a:cubicBezTo>
                  <a:cubicBezTo>
                    <a:pt x="114" y="200"/>
                    <a:pt x="135" y="193"/>
                    <a:pt x="153" y="180"/>
                  </a:cubicBezTo>
                  <a:cubicBezTo>
                    <a:pt x="223" y="147"/>
                    <a:pt x="272" y="97"/>
                    <a:pt x="256" y="43"/>
                  </a:cubicBezTo>
                  <a:cubicBezTo>
                    <a:pt x="245" y="12"/>
                    <a:pt x="213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9" name="Google Shape;22269;p71"/>
            <p:cNvSpPr/>
            <p:nvPr/>
          </p:nvSpPr>
          <p:spPr>
            <a:xfrm>
              <a:off x="4940825" y="228190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70" y="0"/>
                  </a:moveTo>
                  <a:cubicBezTo>
                    <a:pt x="150" y="0"/>
                    <a:pt x="128" y="6"/>
                    <a:pt x="103" y="17"/>
                  </a:cubicBezTo>
                  <a:cubicBezTo>
                    <a:pt x="37" y="38"/>
                    <a:pt x="0" y="104"/>
                    <a:pt x="21" y="141"/>
                  </a:cubicBezTo>
                  <a:cubicBezTo>
                    <a:pt x="21" y="178"/>
                    <a:pt x="58" y="197"/>
                    <a:pt x="106" y="197"/>
                  </a:cubicBezTo>
                  <a:cubicBezTo>
                    <a:pt x="122" y="197"/>
                    <a:pt x="139" y="195"/>
                    <a:pt x="157" y="191"/>
                  </a:cubicBezTo>
                  <a:cubicBezTo>
                    <a:pt x="227" y="158"/>
                    <a:pt x="260" y="88"/>
                    <a:pt x="243" y="55"/>
                  </a:cubicBezTo>
                  <a:cubicBezTo>
                    <a:pt x="233" y="20"/>
                    <a:pt x="206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0" name="Google Shape;22270;p71"/>
            <p:cNvSpPr/>
            <p:nvPr/>
          </p:nvSpPr>
          <p:spPr>
            <a:xfrm>
              <a:off x="4938250" y="232690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84" y="0"/>
                  </a:moveTo>
                  <a:cubicBezTo>
                    <a:pt x="175" y="0"/>
                    <a:pt x="166" y="2"/>
                    <a:pt x="157" y="7"/>
                  </a:cubicBezTo>
                  <a:lnTo>
                    <a:pt x="103" y="7"/>
                  </a:lnTo>
                  <a:cubicBezTo>
                    <a:pt x="37" y="40"/>
                    <a:pt x="0" y="93"/>
                    <a:pt x="0" y="143"/>
                  </a:cubicBezTo>
                  <a:cubicBezTo>
                    <a:pt x="13" y="177"/>
                    <a:pt x="44" y="196"/>
                    <a:pt x="83" y="196"/>
                  </a:cubicBezTo>
                  <a:cubicBezTo>
                    <a:pt x="106" y="196"/>
                    <a:pt x="131" y="189"/>
                    <a:pt x="157" y="176"/>
                  </a:cubicBezTo>
                  <a:cubicBezTo>
                    <a:pt x="173" y="176"/>
                    <a:pt x="190" y="159"/>
                    <a:pt x="206" y="143"/>
                  </a:cubicBezTo>
                  <a:cubicBezTo>
                    <a:pt x="227" y="126"/>
                    <a:pt x="243" y="73"/>
                    <a:pt x="243" y="40"/>
                  </a:cubicBezTo>
                  <a:cubicBezTo>
                    <a:pt x="231" y="16"/>
                    <a:pt x="208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1" name="Google Shape;22271;p71"/>
            <p:cNvSpPr/>
            <p:nvPr/>
          </p:nvSpPr>
          <p:spPr>
            <a:xfrm>
              <a:off x="4956275" y="22926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21"/>
                    <a:pt x="87" y="38"/>
                  </a:cubicBezTo>
                  <a:cubicBezTo>
                    <a:pt x="54" y="54"/>
                    <a:pt x="38" y="71"/>
                    <a:pt x="21" y="104"/>
                  </a:cubicBezTo>
                  <a:cubicBezTo>
                    <a:pt x="1" y="141"/>
                    <a:pt x="21" y="157"/>
                    <a:pt x="38" y="174"/>
                  </a:cubicBezTo>
                  <a:cubicBezTo>
                    <a:pt x="54" y="190"/>
                    <a:pt x="71" y="190"/>
                    <a:pt x="104" y="190"/>
                  </a:cubicBezTo>
                  <a:lnTo>
                    <a:pt x="157" y="190"/>
                  </a:lnTo>
                  <a:cubicBezTo>
                    <a:pt x="207" y="174"/>
                    <a:pt x="244" y="141"/>
                    <a:pt x="244" y="104"/>
                  </a:cubicBezTo>
                  <a:lnTo>
                    <a:pt x="244" y="87"/>
                  </a:lnTo>
                  <a:cubicBezTo>
                    <a:pt x="260" y="38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2" name="Google Shape;22272;p71"/>
            <p:cNvSpPr/>
            <p:nvPr/>
          </p:nvSpPr>
          <p:spPr>
            <a:xfrm>
              <a:off x="4757450" y="2548675"/>
              <a:ext cx="5600" cy="3000"/>
            </a:xfrm>
            <a:custGeom>
              <a:avLst/>
              <a:gdLst/>
              <a:ahLst/>
              <a:cxnLst/>
              <a:rect l="l" t="t" r="r" b="b"/>
              <a:pathLst>
                <a:path w="224" h="120" extrusionOk="0">
                  <a:moveTo>
                    <a:pt x="104" y="0"/>
                  </a:moveTo>
                  <a:cubicBezTo>
                    <a:pt x="87" y="17"/>
                    <a:pt x="54" y="33"/>
                    <a:pt x="17" y="49"/>
                  </a:cubicBezTo>
                  <a:cubicBezTo>
                    <a:pt x="17" y="66"/>
                    <a:pt x="1" y="66"/>
                    <a:pt x="1" y="87"/>
                  </a:cubicBezTo>
                  <a:cubicBezTo>
                    <a:pt x="71" y="103"/>
                    <a:pt x="141" y="120"/>
                    <a:pt x="207" y="120"/>
                  </a:cubicBezTo>
                  <a:cubicBezTo>
                    <a:pt x="207" y="120"/>
                    <a:pt x="223" y="87"/>
                    <a:pt x="223" y="66"/>
                  </a:cubicBezTo>
                  <a:cubicBezTo>
                    <a:pt x="223" y="49"/>
                    <a:pt x="207" y="33"/>
                    <a:pt x="190" y="17"/>
                  </a:cubicBezTo>
                  <a:cubicBezTo>
                    <a:pt x="174" y="0"/>
                    <a:pt x="14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3" name="Google Shape;22273;p71"/>
            <p:cNvSpPr/>
            <p:nvPr/>
          </p:nvSpPr>
          <p:spPr>
            <a:xfrm>
              <a:off x="4536250" y="2273350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228" y="1"/>
                  </a:moveTo>
                  <a:cubicBezTo>
                    <a:pt x="174" y="1"/>
                    <a:pt x="141" y="17"/>
                    <a:pt x="87" y="17"/>
                  </a:cubicBezTo>
                  <a:lnTo>
                    <a:pt x="71" y="17"/>
                  </a:lnTo>
                  <a:cubicBezTo>
                    <a:pt x="38" y="34"/>
                    <a:pt x="21" y="50"/>
                    <a:pt x="21" y="87"/>
                  </a:cubicBezTo>
                  <a:cubicBezTo>
                    <a:pt x="1" y="120"/>
                    <a:pt x="1" y="137"/>
                    <a:pt x="21" y="153"/>
                  </a:cubicBezTo>
                  <a:cubicBezTo>
                    <a:pt x="38" y="174"/>
                    <a:pt x="54" y="190"/>
                    <a:pt x="87" y="190"/>
                  </a:cubicBezTo>
                  <a:cubicBezTo>
                    <a:pt x="104" y="190"/>
                    <a:pt x="124" y="174"/>
                    <a:pt x="157" y="174"/>
                  </a:cubicBezTo>
                  <a:lnTo>
                    <a:pt x="174" y="153"/>
                  </a:lnTo>
                  <a:cubicBezTo>
                    <a:pt x="207" y="137"/>
                    <a:pt x="228" y="104"/>
                    <a:pt x="244" y="87"/>
                  </a:cubicBezTo>
                  <a:cubicBezTo>
                    <a:pt x="244" y="50"/>
                    <a:pt x="244" y="17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4" name="Google Shape;22274;p71"/>
            <p:cNvSpPr/>
            <p:nvPr/>
          </p:nvSpPr>
          <p:spPr>
            <a:xfrm>
              <a:off x="4959375" y="2336950"/>
              <a:ext cx="5175" cy="3425"/>
            </a:xfrm>
            <a:custGeom>
              <a:avLst/>
              <a:gdLst/>
              <a:ahLst/>
              <a:cxnLst/>
              <a:rect l="l" t="t" r="r" b="b"/>
              <a:pathLst>
                <a:path w="207" h="137" extrusionOk="0">
                  <a:moveTo>
                    <a:pt x="153" y="1"/>
                  </a:moveTo>
                  <a:cubicBezTo>
                    <a:pt x="120" y="1"/>
                    <a:pt x="83" y="17"/>
                    <a:pt x="66" y="34"/>
                  </a:cubicBezTo>
                  <a:cubicBezTo>
                    <a:pt x="33" y="50"/>
                    <a:pt x="17" y="67"/>
                    <a:pt x="0" y="104"/>
                  </a:cubicBezTo>
                  <a:lnTo>
                    <a:pt x="0" y="137"/>
                  </a:lnTo>
                  <a:cubicBezTo>
                    <a:pt x="66" y="104"/>
                    <a:pt x="136" y="67"/>
                    <a:pt x="206" y="17"/>
                  </a:cubicBezTo>
                  <a:cubicBezTo>
                    <a:pt x="206" y="1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5" name="Google Shape;22275;p71"/>
            <p:cNvSpPr/>
            <p:nvPr/>
          </p:nvSpPr>
          <p:spPr>
            <a:xfrm>
              <a:off x="4951650" y="2314575"/>
              <a:ext cx="6825" cy="4775"/>
            </a:xfrm>
            <a:custGeom>
              <a:avLst/>
              <a:gdLst/>
              <a:ahLst/>
              <a:cxnLst/>
              <a:rect l="l" t="t" r="r" b="b"/>
              <a:pathLst>
                <a:path w="273" h="191" extrusionOk="0">
                  <a:moveTo>
                    <a:pt x="169" y="1"/>
                  </a:moveTo>
                  <a:cubicBezTo>
                    <a:pt x="136" y="1"/>
                    <a:pt x="103" y="1"/>
                    <a:pt x="83" y="17"/>
                  </a:cubicBezTo>
                  <a:cubicBezTo>
                    <a:pt x="50" y="34"/>
                    <a:pt x="33" y="71"/>
                    <a:pt x="17" y="87"/>
                  </a:cubicBezTo>
                  <a:cubicBezTo>
                    <a:pt x="0" y="153"/>
                    <a:pt x="33" y="191"/>
                    <a:pt x="103" y="191"/>
                  </a:cubicBezTo>
                  <a:cubicBezTo>
                    <a:pt x="120" y="191"/>
                    <a:pt x="136" y="191"/>
                    <a:pt x="153" y="174"/>
                  </a:cubicBezTo>
                  <a:cubicBezTo>
                    <a:pt x="206" y="153"/>
                    <a:pt x="239" y="120"/>
                    <a:pt x="256" y="87"/>
                  </a:cubicBezTo>
                  <a:cubicBezTo>
                    <a:pt x="272" y="34"/>
                    <a:pt x="239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6" name="Google Shape;22276;p71"/>
            <p:cNvSpPr/>
            <p:nvPr/>
          </p:nvSpPr>
          <p:spPr>
            <a:xfrm>
              <a:off x="4943400" y="2338200"/>
              <a:ext cx="6500" cy="4750"/>
            </a:xfrm>
            <a:custGeom>
              <a:avLst/>
              <a:gdLst/>
              <a:ahLst/>
              <a:cxnLst/>
              <a:rect l="l" t="t" r="r" b="b"/>
              <a:pathLst>
                <a:path w="260" h="190" extrusionOk="0">
                  <a:moveTo>
                    <a:pt x="173" y="0"/>
                  </a:moveTo>
                  <a:cubicBezTo>
                    <a:pt x="140" y="0"/>
                    <a:pt x="124" y="17"/>
                    <a:pt x="87" y="17"/>
                  </a:cubicBezTo>
                  <a:cubicBezTo>
                    <a:pt x="54" y="33"/>
                    <a:pt x="37" y="70"/>
                    <a:pt x="21" y="103"/>
                  </a:cubicBezTo>
                  <a:cubicBezTo>
                    <a:pt x="0" y="157"/>
                    <a:pt x="37" y="190"/>
                    <a:pt x="103" y="190"/>
                  </a:cubicBezTo>
                  <a:lnTo>
                    <a:pt x="157" y="190"/>
                  </a:lnTo>
                  <a:cubicBezTo>
                    <a:pt x="173" y="173"/>
                    <a:pt x="173" y="173"/>
                    <a:pt x="190" y="173"/>
                  </a:cubicBezTo>
                  <a:cubicBezTo>
                    <a:pt x="206" y="157"/>
                    <a:pt x="244" y="120"/>
                    <a:pt x="244" y="103"/>
                  </a:cubicBezTo>
                  <a:cubicBezTo>
                    <a:pt x="260" y="70"/>
                    <a:pt x="260" y="54"/>
                    <a:pt x="244" y="33"/>
                  </a:cubicBezTo>
                  <a:cubicBezTo>
                    <a:pt x="227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7" name="Google Shape;22277;p71"/>
            <p:cNvSpPr/>
            <p:nvPr/>
          </p:nvSpPr>
          <p:spPr>
            <a:xfrm>
              <a:off x="4953300" y="2325300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20" y="1"/>
                  </a:moveTo>
                  <a:cubicBezTo>
                    <a:pt x="87" y="1"/>
                    <a:pt x="70" y="17"/>
                    <a:pt x="37" y="54"/>
                  </a:cubicBezTo>
                  <a:cubicBezTo>
                    <a:pt x="17" y="71"/>
                    <a:pt x="0" y="104"/>
                    <a:pt x="0" y="120"/>
                  </a:cubicBezTo>
                  <a:cubicBezTo>
                    <a:pt x="0" y="137"/>
                    <a:pt x="17" y="174"/>
                    <a:pt x="37" y="174"/>
                  </a:cubicBezTo>
                  <a:cubicBezTo>
                    <a:pt x="54" y="190"/>
                    <a:pt x="87" y="190"/>
                    <a:pt x="120" y="190"/>
                  </a:cubicBezTo>
                  <a:cubicBezTo>
                    <a:pt x="120" y="190"/>
                    <a:pt x="140" y="190"/>
                    <a:pt x="140" y="174"/>
                  </a:cubicBezTo>
                  <a:cubicBezTo>
                    <a:pt x="173" y="174"/>
                    <a:pt x="190" y="157"/>
                    <a:pt x="206" y="137"/>
                  </a:cubicBezTo>
                  <a:cubicBezTo>
                    <a:pt x="243" y="104"/>
                    <a:pt x="260" y="34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8" name="Google Shape;22278;p71"/>
            <p:cNvSpPr/>
            <p:nvPr/>
          </p:nvSpPr>
          <p:spPr>
            <a:xfrm>
              <a:off x="4933075" y="2304800"/>
              <a:ext cx="6525" cy="4825"/>
            </a:xfrm>
            <a:custGeom>
              <a:avLst/>
              <a:gdLst/>
              <a:ahLst/>
              <a:cxnLst/>
              <a:rect l="l" t="t" r="r" b="b"/>
              <a:pathLst>
                <a:path w="261" h="193" extrusionOk="0">
                  <a:moveTo>
                    <a:pt x="172" y="0"/>
                  </a:moveTo>
                  <a:cubicBezTo>
                    <a:pt x="152" y="0"/>
                    <a:pt x="131" y="4"/>
                    <a:pt x="104" y="13"/>
                  </a:cubicBezTo>
                  <a:cubicBezTo>
                    <a:pt x="55" y="29"/>
                    <a:pt x="22" y="66"/>
                    <a:pt x="22" y="99"/>
                  </a:cubicBezTo>
                  <a:cubicBezTo>
                    <a:pt x="22" y="116"/>
                    <a:pt x="1" y="132"/>
                    <a:pt x="22" y="153"/>
                  </a:cubicBezTo>
                  <a:cubicBezTo>
                    <a:pt x="34" y="177"/>
                    <a:pt x="63" y="192"/>
                    <a:pt x="106" y="192"/>
                  </a:cubicBezTo>
                  <a:cubicBezTo>
                    <a:pt x="122" y="192"/>
                    <a:pt x="139" y="190"/>
                    <a:pt x="158" y="186"/>
                  </a:cubicBezTo>
                  <a:cubicBezTo>
                    <a:pt x="228" y="153"/>
                    <a:pt x="261" y="99"/>
                    <a:pt x="244" y="50"/>
                  </a:cubicBezTo>
                  <a:cubicBezTo>
                    <a:pt x="244" y="29"/>
                    <a:pt x="244" y="13"/>
                    <a:pt x="228" y="13"/>
                  </a:cubicBezTo>
                  <a:cubicBezTo>
                    <a:pt x="209" y="4"/>
                    <a:pt x="192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9" name="Google Shape;22279;p71"/>
            <p:cNvSpPr/>
            <p:nvPr/>
          </p:nvSpPr>
          <p:spPr>
            <a:xfrm>
              <a:off x="4943400" y="2292225"/>
              <a:ext cx="6500" cy="5075"/>
            </a:xfrm>
            <a:custGeom>
              <a:avLst/>
              <a:gdLst/>
              <a:ahLst/>
              <a:cxnLst/>
              <a:rect l="l" t="t" r="r" b="b"/>
              <a:pathLst>
                <a:path w="260" h="203" extrusionOk="0">
                  <a:moveTo>
                    <a:pt x="140" y="0"/>
                  </a:moveTo>
                  <a:cubicBezTo>
                    <a:pt x="103" y="17"/>
                    <a:pt x="70" y="37"/>
                    <a:pt x="54" y="54"/>
                  </a:cubicBezTo>
                  <a:cubicBezTo>
                    <a:pt x="0" y="103"/>
                    <a:pt x="0" y="157"/>
                    <a:pt x="37" y="190"/>
                  </a:cubicBezTo>
                  <a:cubicBezTo>
                    <a:pt x="54" y="198"/>
                    <a:pt x="66" y="202"/>
                    <a:pt x="79" y="202"/>
                  </a:cubicBezTo>
                  <a:cubicBezTo>
                    <a:pt x="92" y="202"/>
                    <a:pt x="105" y="198"/>
                    <a:pt x="124" y="190"/>
                  </a:cubicBezTo>
                  <a:lnTo>
                    <a:pt x="157" y="190"/>
                  </a:lnTo>
                  <a:cubicBezTo>
                    <a:pt x="173" y="173"/>
                    <a:pt x="190" y="173"/>
                    <a:pt x="206" y="157"/>
                  </a:cubicBezTo>
                  <a:cubicBezTo>
                    <a:pt x="244" y="120"/>
                    <a:pt x="244" y="103"/>
                    <a:pt x="260" y="70"/>
                  </a:cubicBezTo>
                  <a:cubicBezTo>
                    <a:pt x="260" y="54"/>
                    <a:pt x="244" y="37"/>
                    <a:pt x="227" y="17"/>
                  </a:cubicBezTo>
                  <a:cubicBezTo>
                    <a:pt x="206" y="0"/>
                    <a:pt x="173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0" name="Google Shape;22280;p71"/>
            <p:cNvSpPr/>
            <p:nvPr/>
          </p:nvSpPr>
          <p:spPr>
            <a:xfrm>
              <a:off x="4866100" y="2397450"/>
              <a:ext cx="6100" cy="5200"/>
            </a:xfrm>
            <a:custGeom>
              <a:avLst/>
              <a:gdLst/>
              <a:ahLst/>
              <a:cxnLst/>
              <a:rect l="l" t="t" r="r" b="b"/>
              <a:pathLst>
                <a:path w="244" h="208" extrusionOk="0">
                  <a:moveTo>
                    <a:pt x="157" y="1"/>
                  </a:moveTo>
                  <a:cubicBezTo>
                    <a:pt x="140" y="1"/>
                    <a:pt x="124" y="17"/>
                    <a:pt x="103" y="17"/>
                  </a:cubicBezTo>
                  <a:cubicBezTo>
                    <a:pt x="37" y="54"/>
                    <a:pt x="0" y="104"/>
                    <a:pt x="0" y="157"/>
                  </a:cubicBezTo>
                  <a:cubicBezTo>
                    <a:pt x="13" y="189"/>
                    <a:pt x="46" y="208"/>
                    <a:pt x="86" y="208"/>
                  </a:cubicBezTo>
                  <a:cubicBezTo>
                    <a:pt x="108" y="208"/>
                    <a:pt x="132" y="202"/>
                    <a:pt x="157" y="190"/>
                  </a:cubicBezTo>
                  <a:cubicBezTo>
                    <a:pt x="173" y="190"/>
                    <a:pt x="190" y="174"/>
                    <a:pt x="190" y="157"/>
                  </a:cubicBezTo>
                  <a:cubicBezTo>
                    <a:pt x="227" y="120"/>
                    <a:pt x="243" y="87"/>
                    <a:pt x="243" y="54"/>
                  </a:cubicBezTo>
                  <a:cubicBezTo>
                    <a:pt x="227" y="17"/>
                    <a:pt x="190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1" name="Google Shape;22281;p71"/>
            <p:cNvSpPr/>
            <p:nvPr/>
          </p:nvSpPr>
          <p:spPr>
            <a:xfrm>
              <a:off x="4866600" y="238482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37" y="0"/>
                  </a:moveTo>
                  <a:cubicBezTo>
                    <a:pt x="120" y="0"/>
                    <a:pt x="102" y="3"/>
                    <a:pt x="83" y="7"/>
                  </a:cubicBezTo>
                  <a:cubicBezTo>
                    <a:pt x="50" y="23"/>
                    <a:pt x="17" y="60"/>
                    <a:pt x="17" y="93"/>
                  </a:cubicBezTo>
                  <a:cubicBezTo>
                    <a:pt x="1" y="110"/>
                    <a:pt x="1" y="126"/>
                    <a:pt x="1" y="147"/>
                  </a:cubicBezTo>
                  <a:cubicBezTo>
                    <a:pt x="1" y="164"/>
                    <a:pt x="17" y="180"/>
                    <a:pt x="34" y="197"/>
                  </a:cubicBezTo>
                  <a:cubicBezTo>
                    <a:pt x="67" y="197"/>
                    <a:pt x="104" y="197"/>
                    <a:pt x="137" y="180"/>
                  </a:cubicBezTo>
                  <a:cubicBezTo>
                    <a:pt x="207" y="164"/>
                    <a:pt x="240" y="93"/>
                    <a:pt x="240" y="44"/>
                  </a:cubicBezTo>
                  <a:cubicBezTo>
                    <a:pt x="228" y="17"/>
                    <a:pt x="186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2" name="Google Shape;22282;p71"/>
            <p:cNvSpPr/>
            <p:nvPr/>
          </p:nvSpPr>
          <p:spPr>
            <a:xfrm>
              <a:off x="4907825" y="2326125"/>
              <a:ext cx="6000" cy="5175"/>
            </a:xfrm>
            <a:custGeom>
              <a:avLst/>
              <a:gdLst/>
              <a:ahLst/>
              <a:cxnLst/>
              <a:rect l="l" t="t" r="r" b="b"/>
              <a:pathLst>
                <a:path w="240" h="207" extrusionOk="0">
                  <a:moveTo>
                    <a:pt x="153" y="1"/>
                  </a:moveTo>
                  <a:cubicBezTo>
                    <a:pt x="120" y="1"/>
                    <a:pt x="83" y="21"/>
                    <a:pt x="67" y="38"/>
                  </a:cubicBezTo>
                  <a:cubicBezTo>
                    <a:pt x="34" y="54"/>
                    <a:pt x="17" y="71"/>
                    <a:pt x="1" y="104"/>
                  </a:cubicBezTo>
                  <a:cubicBezTo>
                    <a:pt x="1" y="141"/>
                    <a:pt x="1" y="157"/>
                    <a:pt x="17" y="174"/>
                  </a:cubicBezTo>
                  <a:cubicBezTo>
                    <a:pt x="17" y="190"/>
                    <a:pt x="50" y="207"/>
                    <a:pt x="83" y="207"/>
                  </a:cubicBezTo>
                  <a:cubicBezTo>
                    <a:pt x="104" y="207"/>
                    <a:pt x="120" y="190"/>
                    <a:pt x="137" y="190"/>
                  </a:cubicBezTo>
                  <a:cubicBezTo>
                    <a:pt x="153" y="190"/>
                    <a:pt x="153" y="174"/>
                    <a:pt x="170" y="174"/>
                  </a:cubicBezTo>
                  <a:cubicBezTo>
                    <a:pt x="207" y="157"/>
                    <a:pt x="223" y="124"/>
                    <a:pt x="223" y="104"/>
                  </a:cubicBezTo>
                  <a:cubicBezTo>
                    <a:pt x="240" y="54"/>
                    <a:pt x="207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3" name="Google Shape;22283;p71"/>
            <p:cNvSpPr/>
            <p:nvPr/>
          </p:nvSpPr>
          <p:spPr>
            <a:xfrm>
              <a:off x="4756625" y="2490625"/>
              <a:ext cx="6425" cy="5075"/>
            </a:xfrm>
            <a:custGeom>
              <a:avLst/>
              <a:gdLst/>
              <a:ahLst/>
              <a:cxnLst/>
              <a:rect l="l" t="t" r="r" b="b"/>
              <a:pathLst>
                <a:path w="257" h="203" extrusionOk="0">
                  <a:moveTo>
                    <a:pt x="137" y="1"/>
                  </a:moveTo>
                  <a:cubicBezTo>
                    <a:pt x="104" y="17"/>
                    <a:pt x="71" y="38"/>
                    <a:pt x="50" y="54"/>
                  </a:cubicBezTo>
                  <a:cubicBezTo>
                    <a:pt x="1" y="104"/>
                    <a:pt x="1" y="157"/>
                    <a:pt x="34" y="190"/>
                  </a:cubicBezTo>
                  <a:cubicBezTo>
                    <a:pt x="52" y="199"/>
                    <a:pt x="65" y="203"/>
                    <a:pt x="78" y="203"/>
                  </a:cubicBezTo>
                  <a:cubicBezTo>
                    <a:pt x="91" y="203"/>
                    <a:pt x="104" y="199"/>
                    <a:pt x="120" y="190"/>
                  </a:cubicBezTo>
                  <a:lnTo>
                    <a:pt x="153" y="190"/>
                  </a:lnTo>
                  <a:cubicBezTo>
                    <a:pt x="174" y="174"/>
                    <a:pt x="190" y="174"/>
                    <a:pt x="207" y="157"/>
                  </a:cubicBezTo>
                  <a:cubicBezTo>
                    <a:pt x="256" y="104"/>
                    <a:pt x="256" y="54"/>
                    <a:pt x="223" y="17"/>
                  </a:cubicBezTo>
                  <a:cubicBezTo>
                    <a:pt x="190" y="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4" name="Google Shape;22284;p71"/>
            <p:cNvSpPr/>
            <p:nvPr/>
          </p:nvSpPr>
          <p:spPr>
            <a:xfrm>
              <a:off x="4790525" y="2500950"/>
              <a:ext cx="6950" cy="4750"/>
            </a:xfrm>
            <a:custGeom>
              <a:avLst/>
              <a:gdLst/>
              <a:ahLst/>
              <a:cxnLst/>
              <a:rect l="l" t="t" r="r" b="b"/>
              <a:pathLst>
                <a:path w="278" h="190" extrusionOk="0">
                  <a:moveTo>
                    <a:pt x="174" y="0"/>
                  </a:moveTo>
                  <a:cubicBezTo>
                    <a:pt x="158" y="0"/>
                    <a:pt x="121" y="17"/>
                    <a:pt x="88" y="37"/>
                  </a:cubicBezTo>
                  <a:cubicBezTo>
                    <a:pt x="55" y="54"/>
                    <a:pt x="34" y="70"/>
                    <a:pt x="34" y="103"/>
                  </a:cubicBezTo>
                  <a:cubicBezTo>
                    <a:pt x="1" y="157"/>
                    <a:pt x="34" y="190"/>
                    <a:pt x="104" y="190"/>
                  </a:cubicBezTo>
                  <a:lnTo>
                    <a:pt x="174" y="190"/>
                  </a:lnTo>
                  <a:cubicBezTo>
                    <a:pt x="174" y="173"/>
                    <a:pt x="191" y="173"/>
                    <a:pt x="191" y="173"/>
                  </a:cubicBezTo>
                  <a:cubicBezTo>
                    <a:pt x="224" y="157"/>
                    <a:pt x="240" y="120"/>
                    <a:pt x="261" y="103"/>
                  </a:cubicBezTo>
                  <a:cubicBezTo>
                    <a:pt x="277" y="37"/>
                    <a:pt x="24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5" name="Google Shape;22285;p71"/>
            <p:cNvSpPr/>
            <p:nvPr/>
          </p:nvSpPr>
          <p:spPr>
            <a:xfrm>
              <a:off x="4502750" y="23312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1"/>
                  </a:moveTo>
                  <a:cubicBezTo>
                    <a:pt x="141" y="1"/>
                    <a:pt x="104" y="21"/>
                    <a:pt x="71" y="38"/>
                  </a:cubicBezTo>
                  <a:cubicBezTo>
                    <a:pt x="54" y="54"/>
                    <a:pt x="21" y="71"/>
                    <a:pt x="21" y="104"/>
                  </a:cubicBezTo>
                  <a:cubicBezTo>
                    <a:pt x="1" y="141"/>
                    <a:pt x="1" y="157"/>
                    <a:pt x="38" y="190"/>
                  </a:cubicBezTo>
                  <a:cubicBezTo>
                    <a:pt x="54" y="190"/>
                    <a:pt x="71" y="207"/>
                    <a:pt x="87" y="207"/>
                  </a:cubicBezTo>
                  <a:cubicBezTo>
                    <a:pt x="104" y="207"/>
                    <a:pt x="141" y="190"/>
                    <a:pt x="158" y="190"/>
                  </a:cubicBezTo>
                  <a:cubicBezTo>
                    <a:pt x="191" y="174"/>
                    <a:pt x="228" y="141"/>
                    <a:pt x="244" y="104"/>
                  </a:cubicBezTo>
                  <a:lnTo>
                    <a:pt x="244" y="87"/>
                  </a:lnTo>
                  <a:cubicBezTo>
                    <a:pt x="261" y="38"/>
                    <a:pt x="228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6" name="Google Shape;22286;p71"/>
            <p:cNvSpPr/>
            <p:nvPr/>
          </p:nvSpPr>
          <p:spPr>
            <a:xfrm>
              <a:off x="4920725" y="2315400"/>
              <a:ext cx="6400" cy="5075"/>
            </a:xfrm>
            <a:custGeom>
              <a:avLst/>
              <a:gdLst/>
              <a:ahLst/>
              <a:cxnLst/>
              <a:rect l="l" t="t" r="r" b="b"/>
              <a:pathLst>
                <a:path w="256" h="203" extrusionOk="0">
                  <a:moveTo>
                    <a:pt x="136" y="1"/>
                  </a:moveTo>
                  <a:cubicBezTo>
                    <a:pt x="103" y="17"/>
                    <a:pt x="66" y="38"/>
                    <a:pt x="50" y="54"/>
                  </a:cubicBezTo>
                  <a:cubicBezTo>
                    <a:pt x="0" y="104"/>
                    <a:pt x="0" y="158"/>
                    <a:pt x="50" y="191"/>
                  </a:cubicBezTo>
                  <a:cubicBezTo>
                    <a:pt x="58" y="199"/>
                    <a:pt x="71" y="203"/>
                    <a:pt x="85" y="203"/>
                  </a:cubicBezTo>
                  <a:cubicBezTo>
                    <a:pt x="98" y="203"/>
                    <a:pt x="112" y="199"/>
                    <a:pt x="120" y="191"/>
                  </a:cubicBezTo>
                  <a:lnTo>
                    <a:pt x="153" y="191"/>
                  </a:lnTo>
                  <a:cubicBezTo>
                    <a:pt x="169" y="174"/>
                    <a:pt x="186" y="158"/>
                    <a:pt x="206" y="158"/>
                  </a:cubicBezTo>
                  <a:cubicBezTo>
                    <a:pt x="239" y="120"/>
                    <a:pt x="256" y="104"/>
                    <a:pt x="256" y="71"/>
                  </a:cubicBezTo>
                  <a:cubicBezTo>
                    <a:pt x="256" y="54"/>
                    <a:pt x="239" y="38"/>
                    <a:pt x="223" y="17"/>
                  </a:cubicBezTo>
                  <a:cubicBezTo>
                    <a:pt x="206" y="1"/>
                    <a:pt x="169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7" name="Google Shape;22287;p71"/>
            <p:cNvSpPr/>
            <p:nvPr/>
          </p:nvSpPr>
          <p:spPr>
            <a:xfrm>
              <a:off x="4538425" y="2285200"/>
              <a:ext cx="6525" cy="4875"/>
            </a:xfrm>
            <a:custGeom>
              <a:avLst/>
              <a:gdLst/>
              <a:ahLst/>
              <a:cxnLst/>
              <a:rect l="l" t="t" r="r" b="b"/>
              <a:pathLst>
                <a:path w="261" h="195" extrusionOk="0">
                  <a:moveTo>
                    <a:pt x="178" y="1"/>
                  </a:moveTo>
                  <a:cubicBezTo>
                    <a:pt x="136" y="1"/>
                    <a:pt x="90" y="18"/>
                    <a:pt x="54" y="42"/>
                  </a:cubicBezTo>
                  <a:cubicBezTo>
                    <a:pt x="0" y="92"/>
                    <a:pt x="0" y="162"/>
                    <a:pt x="37" y="178"/>
                  </a:cubicBezTo>
                  <a:cubicBezTo>
                    <a:pt x="70" y="195"/>
                    <a:pt x="87" y="195"/>
                    <a:pt x="120" y="195"/>
                  </a:cubicBezTo>
                  <a:cubicBezTo>
                    <a:pt x="141" y="195"/>
                    <a:pt x="141" y="178"/>
                    <a:pt x="157" y="178"/>
                  </a:cubicBezTo>
                  <a:cubicBezTo>
                    <a:pt x="174" y="178"/>
                    <a:pt x="190" y="162"/>
                    <a:pt x="207" y="145"/>
                  </a:cubicBezTo>
                  <a:cubicBezTo>
                    <a:pt x="260" y="92"/>
                    <a:pt x="260" y="42"/>
                    <a:pt x="223" y="9"/>
                  </a:cubicBezTo>
                  <a:cubicBezTo>
                    <a:pt x="209" y="3"/>
                    <a:pt x="194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8" name="Google Shape;22288;p71"/>
            <p:cNvSpPr/>
            <p:nvPr/>
          </p:nvSpPr>
          <p:spPr>
            <a:xfrm>
              <a:off x="4465450" y="2342100"/>
              <a:ext cx="6000" cy="4675"/>
            </a:xfrm>
            <a:custGeom>
              <a:avLst/>
              <a:gdLst/>
              <a:ahLst/>
              <a:cxnLst/>
              <a:rect l="l" t="t" r="r" b="b"/>
              <a:pathLst>
                <a:path w="240" h="187" extrusionOk="0">
                  <a:moveTo>
                    <a:pt x="153" y="1"/>
                  </a:moveTo>
                  <a:cubicBezTo>
                    <a:pt x="120" y="1"/>
                    <a:pt x="87" y="17"/>
                    <a:pt x="50" y="34"/>
                  </a:cubicBezTo>
                  <a:cubicBezTo>
                    <a:pt x="33" y="50"/>
                    <a:pt x="17" y="67"/>
                    <a:pt x="0" y="104"/>
                  </a:cubicBezTo>
                  <a:cubicBezTo>
                    <a:pt x="33" y="137"/>
                    <a:pt x="87" y="170"/>
                    <a:pt x="120" y="186"/>
                  </a:cubicBezTo>
                  <a:lnTo>
                    <a:pt x="136" y="186"/>
                  </a:lnTo>
                  <a:cubicBezTo>
                    <a:pt x="153" y="186"/>
                    <a:pt x="153" y="186"/>
                    <a:pt x="174" y="170"/>
                  </a:cubicBezTo>
                  <a:cubicBezTo>
                    <a:pt x="190" y="153"/>
                    <a:pt x="223" y="137"/>
                    <a:pt x="223" y="104"/>
                  </a:cubicBezTo>
                  <a:cubicBezTo>
                    <a:pt x="239" y="50"/>
                    <a:pt x="207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9" name="Google Shape;22289;p71"/>
            <p:cNvSpPr/>
            <p:nvPr/>
          </p:nvSpPr>
          <p:spPr>
            <a:xfrm>
              <a:off x="4925875" y="2325725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36" y="0"/>
                    <a:pt x="103" y="17"/>
                    <a:pt x="66" y="37"/>
                  </a:cubicBezTo>
                  <a:cubicBezTo>
                    <a:pt x="50" y="54"/>
                    <a:pt x="17" y="70"/>
                    <a:pt x="17" y="103"/>
                  </a:cubicBezTo>
                  <a:cubicBezTo>
                    <a:pt x="0" y="157"/>
                    <a:pt x="33" y="190"/>
                    <a:pt x="83" y="190"/>
                  </a:cubicBezTo>
                  <a:lnTo>
                    <a:pt x="153" y="190"/>
                  </a:lnTo>
                  <a:cubicBezTo>
                    <a:pt x="169" y="173"/>
                    <a:pt x="169" y="173"/>
                    <a:pt x="186" y="173"/>
                  </a:cubicBezTo>
                  <a:cubicBezTo>
                    <a:pt x="207" y="157"/>
                    <a:pt x="239" y="120"/>
                    <a:pt x="239" y="103"/>
                  </a:cubicBezTo>
                  <a:cubicBezTo>
                    <a:pt x="256" y="70"/>
                    <a:pt x="256" y="54"/>
                    <a:pt x="239" y="37"/>
                  </a:cubicBezTo>
                  <a:cubicBezTo>
                    <a:pt x="223" y="0"/>
                    <a:pt x="186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0" name="Google Shape;22290;p71"/>
            <p:cNvSpPr/>
            <p:nvPr/>
          </p:nvSpPr>
          <p:spPr>
            <a:xfrm>
              <a:off x="4467200" y="2332200"/>
              <a:ext cx="425" cy="850"/>
            </a:xfrm>
            <a:custGeom>
              <a:avLst/>
              <a:gdLst/>
              <a:ahLst/>
              <a:cxnLst/>
              <a:rect l="l" t="t" r="r" b="b"/>
              <a:pathLst>
                <a:path w="17" h="34" extrusionOk="0">
                  <a:moveTo>
                    <a:pt x="0" y="34"/>
                  </a:moveTo>
                  <a:cubicBezTo>
                    <a:pt x="0" y="34"/>
                    <a:pt x="17" y="17"/>
                    <a:pt x="17" y="1"/>
                  </a:cubicBezTo>
                  <a:lnTo>
                    <a:pt x="17" y="1"/>
                  </a:lnTo>
                  <a:cubicBezTo>
                    <a:pt x="17" y="17"/>
                    <a:pt x="0" y="34"/>
                    <a:pt x="0" y="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1" name="Google Shape;22291;p71"/>
            <p:cNvSpPr/>
            <p:nvPr/>
          </p:nvSpPr>
          <p:spPr>
            <a:xfrm>
              <a:off x="4522950" y="2284500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0"/>
                  </a:moveTo>
                  <a:cubicBezTo>
                    <a:pt x="158" y="0"/>
                    <a:pt x="121" y="17"/>
                    <a:pt x="88" y="37"/>
                  </a:cubicBezTo>
                  <a:cubicBezTo>
                    <a:pt x="55" y="54"/>
                    <a:pt x="38" y="70"/>
                    <a:pt x="38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1" y="206"/>
                    <a:pt x="141" y="190"/>
                    <a:pt x="174" y="190"/>
                  </a:cubicBezTo>
                  <a:lnTo>
                    <a:pt x="191" y="173"/>
                  </a:lnTo>
                  <a:cubicBezTo>
                    <a:pt x="224" y="157"/>
                    <a:pt x="244" y="120"/>
                    <a:pt x="261" y="103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2" name="Google Shape;22292;p71"/>
            <p:cNvSpPr/>
            <p:nvPr/>
          </p:nvSpPr>
          <p:spPr>
            <a:xfrm>
              <a:off x="4928450" y="2280050"/>
              <a:ext cx="6425" cy="4875"/>
            </a:xfrm>
            <a:custGeom>
              <a:avLst/>
              <a:gdLst/>
              <a:ahLst/>
              <a:cxnLst/>
              <a:rect l="l" t="t" r="r" b="b"/>
              <a:pathLst>
                <a:path w="257" h="195" extrusionOk="0">
                  <a:moveTo>
                    <a:pt x="155" y="1"/>
                  </a:moveTo>
                  <a:cubicBezTo>
                    <a:pt x="139" y="1"/>
                    <a:pt x="122" y="3"/>
                    <a:pt x="104" y="9"/>
                  </a:cubicBezTo>
                  <a:cubicBezTo>
                    <a:pt x="66" y="25"/>
                    <a:pt x="33" y="58"/>
                    <a:pt x="17" y="75"/>
                  </a:cubicBezTo>
                  <a:cubicBezTo>
                    <a:pt x="17" y="112"/>
                    <a:pt x="0" y="129"/>
                    <a:pt x="17" y="145"/>
                  </a:cubicBezTo>
                  <a:cubicBezTo>
                    <a:pt x="17" y="162"/>
                    <a:pt x="33" y="178"/>
                    <a:pt x="50" y="195"/>
                  </a:cubicBezTo>
                  <a:cubicBezTo>
                    <a:pt x="83" y="195"/>
                    <a:pt x="120" y="195"/>
                    <a:pt x="153" y="178"/>
                  </a:cubicBezTo>
                  <a:cubicBezTo>
                    <a:pt x="223" y="162"/>
                    <a:pt x="256" y="91"/>
                    <a:pt x="240" y="42"/>
                  </a:cubicBezTo>
                  <a:cubicBezTo>
                    <a:pt x="228" y="18"/>
                    <a:pt x="196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3" name="Google Shape;22293;p71"/>
            <p:cNvSpPr/>
            <p:nvPr/>
          </p:nvSpPr>
          <p:spPr>
            <a:xfrm>
              <a:off x="4927925" y="2292625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74" y="1"/>
                  </a:moveTo>
                  <a:cubicBezTo>
                    <a:pt x="157" y="1"/>
                    <a:pt x="141" y="21"/>
                    <a:pt x="104" y="21"/>
                  </a:cubicBezTo>
                  <a:cubicBezTo>
                    <a:pt x="54" y="54"/>
                    <a:pt x="1" y="104"/>
                    <a:pt x="21" y="157"/>
                  </a:cubicBezTo>
                  <a:cubicBezTo>
                    <a:pt x="32" y="189"/>
                    <a:pt x="62" y="200"/>
                    <a:pt x="97" y="200"/>
                  </a:cubicBezTo>
                  <a:cubicBezTo>
                    <a:pt x="117" y="200"/>
                    <a:pt x="138" y="196"/>
                    <a:pt x="157" y="190"/>
                  </a:cubicBezTo>
                  <a:cubicBezTo>
                    <a:pt x="174" y="174"/>
                    <a:pt x="190" y="174"/>
                    <a:pt x="207" y="157"/>
                  </a:cubicBezTo>
                  <a:cubicBezTo>
                    <a:pt x="244" y="124"/>
                    <a:pt x="261" y="87"/>
                    <a:pt x="261" y="54"/>
                  </a:cubicBezTo>
                  <a:cubicBezTo>
                    <a:pt x="244" y="2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4" name="Google Shape;22294;p71"/>
            <p:cNvSpPr/>
            <p:nvPr/>
          </p:nvSpPr>
          <p:spPr>
            <a:xfrm>
              <a:off x="4846000" y="2315400"/>
              <a:ext cx="6400" cy="5075"/>
            </a:xfrm>
            <a:custGeom>
              <a:avLst/>
              <a:gdLst/>
              <a:ahLst/>
              <a:cxnLst/>
              <a:rect l="l" t="t" r="r" b="b"/>
              <a:pathLst>
                <a:path w="256" h="203" extrusionOk="0">
                  <a:moveTo>
                    <a:pt x="159" y="0"/>
                  </a:moveTo>
                  <a:cubicBezTo>
                    <a:pt x="140" y="0"/>
                    <a:pt x="120" y="6"/>
                    <a:pt x="103" y="17"/>
                  </a:cubicBezTo>
                  <a:cubicBezTo>
                    <a:pt x="66" y="38"/>
                    <a:pt x="33" y="54"/>
                    <a:pt x="17" y="87"/>
                  </a:cubicBezTo>
                  <a:cubicBezTo>
                    <a:pt x="0" y="104"/>
                    <a:pt x="0" y="141"/>
                    <a:pt x="0" y="158"/>
                  </a:cubicBezTo>
                  <a:cubicBezTo>
                    <a:pt x="17" y="174"/>
                    <a:pt x="33" y="191"/>
                    <a:pt x="50" y="191"/>
                  </a:cubicBezTo>
                  <a:cubicBezTo>
                    <a:pt x="58" y="199"/>
                    <a:pt x="75" y="203"/>
                    <a:pt x="95" y="203"/>
                  </a:cubicBezTo>
                  <a:cubicBezTo>
                    <a:pt x="115" y="203"/>
                    <a:pt x="136" y="199"/>
                    <a:pt x="153" y="191"/>
                  </a:cubicBezTo>
                  <a:cubicBezTo>
                    <a:pt x="206" y="158"/>
                    <a:pt x="256" y="104"/>
                    <a:pt x="239" y="54"/>
                  </a:cubicBezTo>
                  <a:cubicBezTo>
                    <a:pt x="228" y="20"/>
                    <a:pt x="195" y="0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5" name="Google Shape;22295;p71"/>
            <p:cNvSpPr/>
            <p:nvPr/>
          </p:nvSpPr>
          <p:spPr>
            <a:xfrm>
              <a:off x="4775500" y="2352800"/>
              <a:ext cx="6925" cy="5025"/>
            </a:xfrm>
            <a:custGeom>
              <a:avLst/>
              <a:gdLst/>
              <a:ahLst/>
              <a:cxnLst/>
              <a:rect l="l" t="t" r="r" b="b"/>
              <a:pathLst>
                <a:path w="277" h="201" extrusionOk="0">
                  <a:moveTo>
                    <a:pt x="175" y="1"/>
                  </a:moveTo>
                  <a:cubicBezTo>
                    <a:pt x="153" y="1"/>
                    <a:pt x="128" y="6"/>
                    <a:pt x="103" y="18"/>
                  </a:cubicBezTo>
                  <a:cubicBezTo>
                    <a:pt x="54" y="51"/>
                    <a:pt x="0" y="105"/>
                    <a:pt x="17" y="154"/>
                  </a:cubicBezTo>
                  <a:cubicBezTo>
                    <a:pt x="30" y="189"/>
                    <a:pt x="62" y="201"/>
                    <a:pt x="97" y="201"/>
                  </a:cubicBezTo>
                  <a:cubicBezTo>
                    <a:pt x="117" y="201"/>
                    <a:pt x="138" y="197"/>
                    <a:pt x="157" y="191"/>
                  </a:cubicBezTo>
                  <a:cubicBezTo>
                    <a:pt x="223" y="154"/>
                    <a:pt x="276" y="105"/>
                    <a:pt x="260" y="51"/>
                  </a:cubicBezTo>
                  <a:cubicBezTo>
                    <a:pt x="249" y="19"/>
                    <a:pt x="216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6" name="Google Shape;22296;p71"/>
            <p:cNvSpPr/>
            <p:nvPr/>
          </p:nvSpPr>
          <p:spPr>
            <a:xfrm>
              <a:off x="4765600" y="2271375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176" y="0"/>
                  </a:moveTo>
                  <a:cubicBezTo>
                    <a:pt x="153" y="0"/>
                    <a:pt x="128" y="4"/>
                    <a:pt x="103" y="10"/>
                  </a:cubicBezTo>
                  <a:cubicBezTo>
                    <a:pt x="54" y="47"/>
                    <a:pt x="0" y="96"/>
                    <a:pt x="21" y="150"/>
                  </a:cubicBezTo>
                  <a:cubicBezTo>
                    <a:pt x="32" y="182"/>
                    <a:pt x="63" y="200"/>
                    <a:pt x="98" y="200"/>
                  </a:cubicBezTo>
                  <a:cubicBezTo>
                    <a:pt x="117" y="200"/>
                    <a:pt x="138" y="195"/>
                    <a:pt x="157" y="183"/>
                  </a:cubicBezTo>
                  <a:cubicBezTo>
                    <a:pt x="227" y="150"/>
                    <a:pt x="260" y="96"/>
                    <a:pt x="260" y="47"/>
                  </a:cubicBezTo>
                  <a:cubicBezTo>
                    <a:pt x="249" y="12"/>
                    <a:pt x="217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7" name="Google Shape;22297;p71"/>
            <p:cNvSpPr/>
            <p:nvPr/>
          </p:nvSpPr>
          <p:spPr>
            <a:xfrm>
              <a:off x="4755275" y="22835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56" y="1"/>
                  </a:moveTo>
                  <a:cubicBezTo>
                    <a:pt x="140" y="1"/>
                    <a:pt x="123" y="3"/>
                    <a:pt x="104" y="7"/>
                  </a:cubicBezTo>
                  <a:cubicBezTo>
                    <a:pt x="38" y="40"/>
                    <a:pt x="1" y="110"/>
                    <a:pt x="22" y="143"/>
                  </a:cubicBezTo>
                  <a:cubicBezTo>
                    <a:pt x="22" y="178"/>
                    <a:pt x="50" y="197"/>
                    <a:pt x="88" y="197"/>
                  </a:cubicBezTo>
                  <a:cubicBezTo>
                    <a:pt x="109" y="197"/>
                    <a:pt x="133" y="192"/>
                    <a:pt x="158" y="180"/>
                  </a:cubicBezTo>
                  <a:cubicBezTo>
                    <a:pt x="228" y="160"/>
                    <a:pt x="261" y="94"/>
                    <a:pt x="244" y="40"/>
                  </a:cubicBezTo>
                  <a:cubicBezTo>
                    <a:pt x="232" y="16"/>
                    <a:pt x="200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8" name="Google Shape;22298;p71"/>
            <p:cNvSpPr/>
            <p:nvPr/>
          </p:nvSpPr>
          <p:spPr>
            <a:xfrm>
              <a:off x="4763025" y="230510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57" y="1"/>
                  </a:moveTo>
                  <a:cubicBezTo>
                    <a:pt x="124" y="1"/>
                    <a:pt x="87" y="17"/>
                    <a:pt x="70" y="38"/>
                  </a:cubicBezTo>
                  <a:cubicBezTo>
                    <a:pt x="37" y="54"/>
                    <a:pt x="21" y="87"/>
                    <a:pt x="0" y="104"/>
                  </a:cubicBezTo>
                  <a:cubicBezTo>
                    <a:pt x="0" y="141"/>
                    <a:pt x="0" y="157"/>
                    <a:pt x="21" y="174"/>
                  </a:cubicBezTo>
                  <a:cubicBezTo>
                    <a:pt x="21" y="190"/>
                    <a:pt x="54" y="207"/>
                    <a:pt x="87" y="207"/>
                  </a:cubicBezTo>
                  <a:cubicBezTo>
                    <a:pt x="103" y="207"/>
                    <a:pt x="124" y="190"/>
                    <a:pt x="140" y="190"/>
                  </a:cubicBezTo>
                  <a:cubicBezTo>
                    <a:pt x="157" y="190"/>
                    <a:pt x="157" y="174"/>
                    <a:pt x="173" y="174"/>
                  </a:cubicBezTo>
                  <a:cubicBezTo>
                    <a:pt x="206" y="157"/>
                    <a:pt x="227" y="120"/>
                    <a:pt x="227" y="104"/>
                  </a:cubicBezTo>
                  <a:cubicBezTo>
                    <a:pt x="260" y="54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9" name="Google Shape;22299;p71"/>
            <p:cNvSpPr/>
            <p:nvPr/>
          </p:nvSpPr>
          <p:spPr>
            <a:xfrm>
              <a:off x="4747550" y="2306375"/>
              <a:ext cx="6525" cy="4825"/>
            </a:xfrm>
            <a:custGeom>
              <a:avLst/>
              <a:gdLst/>
              <a:ahLst/>
              <a:cxnLst/>
              <a:rect l="l" t="t" r="r" b="b"/>
              <a:pathLst>
                <a:path w="261" h="193" extrusionOk="0">
                  <a:moveTo>
                    <a:pt x="163" y="1"/>
                  </a:moveTo>
                  <a:cubicBezTo>
                    <a:pt x="145" y="1"/>
                    <a:pt x="126" y="6"/>
                    <a:pt x="104" y="20"/>
                  </a:cubicBezTo>
                  <a:cubicBezTo>
                    <a:pt x="54" y="36"/>
                    <a:pt x="21" y="69"/>
                    <a:pt x="21" y="106"/>
                  </a:cubicBezTo>
                  <a:cubicBezTo>
                    <a:pt x="1" y="123"/>
                    <a:pt x="1" y="139"/>
                    <a:pt x="21" y="139"/>
                  </a:cubicBezTo>
                  <a:cubicBezTo>
                    <a:pt x="21" y="173"/>
                    <a:pt x="48" y="192"/>
                    <a:pt x="85" y="192"/>
                  </a:cubicBezTo>
                  <a:cubicBezTo>
                    <a:pt x="107" y="192"/>
                    <a:pt x="132" y="186"/>
                    <a:pt x="157" y="172"/>
                  </a:cubicBezTo>
                  <a:cubicBezTo>
                    <a:pt x="228" y="156"/>
                    <a:pt x="260" y="90"/>
                    <a:pt x="244" y="53"/>
                  </a:cubicBezTo>
                  <a:cubicBezTo>
                    <a:pt x="244" y="36"/>
                    <a:pt x="228" y="20"/>
                    <a:pt x="228" y="20"/>
                  </a:cubicBezTo>
                  <a:cubicBezTo>
                    <a:pt x="206" y="10"/>
                    <a:pt x="186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0" name="Google Shape;22300;p71"/>
            <p:cNvSpPr/>
            <p:nvPr/>
          </p:nvSpPr>
          <p:spPr>
            <a:xfrm>
              <a:off x="4748900" y="2316350"/>
              <a:ext cx="6400" cy="4725"/>
            </a:xfrm>
            <a:custGeom>
              <a:avLst/>
              <a:gdLst/>
              <a:ahLst/>
              <a:cxnLst/>
              <a:rect l="l" t="t" r="r" b="b"/>
              <a:pathLst>
                <a:path w="256" h="189" extrusionOk="0">
                  <a:moveTo>
                    <a:pt x="153" y="0"/>
                  </a:moveTo>
                  <a:cubicBezTo>
                    <a:pt x="153" y="0"/>
                    <a:pt x="120" y="0"/>
                    <a:pt x="103" y="16"/>
                  </a:cubicBezTo>
                  <a:cubicBezTo>
                    <a:pt x="50" y="33"/>
                    <a:pt x="0" y="103"/>
                    <a:pt x="17" y="136"/>
                  </a:cubicBezTo>
                  <a:cubicBezTo>
                    <a:pt x="28" y="168"/>
                    <a:pt x="61" y="188"/>
                    <a:pt x="96" y="188"/>
                  </a:cubicBezTo>
                  <a:cubicBezTo>
                    <a:pt x="115" y="188"/>
                    <a:pt x="135" y="182"/>
                    <a:pt x="153" y="169"/>
                  </a:cubicBezTo>
                  <a:cubicBezTo>
                    <a:pt x="174" y="169"/>
                    <a:pt x="190" y="153"/>
                    <a:pt x="206" y="153"/>
                  </a:cubicBezTo>
                  <a:cubicBezTo>
                    <a:pt x="239" y="120"/>
                    <a:pt x="256" y="82"/>
                    <a:pt x="256" y="49"/>
                  </a:cubicBezTo>
                  <a:cubicBezTo>
                    <a:pt x="239" y="16"/>
                    <a:pt x="206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1" name="Google Shape;22301;p71"/>
            <p:cNvSpPr/>
            <p:nvPr/>
          </p:nvSpPr>
          <p:spPr>
            <a:xfrm>
              <a:off x="4631175" y="239962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0"/>
                    <a:pt x="71" y="33"/>
                  </a:cubicBezTo>
                  <a:cubicBezTo>
                    <a:pt x="55" y="50"/>
                    <a:pt x="17" y="70"/>
                    <a:pt x="17" y="103"/>
                  </a:cubicBezTo>
                  <a:cubicBezTo>
                    <a:pt x="1" y="153"/>
                    <a:pt x="38" y="190"/>
                    <a:pt x="88" y="190"/>
                  </a:cubicBezTo>
                  <a:cubicBezTo>
                    <a:pt x="121" y="190"/>
                    <a:pt x="141" y="190"/>
                    <a:pt x="158" y="173"/>
                  </a:cubicBezTo>
                  <a:lnTo>
                    <a:pt x="191" y="173"/>
                  </a:lnTo>
                  <a:cubicBezTo>
                    <a:pt x="207" y="136"/>
                    <a:pt x="244" y="120"/>
                    <a:pt x="244" y="87"/>
                  </a:cubicBezTo>
                  <a:cubicBezTo>
                    <a:pt x="261" y="33"/>
                    <a:pt x="22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2" name="Google Shape;22302;p71"/>
            <p:cNvSpPr/>
            <p:nvPr/>
          </p:nvSpPr>
          <p:spPr>
            <a:xfrm>
              <a:off x="4752300" y="2328300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74" y="0"/>
                  </a:moveTo>
                  <a:cubicBezTo>
                    <a:pt x="157" y="0"/>
                    <a:pt x="141" y="17"/>
                    <a:pt x="120" y="17"/>
                  </a:cubicBezTo>
                  <a:cubicBezTo>
                    <a:pt x="54" y="54"/>
                    <a:pt x="0" y="103"/>
                    <a:pt x="17" y="157"/>
                  </a:cubicBezTo>
                  <a:cubicBezTo>
                    <a:pt x="30" y="189"/>
                    <a:pt x="62" y="207"/>
                    <a:pt x="102" y="207"/>
                  </a:cubicBezTo>
                  <a:cubicBezTo>
                    <a:pt x="124" y="207"/>
                    <a:pt x="149" y="202"/>
                    <a:pt x="174" y="190"/>
                  </a:cubicBezTo>
                  <a:cubicBezTo>
                    <a:pt x="190" y="173"/>
                    <a:pt x="207" y="173"/>
                    <a:pt x="207" y="157"/>
                  </a:cubicBezTo>
                  <a:cubicBezTo>
                    <a:pt x="244" y="120"/>
                    <a:pt x="260" y="87"/>
                    <a:pt x="260" y="54"/>
                  </a:cubicBezTo>
                  <a:cubicBezTo>
                    <a:pt x="244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3" name="Google Shape;22303;p71"/>
            <p:cNvSpPr/>
            <p:nvPr/>
          </p:nvSpPr>
          <p:spPr>
            <a:xfrm>
              <a:off x="4763525" y="2351050"/>
              <a:ext cx="6425" cy="4800"/>
            </a:xfrm>
            <a:custGeom>
              <a:avLst/>
              <a:gdLst/>
              <a:ahLst/>
              <a:cxnLst/>
              <a:rect l="l" t="t" r="r" b="b"/>
              <a:pathLst>
                <a:path w="257" h="192" extrusionOk="0">
                  <a:moveTo>
                    <a:pt x="154" y="1"/>
                  </a:moveTo>
                  <a:cubicBezTo>
                    <a:pt x="132" y="1"/>
                    <a:pt x="108" y="6"/>
                    <a:pt x="83" y="18"/>
                  </a:cubicBezTo>
                  <a:cubicBezTo>
                    <a:pt x="50" y="18"/>
                    <a:pt x="34" y="55"/>
                    <a:pt x="17" y="88"/>
                  </a:cubicBezTo>
                  <a:cubicBezTo>
                    <a:pt x="1" y="104"/>
                    <a:pt x="1" y="121"/>
                    <a:pt x="1" y="137"/>
                  </a:cubicBezTo>
                  <a:cubicBezTo>
                    <a:pt x="1" y="175"/>
                    <a:pt x="17" y="175"/>
                    <a:pt x="50" y="191"/>
                  </a:cubicBezTo>
                  <a:cubicBezTo>
                    <a:pt x="67" y="191"/>
                    <a:pt x="104" y="191"/>
                    <a:pt x="137" y="175"/>
                  </a:cubicBezTo>
                  <a:cubicBezTo>
                    <a:pt x="207" y="158"/>
                    <a:pt x="256" y="88"/>
                    <a:pt x="240" y="55"/>
                  </a:cubicBezTo>
                  <a:cubicBezTo>
                    <a:pt x="229" y="20"/>
                    <a:pt x="196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4" name="Google Shape;22304;p71"/>
            <p:cNvSpPr/>
            <p:nvPr/>
          </p:nvSpPr>
          <p:spPr>
            <a:xfrm>
              <a:off x="4763025" y="236380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93" y="0"/>
                  </a:moveTo>
                  <a:cubicBezTo>
                    <a:pt x="182" y="0"/>
                    <a:pt x="170" y="2"/>
                    <a:pt x="157" y="7"/>
                  </a:cubicBezTo>
                  <a:lnTo>
                    <a:pt x="103" y="7"/>
                  </a:lnTo>
                  <a:cubicBezTo>
                    <a:pt x="37" y="40"/>
                    <a:pt x="0" y="93"/>
                    <a:pt x="21" y="143"/>
                  </a:cubicBezTo>
                  <a:cubicBezTo>
                    <a:pt x="21" y="178"/>
                    <a:pt x="49" y="197"/>
                    <a:pt x="88" y="197"/>
                  </a:cubicBezTo>
                  <a:cubicBezTo>
                    <a:pt x="108" y="197"/>
                    <a:pt x="132" y="191"/>
                    <a:pt x="157" y="180"/>
                  </a:cubicBezTo>
                  <a:cubicBezTo>
                    <a:pt x="173" y="180"/>
                    <a:pt x="190" y="163"/>
                    <a:pt x="206" y="143"/>
                  </a:cubicBezTo>
                  <a:cubicBezTo>
                    <a:pt x="243" y="126"/>
                    <a:pt x="260" y="77"/>
                    <a:pt x="243" y="40"/>
                  </a:cubicBezTo>
                  <a:cubicBezTo>
                    <a:pt x="243" y="16"/>
                    <a:pt x="224" y="0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5" name="Google Shape;22305;p71"/>
            <p:cNvSpPr/>
            <p:nvPr/>
          </p:nvSpPr>
          <p:spPr>
            <a:xfrm>
              <a:off x="4773325" y="23386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87" y="17"/>
                  </a:cubicBezTo>
                  <a:cubicBezTo>
                    <a:pt x="54" y="54"/>
                    <a:pt x="38" y="71"/>
                    <a:pt x="21" y="104"/>
                  </a:cubicBezTo>
                  <a:cubicBezTo>
                    <a:pt x="0" y="157"/>
                    <a:pt x="38" y="190"/>
                    <a:pt x="104" y="190"/>
                  </a:cubicBezTo>
                  <a:cubicBezTo>
                    <a:pt x="124" y="190"/>
                    <a:pt x="141" y="190"/>
                    <a:pt x="157" y="174"/>
                  </a:cubicBezTo>
                  <a:lnTo>
                    <a:pt x="190" y="174"/>
                  </a:lnTo>
                  <a:cubicBezTo>
                    <a:pt x="207" y="141"/>
                    <a:pt x="244" y="120"/>
                    <a:pt x="244" y="87"/>
                  </a:cubicBezTo>
                  <a:cubicBezTo>
                    <a:pt x="260" y="38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6" name="Google Shape;22306;p71"/>
            <p:cNvSpPr/>
            <p:nvPr/>
          </p:nvSpPr>
          <p:spPr>
            <a:xfrm>
              <a:off x="4766100" y="2315825"/>
              <a:ext cx="6825" cy="5175"/>
            </a:xfrm>
            <a:custGeom>
              <a:avLst/>
              <a:gdLst/>
              <a:ahLst/>
              <a:cxnLst/>
              <a:rect l="l" t="t" r="r" b="b"/>
              <a:pathLst>
                <a:path w="273" h="207" extrusionOk="0">
                  <a:moveTo>
                    <a:pt x="170" y="0"/>
                  </a:moveTo>
                  <a:cubicBezTo>
                    <a:pt x="137" y="0"/>
                    <a:pt x="104" y="21"/>
                    <a:pt x="83" y="37"/>
                  </a:cubicBezTo>
                  <a:cubicBezTo>
                    <a:pt x="50" y="54"/>
                    <a:pt x="34" y="87"/>
                    <a:pt x="17" y="103"/>
                  </a:cubicBezTo>
                  <a:cubicBezTo>
                    <a:pt x="1" y="157"/>
                    <a:pt x="34" y="207"/>
                    <a:pt x="104" y="207"/>
                  </a:cubicBezTo>
                  <a:cubicBezTo>
                    <a:pt x="120" y="207"/>
                    <a:pt x="137" y="207"/>
                    <a:pt x="153" y="190"/>
                  </a:cubicBezTo>
                  <a:cubicBezTo>
                    <a:pt x="207" y="174"/>
                    <a:pt x="240" y="141"/>
                    <a:pt x="240" y="103"/>
                  </a:cubicBezTo>
                  <a:cubicBezTo>
                    <a:pt x="273" y="54"/>
                    <a:pt x="240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7" name="Google Shape;22307;p71"/>
            <p:cNvSpPr/>
            <p:nvPr/>
          </p:nvSpPr>
          <p:spPr>
            <a:xfrm>
              <a:off x="4767750" y="23268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56" y="0"/>
                  </a:moveTo>
                  <a:cubicBezTo>
                    <a:pt x="145" y="0"/>
                    <a:pt x="133" y="2"/>
                    <a:pt x="120" y="8"/>
                  </a:cubicBezTo>
                  <a:cubicBezTo>
                    <a:pt x="87" y="8"/>
                    <a:pt x="71" y="24"/>
                    <a:pt x="38" y="41"/>
                  </a:cubicBezTo>
                  <a:cubicBezTo>
                    <a:pt x="17" y="74"/>
                    <a:pt x="1" y="94"/>
                    <a:pt x="1" y="127"/>
                  </a:cubicBezTo>
                  <a:cubicBezTo>
                    <a:pt x="1" y="144"/>
                    <a:pt x="1" y="160"/>
                    <a:pt x="38" y="177"/>
                  </a:cubicBezTo>
                  <a:cubicBezTo>
                    <a:pt x="54" y="197"/>
                    <a:pt x="87" y="197"/>
                    <a:pt x="120" y="197"/>
                  </a:cubicBezTo>
                  <a:lnTo>
                    <a:pt x="141" y="177"/>
                  </a:lnTo>
                  <a:cubicBezTo>
                    <a:pt x="158" y="177"/>
                    <a:pt x="190" y="160"/>
                    <a:pt x="207" y="144"/>
                  </a:cubicBezTo>
                  <a:cubicBezTo>
                    <a:pt x="244" y="94"/>
                    <a:pt x="261" y="41"/>
                    <a:pt x="207" y="8"/>
                  </a:cubicBezTo>
                  <a:cubicBezTo>
                    <a:pt x="196" y="8"/>
                    <a:pt x="178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8" name="Google Shape;22308;p71"/>
            <p:cNvSpPr/>
            <p:nvPr/>
          </p:nvSpPr>
          <p:spPr>
            <a:xfrm>
              <a:off x="4771275" y="2281900"/>
              <a:ext cx="6825" cy="4950"/>
            </a:xfrm>
            <a:custGeom>
              <a:avLst/>
              <a:gdLst/>
              <a:ahLst/>
              <a:cxnLst/>
              <a:rect l="l" t="t" r="r" b="b"/>
              <a:pathLst>
                <a:path w="273" h="198" extrusionOk="0">
                  <a:moveTo>
                    <a:pt x="171" y="0"/>
                  </a:moveTo>
                  <a:cubicBezTo>
                    <a:pt x="150" y="0"/>
                    <a:pt x="126" y="6"/>
                    <a:pt x="103" y="17"/>
                  </a:cubicBezTo>
                  <a:cubicBezTo>
                    <a:pt x="49" y="55"/>
                    <a:pt x="0" y="104"/>
                    <a:pt x="17" y="158"/>
                  </a:cubicBezTo>
                  <a:cubicBezTo>
                    <a:pt x="29" y="182"/>
                    <a:pt x="69" y="197"/>
                    <a:pt x="110" y="197"/>
                  </a:cubicBezTo>
                  <a:cubicBezTo>
                    <a:pt x="125" y="197"/>
                    <a:pt x="139" y="195"/>
                    <a:pt x="153" y="191"/>
                  </a:cubicBezTo>
                  <a:cubicBezTo>
                    <a:pt x="223" y="158"/>
                    <a:pt x="272" y="104"/>
                    <a:pt x="256" y="55"/>
                  </a:cubicBezTo>
                  <a:cubicBezTo>
                    <a:pt x="245" y="20"/>
                    <a:pt x="211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9" name="Google Shape;22309;p71"/>
            <p:cNvSpPr/>
            <p:nvPr/>
          </p:nvSpPr>
          <p:spPr>
            <a:xfrm>
              <a:off x="4770750" y="22943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3" y="1"/>
                    <a:pt x="87" y="17"/>
                  </a:cubicBezTo>
                  <a:cubicBezTo>
                    <a:pt x="54" y="54"/>
                    <a:pt x="38" y="71"/>
                    <a:pt x="21" y="87"/>
                  </a:cubicBezTo>
                  <a:cubicBezTo>
                    <a:pt x="0" y="120"/>
                    <a:pt x="21" y="157"/>
                    <a:pt x="38" y="174"/>
                  </a:cubicBezTo>
                  <a:cubicBezTo>
                    <a:pt x="54" y="190"/>
                    <a:pt x="70" y="190"/>
                    <a:pt x="103" y="190"/>
                  </a:cubicBezTo>
                  <a:cubicBezTo>
                    <a:pt x="124" y="190"/>
                    <a:pt x="141" y="190"/>
                    <a:pt x="157" y="174"/>
                  </a:cubicBezTo>
                  <a:cubicBezTo>
                    <a:pt x="190" y="157"/>
                    <a:pt x="227" y="137"/>
                    <a:pt x="244" y="87"/>
                  </a:cubicBezTo>
                  <a:cubicBezTo>
                    <a:pt x="260" y="34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0" name="Google Shape;22310;p71"/>
            <p:cNvSpPr/>
            <p:nvPr/>
          </p:nvSpPr>
          <p:spPr>
            <a:xfrm>
              <a:off x="4757875" y="2293975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40" y="0"/>
                  </a:moveTo>
                  <a:cubicBezTo>
                    <a:pt x="103" y="17"/>
                    <a:pt x="70" y="33"/>
                    <a:pt x="54" y="50"/>
                  </a:cubicBezTo>
                  <a:cubicBezTo>
                    <a:pt x="0" y="103"/>
                    <a:pt x="0" y="153"/>
                    <a:pt x="37" y="190"/>
                  </a:cubicBezTo>
                  <a:cubicBezTo>
                    <a:pt x="59" y="190"/>
                    <a:pt x="74" y="197"/>
                    <a:pt x="92" y="197"/>
                  </a:cubicBezTo>
                  <a:cubicBezTo>
                    <a:pt x="101" y="197"/>
                    <a:pt x="111" y="195"/>
                    <a:pt x="124" y="190"/>
                  </a:cubicBezTo>
                  <a:lnTo>
                    <a:pt x="157" y="190"/>
                  </a:lnTo>
                  <a:cubicBezTo>
                    <a:pt x="173" y="173"/>
                    <a:pt x="190" y="153"/>
                    <a:pt x="206" y="136"/>
                  </a:cubicBezTo>
                  <a:cubicBezTo>
                    <a:pt x="243" y="120"/>
                    <a:pt x="243" y="103"/>
                    <a:pt x="243" y="70"/>
                  </a:cubicBezTo>
                  <a:cubicBezTo>
                    <a:pt x="260" y="50"/>
                    <a:pt x="243" y="17"/>
                    <a:pt x="227" y="17"/>
                  </a:cubicBezTo>
                  <a:cubicBezTo>
                    <a:pt x="190" y="0"/>
                    <a:pt x="173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1" name="Google Shape;22311;p71"/>
            <p:cNvSpPr/>
            <p:nvPr/>
          </p:nvSpPr>
          <p:spPr>
            <a:xfrm>
              <a:off x="4646650" y="23879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0"/>
                  </a:moveTo>
                  <a:cubicBezTo>
                    <a:pt x="141" y="0"/>
                    <a:pt x="103" y="0"/>
                    <a:pt x="71" y="21"/>
                  </a:cubicBezTo>
                  <a:cubicBezTo>
                    <a:pt x="54" y="38"/>
                    <a:pt x="17" y="71"/>
                    <a:pt x="17" y="87"/>
                  </a:cubicBezTo>
                  <a:cubicBezTo>
                    <a:pt x="0" y="141"/>
                    <a:pt x="38" y="190"/>
                    <a:pt x="87" y="190"/>
                  </a:cubicBezTo>
                  <a:cubicBezTo>
                    <a:pt x="103" y="190"/>
                    <a:pt x="141" y="190"/>
                    <a:pt x="157" y="174"/>
                  </a:cubicBezTo>
                  <a:cubicBezTo>
                    <a:pt x="157" y="174"/>
                    <a:pt x="174" y="174"/>
                    <a:pt x="190" y="157"/>
                  </a:cubicBezTo>
                  <a:cubicBezTo>
                    <a:pt x="207" y="141"/>
                    <a:pt x="223" y="124"/>
                    <a:pt x="244" y="87"/>
                  </a:cubicBezTo>
                  <a:cubicBezTo>
                    <a:pt x="260" y="38"/>
                    <a:pt x="223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2" name="Google Shape;22312;p71"/>
            <p:cNvSpPr/>
            <p:nvPr/>
          </p:nvSpPr>
          <p:spPr>
            <a:xfrm>
              <a:off x="4647050" y="2373425"/>
              <a:ext cx="6525" cy="4975"/>
            </a:xfrm>
            <a:custGeom>
              <a:avLst/>
              <a:gdLst/>
              <a:ahLst/>
              <a:cxnLst/>
              <a:rect l="l" t="t" r="r" b="b"/>
              <a:pathLst>
                <a:path w="261" h="199" extrusionOk="0">
                  <a:moveTo>
                    <a:pt x="157" y="0"/>
                  </a:moveTo>
                  <a:cubicBezTo>
                    <a:pt x="119" y="0"/>
                    <a:pt x="76" y="19"/>
                    <a:pt x="55" y="51"/>
                  </a:cubicBezTo>
                  <a:cubicBezTo>
                    <a:pt x="22" y="67"/>
                    <a:pt x="1" y="104"/>
                    <a:pt x="1" y="121"/>
                  </a:cubicBezTo>
                  <a:cubicBezTo>
                    <a:pt x="1" y="154"/>
                    <a:pt x="22" y="170"/>
                    <a:pt x="38" y="191"/>
                  </a:cubicBezTo>
                  <a:cubicBezTo>
                    <a:pt x="49" y="191"/>
                    <a:pt x="67" y="198"/>
                    <a:pt x="89" y="198"/>
                  </a:cubicBezTo>
                  <a:cubicBezTo>
                    <a:pt x="100" y="198"/>
                    <a:pt x="112" y="196"/>
                    <a:pt x="125" y="191"/>
                  </a:cubicBezTo>
                  <a:lnTo>
                    <a:pt x="158" y="191"/>
                  </a:lnTo>
                  <a:cubicBezTo>
                    <a:pt x="174" y="170"/>
                    <a:pt x="191" y="154"/>
                    <a:pt x="207" y="137"/>
                  </a:cubicBezTo>
                  <a:cubicBezTo>
                    <a:pt x="261" y="104"/>
                    <a:pt x="261" y="34"/>
                    <a:pt x="207" y="18"/>
                  </a:cubicBezTo>
                  <a:cubicBezTo>
                    <a:pt x="195" y="6"/>
                    <a:pt x="17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3" name="Google Shape;22313;p71"/>
            <p:cNvSpPr/>
            <p:nvPr/>
          </p:nvSpPr>
          <p:spPr>
            <a:xfrm>
              <a:off x="4675400" y="2329450"/>
              <a:ext cx="6100" cy="4950"/>
            </a:xfrm>
            <a:custGeom>
              <a:avLst/>
              <a:gdLst/>
              <a:ahLst/>
              <a:cxnLst/>
              <a:rect l="l" t="t" r="r" b="b"/>
              <a:pathLst>
                <a:path w="244" h="198" extrusionOk="0">
                  <a:moveTo>
                    <a:pt x="162" y="1"/>
                  </a:moveTo>
                  <a:cubicBezTo>
                    <a:pt x="154" y="1"/>
                    <a:pt x="146" y="2"/>
                    <a:pt x="141" y="8"/>
                  </a:cubicBezTo>
                  <a:cubicBezTo>
                    <a:pt x="104" y="8"/>
                    <a:pt x="71" y="24"/>
                    <a:pt x="54" y="41"/>
                  </a:cubicBezTo>
                  <a:cubicBezTo>
                    <a:pt x="1" y="94"/>
                    <a:pt x="1" y="160"/>
                    <a:pt x="38" y="177"/>
                  </a:cubicBezTo>
                  <a:cubicBezTo>
                    <a:pt x="54" y="198"/>
                    <a:pt x="87" y="198"/>
                    <a:pt x="124" y="198"/>
                  </a:cubicBezTo>
                  <a:cubicBezTo>
                    <a:pt x="141" y="198"/>
                    <a:pt x="141" y="177"/>
                    <a:pt x="157" y="177"/>
                  </a:cubicBezTo>
                  <a:cubicBezTo>
                    <a:pt x="174" y="177"/>
                    <a:pt x="190" y="160"/>
                    <a:pt x="207" y="144"/>
                  </a:cubicBezTo>
                  <a:cubicBezTo>
                    <a:pt x="227" y="127"/>
                    <a:pt x="244" y="94"/>
                    <a:pt x="244" y="74"/>
                  </a:cubicBezTo>
                  <a:cubicBezTo>
                    <a:pt x="244" y="41"/>
                    <a:pt x="244" y="24"/>
                    <a:pt x="207" y="8"/>
                  </a:cubicBezTo>
                  <a:cubicBezTo>
                    <a:pt x="196" y="8"/>
                    <a:pt x="178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4" name="Google Shape;22314;p71"/>
            <p:cNvSpPr/>
            <p:nvPr/>
          </p:nvSpPr>
          <p:spPr>
            <a:xfrm>
              <a:off x="4646225" y="2399600"/>
              <a:ext cx="6525" cy="4800"/>
            </a:xfrm>
            <a:custGeom>
              <a:avLst/>
              <a:gdLst/>
              <a:ahLst/>
              <a:cxnLst/>
              <a:rect l="l" t="t" r="r" b="b"/>
              <a:pathLst>
                <a:path w="261" h="192" extrusionOk="0">
                  <a:moveTo>
                    <a:pt x="170" y="1"/>
                  </a:moveTo>
                  <a:cubicBezTo>
                    <a:pt x="151" y="1"/>
                    <a:pt x="129" y="6"/>
                    <a:pt x="104" y="18"/>
                  </a:cubicBezTo>
                  <a:cubicBezTo>
                    <a:pt x="34" y="34"/>
                    <a:pt x="1" y="104"/>
                    <a:pt x="1" y="137"/>
                  </a:cubicBezTo>
                  <a:cubicBezTo>
                    <a:pt x="12" y="172"/>
                    <a:pt x="45" y="191"/>
                    <a:pt x="87" y="191"/>
                  </a:cubicBezTo>
                  <a:cubicBezTo>
                    <a:pt x="109" y="191"/>
                    <a:pt x="133" y="186"/>
                    <a:pt x="158" y="174"/>
                  </a:cubicBezTo>
                  <a:cubicBezTo>
                    <a:pt x="207" y="154"/>
                    <a:pt x="261" y="88"/>
                    <a:pt x="240" y="51"/>
                  </a:cubicBezTo>
                  <a:cubicBezTo>
                    <a:pt x="229" y="19"/>
                    <a:pt x="205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5" name="Google Shape;22315;p71"/>
            <p:cNvSpPr/>
            <p:nvPr/>
          </p:nvSpPr>
          <p:spPr>
            <a:xfrm>
              <a:off x="4679325" y="2292625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74" y="1"/>
                  </a:moveTo>
                  <a:cubicBezTo>
                    <a:pt x="103" y="1"/>
                    <a:pt x="33" y="54"/>
                    <a:pt x="17" y="104"/>
                  </a:cubicBezTo>
                  <a:cubicBezTo>
                    <a:pt x="0" y="157"/>
                    <a:pt x="33" y="207"/>
                    <a:pt x="103" y="207"/>
                  </a:cubicBezTo>
                  <a:cubicBezTo>
                    <a:pt x="120" y="207"/>
                    <a:pt x="136" y="207"/>
                    <a:pt x="153" y="190"/>
                  </a:cubicBezTo>
                  <a:cubicBezTo>
                    <a:pt x="174" y="190"/>
                    <a:pt x="174" y="190"/>
                    <a:pt x="190" y="174"/>
                  </a:cubicBezTo>
                  <a:cubicBezTo>
                    <a:pt x="223" y="157"/>
                    <a:pt x="240" y="141"/>
                    <a:pt x="240" y="104"/>
                  </a:cubicBezTo>
                  <a:cubicBezTo>
                    <a:pt x="256" y="87"/>
                    <a:pt x="256" y="54"/>
                    <a:pt x="240" y="38"/>
                  </a:cubicBezTo>
                  <a:cubicBezTo>
                    <a:pt x="223" y="2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6" name="Google Shape;22316;p71"/>
            <p:cNvSpPr/>
            <p:nvPr/>
          </p:nvSpPr>
          <p:spPr>
            <a:xfrm>
              <a:off x="4657375" y="2420650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57" y="0"/>
                  </a:moveTo>
                  <a:cubicBezTo>
                    <a:pt x="140" y="0"/>
                    <a:pt x="103" y="0"/>
                    <a:pt x="70" y="17"/>
                  </a:cubicBezTo>
                  <a:cubicBezTo>
                    <a:pt x="37" y="33"/>
                    <a:pt x="21" y="70"/>
                    <a:pt x="21" y="87"/>
                  </a:cubicBezTo>
                  <a:cubicBezTo>
                    <a:pt x="0" y="136"/>
                    <a:pt x="21" y="174"/>
                    <a:pt x="54" y="190"/>
                  </a:cubicBezTo>
                  <a:lnTo>
                    <a:pt x="87" y="190"/>
                  </a:lnTo>
                  <a:cubicBezTo>
                    <a:pt x="103" y="190"/>
                    <a:pt x="124" y="190"/>
                    <a:pt x="157" y="174"/>
                  </a:cubicBezTo>
                  <a:cubicBezTo>
                    <a:pt x="173" y="174"/>
                    <a:pt x="206" y="136"/>
                    <a:pt x="227" y="120"/>
                  </a:cubicBezTo>
                  <a:cubicBezTo>
                    <a:pt x="227" y="103"/>
                    <a:pt x="243" y="103"/>
                    <a:pt x="243" y="87"/>
                  </a:cubicBezTo>
                  <a:cubicBezTo>
                    <a:pt x="260" y="33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7" name="Google Shape;22317;p71"/>
            <p:cNvSpPr/>
            <p:nvPr/>
          </p:nvSpPr>
          <p:spPr>
            <a:xfrm>
              <a:off x="4653150" y="2408175"/>
              <a:ext cx="6400" cy="4925"/>
            </a:xfrm>
            <a:custGeom>
              <a:avLst/>
              <a:gdLst/>
              <a:ahLst/>
              <a:cxnLst/>
              <a:rect l="l" t="t" r="r" b="b"/>
              <a:pathLst>
                <a:path w="256" h="197" extrusionOk="0">
                  <a:moveTo>
                    <a:pt x="159" y="0"/>
                  </a:moveTo>
                  <a:cubicBezTo>
                    <a:pt x="140" y="0"/>
                    <a:pt x="120" y="6"/>
                    <a:pt x="103" y="17"/>
                  </a:cubicBezTo>
                  <a:cubicBezTo>
                    <a:pt x="33" y="38"/>
                    <a:pt x="0" y="104"/>
                    <a:pt x="0" y="157"/>
                  </a:cubicBezTo>
                  <a:cubicBezTo>
                    <a:pt x="12" y="181"/>
                    <a:pt x="53" y="197"/>
                    <a:pt x="100" y="197"/>
                  </a:cubicBezTo>
                  <a:cubicBezTo>
                    <a:pt x="117" y="197"/>
                    <a:pt x="135" y="195"/>
                    <a:pt x="153" y="190"/>
                  </a:cubicBezTo>
                  <a:cubicBezTo>
                    <a:pt x="206" y="157"/>
                    <a:pt x="256" y="87"/>
                    <a:pt x="239" y="54"/>
                  </a:cubicBezTo>
                  <a:cubicBezTo>
                    <a:pt x="229" y="19"/>
                    <a:pt x="195" y="0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8" name="Google Shape;22318;p71"/>
            <p:cNvSpPr/>
            <p:nvPr/>
          </p:nvSpPr>
          <p:spPr>
            <a:xfrm>
              <a:off x="4680150" y="234077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3" y="17"/>
                    <a:pt x="70" y="33"/>
                  </a:cubicBezTo>
                  <a:cubicBezTo>
                    <a:pt x="54" y="54"/>
                    <a:pt x="17" y="70"/>
                    <a:pt x="17" y="103"/>
                  </a:cubicBezTo>
                  <a:cubicBezTo>
                    <a:pt x="0" y="120"/>
                    <a:pt x="0" y="157"/>
                    <a:pt x="17" y="173"/>
                  </a:cubicBezTo>
                  <a:cubicBezTo>
                    <a:pt x="37" y="190"/>
                    <a:pt x="70" y="190"/>
                    <a:pt x="87" y="190"/>
                  </a:cubicBezTo>
                  <a:lnTo>
                    <a:pt x="157" y="190"/>
                  </a:lnTo>
                  <a:cubicBezTo>
                    <a:pt x="174" y="173"/>
                    <a:pt x="174" y="173"/>
                    <a:pt x="190" y="173"/>
                  </a:cubicBezTo>
                  <a:cubicBezTo>
                    <a:pt x="207" y="157"/>
                    <a:pt x="244" y="120"/>
                    <a:pt x="244" y="103"/>
                  </a:cubicBezTo>
                  <a:cubicBezTo>
                    <a:pt x="260" y="33"/>
                    <a:pt x="223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9" name="Google Shape;22319;p71"/>
            <p:cNvSpPr/>
            <p:nvPr/>
          </p:nvSpPr>
          <p:spPr>
            <a:xfrm>
              <a:off x="4632950" y="238755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53" y="1"/>
                  </a:moveTo>
                  <a:cubicBezTo>
                    <a:pt x="120" y="1"/>
                    <a:pt x="87" y="17"/>
                    <a:pt x="70" y="55"/>
                  </a:cubicBezTo>
                  <a:cubicBezTo>
                    <a:pt x="17" y="88"/>
                    <a:pt x="0" y="158"/>
                    <a:pt x="50" y="191"/>
                  </a:cubicBezTo>
                  <a:lnTo>
                    <a:pt x="136" y="191"/>
                  </a:lnTo>
                  <a:cubicBezTo>
                    <a:pt x="136" y="191"/>
                    <a:pt x="153" y="191"/>
                    <a:pt x="173" y="174"/>
                  </a:cubicBezTo>
                  <a:cubicBezTo>
                    <a:pt x="190" y="174"/>
                    <a:pt x="206" y="158"/>
                    <a:pt x="223" y="141"/>
                  </a:cubicBezTo>
                  <a:cubicBezTo>
                    <a:pt x="276" y="104"/>
                    <a:pt x="276" y="38"/>
                    <a:pt x="223" y="17"/>
                  </a:cubicBezTo>
                  <a:cubicBezTo>
                    <a:pt x="206" y="1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0" name="Google Shape;22320;p71"/>
            <p:cNvSpPr/>
            <p:nvPr/>
          </p:nvSpPr>
          <p:spPr>
            <a:xfrm>
              <a:off x="4683650" y="2351475"/>
              <a:ext cx="6425" cy="5200"/>
            </a:xfrm>
            <a:custGeom>
              <a:avLst/>
              <a:gdLst/>
              <a:ahLst/>
              <a:cxnLst/>
              <a:rect l="l" t="t" r="r" b="b"/>
              <a:pathLst>
                <a:path w="257" h="208" extrusionOk="0">
                  <a:moveTo>
                    <a:pt x="170" y="1"/>
                  </a:moveTo>
                  <a:cubicBezTo>
                    <a:pt x="137" y="1"/>
                    <a:pt x="104" y="17"/>
                    <a:pt x="67" y="38"/>
                  </a:cubicBezTo>
                  <a:cubicBezTo>
                    <a:pt x="50" y="55"/>
                    <a:pt x="34" y="71"/>
                    <a:pt x="17" y="104"/>
                  </a:cubicBezTo>
                  <a:cubicBezTo>
                    <a:pt x="1" y="158"/>
                    <a:pt x="34" y="207"/>
                    <a:pt x="83" y="207"/>
                  </a:cubicBezTo>
                  <a:cubicBezTo>
                    <a:pt x="120" y="207"/>
                    <a:pt x="137" y="191"/>
                    <a:pt x="153" y="191"/>
                  </a:cubicBezTo>
                  <a:cubicBezTo>
                    <a:pt x="186" y="174"/>
                    <a:pt x="223" y="141"/>
                    <a:pt x="240" y="104"/>
                  </a:cubicBezTo>
                  <a:cubicBezTo>
                    <a:pt x="256" y="55"/>
                    <a:pt x="223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1" name="Google Shape;22321;p71"/>
            <p:cNvSpPr/>
            <p:nvPr/>
          </p:nvSpPr>
          <p:spPr>
            <a:xfrm>
              <a:off x="4636750" y="23510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17"/>
                    <a:pt x="71" y="33"/>
                  </a:cubicBezTo>
                  <a:cubicBezTo>
                    <a:pt x="54" y="54"/>
                    <a:pt x="38" y="71"/>
                    <a:pt x="21" y="103"/>
                  </a:cubicBezTo>
                  <a:cubicBezTo>
                    <a:pt x="1" y="157"/>
                    <a:pt x="21" y="190"/>
                    <a:pt x="71" y="190"/>
                  </a:cubicBezTo>
                  <a:cubicBezTo>
                    <a:pt x="71" y="207"/>
                    <a:pt x="87" y="207"/>
                    <a:pt x="104" y="207"/>
                  </a:cubicBezTo>
                  <a:cubicBezTo>
                    <a:pt x="124" y="207"/>
                    <a:pt x="141" y="190"/>
                    <a:pt x="157" y="190"/>
                  </a:cubicBezTo>
                  <a:cubicBezTo>
                    <a:pt x="190" y="174"/>
                    <a:pt x="207" y="157"/>
                    <a:pt x="227" y="120"/>
                  </a:cubicBezTo>
                  <a:cubicBezTo>
                    <a:pt x="244" y="120"/>
                    <a:pt x="244" y="103"/>
                    <a:pt x="244" y="103"/>
                  </a:cubicBezTo>
                  <a:cubicBezTo>
                    <a:pt x="260" y="54"/>
                    <a:pt x="22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2" name="Google Shape;22322;p71"/>
            <p:cNvSpPr/>
            <p:nvPr/>
          </p:nvSpPr>
          <p:spPr>
            <a:xfrm>
              <a:off x="4688300" y="23296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17"/>
                    <a:pt x="70" y="34"/>
                  </a:cubicBezTo>
                  <a:cubicBezTo>
                    <a:pt x="54" y="50"/>
                    <a:pt x="21" y="87"/>
                    <a:pt x="21" y="104"/>
                  </a:cubicBezTo>
                  <a:cubicBezTo>
                    <a:pt x="0" y="137"/>
                    <a:pt x="21" y="170"/>
                    <a:pt x="37" y="191"/>
                  </a:cubicBezTo>
                  <a:cubicBezTo>
                    <a:pt x="54" y="191"/>
                    <a:pt x="70" y="207"/>
                    <a:pt x="87" y="207"/>
                  </a:cubicBezTo>
                  <a:cubicBezTo>
                    <a:pt x="103" y="207"/>
                    <a:pt x="140" y="207"/>
                    <a:pt x="157" y="191"/>
                  </a:cubicBezTo>
                  <a:cubicBezTo>
                    <a:pt x="190" y="170"/>
                    <a:pt x="227" y="137"/>
                    <a:pt x="243" y="104"/>
                  </a:cubicBezTo>
                  <a:lnTo>
                    <a:pt x="243" y="87"/>
                  </a:lnTo>
                  <a:cubicBezTo>
                    <a:pt x="260" y="50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3" name="Google Shape;22323;p71"/>
            <p:cNvSpPr/>
            <p:nvPr/>
          </p:nvSpPr>
          <p:spPr>
            <a:xfrm>
              <a:off x="4679725" y="22815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58" y="0"/>
                    <a:pt x="120" y="17"/>
                    <a:pt x="87" y="33"/>
                  </a:cubicBezTo>
                  <a:cubicBezTo>
                    <a:pt x="54" y="54"/>
                    <a:pt x="34" y="71"/>
                    <a:pt x="34" y="104"/>
                  </a:cubicBezTo>
                  <a:cubicBezTo>
                    <a:pt x="1" y="157"/>
                    <a:pt x="34" y="207"/>
                    <a:pt x="104" y="207"/>
                  </a:cubicBezTo>
                  <a:cubicBezTo>
                    <a:pt x="120" y="207"/>
                    <a:pt x="158" y="190"/>
                    <a:pt x="174" y="190"/>
                  </a:cubicBezTo>
                  <a:lnTo>
                    <a:pt x="191" y="174"/>
                  </a:lnTo>
                  <a:cubicBezTo>
                    <a:pt x="224" y="157"/>
                    <a:pt x="240" y="120"/>
                    <a:pt x="261" y="104"/>
                  </a:cubicBezTo>
                  <a:cubicBezTo>
                    <a:pt x="261" y="71"/>
                    <a:pt x="261" y="54"/>
                    <a:pt x="240" y="33"/>
                  </a:cubicBezTo>
                  <a:cubicBezTo>
                    <a:pt x="240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4" name="Google Shape;22324;p71"/>
            <p:cNvSpPr/>
            <p:nvPr/>
          </p:nvSpPr>
          <p:spPr>
            <a:xfrm>
              <a:off x="4683125" y="230685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5" y="0"/>
                  </a:moveTo>
                  <a:cubicBezTo>
                    <a:pt x="154" y="0"/>
                    <a:pt x="129" y="6"/>
                    <a:pt x="104" y="17"/>
                  </a:cubicBezTo>
                  <a:cubicBezTo>
                    <a:pt x="38" y="34"/>
                    <a:pt x="1" y="104"/>
                    <a:pt x="22" y="153"/>
                  </a:cubicBezTo>
                  <a:cubicBezTo>
                    <a:pt x="34" y="181"/>
                    <a:pt x="64" y="197"/>
                    <a:pt x="107" y="197"/>
                  </a:cubicBezTo>
                  <a:cubicBezTo>
                    <a:pt x="122" y="197"/>
                    <a:pt x="139" y="195"/>
                    <a:pt x="158" y="190"/>
                  </a:cubicBezTo>
                  <a:cubicBezTo>
                    <a:pt x="228" y="153"/>
                    <a:pt x="261" y="104"/>
                    <a:pt x="244" y="50"/>
                  </a:cubicBezTo>
                  <a:cubicBezTo>
                    <a:pt x="244" y="18"/>
                    <a:pt x="215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5" name="Google Shape;22325;p71"/>
            <p:cNvSpPr/>
            <p:nvPr/>
          </p:nvSpPr>
          <p:spPr>
            <a:xfrm>
              <a:off x="4778075" y="2363225"/>
              <a:ext cx="6500" cy="5075"/>
            </a:xfrm>
            <a:custGeom>
              <a:avLst/>
              <a:gdLst/>
              <a:ahLst/>
              <a:cxnLst/>
              <a:rect l="l" t="t" r="r" b="b"/>
              <a:pathLst>
                <a:path w="260" h="203" extrusionOk="0">
                  <a:moveTo>
                    <a:pt x="188" y="1"/>
                  </a:moveTo>
                  <a:cubicBezTo>
                    <a:pt x="173" y="1"/>
                    <a:pt x="157" y="5"/>
                    <a:pt x="140" y="13"/>
                  </a:cubicBezTo>
                  <a:cubicBezTo>
                    <a:pt x="120" y="13"/>
                    <a:pt x="87" y="30"/>
                    <a:pt x="54" y="46"/>
                  </a:cubicBezTo>
                  <a:cubicBezTo>
                    <a:pt x="17" y="100"/>
                    <a:pt x="0" y="166"/>
                    <a:pt x="54" y="186"/>
                  </a:cubicBezTo>
                  <a:cubicBezTo>
                    <a:pt x="70" y="203"/>
                    <a:pt x="103" y="203"/>
                    <a:pt x="140" y="203"/>
                  </a:cubicBezTo>
                  <a:cubicBezTo>
                    <a:pt x="140" y="203"/>
                    <a:pt x="157" y="186"/>
                    <a:pt x="173" y="186"/>
                  </a:cubicBezTo>
                  <a:cubicBezTo>
                    <a:pt x="190" y="186"/>
                    <a:pt x="206" y="166"/>
                    <a:pt x="223" y="149"/>
                  </a:cubicBezTo>
                  <a:cubicBezTo>
                    <a:pt x="243" y="133"/>
                    <a:pt x="260" y="100"/>
                    <a:pt x="260" y="83"/>
                  </a:cubicBezTo>
                  <a:cubicBezTo>
                    <a:pt x="260" y="46"/>
                    <a:pt x="243" y="30"/>
                    <a:pt x="223" y="13"/>
                  </a:cubicBezTo>
                  <a:cubicBezTo>
                    <a:pt x="215" y="5"/>
                    <a:pt x="202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6" name="Google Shape;22326;p71"/>
            <p:cNvSpPr/>
            <p:nvPr/>
          </p:nvSpPr>
          <p:spPr>
            <a:xfrm>
              <a:off x="4824850" y="23051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1"/>
                  </a:moveTo>
                  <a:cubicBezTo>
                    <a:pt x="125" y="1"/>
                    <a:pt x="104" y="17"/>
                    <a:pt x="71" y="38"/>
                  </a:cubicBezTo>
                  <a:cubicBezTo>
                    <a:pt x="38" y="54"/>
                    <a:pt x="22" y="87"/>
                    <a:pt x="1" y="104"/>
                  </a:cubicBezTo>
                  <a:cubicBezTo>
                    <a:pt x="1" y="141"/>
                    <a:pt x="1" y="157"/>
                    <a:pt x="22" y="174"/>
                  </a:cubicBezTo>
                  <a:cubicBezTo>
                    <a:pt x="38" y="190"/>
                    <a:pt x="55" y="207"/>
                    <a:pt x="88" y="207"/>
                  </a:cubicBezTo>
                  <a:cubicBezTo>
                    <a:pt x="104" y="207"/>
                    <a:pt x="125" y="207"/>
                    <a:pt x="141" y="190"/>
                  </a:cubicBezTo>
                  <a:cubicBezTo>
                    <a:pt x="158" y="190"/>
                    <a:pt x="174" y="174"/>
                    <a:pt x="174" y="174"/>
                  </a:cubicBezTo>
                  <a:cubicBezTo>
                    <a:pt x="207" y="157"/>
                    <a:pt x="228" y="141"/>
                    <a:pt x="244" y="104"/>
                  </a:cubicBezTo>
                  <a:cubicBezTo>
                    <a:pt x="261" y="54"/>
                    <a:pt x="228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7" name="Google Shape;22327;p71"/>
            <p:cNvSpPr/>
            <p:nvPr/>
          </p:nvSpPr>
          <p:spPr>
            <a:xfrm>
              <a:off x="4831775" y="2280675"/>
              <a:ext cx="6000" cy="500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157" y="0"/>
                  </a:moveTo>
                  <a:cubicBezTo>
                    <a:pt x="136" y="0"/>
                    <a:pt x="120" y="0"/>
                    <a:pt x="103" y="17"/>
                  </a:cubicBezTo>
                  <a:cubicBezTo>
                    <a:pt x="33" y="50"/>
                    <a:pt x="0" y="104"/>
                    <a:pt x="0" y="153"/>
                  </a:cubicBezTo>
                  <a:cubicBezTo>
                    <a:pt x="11" y="188"/>
                    <a:pt x="44" y="200"/>
                    <a:pt x="84" y="200"/>
                  </a:cubicBezTo>
                  <a:cubicBezTo>
                    <a:pt x="107" y="200"/>
                    <a:pt x="132" y="196"/>
                    <a:pt x="157" y="190"/>
                  </a:cubicBezTo>
                  <a:cubicBezTo>
                    <a:pt x="173" y="170"/>
                    <a:pt x="190" y="170"/>
                    <a:pt x="190" y="153"/>
                  </a:cubicBezTo>
                  <a:cubicBezTo>
                    <a:pt x="223" y="120"/>
                    <a:pt x="239" y="87"/>
                    <a:pt x="239" y="50"/>
                  </a:cubicBezTo>
                  <a:cubicBezTo>
                    <a:pt x="223" y="17"/>
                    <a:pt x="19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8" name="Google Shape;22328;p71"/>
            <p:cNvSpPr/>
            <p:nvPr/>
          </p:nvSpPr>
          <p:spPr>
            <a:xfrm>
              <a:off x="4822850" y="2291800"/>
              <a:ext cx="6375" cy="4850"/>
            </a:xfrm>
            <a:custGeom>
              <a:avLst/>
              <a:gdLst/>
              <a:ahLst/>
              <a:cxnLst/>
              <a:rect l="l" t="t" r="r" b="b"/>
              <a:pathLst>
                <a:path w="255" h="194" extrusionOk="0">
                  <a:moveTo>
                    <a:pt x="168" y="1"/>
                  </a:moveTo>
                  <a:cubicBezTo>
                    <a:pt x="135" y="1"/>
                    <a:pt x="102" y="17"/>
                    <a:pt x="81" y="34"/>
                  </a:cubicBezTo>
                  <a:cubicBezTo>
                    <a:pt x="48" y="54"/>
                    <a:pt x="31" y="71"/>
                    <a:pt x="15" y="104"/>
                  </a:cubicBezTo>
                  <a:cubicBezTo>
                    <a:pt x="1" y="150"/>
                    <a:pt x="24" y="194"/>
                    <a:pt x="76" y="194"/>
                  </a:cubicBezTo>
                  <a:cubicBezTo>
                    <a:pt x="84" y="194"/>
                    <a:pt x="92" y="193"/>
                    <a:pt x="102" y="190"/>
                  </a:cubicBezTo>
                  <a:lnTo>
                    <a:pt x="151" y="190"/>
                  </a:lnTo>
                  <a:cubicBezTo>
                    <a:pt x="168" y="174"/>
                    <a:pt x="168" y="174"/>
                    <a:pt x="184" y="174"/>
                  </a:cubicBezTo>
                  <a:cubicBezTo>
                    <a:pt x="221" y="157"/>
                    <a:pt x="238" y="120"/>
                    <a:pt x="238" y="104"/>
                  </a:cubicBezTo>
                  <a:cubicBezTo>
                    <a:pt x="254" y="71"/>
                    <a:pt x="254" y="54"/>
                    <a:pt x="238" y="34"/>
                  </a:cubicBezTo>
                  <a:cubicBezTo>
                    <a:pt x="221" y="17"/>
                    <a:pt x="205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9" name="Google Shape;22329;p71"/>
            <p:cNvSpPr/>
            <p:nvPr/>
          </p:nvSpPr>
          <p:spPr>
            <a:xfrm>
              <a:off x="4832600" y="232665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0"/>
                    <a:pt x="21" y="66"/>
                    <a:pt x="21" y="103"/>
                  </a:cubicBezTo>
                  <a:cubicBezTo>
                    <a:pt x="0" y="153"/>
                    <a:pt x="37" y="206"/>
                    <a:pt x="87" y="206"/>
                  </a:cubicBezTo>
                  <a:cubicBezTo>
                    <a:pt x="103" y="206"/>
                    <a:pt x="140" y="186"/>
                    <a:pt x="157" y="186"/>
                  </a:cubicBezTo>
                  <a:cubicBezTo>
                    <a:pt x="157" y="186"/>
                    <a:pt x="173" y="169"/>
                    <a:pt x="190" y="169"/>
                  </a:cubicBezTo>
                  <a:cubicBezTo>
                    <a:pt x="206" y="153"/>
                    <a:pt x="227" y="120"/>
                    <a:pt x="243" y="103"/>
                  </a:cubicBezTo>
                  <a:cubicBezTo>
                    <a:pt x="260" y="50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0" name="Google Shape;22330;p71"/>
            <p:cNvSpPr/>
            <p:nvPr/>
          </p:nvSpPr>
          <p:spPr>
            <a:xfrm>
              <a:off x="4827025" y="231742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83" y="0"/>
                  </a:moveTo>
                  <a:cubicBezTo>
                    <a:pt x="140" y="0"/>
                    <a:pt x="91" y="20"/>
                    <a:pt x="54" y="60"/>
                  </a:cubicBezTo>
                  <a:cubicBezTo>
                    <a:pt x="1" y="93"/>
                    <a:pt x="1" y="163"/>
                    <a:pt x="38" y="180"/>
                  </a:cubicBezTo>
                  <a:cubicBezTo>
                    <a:pt x="71" y="196"/>
                    <a:pt x="87" y="196"/>
                    <a:pt x="120" y="196"/>
                  </a:cubicBezTo>
                  <a:cubicBezTo>
                    <a:pt x="141" y="196"/>
                    <a:pt x="141" y="196"/>
                    <a:pt x="157" y="180"/>
                  </a:cubicBezTo>
                  <a:cubicBezTo>
                    <a:pt x="174" y="180"/>
                    <a:pt x="190" y="163"/>
                    <a:pt x="207" y="143"/>
                  </a:cubicBezTo>
                  <a:cubicBezTo>
                    <a:pt x="260" y="93"/>
                    <a:pt x="260" y="39"/>
                    <a:pt x="223" y="6"/>
                  </a:cubicBezTo>
                  <a:cubicBezTo>
                    <a:pt x="211" y="2"/>
                    <a:pt x="198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1" name="Google Shape;22331;p71"/>
            <p:cNvSpPr/>
            <p:nvPr/>
          </p:nvSpPr>
          <p:spPr>
            <a:xfrm>
              <a:off x="4822275" y="23493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21"/>
                    <a:pt x="87" y="37"/>
                  </a:cubicBezTo>
                  <a:cubicBezTo>
                    <a:pt x="54" y="54"/>
                    <a:pt x="38" y="87"/>
                    <a:pt x="21" y="103"/>
                  </a:cubicBezTo>
                  <a:cubicBezTo>
                    <a:pt x="1" y="157"/>
                    <a:pt x="21" y="190"/>
                    <a:pt x="71" y="206"/>
                  </a:cubicBezTo>
                  <a:lnTo>
                    <a:pt x="104" y="206"/>
                  </a:lnTo>
                  <a:cubicBezTo>
                    <a:pt x="125" y="206"/>
                    <a:pt x="141" y="206"/>
                    <a:pt x="158" y="190"/>
                  </a:cubicBezTo>
                  <a:cubicBezTo>
                    <a:pt x="191" y="173"/>
                    <a:pt x="228" y="157"/>
                    <a:pt x="244" y="141"/>
                  </a:cubicBezTo>
                  <a:lnTo>
                    <a:pt x="244" y="103"/>
                  </a:lnTo>
                  <a:cubicBezTo>
                    <a:pt x="261" y="54"/>
                    <a:pt x="228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2" name="Google Shape;22332;p71"/>
            <p:cNvSpPr/>
            <p:nvPr/>
          </p:nvSpPr>
          <p:spPr>
            <a:xfrm>
              <a:off x="4818050" y="2337200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57" y="1"/>
                  </a:moveTo>
                  <a:cubicBezTo>
                    <a:pt x="140" y="1"/>
                    <a:pt x="122" y="3"/>
                    <a:pt x="104" y="7"/>
                  </a:cubicBezTo>
                  <a:cubicBezTo>
                    <a:pt x="50" y="40"/>
                    <a:pt x="1" y="94"/>
                    <a:pt x="17" y="143"/>
                  </a:cubicBezTo>
                  <a:cubicBezTo>
                    <a:pt x="28" y="177"/>
                    <a:pt x="53" y="196"/>
                    <a:pt x="87" y="196"/>
                  </a:cubicBezTo>
                  <a:cubicBezTo>
                    <a:pt x="107" y="196"/>
                    <a:pt x="129" y="190"/>
                    <a:pt x="153" y="176"/>
                  </a:cubicBezTo>
                  <a:cubicBezTo>
                    <a:pt x="223" y="160"/>
                    <a:pt x="256" y="94"/>
                    <a:pt x="256" y="40"/>
                  </a:cubicBezTo>
                  <a:cubicBezTo>
                    <a:pt x="244" y="16"/>
                    <a:pt x="20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3" name="Google Shape;22333;p71"/>
            <p:cNvSpPr/>
            <p:nvPr/>
          </p:nvSpPr>
          <p:spPr>
            <a:xfrm>
              <a:off x="4830525" y="2270875"/>
              <a:ext cx="6000" cy="4900"/>
            </a:xfrm>
            <a:custGeom>
              <a:avLst/>
              <a:gdLst/>
              <a:ahLst/>
              <a:cxnLst/>
              <a:rect l="l" t="t" r="r" b="b"/>
              <a:pathLst>
                <a:path w="240" h="196" extrusionOk="0">
                  <a:moveTo>
                    <a:pt x="151" y="1"/>
                  </a:moveTo>
                  <a:cubicBezTo>
                    <a:pt x="132" y="1"/>
                    <a:pt x="110" y="5"/>
                    <a:pt x="83" y="13"/>
                  </a:cubicBezTo>
                  <a:cubicBezTo>
                    <a:pt x="50" y="30"/>
                    <a:pt x="17" y="67"/>
                    <a:pt x="1" y="100"/>
                  </a:cubicBezTo>
                  <a:lnTo>
                    <a:pt x="1" y="149"/>
                  </a:lnTo>
                  <a:cubicBezTo>
                    <a:pt x="11" y="184"/>
                    <a:pt x="36" y="196"/>
                    <a:pt x="70" y="196"/>
                  </a:cubicBezTo>
                  <a:cubicBezTo>
                    <a:pt x="89" y="196"/>
                    <a:pt x="112" y="192"/>
                    <a:pt x="137" y="186"/>
                  </a:cubicBezTo>
                  <a:cubicBezTo>
                    <a:pt x="207" y="149"/>
                    <a:pt x="240" y="100"/>
                    <a:pt x="223" y="46"/>
                  </a:cubicBezTo>
                  <a:cubicBezTo>
                    <a:pt x="223" y="30"/>
                    <a:pt x="223" y="30"/>
                    <a:pt x="207" y="13"/>
                  </a:cubicBezTo>
                  <a:cubicBezTo>
                    <a:pt x="188" y="5"/>
                    <a:pt x="171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4" name="Google Shape;22334;p71"/>
            <p:cNvSpPr/>
            <p:nvPr/>
          </p:nvSpPr>
          <p:spPr>
            <a:xfrm>
              <a:off x="4814150" y="237427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87" y="33"/>
                  </a:cubicBezTo>
                  <a:cubicBezTo>
                    <a:pt x="54" y="54"/>
                    <a:pt x="37" y="70"/>
                    <a:pt x="17" y="103"/>
                  </a:cubicBezTo>
                  <a:cubicBezTo>
                    <a:pt x="0" y="157"/>
                    <a:pt x="37" y="206"/>
                    <a:pt x="103" y="206"/>
                  </a:cubicBezTo>
                  <a:cubicBezTo>
                    <a:pt x="120" y="206"/>
                    <a:pt x="140" y="190"/>
                    <a:pt x="157" y="190"/>
                  </a:cubicBezTo>
                  <a:cubicBezTo>
                    <a:pt x="173" y="190"/>
                    <a:pt x="173" y="173"/>
                    <a:pt x="190" y="173"/>
                  </a:cubicBezTo>
                  <a:cubicBezTo>
                    <a:pt x="223" y="157"/>
                    <a:pt x="243" y="120"/>
                    <a:pt x="243" y="103"/>
                  </a:cubicBezTo>
                  <a:cubicBezTo>
                    <a:pt x="260" y="70"/>
                    <a:pt x="260" y="54"/>
                    <a:pt x="243" y="33"/>
                  </a:cubicBezTo>
                  <a:cubicBezTo>
                    <a:pt x="223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5" name="Google Shape;22335;p71"/>
            <p:cNvSpPr/>
            <p:nvPr/>
          </p:nvSpPr>
          <p:spPr>
            <a:xfrm>
              <a:off x="4796100" y="242222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55" y="1"/>
                  </a:moveTo>
                  <a:cubicBezTo>
                    <a:pt x="140" y="1"/>
                    <a:pt x="122" y="3"/>
                    <a:pt x="104" y="7"/>
                  </a:cubicBezTo>
                  <a:cubicBezTo>
                    <a:pt x="38" y="40"/>
                    <a:pt x="1" y="111"/>
                    <a:pt x="17" y="144"/>
                  </a:cubicBezTo>
                  <a:cubicBezTo>
                    <a:pt x="17" y="177"/>
                    <a:pt x="45" y="197"/>
                    <a:pt x="84" y="197"/>
                  </a:cubicBezTo>
                  <a:cubicBezTo>
                    <a:pt x="106" y="197"/>
                    <a:pt x="132" y="190"/>
                    <a:pt x="157" y="177"/>
                  </a:cubicBezTo>
                  <a:cubicBezTo>
                    <a:pt x="223" y="160"/>
                    <a:pt x="260" y="94"/>
                    <a:pt x="244" y="40"/>
                  </a:cubicBezTo>
                  <a:cubicBezTo>
                    <a:pt x="229" y="16"/>
                    <a:pt x="198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6" name="Google Shape;22336;p71"/>
            <p:cNvSpPr/>
            <p:nvPr/>
          </p:nvSpPr>
          <p:spPr>
            <a:xfrm>
              <a:off x="4802600" y="2396225"/>
              <a:ext cx="6400" cy="4650"/>
            </a:xfrm>
            <a:custGeom>
              <a:avLst/>
              <a:gdLst/>
              <a:ahLst/>
              <a:cxnLst/>
              <a:rect l="l" t="t" r="r" b="b"/>
              <a:pathLst>
                <a:path w="256" h="186" extrusionOk="0">
                  <a:moveTo>
                    <a:pt x="169" y="0"/>
                  </a:moveTo>
                  <a:cubicBezTo>
                    <a:pt x="120" y="0"/>
                    <a:pt x="50" y="33"/>
                    <a:pt x="33" y="103"/>
                  </a:cubicBezTo>
                  <a:cubicBezTo>
                    <a:pt x="0" y="153"/>
                    <a:pt x="33" y="186"/>
                    <a:pt x="103" y="186"/>
                  </a:cubicBezTo>
                  <a:lnTo>
                    <a:pt x="169" y="186"/>
                  </a:lnTo>
                  <a:cubicBezTo>
                    <a:pt x="169" y="169"/>
                    <a:pt x="190" y="169"/>
                    <a:pt x="190" y="169"/>
                  </a:cubicBezTo>
                  <a:cubicBezTo>
                    <a:pt x="223" y="153"/>
                    <a:pt x="240" y="120"/>
                    <a:pt x="256" y="103"/>
                  </a:cubicBezTo>
                  <a:cubicBezTo>
                    <a:pt x="256" y="66"/>
                    <a:pt x="256" y="50"/>
                    <a:pt x="240" y="17"/>
                  </a:cubicBezTo>
                  <a:cubicBezTo>
                    <a:pt x="223" y="0"/>
                    <a:pt x="207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7" name="Google Shape;22337;p71"/>
            <p:cNvSpPr/>
            <p:nvPr/>
          </p:nvSpPr>
          <p:spPr>
            <a:xfrm>
              <a:off x="4803425" y="23849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36" y="1"/>
                    <a:pt x="103" y="1"/>
                    <a:pt x="70" y="17"/>
                  </a:cubicBezTo>
                  <a:cubicBezTo>
                    <a:pt x="54" y="38"/>
                    <a:pt x="33" y="71"/>
                    <a:pt x="17" y="87"/>
                  </a:cubicBezTo>
                  <a:cubicBezTo>
                    <a:pt x="0" y="141"/>
                    <a:pt x="33" y="191"/>
                    <a:pt x="87" y="191"/>
                  </a:cubicBezTo>
                  <a:cubicBezTo>
                    <a:pt x="120" y="191"/>
                    <a:pt x="136" y="191"/>
                    <a:pt x="157" y="174"/>
                  </a:cubicBezTo>
                  <a:cubicBezTo>
                    <a:pt x="174" y="174"/>
                    <a:pt x="174" y="174"/>
                    <a:pt x="190" y="158"/>
                  </a:cubicBezTo>
                  <a:cubicBezTo>
                    <a:pt x="207" y="141"/>
                    <a:pt x="239" y="120"/>
                    <a:pt x="239" y="87"/>
                  </a:cubicBezTo>
                  <a:cubicBezTo>
                    <a:pt x="260" y="71"/>
                    <a:pt x="260" y="38"/>
                    <a:pt x="239" y="17"/>
                  </a:cubicBezTo>
                  <a:cubicBezTo>
                    <a:pt x="223" y="1"/>
                    <a:pt x="19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8" name="Google Shape;22338;p71"/>
            <p:cNvSpPr/>
            <p:nvPr/>
          </p:nvSpPr>
          <p:spPr>
            <a:xfrm>
              <a:off x="4808975" y="2362725"/>
              <a:ext cx="6950" cy="4650"/>
            </a:xfrm>
            <a:custGeom>
              <a:avLst/>
              <a:gdLst/>
              <a:ahLst/>
              <a:cxnLst/>
              <a:rect l="l" t="t" r="r" b="b"/>
              <a:pathLst>
                <a:path w="278" h="186" extrusionOk="0">
                  <a:moveTo>
                    <a:pt x="174" y="0"/>
                  </a:moveTo>
                  <a:cubicBezTo>
                    <a:pt x="141" y="0"/>
                    <a:pt x="121" y="0"/>
                    <a:pt x="88" y="17"/>
                  </a:cubicBezTo>
                  <a:cubicBezTo>
                    <a:pt x="55" y="33"/>
                    <a:pt x="38" y="66"/>
                    <a:pt x="17" y="83"/>
                  </a:cubicBezTo>
                  <a:cubicBezTo>
                    <a:pt x="1" y="153"/>
                    <a:pt x="38" y="186"/>
                    <a:pt x="104" y="186"/>
                  </a:cubicBezTo>
                  <a:cubicBezTo>
                    <a:pt x="121" y="186"/>
                    <a:pt x="141" y="186"/>
                    <a:pt x="158" y="169"/>
                  </a:cubicBezTo>
                  <a:cubicBezTo>
                    <a:pt x="174" y="169"/>
                    <a:pt x="191" y="169"/>
                    <a:pt x="191" y="153"/>
                  </a:cubicBezTo>
                  <a:cubicBezTo>
                    <a:pt x="224" y="136"/>
                    <a:pt x="244" y="120"/>
                    <a:pt x="261" y="83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9" name="Google Shape;22339;p71"/>
            <p:cNvSpPr/>
            <p:nvPr/>
          </p:nvSpPr>
          <p:spPr>
            <a:xfrm>
              <a:off x="4806400" y="24101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59" y="1"/>
                  </a:moveTo>
                  <a:cubicBezTo>
                    <a:pt x="142" y="1"/>
                    <a:pt x="123" y="3"/>
                    <a:pt x="104" y="7"/>
                  </a:cubicBezTo>
                  <a:cubicBezTo>
                    <a:pt x="55" y="40"/>
                    <a:pt x="1" y="94"/>
                    <a:pt x="17" y="143"/>
                  </a:cubicBezTo>
                  <a:cubicBezTo>
                    <a:pt x="31" y="178"/>
                    <a:pt x="64" y="197"/>
                    <a:pt x="99" y="197"/>
                  </a:cubicBezTo>
                  <a:cubicBezTo>
                    <a:pt x="119" y="197"/>
                    <a:pt x="139" y="192"/>
                    <a:pt x="158" y="180"/>
                  </a:cubicBezTo>
                  <a:cubicBezTo>
                    <a:pt x="224" y="164"/>
                    <a:pt x="261" y="94"/>
                    <a:pt x="261" y="40"/>
                  </a:cubicBezTo>
                  <a:cubicBezTo>
                    <a:pt x="249" y="16"/>
                    <a:pt x="208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0" name="Google Shape;22340;p71"/>
            <p:cNvSpPr/>
            <p:nvPr/>
          </p:nvSpPr>
          <p:spPr>
            <a:xfrm>
              <a:off x="4835175" y="2293150"/>
              <a:ext cx="6500" cy="4725"/>
            </a:xfrm>
            <a:custGeom>
              <a:avLst/>
              <a:gdLst/>
              <a:ahLst/>
              <a:cxnLst/>
              <a:rect l="l" t="t" r="r" b="b"/>
              <a:pathLst>
                <a:path w="260" h="189" extrusionOk="0">
                  <a:moveTo>
                    <a:pt x="103" y="0"/>
                  </a:moveTo>
                  <a:cubicBezTo>
                    <a:pt x="37" y="33"/>
                    <a:pt x="0" y="103"/>
                    <a:pt x="21" y="136"/>
                  </a:cubicBezTo>
                  <a:cubicBezTo>
                    <a:pt x="21" y="168"/>
                    <a:pt x="48" y="188"/>
                    <a:pt x="87" y="188"/>
                  </a:cubicBezTo>
                  <a:cubicBezTo>
                    <a:pt x="108" y="188"/>
                    <a:pt x="132" y="182"/>
                    <a:pt x="157" y="169"/>
                  </a:cubicBezTo>
                  <a:cubicBezTo>
                    <a:pt x="173" y="169"/>
                    <a:pt x="190" y="153"/>
                    <a:pt x="206" y="136"/>
                  </a:cubicBezTo>
                  <a:cubicBezTo>
                    <a:pt x="243" y="120"/>
                    <a:pt x="260" y="66"/>
                    <a:pt x="243" y="33"/>
                  </a:cubicBezTo>
                  <a:cubicBezTo>
                    <a:pt x="243" y="17"/>
                    <a:pt x="206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1" name="Google Shape;22341;p71"/>
            <p:cNvSpPr/>
            <p:nvPr/>
          </p:nvSpPr>
          <p:spPr>
            <a:xfrm>
              <a:off x="4783225" y="23746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7" y="1"/>
                  </a:moveTo>
                  <a:cubicBezTo>
                    <a:pt x="140" y="1"/>
                    <a:pt x="103" y="1"/>
                    <a:pt x="70" y="38"/>
                  </a:cubicBezTo>
                  <a:cubicBezTo>
                    <a:pt x="37" y="54"/>
                    <a:pt x="17" y="71"/>
                    <a:pt x="17" y="104"/>
                  </a:cubicBezTo>
                  <a:cubicBezTo>
                    <a:pt x="0" y="120"/>
                    <a:pt x="0" y="157"/>
                    <a:pt x="17" y="174"/>
                  </a:cubicBezTo>
                  <a:cubicBezTo>
                    <a:pt x="37" y="190"/>
                    <a:pt x="54" y="190"/>
                    <a:pt x="87" y="190"/>
                  </a:cubicBezTo>
                  <a:cubicBezTo>
                    <a:pt x="103" y="190"/>
                    <a:pt x="140" y="190"/>
                    <a:pt x="157" y="174"/>
                  </a:cubicBezTo>
                  <a:lnTo>
                    <a:pt x="173" y="174"/>
                  </a:lnTo>
                  <a:cubicBezTo>
                    <a:pt x="206" y="141"/>
                    <a:pt x="223" y="120"/>
                    <a:pt x="244" y="87"/>
                  </a:cubicBezTo>
                  <a:cubicBezTo>
                    <a:pt x="260" y="38"/>
                    <a:pt x="22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2" name="Google Shape;22342;p71"/>
            <p:cNvSpPr/>
            <p:nvPr/>
          </p:nvSpPr>
          <p:spPr>
            <a:xfrm>
              <a:off x="4791350" y="23635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8" y="0"/>
                  </a:moveTo>
                  <a:cubicBezTo>
                    <a:pt x="141" y="0"/>
                    <a:pt x="104" y="17"/>
                    <a:pt x="71" y="33"/>
                  </a:cubicBezTo>
                  <a:cubicBezTo>
                    <a:pt x="38" y="50"/>
                    <a:pt x="22" y="87"/>
                    <a:pt x="22" y="103"/>
                  </a:cubicBezTo>
                  <a:cubicBezTo>
                    <a:pt x="1" y="136"/>
                    <a:pt x="1" y="173"/>
                    <a:pt x="38" y="190"/>
                  </a:cubicBezTo>
                  <a:cubicBezTo>
                    <a:pt x="38" y="190"/>
                    <a:pt x="71" y="206"/>
                    <a:pt x="88" y="206"/>
                  </a:cubicBezTo>
                  <a:cubicBezTo>
                    <a:pt x="104" y="206"/>
                    <a:pt x="125" y="190"/>
                    <a:pt x="158" y="190"/>
                  </a:cubicBezTo>
                  <a:cubicBezTo>
                    <a:pt x="191" y="173"/>
                    <a:pt x="228" y="136"/>
                    <a:pt x="244" y="103"/>
                  </a:cubicBezTo>
                  <a:lnTo>
                    <a:pt x="244" y="87"/>
                  </a:lnTo>
                  <a:cubicBezTo>
                    <a:pt x="261" y="33"/>
                    <a:pt x="228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3" name="Google Shape;22343;p71"/>
            <p:cNvSpPr/>
            <p:nvPr/>
          </p:nvSpPr>
          <p:spPr>
            <a:xfrm>
              <a:off x="4786725" y="2385400"/>
              <a:ext cx="6425" cy="4750"/>
            </a:xfrm>
            <a:custGeom>
              <a:avLst/>
              <a:gdLst/>
              <a:ahLst/>
              <a:cxnLst/>
              <a:rect l="l" t="t" r="r" b="b"/>
              <a:pathLst>
                <a:path w="257" h="190" extrusionOk="0">
                  <a:moveTo>
                    <a:pt x="153" y="0"/>
                  </a:moveTo>
                  <a:cubicBezTo>
                    <a:pt x="137" y="0"/>
                    <a:pt x="104" y="21"/>
                    <a:pt x="66" y="37"/>
                  </a:cubicBezTo>
                  <a:cubicBezTo>
                    <a:pt x="50" y="54"/>
                    <a:pt x="17" y="70"/>
                    <a:pt x="17" y="103"/>
                  </a:cubicBezTo>
                  <a:cubicBezTo>
                    <a:pt x="0" y="157"/>
                    <a:pt x="33" y="190"/>
                    <a:pt x="83" y="190"/>
                  </a:cubicBezTo>
                  <a:lnTo>
                    <a:pt x="153" y="190"/>
                  </a:lnTo>
                  <a:cubicBezTo>
                    <a:pt x="186" y="174"/>
                    <a:pt x="223" y="141"/>
                    <a:pt x="240" y="103"/>
                  </a:cubicBezTo>
                  <a:cubicBezTo>
                    <a:pt x="256" y="37"/>
                    <a:pt x="22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4" name="Google Shape;22344;p71"/>
            <p:cNvSpPr/>
            <p:nvPr/>
          </p:nvSpPr>
          <p:spPr>
            <a:xfrm>
              <a:off x="4772900" y="23978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8" y="0"/>
                  </a:moveTo>
                  <a:cubicBezTo>
                    <a:pt x="141" y="0"/>
                    <a:pt x="121" y="0"/>
                    <a:pt x="104" y="17"/>
                  </a:cubicBezTo>
                  <a:cubicBezTo>
                    <a:pt x="38" y="37"/>
                    <a:pt x="1" y="103"/>
                    <a:pt x="17" y="140"/>
                  </a:cubicBezTo>
                  <a:cubicBezTo>
                    <a:pt x="31" y="172"/>
                    <a:pt x="56" y="191"/>
                    <a:pt x="91" y="191"/>
                  </a:cubicBezTo>
                  <a:cubicBezTo>
                    <a:pt x="111" y="191"/>
                    <a:pt x="133" y="185"/>
                    <a:pt x="158" y="173"/>
                  </a:cubicBezTo>
                  <a:cubicBezTo>
                    <a:pt x="174" y="173"/>
                    <a:pt x="191" y="157"/>
                    <a:pt x="207" y="157"/>
                  </a:cubicBezTo>
                  <a:cubicBezTo>
                    <a:pt x="244" y="120"/>
                    <a:pt x="261" y="87"/>
                    <a:pt x="244" y="54"/>
                  </a:cubicBezTo>
                  <a:cubicBezTo>
                    <a:pt x="244" y="17"/>
                    <a:pt x="207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5" name="Google Shape;22345;p71"/>
            <p:cNvSpPr/>
            <p:nvPr/>
          </p:nvSpPr>
          <p:spPr>
            <a:xfrm>
              <a:off x="4791875" y="2351325"/>
              <a:ext cx="6425" cy="4950"/>
            </a:xfrm>
            <a:custGeom>
              <a:avLst/>
              <a:gdLst/>
              <a:ahLst/>
              <a:cxnLst/>
              <a:rect l="l" t="t" r="r" b="b"/>
              <a:pathLst>
                <a:path w="257" h="198" extrusionOk="0">
                  <a:moveTo>
                    <a:pt x="153" y="1"/>
                  </a:moveTo>
                  <a:cubicBezTo>
                    <a:pt x="138" y="1"/>
                    <a:pt x="121" y="3"/>
                    <a:pt x="104" y="7"/>
                  </a:cubicBezTo>
                  <a:cubicBezTo>
                    <a:pt x="34" y="44"/>
                    <a:pt x="1" y="110"/>
                    <a:pt x="17" y="147"/>
                  </a:cubicBezTo>
                  <a:cubicBezTo>
                    <a:pt x="17" y="179"/>
                    <a:pt x="45" y="197"/>
                    <a:pt x="83" y="197"/>
                  </a:cubicBezTo>
                  <a:cubicBezTo>
                    <a:pt x="104" y="197"/>
                    <a:pt x="128" y="192"/>
                    <a:pt x="153" y="180"/>
                  </a:cubicBezTo>
                  <a:cubicBezTo>
                    <a:pt x="223" y="164"/>
                    <a:pt x="256" y="93"/>
                    <a:pt x="240" y="44"/>
                  </a:cubicBezTo>
                  <a:cubicBezTo>
                    <a:pt x="228" y="17"/>
                    <a:pt x="195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6" name="Google Shape;22346;p71"/>
            <p:cNvSpPr/>
            <p:nvPr/>
          </p:nvSpPr>
          <p:spPr>
            <a:xfrm>
              <a:off x="4798675" y="2374375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74" y="0"/>
                  </a:moveTo>
                  <a:cubicBezTo>
                    <a:pt x="161" y="0"/>
                    <a:pt x="149" y="4"/>
                    <a:pt x="141" y="13"/>
                  </a:cubicBezTo>
                  <a:cubicBezTo>
                    <a:pt x="104" y="13"/>
                    <a:pt x="71" y="29"/>
                    <a:pt x="54" y="50"/>
                  </a:cubicBezTo>
                  <a:cubicBezTo>
                    <a:pt x="1" y="99"/>
                    <a:pt x="1" y="169"/>
                    <a:pt x="38" y="186"/>
                  </a:cubicBezTo>
                  <a:cubicBezTo>
                    <a:pt x="54" y="202"/>
                    <a:pt x="87" y="202"/>
                    <a:pt x="120" y="202"/>
                  </a:cubicBezTo>
                  <a:cubicBezTo>
                    <a:pt x="141" y="202"/>
                    <a:pt x="141" y="186"/>
                    <a:pt x="157" y="186"/>
                  </a:cubicBezTo>
                  <a:cubicBezTo>
                    <a:pt x="174" y="186"/>
                    <a:pt x="190" y="169"/>
                    <a:pt x="207" y="153"/>
                  </a:cubicBezTo>
                  <a:cubicBezTo>
                    <a:pt x="223" y="132"/>
                    <a:pt x="244" y="99"/>
                    <a:pt x="244" y="83"/>
                  </a:cubicBezTo>
                  <a:cubicBezTo>
                    <a:pt x="244" y="50"/>
                    <a:pt x="244" y="29"/>
                    <a:pt x="207" y="13"/>
                  </a:cubicBezTo>
                  <a:cubicBezTo>
                    <a:pt x="199" y="4"/>
                    <a:pt x="186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7" name="Google Shape;22347;p71"/>
            <p:cNvSpPr/>
            <p:nvPr/>
          </p:nvSpPr>
          <p:spPr>
            <a:xfrm>
              <a:off x="4782400" y="2326650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73" y="0"/>
                  </a:moveTo>
                  <a:cubicBezTo>
                    <a:pt x="103" y="0"/>
                    <a:pt x="33" y="50"/>
                    <a:pt x="17" y="103"/>
                  </a:cubicBezTo>
                  <a:cubicBezTo>
                    <a:pt x="0" y="153"/>
                    <a:pt x="33" y="206"/>
                    <a:pt x="87" y="206"/>
                  </a:cubicBezTo>
                  <a:cubicBezTo>
                    <a:pt x="120" y="206"/>
                    <a:pt x="136" y="206"/>
                    <a:pt x="153" y="186"/>
                  </a:cubicBezTo>
                  <a:cubicBezTo>
                    <a:pt x="173" y="186"/>
                    <a:pt x="173" y="169"/>
                    <a:pt x="190" y="169"/>
                  </a:cubicBezTo>
                  <a:cubicBezTo>
                    <a:pt x="206" y="153"/>
                    <a:pt x="239" y="136"/>
                    <a:pt x="239" y="103"/>
                  </a:cubicBezTo>
                  <a:cubicBezTo>
                    <a:pt x="256" y="66"/>
                    <a:pt x="256" y="50"/>
                    <a:pt x="239" y="33"/>
                  </a:cubicBezTo>
                  <a:cubicBezTo>
                    <a:pt x="223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8" name="Google Shape;22348;p71"/>
            <p:cNvSpPr/>
            <p:nvPr/>
          </p:nvSpPr>
          <p:spPr>
            <a:xfrm>
              <a:off x="4786200" y="234075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70" y="1"/>
                  </a:moveTo>
                  <a:cubicBezTo>
                    <a:pt x="151" y="1"/>
                    <a:pt x="128" y="6"/>
                    <a:pt x="104" y="18"/>
                  </a:cubicBezTo>
                  <a:cubicBezTo>
                    <a:pt x="38" y="34"/>
                    <a:pt x="1" y="104"/>
                    <a:pt x="21" y="158"/>
                  </a:cubicBezTo>
                  <a:cubicBezTo>
                    <a:pt x="21" y="182"/>
                    <a:pt x="57" y="197"/>
                    <a:pt x="103" y="197"/>
                  </a:cubicBezTo>
                  <a:cubicBezTo>
                    <a:pt x="120" y="197"/>
                    <a:pt x="139" y="195"/>
                    <a:pt x="158" y="191"/>
                  </a:cubicBezTo>
                  <a:cubicBezTo>
                    <a:pt x="228" y="158"/>
                    <a:pt x="261" y="88"/>
                    <a:pt x="244" y="55"/>
                  </a:cubicBezTo>
                  <a:cubicBezTo>
                    <a:pt x="233" y="20"/>
                    <a:pt x="207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9" name="Google Shape;22349;p71"/>
            <p:cNvSpPr/>
            <p:nvPr/>
          </p:nvSpPr>
          <p:spPr>
            <a:xfrm>
              <a:off x="4812500" y="230237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61" y="0"/>
                  </a:moveTo>
                  <a:cubicBezTo>
                    <a:pt x="117" y="0"/>
                    <a:pt x="70" y="16"/>
                    <a:pt x="33" y="44"/>
                  </a:cubicBezTo>
                  <a:cubicBezTo>
                    <a:pt x="17" y="77"/>
                    <a:pt x="0" y="93"/>
                    <a:pt x="0" y="126"/>
                  </a:cubicBezTo>
                  <a:cubicBezTo>
                    <a:pt x="0" y="147"/>
                    <a:pt x="0" y="180"/>
                    <a:pt x="33" y="180"/>
                  </a:cubicBezTo>
                  <a:cubicBezTo>
                    <a:pt x="50" y="196"/>
                    <a:pt x="83" y="196"/>
                    <a:pt x="103" y="196"/>
                  </a:cubicBezTo>
                  <a:cubicBezTo>
                    <a:pt x="120" y="196"/>
                    <a:pt x="136" y="180"/>
                    <a:pt x="136" y="180"/>
                  </a:cubicBezTo>
                  <a:cubicBezTo>
                    <a:pt x="153" y="180"/>
                    <a:pt x="169" y="163"/>
                    <a:pt x="186" y="147"/>
                  </a:cubicBezTo>
                  <a:cubicBezTo>
                    <a:pt x="239" y="93"/>
                    <a:pt x="239" y="44"/>
                    <a:pt x="206" y="7"/>
                  </a:cubicBezTo>
                  <a:cubicBezTo>
                    <a:pt x="192" y="2"/>
                    <a:pt x="177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0" name="Google Shape;22350;p71"/>
            <p:cNvSpPr/>
            <p:nvPr/>
          </p:nvSpPr>
          <p:spPr>
            <a:xfrm>
              <a:off x="4811150" y="232855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57" y="0"/>
                  </a:moveTo>
                  <a:cubicBezTo>
                    <a:pt x="140" y="0"/>
                    <a:pt x="122" y="2"/>
                    <a:pt x="104" y="7"/>
                  </a:cubicBezTo>
                  <a:cubicBezTo>
                    <a:pt x="54" y="44"/>
                    <a:pt x="1" y="93"/>
                    <a:pt x="17" y="147"/>
                  </a:cubicBezTo>
                  <a:cubicBezTo>
                    <a:pt x="28" y="179"/>
                    <a:pt x="61" y="197"/>
                    <a:pt x="97" y="197"/>
                  </a:cubicBezTo>
                  <a:cubicBezTo>
                    <a:pt x="117" y="197"/>
                    <a:pt x="138" y="192"/>
                    <a:pt x="157" y="180"/>
                  </a:cubicBezTo>
                  <a:cubicBezTo>
                    <a:pt x="223" y="163"/>
                    <a:pt x="260" y="93"/>
                    <a:pt x="260" y="44"/>
                  </a:cubicBezTo>
                  <a:cubicBezTo>
                    <a:pt x="245" y="17"/>
                    <a:pt x="205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1" name="Google Shape;22351;p71"/>
            <p:cNvSpPr/>
            <p:nvPr/>
          </p:nvSpPr>
          <p:spPr>
            <a:xfrm>
              <a:off x="4817650" y="2281500"/>
              <a:ext cx="6400" cy="5075"/>
            </a:xfrm>
            <a:custGeom>
              <a:avLst/>
              <a:gdLst/>
              <a:ahLst/>
              <a:cxnLst/>
              <a:rect l="l" t="t" r="r" b="b"/>
              <a:pathLst>
                <a:path w="256" h="203" extrusionOk="0">
                  <a:moveTo>
                    <a:pt x="136" y="0"/>
                  </a:moveTo>
                  <a:cubicBezTo>
                    <a:pt x="103" y="17"/>
                    <a:pt x="83" y="33"/>
                    <a:pt x="50" y="54"/>
                  </a:cubicBezTo>
                  <a:cubicBezTo>
                    <a:pt x="0" y="104"/>
                    <a:pt x="0" y="157"/>
                    <a:pt x="50" y="190"/>
                  </a:cubicBezTo>
                  <a:cubicBezTo>
                    <a:pt x="58" y="198"/>
                    <a:pt x="71" y="202"/>
                    <a:pt x="87" y="202"/>
                  </a:cubicBezTo>
                  <a:cubicBezTo>
                    <a:pt x="102" y="202"/>
                    <a:pt x="120" y="198"/>
                    <a:pt x="136" y="190"/>
                  </a:cubicBezTo>
                  <a:lnTo>
                    <a:pt x="153" y="190"/>
                  </a:lnTo>
                  <a:cubicBezTo>
                    <a:pt x="186" y="174"/>
                    <a:pt x="206" y="174"/>
                    <a:pt x="223" y="157"/>
                  </a:cubicBezTo>
                  <a:cubicBezTo>
                    <a:pt x="239" y="120"/>
                    <a:pt x="256" y="104"/>
                    <a:pt x="256" y="71"/>
                  </a:cubicBezTo>
                  <a:cubicBezTo>
                    <a:pt x="256" y="54"/>
                    <a:pt x="239" y="33"/>
                    <a:pt x="223" y="17"/>
                  </a:cubicBezTo>
                  <a:cubicBezTo>
                    <a:pt x="206" y="0"/>
                    <a:pt x="169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2" name="Google Shape;22352;p71"/>
            <p:cNvSpPr/>
            <p:nvPr/>
          </p:nvSpPr>
          <p:spPr>
            <a:xfrm>
              <a:off x="4806000" y="23514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36" y="1"/>
                  </a:moveTo>
                  <a:cubicBezTo>
                    <a:pt x="104" y="17"/>
                    <a:pt x="71" y="38"/>
                    <a:pt x="54" y="55"/>
                  </a:cubicBezTo>
                  <a:cubicBezTo>
                    <a:pt x="0" y="104"/>
                    <a:pt x="0" y="158"/>
                    <a:pt x="54" y="191"/>
                  </a:cubicBezTo>
                  <a:cubicBezTo>
                    <a:pt x="65" y="191"/>
                    <a:pt x="76" y="198"/>
                    <a:pt x="92" y="198"/>
                  </a:cubicBezTo>
                  <a:cubicBezTo>
                    <a:pt x="100" y="198"/>
                    <a:pt x="109" y="196"/>
                    <a:pt x="120" y="191"/>
                  </a:cubicBezTo>
                  <a:lnTo>
                    <a:pt x="157" y="191"/>
                  </a:lnTo>
                  <a:cubicBezTo>
                    <a:pt x="174" y="174"/>
                    <a:pt x="190" y="158"/>
                    <a:pt x="207" y="141"/>
                  </a:cubicBezTo>
                  <a:cubicBezTo>
                    <a:pt x="260" y="104"/>
                    <a:pt x="260" y="38"/>
                    <a:pt x="223" y="17"/>
                  </a:cubicBezTo>
                  <a:cubicBezTo>
                    <a:pt x="207" y="1"/>
                    <a:pt x="174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3" name="Google Shape;22353;p71"/>
            <p:cNvSpPr/>
            <p:nvPr/>
          </p:nvSpPr>
          <p:spPr>
            <a:xfrm>
              <a:off x="4801675" y="23399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0"/>
                    <a:pt x="21" y="66"/>
                    <a:pt x="21" y="103"/>
                  </a:cubicBezTo>
                  <a:cubicBezTo>
                    <a:pt x="0" y="153"/>
                    <a:pt x="37" y="206"/>
                    <a:pt x="87" y="206"/>
                  </a:cubicBezTo>
                  <a:cubicBezTo>
                    <a:pt x="124" y="206"/>
                    <a:pt x="140" y="190"/>
                    <a:pt x="157" y="190"/>
                  </a:cubicBezTo>
                  <a:cubicBezTo>
                    <a:pt x="173" y="190"/>
                    <a:pt x="173" y="169"/>
                    <a:pt x="190" y="169"/>
                  </a:cubicBezTo>
                  <a:cubicBezTo>
                    <a:pt x="206" y="153"/>
                    <a:pt x="244" y="120"/>
                    <a:pt x="244" y="103"/>
                  </a:cubicBezTo>
                  <a:cubicBezTo>
                    <a:pt x="260" y="50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4" name="Google Shape;22354;p71"/>
            <p:cNvSpPr/>
            <p:nvPr/>
          </p:nvSpPr>
          <p:spPr>
            <a:xfrm>
              <a:off x="4804750" y="229222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4" y="0"/>
                  </a:moveTo>
                  <a:cubicBezTo>
                    <a:pt x="121" y="0"/>
                    <a:pt x="83" y="17"/>
                    <a:pt x="67" y="37"/>
                  </a:cubicBezTo>
                  <a:cubicBezTo>
                    <a:pt x="34" y="54"/>
                    <a:pt x="17" y="87"/>
                    <a:pt x="1" y="103"/>
                  </a:cubicBezTo>
                  <a:cubicBezTo>
                    <a:pt x="1" y="140"/>
                    <a:pt x="1" y="157"/>
                    <a:pt x="17" y="173"/>
                  </a:cubicBezTo>
                  <a:cubicBezTo>
                    <a:pt x="34" y="190"/>
                    <a:pt x="50" y="206"/>
                    <a:pt x="83" y="206"/>
                  </a:cubicBezTo>
                  <a:cubicBezTo>
                    <a:pt x="104" y="206"/>
                    <a:pt x="121" y="190"/>
                    <a:pt x="137" y="190"/>
                  </a:cubicBezTo>
                  <a:cubicBezTo>
                    <a:pt x="154" y="190"/>
                    <a:pt x="170" y="173"/>
                    <a:pt x="170" y="173"/>
                  </a:cubicBezTo>
                  <a:cubicBezTo>
                    <a:pt x="207" y="157"/>
                    <a:pt x="224" y="140"/>
                    <a:pt x="240" y="103"/>
                  </a:cubicBezTo>
                  <a:cubicBezTo>
                    <a:pt x="257" y="54"/>
                    <a:pt x="224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5" name="Google Shape;22355;p71"/>
            <p:cNvSpPr/>
            <p:nvPr/>
          </p:nvSpPr>
          <p:spPr>
            <a:xfrm>
              <a:off x="4558625" y="2354500"/>
              <a:ext cx="6925" cy="4925"/>
            </a:xfrm>
            <a:custGeom>
              <a:avLst/>
              <a:gdLst/>
              <a:ahLst/>
              <a:cxnLst/>
              <a:rect l="l" t="t" r="r" b="b"/>
              <a:pathLst>
                <a:path w="277" h="197" extrusionOk="0">
                  <a:moveTo>
                    <a:pt x="170" y="0"/>
                  </a:moveTo>
                  <a:cubicBezTo>
                    <a:pt x="132" y="0"/>
                    <a:pt x="85" y="19"/>
                    <a:pt x="54" y="53"/>
                  </a:cubicBezTo>
                  <a:cubicBezTo>
                    <a:pt x="17" y="103"/>
                    <a:pt x="0" y="156"/>
                    <a:pt x="54" y="189"/>
                  </a:cubicBezTo>
                  <a:cubicBezTo>
                    <a:pt x="65" y="189"/>
                    <a:pt x="83" y="196"/>
                    <a:pt x="104" y="196"/>
                  </a:cubicBezTo>
                  <a:cubicBezTo>
                    <a:pt x="115" y="196"/>
                    <a:pt x="126" y="195"/>
                    <a:pt x="137" y="189"/>
                  </a:cubicBezTo>
                  <a:lnTo>
                    <a:pt x="174" y="189"/>
                  </a:lnTo>
                  <a:cubicBezTo>
                    <a:pt x="190" y="173"/>
                    <a:pt x="207" y="156"/>
                    <a:pt x="223" y="156"/>
                  </a:cubicBezTo>
                  <a:cubicBezTo>
                    <a:pt x="277" y="103"/>
                    <a:pt x="277" y="37"/>
                    <a:pt x="223" y="20"/>
                  </a:cubicBezTo>
                  <a:cubicBezTo>
                    <a:pt x="211" y="6"/>
                    <a:pt x="192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6" name="Google Shape;22356;p71"/>
            <p:cNvSpPr/>
            <p:nvPr/>
          </p:nvSpPr>
          <p:spPr>
            <a:xfrm>
              <a:off x="4493800" y="2294375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73" y="1"/>
                  </a:moveTo>
                  <a:cubicBezTo>
                    <a:pt x="103" y="1"/>
                    <a:pt x="33" y="54"/>
                    <a:pt x="17" y="104"/>
                  </a:cubicBezTo>
                  <a:cubicBezTo>
                    <a:pt x="0" y="157"/>
                    <a:pt x="33" y="207"/>
                    <a:pt x="103" y="207"/>
                  </a:cubicBezTo>
                  <a:cubicBezTo>
                    <a:pt x="120" y="207"/>
                    <a:pt x="136" y="190"/>
                    <a:pt x="153" y="190"/>
                  </a:cubicBezTo>
                  <a:cubicBezTo>
                    <a:pt x="173" y="190"/>
                    <a:pt x="173" y="174"/>
                    <a:pt x="190" y="174"/>
                  </a:cubicBezTo>
                  <a:cubicBezTo>
                    <a:pt x="223" y="157"/>
                    <a:pt x="239" y="120"/>
                    <a:pt x="239" y="104"/>
                  </a:cubicBezTo>
                  <a:cubicBezTo>
                    <a:pt x="256" y="71"/>
                    <a:pt x="256" y="54"/>
                    <a:pt x="239" y="34"/>
                  </a:cubicBezTo>
                  <a:cubicBezTo>
                    <a:pt x="223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7" name="Google Shape;22357;p71"/>
            <p:cNvSpPr/>
            <p:nvPr/>
          </p:nvSpPr>
          <p:spPr>
            <a:xfrm>
              <a:off x="4497600" y="23085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1" y="0"/>
                  </a:moveTo>
                  <a:cubicBezTo>
                    <a:pt x="151" y="0"/>
                    <a:pt x="128" y="6"/>
                    <a:pt x="104" y="19"/>
                  </a:cubicBezTo>
                  <a:cubicBezTo>
                    <a:pt x="38" y="36"/>
                    <a:pt x="1" y="106"/>
                    <a:pt x="21" y="139"/>
                  </a:cubicBezTo>
                  <a:cubicBezTo>
                    <a:pt x="32" y="171"/>
                    <a:pt x="57" y="191"/>
                    <a:pt x="91" y="191"/>
                  </a:cubicBezTo>
                  <a:cubicBezTo>
                    <a:pt x="111" y="191"/>
                    <a:pt x="133" y="185"/>
                    <a:pt x="157" y="172"/>
                  </a:cubicBezTo>
                  <a:cubicBezTo>
                    <a:pt x="227" y="155"/>
                    <a:pt x="260" y="85"/>
                    <a:pt x="244" y="52"/>
                  </a:cubicBezTo>
                  <a:cubicBezTo>
                    <a:pt x="233" y="20"/>
                    <a:pt x="207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8" name="Google Shape;22358;p71"/>
            <p:cNvSpPr/>
            <p:nvPr/>
          </p:nvSpPr>
          <p:spPr>
            <a:xfrm>
              <a:off x="4503275" y="2319175"/>
              <a:ext cx="6425" cy="4900"/>
            </a:xfrm>
            <a:custGeom>
              <a:avLst/>
              <a:gdLst/>
              <a:ahLst/>
              <a:cxnLst/>
              <a:rect l="l" t="t" r="r" b="b"/>
              <a:pathLst>
                <a:path w="257" h="196" extrusionOk="0">
                  <a:moveTo>
                    <a:pt x="156" y="0"/>
                  </a:moveTo>
                  <a:cubicBezTo>
                    <a:pt x="139" y="0"/>
                    <a:pt x="121" y="2"/>
                    <a:pt x="104" y="7"/>
                  </a:cubicBezTo>
                  <a:cubicBezTo>
                    <a:pt x="33" y="40"/>
                    <a:pt x="0" y="93"/>
                    <a:pt x="17" y="143"/>
                  </a:cubicBezTo>
                  <a:cubicBezTo>
                    <a:pt x="27" y="177"/>
                    <a:pt x="51" y="196"/>
                    <a:pt x="85" y="196"/>
                  </a:cubicBezTo>
                  <a:cubicBezTo>
                    <a:pt x="104" y="196"/>
                    <a:pt x="127" y="189"/>
                    <a:pt x="153" y="176"/>
                  </a:cubicBezTo>
                  <a:cubicBezTo>
                    <a:pt x="223" y="159"/>
                    <a:pt x="256" y="93"/>
                    <a:pt x="240" y="40"/>
                  </a:cubicBezTo>
                  <a:cubicBezTo>
                    <a:pt x="240" y="15"/>
                    <a:pt x="202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9" name="Google Shape;22359;p71"/>
            <p:cNvSpPr/>
            <p:nvPr/>
          </p:nvSpPr>
          <p:spPr>
            <a:xfrm>
              <a:off x="4489475" y="2330975"/>
              <a:ext cx="6500" cy="5075"/>
            </a:xfrm>
            <a:custGeom>
              <a:avLst/>
              <a:gdLst/>
              <a:ahLst/>
              <a:cxnLst/>
              <a:rect l="l" t="t" r="r" b="b"/>
              <a:pathLst>
                <a:path w="260" h="203" extrusionOk="0">
                  <a:moveTo>
                    <a:pt x="190" y="0"/>
                  </a:moveTo>
                  <a:cubicBezTo>
                    <a:pt x="177" y="0"/>
                    <a:pt x="165" y="5"/>
                    <a:pt x="157" y="13"/>
                  </a:cubicBezTo>
                  <a:cubicBezTo>
                    <a:pt x="120" y="13"/>
                    <a:pt x="87" y="33"/>
                    <a:pt x="70" y="50"/>
                  </a:cubicBezTo>
                  <a:cubicBezTo>
                    <a:pt x="16" y="99"/>
                    <a:pt x="0" y="169"/>
                    <a:pt x="54" y="186"/>
                  </a:cubicBezTo>
                  <a:cubicBezTo>
                    <a:pt x="70" y="202"/>
                    <a:pt x="103" y="202"/>
                    <a:pt x="140" y="202"/>
                  </a:cubicBezTo>
                  <a:cubicBezTo>
                    <a:pt x="140" y="186"/>
                    <a:pt x="157" y="186"/>
                    <a:pt x="173" y="186"/>
                  </a:cubicBezTo>
                  <a:cubicBezTo>
                    <a:pt x="190" y="169"/>
                    <a:pt x="206" y="169"/>
                    <a:pt x="223" y="153"/>
                  </a:cubicBezTo>
                  <a:cubicBezTo>
                    <a:pt x="243" y="137"/>
                    <a:pt x="260" y="99"/>
                    <a:pt x="260" y="83"/>
                  </a:cubicBezTo>
                  <a:cubicBezTo>
                    <a:pt x="260" y="50"/>
                    <a:pt x="260" y="33"/>
                    <a:pt x="223" y="13"/>
                  </a:cubicBezTo>
                  <a:cubicBezTo>
                    <a:pt x="214" y="5"/>
                    <a:pt x="202" y="0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0" name="Google Shape;22360;p71"/>
            <p:cNvSpPr/>
            <p:nvPr/>
          </p:nvSpPr>
          <p:spPr>
            <a:xfrm>
              <a:off x="4507500" y="2296125"/>
              <a:ext cx="6925" cy="5200"/>
            </a:xfrm>
            <a:custGeom>
              <a:avLst/>
              <a:gdLst/>
              <a:ahLst/>
              <a:cxnLst/>
              <a:rect l="l" t="t" r="r" b="b"/>
              <a:pathLst>
                <a:path w="277" h="208" extrusionOk="0">
                  <a:moveTo>
                    <a:pt x="174" y="1"/>
                  </a:moveTo>
                  <a:cubicBezTo>
                    <a:pt x="157" y="1"/>
                    <a:pt x="120" y="17"/>
                    <a:pt x="87" y="34"/>
                  </a:cubicBezTo>
                  <a:cubicBezTo>
                    <a:pt x="54" y="50"/>
                    <a:pt x="38" y="87"/>
                    <a:pt x="38" y="104"/>
                  </a:cubicBezTo>
                  <a:cubicBezTo>
                    <a:pt x="1" y="153"/>
                    <a:pt x="38" y="207"/>
                    <a:pt x="104" y="207"/>
                  </a:cubicBezTo>
                  <a:cubicBezTo>
                    <a:pt x="120" y="207"/>
                    <a:pt x="141" y="207"/>
                    <a:pt x="174" y="191"/>
                  </a:cubicBezTo>
                  <a:lnTo>
                    <a:pt x="190" y="170"/>
                  </a:lnTo>
                  <a:cubicBezTo>
                    <a:pt x="223" y="153"/>
                    <a:pt x="244" y="137"/>
                    <a:pt x="260" y="104"/>
                  </a:cubicBezTo>
                  <a:cubicBezTo>
                    <a:pt x="277" y="50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1" name="Google Shape;22361;p71"/>
            <p:cNvSpPr/>
            <p:nvPr/>
          </p:nvSpPr>
          <p:spPr>
            <a:xfrm>
              <a:off x="4484725" y="230645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41" y="0"/>
                    <a:pt x="103" y="0"/>
                    <a:pt x="87" y="17"/>
                  </a:cubicBezTo>
                  <a:cubicBezTo>
                    <a:pt x="54" y="33"/>
                    <a:pt x="37" y="66"/>
                    <a:pt x="21" y="87"/>
                  </a:cubicBezTo>
                  <a:cubicBezTo>
                    <a:pt x="0" y="153"/>
                    <a:pt x="37" y="190"/>
                    <a:pt x="103" y="190"/>
                  </a:cubicBezTo>
                  <a:cubicBezTo>
                    <a:pt x="124" y="190"/>
                    <a:pt x="141" y="190"/>
                    <a:pt x="157" y="169"/>
                  </a:cubicBezTo>
                  <a:cubicBezTo>
                    <a:pt x="174" y="169"/>
                    <a:pt x="174" y="169"/>
                    <a:pt x="190" y="153"/>
                  </a:cubicBezTo>
                  <a:cubicBezTo>
                    <a:pt x="227" y="136"/>
                    <a:pt x="244" y="120"/>
                    <a:pt x="244" y="87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2" name="Google Shape;22362;p71"/>
            <p:cNvSpPr/>
            <p:nvPr/>
          </p:nvSpPr>
          <p:spPr>
            <a:xfrm>
              <a:off x="4486875" y="2320550"/>
              <a:ext cx="6950" cy="4950"/>
            </a:xfrm>
            <a:custGeom>
              <a:avLst/>
              <a:gdLst/>
              <a:ahLst/>
              <a:cxnLst/>
              <a:rect l="l" t="t" r="r" b="b"/>
              <a:pathLst>
                <a:path w="278" h="198" extrusionOk="0">
                  <a:moveTo>
                    <a:pt x="180" y="1"/>
                  </a:moveTo>
                  <a:cubicBezTo>
                    <a:pt x="160" y="1"/>
                    <a:pt x="139" y="6"/>
                    <a:pt x="120" y="18"/>
                  </a:cubicBezTo>
                  <a:cubicBezTo>
                    <a:pt x="55" y="38"/>
                    <a:pt x="1" y="104"/>
                    <a:pt x="17" y="158"/>
                  </a:cubicBezTo>
                  <a:cubicBezTo>
                    <a:pt x="33" y="182"/>
                    <a:pt x="72" y="197"/>
                    <a:pt x="119" y="197"/>
                  </a:cubicBezTo>
                  <a:cubicBezTo>
                    <a:pt x="137" y="197"/>
                    <a:pt x="155" y="195"/>
                    <a:pt x="174" y="191"/>
                  </a:cubicBezTo>
                  <a:cubicBezTo>
                    <a:pt x="224" y="158"/>
                    <a:pt x="277" y="104"/>
                    <a:pt x="261" y="55"/>
                  </a:cubicBezTo>
                  <a:cubicBezTo>
                    <a:pt x="250" y="20"/>
                    <a:pt x="216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3" name="Google Shape;22363;p71"/>
            <p:cNvSpPr/>
            <p:nvPr/>
          </p:nvSpPr>
          <p:spPr>
            <a:xfrm>
              <a:off x="4522550" y="2296300"/>
              <a:ext cx="6925" cy="5025"/>
            </a:xfrm>
            <a:custGeom>
              <a:avLst/>
              <a:gdLst/>
              <a:ahLst/>
              <a:cxnLst/>
              <a:rect l="l" t="t" r="r" b="b"/>
              <a:pathLst>
                <a:path w="277" h="201" extrusionOk="0">
                  <a:moveTo>
                    <a:pt x="177" y="1"/>
                  </a:moveTo>
                  <a:cubicBezTo>
                    <a:pt x="154" y="1"/>
                    <a:pt x="129" y="4"/>
                    <a:pt x="104" y="10"/>
                  </a:cubicBezTo>
                  <a:cubicBezTo>
                    <a:pt x="54" y="43"/>
                    <a:pt x="0" y="97"/>
                    <a:pt x="17" y="146"/>
                  </a:cubicBezTo>
                  <a:cubicBezTo>
                    <a:pt x="28" y="181"/>
                    <a:pt x="61" y="201"/>
                    <a:pt x="98" y="201"/>
                  </a:cubicBezTo>
                  <a:cubicBezTo>
                    <a:pt x="118" y="201"/>
                    <a:pt x="138" y="195"/>
                    <a:pt x="157" y="184"/>
                  </a:cubicBezTo>
                  <a:cubicBezTo>
                    <a:pt x="223" y="146"/>
                    <a:pt x="277" y="97"/>
                    <a:pt x="260" y="43"/>
                  </a:cubicBezTo>
                  <a:cubicBezTo>
                    <a:pt x="247" y="12"/>
                    <a:pt x="216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4" name="Google Shape;22364;p71"/>
            <p:cNvSpPr/>
            <p:nvPr/>
          </p:nvSpPr>
          <p:spPr>
            <a:xfrm>
              <a:off x="4509675" y="2284175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87" y="1"/>
                  </a:moveTo>
                  <a:cubicBezTo>
                    <a:pt x="172" y="1"/>
                    <a:pt x="155" y="5"/>
                    <a:pt x="136" y="13"/>
                  </a:cubicBezTo>
                  <a:cubicBezTo>
                    <a:pt x="103" y="13"/>
                    <a:pt x="87" y="30"/>
                    <a:pt x="54" y="50"/>
                  </a:cubicBezTo>
                  <a:cubicBezTo>
                    <a:pt x="0" y="100"/>
                    <a:pt x="0" y="170"/>
                    <a:pt x="54" y="186"/>
                  </a:cubicBezTo>
                  <a:cubicBezTo>
                    <a:pt x="70" y="203"/>
                    <a:pt x="103" y="203"/>
                    <a:pt x="136" y="203"/>
                  </a:cubicBezTo>
                  <a:lnTo>
                    <a:pt x="157" y="186"/>
                  </a:lnTo>
                  <a:cubicBezTo>
                    <a:pt x="190" y="186"/>
                    <a:pt x="206" y="170"/>
                    <a:pt x="223" y="153"/>
                  </a:cubicBezTo>
                  <a:cubicBezTo>
                    <a:pt x="260" y="100"/>
                    <a:pt x="276" y="50"/>
                    <a:pt x="223" y="13"/>
                  </a:cubicBezTo>
                  <a:cubicBezTo>
                    <a:pt x="214" y="5"/>
                    <a:pt x="202" y="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5" name="Google Shape;22365;p71"/>
            <p:cNvSpPr/>
            <p:nvPr/>
          </p:nvSpPr>
          <p:spPr>
            <a:xfrm>
              <a:off x="4529450" y="2304950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56" y="0"/>
                  </a:moveTo>
                  <a:cubicBezTo>
                    <a:pt x="139" y="0"/>
                    <a:pt x="121" y="2"/>
                    <a:pt x="104" y="7"/>
                  </a:cubicBezTo>
                  <a:cubicBezTo>
                    <a:pt x="50" y="44"/>
                    <a:pt x="1" y="93"/>
                    <a:pt x="17" y="147"/>
                  </a:cubicBezTo>
                  <a:cubicBezTo>
                    <a:pt x="28" y="179"/>
                    <a:pt x="61" y="197"/>
                    <a:pt x="96" y="197"/>
                  </a:cubicBezTo>
                  <a:cubicBezTo>
                    <a:pt x="116" y="197"/>
                    <a:pt x="136" y="191"/>
                    <a:pt x="153" y="180"/>
                  </a:cubicBezTo>
                  <a:cubicBezTo>
                    <a:pt x="223" y="147"/>
                    <a:pt x="256" y="93"/>
                    <a:pt x="256" y="44"/>
                  </a:cubicBezTo>
                  <a:cubicBezTo>
                    <a:pt x="244" y="16"/>
                    <a:pt x="203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6" name="Google Shape;22366;p71"/>
            <p:cNvSpPr/>
            <p:nvPr/>
          </p:nvSpPr>
          <p:spPr>
            <a:xfrm>
              <a:off x="4533675" y="2317150"/>
              <a:ext cx="6925" cy="5200"/>
            </a:xfrm>
            <a:custGeom>
              <a:avLst/>
              <a:gdLst/>
              <a:ahLst/>
              <a:cxnLst/>
              <a:rect l="l" t="t" r="r" b="b"/>
              <a:pathLst>
                <a:path w="277" h="208" extrusionOk="0">
                  <a:moveTo>
                    <a:pt x="174" y="1"/>
                  </a:moveTo>
                  <a:cubicBezTo>
                    <a:pt x="141" y="1"/>
                    <a:pt x="104" y="17"/>
                    <a:pt x="87" y="34"/>
                  </a:cubicBezTo>
                  <a:cubicBezTo>
                    <a:pt x="54" y="50"/>
                    <a:pt x="38" y="88"/>
                    <a:pt x="21" y="104"/>
                  </a:cubicBezTo>
                  <a:cubicBezTo>
                    <a:pt x="1" y="154"/>
                    <a:pt x="38" y="191"/>
                    <a:pt x="71" y="207"/>
                  </a:cubicBezTo>
                  <a:lnTo>
                    <a:pt x="104" y="207"/>
                  </a:lnTo>
                  <a:cubicBezTo>
                    <a:pt x="124" y="207"/>
                    <a:pt x="141" y="191"/>
                    <a:pt x="157" y="191"/>
                  </a:cubicBezTo>
                  <a:cubicBezTo>
                    <a:pt x="190" y="174"/>
                    <a:pt x="227" y="154"/>
                    <a:pt x="244" y="121"/>
                  </a:cubicBezTo>
                  <a:lnTo>
                    <a:pt x="244" y="104"/>
                  </a:lnTo>
                  <a:cubicBezTo>
                    <a:pt x="277" y="50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7" name="Google Shape;22367;p71"/>
            <p:cNvSpPr/>
            <p:nvPr/>
          </p:nvSpPr>
          <p:spPr>
            <a:xfrm>
              <a:off x="4525550" y="234210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17"/>
                    <a:pt x="87" y="34"/>
                  </a:cubicBezTo>
                  <a:cubicBezTo>
                    <a:pt x="54" y="50"/>
                    <a:pt x="37" y="67"/>
                    <a:pt x="17" y="104"/>
                  </a:cubicBezTo>
                  <a:cubicBezTo>
                    <a:pt x="0" y="153"/>
                    <a:pt x="37" y="207"/>
                    <a:pt x="103" y="207"/>
                  </a:cubicBezTo>
                  <a:cubicBezTo>
                    <a:pt x="120" y="207"/>
                    <a:pt x="140" y="186"/>
                    <a:pt x="157" y="186"/>
                  </a:cubicBezTo>
                  <a:cubicBezTo>
                    <a:pt x="173" y="186"/>
                    <a:pt x="190" y="170"/>
                    <a:pt x="190" y="170"/>
                  </a:cubicBezTo>
                  <a:cubicBezTo>
                    <a:pt x="223" y="153"/>
                    <a:pt x="243" y="120"/>
                    <a:pt x="260" y="104"/>
                  </a:cubicBezTo>
                  <a:cubicBezTo>
                    <a:pt x="260" y="67"/>
                    <a:pt x="260" y="50"/>
                    <a:pt x="243" y="34"/>
                  </a:cubicBezTo>
                  <a:cubicBezTo>
                    <a:pt x="223" y="17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8" name="Google Shape;22368;p71"/>
            <p:cNvSpPr/>
            <p:nvPr/>
          </p:nvSpPr>
          <p:spPr>
            <a:xfrm>
              <a:off x="4479575" y="2343450"/>
              <a:ext cx="6500" cy="5100"/>
            </a:xfrm>
            <a:custGeom>
              <a:avLst/>
              <a:gdLst/>
              <a:ahLst/>
              <a:cxnLst/>
              <a:rect l="l" t="t" r="r" b="b"/>
              <a:pathLst>
                <a:path w="260" h="204" extrusionOk="0">
                  <a:moveTo>
                    <a:pt x="163" y="0"/>
                  </a:moveTo>
                  <a:cubicBezTo>
                    <a:pt x="143" y="0"/>
                    <a:pt x="122" y="4"/>
                    <a:pt x="103" y="13"/>
                  </a:cubicBezTo>
                  <a:cubicBezTo>
                    <a:pt x="54" y="29"/>
                    <a:pt x="21" y="66"/>
                    <a:pt x="0" y="99"/>
                  </a:cubicBezTo>
                  <a:lnTo>
                    <a:pt x="0" y="153"/>
                  </a:lnTo>
                  <a:cubicBezTo>
                    <a:pt x="14" y="185"/>
                    <a:pt x="46" y="203"/>
                    <a:pt x="86" y="203"/>
                  </a:cubicBezTo>
                  <a:cubicBezTo>
                    <a:pt x="108" y="203"/>
                    <a:pt x="132" y="198"/>
                    <a:pt x="157" y="186"/>
                  </a:cubicBezTo>
                  <a:cubicBezTo>
                    <a:pt x="206" y="153"/>
                    <a:pt x="260" y="99"/>
                    <a:pt x="243" y="50"/>
                  </a:cubicBezTo>
                  <a:cubicBezTo>
                    <a:pt x="243" y="29"/>
                    <a:pt x="227" y="29"/>
                    <a:pt x="206" y="13"/>
                  </a:cubicBezTo>
                  <a:cubicBezTo>
                    <a:pt x="198" y="4"/>
                    <a:pt x="182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9" name="Google Shape;22369;p71"/>
            <p:cNvSpPr/>
            <p:nvPr/>
          </p:nvSpPr>
          <p:spPr>
            <a:xfrm>
              <a:off x="4513125" y="2307675"/>
              <a:ext cx="6450" cy="4850"/>
            </a:xfrm>
            <a:custGeom>
              <a:avLst/>
              <a:gdLst/>
              <a:ahLst/>
              <a:cxnLst/>
              <a:rect l="l" t="t" r="r" b="b"/>
              <a:pathLst>
                <a:path w="258" h="194" extrusionOk="0">
                  <a:moveTo>
                    <a:pt x="171" y="1"/>
                  </a:moveTo>
                  <a:cubicBezTo>
                    <a:pt x="138" y="1"/>
                    <a:pt x="101" y="17"/>
                    <a:pt x="68" y="38"/>
                  </a:cubicBezTo>
                  <a:cubicBezTo>
                    <a:pt x="52" y="54"/>
                    <a:pt x="35" y="71"/>
                    <a:pt x="19" y="104"/>
                  </a:cubicBezTo>
                  <a:cubicBezTo>
                    <a:pt x="1" y="150"/>
                    <a:pt x="26" y="194"/>
                    <a:pt x="66" y="194"/>
                  </a:cubicBezTo>
                  <a:cubicBezTo>
                    <a:pt x="72" y="194"/>
                    <a:pt x="78" y="193"/>
                    <a:pt x="85" y="190"/>
                  </a:cubicBezTo>
                  <a:lnTo>
                    <a:pt x="155" y="190"/>
                  </a:lnTo>
                  <a:cubicBezTo>
                    <a:pt x="171" y="174"/>
                    <a:pt x="171" y="174"/>
                    <a:pt x="188" y="174"/>
                  </a:cubicBezTo>
                  <a:cubicBezTo>
                    <a:pt x="204" y="157"/>
                    <a:pt x="241" y="120"/>
                    <a:pt x="241" y="104"/>
                  </a:cubicBezTo>
                  <a:cubicBezTo>
                    <a:pt x="258" y="54"/>
                    <a:pt x="225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0" name="Google Shape;22370;p71"/>
            <p:cNvSpPr/>
            <p:nvPr/>
          </p:nvSpPr>
          <p:spPr>
            <a:xfrm>
              <a:off x="4517400" y="231932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36" y="1"/>
                  </a:moveTo>
                  <a:cubicBezTo>
                    <a:pt x="103" y="1"/>
                    <a:pt x="87" y="17"/>
                    <a:pt x="54" y="50"/>
                  </a:cubicBezTo>
                  <a:cubicBezTo>
                    <a:pt x="0" y="87"/>
                    <a:pt x="0" y="153"/>
                    <a:pt x="54" y="190"/>
                  </a:cubicBezTo>
                  <a:lnTo>
                    <a:pt x="120" y="190"/>
                  </a:lnTo>
                  <a:cubicBezTo>
                    <a:pt x="136" y="190"/>
                    <a:pt x="157" y="190"/>
                    <a:pt x="157" y="170"/>
                  </a:cubicBezTo>
                  <a:cubicBezTo>
                    <a:pt x="173" y="170"/>
                    <a:pt x="206" y="153"/>
                    <a:pt x="206" y="137"/>
                  </a:cubicBezTo>
                  <a:cubicBezTo>
                    <a:pt x="260" y="104"/>
                    <a:pt x="277" y="34"/>
                    <a:pt x="223" y="17"/>
                  </a:cubicBezTo>
                  <a:cubicBezTo>
                    <a:pt x="206" y="1"/>
                    <a:pt x="17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1" name="Google Shape;22371;p71"/>
            <p:cNvSpPr/>
            <p:nvPr/>
          </p:nvSpPr>
          <p:spPr>
            <a:xfrm>
              <a:off x="4544000" y="229437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1"/>
                  </a:moveTo>
                  <a:cubicBezTo>
                    <a:pt x="140" y="1"/>
                    <a:pt x="103" y="17"/>
                    <a:pt x="70" y="34"/>
                  </a:cubicBezTo>
                  <a:cubicBezTo>
                    <a:pt x="54" y="54"/>
                    <a:pt x="37" y="71"/>
                    <a:pt x="21" y="104"/>
                  </a:cubicBezTo>
                  <a:cubicBezTo>
                    <a:pt x="0" y="157"/>
                    <a:pt x="37" y="207"/>
                    <a:pt x="87" y="207"/>
                  </a:cubicBezTo>
                  <a:cubicBezTo>
                    <a:pt x="124" y="207"/>
                    <a:pt x="140" y="190"/>
                    <a:pt x="157" y="190"/>
                  </a:cubicBezTo>
                  <a:cubicBezTo>
                    <a:pt x="173" y="190"/>
                    <a:pt x="173" y="174"/>
                    <a:pt x="190" y="174"/>
                  </a:cubicBezTo>
                  <a:cubicBezTo>
                    <a:pt x="206" y="157"/>
                    <a:pt x="243" y="120"/>
                    <a:pt x="243" y="104"/>
                  </a:cubicBezTo>
                  <a:cubicBezTo>
                    <a:pt x="260" y="54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2" name="Google Shape;22372;p71"/>
            <p:cNvSpPr/>
            <p:nvPr/>
          </p:nvSpPr>
          <p:spPr>
            <a:xfrm>
              <a:off x="4474425" y="2331275"/>
              <a:ext cx="6500" cy="5250"/>
            </a:xfrm>
            <a:custGeom>
              <a:avLst/>
              <a:gdLst/>
              <a:ahLst/>
              <a:cxnLst/>
              <a:rect l="l" t="t" r="r" b="b"/>
              <a:pathLst>
                <a:path w="260" h="210" extrusionOk="0">
                  <a:moveTo>
                    <a:pt x="157" y="1"/>
                  </a:moveTo>
                  <a:cubicBezTo>
                    <a:pt x="140" y="1"/>
                    <a:pt x="124" y="21"/>
                    <a:pt x="103" y="21"/>
                  </a:cubicBezTo>
                  <a:cubicBezTo>
                    <a:pt x="37" y="54"/>
                    <a:pt x="0" y="104"/>
                    <a:pt x="21" y="157"/>
                  </a:cubicBezTo>
                  <a:cubicBezTo>
                    <a:pt x="21" y="190"/>
                    <a:pt x="48" y="209"/>
                    <a:pt x="87" y="209"/>
                  </a:cubicBezTo>
                  <a:cubicBezTo>
                    <a:pt x="108" y="209"/>
                    <a:pt x="132" y="204"/>
                    <a:pt x="157" y="190"/>
                  </a:cubicBezTo>
                  <a:cubicBezTo>
                    <a:pt x="173" y="190"/>
                    <a:pt x="190" y="174"/>
                    <a:pt x="206" y="157"/>
                  </a:cubicBezTo>
                  <a:cubicBezTo>
                    <a:pt x="243" y="125"/>
                    <a:pt x="260" y="87"/>
                    <a:pt x="243" y="54"/>
                  </a:cubicBezTo>
                  <a:cubicBezTo>
                    <a:pt x="243" y="21"/>
                    <a:pt x="206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3" name="Google Shape;22373;p71"/>
            <p:cNvSpPr/>
            <p:nvPr/>
          </p:nvSpPr>
          <p:spPr>
            <a:xfrm>
              <a:off x="4716225" y="2513825"/>
              <a:ext cx="6100" cy="5175"/>
            </a:xfrm>
            <a:custGeom>
              <a:avLst/>
              <a:gdLst/>
              <a:ahLst/>
              <a:cxnLst/>
              <a:rect l="l" t="t" r="r" b="b"/>
              <a:pathLst>
                <a:path w="244" h="207" extrusionOk="0">
                  <a:moveTo>
                    <a:pt x="157" y="0"/>
                  </a:moveTo>
                  <a:cubicBezTo>
                    <a:pt x="141" y="0"/>
                    <a:pt x="103" y="17"/>
                    <a:pt x="87" y="38"/>
                  </a:cubicBezTo>
                  <a:cubicBezTo>
                    <a:pt x="54" y="54"/>
                    <a:pt x="17" y="71"/>
                    <a:pt x="17" y="104"/>
                  </a:cubicBezTo>
                  <a:cubicBezTo>
                    <a:pt x="0" y="157"/>
                    <a:pt x="37" y="207"/>
                    <a:pt x="87" y="207"/>
                  </a:cubicBezTo>
                  <a:lnTo>
                    <a:pt x="141" y="207"/>
                  </a:lnTo>
                  <a:cubicBezTo>
                    <a:pt x="141" y="190"/>
                    <a:pt x="141" y="190"/>
                    <a:pt x="157" y="190"/>
                  </a:cubicBezTo>
                  <a:cubicBezTo>
                    <a:pt x="157" y="190"/>
                    <a:pt x="174" y="190"/>
                    <a:pt x="174" y="174"/>
                  </a:cubicBezTo>
                  <a:cubicBezTo>
                    <a:pt x="207" y="157"/>
                    <a:pt x="223" y="141"/>
                    <a:pt x="244" y="104"/>
                  </a:cubicBezTo>
                  <a:lnTo>
                    <a:pt x="244" y="38"/>
                  </a:lnTo>
                  <a:cubicBezTo>
                    <a:pt x="223" y="17"/>
                    <a:pt x="19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4" name="Google Shape;22374;p71"/>
            <p:cNvSpPr/>
            <p:nvPr/>
          </p:nvSpPr>
          <p:spPr>
            <a:xfrm>
              <a:off x="4710650" y="250270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4" y="0"/>
                  </a:moveTo>
                  <a:cubicBezTo>
                    <a:pt x="157" y="0"/>
                    <a:pt x="120" y="0"/>
                    <a:pt x="104" y="17"/>
                  </a:cubicBezTo>
                  <a:cubicBezTo>
                    <a:pt x="54" y="33"/>
                    <a:pt x="1" y="103"/>
                    <a:pt x="17" y="153"/>
                  </a:cubicBezTo>
                  <a:cubicBezTo>
                    <a:pt x="29" y="180"/>
                    <a:pt x="71" y="196"/>
                    <a:pt x="113" y="196"/>
                  </a:cubicBezTo>
                  <a:cubicBezTo>
                    <a:pt x="128" y="196"/>
                    <a:pt x="143" y="194"/>
                    <a:pt x="157" y="190"/>
                  </a:cubicBezTo>
                  <a:cubicBezTo>
                    <a:pt x="174" y="173"/>
                    <a:pt x="190" y="173"/>
                    <a:pt x="207" y="153"/>
                  </a:cubicBezTo>
                  <a:cubicBezTo>
                    <a:pt x="240" y="120"/>
                    <a:pt x="260" y="87"/>
                    <a:pt x="260" y="50"/>
                  </a:cubicBezTo>
                  <a:cubicBezTo>
                    <a:pt x="240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5" name="Google Shape;22375;p71"/>
            <p:cNvSpPr/>
            <p:nvPr/>
          </p:nvSpPr>
          <p:spPr>
            <a:xfrm>
              <a:off x="4721800" y="2525300"/>
              <a:ext cx="6100" cy="4925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42" y="1"/>
                  </a:moveTo>
                  <a:cubicBezTo>
                    <a:pt x="124" y="1"/>
                    <a:pt x="105" y="3"/>
                    <a:pt x="87" y="7"/>
                  </a:cubicBezTo>
                  <a:cubicBezTo>
                    <a:pt x="54" y="24"/>
                    <a:pt x="21" y="57"/>
                    <a:pt x="21" y="73"/>
                  </a:cubicBezTo>
                  <a:cubicBezTo>
                    <a:pt x="0" y="110"/>
                    <a:pt x="0" y="127"/>
                    <a:pt x="0" y="143"/>
                  </a:cubicBezTo>
                  <a:cubicBezTo>
                    <a:pt x="0" y="160"/>
                    <a:pt x="21" y="176"/>
                    <a:pt x="37" y="197"/>
                  </a:cubicBezTo>
                  <a:cubicBezTo>
                    <a:pt x="70" y="197"/>
                    <a:pt x="103" y="197"/>
                    <a:pt x="140" y="176"/>
                  </a:cubicBezTo>
                  <a:cubicBezTo>
                    <a:pt x="206" y="160"/>
                    <a:pt x="243" y="94"/>
                    <a:pt x="227" y="40"/>
                  </a:cubicBezTo>
                  <a:cubicBezTo>
                    <a:pt x="227" y="16"/>
                    <a:pt x="189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6" name="Google Shape;22376;p71"/>
            <p:cNvSpPr/>
            <p:nvPr/>
          </p:nvSpPr>
          <p:spPr>
            <a:xfrm>
              <a:off x="4733850" y="252712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6" y="1"/>
                  </a:moveTo>
                  <a:cubicBezTo>
                    <a:pt x="154" y="1"/>
                    <a:pt x="129" y="7"/>
                    <a:pt x="103" y="21"/>
                  </a:cubicBezTo>
                  <a:cubicBezTo>
                    <a:pt x="33" y="37"/>
                    <a:pt x="0" y="103"/>
                    <a:pt x="17" y="157"/>
                  </a:cubicBezTo>
                  <a:cubicBezTo>
                    <a:pt x="29" y="181"/>
                    <a:pt x="61" y="196"/>
                    <a:pt x="105" y="196"/>
                  </a:cubicBezTo>
                  <a:cubicBezTo>
                    <a:pt x="121" y="196"/>
                    <a:pt x="138" y="194"/>
                    <a:pt x="157" y="190"/>
                  </a:cubicBezTo>
                  <a:cubicBezTo>
                    <a:pt x="223" y="157"/>
                    <a:pt x="260" y="87"/>
                    <a:pt x="240" y="54"/>
                  </a:cubicBezTo>
                  <a:cubicBezTo>
                    <a:pt x="240" y="20"/>
                    <a:pt x="213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7" name="Google Shape;22377;p71"/>
            <p:cNvSpPr/>
            <p:nvPr/>
          </p:nvSpPr>
          <p:spPr>
            <a:xfrm>
              <a:off x="4726125" y="2500950"/>
              <a:ext cx="6000" cy="5075"/>
            </a:xfrm>
            <a:custGeom>
              <a:avLst/>
              <a:gdLst/>
              <a:ahLst/>
              <a:cxnLst/>
              <a:rect l="l" t="t" r="r" b="b"/>
              <a:pathLst>
                <a:path w="240" h="203" extrusionOk="0">
                  <a:moveTo>
                    <a:pt x="120" y="0"/>
                  </a:moveTo>
                  <a:cubicBezTo>
                    <a:pt x="87" y="17"/>
                    <a:pt x="54" y="37"/>
                    <a:pt x="33" y="54"/>
                  </a:cubicBezTo>
                  <a:cubicBezTo>
                    <a:pt x="17" y="70"/>
                    <a:pt x="0" y="103"/>
                    <a:pt x="0" y="140"/>
                  </a:cubicBezTo>
                  <a:cubicBezTo>
                    <a:pt x="0" y="157"/>
                    <a:pt x="0" y="173"/>
                    <a:pt x="17" y="190"/>
                  </a:cubicBezTo>
                  <a:cubicBezTo>
                    <a:pt x="35" y="198"/>
                    <a:pt x="49" y="202"/>
                    <a:pt x="62" y="202"/>
                  </a:cubicBezTo>
                  <a:cubicBezTo>
                    <a:pt x="74" y="202"/>
                    <a:pt x="87" y="198"/>
                    <a:pt x="103" y="190"/>
                  </a:cubicBezTo>
                  <a:lnTo>
                    <a:pt x="136" y="190"/>
                  </a:lnTo>
                  <a:cubicBezTo>
                    <a:pt x="157" y="173"/>
                    <a:pt x="173" y="173"/>
                    <a:pt x="190" y="157"/>
                  </a:cubicBezTo>
                  <a:cubicBezTo>
                    <a:pt x="239" y="103"/>
                    <a:pt x="239" y="54"/>
                    <a:pt x="206" y="17"/>
                  </a:cubicBezTo>
                  <a:cubicBezTo>
                    <a:pt x="190" y="0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8" name="Google Shape;22378;p71"/>
            <p:cNvSpPr/>
            <p:nvPr/>
          </p:nvSpPr>
          <p:spPr>
            <a:xfrm>
              <a:off x="4731675" y="2512575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74" y="1"/>
                  </a:moveTo>
                  <a:cubicBezTo>
                    <a:pt x="141" y="17"/>
                    <a:pt x="104" y="17"/>
                    <a:pt x="71" y="34"/>
                  </a:cubicBezTo>
                  <a:cubicBezTo>
                    <a:pt x="54" y="50"/>
                    <a:pt x="17" y="88"/>
                    <a:pt x="17" y="104"/>
                  </a:cubicBezTo>
                  <a:cubicBezTo>
                    <a:pt x="1" y="154"/>
                    <a:pt x="38" y="207"/>
                    <a:pt x="87" y="207"/>
                  </a:cubicBezTo>
                  <a:cubicBezTo>
                    <a:pt x="104" y="207"/>
                    <a:pt x="141" y="207"/>
                    <a:pt x="157" y="191"/>
                  </a:cubicBezTo>
                  <a:cubicBezTo>
                    <a:pt x="157" y="191"/>
                    <a:pt x="174" y="191"/>
                    <a:pt x="190" y="170"/>
                  </a:cubicBezTo>
                  <a:cubicBezTo>
                    <a:pt x="207" y="154"/>
                    <a:pt x="223" y="137"/>
                    <a:pt x="244" y="104"/>
                  </a:cubicBezTo>
                  <a:cubicBezTo>
                    <a:pt x="261" y="50"/>
                    <a:pt x="22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9" name="Google Shape;22379;p71"/>
            <p:cNvSpPr/>
            <p:nvPr/>
          </p:nvSpPr>
          <p:spPr>
            <a:xfrm>
              <a:off x="4707250" y="2490475"/>
              <a:ext cx="6425" cy="4950"/>
            </a:xfrm>
            <a:custGeom>
              <a:avLst/>
              <a:gdLst/>
              <a:ahLst/>
              <a:cxnLst/>
              <a:rect l="l" t="t" r="r" b="b"/>
              <a:pathLst>
                <a:path w="257" h="198" extrusionOk="0">
                  <a:moveTo>
                    <a:pt x="191" y="0"/>
                  </a:moveTo>
                  <a:cubicBezTo>
                    <a:pt x="180" y="0"/>
                    <a:pt x="167" y="2"/>
                    <a:pt x="153" y="7"/>
                  </a:cubicBezTo>
                  <a:lnTo>
                    <a:pt x="104" y="7"/>
                  </a:lnTo>
                  <a:cubicBezTo>
                    <a:pt x="34" y="44"/>
                    <a:pt x="1" y="93"/>
                    <a:pt x="17" y="147"/>
                  </a:cubicBezTo>
                  <a:cubicBezTo>
                    <a:pt x="28" y="179"/>
                    <a:pt x="54" y="197"/>
                    <a:pt x="89" y="197"/>
                  </a:cubicBezTo>
                  <a:cubicBezTo>
                    <a:pt x="108" y="197"/>
                    <a:pt x="130" y="192"/>
                    <a:pt x="153" y="180"/>
                  </a:cubicBezTo>
                  <a:cubicBezTo>
                    <a:pt x="170" y="180"/>
                    <a:pt x="190" y="163"/>
                    <a:pt x="207" y="147"/>
                  </a:cubicBezTo>
                  <a:cubicBezTo>
                    <a:pt x="240" y="126"/>
                    <a:pt x="256" y="77"/>
                    <a:pt x="240" y="44"/>
                  </a:cubicBezTo>
                  <a:cubicBezTo>
                    <a:pt x="240" y="17"/>
                    <a:pt x="222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0" name="Google Shape;22380;p71"/>
            <p:cNvSpPr/>
            <p:nvPr/>
          </p:nvSpPr>
          <p:spPr>
            <a:xfrm>
              <a:off x="4705925" y="2480425"/>
              <a:ext cx="6500" cy="5100"/>
            </a:xfrm>
            <a:custGeom>
              <a:avLst/>
              <a:gdLst/>
              <a:ahLst/>
              <a:cxnLst/>
              <a:rect l="l" t="t" r="r" b="b"/>
              <a:pathLst>
                <a:path w="260" h="204" extrusionOk="0">
                  <a:moveTo>
                    <a:pt x="164" y="1"/>
                  </a:moveTo>
                  <a:cubicBezTo>
                    <a:pt x="143" y="1"/>
                    <a:pt x="122" y="5"/>
                    <a:pt x="103" y="13"/>
                  </a:cubicBezTo>
                  <a:cubicBezTo>
                    <a:pt x="54" y="34"/>
                    <a:pt x="17" y="83"/>
                    <a:pt x="0" y="116"/>
                  </a:cubicBezTo>
                  <a:lnTo>
                    <a:pt x="0" y="153"/>
                  </a:lnTo>
                  <a:cubicBezTo>
                    <a:pt x="11" y="185"/>
                    <a:pt x="44" y="203"/>
                    <a:pt x="85" y="203"/>
                  </a:cubicBezTo>
                  <a:cubicBezTo>
                    <a:pt x="107" y="203"/>
                    <a:pt x="132" y="198"/>
                    <a:pt x="157" y="186"/>
                  </a:cubicBezTo>
                  <a:cubicBezTo>
                    <a:pt x="206" y="170"/>
                    <a:pt x="260" y="100"/>
                    <a:pt x="243" y="50"/>
                  </a:cubicBezTo>
                  <a:cubicBezTo>
                    <a:pt x="243" y="50"/>
                    <a:pt x="223" y="34"/>
                    <a:pt x="223" y="13"/>
                  </a:cubicBezTo>
                  <a:cubicBezTo>
                    <a:pt x="206" y="5"/>
                    <a:pt x="186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1" name="Google Shape;22381;p71"/>
            <p:cNvSpPr/>
            <p:nvPr/>
          </p:nvSpPr>
          <p:spPr>
            <a:xfrm>
              <a:off x="4481325" y="2353250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36" y="0"/>
                  </a:moveTo>
                  <a:cubicBezTo>
                    <a:pt x="120" y="0"/>
                    <a:pt x="103" y="16"/>
                    <a:pt x="87" y="16"/>
                  </a:cubicBezTo>
                  <a:cubicBezTo>
                    <a:pt x="54" y="33"/>
                    <a:pt x="17" y="70"/>
                    <a:pt x="0" y="103"/>
                  </a:cubicBezTo>
                  <a:cubicBezTo>
                    <a:pt x="54" y="120"/>
                    <a:pt x="103" y="153"/>
                    <a:pt x="136" y="190"/>
                  </a:cubicBezTo>
                  <a:cubicBezTo>
                    <a:pt x="157" y="173"/>
                    <a:pt x="173" y="173"/>
                    <a:pt x="190" y="153"/>
                  </a:cubicBezTo>
                  <a:cubicBezTo>
                    <a:pt x="223" y="120"/>
                    <a:pt x="239" y="87"/>
                    <a:pt x="223" y="49"/>
                  </a:cubicBezTo>
                  <a:cubicBezTo>
                    <a:pt x="223" y="16"/>
                    <a:pt x="190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2" name="Google Shape;22382;p71"/>
            <p:cNvSpPr/>
            <p:nvPr/>
          </p:nvSpPr>
          <p:spPr>
            <a:xfrm>
              <a:off x="4474925" y="2318700"/>
              <a:ext cx="6425" cy="4875"/>
            </a:xfrm>
            <a:custGeom>
              <a:avLst/>
              <a:gdLst/>
              <a:ahLst/>
              <a:cxnLst/>
              <a:rect l="l" t="t" r="r" b="b"/>
              <a:pathLst>
                <a:path w="257" h="195" extrusionOk="0">
                  <a:moveTo>
                    <a:pt x="148" y="1"/>
                  </a:moveTo>
                  <a:cubicBezTo>
                    <a:pt x="133" y="1"/>
                    <a:pt x="117" y="3"/>
                    <a:pt x="104" y="9"/>
                  </a:cubicBezTo>
                  <a:cubicBezTo>
                    <a:pt x="50" y="26"/>
                    <a:pt x="34" y="59"/>
                    <a:pt x="17" y="92"/>
                  </a:cubicBezTo>
                  <a:cubicBezTo>
                    <a:pt x="1" y="112"/>
                    <a:pt x="1" y="129"/>
                    <a:pt x="1" y="145"/>
                  </a:cubicBezTo>
                  <a:cubicBezTo>
                    <a:pt x="17" y="162"/>
                    <a:pt x="17" y="178"/>
                    <a:pt x="50" y="195"/>
                  </a:cubicBezTo>
                  <a:cubicBezTo>
                    <a:pt x="67" y="195"/>
                    <a:pt x="104" y="195"/>
                    <a:pt x="137" y="178"/>
                  </a:cubicBezTo>
                  <a:cubicBezTo>
                    <a:pt x="207" y="162"/>
                    <a:pt x="256" y="92"/>
                    <a:pt x="240" y="42"/>
                  </a:cubicBezTo>
                  <a:cubicBezTo>
                    <a:pt x="228" y="18"/>
                    <a:pt x="188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3" name="Google Shape;22383;p71"/>
            <p:cNvSpPr/>
            <p:nvPr/>
          </p:nvSpPr>
          <p:spPr>
            <a:xfrm>
              <a:off x="4681475" y="2489800"/>
              <a:ext cx="2625" cy="3425"/>
            </a:xfrm>
            <a:custGeom>
              <a:avLst/>
              <a:gdLst/>
              <a:ahLst/>
              <a:cxnLst/>
              <a:rect l="l" t="t" r="r" b="b"/>
              <a:pathLst>
                <a:path w="105" h="137" extrusionOk="0">
                  <a:moveTo>
                    <a:pt x="1" y="1"/>
                  </a:moveTo>
                  <a:cubicBezTo>
                    <a:pt x="17" y="50"/>
                    <a:pt x="34" y="104"/>
                    <a:pt x="50" y="137"/>
                  </a:cubicBezTo>
                  <a:lnTo>
                    <a:pt x="67" y="137"/>
                  </a:lnTo>
                  <a:lnTo>
                    <a:pt x="67" y="120"/>
                  </a:lnTo>
                  <a:cubicBezTo>
                    <a:pt x="88" y="120"/>
                    <a:pt x="88" y="104"/>
                    <a:pt x="88" y="104"/>
                  </a:cubicBezTo>
                  <a:cubicBezTo>
                    <a:pt x="104" y="50"/>
                    <a:pt x="67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4" name="Google Shape;22384;p71"/>
            <p:cNvSpPr/>
            <p:nvPr/>
          </p:nvSpPr>
          <p:spPr>
            <a:xfrm>
              <a:off x="4700750" y="246877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04" y="1"/>
                  </a:moveTo>
                  <a:cubicBezTo>
                    <a:pt x="38" y="34"/>
                    <a:pt x="1" y="104"/>
                    <a:pt x="17" y="137"/>
                  </a:cubicBezTo>
                  <a:cubicBezTo>
                    <a:pt x="30" y="171"/>
                    <a:pt x="55" y="190"/>
                    <a:pt x="89" y="190"/>
                  </a:cubicBezTo>
                  <a:cubicBezTo>
                    <a:pt x="109" y="190"/>
                    <a:pt x="132" y="183"/>
                    <a:pt x="158" y="170"/>
                  </a:cubicBezTo>
                  <a:cubicBezTo>
                    <a:pt x="174" y="170"/>
                    <a:pt x="191" y="153"/>
                    <a:pt x="207" y="153"/>
                  </a:cubicBezTo>
                  <a:cubicBezTo>
                    <a:pt x="244" y="120"/>
                    <a:pt x="261" y="67"/>
                    <a:pt x="244" y="50"/>
                  </a:cubicBezTo>
                  <a:cubicBezTo>
                    <a:pt x="244" y="17"/>
                    <a:pt x="207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5" name="Google Shape;22385;p71"/>
            <p:cNvSpPr/>
            <p:nvPr/>
          </p:nvSpPr>
          <p:spPr>
            <a:xfrm>
              <a:off x="4698175" y="25013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58" y="1"/>
                    <a:pt x="120" y="21"/>
                    <a:pt x="87" y="38"/>
                  </a:cubicBezTo>
                  <a:cubicBezTo>
                    <a:pt x="54" y="54"/>
                    <a:pt x="38" y="87"/>
                    <a:pt x="38" y="104"/>
                  </a:cubicBezTo>
                  <a:cubicBezTo>
                    <a:pt x="1" y="157"/>
                    <a:pt x="38" y="207"/>
                    <a:pt x="104" y="207"/>
                  </a:cubicBezTo>
                  <a:cubicBezTo>
                    <a:pt x="120" y="207"/>
                    <a:pt x="141" y="207"/>
                    <a:pt x="174" y="190"/>
                  </a:cubicBezTo>
                  <a:cubicBezTo>
                    <a:pt x="174" y="190"/>
                    <a:pt x="191" y="190"/>
                    <a:pt x="191" y="174"/>
                  </a:cubicBezTo>
                  <a:cubicBezTo>
                    <a:pt x="224" y="157"/>
                    <a:pt x="244" y="141"/>
                    <a:pt x="261" y="104"/>
                  </a:cubicBezTo>
                  <a:cubicBezTo>
                    <a:pt x="261" y="87"/>
                    <a:pt x="261" y="54"/>
                    <a:pt x="244" y="38"/>
                  </a:cubicBezTo>
                  <a:cubicBezTo>
                    <a:pt x="244" y="2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6" name="Google Shape;22386;p71"/>
            <p:cNvSpPr/>
            <p:nvPr/>
          </p:nvSpPr>
          <p:spPr>
            <a:xfrm>
              <a:off x="4630375" y="2272525"/>
              <a:ext cx="6000" cy="3850"/>
            </a:xfrm>
            <a:custGeom>
              <a:avLst/>
              <a:gdLst/>
              <a:ahLst/>
              <a:cxnLst/>
              <a:rect l="l" t="t" r="r" b="b"/>
              <a:pathLst>
                <a:path w="240" h="154" extrusionOk="0">
                  <a:moveTo>
                    <a:pt x="33" y="1"/>
                  </a:moveTo>
                  <a:cubicBezTo>
                    <a:pt x="33" y="17"/>
                    <a:pt x="16" y="34"/>
                    <a:pt x="0" y="50"/>
                  </a:cubicBezTo>
                  <a:cubicBezTo>
                    <a:pt x="0" y="67"/>
                    <a:pt x="0" y="104"/>
                    <a:pt x="16" y="120"/>
                  </a:cubicBezTo>
                  <a:cubicBezTo>
                    <a:pt x="33" y="137"/>
                    <a:pt x="49" y="153"/>
                    <a:pt x="87" y="153"/>
                  </a:cubicBezTo>
                  <a:cubicBezTo>
                    <a:pt x="103" y="153"/>
                    <a:pt x="120" y="137"/>
                    <a:pt x="153" y="137"/>
                  </a:cubicBezTo>
                  <a:lnTo>
                    <a:pt x="173" y="120"/>
                  </a:lnTo>
                  <a:cubicBezTo>
                    <a:pt x="206" y="104"/>
                    <a:pt x="223" y="67"/>
                    <a:pt x="239" y="5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7" name="Google Shape;22387;p71"/>
            <p:cNvSpPr/>
            <p:nvPr/>
          </p:nvSpPr>
          <p:spPr>
            <a:xfrm>
              <a:off x="4797850" y="2270375"/>
              <a:ext cx="6000" cy="2350"/>
            </a:xfrm>
            <a:custGeom>
              <a:avLst/>
              <a:gdLst/>
              <a:ahLst/>
              <a:cxnLst/>
              <a:rect l="l" t="t" r="r" b="b"/>
              <a:pathLst>
                <a:path w="240" h="94" extrusionOk="0">
                  <a:moveTo>
                    <a:pt x="1" y="0"/>
                  </a:moveTo>
                  <a:lnTo>
                    <a:pt x="1" y="50"/>
                  </a:lnTo>
                  <a:cubicBezTo>
                    <a:pt x="13" y="77"/>
                    <a:pt x="54" y="93"/>
                    <a:pt x="101" y="93"/>
                  </a:cubicBezTo>
                  <a:cubicBezTo>
                    <a:pt x="118" y="93"/>
                    <a:pt x="136" y="91"/>
                    <a:pt x="153" y="87"/>
                  </a:cubicBezTo>
                  <a:cubicBezTo>
                    <a:pt x="190" y="66"/>
                    <a:pt x="223" y="33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8" name="Google Shape;22388;p71"/>
            <p:cNvSpPr/>
            <p:nvPr/>
          </p:nvSpPr>
          <p:spPr>
            <a:xfrm>
              <a:off x="4894950" y="2269450"/>
              <a:ext cx="6000" cy="2350"/>
            </a:xfrm>
            <a:custGeom>
              <a:avLst/>
              <a:gdLst/>
              <a:ahLst/>
              <a:cxnLst/>
              <a:rect l="l" t="t" r="r" b="b"/>
              <a:pathLst>
                <a:path w="240" h="94" extrusionOk="0">
                  <a:moveTo>
                    <a:pt x="0" y="0"/>
                  </a:moveTo>
                  <a:lnTo>
                    <a:pt x="0" y="21"/>
                  </a:lnTo>
                  <a:cubicBezTo>
                    <a:pt x="0" y="54"/>
                    <a:pt x="17" y="70"/>
                    <a:pt x="33" y="87"/>
                  </a:cubicBezTo>
                  <a:cubicBezTo>
                    <a:pt x="44" y="87"/>
                    <a:pt x="63" y="94"/>
                    <a:pt x="85" y="94"/>
                  </a:cubicBezTo>
                  <a:cubicBezTo>
                    <a:pt x="96" y="94"/>
                    <a:pt x="108" y="92"/>
                    <a:pt x="120" y="87"/>
                  </a:cubicBezTo>
                  <a:lnTo>
                    <a:pt x="137" y="87"/>
                  </a:lnTo>
                  <a:cubicBezTo>
                    <a:pt x="170" y="70"/>
                    <a:pt x="186" y="54"/>
                    <a:pt x="207" y="37"/>
                  </a:cubicBezTo>
                  <a:cubicBezTo>
                    <a:pt x="223" y="37"/>
                    <a:pt x="223" y="21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9" name="Google Shape;22389;p71"/>
            <p:cNvSpPr/>
            <p:nvPr/>
          </p:nvSpPr>
          <p:spPr>
            <a:xfrm>
              <a:off x="4918975" y="2303450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53" y="1"/>
                  </a:moveTo>
                  <a:cubicBezTo>
                    <a:pt x="120" y="1"/>
                    <a:pt x="87" y="17"/>
                    <a:pt x="70" y="34"/>
                  </a:cubicBezTo>
                  <a:cubicBezTo>
                    <a:pt x="33" y="50"/>
                    <a:pt x="17" y="67"/>
                    <a:pt x="0" y="104"/>
                  </a:cubicBezTo>
                  <a:cubicBezTo>
                    <a:pt x="0" y="137"/>
                    <a:pt x="0" y="153"/>
                    <a:pt x="17" y="170"/>
                  </a:cubicBezTo>
                  <a:cubicBezTo>
                    <a:pt x="33" y="186"/>
                    <a:pt x="50" y="207"/>
                    <a:pt x="87" y="207"/>
                  </a:cubicBezTo>
                  <a:cubicBezTo>
                    <a:pt x="103" y="207"/>
                    <a:pt x="120" y="186"/>
                    <a:pt x="136" y="186"/>
                  </a:cubicBezTo>
                  <a:cubicBezTo>
                    <a:pt x="153" y="186"/>
                    <a:pt x="173" y="170"/>
                    <a:pt x="173" y="170"/>
                  </a:cubicBezTo>
                  <a:cubicBezTo>
                    <a:pt x="206" y="153"/>
                    <a:pt x="223" y="120"/>
                    <a:pt x="239" y="104"/>
                  </a:cubicBezTo>
                  <a:cubicBezTo>
                    <a:pt x="256" y="50"/>
                    <a:pt x="22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0" name="Google Shape;22390;p71"/>
            <p:cNvSpPr/>
            <p:nvPr/>
          </p:nvSpPr>
          <p:spPr>
            <a:xfrm>
              <a:off x="4612725" y="2317975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37" y="1"/>
                  </a:moveTo>
                  <a:cubicBezTo>
                    <a:pt x="104" y="17"/>
                    <a:pt x="71" y="38"/>
                    <a:pt x="55" y="55"/>
                  </a:cubicBezTo>
                  <a:cubicBezTo>
                    <a:pt x="1" y="104"/>
                    <a:pt x="1" y="158"/>
                    <a:pt x="55" y="191"/>
                  </a:cubicBezTo>
                  <a:cubicBezTo>
                    <a:pt x="71" y="207"/>
                    <a:pt x="88" y="207"/>
                    <a:pt x="121" y="207"/>
                  </a:cubicBezTo>
                  <a:cubicBezTo>
                    <a:pt x="137" y="191"/>
                    <a:pt x="158" y="191"/>
                    <a:pt x="158" y="191"/>
                  </a:cubicBezTo>
                  <a:cubicBezTo>
                    <a:pt x="174" y="174"/>
                    <a:pt x="191" y="174"/>
                    <a:pt x="207" y="158"/>
                  </a:cubicBezTo>
                  <a:cubicBezTo>
                    <a:pt x="261" y="104"/>
                    <a:pt x="261" y="55"/>
                    <a:pt x="224" y="17"/>
                  </a:cubicBezTo>
                  <a:cubicBezTo>
                    <a:pt x="207" y="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1" name="Google Shape;22391;p71"/>
            <p:cNvSpPr/>
            <p:nvPr/>
          </p:nvSpPr>
          <p:spPr>
            <a:xfrm>
              <a:off x="4616650" y="22819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53" y="1"/>
                  </a:moveTo>
                  <a:cubicBezTo>
                    <a:pt x="137" y="1"/>
                    <a:pt x="104" y="1"/>
                    <a:pt x="67" y="17"/>
                  </a:cubicBezTo>
                  <a:cubicBezTo>
                    <a:pt x="34" y="38"/>
                    <a:pt x="17" y="71"/>
                    <a:pt x="17" y="88"/>
                  </a:cubicBezTo>
                  <a:cubicBezTo>
                    <a:pt x="1" y="141"/>
                    <a:pt x="17" y="174"/>
                    <a:pt x="50" y="191"/>
                  </a:cubicBezTo>
                  <a:lnTo>
                    <a:pt x="83" y="191"/>
                  </a:lnTo>
                  <a:cubicBezTo>
                    <a:pt x="104" y="191"/>
                    <a:pt x="120" y="191"/>
                    <a:pt x="153" y="174"/>
                  </a:cubicBezTo>
                  <a:cubicBezTo>
                    <a:pt x="170" y="174"/>
                    <a:pt x="207" y="141"/>
                    <a:pt x="223" y="121"/>
                  </a:cubicBezTo>
                  <a:cubicBezTo>
                    <a:pt x="223" y="104"/>
                    <a:pt x="240" y="104"/>
                    <a:pt x="240" y="88"/>
                  </a:cubicBezTo>
                  <a:cubicBezTo>
                    <a:pt x="256" y="38"/>
                    <a:pt x="22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2" name="Google Shape;22392;p71"/>
            <p:cNvSpPr/>
            <p:nvPr/>
          </p:nvSpPr>
          <p:spPr>
            <a:xfrm>
              <a:off x="4915575" y="233627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61" y="1"/>
                  </a:moveTo>
                  <a:cubicBezTo>
                    <a:pt x="117" y="1"/>
                    <a:pt x="70" y="17"/>
                    <a:pt x="33" y="44"/>
                  </a:cubicBezTo>
                  <a:cubicBezTo>
                    <a:pt x="17" y="77"/>
                    <a:pt x="0" y="94"/>
                    <a:pt x="0" y="131"/>
                  </a:cubicBezTo>
                  <a:cubicBezTo>
                    <a:pt x="0" y="147"/>
                    <a:pt x="0" y="164"/>
                    <a:pt x="17" y="180"/>
                  </a:cubicBezTo>
                  <a:cubicBezTo>
                    <a:pt x="50" y="197"/>
                    <a:pt x="66" y="197"/>
                    <a:pt x="103" y="197"/>
                  </a:cubicBezTo>
                  <a:cubicBezTo>
                    <a:pt x="120" y="197"/>
                    <a:pt x="120" y="180"/>
                    <a:pt x="136" y="180"/>
                  </a:cubicBezTo>
                  <a:cubicBezTo>
                    <a:pt x="153" y="180"/>
                    <a:pt x="169" y="164"/>
                    <a:pt x="186" y="147"/>
                  </a:cubicBezTo>
                  <a:cubicBezTo>
                    <a:pt x="239" y="94"/>
                    <a:pt x="239" y="44"/>
                    <a:pt x="206" y="7"/>
                  </a:cubicBezTo>
                  <a:cubicBezTo>
                    <a:pt x="192" y="3"/>
                    <a:pt x="177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3" name="Google Shape;22393;p71"/>
            <p:cNvSpPr/>
            <p:nvPr/>
          </p:nvSpPr>
          <p:spPr>
            <a:xfrm>
              <a:off x="4781050" y="227077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57" y="1"/>
                  </a:moveTo>
                  <a:cubicBezTo>
                    <a:pt x="124" y="1"/>
                    <a:pt x="104" y="1"/>
                    <a:pt x="87" y="17"/>
                  </a:cubicBezTo>
                  <a:cubicBezTo>
                    <a:pt x="54" y="34"/>
                    <a:pt x="38" y="71"/>
                    <a:pt x="21" y="87"/>
                  </a:cubicBezTo>
                  <a:cubicBezTo>
                    <a:pt x="1" y="153"/>
                    <a:pt x="38" y="190"/>
                    <a:pt x="104" y="190"/>
                  </a:cubicBezTo>
                  <a:cubicBezTo>
                    <a:pt x="124" y="190"/>
                    <a:pt x="141" y="190"/>
                    <a:pt x="157" y="174"/>
                  </a:cubicBezTo>
                  <a:cubicBezTo>
                    <a:pt x="174" y="174"/>
                    <a:pt x="190" y="174"/>
                    <a:pt x="190" y="153"/>
                  </a:cubicBezTo>
                  <a:cubicBezTo>
                    <a:pt x="227" y="137"/>
                    <a:pt x="244" y="120"/>
                    <a:pt x="260" y="87"/>
                  </a:cubicBezTo>
                  <a:cubicBezTo>
                    <a:pt x="277" y="50"/>
                    <a:pt x="244" y="1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4" name="Google Shape;22394;p71"/>
            <p:cNvSpPr/>
            <p:nvPr/>
          </p:nvSpPr>
          <p:spPr>
            <a:xfrm>
              <a:off x="4736425" y="2537425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37" y="1"/>
                  </a:moveTo>
                  <a:cubicBezTo>
                    <a:pt x="104" y="21"/>
                    <a:pt x="87" y="38"/>
                    <a:pt x="54" y="54"/>
                  </a:cubicBezTo>
                  <a:cubicBezTo>
                    <a:pt x="0" y="104"/>
                    <a:pt x="0" y="157"/>
                    <a:pt x="54" y="190"/>
                  </a:cubicBezTo>
                  <a:cubicBezTo>
                    <a:pt x="62" y="199"/>
                    <a:pt x="75" y="203"/>
                    <a:pt x="87" y="203"/>
                  </a:cubicBezTo>
                  <a:cubicBezTo>
                    <a:pt x="99" y="203"/>
                    <a:pt x="112" y="199"/>
                    <a:pt x="120" y="190"/>
                  </a:cubicBezTo>
                  <a:lnTo>
                    <a:pt x="157" y="190"/>
                  </a:lnTo>
                  <a:cubicBezTo>
                    <a:pt x="174" y="174"/>
                    <a:pt x="207" y="174"/>
                    <a:pt x="207" y="157"/>
                  </a:cubicBezTo>
                  <a:cubicBezTo>
                    <a:pt x="240" y="124"/>
                    <a:pt x="260" y="104"/>
                    <a:pt x="260" y="71"/>
                  </a:cubicBezTo>
                  <a:cubicBezTo>
                    <a:pt x="260" y="54"/>
                    <a:pt x="240" y="38"/>
                    <a:pt x="223" y="21"/>
                  </a:cubicBezTo>
                  <a:cubicBezTo>
                    <a:pt x="207" y="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5" name="Google Shape;22395;p71"/>
            <p:cNvSpPr/>
            <p:nvPr/>
          </p:nvSpPr>
          <p:spPr>
            <a:xfrm>
              <a:off x="4907325" y="2269950"/>
              <a:ext cx="6500" cy="4675"/>
            </a:xfrm>
            <a:custGeom>
              <a:avLst/>
              <a:gdLst/>
              <a:ahLst/>
              <a:cxnLst/>
              <a:rect l="l" t="t" r="r" b="b"/>
              <a:pathLst>
                <a:path w="260" h="187" extrusionOk="0">
                  <a:moveTo>
                    <a:pt x="157" y="1"/>
                  </a:moveTo>
                  <a:cubicBezTo>
                    <a:pt x="140" y="1"/>
                    <a:pt x="103" y="1"/>
                    <a:pt x="70" y="17"/>
                  </a:cubicBezTo>
                  <a:cubicBezTo>
                    <a:pt x="54" y="34"/>
                    <a:pt x="21" y="67"/>
                    <a:pt x="21" y="83"/>
                  </a:cubicBezTo>
                  <a:cubicBezTo>
                    <a:pt x="0" y="120"/>
                    <a:pt x="0" y="137"/>
                    <a:pt x="21" y="170"/>
                  </a:cubicBezTo>
                  <a:cubicBezTo>
                    <a:pt x="37" y="186"/>
                    <a:pt x="54" y="186"/>
                    <a:pt x="87" y="186"/>
                  </a:cubicBezTo>
                  <a:cubicBezTo>
                    <a:pt x="103" y="186"/>
                    <a:pt x="140" y="186"/>
                    <a:pt x="157" y="170"/>
                  </a:cubicBezTo>
                  <a:cubicBezTo>
                    <a:pt x="157" y="170"/>
                    <a:pt x="173" y="170"/>
                    <a:pt x="173" y="153"/>
                  </a:cubicBezTo>
                  <a:cubicBezTo>
                    <a:pt x="206" y="137"/>
                    <a:pt x="227" y="120"/>
                    <a:pt x="243" y="83"/>
                  </a:cubicBezTo>
                  <a:cubicBezTo>
                    <a:pt x="260" y="34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6" name="Google Shape;22396;p71"/>
            <p:cNvSpPr/>
            <p:nvPr/>
          </p:nvSpPr>
          <p:spPr>
            <a:xfrm>
              <a:off x="4904750" y="231417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0"/>
                  </a:moveTo>
                  <a:cubicBezTo>
                    <a:pt x="140" y="0"/>
                    <a:pt x="124" y="0"/>
                    <a:pt x="87" y="17"/>
                  </a:cubicBezTo>
                  <a:cubicBezTo>
                    <a:pt x="54" y="50"/>
                    <a:pt x="37" y="66"/>
                    <a:pt x="21" y="103"/>
                  </a:cubicBezTo>
                  <a:cubicBezTo>
                    <a:pt x="0" y="136"/>
                    <a:pt x="37" y="169"/>
                    <a:pt x="70" y="190"/>
                  </a:cubicBezTo>
                  <a:lnTo>
                    <a:pt x="103" y="190"/>
                  </a:lnTo>
                  <a:cubicBezTo>
                    <a:pt x="124" y="190"/>
                    <a:pt x="140" y="190"/>
                    <a:pt x="157" y="169"/>
                  </a:cubicBezTo>
                  <a:cubicBezTo>
                    <a:pt x="190" y="169"/>
                    <a:pt x="227" y="136"/>
                    <a:pt x="243" y="120"/>
                  </a:cubicBezTo>
                  <a:cubicBezTo>
                    <a:pt x="243" y="103"/>
                    <a:pt x="243" y="103"/>
                    <a:pt x="260" y="87"/>
                  </a:cubicBezTo>
                  <a:cubicBezTo>
                    <a:pt x="276" y="33"/>
                    <a:pt x="24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7" name="Google Shape;22397;p71"/>
            <p:cNvSpPr/>
            <p:nvPr/>
          </p:nvSpPr>
          <p:spPr>
            <a:xfrm>
              <a:off x="4901350" y="2350350"/>
              <a:ext cx="6500" cy="5075"/>
            </a:xfrm>
            <a:custGeom>
              <a:avLst/>
              <a:gdLst/>
              <a:ahLst/>
              <a:cxnLst/>
              <a:rect l="l" t="t" r="r" b="b"/>
              <a:pathLst>
                <a:path w="260" h="203" extrusionOk="0">
                  <a:moveTo>
                    <a:pt x="181" y="1"/>
                  </a:moveTo>
                  <a:cubicBezTo>
                    <a:pt x="168" y="1"/>
                    <a:pt x="155" y="5"/>
                    <a:pt x="136" y="13"/>
                  </a:cubicBezTo>
                  <a:cubicBezTo>
                    <a:pt x="103" y="13"/>
                    <a:pt x="70" y="29"/>
                    <a:pt x="54" y="46"/>
                  </a:cubicBezTo>
                  <a:cubicBezTo>
                    <a:pt x="0" y="100"/>
                    <a:pt x="0" y="165"/>
                    <a:pt x="33" y="186"/>
                  </a:cubicBezTo>
                  <a:cubicBezTo>
                    <a:pt x="70" y="203"/>
                    <a:pt x="87" y="203"/>
                    <a:pt x="120" y="203"/>
                  </a:cubicBezTo>
                  <a:cubicBezTo>
                    <a:pt x="136" y="203"/>
                    <a:pt x="136" y="186"/>
                    <a:pt x="157" y="186"/>
                  </a:cubicBezTo>
                  <a:cubicBezTo>
                    <a:pt x="173" y="186"/>
                    <a:pt x="190" y="165"/>
                    <a:pt x="206" y="149"/>
                  </a:cubicBezTo>
                  <a:cubicBezTo>
                    <a:pt x="260" y="100"/>
                    <a:pt x="260" y="46"/>
                    <a:pt x="223" y="13"/>
                  </a:cubicBezTo>
                  <a:cubicBezTo>
                    <a:pt x="206" y="5"/>
                    <a:pt x="194" y="1"/>
                    <a:pt x="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8" name="Google Shape;22398;p71"/>
            <p:cNvSpPr/>
            <p:nvPr/>
          </p:nvSpPr>
          <p:spPr>
            <a:xfrm>
              <a:off x="4914625" y="2350650"/>
              <a:ext cx="6950" cy="5200"/>
            </a:xfrm>
            <a:custGeom>
              <a:avLst/>
              <a:gdLst/>
              <a:ahLst/>
              <a:cxnLst/>
              <a:rect l="l" t="t" r="r" b="b"/>
              <a:pathLst>
                <a:path w="278" h="208" extrusionOk="0">
                  <a:moveTo>
                    <a:pt x="174" y="1"/>
                  </a:moveTo>
                  <a:cubicBezTo>
                    <a:pt x="141" y="1"/>
                    <a:pt x="104" y="17"/>
                    <a:pt x="88" y="34"/>
                  </a:cubicBezTo>
                  <a:cubicBezTo>
                    <a:pt x="55" y="50"/>
                    <a:pt x="38" y="71"/>
                    <a:pt x="17" y="104"/>
                  </a:cubicBezTo>
                  <a:cubicBezTo>
                    <a:pt x="1" y="153"/>
                    <a:pt x="38" y="207"/>
                    <a:pt x="104" y="207"/>
                  </a:cubicBezTo>
                  <a:cubicBezTo>
                    <a:pt x="121" y="207"/>
                    <a:pt x="141" y="191"/>
                    <a:pt x="158" y="191"/>
                  </a:cubicBezTo>
                  <a:cubicBezTo>
                    <a:pt x="174" y="191"/>
                    <a:pt x="174" y="174"/>
                    <a:pt x="191" y="174"/>
                  </a:cubicBezTo>
                  <a:cubicBezTo>
                    <a:pt x="224" y="153"/>
                    <a:pt x="244" y="120"/>
                    <a:pt x="244" y="104"/>
                  </a:cubicBezTo>
                  <a:cubicBezTo>
                    <a:pt x="277" y="50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9" name="Google Shape;22399;p71"/>
            <p:cNvSpPr/>
            <p:nvPr/>
          </p:nvSpPr>
          <p:spPr>
            <a:xfrm>
              <a:off x="4909475" y="22819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66" y="0"/>
                  </a:moveTo>
                  <a:cubicBezTo>
                    <a:pt x="128" y="0"/>
                    <a:pt x="87" y="20"/>
                    <a:pt x="54" y="55"/>
                  </a:cubicBezTo>
                  <a:cubicBezTo>
                    <a:pt x="1" y="104"/>
                    <a:pt x="1" y="158"/>
                    <a:pt x="54" y="191"/>
                  </a:cubicBezTo>
                  <a:cubicBezTo>
                    <a:pt x="65" y="191"/>
                    <a:pt x="84" y="198"/>
                    <a:pt x="100" y="198"/>
                  </a:cubicBezTo>
                  <a:cubicBezTo>
                    <a:pt x="108" y="198"/>
                    <a:pt x="115" y="196"/>
                    <a:pt x="120" y="191"/>
                  </a:cubicBezTo>
                  <a:lnTo>
                    <a:pt x="157" y="191"/>
                  </a:lnTo>
                  <a:cubicBezTo>
                    <a:pt x="174" y="174"/>
                    <a:pt x="190" y="158"/>
                    <a:pt x="207" y="141"/>
                  </a:cubicBezTo>
                  <a:cubicBezTo>
                    <a:pt x="261" y="104"/>
                    <a:pt x="261" y="38"/>
                    <a:pt x="223" y="17"/>
                  </a:cubicBezTo>
                  <a:cubicBezTo>
                    <a:pt x="206" y="6"/>
                    <a:pt x="186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0" name="Google Shape;22400;p71"/>
            <p:cNvSpPr/>
            <p:nvPr/>
          </p:nvSpPr>
          <p:spPr>
            <a:xfrm>
              <a:off x="4915050" y="229140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41" y="0"/>
                    <a:pt x="104" y="0"/>
                    <a:pt x="87" y="17"/>
                  </a:cubicBezTo>
                  <a:cubicBezTo>
                    <a:pt x="54" y="33"/>
                    <a:pt x="38" y="70"/>
                    <a:pt x="21" y="87"/>
                  </a:cubicBezTo>
                  <a:cubicBezTo>
                    <a:pt x="0" y="153"/>
                    <a:pt x="38" y="190"/>
                    <a:pt x="104" y="190"/>
                  </a:cubicBezTo>
                  <a:cubicBezTo>
                    <a:pt x="124" y="190"/>
                    <a:pt x="141" y="190"/>
                    <a:pt x="157" y="173"/>
                  </a:cubicBezTo>
                  <a:cubicBezTo>
                    <a:pt x="174" y="173"/>
                    <a:pt x="174" y="173"/>
                    <a:pt x="190" y="153"/>
                  </a:cubicBezTo>
                  <a:cubicBezTo>
                    <a:pt x="227" y="136"/>
                    <a:pt x="244" y="120"/>
                    <a:pt x="244" y="87"/>
                  </a:cubicBezTo>
                  <a:cubicBezTo>
                    <a:pt x="277" y="33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1" name="Google Shape;22401;p71"/>
            <p:cNvSpPr/>
            <p:nvPr/>
          </p:nvSpPr>
          <p:spPr>
            <a:xfrm>
              <a:off x="4569750" y="2285100"/>
              <a:ext cx="6525" cy="5050"/>
            </a:xfrm>
            <a:custGeom>
              <a:avLst/>
              <a:gdLst/>
              <a:ahLst/>
              <a:cxnLst/>
              <a:rect l="l" t="t" r="r" b="b"/>
              <a:pathLst>
                <a:path w="261" h="202" extrusionOk="0">
                  <a:moveTo>
                    <a:pt x="176" y="0"/>
                  </a:moveTo>
                  <a:cubicBezTo>
                    <a:pt x="155" y="0"/>
                    <a:pt x="131" y="5"/>
                    <a:pt x="104" y="13"/>
                  </a:cubicBezTo>
                  <a:cubicBezTo>
                    <a:pt x="38" y="46"/>
                    <a:pt x="1" y="96"/>
                    <a:pt x="21" y="149"/>
                  </a:cubicBezTo>
                  <a:cubicBezTo>
                    <a:pt x="21" y="181"/>
                    <a:pt x="49" y="201"/>
                    <a:pt x="88" y="201"/>
                  </a:cubicBezTo>
                  <a:cubicBezTo>
                    <a:pt x="109" y="201"/>
                    <a:pt x="133" y="195"/>
                    <a:pt x="157" y="182"/>
                  </a:cubicBezTo>
                  <a:cubicBezTo>
                    <a:pt x="227" y="149"/>
                    <a:pt x="260" y="96"/>
                    <a:pt x="244" y="46"/>
                  </a:cubicBezTo>
                  <a:cubicBezTo>
                    <a:pt x="234" y="13"/>
                    <a:pt x="209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2" name="Google Shape;22402;p71"/>
            <p:cNvSpPr/>
            <p:nvPr/>
          </p:nvSpPr>
          <p:spPr>
            <a:xfrm>
              <a:off x="4557375" y="2283225"/>
              <a:ext cx="6425" cy="5100"/>
            </a:xfrm>
            <a:custGeom>
              <a:avLst/>
              <a:gdLst/>
              <a:ahLst/>
              <a:cxnLst/>
              <a:rect l="l" t="t" r="r" b="b"/>
              <a:pathLst>
                <a:path w="257" h="204" extrusionOk="0">
                  <a:moveTo>
                    <a:pt x="168" y="1"/>
                  </a:moveTo>
                  <a:cubicBezTo>
                    <a:pt x="149" y="1"/>
                    <a:pt x="127" y="6"/>
                    <a:pt x="104" y="18"/>
                  </a:cubicBezTo>
                  <a:cubicBezTo>
                    <a:pt x="67" y="35"/>
                    <a:pt x="34" y="51"/>
                    <a:pt x="17" y="88"/>
                  </a:cubicBezTo>
                  <a:cubicBezTo>
                    <a:pt x="1" y="105"/>
                    <a:pt x="1" y="121"/>
                    <a:pt x="17" y="154"/>
                  </a:cubicBezTo>
                  <a:cubicBezTo>
                    <a:pt x="17" y="171"/>
                    <a:pt x="34" y="191"/>
                    <a:pt x="50" y="191"/>
                  </a:cubicBezTo>
                  <a:cubicBezTo>
                    <a:pt x="67" y="199"/>
                    <a:pt x="84" y="204"/>
                    <a:pt x="102" y="204"/>
                  </a:cubicBezTo>
                  <a:cubicBezTo>
                    <a:pt x="120" y="204"/>
                    <a:pt x="137" y="199"/>
                    <a:pt x="154" y="191"/>
                  </a:cubicBezTo>
                  <a:cubicBezTo>
                    <a:pt x="224" y="154"/>
                    <a:pt x="257" y="105"/>
                    <a:pt x="240" y="51"/>
                  </a:cubicBezTo>
                  <a:cubicBezTo>
                    <a:pt x="229" y="19"/>
                    <a:pt x="203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3" name="Google Shape;22403;p71"/>
            <p:cNvSpPr/>
            <p:nvPr/>
          </p:nvSpPr>
          <p:spPr>
            <a:xfrm>
              <a:off x="4562025" y="2307775"/>
              <a:ext cx="6525" cy="5100"/>
            </a:xfrm>
            <a:custGeom>
              <a:avLst/>
              <a:gdLst/>
              <a:ahLst/>
              <a:cxnLst/>
              <a:rect l="l" t="t" r="r" b="b"/>
              <a:pathLst>
                <a:path w="261" h="204" extrusionOk="0">
                  <a:moveTo>
                    <a:pt x="172" y="1"/>
                  </a:moveTo>
                  <a:cubicBezTo>
                    <a:pt x="152" y="1"/>
                    <a:pt x="130" y="5"/>
                    <a:pt x="104" y="13"/>
                  </a:cubicBezTo>
                  <a:cubicBezTo>
                    <a:pt x="54" y="50"/>
                    <a:pt x="21" y="83"/>
                    <a:pt x="21" y="116"/>
                  </a:cubicBezTo>
                  <a:cubicBezTo>
                    <a:pt x="1" y="137"/>
                    <a:pt x="1" y="137"/>
                    <a:pt x="21" y="153"/>
                  </a:cubicBezTo>
                  <a:cubicBezTo>
                    <a:pt x="21" y="185"/>
                    <a:pt x="49" y="203"/>
                    <a:pt x="87" y="203"/>
                  </a:cubicBezTo>
                  <a:cubicBezTo>
                    <a:pt x="108" y="203"/>
                    <a:pt x="132" y="198"/>
                    <a:pt x="157" y="186"/>
                  </a:cubicBezTo>
                  <a:cubicBezTo>
                    <a:pt x="227" y="170"/>
                    <a:pt x="260" y="100"/>
                    <a:pt x="244" y="50"/>
                  </a:cubicBezTo>
                  <a:cubicBezTo>
                    <a:pt x="244" y="50"/>
                    <a:pt x="227" y="34"/>
                    <a:pt x="227" y="13"/>
                  </a:cubicBezTo>
                  <a:cubicBezTo>
                    <a:pt x="209" y="5"/>
                    <a:pt x="191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4" name="Google Shape;22404;p71"/>
            <p:cNvSpPr/>
            <p:nvPr/>
          </p:nvSpPr>
          <p:spPr>
            <a:xfrm>
              <a:off x="4563375" y="231782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91" y="1"/>
                  </a:moveTo>
                  <a:cubicBezTo>
                    <a:pt x="179" y="1"/>
                    <a:pt x="167" y="3"/>
                    <a:pt x="153" y="7"/>
                  </a:cubicBezTo>
                  <a:lnTo>
                    <a:pt x="103" y="7"/>
                  </a:lnTo>
                  <a:cubicBezTo>
                    <a:pt x="50" y="44"/>
                    <a:pt x="0" y="94"/>
                    <a:pt x="17" y="147"/>
                  </a:cubicBezTo>
                  <a:cubicBezTo>
                    <a:pt x="27" y="179"/>
                    <a:pt x="53" y="197"/>
                    <a:pt x="88" y="197"/>
                  </a:cubicBezTo>
                  <a:cubicBezTo>
                    <a:pt x="107" y="197"/>
                    <a:pt x="129" y="192"/>
                    <a:pt x="153" y="180"/>
                  </a:cubicBezTo>
                  <a:cubicBezTo>
                    <a:pt x="173" y="180"/>
                    <a:pt x="190" y="164"/>
                    <a:pt x="206" y="147"/>
                  </a:cubicBezTo>
                  <a:cubicBezTo>
                    <a:pt x="239" y="127"/>
                    <a:pt x="256" y="77"/>
                    <a:pt x="256" y="44"/>
                  </a:cubicBezTo>
                  <a:cubicBezTo>
                    <a:pt x="244" y="17"/>
                    <a:pt x="222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5" name="Google Shape;22405;p71"/>
            <p:cNvSpPr/>
            <p:nvPr/>
          </p:nvSpPr>
          <p:spPr>
            <a:xfrm>
              <a:off x="4566775" y="233005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73" y="0"/>
                  </a:moveTo>
                  <a:cubicBezTo>
                    <a:pt x="157" y="0"/>
                    <a:pt x="140" y="0"/>
                    <a:pt x="120" y="17"/>
                  </a:cubicBezTo>
                  <a:cubicBezTo>
                    <a:pt x="54" y="33"/>
                    <a:pt x="0" y="103"/>
                    <a:pt x="17" y="153"/>
                  </a:cubicBezTo>
                  <a:cubicBezTo>
                    <a:pt x="32" y="180"/>
                    <a:pt x="72" y="196"/>
                    <a:pt x="113" y="196"/>
                  </a:cubicBezTo>
                  <a:cubicBezTo>
                    <a:pt x="128" y="196"/>
                    <a:pt x="143" y="194"/>
                    <a:pt x="157" y="190"/>
                  </a:cubicBezTo>
                  <a:cubicBezTo>
                    <a:pt x="190" y="174"/>
                    <a:pt x="206" y="174"/>
                    <a:pt x="206" y="153"/>
                  </a:cubicBezTo>
                  <a:cubicBezTo>
                    <a:pt x="243" y="120"/>
                    <a:pt x="260" y="87"/>
                    <a:pt x="260" y="50"/>
                  </a:cubicBezTo>
                  <a:cubicBezTo>
                    <a:pt x="243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6" name="Google Shape;22406;p71"/>
            <p:cNvSpPr/>
            <p:nvPr/>
          </p:nvSpPr>
          <p:spPr>
            <a:xfrm>
              <a:off x="4556875" y="229612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57" y="1"/>
                  </a:moveTo>
                  <a:cubicBezTo>
                    <a:pt x="141" y="1"/>
                    <a:pt x="124" y="1"/>
                    <a:pt x="103" y="17"/>
                  </a:cubicBezTo>
                  <a:cubicBezTo>
                    <a:pt x="54" y="34"/>
                    <a:pt x="0" y="104"/>
                    <a:pt x="21" y="137"/>
                  </a:cubicBezTo>
                  <a:cubicBezTo>
                    <a:pt x="31" y="171"/>
                    <a:pt x="55" y="190"/>
                    <a:pt x="89" y="190"/>
                  </a:cubicBezTo>
                  <a:cubicBezTo>
                    <a:pt x="108" y="190"/>
                    <a:pt x="131" y="184"/>
                    <a:pt x="157" y="170"/>
                  </a:cubicBezTo>
                  <a:cubicBezTo>
                    <a:pt x="174" y="170"/>
                    <a:pt x="190" y="153"/>
                    <a:pt x="207" y="153"/>
                  </a:cubicBezTo>
                  <a:cubicBezTo>
                    <a:pt x="244" y="120"/>
                    <a:pt x="260" y="67"/>
                    <a:pt x="260" y="50"/>
                  </a:cubicBezTo>
                  <a:cubicBezTo>
                    <a:pt x="244" y="17"/>
                    <a:pt x="20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7" name="Google Shape;22407;p71"/>
            <p:cNvSpPr/>
            <p:nvPr/>
          </p:nvSpPr>
          <p:spPr>
            <a:xfrm>
              <a:off x="4549650" y="2318675"/>
              <a:ext cx="6425" cy="4900"/>
            </a:xfrm>
            <a:custGeom>
              <a:avLst/>
              <a:gdLst/>
              <a:ahLst/>
              <a:cxnLst/>
              <a:rect l="l" t="t" r="r" b="b"/>
              <a:pathLst>
                <a:path w="257" h="196" extrusionOk="0">
                  <a:moveTo>
                    <a:pt x="170" y="1"/>
                  </a:moveTo>
                  <a:cubicBezTo>
                    <a:pt x="159" y="1"/>
                    <a:pt x="148" y="3"/>
                    <a:pt x="137" y="10"/>
                  </a:cubicBezTo>
                  <a:cubicBezTo>
                    <a:pt x="104" y="10"/>
                    <a:pt x="67" y="27"/>
                    <a:pt x="50" y="60"/>
                  </a:cubicBezTo>
                  <a:cubicBezTo>
                    <a:pt x="1" y="93"/>
                    <a:pt x="1" y="163"/>
                    <a:pt x="34" y="179"/>
                  </a:cubicBezTo>
                  <a:cubicBezTo>
                    <a:pt x="67" y="196"/>
                    <a:pt x="83" y="196"/>
                    <a:pt x="120" y="196"/>
                  </a:cubicBezTo>
                  <a:cubicBezTo>
                    <a:pt x="137" y="196"/>
                    <a:pt x="137" y="196"/>
                    <a:pt x="153" y="179"/>
                  </a:cubicBezTo>
                  <a:cubicBezTo>
                    <a:pt x="170" y="179"/>
                    <a:pt x="186" y="163"/>
                    <a:pt x="207" y="146"/>
                  </a:cubicBezTo>
                  <a:cubicBezTo>
                    <a:pt x="240" y="130"/>
                    <a:pt x="240" y="93"/>
                    <a:pt x="256" y="76"/>
                  </a:cubicBezTo>
                  <a:cubicBezTo>
                    <a:pt x="256" y="43"/>
                    <a:pt x="240" y="27"/>
                    <a:pt x="223" y="10"/>
                  </a:cubicBezTo>
                  <a:cubicBezTo>
                    <a:pt x="212" y="10"/>
                    <a:pt x="192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8" name="Google Shape;22408;p71"/>
            <p:cNvSpPr/>
            <p:nvPr/>
          </p:nvSpPr>
          <p:spPr>
            <a:xfrm>
              <a:off x="4608000" y="23064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3" y="0"/>
                  </a:moveTo>
                  <a:cubicBezTo>
                    <a:pt x="157" y="0"/>
                    <a:pt x="120" y="17"/>
                    <a:pt x="87" y="33"/>
                  </a:cubicBezTo>
                  <a:cubicBezTo>
                    <a:pt x="54" y="50"/>
                    <a:pt x="37" y="87"/>
                    <a:pt x="37" y="103"/>
                  </a:cubicBezTo>
                  <a:cubicBezTo>
                    <a:pt x="0" y="153"/>
                    <a:pt x="37" y="206"/>
                    <a:pt x="103" y="206"/>
                  </a:cubicBezTo>
                  <a:cubicBezTo>
                    <a:pt x="120" y="206"/>
                    <a:pt x="157" y="206"/>
                    <a:pt x="173" y="190"/>
                  </a:cubicBezTo>
                  <a:cubicBezTo>
                    <a:pt x="173" y="190"/>
                    <a:pt x="190" y="190"/>
                    <a:pt x="190" y="169"/>
                  </a:cubicBezTo>
                  <a:cubicBezTo>
                    <a:pt x="223" y="153"/>
                    <a:pt x="244" y="136"/>
                    <a:pt x="260" y="103"/>
                  </a:cubicBezTo>
                  <a:cubicBezTo>
                    <a:pt x="260" y="87"/>
                    <a:pt x="260" y="50"/>
                    <a:pt x="244" y="33"/>
                  </a:cubicBezTo>
                  <a:cubicBezTo>
                    <a:pt x="244" y="17"/>
                    <a:pt x="20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9" name="Google Shape;22409;p71"/>
            <p:cNvSpPr/>
            <p:nvPr/>
          </p:nvSpPr>
          <p:spPr>
            <a:xfrm>
              <a:off x="4554800" y="2328700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70" y="1"/>
                  </a:moveTo>
                  <a:cubicBezTo>
                    <a:pt x="137" y="1"/>
                    <a:pt x="104" y="21"/>
                    <a:pt x="67" y="38"/>
                  </a:cubicBezTo>
                  <a:cubicBezTo>
                    <a:pt x="50" y="54"/>
                    <a:pt x="17" y="87"/>
                    <a:pt x="17" y="104"/>
                  </a:cubicBezTo>
                  <a:cubicBezTo>
                    <a:pt x="1" y="157"/>
                    <a:pt x="34" y="207"/>
                    <a:pt x="83" y="207"/>
                  </a:cubicBezTo>
                  <a:cubicBezTo>
                    <a:pt x="104" y="207"/>
                    <a:pt x="137" y="207"/>
                    <a:pt x="153" y="190"/>
                  </a:cubicBezTo>
                  <a:cubicBezTo>
                    <a:pt x="153" y="190"/>
                    <a:pt x="170" y="190"/>
                    <a:pt x="186" y="174"/>
                  </a:cubicBezTo>
                  <a:cubicBezTo>
                    <a:pt x="207" y="157"/>
                    <a:pt x="224" y="141"/>
                    <a:pt x="240" y="104"/>
                  </a:cubicBezTo>
                  <a:cubicBezTo>
                    <a:pt x="257" y="87"/>
                    <a:pt x="240" y="54"/>
                    <a:pt x="240" y="38"/>
                  </a:cubicBezTo>
                  <a:cubicBezTo>
                    <a:pt x="224" y="21"/>
                    <a:pt x="186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0" name="Google Shape;22410;p71"/>
            <p:cNvSpPr/>
            <p:nvPr/>
          </p:nvSpPr>
          <p:spPr>
            <a:xfrm>
              <a:off x="4599850" y="2283675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37" y="0"/>
                  </a:moveTo>
                  <a:cubicBezTo>
                    <a:pt x="120" y="17"/>
                    <a:pt x="87" y="33"/>
                    <a:pt x="54" y="50"/>
                  </a:cubicBezTo>
                  <a:cubicBezTo>
                    <a:pt x="17" y="103"/>
                    <a:pt x="1" y="153"/>
                    <a:pt x="54" y="190"/>
                  </a:cubicBezTo>
                  <a:cubicBezTo>
                    <a:pt x="62" y="198"/>
                    <a:pt x="75" y="202"/>
                    <a:pt x="89" y="202"/>
                  </a:cubicBezTo>
                  <a:cubicBezTo>
                    <a:pt x="104" y="202"/>
                    <a:pt x="120" y="198"/>
                    <a:pt x="137" y="190"/>
                  </a:cubicBezTo>
                  <a:lnTo>
                    <a:pt x="174" y="190"/>
                  </a:lnTo>
                  <a:cubicBezTo>
                    <a:pt x="190" y="173"/>
                    <a:pt x="207" y="173"/>
                    <a:pt x="223" y="153"/>
                  </a:cubicBezTo>
                  <a:cubicBezTo>
                    <a:pt x="277" y="103"/>
                    <a:pt x="277" y="33"/>
                    <a:pt x="223" y="17"/>
                  </a:cubicBezTo>
                  <a:cubicBezTo>
                    <a:pt x="207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1" name="Google Shape;22411;p71"/>
            <p:cNvSpPr/>
            <p:nvPr/>
          </p:nvSpPr>
          <p:spPr>
            <a:xfrm>
              <a:off x="4597275" y="23171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37" y="1"/>
                    <a:pt x="104" y="1"/>
                    <a:pt x="87" y="17"/>
                  </a:cubicBezTo>
                  <a:cubicBezTo>
                    <a:pt x="54" y="50"/>
                    <a:pt x="34" y="71"/>
                    <a:pt x="17" y="104"/>
                  </a:cubicBezTo>
                  <a:cubicBezTo>
                    <a:pt x="1" y="154"/>
                    <a:pt x="34" y="191"/>
                    <a:pt x="104" y="191"/>
                  </a:cubicBezTo>
                  <a:cubicBezTo>
                    <a:pt x="120" y="191"/>
                    <a:pt x="137" y="191"/>
                    <a:pt x="157" y="174"/>
                  </a:cubicBezTo>
                  <a:lnTo>
                    <a:pt x="190" y="174"/>
                  </a:lnTo>
                  <a:cubicBezTo>
                    <a:pt x="223" y="137"/>
                    <a:pt x="240" y="121"/>
                    <a:pt x="260" y="88"/>
                  </a:cubicBezTo>
                  <a:cubicBezTo>
                    <a:pt x="260" y="71"/>
                    <a:pt x="260" y="34"/>
                    <a:pt x="240" y="17"/>
                  </a:cubicBezTo>
                  <a:cubicBezTo>
                    <a:pt x="223" y="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2" name="Google Shape;22412;p71"/>
            <p:cNvSpPr/>
            <p:nvPr/>
          </p:nvSpPr>
          <p:spPr>
            <a:xfrm>
              <a:off x="4547900" y="230685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53" y="1"/>
                  </a:moveTo>
                  <a:cubicBezTo>
                    <a:pt x="120" y="1"/>
                    <a:pt x="87" y="1"/>
                    <a:pt x="71" y="17"/>
                  </a:cubicBezTo>
                  <a:cubicBezTo>
                    <a:pt x="34" y="50"/>
                    <a:pt x="17" y="71"/>
                    <a:pt x="1" y="104"/>
                  </a:cubicBezTo>
                  <a:cubicBezTo>
                    <a:pt x="1" y="120"/>
                    <a:pt x="1" y="137"/>
                    <a:pt x="17" y="174"/>
                  </a:cubicBezTo>
                  <a:cubicBezTo>
                    <a:pt x="17" y="190"/>
                    <a:pt x="50" y="190"/>
                    <a:pt x="87" y="190"/>
                  </a:cubicBezTo>
                  <a:cubicBezTo>
                    <a:pt x="104" y="190"/>
                    <a:pt x="120" y="190"/>
                    <a:pt x="137" y="174"/>
                  </a:cubicBezTo>
                  <a:cubicBezTo>
                    <a:pt x="153" y="174"/>
                    <a:pt x="153" y="174"/>
                    <a:pt x="174" y="153"/>
                  </a:cubicBezTo>
                  <a:cubicBezTo>
                    <a:pt x="207" y="137"/>
                    <a:pt x="223" y="120"/>
                    <a:pt x="223" y="87"/>
                  </a:cubicBezTo>
                  <a:cubicBezTo>
                    <a:pt x="256" y="34"/>
                    <a:pt x="22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3" name="Google Shape;22413;p71"/>
            <p:cNvSpPr/>
            <p:nvPr/>
          </p:nvSpPr>
          <p:spPr>
            <a:xfrm>
              <a:off x="4603250" y="22948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04" y="0"/>
                    <a:pt x="71" y="37"/>
                  </a:cubicBezTo>
                  <a:cubicBezTo>
                    <a:pt x="54" y="54"/>
                    <a:pt x="21" y="70"/>
                    <a:pt x="21" y="103"/>
                  </a:cubicBezTo>
                  <a:cubicBezTo>
                    <a:pt x="1" y="157"/>
                    <a:pt x="38" y="190"/>
                    <a:pt x="87" y="190"/>
                  </a:cubicBezTo>
                  <a:cubicBezTo>
                    <a:pt x="104" y="190"/>
                    <a:pt x="141" y="190"/>
                    <a:pt x="157" y="173"/>
                  </a:cubicBezTo>
                  <a:lnTo>
                    <a:pt x="190" y="173"/>
                  </a:lnTo>
                  <a:cubicBezTo>
                    <a:pt x="207" y="140"/>
                    <a:pt x="227" y="120"/>
                    <a:pt x="244" y="87"/>
                  </a:cubicBezTo>
                  <a:cubicBezTo>
                    <a:pt x="260" y="37"/>
                    <a:pt x="22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4" name="Google Shape;22414;p71"/>
            <p:cNvSpPr/>
            <p:nvPr/>
          </p:nvSpPr>
          <p:spPr>
            <a:xfrm>
              <a:off x="4580075" y="2272950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157" y="0"/>
                  </a:moveTo>
                  <a:cubicBezTo>
                    <a:pt x="140" y="0"/>
                    <a:pt x="124" y="17"/>
                    <a:pt x="103" y="17"/>
                  </a:cubicBezTo>
                  <a:cubicBezTo>
                    <a:pt x="54" y="50"/>
                    <a:pt x="0" y="103"/>
                    <a:pt x="21" y="153"/>
                  </a:cubicBezTo>
                  <a:cubicBezTo>
                    <a:pt x="31" y="187"/>
                    <a:pt x="56" y="200"/>
                    <a:pt x="90" y="200"/>
                  </a:cubicBezTo>
                  <a:cubicBezTo>
                    <a:pt x="109" y="200"/>
                    <a:pt x="132" y="196"/>
                    <a:pt x="157" y="190"/>
                  </a:cubicBezTo>
                  <a:cubicBezTo>
                    <a:pt x="227" y="153"/>
                    <a:pt x="260" y="103"/>
                    <a:pt x="260" y="50"/>
                  </a:cubicBezTo>
                  <a:cubicBezTo>
                    <a:pt x="243" y="17"/>
                    <a:pt x="227" y="17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5" name="Google Shape;22415;p71"/>
            <p:cNvSpPr/>
            <p:nvPr/>
          </p:nvSpPr>
          <p:spPr>
            <a:xfrm>
              <a:off x="4592525" y="23068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41" y="1"/>
                  </a:moveTo>
                  <a:cubicBezTo>
                    <a:pt x="104" y="1"/>
                    <a:pt x="71" y="17"/>
                    <a:pt x="54" y="50"/>
                  </a:cubicBezTo>
                  <a:cubicBezTo>
                    <a:pt x="1" y="87"/>
                    <a:pt x="1" y="153"/>
                    <a:pt x="54" y="174"/>
                  </a:cubicBezTo>
                  <a:cubicBezTo>
                    <a:pt x="71" y="190"/>
                    <a:pt x="87" y="190"/>
                    <a:pt x="120" y="190"/>
                  </a:cubicBezTo>
                  <a:cubicBezTo>
                    <a:pt x="141" y="190"/>
                    <a:pt x="158" y="190"/>
                    <a:pt x="158" y="174"/>
                  </a:cubicBezTo>
                  <a:cubicBezTo>
                    <a:pt x="174" y="174"/>
                    <a:pt x="191" y="153"/>
                    <a:pt x="207" y="137"/>
                  </a:cubicBezTo>
                  <a:cubicBezTo>
                    <a:pt x="244" y="120"/>
                    <a:pt x="261" y="87"/>
                    <a:pt x="261" y="71"/>
                  </a:cubicBezTo>
                  <a:cubicBezTo>
                    <a:pt x="261" y="34"/>
                    <a:pt x="244" y="17"/>
                    <a:pt x="2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6" name="Google Shape;22416;p71"/>
            <p:cNvSpPr/>
            <p:nvPr/>
          </p:nvSpPr>
          <p:spPr>
            <a:xfrm>
              <a:off x="4963600" y="2303450"/>
              <a:ext cx="6525" cy="5050"/>
            </a:xfrm>
            <a:custGeom>
              <a:avLst/>
              <a:gdLst/>
              <a:ahLst/>
              <a:cxnLst/>
              <a:rect l="l" t="t" r="r" b="b"/>
              <a:pathLst>
                <a:path w="261" h="202" extrusionOk="0">
                  <a:moveTo>
                    <a:pt x="141" y="1"/>
                  </a:moveTo>
                  <a:cubicBezTo>
                    <a:pt x="103" y="17"/>
                    <a:pt x="87" y="34"/>
                    <a:pt x="54" y="50"/>
                  </a:cubicBezTo>
                  <a:cubicBezTo>
                    <a:pt x="0" y="104"/>
                    <a:pt x="0" y="153"/>
                    <a:pt x="54" y="186"/>
                  </a:cubicBezTo>
                  <a:cubicBezTo>
                    <a:pt x="62" y="196"/>
                    <a:pt x="75" y="202"/>
                    <a:pt x="87" y="202"/>
                  </a:cubicBezTo>
                  <a:cubicBezTo>
                    <a:pt x="99" y="202"/>
                    <a:pt x="112" y="196"/>
                    <a:pt x="120" y="186"/>
                  </a:cubicBezTo>
                  <a:lnTo>
                    <a:pt x="157" y="186"/>
                  </a:lnTo>
                  <a:cubicBezTo>
                    <a:pt x="174" y="170"/>
                    <a:pt x="206" y="170"/>
                    <a:pt x="206" y="153"/>
                  </a:cubicBezTo>
                  <a:cubicBezTo>
                    <a:pt x="244" y="120"/>
                    <a:pt x="260" y="104"/>
                    <a:pt x="260" y="67"/>
                  </a:cubicBezTo>
                  <a:cubicBezTo>
                    <a:pt x="260" y="50"/>
                    <a:pt x="244" y="34"/>
                    <a:pt x="223" y="17"/>
                  </a:cubicBezTo>
                  <a:cubicBezTo>
                    <a:pt x="206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7" name="Google Shape;22417;p71"/>
            <p:cNvSpPr/>
            <p:nvPr/>
          </p:nvSpPr>
          <p:spPr>
            <a:xfrm>
              <a:off x="4523900" y="2273775"/>
              <a:ext cx="5175" cy="1350"/>
            </a:xfrm>
            <a:custGeom>
              <a:avLst/>
              <a:gdLst/>
              <a:ahLst/>
              <a:cxnLst/>
              <a:rect l="l" t="t" r="r" b="b"/>
              <a:pathLst>
                <a:path w="207" h="54" extrusionOk="0">
                  <a:moveTo>
                    <a:pt x="0" y="0"/>
                  </a:moveTo>
                  <a:cubicBezTo>
                    <a:pt x="0" y="17"/>
                    <a:pt x="17" y="33"/>
                    <a:pt x="33" y="33"/>
                  </a:cubicBezTo>
                  <a:cubicBezTo>
                    <a:pt x="50" y="54"/>
                    <a:pt x="83" y="54"/>
                    <a:pt x="120" y="54"/>
                  </a:cubicBezTo>
                  <a:lnTo>
                    <a:pt x="136" y="33"/>
                  </a:lnTo>
                  <a:cubicBezTo>
                    <a:pt x="169" y="33"/>
                    <a:pt x="186" y="17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8" name="Google Shape;22418;p71"/>
            <p:cNvSpPr/>
            <p:nvPr/>
          </p:nvSpPr>
          <p:spPr>
            <a:xfrm>
              <a:off x="4551725" y="2273350"/>
              <a:ext cx="6500" cy="3425"/>
            </a:xfrm>
            <a:custGeom>
              <a:avLst/>
              <a:gdLst/>
              <a:ahLst/>
              <a:cxnLst/>
              <a:rect l="l" t="t" r="r" b="b"/>
              <a:pathLst>
                <a:path w="260" h="137" extrusionOk="0">
                  <a:moveTo>
                    <a:pt x="54" y="1"/>
                  </a:moveTo>
                  <a:cubicBezTo>
                    <a:pt x="37" y="17"/>
                    <a:pt x="37" y="34"/>
                    <a:pt x="21" y="50"/>
                  </a:cubicBezTo>
                  <a:cubicBezTo>
                    <a:pt x="0" y="104"/>
                    <a:pt x="37" y="137"/>
                    <a:pt x="103" y="137"/>
                  </a:cubicBezTo>
                  <a:lnTo>
                    <a:pt x="157" y="137"/>
                  </a:lnTo>
                  <a:cubicBezTo>
                    <a:pt x="173" y="120"/>
                    <a:pt x="190" y="120"/>
                    <a:pt x="190" y="120"/>
                  </a:cubicBezTo>
                  <a:cubicBezTo>
                    <a:pt x="227" y="104"/>
                    <a:pt x="243" y="71"/>
                    <a:pt x="260" y="50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9" name="Google Shape;22419;p71"/>
            <p:cNvSpPr/>
            <p:nvPr/>
          </p:nvSpPr>
          <p:spPr>
            <a:xfrm>
              <a:off x="4567175" y="2273350"/>
              <a:ext cx="6525" cy="2200"/>
            </a:xfrm>
            <a:custGeom>
              <a:avLst/>
              <a:gdLst/>
              <a:ahLst/>
              <a:cxnLst/>
              <a:rect l="l" t="t" r="r" b="b"/>
              <a:pathLst>
                <a:path w="261" h="88" extrusionOk="0">
                  <a:moveTo>
                    <a:pt x="21" y="1"/>
                  </a:moveTo>
                  <a:cubicBezTo>
                    <a:pt x="1" y="50"/>
                    <a:pt x="38" y="87"/>
                    <a:pt x="104" y="87"/>
                  </a:cubicBezTo>
                  <a:lnTo>
                    <a:pt x="174" y="87"/>
                  </a:lnTo>
                  <a:cubicBezTo>
                    <a:pt x="174" y="71"/>
                    <a:pt x="190" y="71"/>
                    <a:pt x="190" y="71"/>
                  </a:cubicBezTo>
                  <a:cubicBezTo>
                    <a:pt x="227" y="50"/>
                    <a:pt x="244" y="17"/>
                    <a:pt x="2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0" name="Google Shape;22420;p71"/>
            <p:cNvSpPr/>
            <p:nvPr/>
          </p:nvSpPr>
          <p:spPr>
            <a:xfrm>
              <a:off x="4595525" y="2272950"/>
              <a:ext cx="6525" cy="4250"/>
            </a:xfrm>
            <a:custGeom>
              <a:avLst/>
              <a:gdLst/>
              <a:ahLst/>
              <a:cxnLst/>
              <a:rect l="l" t="t" r="r" b="b"/>
              <a:pathLst>
                <a:path w="261" h="170" extrusionOk="0">
                  <a:moveTo>
                    <a:pt x="87" y="0"/>
                  </a:moveTo>
                  <a:cubicBezTo>
                    <a:pt x="54" y="17"/>
                    <a:pt x="38" y="50"/>
                    <a:pt x="21" y="66"/>
                  </a:cubicBezTo>
                  <a:cubicBezTo>
                    <a:pt x="0" y="120"/>
                    <a:pt x="38" y="169"/>
                    <a:pt x="104" y="169"/>
                  </a:cubicBezTo>
                  <a:cubicBezTo>
                    <a:pt x="124" y="169"/>
                    <a:pt x="141" y="169"/>
                    <a:pt x="157" y="153"/>
                  </a:cubicBezTo>
                  <a:cubicBezTo>
                    <a:pt x="174" y="153"/>
                    <a:pt x="190" y="136"/>
                    <a:pt x="190" y="136"/>
                  </a:cubicBezTo>
                  <a:cubicBezTo>
                    <a:pt x="227" y="120"/>
                    <a:pt x="244" y="103"/>
                    <a:pt x="260" y="66"/>
                  </a:cubicBezTo>
                  <a:cubicBezTo>
                    <a:pt x="260" y="33"/>
                    <a:pt x="260" y="17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1" name="Google Shape;22421;p71"/>
            <p:cNvSpPr/>
            <p:nvPr/>
          </p:nvSpPr>
          <p:spPr>
            <a:xfrm>
              <a:off x="4852375" y="2455475"/>
              <a:ext cx="6925" cy="5200"/>
            </a:xfrm>
            <a:custGeom>
              <a:avLst/>
              <a:gdLst/>
              <a:ahLst/>
              <a:cxnLst/>
              <a:rect l="l" t="t" r="r" b="b"/>
              <a:pathLst>
                <a:path w="277" h="208" extrusionOk="0">
                  <a:moveTo>
                    <a:pt x="174" y="1"/>
                  </a:moveTo>
                  <a:cubicBezTo>
                    <a:pt x="137" y="1"/>
                    <a:pt x="120" y="17"/>
                    <a:pt x="87" y="34"/>
                  </a:cubicBezTo>
                  <a:cubicBezTo>
                    <a:pt x="54" y="50"/>
                    <a:pt x="34" y="83"/>
                    <a:pt x="17" y="104"/>
                  </a:cubicBezTo>
                  <a:cubicBezTo>
                    <a:pt x="1" y="153"/>
                    <a:pt x="34" y="207"/>
                    <a:pt x="104" y="207"/>
                  </a:cubicBezTo>
                  <a:cubicBezTo>
                    <a:pt x="120" y="207"/>
                    <a:pt x="137" y="186"/>
                    <a:pt x="157" y="186"/>
                  </a:cubicBezTo>
                  <a:cubicBezTo>
                    <a:pt x="174" y="186"/>
                    <a:pt x="190" y="170"/>
                    <a:pt x="190" y="170"/>
                  </a:cubicBezTo>
                  <a:cubicBezTo>
                    <a:pt x="223" y="153"/>
                    <a:pt x="240" y="137"/>
                    <a:pt x="260" y="104"/>
                  </a:cubicBezTo>
                  <a:cubicBezTo>
                    <a:pt x="277" y="50"/>
                    <a:pt x="24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2" name="Google Shape;22422;p71"/>
            <p:cNvSpPr/>
            <p:nvPr/>
          </p:nvSpPr>
          <p:spPr>
            <a:xfrm>
              <a:off x="4750125" y="2525625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66" y="1"/>
                  </a:moveTo>
                  <a:cubicBezTo>
                    <a:pt x="145" y="1"/>
                    <a:pt x="124" y="5"/>
                    <a:pt x="104" y="11"/>
                  </a:cubicBezTo>
                  <a:cubicBezTo>
                    <a:pt x="38" y="44"/>
                    <a:pt x="1" y="97"/>
                    <a:pt x="1" y="147"/>
                  </a:cubicBezTo>
                  <a:cubicBezTo>
                    <a:pt x="14" y="182"/>
                    <a:pt x="47" y="201"/>
                    <a:pt x="87" y="201"/>
                  </a:cubicBezTo>
                  <a:cubicBezTo>
                    <a:pt x="109" y="201"/>
                    <a:pt x="133" y="196"/>
                    <a:pt x="157" y="184"/>
                  </a:cubicBezTo>
                  <a:cubicBezTo>
                    <a:pt x="207" y="147"/>
                    <a:pt x="261" y="97"/>
                    <a:pt x="244" y="44"/>
                  </a:cubicBezTo>
                  <a:cubicBezTo>
                    <a:pt x="234" y="12"/>
                    <a:pt x="202" y="1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3" name="Google Shape;22423;p71"/>
            <p:cNvSpPr/>
            <p:nvPr/>
          </p:nvSpPr>
          <p:spPr>
            <a:xfrm>
              <a:off x="4749725" y="2537950"/>
              <a:ext cx="6100" cy="4650"/>
            </a:xfrm>
            <a:custGeom>
              <a:avLst/>
              <a:gdLst/>
              <a:ahLst/>
              <a:cxnLst/>
              <a:rect l="l" t="t" r="r" b="b"/>
              <a:pathLst>
                <a:path w="244" h="186" extrusionOk="0">
                  <a:moveTo>
                    <a:pt x="157" y="0"/>
                  </a:moveTo>
                  <a:cubicBezTo>
                    <a:pt x="120" y="0"/>
                    <a:pt x="87" y="17"/>
                    <a:pt x="70" y="33"/>
                  </a:cubicBezTo>
                  <a:cubicBezTo>
                    <a:pt x="37" y="50"/>
                    <a:pt x="17" y="66"/>
                    <a:pt x="0" y="103"/>
                  </a:cubicBezTo>
                  <a:cubicBezTo>
                    <a:pt x="0" y="136"/>
                    <a:pt x="0" y="153"/>
                    <a:pt x="17" y="169"/>
                  </a:cubicBezTo>
                  <a:cubicBezTo>
                    <a:pt x="37" y="186"/>
                    <a:pt x="54" y="186"/>
                    <a:pt x="87" y="186"/>
                  </a:cubicBezTo>
                  <a:lnTo>
                    <a:pt x="141" y="186"/>
                  </a:lnTo>
                  <a:cubicBezTo>
                    <a:pt x="190" y="169"/>
                    <a:pt x="223" y="136"/>
                    <a:pt x="244" y="103"/>
                  </a:cubicBezTo>
                  <a:lnTo>
                    <a:pt x="244" y="83"/>
                  </a:lnTo>
                  <a:cubicBezTo>
                    <a:pt x="244" y="33"/>
                    <a:pt x="206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4" name="Google Shape;22424;p71"/>
            <p:cNvSpPr/>
            <p:nvPr/>
          </p:nvSpPr>
          <p:spPr>
            <a:xfrm>
              <a:off x="4889275" y="2374675"/>
              <a:ext cx="4775" cy="4350"/>
            </a:xfrm>
            <a:custGeom>
              <a:avLst/>
              <a:gdLst/>
              <a:ahLst/>
              <a:cxnLst/>
              <a:rect l="l" t="t" r="r" b="b"/>
              <a:pathLst>
                <a:path w="191" h="174" extrusionOk="0">
                  <a:moveTo>
                    <a:pt x="190" y="1"/>
                  </a:moveTo>
                  <a:cubicBezTo>
                    <a:pt x="174" y="1"/>
                    <a:pt x="141" y="1"/>
                    <a:pt x="104" y="17"/>
                  </a:cubicBezTo>
                  <a:cubicBezTo>
                    <a:pt x="38" y="38"/>
                    <a:pt x="1" y="104"/>
                    <a:pt x="1" y="141"/>
                  </a:cubicBezTo>
                  <a:cubicBezTo>
                    <a:pt x="21" y="157"/>
                    <a:pt x="21" y="157"/>
                    <a:pt x="21" y="174"/>
                  </a:cubicBezTo>
                  <a:cubicBezTo>
                    <a:pt x="71" y="104"/>
                    <a:pt x="141" y="54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5" name="Google Shape;22425;p71"/>
            <p:cNvSpPr/>
            <p:nvPr/>
          </p:nvSpPr>
          <p:spPr>
            <a:xfrm>
              <a:off x="4612325" y="2272525"/>
              <a:ext cx="5600" cy="1700"/>
            </a:xfrm>
            <a:custGeom>
              <a:avLst/>
              <a:gdLst/>
              <a:ahLst/>
              <a:cxnLst/>
              <a:rect l="l" t="t" r="r" b="b"/>
              <a:pathLst>
                <a:path w="224" h="68" extrusionOk="0">
                  <a:moveTo>
                    <a:pt x="223" y="1"/>
                  </a:moveTo>
                  <a:cubicBezTo>
                    <a:pt x="137" y="1"/>
                    <a:pt x="71" y="1"/>
                    <a:pt x="0" y="17"/>
                  </a:cubicBezTo>
                  <a:cubicBezTo>
                    <a:pt x="11" y="49"/>
                    <a:pt x="44" y="67"/>
                    <a:pt x="84" y="67"/>
                  </a:cubicBezTo>
                  <a:cubicBezTo>
                    <a:pt x="106" y="67"/>
                    <a:pt x="130" y="62"/>
                    <a:pt x="153" y="50"/>
                  </a:cubicBezTo>
                  <a:cubicBezTo>
                    <a:pt x="174" y="50"/>
                    <a:pt x="207" y="34"/>
                    <a:pt x="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6" name="Google Shape;22426;p71"/>
            <p:cNvSpPr/>
            <p:nvPr/>
          </p:nvSpPr>
          <p:spPr>
            <a:xfrm>
              <a:off x="4853200" y="2441100"/>
              <a:ext cx="6100" cy="4925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67" y="1"/>
                  </a:moveTo>
                  <a:cubicBezTo>
                    <a:pt x="124" y="1"/>
                    <a:pt x="75" y="20"/>
                    <a:pt x="38" y="61"/>
                  </a:cubicBezTo>
                  <a:cubicBezTo>
                    <a:pt x="21" y="77"/>
                    <a:pt x="1" y="94"/>
                    <a:pt x="1" y="127"/>
                  </a:cubicBezTo>
                  <a:cubicBezTo>
                    <a:pt x="1" y="143"/>
                    <a:pt x="1" y="180"/>
                    <a:pt x="38" y="180"/>
                  </a:cubicBezTo>
                  <a:cubicBezTo>
                    <a:pt x="54" y="197"/>
                    <a:pt x="87" y="197"/>
                    <a:pt x="104" y="197"/>
                  </a:cubicBezTo>
                  <a:cubicBezTo>
                    <a:pt x="124" y="197"/>
                    <a:pt x="141" y="197"/>
                    <a:pt x="141" y="180"/>
                  </a:cubicBezTo>
                  <a:cubicBezTo>
                    <a:pt x="157" y="180"/>
                    <a:pt x="190" y="164"/>
                    <a:pt x="190" y="143"/>
                  </a:cubicBezTo>
                  <a:cubicBezTo>
                    <a:pt x="244" y="94"/>
                    <a:pt x="244" y="40"/>
                    <a:pt x="207" y="7"/>
                  </a:cubicBezTo>
                  <a:cubicBezTo>
                    <a:pt x="195" y="3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7" name="Google Shape;22427;p71"/>
            <p:cNvSpPr/>
            <p:nvPr/>
          </p:nvSpPr>
          <p:spPr>
            <a:xfrm>
              <a:off x="4860925" y="23738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8" y="1"/>
                  </a:moveTo>
                  <a:cubicBezTo>
                    <a:pt x="141" y="1"/>
                    <a:pt x="104" y="1"/>
                    <a:pt x="88" y="17"/>
                  </a:cubicBezTo>
                  <a:cubicBezTo>
                    <a:pt x="55" y="34"/>
                    <a:pt x="22" y="71"/>
                    <a:pt x="22" y="87"/>
                  </a:cubicBezTo>
                  <a:cubicBezTo>
                    <a:pt x="1" y="153"/>
                    <a:pt x="38" y="190"/>
                    <a:pt x="88" y="190"/>
                  </a:cubicBezTo>
                  <a:lnTo>
                    <a:pt x="141" y="190"/>
                  </a:lnTo>
                  <a:cubicBezTo>
                    <a:pt x="141" y="190"/>
                    <a:pt x="141" y="174"/>
                    <a:pt x="158" y="174"/>
                  </a:cubicBezTo>
                  <a:cubicBezTo>
                    <a:pt x="158" y="174"/>
                    <a:pt x="174" y="174"/>
                    <a:pt x="191" y="153"/>
                  </a:cubicBezTo>
                  <a:cubicBezTo>
                    <a:pt x="207" y="137"/>
                    <a:pt x="228" y="120"/>
                    <a:pt x="244" y="87"/>
                  </a:cubicBezTo>
                  <a:cubicBezTo>
                    <a:pt x="261" y="71"/>
                    <a:pt x="244" y="34"/>
                    <a:pt x="244" y="17"/>
                  </a:cubicBezTo>
                  <a:cubicBezTo>
                    <a:pt x="228" y="1"/>
                    <a:pt x="191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8" name="Google Shape;22428;p71"/>
            <p:cNvSpPr/>
            <p:nvPr/>
          </p:nvSpPr>
          <p:spPr>
            <a:xfrm>
              <a:off x="4858350" y="2420225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41" y="1"/>
                  </a:moveTo>
                  <a:cubicBezTo>
                    <a:pt x="104" y="17"/>
                    <a:pt x="87" y="34"/>
                    <a:pt x="54" y="50"/>
                  </a:cubicBezTo>
                  <a:cubicBezTo>
                    <a:pt x="1" y="104"/>
                    <a:pt x="1" y="153"/>
                    <a:pt x="54" y="191"/>
                  </a:cubicBezTo>
                  <a:cubicBezTo>
                    <a:pt x="71" y="207"/>
                    <a:pt x="104" y="207"/>
                    <a:pt x="141" y="207"/>
                  </a:cubicBezTo>
                  <a:cubicBezTo>
                    <a:pt x="141" y="191"/>
                    <a:pt x="158" y="191"/>
                    <a:pt x="158" y="191"/>
                  </a:cubicBezTo>
                  <a:cubicBezTo>
                    <a:pt x="191" y="174"/>
                    <a:pt x="207" y="174"/>
                    <a:pt x="228" y="153"/>
                  </a:cubicBezTo>
                  <a:cubicBezTo>
                    <a:pt x="244" y="120"/>
                    <a:pt x="261" y="104"/>
                    <a:pt x="261" y="71"/>
                  </a:cubicBezTo>
                  <a:cubicBezTo>
                    <a:pt x="261" y="50"/>
                    <a:pt x="244" y="34"/>
                    <a:pt x="228" y="17"/>
                  </a:cubicBezTo>
                  <a:cubicBezTo>
                    <a:pt x="207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9" name="Google Shape;22429;p71"/>
            <p:cNvSpPr/>
            <p:nvPr/>
          </p:nvSpPr>
          <p:spPr>
            <a:xfrm>
              <a:off x="4783225" y="25362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57" y="0"/>
                  </a:moveTo>
                  <a:cubicBezTo>
                    <a:pt x="140" y="0"/>
                    <a:pt x="103" y="0"/>
                    <a:pt x="70" y="17"/>
                  </a:cubicBezTo>
                  <a:cubicBezTo>
                    <a:pt x="37" y="33"/>
                    <a:pt x="17" y="70"/>
                    <a:pt x="17" y="87"/>
                  </a:cubicBezTo>
                  <a:cubicBezTo>
                    <a:pt x="0" y="120"/>
                    <a:pt x="0" y="136"/>
                    <a:pt x="17" y="153"/>
                  </a:cubicBezTo>
                  <a:cubicBezTo>
                    <a:pt x="37" y="173"/>
                    <a:pt x="54" y="190"/>
                    <a:pt x="87" y="190"/>
                  </a:cubicBezTo>
                  <a:cubicBezTo>
                    <a:pt x="103" y="190"/>
                    <a:pt x="120" y="190"/>
                    <a:pt x="157" y="173"/>
                  </a:cubicBezTo>
                  <a:cubicBezTo>
                    <a:pt x="157" y="173"/>
                    <a:pt x="173" y="173"/>
                    <a:pt x="173" y="153"/>
                  </a:cubicBezTo>
                  <a:cubicBezTo>
                    <a:pt x="206" y="136"/>
                    <a:pt x="223" y="120"/>
                    <a:pt x="244" y="87"/>
                  </a:cubicBezTo>
                  <a:cubicBezTo>
                    <a:pt x="260" y="33"/>
                    <a:pt x="22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0" name="Google Shape;22430;p71"/>
            <p:cNvSpPr/>
            <p:nvPr/>
          </p:nvSpPr>
          <p:spPr>
            <a:xfrm>
              <a:off x="4922775" y="22690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41" y="1"/>
                  </a:moveTo>
                  <a:cubicBezTo>
                    <a:pt x="124" y="1"/>
                    <a:pt x="104" y="1"/>
                    <a:pt x="104" y="17"/>
                  </a:cubicBezTo>
                  <a:cubicBezTo>
                    <a:pt x="71" y="38"/>
                    <a:pt x="38" y="54"/>
                    <a:pt x="38" y="87"/>
                  </a:cubicBezTo>
                  <a:cubicBezTo>
                    <a:pt x="1" y="141"/>
                    <a:pt x="38" y="190"/>
                    <a:pt x="104" y="190"/>
                  </a:cubicBezTo>
                  <a:cubicBezTo>
                    <a:pt x="124" y="190"/>
                    <a:pt x="141" y="190"/>
                    <a:pt x="141" y="174"/>
                  </a:cubicBezTo>
                  <a:lnTo>
                    <a:pt x="174" y="174"/>
                  </a:lnTo>
                  <a:cubicBezTo>
                    <a:pt x="174" y="174"/>
                    <a:pt x="190" y="174"/>
                    <a:pt x="190" y="157"/>
                  </a:cubicBezTo>
                  <a:cubicBezTo>
                    <a:pt x="227" y="141"/>
                    <a:pt x="244" y="120"/>
                    <a:pt x="260" y="87"/>
                  </a:cubicBezTo>
                  <a:cubicBezTo>
                    <a:pt x="260" y="71"/>
                    <a:pt x="260" y="38"/>
                    <a:pt x="244" y="17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1" name="Google Shape;22431;p71"/>
            <p:cNvSpPr/>
            <p:nvPr/>
          </p:nvSpPr>
          <p:spPr>
            <a:xfrm>
              <a:off x="4927925" y="23390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0"/>
                  </a:moveTo>
                  <a:cubicBezTo>
                    <a:pt x="125" y="0"/>
                    <a:pt x="87" y="21"/>
                    <a:pt x="71" y="37"/>
                  </a:cubicBezTo>
                  <a:cubicBezTo>
                    <a:pt x="38" y="54"/>
                    <a:pt x="21" y="70"/>
                    <a:pt x="1" y="103"/>
                  </a:cubicBezTo>
                  <a:cubicBezTo>
                    <a:pt x="1" y="140"/>
                    <a:pt x="1" y="157"/>
                    <a:pt x="21" y="173"/>
                  </a:cubicBezTo>
                  <a:cubicBezTo>
                    <a:pt x="38" y="190"/>
                    <a:pt x="54" y="206"/>
                    <a:pt x="87" y="206"/>
                  </a:cubicBezTo>
                  <a:cubicBezTo>
                    <a:pt x="104" y="206"/>
                    <a:pt x="125" y="190"/>
                    <a:pt x="141" y="190"/>
                  </a:cubicBezTo>
                  <a:cubicBezTo>
                    <a:pt x="157" y="190"/>
                    <a:pt x="157" y="173"/>
                    <a:pt x="174" y="173"/>
                  </a:cubicBezTo>
                  <a:cubicBezTo>
                    <a:pt x="207" y="157"/>
                    <a:pt x="228" y="124"/>
                    <a:pt x="228" y="103"/>
                  </a:cubicBezTo>
                  <a:cubicBezTo>
                    <a:pt x="261" y="54"/>
                    <a:pt x="228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2" name="Google Shape;22432;p71"/>
            <p:cNvSpPr/>
            <p:nvPr/>
          </p:nvSpPr>
          <p:spPr>
            <a:xfrm>
              <a:off x="4700750" y="2515175"/>
              <a:ext cx="6125" cy="4750"/>
            </a:xfrm>
            <a:custGeom>
              <a:avLst/>
              <a:gdLst/>
              <a:ahLst/>
              <a:cxnLst/>
              <a:rect l="l" t="t" r="r" b="b"/>
              <a:pathLst>
                <a:path w="245" h="190" extrusionOk="0">
                  <a:moveTo>
                    <a:pt x="158" y="0"/>
                  </a:moveTo>
                  <a:cubicBezTo>
                    <a:pt x="121" y="0"/>
                    <a:pt x="88" y="0"/>
                    <a:pt x="55" y="17"/>
                  </a:cubicBezTo>
                  <a:cubicBezTo>
                    <a:pt x="38" y="50"/>
                    <a:pt x="1" y="66"/>
                    <a:pt x="1" y="103"/>
                  </a:cubicBezTo>
                  <a:cubicBezTo>
                    <a:pt x="17" y="136"/>
                    <a:pt x="55" y="169"/>
                    <a:pt x="71" y="190"/>
                  </a:cubicBezTo>
                  <a:cubicBezTo>
                    <a:pt x="104" y="190"/>
                    <a:pt x="121" y="190"/>
                    <a:pt x="141" y="169"/>
                  </a:cubicBezTo>
                  <a:cubicBezTo>
                    <a:pt x="158" y="169"/>
                    <a:pt x="158" y="169"/>
                    <a:pt x="174" y="153"/>
                  </a:cubicBezTo>
                  <a:cubicBezTo>
                    <a:pt x="191" y="136"/>
                    <a:pt x="224" y="120"/>
                    <a:pt x="224" y="87"/>
                  </a:cubicBezTo>
                  <a:cubicBezTo>
                    <a:pt x="244" y="33"/>
                    <a:pt x="207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3" name="Google Shape;22433;p71"/>
            <p:cNvSpPr/>
            <p:nvPr/>
          </p:nvSpPr>
          <p:spPr>
            <a:xfrm>
              <a:off x="4845475" y="232830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57" y="0"/>
                  </a:moveTo>
                  <a:cubicBezTo>
                    <a:pt x="141" y="0"/>
                    <a:pt x="124" y="0"/>
                    <a:pt x="104" y="17"/>
                  </a:cubicBezTo>
                  <a:cubicBezTo>
                    <a:pt x="38" y="37"/>
                    <a:pt x="0" y="103"/>
                    <a:pt x="21" y="140"/>
                  </a:cubicBezTo>
                  <a:cubicBezTo>
                    <a:pt x="33" y="178"/>
                    <a:pt x="64" y="196"/>
                    <a:pt x="109" y="196"/>
                  </a:cubicBezTo>
                  <a:cubicBezTo>
                    <a:pt x="123" y="196"/>
                    <a:pt x="140" y="194"/>
                    <a:pt x="157" y="190"/>
                  </a:cubicBezTo>
                  <a:cubicBezTo>
                    <a:pt x="174" y="173"/>
                    <a:pt x="190" y="157"/>
                    <a:pt x="207" y="157"/>
                  </a:cubicBezTo>
                  <a:cubicBezTo>
                    <a:pt x="244" y="120"/>
                    <a:pt x="260" y="87"/>
                    <a:pt x="244" y="54"/>
                  </a:cubicBezTo>
                  <a:cubicBezTo>
                    <a:pt x="244" y="17"/>
                    <a:pt x="20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4" name="Google Shape;22434;p71"/>
            <p:cNvSpPr/>
            <p:nvPr/>
          </p:nvSpPr>
          <p:spPr>
            <a:xfrm>
              <a:off x="4968325" y="2313750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74" y="1"/>
                  </a:moveTo>
                  <a:cubicBezTo>
                    <a:pt x="158" y="1"/>
                    <a:pt x="121" y="17"/>
                    <a:pt x="88" y="34"/>
                  </a:cubicBezTo>
                  <a:cubicBezTo>
                    <a:pt x="55" y="50"/>
                    <a:pt x="34" y="67"/>
                    <a:pt x="34" y="104"/>
                  </a:cubicBezTo>
                  <a:cubicBezTo>
                    <a:pt x="1" y="153"/>
                    <a:pt x="34" y="207"/>
                    <a:pt x="104" y="207"/>
                  </a:cubicBezTo>
                  <a:cubicBezTo>
                    <a:pt x="121" y="207"/>
                    <a:pt x="137" y="186"/>
                    <a:pt x="174" y="186"/>
                  </a:cubicBezTo>
                  <a:lnTo>
                    <a:pt x="191" y="170"/>
                  </a:lnTo>
                  <a:cubicBezTo>
                    <a:pt x="224" y="153"/>
                    <a:pt x="240" y="120"/>
                    <a:pt x="261" y="104"/>
                  </a:cubicBezTo>
                  <a:cubicBezTo>
                    <a:pt x="261" y="67"/>
                    <a:pt x="261" y="50"/>
                    <a:pt x="240" y="34"/>
                  </a:cubicBezTo>
                  <a:cubicBezTo>
                    <a:pt x="224" y="17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5" name="Google Shape;22435;p71"/>
            <p:cNvSpPr/>
            <p:nvPr/>
          </p:nvSpPr>
          <p:spPr>
            <a:xfrm>
              <a:off x="4967925" y="23253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74" y="1"/>
                  </a:moveTo>
                  <a:cubicBezTo>
                    <a:pt x="104" y="1"/>
                    <a:pt x="33" y="34"/>
                    <a:pt x="17" y="87"/>
                  </a:cubicBezTo>
                  <a:cubicBezTo>
                    <a:pt x="1" y="157"/>
                    <a:pt x="33" y="190"/>
                    <a:pt x="104" y="190"/>
                  </a:cubicBezTo>
                  <a:cubicBezTo>
                    <a:pt x="120" y="190"/>
                    <a:pt x="137" y="190"/>
                    <a:pt x="153" y="174"/>
                  </a:cubicBezTo>
                  <a:cubicBezTo>
                    <a:pt x="174" y="174"/>
                    <a:pt x="174" y="174"/>
                    <a:pt x="190" y="157"/>
                  </a:cubicBezTo>
                  <a:cubicBezTo>
                    <a:pt x="207" y="137"/>
                    <a:pt x="240" y="120"/>
                    <a:pt x="240" y="87"/>
                  </a:cubicBezTo>
                  <a:cubicBezTo>
                    <a:pt x="256" y="71"/>
                    <a:pt x="256" y="34"/>
                    <a:pt x="240" y="17"/>
                  </a:cubicBezTo>
                  <a:cubicBezTo>
                    <a:pt x="223" y="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6" name="Google Shape;22436;p71"/>
            <p:cNvSpPr/>
            <p:nvPr/>
          </p:nvSpPr>
          <p:spPr>
            <a:xfrm>
              <a:off x="4974325" y="2291400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0"/>
                    <a:pt x="37" y="87"/>
                    <a:pt x="21" y="103"/>
                  </a:cubicBezTo>
                  <a:cubicBezTo>
                    <a:pt x="0" y="153"/>
                    <a:pt x="37" y="206"/>
                    <a:pt x="87" y="206"/>
                  </a:cubicBezTo>
                  <a:cubicBezTo>
                    <a:pt x="124" y="206"/>
                    <a:pt x="140" y="190"/>
                    <a:pt x="157" y="190"/>
                  </a:cubicBezTo>
                  <a:cubicBezTo>
                    <a:pt x="173" y="190"/>
                    <a:pt x="173" y="173"/>
                    <a:pt x="190" y="173"/>
                  </a:cubicBezTo>
                  <a:cubicBezTo>
                    <a:pt x="206" y="153"/>
                    <a:pt x="243" y="136"/>
                    <a:pt x="243" y="103"/>
                  </a:cubicBezTo>
                  <a:cubicBezTo>
                    <a:pt x="260" y="50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7" name="Google Shape;22437;p71"/>
            <p:cNvSpPr/>
            <p:nvPr/>
          </p:nvSpPr>
          <p:spPr>
            <a:xfrm>
              <a:off x="4938250" y="2268625"/>
              <a:ext cx="6500" cy="3925"/>
            </a:xfrm>
            <a:custGeom>
              <a:avLst/>
              <a:gdLst/>
              <a:ahLst/>
              <a:cxnLst/>
              <a:rect l="l" t="t" r="r" b="b"/>
              <a:pathLst>
                <a:path w="260" h="157" extrusionOk="0">
                  <a:moveTo>
                    <a:pt x="260" y="0"/>
                  </a:moveTo>
                  <a:cubicBezTo>
                    <a:pt x="190" y="17"/>
                    <a:pt x="124" y="17"/>
                    <a:pt x="54" y="17"/>
                  </a:cubicBezTo>
                  <a:cubicBezTo>
                    <a:pt x="54" y="17"/>
                    <a:pt x="37" y="33"/>
                    <a:pt x="37" y="54"/>
                  </a:cubicBezTo>
                  <a:cubicBezTo>
                    <a:pt x="0" y="103"/>
                    <a:pt x="37" y="157"/>
                    <a:pt x="103" y="157"/>
                  </a:cubicBezTo>
                  <a:cubicBezTo>
                    <a:pt x="124" y="157"/>
                    <a:pt x="140" y="157"/>
                    <a:pt x="173" y="136"/>
                  </a:cubicBezTo>
                  <a:cubicBezTo>
                    <a:pt x="173" y="136"/>
                    <a:pt x="190" y="136"/>
                    <a:pt x="190" y="120"/>
                  </a:cubicBezTo>
                  <a:cubicBezTo>
                    <a:pt x="227" y="103"/>
                    <a:pt x="243" y="87"/>
                    <a:pt x="260" y="54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8" name="Google Shape;22438;p71"/>
            <p:cNvSpPr/>
            <p:nvPr/>
          </p:nvSpPr>
          <p:spPr>
            <a:xfrm>
              <a:off x="4979475" y="2303450"/>
              <a:ext cx="6100" cy="4675"/>
            </a:xfrm>
            <a:custGeom>
              <a:avLst/>
              <a:gdLst/>
              <a:ahLst/>
              <a:cxnLst/>
              <a:rect l="l" t="t" r="r" b="b"/>
              <a:pathLst>
                <a:path w="244" h="187" extrusionOk="0">
                  <a:moveTo>
                    <a:pt x="173" y="1"/>
                  </a:moveTo>
                  <a:cubicBezTo>
                    <a:pt x="140" y="1"/>
                    <a:pt x="103" y="17"/>
                    <a:pt x="70" y="34"/>
                  </a:cubicBezTo>
                  <a:cubicBezTo>
                    <a:pt x="54" y="50"/>
                    <a:pt x="21" y="67"/>
                    <a:pt x="21" y="104"/>
                  </a:cubicBezTo>
                  <a:cubicBezTo>
                    <a:pt x="0" y="153"/>
                    <a:pt x="37" y="186"/>
                    <a:pt x="87" y="186"/>
                  </a:cubicBezTo>
                  <a:lnTo>
                    <a:pt x="157" y="186"/>
                  </a:lnTo>
                  <a:cubicBezTo>
                    <a:pt x="157" y="170"/>
                    <a:pt x="173" y="170"/>
                    <a:pt x="190" y="170"/>
                  </a:cubicBezTo>
                  <a:cubicBezTo>
                    <a:pt x="206" y="153"/>
                    <a:pt x="227" y="137"/>
                    <a:pt x="244" y="104"/>
                  </a:cubicBezTo>
                  <a:lnTo>
                    <a:pt x="244" y="34"/>
                  </a:lnTo>
                  <a:cubicBezTo>
                    <a:pt x="227" y="1"/>
                    <a:pt x="190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9" name="Google Shape;22439;p71"/>
            <p:cNvSpPr/>
            <p:nvPr/>
          </p:nvSpPr>
          <p:spPr>
            <a:xfrm>
              <a:off x="4899175" y="236220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1"/>
                  </a:moveTo>
                  <a:cubicBezTo>
                    <a:pt x="141" y="1"/>
                    <a:pt x="104" y="21"/>
                    <a:pt x="87" y="38"/>
                  </a:cubicBezTo>
                  <a:cubicBezTo>
                    <a:pt x="54" y="54"/>
                    <a:pt x="38" y="87"/>
                    <a:pt x="17" y="104"/>
                  </a:cubicBezTo>
                  <a:cubicBezTo>
                    <a:pt x="1" y="157"/>
                    <a:pt x="38" y="207"/>
                    <a:pt x="104" y="207"/>
                  </a:cubicBezTo>
                  <a:cubicBezTo>
                    <a:pt x="120" y="207"/>
                    <a:pt x="141" y="207"/>
                    <a:pt x="157" y="190"/>
                  </a:cubicBezTo>
                  <a:cubicBezTo>
                    <a:pt x="174" y="190"/>
                    <a:pt x="174" y="174"/>
                    <a:pt x="190" y="174"/>
                  </a:cubicBezTo>
                  <a:cubicBezTo>
                    <a:pt x="223" y="157"/>
                    <a:pt x="244" y="141"/>
                    <a:pt x="244" y="104"/>
                  </a:cubicBezTo>
                  <a:cubicBezTo>
                    <a:pt x="277" y="54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0" name="Google Shape;22440;p71"/>
            <p:cNvSpPr/>
            <p:nvPr/>
          </p:nvSpPr>
          <p:spPr>
            <a:xfrm>
              <a:off x="4930500" y="2351325"/>
              <a:ext cx="4375" cy="1925"/>
            </a:xfrm>
            <a:custGeom>
              <a:avLst/>
              <a:gdLst/>
              <a:ahLst/>
              <a:cxnLst/>
              <a:rect l="l" t="t" r="r" b="b"/>
              <a:pathLst>
                <a:path w="175" h="77" extrusionOk="0">
                  <a:moveTo>
                    <a:pt x="142" y="1"/>
                  </a:moveTo>
                  <a:cubicBezTo>
                    <a:pt x="107" y="1"/>
                    <a:pt x="62" y="17"/>
                    <a:pt x="38" y="44"/>
                  </a:cubicBezTo>
                  <a:cubicBezTo>
                    <a:pt x="26" y="56"/>
                    <a:pt x="23" y="68"/>
                    <a:pt x="14" y="74"/>
                  </a:cubicBezTo>
                  <a:lnTo>
                    <a:pt x="14" y="74"/>
                  </a:lnTo>
                  <a:cubicBezTo>
                    <a:pt x="78" y="56"/>
                    <a:pt x="128" y="22"/>
                    <a:pt x="174" y="7"/>
                  </a:cubicBezTo>
                  <a:cubicBezTo>
                    <a:pt x="165" y="3"/>
                    <a:pt x="154" y="1"/>
                    <a:pt x="142" y="1"/>
                  </a:cubicBezTo>
                  <a:close/>
                  <a:moveTo>
                    <a:pt x="14" y="74"/>
                  </a:moveTo>
                  <a:lnTo>
                    <a:pt x="14" y="74"/>
                  </a:lnTo>
                  <a:cubicBezTo>
                    <a:pt x="10" y="75"/>
                    <a:pt x="5" y="76"/>
                    <a:pt x="1" y="77"/>
                  </a:cubicBezTo>
                  <a:cubicBezTo>
                    <a:pt x="7" y="77"/>
                    <a:pt x="11" y="76"/>
                    <a:pt x="14" y="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1" name="Google Shape;22441;p71"/>
            <p:cNvSpPr/>
            <p:nvPr/>
          </p:nvSpPr>
          <p:spPr>
            <a:xfrm>
              <a:off x="4740750" y="2500950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70" y="0"/>
                  </a:moveTo>
                  <a:cubicBezTo>
                    <a:pt x="104" y="0"/>
                    <a:pt x="34" y="54"/>
                    <a:pt x="17" y="103"/>
                  </a:cubicBezTo>
                  <a:cubicBezTo>
                    <a:pt x="1" y="157"/>
                    <a:pt x="34" y="206"/>
                    <a:pt x="87" y="206"/>
                  </a:cubicBezTo>
                  <a:cubicBezTo>
                    <a:pt x="104" y="206"/>
                    <a:pt x="137" y="190"/>
                    <a:pt x="153" y="190"/>
                  </a:cubicBezTo>
                  <a:cubicBezTo>
                    <a:pt x="153" y="173"/>
                    <a:pt x="170" y="173"/>
                    <a:pt x="190" y="173"/>
                  </a:cubicBezTo>
                  <a:cubicBezTo>
                    <a:pt x="207" y="157"/>
                    <a:pt x="223" y="120"/>
                    <a:pt x="240" y="103"/>
                  </a:cubicBezTo>
                  <a:cubicBezTo>
                    <a:pt x="256" y="70"/>
                    <a:pt x="240" y="54"/>
                    <a:pt x="240" y="37"/>
                  </a:cubicBezTo>
                  <a:cubicBezTo>
                    <a:pt x="223" y="17"/>
                    <a:pt x="190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2" name="Google Shape;22442;p71"/>
            <p:cNvSpPr/>
            <p:nvPr/>
          </p:nvSpPr>
          <p:spPr>
            <a:xfrm>
              <a:off x="4849800" y="2501350"/>
              <a:ext cx="3950" cy="4775"/>
            </a:xfrm>
            <a:custGeom>
              <a:avLst/>
              <a:gdLst/>
              <a:ahLst/>
              <a:cxnLst/>
              <a:rect l="l" t="t" r="r" b="b"/>
              <a:pathLst>
                <a:path w="158" h="191" extrusionOk="0">
                  <a:moveTo>
                    <a:pt x="157" y="1"/>
                  </a:moveTo>
                  <a:cubicBezTo>
                    <a:pt x="137" y="1"/>
                    <a:pt x="104" y="1"/>
                    <a:pt x="87" y="21"/>
                  </a:cubicBezTo>
                  <a:cubicBezTo>
                    <a:pt x="54" y="38"/>
                    <a:pt x="34" y="71"/>
                    <a:pt x="17" y="87"/>
                  </a:cubicBezTo>
                  <a:cubicBezTo>
                    <a:pt x="1" y="157"/>
                    <a:pt x="34" y="190"/>
                    <a:pt x="104" y="190"/>
                  </a:cubicBezTo>
                  <a:cubicBezTo>
                    <a:pt x="120" y="124"/>
                    <a:pt x="137" y="7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3" name="Google Shape;22443;p71"/>
            <p:cNvSpPr/>
            <p:nvPr/>
          </p:nvSpPr>
          <p:spPr>
            <a:xfrm>
              <a:off x="4839500" y="2513225"/>
              <a:ext cx="6000" cy="4950"/>
            </a:xfrm>
            <a:custGeom>
              <a:avLst/>
              <a:gdLst/>
              <a:ahLst/>
              <a:cxnLst/>
              <a:rect l="l" t="t" r="r" b="b"/>
              <a:pathLst>
                <a:path w="240" h="198" extrusionOk="0">
                  <a:moveTo>
                    <a:pt x="167" y="1"/>
                  </a:moveTo>
                  <a:cubicBezTo>
                    <a:pt x="159" y="1"/>
                    <a:pt x="149" y="2"/>
                    <a:pt x="136" y="8"/>
                  </a:cubicBezTo>
                  <a:cubicBezTo>
                    <a:pt x="103" y="8"/>
                    <a:pt x="70" y="24"/>
                    <a:pt x="54" y="41"/>
                  </a:cubicBezTo>
                  <a:cubicBezTo>
                    <a:pt x="0" y="95"/>
                    <a:pt x="0" y="165"/>
                    <a:pt x="33" y="181"/>
                  </a:cubicBezTo>
                  <a:cubicBezTo>
                    <a:pt x="54" y="198"/>
                    <a:pt x="87" y="198"/>
                    <a:pt x="120" y="198"/>
                  </a:cubicBezTo>
                  <a:cubicBezTo>
                    <a:pt x="136" y="198"/>
                    <a:pt x="136" y="181"/>
                    <a:pt x="157" y="181"/>
                  </a:cubicBezTo>
                  <a:cubicBezTo>
                    <a:pt x="174" y="181"/>
                    <a:pt x="190" y="165"/>
                    <a:pt x="207" y="144"/>
                  </a:cubicBezTo>
                  <a:cubicBezTo>
                    <a:pt x="223" y="128"/>
                    <a:pt x="239" y="95"/>
                    <a:pt x="239" y="78"/>
                  </a:cubicBezTo>
                  <a:cubicBezTo>
                    <a:pt x="239" y="41"/>
                    <a:pt x="239" y="24"/>
                    <a:pt x="207" y="8"/>
                  </a:cubicBezTo>
                  <a:cubicBezTo>
                    <a:pt x="196" y="8"/>
                    <a:pt x="185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4" name="Google Shape;22444;p71"/>
            <p:cNvSpPr/>
            <p:nvPr/>
          </p:nvSpPr>
          <p:spPr>
            <a:xfrm>
              <a:off x="4827425" y="25241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04" y="17"/>
                    <a:pt x="71" y="38"/>
                  </a:cubicBezTo>
                  <a:cubicBezTo>
                    <a:pt x="55" y="54"/>
                    <a:pt x="22" y="71"/>
                    <a:pt x="22" y="104"/>
                  </a:cubicBezTo>
                  <a:cubicBezTo>
                    <a:pt x="1" y="157"/>
                    <a:pt x="38" y="207"/>
                    <a:pt x="88" y="207"/>
                  </a:cubicBezTo>
                  <a:cubicBezTo>
                    <a:pt x="104" y="207"/>
                    <a:pt x="141" y="190"/>
                    <a:pt x="158" y="190"/>
                  </a:cubicBezTo>
                  <a:cubicBezTo>
                    <a:pt x="191" y="174"/>
                    <a:pt x="228" y="141"/>
                    <a:pt x="244" y="104"/>
                  </a:cubicBezTo>
                  <a:cubicBezTo>
                    <a:pt x="261" y="54"/>
                    <a:pt x="228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5" name="Google Shape;22445;p71"/>
            <p:cNvSpPr/>
            <p:nvPr/>
          </p:nvSpPr>
          <p:spPr>
            <a:xfrm>
              <a:off x="4863525" y="2431775"/>
              <a:ext cx="1350" cy="3125"/>
            </a:xfrm>
            <a:custGeom>
              <a:avLst/>
              <a:gdLst/>
              <a:ahLst/>
              <a:cxnLst/>
              <a:rect l="l" t="t" r="r" b="b"/>
              <a:pathLst>
                <a:path w="54" h="125" extrusionOk="0">
                  <a:moveTo>
                    <a:pt x="54" y="1"/>
                  </a:moveTo>
                  <a:lnTo>
                    <a:pt x="54" y="1"/>
                  </a:lnTo>
                  <a:cubicBezTo>
                    <a:pt x="37" y="21"/>
                    <a:pt x="37" y="38"/>
                    <a:pt x="21" y="54"/>
                  </a:cubicBezTo>
                  <a:cubicBezTo>
                    <a:pt x="0" y="87"/>
                    <a:pt x="21" y="104"/>
                    <a:pt x="37" y="124"/>
                  </a:cubicBezTo>
                  <a:cubicBezTo>
                    <a:pt x="37" y="87"/>
                    <a:pt x="54" y="38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6" name="Google Shape;22446;p71"/>
            <p:cNvSpPr/>
            <p:nvPr/>
          </p:nvSpPr>
          <p:spPr>
            <a:xfrm>
              <a:off x="4966575" y="2269025"/>
              <a:ext cx="6950" cy="4775"/>
            </a:xfrm>
            <a:custGeom>
              <a:avLst/>
              <a:gdLst/>
              <a:ahLst/>
              <a:cxnLst/>
              <a:rect l="l" t="t" r="r" b="b"/>
              <a:pathLst>
                <a:path w="278" h="191" extrusionOk="0">
                  <a:moveTo>
                    <a:pt x="174" y="1"/>
                  </a:moveTo>
                  <a:cubicBezTo>
                    <a:pt x="141" y="1"/>
                    <a:pt x="125" y="1"/>
                    <a:pt x="87" y="38"/>
                  </a:cubicBezTo>
                  <a:cubicBezTo>
                    <a:pt x="55" y="54"/>
                    <a:pt x="38" y="71"/>
                    <a:pt x="22" y="104"/>
                  </a:cubicBezTo>
                  <a:cubicBezTo>
                    <a:pt x="1" y="157"/>
                    <a:pt x="38" y="190"/>
                    <a:pt x="104" y="190"/>
                  </a:cubicBezTo>
                  <a:lnTo>
                    <a:pt x="158" y="190"/>
                  </a:lnTo>
                  <a:cubicBezTo>
                    <a:pt x="174" y="174"/>
                    <a:pt x="191" y="174"/>
                    <a:pt x="191" y="174"/>
                  </a:cubicBezTo>
                  <a:cubicBezTo>
                    <a:pt x="228" y="141"/>
                    <a:pt x="244" y="120"/>
                    <a:pt x="261" y="104"/>
                  </a:cubicBezTo>
                  <a:cubicBezTo>
                    <a:pt x="277" y="38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7" name="Google Shape;22447;p71"/>
            <p:cNvSpPr/>
            <p:nvPr/>
          </p:nvSpPr>
          <p:spPr>
            <a:xfrm>
              <a:off x="4842475" y="24786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04" y="17"/>
                    <a:pt x="71" y="34"/>
                  </a:cubicBezTo>
                  <a:cubicBezTo>
                    <a:pt x="55" y="50"/>
                    <a:pt x="38" y="67"/>
                    <a:pt x="17" y="104"/>
                  </a:cubicBezTo>
                  <a:cubicBezTo>
                    <a:pt x="1" y="153"/>
                    <a:pt x="38" y="207"/>
                    <a:pt x="88" y="207"/>
                  </a:cubicBezTo>
                  <a:cubicBezTo>
                    <a:pt x="120" y="207"/>
                    <a:pt x="141" y="186"/>
                    <a:pt x="158" y="186"/>
                  </a:cubicBezTo>
                  <a:cubicBezTo>
                    <a:pt x="174" y="186"/>
                    <a:pt x="174" y="170"/>
                    <a:pt x="191" y="170"/>
                  </a:cubicBezTo>
                  <a:cubicBezTo>
                    <a:pt x="207" y="153"/>
                    <a:pt x="244" y="120"/>
                    <a:pt x="244" y="104"/>
                  </a:cubicBezTo>
                  <a:cubicBezTo>
                    <a:pt x="261" y="50"/>
                    <a:pt x="22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8" name="Google Shape;22448;p71"/>
            <p:cNvSpPr/>
            <p:nvPr/>
          </p:nvSpPr>
          <p:spPr>
            <a:xfrm>
              <a:off x="4776425" y="2511225"/>
              <a:ext cx="6400" cy="5225"/>
            </a:xfrm>
            <a:custGeom>
              <a:avLst/>
              <a:gdLst/>
              <a:ahLst/>
              <a:cxnLst/>
              <a:rect l="l" t="t" r="r" b="b"/>
              <a:pathLst>
                <a:path w="256" h="209" extrusionOk="0">
                  <a:moveTo>
                    <a:pt x="167" y="1"/>
                  </a:moveTo>
                  <a:cubicBezTo>
                    <a:pt x="148" y="1"/>
                    <a:pt x="126" y="6"/>
                    <a:pt x="103" y="18"/>
                  </a:cubicBezTo>
                  <a:cubicBezTo>
                    <a:pt x="33" y="55"/>
                    <a:pt x="0" y="104"/>
                    <a:pt x="17" y="158"/>
                  </a:cubicBezTo>
                  <a:cubicBezTo>
                    <a:pt x="27" y="190"/>
                    <a:pt x="52" y="208"/>
                    <a:pt x="87" y="208"/>
                  </a:cubicBezTo>
                  <a:cubicBezTo>
                    <a:pt x="106" y="208"/>
                    <a:pt x="128" y="203"/>
                    <a:pt x="153" y="191"/>
                  </a:cubicBezTo>
                  <a:cubicBezTo>
                    <a:pt x="223" y="158"/>
                    <a:pt x="256" y="104"/>
                    <a:pt x="239" y="55"/>
                  </a:cubicBezTo>
                  <a:cubicBezTo>
                    <a:pt x="229" y="20"/>
                    <a:pt x="202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9" name="Google Shape;22449;p71"/>
            <p:cNvSpPr/>
            <p:nvPr/>
          </p:nvSpPr>
          <p:spPr>
            <a:xfrm>
              <a:off x="4767350" y="253660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1"/>
                  </a:moveTo>
                  <a:cubicBezTo>
                    <a:pt x="136" y="1"/>
                    <a:pt x="103" y="17"/>
                    <a:pt x="87" y="34"/>
                  </a:cubicBezTo>
                  <a:cubicBezTo>
                    <a:pt x="54" y="54"/>
                    <a:pt x="33" y="87"/>
                    <a:pt x="17" y="104"/>
                  </a:cubicBezTo>
                  <a:cubicBezTo>
                    <a:pt x="0" y="157"/>
                    <a:pt x="33" y="207"/>
                    <a:pt x="103" y="207"/>
                  </a:cubicBezTo>
                  <a:cubicBezTo>
                    <a:pt x="120" y="207"/>
                    <a:pt x="136" y="207"/>
                    <a:pt x="157" y="190"/>
                  </a:cubicBezTo>
                  <a:cubicBezTo>
                    <a:pt x="174" y="190"/>
                    <a:pt x="174" y="174"/>
                    <a:pt x="190" y="174"/>
                  </a:cubicBezTo>
                  <a:cubicBezTo>
                    <a:pt x="223" y="157"/>
                    <a:pt x="239" y="137"/>
                    <a:pt x="239" y="104"/>
                  </a:cubicBezTo>
                  <a:cubicBezTo>
                    <a:pt x="277" y="54"/>
                    <a:pt x="239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0" name="Google Shape;22450;p71"/>
            <p:cNvSpPr/>
            <p:nvPr/>
          </p:nvSpPr>
          <p:spPr>
            <a:xfrm>
              <a:off x="4780650" y="25237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4"/>
                    <a:pt x="17" y="70"/>
                    <a:pt x="17" y="103"/>
                  </a:cubicBezTo>
                  <a:cubicBezTo>
                    <a:pt x="0" y="157"/>
                    <a:pt x="17" y="190"/>
                    <a:pt x="70" y="190"/>
                  </a:cubicBezTo>
                  <a:cubicBezTo>
                    <a:pt x="70" y="206"/>
                    <a:pt x="87" y="206"/>
                    <a:pt x="87" y="206"/>
                  </a:cubicBezTo>
                  <a:cubicBezTo>
                    <a:pt x="120" y="206"/>
                    <a:pt x="140" y="190"/>
                    <a:pt x="157" y="190"/>
                  </a:cubicBezTo>
                  <a:cubicBezTo>
                    <a:pt x="190" y="173"/>
                    <a:pt x="206" y="157"/>
                    <a:pt x="223" y="120"/>
                  </a:cubicBezTo>
                  <a:cubicBezTo>
                    <a:pt x="243" y="120"/>
                    <a:pt x="243" y="103"/>
                    <a:pt x="243" y="103"/>
                  </a:cubicBezTo>
                  <a:cubicBezTo>
                    <a:pt x="260" y="54"/>
                    <a:pt x="22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1" name="Google Shape;22451;p71"/>
            <p:cNvSpPr/>
            <p:nvPr/>
          </p:nvSpPr>
          <p:spPr>
            <a:xfrm>
              <a:off x="4772500" y="254867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37" y="0"/>
                    <a:pt x="104" y="17"/>
                    <a:pt x="71" y="33"/>
                  </a:cubicBezTo>
                  <a:cubicBezTo>
                    <a:pt x="54" y="49"/>
                    <a:pt x="33" y="66"/>
                    <a:pt x="17" y="103"/>
                  </a:cubicBezTo>
                  <a:cubicBezTo>
                    <a:pt x="0" y="153"/>
                    <a:pt x="33" y="190"/>
                    <a:pt x="87" y="190"/>
                  </a:cubicBezTo>
                  <a:lnTo>
                    <a:pt x="157" y="190"/>
                  </a:lnTo>
                  <a:cubicBezTo>
                    <a:pt x="174" y="169"/>
                    <a:pt x="174" y="169"/>
                    <a:pt x="190" y="169"/>
                  </a:cubicBezTo>
                  <a:cubicBezTo>
                    <a:pt x="207" y="153"/>
                    <a:pt x="240" y="120"/>
                    <a:pt x="240" y="103"/>
                  </a:cubicBezTo>
                  <a:cubicBezTo>
                    <a:pt x="260" y="66"/>
                    <a:pt x="260" y="49"/>
                    <a:pt x="240" y="33"/>
                  </a:cubicBezTo>
                  <a:cubicBezTo>
                    <a:pt x="223" y="17"/>
                    <a:pt x="19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2" name="Google Shape;22452;p71"/>
            <p:cNvSpPr/>
            <p:nvPr/>
          </p:nvSpPr>
          <p:spPr>
            <a:xfrm>
              <a:off x="4796525" y="252515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73" y="1"/>
                  </a:moveTo>
                  <a:cubicBezTo>
                    <a:pt x="161" y="1"/>
                    <a:pt x="149" y="5"/>
                    <a:pt x="140" y="13"/>
                  </a:cubicBezTo>
                  <a:cubicBezTo>
                    <a:pt x="103" y="13"/>
                    <a:pt x="70" y="30"/>
                    <a:pt x="54" y="46"/>
                  </a:cubicBezTo>
                  <a:cubicBezTo>
                    <a:pt x="0" y="100"/>
                    <a:pt x="0" y="166"/>
                    <a:pt x="37" y="182"/>
                  </a:cubicBezTo>
                  <a:cubicBezTo>
                    <a:pt x="54" y="203"/>
                    <a:pt x="87" y="203"/>
                    <a:pt x="124" y="203"/>
                  </a:cubicBezTo>
                  <a:cubicBezTo>
                    <a:pt x="124" y="203"/>
                    <a:pt x="140" y="182"/>
                    <a:pt x="157" y="182"/>
                  </a:cubicBezTo>
                  <a:cubicBezTo>
                    <a:pt x="173" y="182"/>
                    <a:pt x="190" y="166"/>
                    <a:pt x="206" y="149"/>
                  </a:cubicBezTo>
                  <a:cubicBezTo>
                    <a:pt x="227" y="133"/>
                    <a:pt x="243" y="100"/>
                    <a:pt x="243" y="79"/>
                  </a:cubicBezTo>
                  <a:cubicBezTo>
                    <a:pt x="243" y="46"/>
                    <a:pt x="243" y="30"/>
                    <a:pt x="206" y="13"/>
                  </a:cubicBezTo>
                  <a:cubicBezTo>
                    <a:pt x="198" y="5"/>
                    <a:pt x="18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3" name="Google Shape;22453;p71"/>
            <p:cNvSpPr/>
            <p:nvPr/>
          </p:nvSpPr>
          <p:spPr>
            <a:xfrm>
              <a:off x="4790950" y="25460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5" y="0"/>
                  </a:moveTo>
                  <a:cubicBezTo>
                    <a:pt x="117" y="0"/>
                    <a:pt x="70" y="18"/>
                    <a:pt x="38" y="50"/>
                  </a:cubicBezTo>
                  <a:cubicBezTo>
                    <a:pt x="17" y="67"/>
                    <a:pt x="0" y="104"/>
                    <a:pt x="0" y="121"/>
                  </a:cubicBezTo>
                  <a:cubicBezTo>
                    <a:pt x="0" y="153"/>
                    <a:pt x="17" y="170"/>
                    <a:pt x="38" y="191"/>
                  </a:cubicBezTo>
                  <a:lnTo>
                    <a:pt x="120" y="191"/>
                  </a:lnTo>
                  <a:cubicBezTo>
                    <a:pt x="120" y="191"/>
                    <a:pt x="141" y="191"/>
                    <a:pt x="141" y="170"/>
                  </a:cubicBezTo>
                  <a:cubicBezTo>
                    <a:pt x="174" y="170"/>
                    <a:pt x="190" y="153"/>
                    <a:pt x="207" y="137"/>
                  </a:cubicBezTo>
                  <a:cubicBezTo>
                    <a:pt x="260" y="104"/>
                    <a:pt x="260" y="34"/>
                    <a:pt x="207" y="17"/>
                  </a:cubicBezTo>
                  <a:cubicBezTo>
                    <a:pt x="195" y="6"/>
                    <a:pt x="177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4" name="Google Shape;22454;p71"/>
            <p:cNvSpPr/>
            <p:nvPr/>
          </p:nvSpPr>
          <p:spPr>
            <a:xfrm>
              <a:off x="4784975" y="2491725"/>
              <a:ext cx="6925" cy="5025"/>
            </a:xfrm>
            <a:custGeom>
              <a:avLst/>
              <a:gdLst/>
              <a:ahLst/>
              <a:cxnLst/>
              <a:rect l="l" t="t" r="r" b="b"/>
              <a:pathLst>
                <a:path w="277" h="201" extrusionOk="0">
                  <a:moveTo>
                    <a:pt x="170" y="1"/>
                  </a:moveTo>
                  <a:cubicBezTo>
                    <a:pt x="134" y="1"/>
                    <a:pt x="91" y="12"/>
                    <a:pt x="70" y="43"/>
                  </a:cubicBezTo>
                  <a:cubicBezTo>
                    <a:pt x="17" y="97"/>
                    <a:pt x="0" y="146"/>
                    <a:pt x="50" y="179"/>
                  </a:cubicBezTo>
                  <a:cubicBezTo>
                    <a:pt x="70" y="200"/>
                    <a:pt x="103" y="200"/>
                    <a:pt x="136" y="200"/>
                  </a:cubicBezTo>
                  <a:cubicBezTo>
                    <a:pt x="136" y="179"/>
                    <a:pt x="153" y="179"/>
                    <a:pt x="174" y="179"/>
                  </a:cubicBezTo>
                  <a:cubicBezTo>
                    <a:pt x="190" y="163"/>
                    <a:pt x="207" y="163"/>
                    <a:pt x="223" y="146"/>
                  </a:cubicBezTo>
                  <a:cubicBezTo>
                    <a:pt x="277" y="97"/>
                    <a:pt x="277" y="43"/>
                    <a:pt x="223" y="10"/>
                  </a:cubicBezTo>
                  <a:cubicBezTo>
                    <a:pt x="211" y="4"/>
                    <a:pt x="192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5" name="Google Shape;22455;p71"/>
            <p:cNvSpPr/>
            <p:nvPr/>
          </p:nvSpPr>
          <p:spPr>
            <a:xfrm>
              <a:off x="4744575" y="251500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48" y="1"/>
                  </a:moveTo>
                  <a:cubicBezTo>
                    <a:pt x="133" y="1"/>
                    <a:pt x="118" y="3"/>
                    <a:pt x="103" y="7"/>
                  </a:cubicBezTo>
                  <a:cubicBezTo>
                    <a:pt x="37" y="40"/>
                    <a:pt x="0" y="110"/>
                    <a:pt x="0" y="143"/>
                  </a:cubicBezTo>
                  <a:cubicBezTo>
                    <a:pt x="11" y="177"/>
                    <a:pt x="43" y="196"/>
                    <a:pt x="82" y="196"/>
                  </a:cubicBezTo>
                  <a:cubicBezTo>
                    <a:pt x="105" y="196"/>
                    <a:pt x="131" y="190"/>
                    <a:pt x="157" y="176"/>
                  </a:cubicBezTo>
                  <a:cubicBezTo>
                    <a:pt x="206" y="160"/>
                    <a:pt x="260" y="94"/>
                    <a:pt x="243" y="40"/>
                  </a:cubicBezTo>
                  <a:cubicBezTo>
                    <a:pt x="228" y="16"/>
                    <a:pt x="189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6" name="Google Shape;22456;p71"/>
            <p:cNvSpPr/>
            <p:nvPr/>
          </p:nvSpPr>
          <p:spPr>
            <a:xfrm>
              <a:off x="4746725" y="246745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57" y="0"/>
                    <a:pt x="120" y="0"/>
                    <a:pt x="87" y="37"/>
                  </a:cubicBezTo>
                  <a:cubicBezTo>
                    <a:pt x="54" y="54"/>
                    <a:pt x="34" y="70"/>
                    <a:pt x="34" y="103"/>
                  </a:cubicBezTo>
                  <a:cubicBezTo>
                    <a:pt x="1" y="157"/>
                    <a:pt x="34" y="190"/>
                    <a:pt x="104" y="190"/>
                  </a:cubicBezTo>
                  <a:cubicBezTo>
                    <a:pt x="120" y="190"/>
                    <a:pt x="157" y="190"/>
                    <a:pt x="174" y="173"/>
                  </a:cubicBezTo>
                  <a:lnTo>
                    <a:pt x="190" y="173"/>
                  </a:lnTo>
                  <a:cubicBezTo>
                    <a:pt x="223" y="140"/>
                    <a:pt x="240" y="120"/>
                    <a:pt x="261" y="87"/>
                  </a:cubicBezTo>
                  <a:cubicBezTo>
                    <a:pt x="277" y="37"/>
                    <a:pt x="24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7" name="Google Shape;22457;p71"/>
            <p:cNvSpPr/>
            <p:nvPr/>
          </p:nvSpPr>
          <p:spPr>
            <a:xfrm>
              <a:off x="4751875" y="24791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37" y="0"/>
                    <a:pt x="120" y="17"/>
                    <a:pt x="87" y="33"/>
                  </a:cubicBezTo>
                  <a:cubicBezTo>
                    <a:pt x="55" y="50"/>
                    <a:pt x="34" y="87"/>
                    <a:pt x="17" y="103"/>
                  </a:cubicBezTo>
                  <a:cubicBezTo>
                    <a:pt x="1" y="153"/>
                    <a:pt x="34" y="206"/>
                    <a:pt x="104" y="206"/>
                  </a:cubicBezTo>
                  <a:cubicBezTo>
                    <a:pt x="120" y="206"/>
                    <a:pt x="137" y="206"/>
                    <a:pt x="174" y="190"/>
                  </a:cubicBezTo>
                  <a:cubicBezTo>
                    <a:pt x="174" y="190"/>
                    <a:pt x="191" y="190"/>
                    <a:pt x="191" y="169"/>
                  </a:cubicBezTo>
                  <a:cubicBezTo>
                    <a:pt x="224" y="153"/>
                    <a:pt x="240" y="136"/>
                    <a:pt x="261" y="103"/>
                  </a:cubicBezTo>
                  <a:cubicBezTo>
                    <a:pt x="261" y="87"/>
                    <a:pt x="261" y="50"/>
                    <a:pt x="240" y="33"/>
                  </a:cubicBezTo>
                  <a:cubicBezTo>
                    <a:pt x="224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8" name="Google Shape;22458;p71"/>
            <p:cNvSpPr/>
            <p:nvPr/>
          </p:nvSpPr>
          <p:spPr>
            <a:xfrm>
              <a:off x="4851975" y="24672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57" y="1"/>
                  </a:moveTo>
                  <a:cubicBezTo>
                    <a:pt x="140" y="1"/>
                    <a:pt x="122" y="3"/>
                    <a:pt x="103" y="7"/>
                  </a:cubicBezTo>
                  <a:cubicBezTo>
                    <a:pt x="50" y="44"/>
                    <a:pt x="0" y="94"/>
                    <a:pt x="17" y="147"/>
                  </a:cubicBezTo>
                  <a:cubicBezTo>
                    <a:pt x="27" y="179"/>
                    <a:pt x="60" y="197"/>
                    <a:pt x="96" y="197"/>
                  </a:cubicBezTo>
                  <a:cubicBezTo>
                    <a:pt x="115" y="197"/>
                    <a:pt x="135" y="192"/>
                    <a:pt x="153" y="180"/>
                  </a:cubicBezTo>
                  <a:cubicBezTo>
                    <a:pt x="223" y="164"/>
                    <a:pt x="256" y="94"/>
                    <a:pt x="256" y="44"/>
                  </a:cubicBezTo>
                  <a:cubicBezTo>
                    <a:pt x="244" y="17"/>
                    <a:pt x="205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9" name="Google Shape;22459;p71"/>
            <p:cNvSpPr/>
            <p:nvPr/>
          </p:nvSpPr>
          <p:spPr>
            <a:xfrm>
              <a:off x="4801250" y="25353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17"/>
                    <a:pt x="87" y="33"/>
                  </a:cubicBezTo>
                  <a:cubicBezTo>
                    <a:pt x="54" y="50"/>
                    <a:pt x="38" y="83"/>
                    <a:pt x="17" y="103"/>
                  </a:cubicBezTo>
                  <a:cubicBezTo>
                    <a:pt x="1" y="153"/>
                    <a:pt x="38" y="206"/>
                    <a:pt x="104" y="206"/>
                  </a:cubicBezTo>
                  <a:cubicBezTo>
                    <a:pt x="120" y="206"/>
                    <a:pt x="141" y="186"/>
                    <a:pt x="157" y="186"/>
                  </a:cubicBezTo>
                  <a:cubicBezTo>
                    <a:pt x="174" y="186"/>
                    <a:pt x="190" y="169"/>
                    <a:pt x="190" y="169"/>
                  </a:cubicBezTo>
                  <a:cubicBezTo>
                    <a:pt x="223" y="153"/>
                    <a:pt x="244" y="120"/>
                    <a:pt x="261" y="103"/>
                  </a:cubicBezTo>
                  <a:cubicBezTo>
                    <a:pt x="261" y="66"/>
                    <a:pt x="261" y="50"/>
                    <a:pt x="244" y="33"/>
                  </a:cubicBezTo>
                  <a:cubicBezTo>
                    <a:pt x="223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0" name="Google Shape;22460;p71"/>
            <p:cNvSpPr/>
            <p:nvPr/>
          </p:nvSpPr>
          <p:spPr>
            <a:xfrm>
              <a:off x="4754450" y="2502700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0"/>
                  </a:moveTo>
                  <a:cubicBezTo>
                    <a:pt x="137" y="0"/>
                    <a:pt x="104" y="17"/>
                    <a:pt x="88" y="33"/>
                  </a:cubicBezTo>
                  <a:cubicBezTo>
                    <a:pt x="55" y="50"/>
                    <a:pt x="34" y="70"/>
                    <a:pt x="17" y="103"/>
                  </a:cubicBezTo>
                  <a:cubicBezTo>
                    <a:pt x="1" y="153"/>
                    <a:pt x="34" y="206"/>
                    <a:pt x="104" y="206"/>
                  </a:cubicBezTo>
                  <a:cubicBezTo>
                    <a:pt x="121" y="206"/>
                    <a:pt x="137" y="190"/>
                    <a:pt x="158" y="190"/>
                  </a:cubicBezTo>
                  <a:cubicBezTo>
                    <a:pt x="174" y="190"/>
                    <a:pt x="174" y="173"/>
                    <a:pt x="191" y="173"/>
                  </a:cubicBezTo>
                  <a:cubicBezTo>
                    <a:pt x="224" y="153"/>
                    <a:pt x="240" y="120"/>
                    <a:pt x="240" y="103"/>
                  </a:cubicBezTo>
                  <a:cubicBezTo>
                    <a:pt x="277" y="50"/>
                    <a:pt x="24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1" name="Google Shape;22461;p71"/>
            <p:cNvSpPr/>
            <p:nvPr/>
          </p:nvSpPr>
          <p:spPr>
            <a:xfrm>
              <a:off x="4759625" y="251422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1"/>
                  </a:moveTo>
                  <a:cubicBezTo>
                    <a:pt x="157" y="1"/>
                    <a:pt x="120" y="1"/>
                    <a:pt x="87" y="38"/>
                  </a:cubicBezTo>
                  <a:cubicBezTo>
                    <a:pt x="54" y="55"/>
                    <a:pt x="33" y="71"/>
                    <a:pt x="33" y="104"/>
                  </a:cubicBezTo>
                  <a:cubicBezTo>
                    <a:pt x="0" y="158"/>
                    <a:pt x="33" y="191"/>
                    <a:pt x="103" y="191"/>
                  </a:cubicBezTo>
                  <a:lnTo>
                    <a:pt x="173" y="191"/>
                  </a:lnTo>
                  <a:cubicBezTo>
                    <a:pt x="173" y="174"/>
                    <a:pt x="190" y="174"/>
                    <a:pt x="190" y="174"/>
                  </a:cubicBezTo>
                  <a:cubicBezTo>
                    <a:pt x="223" y="158"/>
                    <a:pt x="239" y="125"/>
                    <a:pt x="260" y="104"/>
                  </a:cubicBezTo>
                  <a:cubicBezTo>
                    <a:pt x="276" y="38"/>
                    <a:pt x="239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2" name="Google Shape;22462;p71"/>
            <p:cNvSpPr/>
            <p:nvPr/>
          </p:nvSpPr>
          <p:spPr>
            <a:xfrm>
              <a:off x="4764350" y="2525700"/>
              <a:ext cx="6425" cy="4950"/>
            </a:xfrm>
            <a:custGeom>
              <a:avLst/>
              <a:gdLst/>
              <a:ahLst/>
              <a:cxnLst/>
              <a:rect l="l" t="t" r="r" b="b"/>
              <a:pathLst>
                <a:path w="257" h="198" extrusionOk="0">
                  <a:moveTo>
                    <a:pt x="168" y="1"/>
                  </a:moveTo>
                  <a:cubicBezTo>
                    <a:pt x="159" y="1"/>
                    <a:pt x="149" y="2"/>
                    <a:pt x="137" y="8"/>
                  </a:cubicBezTo>
                  <a:cubicBezTo>
                    <a:pt x="104" y="8"/>
                    <a:pt x="71" y="24"/>
                    <a:pt x="50" y="57"/>
                  </a:cubicBezTo>
                  <a:cubicBezTo>
                    <a:pt x="1" y="94"/>
                    <a:pt x="1" y="160"/>
                    <a:pt x="34" y="181"/>
                  </a:cubicBezTo>
                  <a:cubicBezTo>
                    <a:pt x="71" y="198"/>
                    <a:pt x="87" y="198"/>
                    <a:pt x="120" y="198"/>
                  </a:cubicBezTo>
                  <a:cubicBezTo>
                    <a:pt x="137" y="198"/>
                    <a:pt x="137" y="198"/>
                    <a:pt x="153" y="181"/>
                  </a:cubicBezTo>
                  <a:cubicBezTo>
                    <a:pt x="174" y="181"/>
                    <a:pt x="190" y="160"/>
                    <a:pt x="207" y="144"/>
                  </a:cubicBezTo>
                  <a:cubicBezTo>
                    <a:pt x="256" y="94"/>
                    <a:pt x="256" y="41"/>
                    <a:pt x="223" y="8"/>
                  </a:cubicBezTo>
                  <a:cubicBezTo>
                    <a:pt x="201" y="8"/>
                    <a:pt x="187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3" name="Google Shape;22463;p71"/>
            <p:cNvSpPr/>
            <p:nvPr/>
          </p:nvSpPr>
          <p:spPr>
            <a:xfrm>
              <a:off x="4836925" y="246745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3" y="0"/>
                  </a:moveTo>
                  <a:cubicBezTo>
                    <a:pt x="136" y="0"/>
                    <a:pt x="120" y="0"/>
                    <a:pt x="87" y="17"/>
                  </a:cubicBezTo>
                  <a:cubicBezTo>
                    <a:pt x="54" y="37"/>
                    <a:pt x="33" y="70"/>
                    <a:pt x="17" y="87"/>
                  </a:cubicBezTo>
                  <a:cubicBezTo>
                    <a:pt x="0" y="157"/>
                    <a:pt x="33" y="190"/>
                    <a:pt x="103" y="190"/>
                  </a:cubicBezTo>
                  <a:cubicBezTo>
                    <a:pt x="120" y="190"/>
                    <a:pt x="136" y="190"/>
                    <a:pt x="157" y="173"/>
                  </a:cubicBezTo>
                  <a:cubicBezTo>
                    <a:pt x="173" y="173"/>
                    <a:pt x="190" y="173"/>
                    <a:pt x="190" y="157"/>
                  </a:cubicBezTo>
                  <a:cubicBezTo>
                    <a:pt x="223" y="140"/>
                    <a:pt x="239" y="120"/>
                    <a:pt x="260" y="87"/>
                  </a:cubicBezTo>
                  <a:cubicBezTo>
                    <a:pt x="277" y="37"/>
                    <a:pt x="239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4" name="Google Shape;22464;p71"/>
            <p:cNvSpPr/>
            <p:nvPr/>
          </p:nvSpPr>
          <p:spPr>
            <a:xfrm>
              <a:off x="4803825" y="250252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94" y="1"/>
                  </a:moveTo>
                  <a:cubicBezTo>
                    <a:pt x="183" y="1"/>
                    <a:pt x="171" y="3"/>
                    <a:pt x="158" y="7"/>
                  </a:cubicBezTo>
                  <a:lnTo>
                    <a:pt x="104" y="7"/>
                  </a:lnTo>
                  <a:cubicBezTo>
                    <a:pt x="38" y="40"/>
                    <a:pt x="1" y="110"/>
                    <a:pt x="17" y="143"/>
                  </a:cubicBezTo>
                  <a:cubicBezTo>
                    <a:pt x="17" y="178"/>
                    <a:pt x="47" y="197"/>
                    <a:pt x="87" y="197"/>
                  </a:cubicBezTo>
                  <a:cubicBezTo>
                    <a:pt x="109" y="197"/>
                    <a:pt x="133" y="192"/>
                    <a:pt x="158" y="180"/>
                  </a:cubicBezTo>
                  <a:cubicBezTo>
                    <a:pt x="174" y="180"/>
                    <a:pt x="191" y="160"/>
                    <a:pt x="207" y="143"/>
                  </a:cubicBezTo>
                  <a:cubicBezTo>
                    <a:pt x="244" y="127"/>
                    <a:pt x="261" y="77"/>
                    <a:pt x="244" y="40"/>
                  </a:cubicBezTo>
                  <a:cubicBezTo>
                    <a:pt x="244" y="16"/>
                    <a:pt x="224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5" name="Google Shape;22465;p71"/>
            <p:cNvSpPr/>
            <p:nvPr/>
          </p:nvSpPr>
          <p:spPr>
            <a:xfrm>
              <a:off x="4832600" y="2490200"/>
              <a:ext cx="6500" cy="4800"/>
            </a:xfrm>
            <a:custGeom>
              <a:avLst/>
              <a:gdLst/>
              <a:ahLst/>
              <a:cxnLst/>
              <a:rect l="l" t="t" r="r" b="b"/>
              <a:pathLst>
                <a:path w="260" h="192" extrusionOk="0">
                  <a:moveTo>
                    <a:pt x="170" y="1"/>
                  </a:moveTo>
                  <a:cubicBezTo>
                    <a:pt x="150" y="1"/>
                    <a:pt x="128" y="6"/>
                    <a:pt x="103" y="18"/>
                  </a:cubicBezTo>
                  <a:cubicBezTo>
                    <a:pt x="37" y="34"/>
                    <a:pt x="0" y="104"/>
                    <a:pt x="21" y="137"/>
                  </a:cubicBezTo>
                  <a:cubicBezTo>
                    <a:pt x="21" y="172"/>
                    <a:pt x="49" y="191"/>
                    <a:pt x="88" y="191"/>
                  </a:cubicBezTo>
                  <a:cubicBezTo>
                    <a:pt x="108" y="191"/>
                    <a:pt x="132" y="186"/>
                    <a:pt x="157" y="174"/>
                  </a:cubicBezTo>
                  <a:cubicBezTo>
                    <a:pt x="227" y="158"/>
                    <a:pt x="260" y="88"/>
                    <a:pt x="243" y="55"/>
                  </a:cubicBezTo>
                  <a:cubicBezTo>
                    <a:pt x="233" y="20"/>
                    <a:pt x="206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6" name="Google Shape;22466;p71"/>
            <p:cNvSpPr/>
            <p:nvPr/>
          </p:nvSpPr>
          <p:spPr>
            <a:xfrm>
              <a:off x="4842900" y="24189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57" y="0"/>
                  </a:moveTo>
                  <a:cubicBezTo>
                    <a:pt x="141" y="0"/>
                    <a:pt x="103" y="21"/>
                    <a:pt x="71" y="37"/>
                  </a:cubicBezTo>
                  <a:cubicBezTo>
                    <a:pt x="38" y="54"/>
                    <a:pt x="21" y="70"/>
                    <a:pt x="21" y="103"/>
                  </a:cubicBezTo>
                  <a:cubicBezTo>
                    <a:pt x="0" y="140"/>
                    <a:pt x="21" y="190"/>
                    <a:pt x="71" y="190"/>
                  </a:cubicBezTo>
                  <a:lnTo>
                    <a:pt x="157" y="190"/>
                  </a:lnTo>
                  <a:cubicBezTo>
                    <a:pt x="174" y="173"/>
                    <a:pt x="207" y="157"/>
                    <a:pt x="227" y="124"/>
                  </a:cubicBezTo>
                  <a:lnTo>
                    <a:pt x="244" y="103"/>
                  </a:lnTo>
                  <a:cubicBezTo>
                    <a:pt x="260" y="37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7" name="Google Shape;22467;p71"/>
            <p:cNvSpPr/>
            <p:nvPr/>
          </p:nvSpPr>
          <p:spPr>
            <a:xfrm>
              <a:off x="4832175" y="25022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41" y="1"/>
                    <a:pt x="104" y="17"/>
                    <a:pt x="71" y="34"/>
                  </a:cubicBezTo>
                  <a:cubicBezTo>
                    <a:pt x="38" y="50"/>
                    <a:pt x="17" y="87"/>
                    <a:pt x="17" y="104"/>
                  </a:cubicBezTo>
                  <a:cubicBezTo>
                    <a:pt x="1" y="137"/>
                    <a:pt x="1" y="170"/>
                    <a:pt x="38" y="190"/>
                  </a:cubicBezTo>
                  <a:cubicBezTo>
                    <a:pt x="38" y="190"/>
                    <a:pt x="71" y="207"/>
                    <a:pt x="87" y="207"/>
                  </a:cubicBezTo>
                  <a:cubicBezTo>
                    <a:pt x="104" y="207"/>
                    <a:pt x="141" y="190"/>
                    <a:pt x="157" y="190"/>
                  </a:cubicBezTo>
                  <a:cubicBezTo>
                    <a:pt x="190" y="170"/>
                    <a:pt x="223" y="137"/>
                    <a:pt x="244" y="104"/>
                  </a:cubicBezTo>
                  <a:lnTo>
                    <a:pt x="244" y="87"/>
                  </a:lnTo>
                  <a:cubicBezTo>
                    <a:pt x="260" y="50"/>
                    <a:pt x="22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8" name="Google Shape;22468;p71"/>
            <p:cNvSpPr/>
            <p:nvPr/>
          </p:nvSpPr>
          <p:spPr>
            <a:xfrm>
              <a:off x="4846825" y="249022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36" y="0"/>
                  </a:moveTo>
                  <a:cubicBezTo>
                    <a:pt x="103" y="17"/>
                    <a:pt x="70" y="33"/>
                    <a:pt x="50" y="54"/>
                  </a:cubicBezTo>
                  <a:cubicBezTo>
                    <a:pt x="0" y="103"/>
                    <a:pt x="0" y="157"/>
                    <a:pt x="50" y="190"/>
                  </a:cubicBezTo>
                  <a:cubicBezTo>
                    <a:pt x="63" y="190"/>
                    <a:pt x="83" y="197"/>
                    <a:pt x="99" y="197"/>
                  </a:cubicBezTo>
                  <a:cubicBezTo>
                    <a:pt x="107" y="197"/>
                    <a:pt x="114" y="195"/>
                    <a:pt x="120" y="190"/>
                  </a:cubicBezTo>
                  <a:lnTo>
                    <a:pt x="153" y="190"/>
                  </a:lnTo>
                  <a:cubicBezTo>
                    <a:pt x="173" y="173"/>
                    <a:pt x="190" y="157"/>
                    <a:pt x="206" y="157"/>
                  </a:cubicBezTo>
                  <a:cubicBezTo>
                    <a:pt x="256" y="103"/>
                    <a:pt x="256" y="33"/>
                    <a:pt x="223" y="17"/>
                  </a:cubicBezTo>
                  <a:cubicBezTo>
                    <a:pt x="206" y="0"/>
                    <a:pt x="17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9" name="Google Shape;22469;p71"/>
            <p:cNvSpPr/>
            <p:nvPr/>
          </p:nvSpPr>
          <p:spPr>
            <a:xfrm>
              <a:off x="4845475" y="24309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24" y="1"/>
                    <a:pt x="87" y="17"/>
                    <a:pt x="71" y="34"/>
                  </a:cubicBezTo>
                  <a:cubicBezTo>
                    <a:pt x="38" y="54"/>
                    <a:pt x="21" y="87"/>
                    <a:pt x="0" y="104"/>
                  </a:cubicBezTo>
                  <a:cubicBezTo>
                    <a:pt x="0" y="137"/>
                    <a:pt x="0" y="157"/>
                    <a:pt x="21" y="174"/>
                  </a:cubicBezTo>
                  <a:cubicBezTo>
                    <a:pt x="38" y="190"/>
                    <a:pt x="54" y="207"/>
                    <a:pt x="87" y="207"/>
                  </a:cubicBezTo>
                  <a:cubicBezTo>
                    <a:pt x="104" y="207"/>
                    <a:pt x="124" y="207"/>
                    <a:pt x="141" y="190"/>
                  </a:cubicBezTo>
                  <a:cubicBezTo>
                    <a:pt x="157" y="190"/>
                    <a:pt x="174" y="174"/>
                    <a:pt x="174" y="174"/>
                  </a:cubicBezTo>
                  <a:cubicBezTo>
                    <a:pt x="207" y="157"/>
                    <a:pt x="227" y="137"/>
                    <a:pt x="244" y="104"/>
                  </a:cubicBezTo>
                  <a:cubicBezTo>
                    <a:pt x="260" y="54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0" name="Google Shape;22470;p71"/>
            <p:cNvSpPr/>
            <p:nvPr/>
          </p:nvSpPr>
          <p:spPr>
            <a:xfrm>
              <a:off x="4839075" y="2455250"/>
              <a:ext cx="6950" cy="4900"/>
            </a:xfrm>
            <a:custGeom>
              <a:avLst/>
              <a:gdLst/>
              <a:ahLst/>
              <a:cxnLst/>
              <a:rect l="l" t="t" r="r" b="b"/>
              <a:pathLst>
                <a:path w="278" h="196" extrusionOk="0">
                  <a:moveTo>
                    <a:pt x="172" y="1"/>
                  </a:moveTo>
                  <a:cubicBezTo>
                    <a:pt x="161" y="1"/>
                    <a:pt x="149" y="3"/>
                    <a:pt x="137" y="10"/>
                  </a:cubicBezTo>
                  <a:cubicBezTo>
                    <a:pt x="104" y="10"/>
                    <a:pt x="87" y="26"/>
                    <a:pt x="50" y="59"/>
                  </a:cubicBezTo>
                  <a:cubicBezTo>
                    <a:pt x="1" y="92"/>
                    <a:pt x="1" y="162"/>
                    <a:pt x="50" y="179"/>
                  </a:cubicBezTo>
                  <a:cubicBezTo>
                    <a:pt x="71" y="195"/>
                    <a:pt x="104" y="195"/>
                    <a:pt x="120" y="195"/>
                  </a:cubicBezTo>
                  <a:cubicBezTo>
                    <a:pt x="137" y="195"/>
                    <a:pt x="153" y="195"/>
                    <a:pt x="153" y="179"/>
                  </a:cubicBezTo>
                  <a:cubicBezTo>
                    <a:pt x="174" y="179"/>
                    <a:pt x="207" y="162"/>
                    <a:pt x="207" y="146"/>
                  </a:cubicBezTo>
                  <a:cubicBezTo>
                    <a:pt x="256" y="92"/>
                    <a:pt x="277" y="43"/>
                    <a:pt x="224" y="10"/>
                  </a:cubicBezTo>
                  <a:cubicBezTo>
                    <a:pt x="213" y="10"/>
                    <a:pt x="194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1" name="Google Shape;22471;p71"/>
            <p:cNvSpPr/>
            <p:nvPr/>
          </p:nvSpPr>
          <p:spPr>
            <a:xfrm>
              <a:off x="4813725" y="253660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57" y="1"/>
                  </a:moveTo>
                  <a:cubicBezTo>
                    <a:pt x="137" y="1"/>
                    <a:pt x="120" y="1"/>
                    <a:pt x="104" y="17"/>
                  </a:cubicBezTo>
                  <a:cubicBezTo>
                    <a:pt x="34" y="34"/>
                    <a:pt x="1" y="104"/>
                    <a:pt x="17" y="157"/>
                  </a:cubicBezTo>
                  <a:cubicBezTo>
                    <a:pt x="29" y="181"/>
                    <a:pt x="61" y="197"/>
                    <a:pt x="105" y="197"/>
                  </a:cubicBezTo>
                  <a:cubicBezTo>
                    <a:pt x="121" y="197"/>
                    <a:pt x="139" y="195"/>
                    <a:pt x="157" y="190"/>
                  </a:cubicBezTo>
                  <a:cubicBezTo>
                    <a:pt x="174" y="174"/>
                    <a:pt x="190" y="157"/>
                    <a:pt x="207" y="157"/>
                  </a:cubicBezTo>
                  <a:cubicBezTo>
                    <a:pt x="240" y="120"/>
                    <a:pt x="260" y="87"/>
                    <a:pt x="240" y="54"/>
                  </a:cubicBezTo>
                  <a:cubicBezTo>
                    <a:pt x="240" y="17"/>
                    <a:pt x="20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2" name="Google Shape;22472;p71"/>
            <p:cNvSpPr/>
            <p:nvPr/>
          </p:nvSpPr>
          <p:spPr>
            <a:xfrm>
              <a:off x="4827025" y="247947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70" y="1"/>
                  </a:moveTo>
                  <a:cubicBezTo>
                    <a:pt x="151" y="1"/>
                    <a:pt x="128" y="6"/>
                    <a:pt x="104" y="18"/>
                  </a:cubicBezTo>
                  <a:cubicBezTo>
                    <a:pt x="38" y="35"/>
                    <a:pt x="1" y="105"/>
                    <a:pt x="17" y="154"/>
                  </a:cubicBezTo>
                  <a:cubicBezTo>
                    <a:pt x="17" y="181"/>
                    <a:pt x="55" y="198"/>
                    <a:pt x="103" y="198"/>
                  </a:cubicBezTo>
                  <a:cubicBezTo>
                    <a:pt x="120" y="198"/>
                    <a:pt x="139" y="196"/>
                    <a:pt x="157" y="191"/>
                  </a:cubicBezTo>
                  <a:cubicBezTo>
                    <a:pt x="223" y="154"/>
                    <a:pt x="260" y="105"/>
                    <a:pt x="244" y="51"/>
                  </a:cubicBezTo>
                  <a:cubicBezTo>
                    <a:pt x="230" y="19"/>
                    <a:pt x="205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3" name="Google Shape;22473;p71"/>
            <p:cNvSpPr/>
            <p:nvPr/>
          </p:nvSpPr>
          <p:spPr>
            <a:xfrm>
              <a:off x="4808975" y="2514375"/>
              <a:ext cx="6525" cy="5100"/>
            </a:xfrm>
            <a:custGeom>
              <a:avLst/>
              <a:gdLst/>
              <a:ahLst/>
              <a:cxnLst/>
              <a:rect l="l" t="t" r="r" b="b"/>
              <a:pathLst>
                <a:path w="261" h="204" extrusionOk="0">
                  <a:moveTo>
                    <a:pt x="163" y="0"/>
                  </a:moveTo>
                  <a:cubicBezTo>
                    <a:pt x="144" y="0"/>
                    <a:pt x="123" y="5"/>
                    <a:pt x="104" y="16"/>
                  </a:cubicBezTo>
                  <a:cubicBezTo>
                    <a:pt x="55" y="32"/>
                    <a:pt x="17" y="65"/>
                    <a:pt x="1" y="119"/>
                  </a:cubicBezTo>
                  <a:lnTo>
                    <a:pt x="1" y="152"/>
                  </a:lnTo>
                  <a:cubicBezTo>
                    <a:pt x="12" y="184"/>
                    <a:pt x="45" y="204"/>
                    <a:pt x="81" y="204"/>
                  </a:cubicBezTo>
                  <a:cubicBezTo>
                    <a:pt x="101" y="204"/>
                    <a:pt x="122" y="198"/>
                    <a:pt x="141" y="185"/>
                  </a:cubicBezTo>
                  <a:cubicBezTo>
                    <a:pt x="207" y="168"/>
                    <a:pt x="261" y="98"/>
                    <a:pt x="244" y="49"/>
                  </a:cubicBezTo>
                  <a:cubicBezTo>
                    <a:pt x="244" y="32"/>
                    <a:pt x="224" y="32"/>
                    <a:pt x="207" y="16"/>
                  </a:cubicBezTo>
                  <a:cubicBezTo>
                    <a:pt x="199" y="5"/>
                    <a:pt x="182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4" name="Google Shape;22474;p71"/>
            <p:cNvSpPr/>
            <p:nvPr/>
          </p:nvSpPr>
          <p:spPr>
            <a:xfrm>
              <a:off x="4810325" y="2524125"/>
              <a:ext cx="6425" cy="5200"/>
            </a:xfrm>
            <a:custGeom>
              <a:avLst/>
              <a:gdLst/>
              <a:ahLst/>
              <a:cxnLst/>
              <a:rect l="l" t="t" r="r" b="b"/>
              <a:pathLst>
                <a:path w="257" h="208" extrusionOk="0">
                  <a:moveTo>
                    <a:pt x="153" y="1"/>
                  </a:moveTo>
                  <a:cubicBezTo>
                    <a:pt x="137" y="17"/>
                    <a:pt x="120" y="17"/>
                    <a:pt x="104" y="17"/>
                  </a:cubicBezTo>
                  <a:cubicBezTo>
                    <a:pt x="34" y="54"/>
                    <a:pt x="1" y="104"/>
                    <a:pt x="17" y="157"/>
                  </a:cubicBezTo>
                  <a:cubicBezTo>
                    <a:pt x="17" y="189"/>
                    <a:pt x="46" y="208"/>
                    <a:pt x="85" y="208"/>
                  </a:cubicBezTo>
                  <a:cubicBezTo>
                    <a:pt x="106" y="208"/>
                    <a:pt x="130" y="202"/>
                    <a:pt x="153" y="190"/>
                  </a:cubicBezTo>
                  <a:cubicBezTo>
                    <a:pt x="170" y="190"/>
                    <a:pt x="190" y="174"/>
                    <a:pt x="207" y="157"/>
                  </a:cubicBezTo>
                  <a:cubicBezTo>
                    <a:pt x="240" y="141"/>
                    <a:pt x="256" y="87"/>
                    <a:pt x="240" y="54"/>
                  </a:cubicBezTo>
                  <a:cubicBezTo>
                    <a:pt x="240" y="17"/>
                    <a:pt x="207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5" name="Google Shape;22475;p71"/>
            <p:cNvSpPr/>
            <p:nvPr/>
          </p:nvSpPr>
          <p:spPr>
            <a:xfrm>
              <a:off x="4818875" y="25021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72" y="0"/>
                  </a:moveTo>
                  <a:cubicBezTo>
                    <a:pt x="161" y="0"/>
                    <a:pt x="149" y="2"/>
                    <a:pt x="137" y="8"/>
                  </a:cubicBezTo>
                  <a:cubicBezTo>
                    <a:pt x="120" y="8"/>
                    <a:pt x="87" y="24"/>
                    <a:pt x="54" y="41"/>
                  </a:cubicBezTo>
                  <a:cubicBezTo>
                    <a:pt x="17" y="94"/>
                    <a:pt x="1" y="160"/>
                    <a:pt x="54" y="177"/>
                  </a:cubicBezTo>
                  <a:cubicBezTo>
                    <a:pt x="71" y="197"/>
                    <a:pt x="104" y="197"/>
                    <a:pt x="137" y="197"/>
                  </a:cubicBezTo>
                  <a:cubicBezTo>
                    <a:pt x="137" y="197"/>
                    <a:pt x="157" y="177"/>
                    <a:pt x="174" y="177"/>
                  </a:cubicBezTo>
                  <a:cubicBezTo>
                    <a:pt x="190" y="177"/>
                    <a:pt x="207" y="160"/>
                    <a:pt x="223" y="144"/>
                  </a:cubicBezTo>
                  <a:cubicBezTo>
                    <a:pt x="240" y="127"/>
                    <a:pt x="261" y="94"/>
                    <a:pt x="261" y="74"/>
                  </a:cubicBezTo>
                  <a:cubicBezTo>
                    <a:pt x="261" y="41"/>
                    <a:pt x="240" y="24"/>
                    <a:pt x="223" y="8"/>
                  </a:cubicBezTo>
                  <a:cubicBezTo>
                    <a:pt x="212" y="8"/>
                    <a:pt x="194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6" name="Google Shape;22476;p71"/>
            <p:cNvSpPr/>
            <p:nvPr/>
          </p:nvSpPr>
          <p:spPr>
            <a:xfrm>
              <a:off x="4824025" y="25134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8" y="1"/>
                  </a:moveTo>
                  <a:cubicBezTo>
                    <a:pt x="137" y="1"/>
                    <a:pt x="104" y="17"/>
                    <a:pt x="71" y="34"/>
                  </a:cubicBezTo>
                  <a:cubicBezTo>
                    <a:pt x="55" y="55"/>
                    <a:pt x="17" y="71"/>
                    <a:pt x="17" y="104"/>
                  </a:cubicBezTo>
                  <a:cubicBezTo>
                    <a:pt x="1" y="121"/>
                    <a:pt x="1" y="158"/>
                    <a:pt x="17" y="174"/>
                  </a:cubicBezTo>
                  <a:cubicBezTo>
                    <a:pt x="34" y="191"/>
                    <a:pt x="55" y="191"/>
                    <a:pt x="88" y="191"/>
                  </a:cubicBezTo>
                  <a:lnTo>
                    <a:pt x="158" y="191"/>
                  </a:lnTo>
                  <a:cubicBezTo>
                    <a:pt x="158" y="174"/>
                    <a:pt x="174" y="174"/>
                    <a:pt x="174" y="174"/>
                  </a:cubicBezTo>
                  <a:cubicBezTo>
                    <a:pt x="207" y="158"/>
                    <a:pt x="224" y="121"/>
                    <a:pt x="240" y="104"/>
                  </a:cubicBezTo>
                  <a:cubicBezTo>
                    <a:pt x="261" y="34"/>
                    <a:pt x="224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7" name="Google Shape;22477;p71"/>
            <p:cNvSpPr/>
            <p:nvPr/>
          </p:nvSpPr>
          <p:spPr>
            <a:xfrm>
              <a:off x="4971325" y="22805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62" y="0"/>
                  </a:moveTo>
                  <a:cubicBezTo>
                    <a:pt x="154" y="0"/>
                    <a:pt x="146" y="2"/>
                    <a:pt x="141" y="7"/>
                  </a:cubicBezTo>
                  <a:cubicBezTo>
                    <a:pt x="104" y="7"/>
                    <a:pt x="71" y="24"/>
                    <a:pt x="54" y="57"/>
                  </a:cubicBezTo>
                  <a:cubicBezTo>
                    <a:pt x="1" y="94"/>
                    <a:pt x="1" y="160"/>
                    <a:pt x="38" y="177"/>
                  </a:cubicBezTo>
                  <a:cubicBezTo>
                    <a:pt x="54" y="197"/>
                    <a:pt x="87" y="197"/>
                    <a:pt x="120" y="197"/>
                  </a:cubicBezTo>
                  <a:cubicBezTo>
                    <a:pt x="141" y="197"/>
                    <a:pt x="141" y="197"/>
                    <a:pt x="157" y="177"/>
                  </a:cubicBezTo>
                  <a:cubicBezTo>
                    <a:pt x="174" y="177"/>
                    <a:pt x="190" y="160"/>
                    <a:pt x="207" y="144"/>
                  </a:cubicBezTo>
                  <a:cubicBezTo>
                    <a:pt x="260" y="94"/>
                    <a:pt x="260" y="40"/>
                    <a:pt x="207" y="7"/>
                  </a:cubicBezTo>
                  <a:cubicBezTo>
                    <a:pt x="196" y="7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8" name="Google Shape;22478;p71"/>
            <p:cNvSpPr/>
            <p:nvPr/>
          </p:nvSpPr>
          <p:spPr>
            <a:xfrm>
              <a:off x="4589950" y="2354500"/>
              <a:ext cx="6525" cy="4900"/>
            </a:xfrm>
            <a:custGeom>
              <a:avLst/>
              <a:gdLst/>
              <a:ahLst/>
              <a:cxnLst/>
              <a:rect l="l" t="t" r="r" b="b"/>
              <a:pathLst>
                <a:path w="261" h="196" extrusionOk="0">
                  <a:moveTo>
                    <a:pt x="178" y="0"/>
                  </a:moveTo>
                  <a:cubicBezTo>
                    <a:pt x="155" y="0"/>
                    <a:pt x="130" y="6"/>
                    <a:pt x="104" y="20"/>
                  </a:cubicBezTo>
                  <a:cubicBezTo>
                    <a:pt x="54" y="37"/>
                    <a:pt x="1" y="103"/>
                    <a:pt x="17" y="156"/>
                  </a:cubicBezTo>
                  <a:cubicBezTo>
                    <a:pt x="32" y="180"/>
                    <a:pt x="72" y="196"/>
                    <a:pt x="113" y="196"/>
                  </a:cubicBezTo>
                  <a:cubicBezTo>
                    <a:pt x="128" y="196"/>
                    <a:pt x="143" y="194"/>
                    <a:pt x="157" y="189"/>
                  </a:cubicBezTo>
                  <a:cubicBezTo>
                    <a:pt x="223" y="156"/>
                    <a:pt x="261" y="86"/>
                    <a:pt x="261" y="53"/>
                  </a:cubicBezTo>
                  <a:cubicBezTo>
                    <a:pt x="250" y="19"/>
                    <a:pt x="218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9" name="Google Shape;22479;p71"/>
            <p:cNvSpPr/>
            <p:nvPr/>
          </p:nvSpPr>
          <p:spPr>
            <a:xfrm>
              <a:off x="4592525" y="2364775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41" y="1"/>
                  </a:moveTo>
                  <a:cubicBezTo>
                    <a:pt x="104" y="21"/>
                    <a:pt x="87" y="38"/>
                    <a:pt x="54" y="54"/>
                  </a:cubicBezTo>
                  <a:cubicBezTo>
                    <a:pt x="1" y="104"/>
                    <a:pt x="1" y="157"/>
                    <a:pt x="54" y="190"/>
                  </a:cubicBezTo>
                  <a:cubicBezTo>
                    <a:pt x="63" y="199"/>
                    <a:pt x="75" y="203"/>
                    <a:pt x="90" y="203"/>
                  </a:cubicBezTo>
                  <a:cubicBezTo>
                    <a:pt x="105" y="203"/>
                    <a:pt x="123" y="199"/>
                    <a:pt x="141" y="190"/>
                  </a:cubicBezTo>
                  <a:lnTo>
                    <a:pt x="158" y="190"/>
                  </a:lnTo>
                  <a:cubicBezTo>
                    <a:pt x="191" y="174"/>
                    <a:pt x="207" y="174"/>
                    <a:pt x="224" y="157"/>
                  </a:cubicBezTo>
                  <a:cubicBezTo>
                    <a:pt x="244" y="124"/>
                    <a:pt x="261" y="104"/>
                    <a:pt x="261" y="71"/>
                  </a:cubicBezTo>
                  <a:cubicBezTo>
                    <a:pt x="261" y="54"/>
                    <a:pt x="244" y="38"/>
                    <a:pt x="224" y="21"/>
                  </a:cubicBezTo>
                  <a:cubicBezTo>
                    <a:pt x="207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0" name="Google Shape;22480;p71"/>
            <p:cNvSpPr/>
            <p:nvPr/>
          </p:nvSpPr>
          <p:spPr>
            <a:xfrm>
              <a:off x="4587800" y="2340275"/>
              <a:ext cx="6450" cy="4850"/>
            </a:xfrm>
            <a:custGeom>
              <a:avLst/>
              <a:gdLst/>
              <a:ahLst/>
              <a:cxnLst/>
              <a:rect l="l" t="t" r="r" b="b"/>
              <a:pathLst>
                <a:path w="258" h="194" extrusionOk="0">
                  <a:moveTo>
                    <a:pt x="194" y="0"/>
                  </a:moveTo>
                  <a:cubicBezTo>
                    <a:pt x="187" y="0"/>
                    <a:pt x="181" y="1"/>
                    <a:pt x="173" y="4"/>
                  </a:cubicBezTo>
                  <a:cubicBezTo>
                    <a:pt x="140" y="4"/>
                    <a:pt x="103" y="4"/>
                    <a:pt x="70" y="20"/>
                  </a:cubicBezTo>
                  <a:cubicBezTo>
                    <a:pt x="54" y="37"/>
                    <a:pt x="37" y="74"/>
                    <a:pt x="21" y="90"/>
                  </a:cubicBezTo>
                  <a:cubicBezTo>
                    <a:pt x="0" y="140"/>
                    <a:pt x="37" y="193"/>
                    <a:pt x="87" y="193"/>
                  </a:cubicBezTo>
                  <a:cubicBezTo>
                    <a:pt x="124" y="193"/>
                    <a:pt x="140" y="193"/>
                    <a:pt x="157" y="177"/>
                  </a:cubicBezTo>
                  <a:cubicBezTo>
                    <a:pt x="173" y="177"/>
                    <a:pt x="173" y="177"/>
                    <a:pt x="190" y="156"/>
                  </a:cubicBezTo>
                  <a:cubicBezTo>
                    <a:pt x="206" y="140"/>
                    <a:pt x="243" y="123"/>
                    <a:pt x="243" y="90"/>
                  </a:cubicBezTo>
                  <a:cubicBezTo>
                    <a:pt x="258" y="44"/>
                    <a:pt x="235" y="0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1" name="Google Shape;22481;p71"/>
            <p:cNvSpPr/>
            <p:nvPr/>
          </p:nvSpPr>
          <p:spPr>
            <a:xfrm>
              <a:off x="4577475" y="2365300"/>
              <a:ext cx="6525" cy="5150"/>
            </a:xfrm>
            <a:custGeom>
              <a:avLst/>
              <a:gdLst/>
              <a:ahLst/>
              <a:cxnLst/>
              <a:rect l="l" t="t" r="r" b="b"/>
              <a:pathLst>
                <a:path w="261" h="206" extrusionOk="0">
                  <a:moveTo>
                    <a:pt x="158" y="0"/>
                  </a:moveTo>
                  <a:cubicBezTo>
                    <a:pt x="141" y="0"/>
                    <a:pt x="125" y="17"/>
                    <a:pt x="104" y="17"/>
                  </a:cubicBezTo>
                  <a:cubicBezTo>
                    <a:pt x="38" y="50"/>
                    <a:pt x="1" y="103"/>
                    <a:pt x="1" y="153"/>
                  </a:cubicBezTo>
                  <a:cubicBezTo>
                    <a:pt x="14" y="187"/>
                    <a:pt x="45" y="206"/>
                    <a:pt x="84" y="206"/>
                  </a:cubicBezTo>
                  <a:cubicBezTo>
                    <a:pt x="107" y="206"/>
                    <a:pt x="132" y="200"/>
                    <a:pt x="158" y="186"/>
                  </a:cubicBezTo>
                  <a:cubicBezTo>
                    <a:pt x="174" y="169"/>
                    <a:pt x="191" y="169"/>
                    <a:pt x="207" y="153"/>
                  </a:cubicBezTo>
                  <a:cubicBezTo>
                    <a:pt x="244" y="120"/>
                    <a:pt x="261" y="83"/>
                    <a:pt x="244" y="50"/>
                  </a:cubicBezTo>
                  <a:cubicBezTo>
                    <a:pt x="228" y="17"/>
                    <a:pt x="191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2" name="Google Shape;22482;p71"/>
            <p:cNvSpPr/>
            <p:nvPr/>
          </p:nvSpPr>
          <p:spPr>
            <a:xfrm>
              <a:off x="4578000" y="2352675"/>
              <a:ext cx="6000" cy="4925"/>
            </a:xfrm>
            <a:custGeom>
              <a:avLst/>
              <a:gdLst/>
              <a:ahLst/>
              <a:cxnLst/>
              <a:rect l="l" t="t" r="r" b="b"/>
              <a:pathLst>
                <a:path w="240" h="197" extrusionOk="0">
                  <a:moveTo>
                    <a:pt x="138" y="0"/>
                  </a:moveTo>
                  <a:cubicBezTo>
                    <a:pt x="121" y="0"/>
                    <a:pt x="102" y="2"/>
                    <a:pt x="83" y="7"/>
                  </a:cubicBezTo>
                  <a:cubicBezTo>
                    <a:pt x="50" y="23"/>
                    <a:pt x="34" y="56"/>
                    <a:pt x="17" y="72"/>
                  </a:cubicBezTo>
                  <a:cubicBezTo>
                    <a:pt x="1" y="110"/>
                    <a:pt x="1" y="126"/>
                    <a:pt x="1" y="143"/>
                  </a:cubicBezTo>
                  <a:cubicBezTo>
                    <a:pt x="1" y="159"/>
                    <a:pt x="17" y="176"/>
                    <a:pt x="34" y="196"/>
                  </a:cubicBezTo>
                  <a:cubicBezTo>
                    <a:pt x="67" y="196"/>
                    <a:pt x="104" y="196"/>
                    <a:pt x="137" y="176"/>
                  </a:cubicBezTo>
                  <a:cubicBezTo>
                    <a:pt x="207" y="159"/>
                    <a:pt x="240" y="93"/>
                    <a:pt x="240" y="39"/>
                  </a:cubicBezTo>
                  <a:cubicBezTo>
                    <a:pt x="228" y="15"/>
                    <a:pt x="187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3" name="Google Shape;22483;p71"/>
            <p:cNvSpPr/>
            <p:nvPr/>
          </p:nvSpPr>
          <p:spPr>
            <a:xfrm>
              <a:off x="4596875" y="2328300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73" y="0"/>
                  </a:moveTo>
                  <a:cubicBezTo>
                    <a:pt x="103" y="0"/>
                    <a:pt x="33" y="54"/>
                    <a:pt x="17" y="103"/>
                  </a:cubicBezTo>
                  <a:cubicBezTo>
                    <a:pt x="0" y="157"/>
                    <a:pt x="33" y="206"/>
                    <a:pt x="87" y="206"/>
                  </a:cubicBezTo>
                  <a:cubicBezTo>
                    <a:pt x="120" y="206"/>
                    <a:pt x="136" y="190"/>
                    <a:pt x="153" y="190"/>
                  </a:cubicBezTo>
                  <a:cubicBezTo>
                    <a:pt x="173" y="190"/>
                    <a:pt x="173" y="173"/>
                    <a:pt x="190" y="173"/>
                  </a:cubicBezTo>
                  <a:cubicBezTo>
                    <a:pt x="206" y="157"/>
                    <a:pt x="239" y="120"/>
                    <a:pt x="239" y="103"/>
                  </a:cubicBezTo>
                  <a:cubicBezTo>
                    <a:pt x="256" y="70"/>
                    <a:pt x="256" y="54"/>
                    <a:pt x="239" y="37"/>
                  </a:cubicBezTo>
                  <a:cubicBezTo>
                    <a:pt x="223" y="17"/>
                    <a:pt x="190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4" name="Google Shape;22484;p71"/>
            <p:cNvSpPr/>
            <p:nvPr/>
          </p:nvSpPr>
          <p:spPr>
            <a:xfrm>
              <a:off x="4582225" y="2328300"/>
              <a:ext cx="6100" cy="5175"/>
            </a:xfrm>
            <a:custGeom>
              <a:avLst/>
              <a:gdLst/>
              <a:ahLst/>
              <a:cxnLst/>
              <a:rect l="l" t="t" r="r" b="b"/>
              <a:pathLst>
                <a:path w="244" h="207" extrusionOk="0">
                  <a:moveTo>
                    <a:pt x="120" y="0"/>
                  </a:moveTo>
                  <a:cubicBezTo>
                    <a:pt x="87" y="17"/>
                    <a:pt x="71" y="37"/>
                    <a:pt x="38" y="54"/>
                  </a:cubicBezTo>
                  <a:cubicBezTo>
                    <a:pt x="17" y="87"/>
                    <a:pt x="1" y="103"/>
                    <a:pt x="1" y="140"/>
                  </a:cubicBezTo>
                  <a:cubicBezTo>
                    <a:pt x="1" y="157"/>
                    <a:pt x="1" y="173"/>
                    <a:pt x="38" y="190"/>
                  </a:cubicBezTo>
                  <a:cubicBezTo>
                    <a:pt x="54" y="206"/>
                    <a:pt x="87" y="206"/>
                    <a:pt x="104" y="206"/>
                  </a:cubicBezTo>
                  <a:cubicBezTo>
                    <a:pt x="120" y="190"/>
                    <a:pt x="141" y="190"/>
                    <a:pt x="141" y="190"/>
                  </a:cubicBezTo>
                  <a:cubicBezTo>
                    <a:pt x="157" y="173"/>
                    <a:pt x="190" y="173"/>
                    <a:pt x="190" y="157"/>
                  </a:cubicBezTo>
                  <a:cubicBezTo>
                    <a:pt x="244" y="103"/>
                    <a:pt x="244" y="54"/>
                    <a:pt x="207" y="17"/>
                  </a:cubicBezTo>
                  <a:cubicBezTo>
                    <a:pt x="190" y="0"/>
                    <a:pt x="15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5" name="Google Shape;22485;p71"/>
            <p:cNvSpPr/>
            <p:nvPr/>
          </p:nvSpPr>
          <p:spPr>
            <a:xfrm>
              <a:off x="4620475" y="2353050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72" y="1"/>
                  </a:moveTo>
                  <a:cubicBezTo>
                    <a:pt x="161" y="1"/>
                    <a:pt x="149" y="3"/>
                    <a:pt x="136" y="8"/>
                  </a:cubicBezTo>
                  <a:cubicBezTo>
                    <a:pt x="103" y="8"/>
                    <a:pt x="70" y="24"/>
                    <a:pt x="54" y="57"/>
                  </a:cubicBezTo>
                  <a:cubicBezTo>
                    <a:pt x="0" y="95"/>
                    <a:pt x="0" y="161"/>
                    <a:pt x="33" y="181"/>
                  </a:cubicBezTo>
                  <a:cubicBezTo>
                    <a:pt x="70" y="198"/>
                    <a:pt x="87" y="198"/>
                    <a:pt x="120" y="198"/>
                  </a:cubicBezTo>
                  <a:cubicBezTo>
                    <a:pt x="136" y="198"/>
                    <a:pt x="136" y="198"/>
                    <a:pt x="157" y="181"/>
                  </a:cubicBezTo>
                  <a:cubicBezTo>
                    <a:pt x="173" y="181"/>
                    <a:pt x="190" y="161"/>
                    <a:pt x="206" y="144"/>
                  </a:cubicBezTo>
                  <a:cubicBezTo>
                    <a:pt x="260" y="95"/>
                    <a:pt x="260" y="41"/>
                    <a:pt x="223" y="8"/>
                  </a:cubicBezTo>
                  <a:cubicBezTo>
                    <a:pt x="212" y="8"/>
                    <a:pt x="194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6" name="Google Shape;22486;p71"/>
            <p:cNvSpPr/>
            <p:nvPr/>
          </p:nvSpPr>
          <p:spPr>
            <a:xfrm>
              <a:off x="4682300" y="2457850"/>
              <a:ext cx="6525" cy="4875"/>
            </a:xfrm>
            <a:custGeom>
              <a:avLst/>
              <a:gdLst/>
              <a:ahLst/>
              <a:cxnLst/>
              <a:rect l="l" t="t" r="r" b="b"/>
              <a:pathLst>
                <a:path w="261" h="195" extrusionOk="0">
                  <a:moveTo>
                    <a:pt x="179" y="1"/>
                  </a:moveTo>
                  <a:cubicBezTo>
                    <a:pt x="137" y="1"/>
                    <a:pt x="90" y="18"/>
                    <a:pt x="55" y="42"/>
                  </a:cubicBezTo>
                  <a:cubicBezTo>
                    <a:pt x="1" y="91"/>
                    <a:pt x="1" y="162"/>
                    <a:pt x="34" y="178"/>
                  </a:cubicBezTo>
                  <a:cubicBezTo>
                    <a:pt x="55" y="195"/>
                    <a:pt x="88" y="195"/>
                    <a:pt x="121" y="195"/>
                  </a:cubicBezTo>
                  <a:cubicBezTo>
                    <a:pt x="137" y="195"/>
                    <a:pt x="137" y="178"/>
                    <a:pt x="158" y="178"/>
                  </a:cubicBezTo>
                  <a:cubicBezTo>
                    <a:pt x="174" y="178"/>
                    <a:pt x="191" y="162"/>
                    <a:pt x="207" y="145"/>
                  </a:cubicBezTo>
                  <a:cubicBezTo>
                    <a:pt x="261" y="91"/>
                    <a:pt x="261" y="42"/>
                    <a:pt x="224" y="9"/>
                  </a:cubicBezTo>
                  <a:cubicBezTo>
                    <a:pt x="210" y="3"/>
                    <a:pt x="195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7" name="Google Shape;22487;p71"/>
            <p:cNvSpPr/>
            <p:nvPr/>
          </p:nvSpPr>
          <p:spPr>
            <a:xfrm>
              <a:off x="4626025" y="2318400"/>
              <a:ext cx="6950" cy="4775"/>
            </a:xfrm>
            <a:custGeom>
              <a:avLst/>
              <a:gdLst/>
              <a:ahLst/>
              <a:cxnLst/>
              <a:rect l="l" t="t" r="r" b="b"/>
              <a:pathLst>
                <a:path w="278" h="191" extrusionOk="0">
                  <a:moveTo>
                    <a:pt x="174" y="0"/>
                  </a:moveTo>
                  <a:cubicBezTo>
                    <a:pt x="141" y="0"/>
                    <a:pt x="104" y="21"/>
                    <a:pt x="87" y="38"/>
                  </a:cubicBezTo>
                  <a:cubicBezTo>
                    <a:pt x="54" y="54"/>
                    <a:pt x="38" y="71"/>
                    <a:pt x="17" y="104"/>
                  </a:cubicBezTo>
                  <a:cubicBezTo>
                    <a:pt x="1" y="157"/>
                    <a:pt x="38" y="190"/>
                    <a:pt x="104" y="190"/>
                  </a:cubicBezTo>
                  <a:lnTo>
                    <a:pt x="158" y="190"/>
                  </a:lnTo>
                  <a:cubicBezTo>
                    <a:pt x="174" y="174"/>
                    <a:pt x="190" y="174"/>
                    <a:pt x="190" y="174"/>
                  </a:cubicBezTo>
                  <a:cubicBezTo>
                    <a:pt x="223" y="157"/>
                    <a:pt x="244" y="124"/>
                    <a:pt x="261" y="104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8" name="Google Shape;22488;p71"/>
            <p:cNvSpPr/>
            <p:nvPr/>
          </p:nvSpPr>
          <p:spPr>
            <a:xfrm>
              <a:off x="4600675" y="23425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1" y="1"/>
                  </a:moveTo>
                  <a:cubicBezTo>
                    <a:pt x="151" y="1"/>
                    <a:pt x="129" y="6"/>
                    <a:pt x="104" y="18"/>
                  </a:cubicBezTo>
                  <a:cubicBezTo>
                    <a:pt x="38" y="34"/>
                    <a:pt x="1" y="104"/>
                    <a:pt x="21" y="137"/>
                  </a:cubicBezTo>
                  <a:cubicBezTo>
                    <a:pt x="21" y="171"/>
                    <a:pt x="48" y="190"/>
                    <a:pt x="85" y="190"/>
                  </a:cubicBezTo>
                  <a:cubicBezTo>
                    <a:pt x="106" y="190"/>
                    <a:pt x="132" y="184"/>
                    <a:pt x="157" y="170"/>
                  </a:cubicBezTo>
                  <a:cubicBezTo>
                    <a:pt x="227" y="154"/>
                    <a:pt x="260" y="88"/>
                    <a:pt x="244" y="51"/>
                  </a:cubicBezTo>
                  <a:cubicBezTo>
                    <a:pt x="233" y="19"/>
                    <a:pt x="207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9" name="Google Shape;22489;p71"/>
            <p:cNvSpPr/>
            <p:nvPr/>
          </p:nvSpPr>
          <p:spPr>
            <a:xfrm>
              <a:off x="4625625" y="2330025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75" y="1"/>
                  </a:moveTo>
                  <a:cubicBezTo>
                    <a:pt x="153" y="1"/>
                    <a:pt x="128" y="6"/>
                    <a:pt x="103" y="18"/>
                  </a:cubicBezTo>
                  <a:cubicBezTo>
                    <a:pt x="54" y="51"/>
                    <a:pt x="0" y="104"/>
                    <a:pt x="17" y="154"/>
                  </a:cubicBezTo>
                  <a:cubicBezTo>
                    <a:pt x="27" y="188"/>
                    <a:pt x="53" y="201"/>
                    <a:pt x="89" y="201"/>
                  </a:cubicBezTo>
                  <a:cubicBezTo>
                    <a:pt x="109" y="201"/>
                    <a:pt x="132" y="197"/>
                    <a:pt x="157" y="191"/>
                  </a:cubicBezTo>
                  <a:cubicBezTo>
                    <a:pt x="223" y="154"/>
                    <a:pt x="260" y="104"/>
                    <a:pt x="260" y="51"/>
                  </a:cubicBezTo>
                  <a:cubicBezTo>
                    <a:pt x="247" y="19"/>
                    <a:pt x="215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0" name="Google Shape;22490;p71"/>
            <p:cNvSpPr/>
            <p:nvPr/>
          </p:nvSpPr>
          <p:spPr>
            <a:xfrm>
              <a:off x="4606350" y="2353075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53" y="1"/>
                  </a:moveTo>
                  <a:cubicBezTo>
                    <a:pt x="138" y="1"/>
                    <a:pt x="121" y="3"/>
                    <a:pt x="103" y="7"/>
                  </a:cubicBezTo>
                  <a:cubicBezTo>
                    <a:pt x="33" y="40"/>
                    <a:pt x="0" y="94"/>
                    <a:pt x="17" y="143"/>
                  </a:cubicBezTo>
                  <a:cubicBezTo>
                    <a:pt x="17" y="178"/>
                    <a:pt x="45" y="197"/>
                    <a:pt x="84" y="197"/>
                  </a:cubicBezTo>
                  <a:cubicBezTo>
                    <a:pt x="105" y="197"/>
                    <a:pt x="128" y="192"/>
                    <a:pt x="153" y="180"/>
                  </a:cubicBezTo>
                  <a:cubicBezTo>
                    <a:pt x="223" y="143"/>
                    <a:pt x="256" y="94"/>
                    <a:pt x="239" y="40"/>
                  </a:cubicBezTo>
                  <a:cubicBezTo>
                    <a:pt x="227" y="16"/>
                    <a:pt x="195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1" name="Google Shape;22491;p71"/>
            <p:cNvSpPr/>
            <p:nvPr/>
          </p:nvSpPr>
          <p:spPr>
            <a:xfrm>
              <a:off x="4610575" y="2330050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0"/>
                  </a:moveTo>
                  <a:cubicBezTo>
                    <a:pt x="141" y="0"/>
                    <a:pt x="103" y="17"/>
                    <a:pt x="87" y="33"/>
                  </a:cubicBezTo>
                  <a:cubicBezTo>
                    <a:pt x="54" y="50"/>
                    <a:pt x="38" y="87"/>
                    <a:pt x="17" y="103"/>
                  </a:cubicBezTo>
                  <a:cubicBezTo>
                    <a:pt x="0" y="153"/>
                    <a:pt x="38" y="206"/>
                    <a:pt x="103" y="206"/>
                  </a:cubicBezTo>
                  <a:cubicBezTo>
                    <a:pt x="120" y="206"/>
                    <a:pt x="141" y="190"/>
                    <a:pt x="157" y="190"/>
                  </a:cubicBezTo>
                  <a:cubicBezTo>
                    <a:pt x="174" y="190"/>
                    <a:pt x="190" y="174"/>
                    <a:pt x="190" y="174"/>
                  </a:cubicBezTo>
                  <a:cubicBezTo>
                    <a:pt x="223" y="153"/>
                    <a:pt x="244" y="120"/>
                    <a:pt x="260" y="103"/>
                  </a:cubicBezTo>
                  <a:cubicBezTo>
                    <a:pt x="277" y="50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2" name="Google Shape;22492;p71"/>
            <p:cNvSpPr/>
            <p:nvPr/>
          </p:nvSpPr>
          <p:spPr>
            <a:xfrm>
              <a:off x="4616150" y="2341600"/>
              <a:ext cx="6500" cy="4750"/>
            </a:xfrm>
            <a:custGeom>
              <a:avLst/>
              <a:gdLst/>
              <a:ahLst/>
              <a:cxnLst/>
              <a:rect l="l" t="t" r="r" b="b"/>
              <a:pathLst>
                <a:path w="260" h="190" extrusionOk="0">
                  <a:moveTo>
                    <a:pt x="173" y="0"/>
                  </a:moveTo>
                  <a:cubicBezTo>
                    <a:pt x="140" y="0"/>
                    <a:pt x="103" y="21"/>
                    <a:pt x="70" y="37"/>
                  </a:cubicBezTo>
                  <a:cubicBezTo>
                    <a:pt x="54" y="54"/>
                    <a:pt x="21" y="70"/>
                    <a:pt x="21" y="103"/>
                  </a:cubicBezTo>
                  <a:cubicBezTo>
                    <a:pt x="0" y="157"/>
                    <a:pt x="37" y="190"/>
                    <a:pt x="87" y="190"/>
                  </a:cubicBezTo>
                  <a:lnTo>
                    <a:pt x="157" y="190"/>
                  </a:lnTo>
                  <a:cubicBezTo>
                    <a:pt x="157" y="173"/>
                    <a:pt x="173" y="173"/>
                    <a:pt x="190" y="173"/>
                  </a:cubicBezTo>
                  <a:cubicBezTo>
                    <a:pt x="206" y="157"/>
                    <a:pt x="227" y="124"/>
                    <a:pt x="243" y="103"/>
                  </a:cubicBezTo>
                  <a:cubicBezTo>
                    <a:pt x="260" y="37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3" name="Google Shape;22493;p71"/>
            <p:cNvSpPr/>
            <p:nvPr/>
          </p:nvSpPr>
          <p:spPr>
            <a:xfrm>
              <a:off x="4619225" y="229397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3" y="0"/>
                  </a:moveTo>
                  <a:cubicBezTo>
                    <a:pt x="120" y="0"/>
                    <a:pt x="83" y="17"/>
                    <a:pt x="67" y="33"/>
                  </a:cubicBezTo>
                  <a:cubicBezTo>
                    <a:pt x="34" y="50"/>
                    <a:pt x="17" y="70"/>
                    <a:pt x="1" y="103"/>
                  </a:cubicBezTo>
                  <a:cubicBezTo>
                    <a:pt x="1" y="120"/>
                    <a:pt x="1" y="153"/>
                    <a:pt x="17" y="173"/>
                  </a:cubicBezTo>
                  <a:cubicBezTo>
                    <a:pt x="34" y="190"/>
                    <a:pt x="50" y="206"/>
                    <a:pt x="83" y="206"/>
                  </a:cubicBezTo>
                  <a:cubicBezTo>
                    <a:pt x="104" y="206"/>
                    <a:pt x="120" y="190"/>
                    <a:pt x="137" y="190"/>
                  </a:cubicBezTo>
                  <a:cubicBezTo>
                    <a:pt x="153" y="173"/>
                    <a:pt x="153" y="173"/>
                    <a:pt x="170" y="173"/>
                  </a:cubicBezTo>
                  <a:cubicBezTo>
                    <a:pt x="207" y="153"/>
                    <a:pt x="223" y="120"/>
                    <a:pt x="223" y="103"/>
                  </a:cubicBezTo>
                  <a:cubicBezTo>
                    <a:pt x="256" y="50"/>
                    <a:pt x="22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4" name="Google Shape;22494;p71"/>
            <p:cNvSpPr/>
            <p:nvPr/>
          </p:nvSpPr>
          <p:spPr>
            <a:xfrm>
              <a:off x="4498125" y="2353250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69" y="0"/>
                  </a:moveTo>
                  <a:cubicBezTo>
                    <a:pt x="136" y="0"/>
                    <a:pt x="103" y="0"/>
                    <a:pt x="66" y="33"/>
                  </a:cubicBezTo>
                  <a:cubicBezTo>
                    <a:pt x="50" y="49"/>
                    <a:pt x="17" y="70"/>
                    <a:pt x="17" y="103"/>
                  </a:cubicBezTo>
                  <a:cubicBezTo>
                    <a:pt x="0" y="153"/>
                    <a:pt x="33" y="190"/>
                    <a:pt x="83" y="190"/>
                  </a:cubicBezTo>
                  <a:lnTo>
                    <a:pt x="153" y="190"/>
                  </a:lnTo>
                  <a:cubicBezTo>
                    <a:pt x="186" y="173"/>
                    <a:pt x="223" y="136"/>
                    <a:pt x="239" y="103"/>
                  </a:cubicBezTo>
                  <a:cubicBezTo>
                    <a:pt x="256" y="33"/>
                    <a:pt x="223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5" name="Google Shape;22495;p71"/>
            <p:cNvSpPr/>
            <p:nvPr/>
          </p:nvSpPr>
          <p:spPr>
            <a:xfrm>
              <a:off x="4494625" y="2342525"/>
              <a:ext cx="6500" cy="4750"/>
            </a:xfrm>
            <a:custGeom>
              <a:avLst/>
              <a:gdLst/>
              <a:ahLst/>
              <a:cxnLst/>
              <a:rect l="l" t="t" r="r" b="b"/>
              <a:pathLst>
                <a:path w="260" h="190" extrusionOk="0">
                  <a:moveTo>
                    <a:pt x="173" y="0"/>
                  </a:moveTo>
                  <a:cubicBezTo>
                    <a:pt x="140" y="0"/>
                    <a:pt x="103" y="0"/>
                    <a:pt x="70" y="17"/>
                  </a:cubicBezTo>
                  <a:cubicBezTo>
                    <a:pt x="54" y="33"/>
                    <a:pt x="17" y="66"/>
                    <a:pt x="17" y="87"/>
                  </a:cubicBezTo>
                  <a:cubicBezTo>
                    <a:pt x="0" y="120"/>
                    <a:pt x="0" y="136"/>
                    <a:pt x="17" y="169"/>
                  </a:cubicBezTo>
                  <a:cubicBezTo>
                    <a:pt x="37" y="190"/>
                    <a:pt x="70" y="190"/>
                    <a:pt x="87" y="190"/>
                  </a:cubicBezTo>
                  <a:cubicBezTo>
                    <a:pt x="103" y="190"/>
                    <a:pt x="140" y="190"/>
                    <a:pt x="157" y="169"/>
                  </a:cubicBezTo>
                  <a:cubicBezTo>
                    <a:pt x="157" y="169"/>
                    <a:pt x="173" y="169"/>
                    <a:pt x="190" y="153"/>
                  </a:cubicBezTo>
                  <a:cubicBezTo>
                    <a:pt x="206" y="136"/>
                    <a:pt x="223" y="120"/>
                    <a:pt x="243" y="87"/>
                  </a:cubicBezTo>
                  <a:cubicBezTo>
                    <a:pt x="260" y="33"/>
                    <a:pt x="22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6" name="Google Shape;22496;p71"/>
            <p:cNvSpPr/>
            <p:nvPr/>
          </p:nvSpPr>
          <p:spPr>
            <a:xfrm>
              <a:off x="4537175" y="2377250"/>
              <a:ext cx="2200" cy="450"/>
            </a:xfrm>
            <a:custGeom>
              <a:avLst/>
              <a:gdLst/>
              <a:ahLst/>
              <a:cxnLst/>
              <a:rect l="l" t="t" r="r" b="b"/>
              <a:pathLst>
                <a:path w="88" h="18" extrusionOk="0">
                  <a:moveTo>
                    <a:pt x="1" y="1"/>
                  </a:moveTo>
                  <a:cubicBezTo>
                    <a:pt x="34" y="1"/>
                    <a:pt x="50" y="17"/>
                    <a:pt x="87" y="17"/>
                  </a:cubicBezTo>
                  <a:cubicBezTo>
                    <a:pt x="87" y="1"/>
                    <a:pt x="50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7" name="Google Shape;22497;p71"/>
            <p:cNvSpPr/>
            <p:nvPr/>
          </p:nvSpPr>
          <p:spPr>
            <a:xfrm>
              <a:off x="4680150" y="24456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0"/>
                  </a:moveTo>
                  <a:cubicBezTo>
                    <a:pt x="120" y="0"/>
                    <a:pt x="87" y="17"/>
                    <a:pt x="70" y="33"/>
                  </a:cubicBezTo>
                  <a:cubicBezTo>
                    <a:pt x="37" y="50"/>
                    <a:pt x="17" y="66"/>
                    <a:pt x="0" y="103"/>
                  </a:cubicBezTo>
                  <a:cubicBezTo>
                    <a:pt x="0" y="120"/>
                    <a:pt x="0" y="153"/>
                    <a:pt x="17" y="169"/>
                  </a:cubicBezTo>
                  <a:cubicBezTo>
                    <a:pt x="37" y="190"/>
                    <a:pt x="54" y="206"/>
                    <a:pt x="87" y="206"/>
                  </a:cubicBezTo>
                  <a:cubicBezTo>
                    <a:pt x="103" y="206"/>
                    <a:pt x="120" y="190"/>
                    <a:pt x="141" y="190"/>
                  </a:cubicBezTo>
                  <a:cubicBezTo>
                    <a:pt x="157" y="190"/>
                    <a:pt x="174" y="169"/>
                    <a:pt x="174" y="169"/>
                  </a:cubicBezTo>
                  <a:cubicBezTo>
                    <a:pt x="207" y="153"/>
                    <a:pt x="223" y="120"/>
                    <a:pt x="244" y="103"/>
                  </a:cubicBezTo>
                  <a:cubicBezTo>
                    <a:pt x="260" y="50"/>
                    <a:pt x="22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8" name="Google Shape;22498;p71"/>
            <p:cNvSpPr/>
            <p:nvPr/>
          </p:nvSpPr>
          <p:spPr>
            <a:xfrm>
              <a:off x="4536250" y="232962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71" y="17"/>
                  </a:cubicBezTo>
                  <a:cubicBezTo>
                    <a:pt x="54" y="50"/>
                    <a:pt x="38" y="67"/>
                    <a:pt x="21" y="104"/>
                  </a:cubicBezTo>
                  <a:cubicBezTo>
                    <a:pt x="1" y="120"/>
                    <a:pt x="21" y="137"/>
                    <a:pt x="21" y="170"/>
                  </a:cubicBezTo>
                  <a:cubicBezTo>
                    <a:pt x="38" y="191"/>
                    <a:pt x="71" y="191"/>
                    <a:pt x="87" y="191"/>
                  </a:cubicBezTo>
                  <a:cubicBezTo>
                    <a:pt x="124" y="191"/>
                    <a:pt x="141" y="191"/>
                    <a:pt x="157" y="170"/>
                  </a:cubicBezTo>
                  <a:cubicBezTo>
                    <a:pt x="174" y="170"/>
                    <a:pt x="174" y="170"/>
                    <a:pt x="190" y="153"/>
                  </a:cubicBezTo>
                  <a:cubicBezTo>
                    <a:pt x="207" y="137"/>
                    <a:pt x="244" y="120"/>
                    <a:pt x="244" y="87"/>
                  </a:cubicBezTo>
                  <a:cubicBezTo>
                    <a:pt x="261" y="34"/>
                    <a:pt x="228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9" name="Google Shape;22499;p71"/>
            <p:cNvSpPr/>
            <p:nvPr/>
          </p:nvSpPr>
          <p:spPr>
            <a:xfrm>
              <a:off x="4500700" y="2363950"/>
              <a:ext cx="5175" cy="3025"/>
            </a:xfrm>
            <a:custGeom>
              <a:avLst/>
              <a:gdLst/>
              <a:ahLst/>
              <a:cxnLst/>
              <a:rect l="l" t="t" r="r" b="b"/>
              <a:pathLst>
                <a:path w="207" h="121" extrusionOk="0">
                  <a:moveTo>
                    <a:pt x="83" y="1"/>
                  </a:moveTo>
                  <a:cubicBezTo>
                    <a:pt x="50" y="17"/>
                    <a:pt x="17" y="34"/>
                    <a:pt x="0" y="54"/>
                  </a:cubicBezTo>
                  <a:cubicBezTo>
                    <a:pt x="50" y="71"/>
                    <a:pt x="120" y="104"/>
                    <a:pt x="169" y="120"/>
                  </a:cubicBezTo>
                  <a:cubicBezTo>
                    <a:pt x="207" y="87"/>
                    <a:pt x="207" y="34"/>
                    <a:pt x="169" y="17"/>
                  </a:cubicBezTo>
                  <a:cubicBezTo>
                    <a:pt x="136" y="1"/>
                    <a:pt x="120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0" name="Google Shape;22500;p71"/>
            <p:cNvSpPr/>
            <p:nvPr/>
          </p:nvSpPr>
          <p:spPr>
            <a:xfrm>
              <a:off x="4676325" y="2477600"/>
              <a:ext cx="3425" cy="4500"/>
            </a:xfrm>
            <a:custGeom>
              <a:avLst/>
              <a:gdLst/>
              <a:ahLst/>
              <a:cxnLst/>
              <a:rect l="l" t="t" r="r" b="b"/>
              <a:pathLst>
                <a:path w="137" h="180" extrusionOk="0">
                  <a:moveTo>
                    <a:pt x="42" y="0"/>
                  </a:moveTo>
                  <a:cubicBezTo>
                    <a:pt x="28" y="0"/>
                    <a:pt x="14" y="2"/>
                    <a:pt x="1" y="6"/>
                  </a:cubicBezTo>
                  <a:cubicBezTo>
                    <a:pt x="17" y="60"/>
                    <a:pt x="34" y="110"/>
                    <a:pt x="50" y="180"/>
                  </a:cubicBezTo>
                  <a:cubicBezTo>
                    <a:pt x="104" y="147"/>
                    <a:pt x="137" y="93"/>
                    <a:pt x="120" y="44"/>
                  </a:cubicBezTo>
                  <a:cubicBezTo>
                    <a:pt x="120" y="16"/>
                    <a:pt x="82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1" name="Google Shape;22501;p71"/>
            <p:cNvSpPr/>
            <p:nvPr/>
          </p:nvSpPr>
          <p:spPr>
            <a:xfrm>
              <a:off x="4556875" y="2342525"/>
              <a:ext cx="6100" cy="4750"/>
            </a:xfrm>
            <a:custGeom>
              <a:avLst/>
              <a:gdLst/>
              <a:ahLst/>
              <a:cxnLst/>
              <a:rect l="l" t="t" r="r" b="b"/>
              <a:pathLst>
                <a:path w="244" h="190" extrusionOk="0">
                  <a:moveTo>
                    <a:pt x="157" y="0"/>
                  </a:moveTo>
                  <a:cubicBezTo>
                    <a:pt x="124" y="0"/>
                    <a:pt x="87" y="0"/>
                    <a:pt x="70" y="17"/>
                  </a:cubicBezTo>
                  <a:cubicBezTo>
                    <a:pt x="37" y="50"/>
                    <a:pt x="21" y="66"/>
                    <a:pt x="0" y="103"/>
                  </a:cubicBezTo>
                  <a:cubicBezTo>
                    <a:pt x="0" y="120"/>
                    <a:pt x="0" y="153"/>
                    <a:pt x="21" y="169"/>
                  </a:cubicBezTo>
                  <a:cubicBezTo>
                    <a:pt x="21" y="190"/>
                    <a:pt x="54" y="190"/>
                    <a:pt x="87" y="190"/>
                  </a:cubicBezTo>
                  <a:cubicBezTo>
                    <a:pt x="103" y="190"/>
                    <a:pt x="124" y="190"/>
                    <a:pt x="141" y="169"/>
                  </a:cubicBezTo>
                  <a:cubicBezTo>
                    <a:pt x="157" y="169"/>
                    <a:pt x="157" y="169"/>
                    <a:pt x="174" y="153"/>
                  </a:cubicBezTo>
                  <a:cubicBezTo>
                    <a:pt x="190" y="136"/>
                    <a:pt x="227" y="120"/>
                    <a:pt x="227" y="87"/>
                  </a:cubicBezTo>
                  <a:cubicBezTo>
                    <a:pt x="244" y="33"/>
                    <a:pt x="20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2" name="Google Shape;22502;p71"/>
            <p:cNvSpPr/>
            <p:nvPr/>
          </p:nvSpPr>
          <p:spPr>
            <a:xfrm>
              <a:off x="4577475" y="2306850"/>
              <a:ext cx="6125" cy="4950"/>
            </a:xfrm>
            <a:custGeom>
              <a:avLst/>
              <a:gdLst/>
              <a:ahLst/>
              <a:cxnLst/>
              <a:rect l="l" t="t" r="r" b="b"/>
              <a:pathLst>
                <a:path w="245" h="198" extrusionOk="0">
                  <a:moveTo>
                    <a:pt x="158" y="1"/>
                  </a:moveTo>
                  <a:cubicBezTo>
                    <a:pt x="125" y="1"/>
                    <a:pt x="88" y="17"/>
                    <a:pt x="71" y="34"/>
                  </a:cubicBezTo>
                  <a:cubicBezTo>
                    <a:pt x="38" y="50"/>
                    <a:pt x="22" y="71"/>
                    <a:pt x="1" y="104"/>
                  </a:cubicBezTo>
                  <a:cubicBezTo>
                    <a:pt x="1" y="120"/>
                    <a:pt x="1" y="153"/>
                    <a:pt x="22" y="174"/>
                  </a:cubicBezTo>
                  <a:cubicBezTo>
                    <a:pt x="22" y="186"/>
                    <a:pt x="38" y="197"/>
                    <a:pt x="59" y="197"/>
                  </a:cubicBezTo>
                  <a:cubicBezTo>
                    <a:pt x="68" y="197"/>
                    <a:pt x="78" y="195"/>
                    <a:pt x="88" y="190"/>
                  </a:cubicBezTo>
                  <a:lnTo>
                    <a:pt x="141" y="190"/>
                  </a:lnTo>
                  <a:cubicBezTo>
                    <a:pt x="158" y="174"/>
                    <a:pt x="158" y="174"/>
                    <a:pt x="174" y="174"/>
                  </a:cubicBezTo>
                  <a:cubicBezTo>
                    <a:pt x="191" y="153"/>
                    <a:pt x="228" y="120"/>
                    <a:pt x="228" y="104"/>
                  </a:cubicBezTo>
                  <a:cubicBezTo>
                    <a:pt x="244" y="50"/>
                    <a:pt x="207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3" name="Google Shape;22503;p71"/>
            <p:cNvSpPr/>
            <p:nvPr/>
          </p:nvSpPr>
          <p:spPr>
            <a:xfrm>
              <a:off x="4580575" y="2317575"/>
              <a:ext cx="6825" cy="5175"/>
            </a:xfrm>
            <a:custGeom>
              <a:avLst/>
              <a:gdLst/>
              <a:ahLst/>
              <a:cxnLst/>
              <a:rect l="l" t="t" r="r" b="b"/>
              <a:pathLst>
                <a:path w="273" h="207" extrusionOk="0">
                  <a:moveTo>
                    <a:pt x="170" y="0"/>
                  </a:moveTo>
                  <a:cubicBezTo>
                    <a:pt x="137" y="0"/>
                    <a:pt x="104" y="17"/>
                    <a:pt x="83" y="33"/>
                  </a:cubicBezTo>
                  <a:cubicBezTo>
                    <a:pt x="50" y="54"/>
                    <a:pt x="34" y="71"/>
                    <a:pt x="17" y="104"/>
                  </a:cubicBezTo>
                  <a:cubicBezTo>
                    <a:pt x="1" y="157"/>
                    <a:pt x="34" y="207"/>
                    <a:pt x="104" y="207"/>
                  </a:cubicBezTo>
                  <a:cubicBezTo>
                    <a:pt x="120" y="207"/>
                    <a:pt x="137" y="190"/>
                    <a:pt x="153" y="190"/>
                  </a:cubicBezTo>
                  <a:cubicBezTo>
                    <a:pt x="207" y="174"/>
                    <a:pt x="240" y="137"/>
                    <a:pt x="240" y="104"/>
                  </a:cubicBezTo>
                  <a:cubicBezTo>
                    <a:pt x="273" y="54"/>
                    <a:pt x="240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4" name="Google Shape;22504;p71"/>
            <p:cNvSpPr/>
            <p:nvPr/>
          </p:nvSpPr>
          <p:spPr>
            <a:xfrm>
              <a:off x="4568100" y="237602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3" y="0"/>
                  </a:moveTo>
                  <a:cubicBezTo>
                    <a:pt x="137" y="0"/>
                    <a:pt x="104" y="17"/>
                    <a:pt x="67" y="33"/>
                  </a:cubicBezTo>
                  <a:cubicBezTo>
                    <a:pt x="34" y="50"/>
                    <a:pt x="17" y="87"/>
                    <a:pt x="17" y="103"/>
                  </a:cubicBezTo>
                  <a:cubicBezTo>
                    <a:pt x="1" y="136"/>
                    <a:pt x="1" y="153"/>
                    <a:pt x="17" y="169"/>
                  </a:cubicBezTo>
                  <a:cubicBezTo>
                    <a:pt x="34" y="190"/>
                    <a:pt x="50" y="206"/>
                    <a:pt x="87" y="206"/>
                  </a:cubicBezTo>
                  <a:cubicBezTo>
                    <a:pt x="104" y="206"/>
                    <a:pt x="137" y="190"/>
                    <a:pt x="153" y="190"/>
                  </a:cubicBezTo>
                  <a:lnTo>
                    <a:pt x="170" y="169"/>
                  </a:lnTo>
                  <a:cubicBezTo>
                    <a:pt x="207" y="153"/>
                    <a:pt x="223" y="120"/>
                    <a:pt x="240" y="103"/>
                  </a:cubicBezTo>
                  <a:cubicBezTo>
                    <a:pt x="256" y="50"/>
                    <a:pt x="22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5" name="Google Shape;22505;p71"/>
            <p:cNvSpPr/>
            <p:nvPr/>
          </p:nvSpPr>
          <p:spPr>
            <a:xfrm>
              <a:off x="4564200" y="236395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1"/>
                  </a:moveTo>
                  <a:cubicBezTo>
                    <a:pt x="140" y="1"/>
                    <a:pt x="120" y="1"/>
                    <a:pt x="87" y="17"/>
                  </a:cubicBezTo>
                  <a:cubicBezTo>
                    <a:pt x="54" y="34"/>
                    <a:pt x="37" y="71"/>
                    <a:pt x="17" y="87"/>
                  </a:cubicBezTo>
                  <a:cubicBezTo>
                    <a:pt x="0" y="157"/>
                    <a:pt x="37" y="190"/>
                    <a:pt x="103" y="190"/>
                  </a:cubicBezTo>
                  <a:cubicBezTo>
                    <a:pt x="120" y="190"/>
                    <a:pt x="140" y="190"/>
                    <a:pt x="173" y="174"/>
                  </a:cubicBezTo>
                  <a:cubicBezTo>
                    <a:pt x="173" y="174"/>
                    <a:pt x="190" y="174"/>
                    <a:pt x="190" y="157"/>
                  </a:cubicBezTo>
                  <a:cubicBezTo>
                    <a:pt x="223" y="137"/>
                    <a:pt x="243" y="120"/>
                    <a:pt x="260" y="87"/>
                  </a:cubicBezTo>
                  <a:cubicBezTo>
                    <a:pt x="276" y="34"/>
                    <a:pt x="24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6" name="Google Shape;22506;p71"/>
            <p:cNvSpPr/>
            <p:nvPr/>
          </p:nvSpPr>
          <p:spPr>
            <a:xfrm>
              <a:off x="4585725" y="2283650"/>
              <a:ext cx="6425" cy="4950"/>
            </a:xfrm>
            <a:custGeom>
              <a:avLst/>
              <a:gdLst/>
              <a:ahLst/>
              <a:cxnLst/>
              <a:rect l="l" t="t" r="r" b="b"/>
              <a:pathLst>
                <a:path w="257" h="198" extrusionOk="0">
                  <a:moveTo>
                    <a:pt x="173" y="0"/>
                  </a:moveTo>
                  <a:cubicBezTo>
                    <a:pt x="151" y="0"/>
                    <a:pt x="127" y="6"/>
                    <a:pt x="104" y="18"/>
                  </a:cubicBezTo>
                  <a:cubicBezTo>
                    <a:pt x="50" y="34"/>
                    <a:pt x="1" y="104"/>
                    <a:pt x="17" y="154"/>
                  </a:cubicBezTo>
                  <a:cubicBezTo>
                    <a:pt x="29" y="181"/>
                    <a:pt x="71" y="197"/>
                    <a:pt x="111" y="197"/>
                  </a:cubicBezTo>
                  <a:cubicBezTo>
                    <a:pt x="126" y="197"/>
                    <a:pt x="140" y="195"/>
                    <a:pt x="153" y="191"/>
                  </a:cubicBezTo>
                  <a:cubicBezTo>
                    <a:pt x="223" y="154"/>
                    <a:pt x="256" y="88"/>
                    <a:pt x="256" y="51"/>
                  </a:cubicBezTo>
                  <a:cubicBezTo>
                    <a:pt x="246" y="19"/>
                    <a:pt x="21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7" name="Google Shape;22507;p71"/>
            <p:cNvSpPr/>
            <p:nvPr/>
          </p:nvSpPr>
          <p:spPr>
            <a:xfrm>
              <a:off x="4584400" y="2387150"/>
              <a:ext cx="6000" cy="4350"/>
            </a:xfrm>
            <a:custGeom>
              <a:avLst/>
              <a:gdLst/>
              <a:ahLst/>
              <a:cxnLst/>
              <a:rect l="l" t="t" r="r" b="b"/>
              <a:pathLst>
                <a:path w="240" h="174" extrusionOk="0">
                  <a:moveTo>
                    <a:pt x="136" y="0"/>
                  </a:moveTo>
                  <a:cubicBezTo>
                    <a:pt x="120" y="0"/>
                    <a:pt x="103" y="0"/>
                    <a:pt x="87" y="17"/>
                  </a:cubicBezTo>
                  <a:cubicBezTo>
                    <a:pt x="33" y="33"/>
                    <a:pt x="0" y="71"/>
                    <a:pt x="0" y="104"/>
                  </a:cubicBezTo>
                  <a:cubicBezTo>
                    <a:pt x="33" y="120"/>
                    <a:pt x="87" y="136"/>
                    <a:pt x="136" y="157"/>
                  </a:cubicBezTo>
                  <a:cubicBezTo>
                    <a:pt x="157" y="157"/>
                    <a:pt x="157" y="157"/>
                    <a:pt x="173" y="174"/>
                  </a:cubicBezTo>
                  <a:cubicBezTo>
                    <a:pt x="173" y="157"/>
                    <a:pt x="173" y="157"/>
                    <a:pt x="190" y="157"/>
                  </a:cubicBezTo>
                  <a:cubicBezTo>
                    <a:pt x="223" y="120"/>
                    <a:pt x="239" y="87"/>
                    <a:pt x="223" y="54"/>
                  </a:cubicBezTo>
                  <a:cubicBezTo>
                    <a:pt x="206" y="17"/>
                    <a:pt x="17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8" name="Google Shape;22508;p71"/>
            <p:cNvSpPr/>
            <p:nvPr/>
          </p:nvSpPr>
          <p:spPr>
            <a:xfrm>
              <a:off x="4582650" y="2377350"/>
              <a:ext cx="6100" cy="4925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60" y="1"/>
                  </a:moveTo>
                  <a:cubicBezTo>
                    <a:pt x="139" y="1"/>
                    <a:pt x="113" y="5"/>
                    <a:pt x="87" y="13"/>
                  </a:cubicBezTo>
                  <a:cubicBezTo>
                    <a:pt x="54" y="34"/>
                    <a:pt x="21" y="67"/>
                    <a:pt x="0" y="100"/>
                  </a:cubicBezTo>
                  <a:lnTo>
                    <a:pt x="0" y="153"/>
                  </a:lnTo>
                  <a:cubicBezTo>
                    <a:pt x="13" y="185"/>
                    <a:pt x="44" y="196"/>
                    <a:pt x="79" y="196"/>
                  </a:cubicBezTo>
                  <a:cubicBezTo>
                    <a:pt x="99" y="196"/>
                    <a:pt x="121" y="192"/>
                    <a:pt x="140" y="186"/>
                  </a:cubicBezTo>
                  <a:cubicBezTo>
                    <a:pt x="206" y="153"/>
                    <a:pt x="243" y="100"/>
                    <a:pt x="243" y="50"/>
                  </a:cubicBezTo>
                  <a:lnTo>
                    <a:pt x="206" y="13"/>
                  </a:lnTo>
                  <a:cubicBezTo>
                    <a:pt x="198" y="5"/>
                    <a:pt x="182" y="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9" name="Google Shape;22509;p71"/>
            <p:cNvSpPr/>
            <p:nvPr/>
          </p:nvSpPr>
          <p:spPr>
            <a:xfrm>
              <a:off x="4873825" y="232830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3" y="0"/>
                  </a:moveTo>
                  <a:cubicBezTo>
                    <a:pt x="140" y="0"/>
                    <a:pt x="103" y="0"/>
                    <a:pt x="70" y="17"/>
                  </a:cubicBezTo>
                  <a:cubicBezTo>
                    <a:pt x="54" y="37"/>
                    <a:pt x="21" y="70"/>
                    <a:pt x="21" y="87"/>
                  </a:cubicBezTo>
                  <a:cubicBezTo>
                    <a:pt x="0" y="120"/>
                    <a:pt x="21" y="157"/>
                    <a:pt x="37" y="173"/>
                  </a:cubicBezTo>
                  <a:cubicBezTo>
                    <a:pt x="54" y="190"/>
                    <a:pt x="70" y="190"/>
                    <a:pt x="87" y="190"/>
                  </a:cubicBezTo>
                  <a:cubicBezTo>
                    <a:pt x="124" y="190"/>
                    <a:pt x="140" y="190"/>
                    <a:pt x="157" y="173"/>
                  </a:cubicBezTo>
                  <a:cubicBezTo>
                    <a:pt x="190" y="157"/>
                    <a:pt x="227" y="120"/>
                    <a:pt x="244" y="87"/>
                  </a:cubicBezTo>
                  <a:cubicBezTo>
                    <a:pt x="260" y="37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0" name="Google Shape;22510;p71"/>
            <p:cNvSpPr/>
            <p:nvPr/>
          </p:nvSpPr>
          <p:spPr>
            <a:xfrm>
              <a:off x="4874325" y="2315825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75" y="1"/>
                  </a:moveTo>
                  <a:cubicBezTo>
                    <a:pt x="153" y="1"/>
                    <a:pt x="128" y="7"/>
                    <a:pt x="104" y="21"/>
                  </a:cubicBezTo>
                  <a:cubicBezTo>
                    <a:pt x="50" y="37"/>
                    <a:pt x="1" y="103"/>
                    <a:pt x="17" y="157"/>
                  </a:cubicBezTo>
                  <a:cubicBezTo>
                    <a:pt x="29" y="181"/>
                    <a:pt x="59" y="197"/>
                    <a:pt x="102" y="197"/>
                  </a:cubicBezTo>
                  <a:cubicBezTo>
                    <a:pt x="117" y="197"/>
                    <a:pt x="135" y="194"/>
                    <a:pt x="153" y="190"/>
                  </a:cubicBezTo>
                  <a:cubicBezTo>
                    <a:pt x="224" y="157"/>
                    <a:pt x="257" y="103"/>
                    <a:pt x="257" y="54"/>
                  </a:cubicBezTo>
                  <a:cubicBezTo>
                    <a:pt x="246" y="20"/>
                    <a:pt x="214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1" name="Google Shape;22511;p71"/>
            <p:cNvSpPr/>
            <p:nvPr/>
          </p:nvSpPr>
          <p:spPr>
            <a:xfrm>
              <a:off x="4869175" y="2349825"/>
              <a:ext cx="6425" cy="5200"/>
            </a:xfrm>
            <a:custGeom>
              <a:avLst/>
              <a:gdLst/>
              <a:ahLst/>
              <a:cxnLst/>
              <a:rect l="l" t="t" r="r" b="b"/>
              <a:pathLst>
                <a:path w="257" h="208" extrusionOk="0">
                  <a:moveTo>
                    <a:pt x="170" y="1"/>
                  </a:moveTo>
                  <a:cubicBezTo>
                    <a:pt x="137" y="1"/>
                    <a:pt x="104" y="17"/>
                    <a:pt x="67" y="34"/>
                  </a:cubicBezTo>
                  <a:cubicBezTo>
                    <a:pt x="50" y="50"/>
                    <a:pt x="34" y="83"/>
                    <a:pt x="17" y="104"/>
                  </a:cubicBezTo>
                  <a:cubicBezTo>
                    <a:pt x="1" y="153"/>
                    <a:pt x="34" y="207"/>
                    <a:pt x="83" y="207"/>
                  </a:cubicBezTo>
                  <a:cubicBezTo>
                    <a:pt x="120" y="207"/>
                    <a:pt x="137" y="186"/>
                    <a:pt x="153" y="186"/>
                  </a:cubicBezTo>
                  <a:cubicBezTo>
                    <a:pt x="186" y="170"/>
                    <a:pt x="223" y="137"/>
                    <a:pt x="240" y="104"/>
                  </a:cubicBezTo>
                  <a:cubicBezTo>
                    <a:pt x="256" y="50"/>
                    <a:pt x="223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2" name="Google Shape;22512;p71"/>
            <p:cNvSpPr/>
            <p:nvPr/>
          </p:nvSpPr>
          <p:spPr>
            <a:xfrm>
              <a:off x="4880725" y="2281075"/>
              <a:ext cx="6925" cy="4950"/>
            </a:xfrm>
            <a:custGeom>
              <a:avLst/>
              <a:gdLst/>
              <a:ahLst/>
              <a:cxnLst/>
              <a:rect l="l" t="t" r="r" b="b"/>
              <a:pathLst>
                <a:path w="277" h="198" extrusionOk="0">
                  <a:moveTo>
                    <a:pt x="137" y="1"/>
                  </a:moveTo>
                  <a:cubicBezTo>
                    <a:pt x="120" y="1"/>
                    <a:pt x="87" y="17"/>
                    <a:pt x="54" y="50"/>
                  </a:cubicBezTo>
                  <a:cubicBezTo>
                    <a:pt x="17" y="104"/>
                    <a:pt x="1" y="154"/>
                    <a:pt x="54" y="191"/>
                  </a:cubicBezTo>
                  <a:cubicBezTo>
                    <a:pt x="65" y="191"/>
                    <a:pt x="83" y="198"/>
                    <a:pt x="104" y="198"/>
                  </a:cubicBezTo>
                  <a:cubicBezTo>
                    <a:pt x="115" y="198"/>
                    <a:pt x="126" y="196"/>
                    <a:pt x="137" y="191"/>
                  </a:cubicBezTo>
                  <a:lnTo>
                    <a:pt x="174" y="191"/>
                  </a:lnTo>
                  <a:cubicBezTo>
                    <a:pt x="190" y="174"/>
                    <a:pt x="207" y="154"/>
                    <a:pt x="223" y="137"/>
                  </a:cubicBezTo>
                  <a:cubicBezTo>
                    <a:pt x="277" y="104"/>
                    <a:pt x="277" y="34"/>
                    <a:pt x="223" y="17"/>
                  </a:cubicBezTo>
                  <a:cubicBezTo>
                    <a:pt x="207" y="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3" name="Google Shape;22513;p71"/>
            <p:cNvSpPr/>
            <p:nvPr/>
          </p:nvSpPr>
          <p:spPr>
            <a:xfrm>
              <a:off x="4878975" y="2293150"/>
              <a:ext cx="6525" cy="4650"/>
            </a:xfrm>
            <a:custGeom>
              <a:avLst/>
              <a:gdLst/>
              <a:ahLst/>
              <a:cxnLst/>
              <a:rect l="l" t="t" r="r" b="b"/>
              <a:pathLst>
                <a:path w="261" h="186" extrusionOk="0">
                  <a:moveTo>
                    <a:pt x="157" y="0"/>
                  </a:moveTo>
                  <a:cubicBezTo>
                    <a:pt x="141" y="0"/>
                    <a:pt x="104" y="0"/>
                    <a:pt x="71" y="33"/>
                  </a:cubicBezTo>
                  <a:cubicBezTo>
                    <a:pt x="54" y="50"/>
                    <a:pt x="21" y="66"/>
                    <a:pt x="21" y="103"/>
                  </a:cubicBezTo>
                  <a:cubicBezTo>
                    <a:pt x="0" y="153"/>
                    <a:pt x="38" y="186"/>
                    <a:pt x="87" y="186"/>
                  </a:cubicBezTo>
                  <a:lnTo>
                    <a:pt x="157" y="186"/>
                  </a:lnTo>
                  <a:cubicBezTo>
                    <a:pt x="157" y="169"/>
                    <a:pt x="174" y="169"/>
                    <a:pt x="174" y="169"/>
                  </a:cubicBezTo>
                  <a:cubicBezTo>
                    <a:pt x="207" y="136"/>
                    <a:pt x="227" y="120"/>
                    <a:pt x="244" y="103"/>
                  </a:cubicBezTo>
                  <a:cubicBezTo>
                    <a:pt x="260" y="33"/>
                    <a:pt x="22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4" name="Google Shape;22514;p71"/>
            <p:cNvSpPr/>
            <p:nvPr/>
          </p:nvSpPr>
          <p:spPr>
            <a:xfrm>
              <a:off x="4884125" y="2304275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74" y="1"/>
                  </a:moveTo>
                  <a:cubicBezTo>
                    <a:pt x="141" y="17"/>
                    <a:pt x="104" y="17"/>
                    <a:pt x="87" y="34"/>
                  </a:cubicBezTo>
                  <a:cubicBezTo>
                    <a:pt x="54" y="50"/>
                    <a:pt x="38" y="87"/>
                    <a:pt x="21" y="104"/>
                  </a:cubicBezTo>
                  <a:cubicBezTo>
                    <a:pt x="1" y="153"/>
                    <a:pt x="38" y="207"/>
                    <a:pt x="104" y="207"/>
                  </a:cubicBezTo>
                  <a:cubicBezTo>
                    <a:pt x="124" y="207"/>
                    <a:pt x="141" y="207"/>
                    <a:pt x="157" y="190"/>
                  </a:cubicBezTo>
                  <a:cubicBezTo>
                    <a:pt x="174" y="190"/>
                    <a:pt x="174" y="190"/>
                    <a:pt x="190" y="174"/>
                  </a:cubicBezTo>
                  <a:cubicBezTo>
                    <a:pt x="227" y="153"/>
                    <a:pt x="244" y="137"/>
                    <a:pt x="244" y="104"/>
                  </a:cubicBezTo>
                  <a:cubicBezTo>
                    <a:pt x="277" y="50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5" name="Google Shape;22515;p71"/>
            <p:cNvSpPr/>
            <p:nvPr/>
          </p:nvSpPr>
          <p:spPr>
            <a:xfrm>
              <a:off x="4868675" y="2305100"/>
              <a:ext cx="6500" cy="5200"/>
            </a:xfrm>
            <a:custGeom>
              <a:avLst/>
              <a:gdLst/>
              <a:ahLst/>
              <a:cxnLst/>
              <a:rect l="l" t="t" r="r" b="b"/>
              <a:pathLst>
                <a:path w="260" h="208" extrusionOk="0">
                  <a:moveTo>
                    <a:pt x="174" y="0"/>
                  </a:moveTo>
                  <a:cubicBezTo>
                    <a:pt x="152" y="0"/>
                    <a:pt x="128" y="6"/>
                    <a:pt x="103" y="17"/>
                  </a:cubicBezTo>
                  <a:cubicBezTo>
                    <a:pt x="37" y="54"/>
                    <a:pt x="0" y="104"/>
                    <a:pt x="21" y="157"/>
                  </a:cubicBezTo>
                  <a:cubicBezTo>
                    <a:pt x="31" y="189"/>
                    <a:pt x="56" y="207"/>
                    <a:pt x="91" y="207"/>
                  </a:cubicBezTo>
                  <a:cubicBezTo>
                    <a:pt x="110" y="207"/>
                    <a:pt x="132" y="202"/>
                    <a:pt x="157" y="190"/>
                  </a:cubicBezTo>
                  <a:cubicBezTo>
                    <a:pt x="227" y="157"/>
                    <a:pt x="260" y="104"/>
                    <a:pt x="243" y="54"/>
                  </a:cubicBezTo>
                  <a:cubicBezTo>
                    <a:pt x="243" y="19"/>
                    <a:pt x="21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6" name="Google Shape;22516;p71"/>
            <p:cNvSpPr/>
            <p:nvPr/>
          </p:nvSpPr>
          <p:spPr>
            <a:xfrm>
              <a:off x="4851975" y="2350250"/>
              <a:ext cx="6400" cy="4750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03" y="0"/>
                  </a:moveTo>
                  <a:cubicBezTo>
                    <a:pt x="33" y="33"/>
                    <a:pt x="0" y="104"/>
                    <a:pt x="17" y="136"/>
                  </a:cubicBezTo>
                  <a:cubicBezTo>
                    <a:pt x="27" y="170"/>
                    <a:pt x="52" y="189"/>
                    <a:pt x="86" y="189"/>
                  </a:cubicBezTo>
                  <a:cubicBezTo>
                    <a:pt x="106" y="189"/>
                    <a:pt x="129" y="183"/>
                    <a:pt x="153" y="169"/>
                  </a:cubicBezTo>
                  <a:cubicBezTo>
                    <a:pt x="173" y="169"/>
                    <a:pt x="190" y="153"/>
                    <a:pt x="206" y="153"/>
                  </a:cubicBezTo>
                  <a:cubicBezTo>
                    <a:pt x="239" y="120"/>
                    <a:pt x="256" y="66"/>
                    <a:pt x="239" y="33"/>
                  </a:cubicBezTo>
                  <a:cubicBezTo>
                    <a:pt x="239" y="17"/>
                    <a:pt x="206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7" name="Google Shape;22517;p71"/>
            <p:cNvSpPr/>
            <p:nvPr/>
          </p:nvSpPr>
          <p:spPr>
            <a:xfrm>
              <a:off x="4888450" y="2315825"/>
              <a:ext cx="6925" cy="5175"/>
            </a:xfrm>
            <a:custGeom>
              <a:avLst/>
              <a:gdLst/>
              <a:ahLst/>
              <a:cxnLst/>
              <a:rect l="l" t="t" r="r" b="b"/>
              <a:pathLst>
                <a:path w="277" h="207" extrusionOk="0">
                  <a:moveTo>
                    <a:pt x="137" y="0"/>
                  </a:moveTo>
                  <a:cubicBezTo>
                    <a:pt x="104" y="21"/>
                    <a:pt x="87" y="37"/>
                    <a:pt x="54" y="54"/>
                  </a:cubicBezTo>
                  <a:cubicBezTo>
                    <a:pt x="1" y="103"/>
                    <a:pt x="1" y="157"/>
                    <a:pt x="54" y="190"/>
                  </a:cubicBezTo>
                  <a:cubicBezTo>
                    <a:pt x="71" y="207"/>
                    <a:pt x="104" y="207"/>
                    <a:pt x="137" y="207"/>
                  </a:cubicBezTo>
                  <a:cubicBezTo>
                    <a:pt x="137" y="190"/>
                    <a:pt x="157" y="190"/>
                    <a:pt x="157" y="190"/>
                  </a:cubicBezTo>
                  <a:cubicBezTo>
                    <a:pt x="190" y="174"/>
                    <a:pt x="207" y="174"/>
                    <a:pt x="223" y="157"/>
                  </a:cubicBezTo>
                  <a:cubicBezTo>
                    <a:pt x="260" y="103"/>
                    <a:pt x="277" y="54"/>
                    <a:pt x="223" y="21"/>
                  </a:cubicBezTo>
                  <a:cubicBezTo>
                    <a:pt x="207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8" name="Google Shape;22518;p71"/>
            <p:cNvSpPr/>
            <p:nvPr/>
          </p:nvSpPr>
          <p:spPr>
            <a:xfrm>
              <a:off x="4850625" y="2340300"/>
              <a:ext cx="6525" cy="4825"/>
            </a:xfrm>
            <a:custGeom>
              <a:avLst/>
              <a:gdLst/>
              <a:ahLst/>
              <a:cxnLst/>
              <a:rect l="l" t="t" r="r" b="b"/>
              <a:pathLst>
                <a:path w="261" h="193" extrusionOk="0">
                  <a:moveTo>
                    <a:pt x="156" y="0"/>
                  </a:moveTo>
                  <a:cubicBezTo>
                    <a:pt x="137" y="0"/>
                    <a:pt x="119" y="5"/>
                    <a:pt x="104" y="19"/>
                  </a:cubicBezTo>
                  <a:cubicBezTo>
                    <a:pt x="54" y="36"/>
                    <a:pt x="21" y="73"/>
                    <a:pt x="21" y="106"/>
                  </a:cubicBezTo>
                  <a:cubicBezTo>
                    <a:pt x="1" y="122"/>
                    <a:pt x="1" y="139"/>
                    <a:pt x="1" y="139"/>
                  </a:cubicBezTo>
                  <a:cubicBezTo>
                    <a:pt x="14" y="174"/>
                    <a:pt x="47" y="193"/>
                    <a:pt x="87" y="193"/>
                  </a:cubicBezTo>
                  <a:cubicBezTo>
                    <a:pt x="109" y="193"/>
                    <a:pt x="133" y="187"/>
                    <a:pt x="157" y="176"/>
                  </a:cubicBezTo>
                  <a:cubicBezTo>
                    <a:pt x="207" y="155"/>
                    <a:pt x="260" y="89"/>
                    <a:pt x="244" y="52"/>
                  </a:cubicBezTo>
                  <a:cubicBezTo>
                    <a:pt x="244" y="36"/>
                    <a:pt x="227" y="19"/>
                    <a:pt x="227" y="19"/>
                  </a:cubicBezTo>
                  <a:cubicBezTo>
                    <a:pt x="206" y="10"/>
                    <a:pt x="180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9" name="Google Shape;22519;p71"/>
            <p:cNvSpPr/>
            <p:nvPr/>
          </p:nvSpPr>
          <p:spPr>
            <a:xfrm>
              <a:off x="4855775" y="2302950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0"/>
                  </a:moveTo>
                  <a:cubicBezTo>
                    <a:pt x="141" y="0"/>
                    <a:pt x="104" y="21"/>
                    <a:pt x="87" y="37"/>
                  </a:cubicBezTo>
                  <a:cubicBezTo>
                    <a:pt x="54" y="54"/>
                    <a:pt x="38" y="70"/>
                    <a:pt x="21" y="103"/>
                  </a:cubicBezTo>
                  <a:cubicBezTo>
                    <a:pt x="1" y="157"/>
                    <a:pt x="38" y="206"/>
                    <a:pt x="104" y="206"/>
                  </a:cubicBezTo>
                  <a:cubicBezTo>
                    <a:pt x="124" y="206"/>
                    <a:pt x="141" y="190"/>
                    <a:pt x="157" y="190"/>
                  </a:cubicBezTo>
                  <a:cubicBezTo>
                    <a:pt x="174" y="190"/>
                    <a:pt x="190" y="173"/>
                    <a:pt x="190" y="173"/>
                  </a:cubicBezTo>
                  <a:cubicBezTo>
                    <a:pt x="228" y="157"/>
                    <a:pt x="244" y="124"/>
                    <a:pt x="261" y="103"/>
                  </a:cubicBezTo>
                  <a:cubicBezTo>
                    <a:pt x="277" y="54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0" name="Google Shape;22520;p71"/>
            <p:cNvSpPr/>
            <p:nvPr/>
          </p:nvSpPr>
          <p:spPr>
            <a:xfrm>
              <a:off x="4858350" y="2317425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49" y="0"/>
                  </a:moveTo>
                  <a:cubicBezTo>
                    <a:pt x="134" y="0"/>
                    <a:pt x="118" y="2"/>
                    <a:pt x="104" y="6"/>
                  </a:cubicBezTo>
                  <a:cubicBezTo>
                    <a:pt x="38" y="39"/>
                    <a:pt x="1" y="93"/>
                    <a:pt x="1" y="143"/>
                  </a:cubicBezTo>
                  <a:cubicBezTo>
                    <a:pt x="14" y="177"/>
                    <a:pt x="47" y="197"/>
                    <a:pt x="87" y="197"/>
                  </a:cubicBezTo>
                  <a:cubicBezTo>
                    <a:pt x="109" y="197"/>
                    <a:pt x="133" y="191"/>
                    <a:pt x="158" y="180"/>
                  </a:cubicBezTo>
                  <a:cubicBezTo>
                    <a:pt x="207" y="163"/>
                    <a:pt x="261" y="93"/>
                    <a:pt x="244" y="39"/>
                  </a:cubicBezTo>
                  <a:cubicBezTo>
                    <a:pt x="232" y="15"/>
                    <a:pt x="191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1" name="Google Shape;22521;p71"/>
            <p:cNvSpPr/>
            <p:nvPr/>
          </p:nvSpPr>
          <p:spPr>
            <a:xfrm>
              <a:off x="4860525" y="2269950"/>
              <a:ext cx="6525" cy="4675"/>
            </a:xfrm>
            <a:custGeom>
              <a:avLst/>
              <a:gdLst/>
              <a:ahLst/>
              <a:cxnLst/>
              <a:rect l="l" t="t" r="r" b="b"/>
              <a:pathLst>
                <a:path w="261" h="187" extrusionOk="0">
                  <a:moveTo>
                    <a:pt x="141" y="1"/>
                  </a:moveTo>
                  <a:cubicBezTo>
                    <a:pt x="104" y="1"/>
                    <a:pt x="87" y="17"/>
                    <a:pt x="54" y="34"/>
                  </a:cubicBezTo>
                  <a:cubicBezTo>
                    <a:pt x="17" y="83"/>
                    <a:pt x="0" y="137"/>
                    <a:pt x="54" y="170"/>
                  </a:cubicBezTo>
                  <a:cubicBezTo>
                    <a:pt x="71" y="186"/>
                    <a:pt x="104" y="186"/>
                    <a:pt x="141" y="186"/>
                  </a:cubicBezTo>
                  <a:cubicBezTo>
                    <a:pt x="141" y="170"/>
                    <a:pt x="157" y="170"/>
                    <a:pt x="174" y="170"/>
                  </a:cubicBezTo>
                  <a:cubicBezTo>
                    <a:pt x="190" y="153"/>
                    <a:pt x="207" y="153"/>
                    <a:pt x="223" y="137"/>
                  </a:cubicBezTo>
                  <a:cubicBezTo>
                    <a:pt x="244" y="120"/>
                    <a:pt x="260" y="83"/>
                    <a:pt x="260" y="67"/>
                  </a:cubicBezTo>
                  <a:cubicBezTo>
                    <a:pt x="260" y="34"/>
                    <a:pt x="244" y="17"/>
                    <a:pt x="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2" name="Google Shape;22522;p71"/>
            <p:cNvSpPr/>
            <p:nvPr/>
          </p:nvSpPr>
          <p:spPr>
            <a:xfrm>
              <a:off x="4864850" y="2291400"/>
              <a:ext cx="6425" cy="4750"/>
            </a:xfrm>
            <a:custGeom>
              <a:avLst/>
              <a:gdLst/>
              <a:ahLst/>
              <a:cxnLst/>
              <a:rect l="l" t="t" r="r" b="b"/>
              <a:pathLst>
                <a:path w="257" h="190" extrusionOk="0">
                  <a:moveTo>
                    <a:pt x="174" y="0"/>
                  </a:moveTo>
                  <a:cubicBezTo>
                    <a:pt x="104" y="0"/>
                    <a:pt x="34" y="33"/>
                    <a:pt x="17" y="87"/>
                  </a:cubicBezTo>
                  <a:cubicBezTo>
                    <a:pt x="1" y="153"/>
                    <a:pt x="34" y="190"/>
                    <a:pt x="104" y="190"/>
                  </a:cubicBezTo>
                  <a:cubicBezTo>
                    <a:pt x="120" y="190"/>
                    <a:pt x="137" y="190"/>
                    <a:pt x="153" y="173"/>
                  </a:cubicBezTo>
                  <a:cubicBezTo>
                    <a:pt x="174" y="173"/>
                    <a:pt x="174" y="173"/>
                    <a:pt x="190" y="153"/>
                  </a:cubicBezTo>
                  <a:cubicBezTo>
                    <a:pt x="223" y="136"/>
                    <a:pt x="240" y="120"/>
                    <a:pt x="240" y="87"/>
                  </a:cubicBezTo>
                  <a:cubicBezTo>
                    <a:pt x="256" y="70"/>
                    <a:pt x="256" y="33"/>
                    <a:pt x="240" y="17"/>
                  </a:cubicBezTo>
                  <a:cubicBezTo>
                    <a:pt x="223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3" name="Google Shape;22523;p71"/>
            <p:cNvSpPr/>
            <p:nvPr/>
          </p:nvSpPr>
          <p:spPr>
            <a:xfrm>
              <a:off x="4793950" y="2305100"/>
              <a:ext cx="6100" cy="4775"/>
            </a:xfrm>
            <a:custGeom>
              <a:avLst/>
              <a:gdLst/>
              <a:ahLst/>
              <a:cxnLst/>
              <a:rect l="l" t="t" r="r" b="b"/>
              <a:pathLst>
                <a:path w="244" h="191" extrusionOk="0">
                  <a:moveTo>
                    <a:pt x="157" y="1"/>
                  </a:moveTo>
                  <a:cubicBezTo>
                    <a:pt x="140" y="1"/>
                    <a:pt x="103" y="1"/>
                    <a:pt x="70" y="17"/>
                  </a:cubicBezTo>
                  <a:cubicBezTo>
                    <a:pt x="54" y="38"/>
                    <a:pt x="21" y="71"/>
                    <a:pt x="21" y="87"/>
                  </a:cubicBezTo>
                  <a:cubicBezTo>
                    <a:pt x="0" y="157"/>
                    <a:pt x="37" y="190"/>
                    <a:pt x="87" y="190"/>
                  </a:cubicBezTo>
                  <a:cubicBezTo>
                    <a:pt x="103" y="190"/>
                    <a:pt x="140" y="190"/>
                    <a:pt x="157" y="174"/>
                  </a:cubicBezTo>
                  <a:cubicBezTo>
                    <a:pt x="157" y="174"/>
                    <a:pt x="173" y="174"/>
                    <a:pt x="173" y="157"/>
                  </a:cubicBezTo>
                  <a:cubicBezTo>
                    <a:pt x="206" y="141"/>
                    <a:pt x="227" y="120"/>
                    <a:pt x="243" y="87"/>
                  </a:cubicBezTo>
                  <a:cubicBezTo>
                    <a:pt x="243" y="71"/>
                    <a:pt x="243" y="38"/>
                    <a:pt x="227" y="17"/>
                  </a:cubicBezTo>
                  <a:cubicBezTo>
                    <a:pt x="227" y="1"/>
                    <a:pt x="190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4" name="Google Shape;22524;p71"/>
            <p:cNvSpPr/>
            <p:nvPr/>
          </p:nvSpPr>
          <p:spPr>
            <a:xfrm>
              <a:off x="4778075" y="2305100"/>
              <a:ext cx="6500" cy="4950"/>
            </a:xfrm>
            <a:custGeom>
              <a:avLst/>
              <a:gdLst/>
              <a:ahLst/>
              <a:cxnLst/>
              <a:rect l="l" t="t" r="r" b="b"/>
              <a:pathLst>
                <a:path w="260" h="198" extrusionOk="0">
                  <a:moveTo>
                    <a:pt x="140" y="1"/>
                  </a:moveTo>
                  <a:cubicBezTo>
                    <a:pt x="103" y="17"/>
                    <a:pt x="70" y="38"/>
                    <a:pt x="54" y="54"/>
                  </a:cubicBezTo>
                  <a:cubicBezTo>
                    <a:pt x="0" y="104"/>
                    <a:pt x="0" y="157"/>
                    <a:pt x="54" y="190"/>
                  </a:cubicBezTo>
                  <a:cubicBezTo>
                    <a:pt x="65" y="190"/>
                    <a:pt x="83" y="198"/>
                    <a:pt x="99" y="198"/>
                  </a:cubicBezTo>
                  <a:cubicBezTo>
                    <a:pt x="107" y="198"/>
                    <a:pt x="114" y="196"/>
                    <a:pt x="120" y="190"/>
                  </a:cubicBezTo>
                  <a:lnTo>
                    <a:pt x="157" y="190"/>
                  </a:lnTo>
                  <a:cubicBezTo>
                    <a:pt x="173" y="174"/>
                    <a:pt x="190" y="157"/>
                    <a:pt x="206" y="157"/>
                  </a:cubicBezTo>
                  <a:cubicBezTo>
                    <a:pt x="243" y="120"/>
                    <a:pt x="260" y="104"/>
                    <a:pt x="260" y="71"/>
                  </a:cubicBezTo>
                  <a:cubicBezTo>
                    <a:pt x="260" y="54"/>
                    <a:pt x="243" y="17"/>
                    <a:pt x="223" y="17"/>
                  </a:cubicBezTo>
                  <a:cubicBezTo>
                    <a:pt x="206" y="1"/>
                    <a:pt x="173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5" name="Google Shape;22525;p71"/>
            <p:cNvSpPr/>
            <p:nvPr/>
          </p:nvSpPr>
          <p:spPr>
            <a:xfrm>
              <a:off x="4894025" y="2293075"/>
              <a:ext cx="6525" cy="4800"/>
            </a:xfrm>
            <a:custGeom>
              <a:avLst/>
              <a:gdLst/>
              <a:ahLst/>
              <a:cxnLst/>
              <a:rect l="l" t="t" r="r" b="b"/>
              <a:pathLst>
                <a:path w="261" h="192" extrusionOk="0">
                  <a:moveTo>
                    <a:pt x="162" y="1"/>
                  </a:moveTo>
                  <a:cubicBezTo>
                    <a:pt x="143" y="1"/>
                    <a:pt x="122" y="7"/>
                    <a:pt x="103" y="20"/>
                  </a:cubicBezTo>
                  <a:cubicBezTo>
                    <a:pt x="37" y="36"/>
                    <a:pt x="0" y="106"/>
                    <a:pt x="0" y="139"/>
                  </a:cubicBezTo>
                  <a:cubicBezTo>
                    <a:pt x="11" y="171"/>
                    <a:pt x="44" y="191"/>
                    <a:pt x="85" y="191"/>
                  </a:cubicBezTo>
                  <a:cubicBezTo>
                    <a:pt x="108" y="191"/>
                    <a:pt x="132" y="185"/>
                    <a:pt x="157" y="172"/>
                  </a:cubicBezTo>
                  <a:cubicBezTo>
                    <a:pt x="207" y="156"/>
                    <a:pt x="260" y="86"/>
                    <a:pt x="244" y="53"/>
                  </a:cubicBezTo>
                  <a:cubicBezTo>
                    <a:pt x="230" y="21"/>
                    <a:pt x="198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6" name="Google Shape;22526;p71"/>
            <p:cNvSpPr/>
            <p:nvPr/>
          </p:nvSpPr>
          <p:spPr>
            <a:xfrm>
              <a:off x="4785375" y="2282025"/>
              <a:ext cx="6950" cy="5075"/>
            </a:xfrm>
            <a:custGeom>
              <a:avLst/>
              <a:gdLst/>
              <a:ahLst/>
              <a:cxnLst/>
              <a:rect l="l" t="t" r="r" b="b"/>
              <a:pathLst>
                <a:path w="278" h="203" extrusionOk="0">
                  <a:moveTo>
                    <a:pt x="191" y="0"/>
                  </a:moveTo>
                  <a:cubicBezTo>
                    <a:pt x="178" y="0"/>
                    <a:pt x="166" y="4"/>
                    <a:pt x="158" y="12"/>
                  </a:cubicBezTo>
                  <a:cubicBezTo>
                    <a:pt x="120" y="12"/>
                    <a:pt x="87" y="33"/>
                    <a:pt x="71" y="50"/>
                  </a:cubicBezTo>
                  <a:cubicBezTo>
                    <a:pt x="17" y="99"/>
                    <a:pt x="1" y="169"/>
                    <a:pt x="54" y="186"/>
                  </a:cubicBezTo>
                  <a:cubicBezTo>
                    <a:pt x="71" y="202"/>
                    <a:pt x="104" y="202"/>
                    <a:pt x="137" y="202"/>
                  </a:cubicBezTo>
                  <a:cubicBezTo>
                    <a:pt x="137" y="202"/>
                    <a:pt x="158" y="186"/>
                    <a:pt x="174" y="186"/>
                  </a:cubicBezTo>
                  <a:cubicBezTo>
                    <a:pt x="191" y="186"/>
                    <a:pt x="207" y="169"/>
                    <a:pt x="223" y="153"/>
                  </a:cubicBezTo>
                  <a:cubicBezTo>
                    <a:pt x="277" y="99"/>
                    <a:pt x="277" y="50"/>
                    <a:pt x="223" y="12"/>
                  </a:cubicBezTo>
                  <a:cubicBezTo>
                    <a:pt x="215" y="4"/>
                    <a:pt x="203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7" name="Google Shape;22527;p71"/>
            <p:cNvSpPr/>
            <p:nvPr/>
          </p:nvSpPr>
          <p:spPr>
            <a:xfrm>
              <a:off x="4782800" y="23154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37" y="1"/>
                    <a:pt x="120" y="17"/>
                    <a:pt x="87" y="38"/>
                  </a:cubicBezTo>
                  <a:cubicBezTo>
                    <a:pt x="54" y="54"/>
                    <a:pt x="34" y="71"/>
                    <a:pt x="17" y="104"/>
                  </a:cubicBezTo>
                  <a:cubicBezTo>
                    <a:pt x="1" y="158"/>
                    <a:pt x="34" y="191"/>
                    <a:pt x="104" y="191"/>
                  </a:cubicBezTo>
                  <a:lnTo>
                    <a:pt x="157" y="191"/>
                  </a:lnTo>
                  <a:cubicBezTo>
                    <a:pt x="174" y="174"/>
                    <a:pt x="190" y="174"/>
                    <a:pt x="190" y="174"/>
                  </a:cubicBezTo>
                  <a:cubicBezTo>
                    <a:pt x="223" y="158"/>
                    <a:pt x="240" y="120"/>
                    <a:pt x="261" y="104"/>
                  </a:cubicBezTo>
                  <a:cubicBezTo>
                    <a:pt x="261" y="71"/>
                    <a:pt x="261" y="54"/>
                    <a:pt x="240" y="38"/>
                  </a:cubicBezTo>
                  <a:cubicBezTo>
                    <a:pt x="223" y="17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8" name="Google Shape;22528;p71"/>
            <p:cNvSpPr/>
            <p:nvPr/>
          </p:nvSpPr>
          <p:spPr>
            <a:xfrm>
              <a:off x="4659950" y="2272025"/>
              <a:ext cx="6100" cy="4350"/>
            </a:xfrm>
            <a:custGeom>
              <a:avLst/>
              <a:gdLst/>
              <a:ahLst/>
              <a:cxnLst/>
              <a:rect l="l" t="t" r="r" b="b"/>
              <a:pathLst>
                <a:path w="244" h="174" extrusionOk="0">
                  <a:moveTo>
                    <a:pt x="70" y="0"/>
                  </a:moveTo>
                  <a:cubicBezTo>
                    <a:pt x="37" y="21"/>
                    <a:pt x="21" y="54"/>
                    <a:pt x="0" y="70"/>
                  </a:cubicBezTo>
                  <a:cubicBezTo>
                    <a:pt x="0" y="103"/>
                    <a:pt x="0" y="124"/>
                    <a:pt x="21" y="140"/>
                  </a:cubicBezTo>
                  <a:cubicBezTo>
                    <a:pt x="37" y="157"/>
                    <a:pt x="54" y="173"/>
                    <a:pt x="87" y="173"/>
                  </a:cubicBezTo>
                  <a:cubicBezTo>
                    <a:pt x="103" y="173"/>
                    <a:pt x="124" y="173"/>
                    <a:pt x="140" y="157"/>
                  </a:cubicBezTo>
                  <a:cubicBezTo>
                    <a:pt x="157" y="157"/>
                    <a:pt x="173" y="140"/>
                    <a:pt x="173" y="140"/>
                  </a:cubicBezTo>
                  <a:cubicBezTo>
                    <a:pt x="206" y="124"/>
                    <a:pt x="227" y="103"/>
                    <a:pt x="244" y="70"/>
                  </a:cubicBezTo>
                  <a:cubicBezTo>
                    <a:pt x="244" y="37"/>
                    <a:pt x="244" y="21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9" name="Google Shape;22529;p71"/>
            <p:cNvSpPr/>
            <p:nvPr/>
          </p:nvSpPr>
          <p:spPr>
            <a:xfrm>
              <a:off x="4752700" y="2271200"/>
              <a:ext cx="6525" cy="3000"/>
            </a:xfrm>
            <a:custGeom>
              <a:avLst/>
              <a:gdLst/>
              <a:ahLst/>
              <a:cxnLst/>
              <a:rect l="l" t="t" r="r" b="b"/>
              <a:pathLst>
                <a:path w="261" h="120" extrusionOk="0">
                  <a:moveTo>
                    <a:pt x="38" y="0"/>
                  </a:moveTo>
                  <a:lnTo>
                    <a:pt x="38" y="17"/>
                  </a:lnTo>
                  <a:cubicBezTo>
                    <a:pt x="1" y="70"/>
                    <a:pt x="38" y="120"/>
                    <a:pt x="104" y="120"/>
                  </a:cubicBezTo>
                  <a:cubicBezTo>
                    <a:pt x="125" y="120"/>
                    <a:pt x="141" y="103"/>
                    <a:pt x="174" y="103"/>
                  </a:cubicBezTo>
                  <a:lnTo>
                    <a:pt x="191" y="87"/>
                  </a:lnTo>
                  <a:cubicBezTo>
                    <a:pt x="228" y="70"/>
                    <a:pt x="244" y="33"/>
                    <a:pt x="261" y="17"/>
                  </a:cubicBezTo>
                  <a:lnTo>
                    <a:pt x="2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0" name="Google Shape;22530;p71"/>
            <p:cNvSpPr/>
            <p:nvPr/>
          </p:nvSpPr>
          <p:spPr>
            <a:xfrm>
              <a:off x="4690875" y="2271600"/>
              <a:ext cx="6500" cy="4350"/>
            </a:xfrm>
            <a:custGeom>
              <a:avLst/>
              <a:gdLst/>
              <a:ahLst/>
              <a:cxnLst/>
              <a:rect l="l" t="t" r="r" b="b"/>
              <a:pathLst>
                <a:path w="260" h="174" extrusionOk="0">
                  <a:moveTo>
                    <a:pt x="70" y="1"/>
                  </a:moveTo>
                  <a:cubicBezTo>
                    <a:pt x="54" y="38"/>
                    <a:pt x="21" y="54"/>
                    <a:pt x="21" y="87"/>
                  </a:cubicBezTo>
                  <a:cubicBezTo>
                    <a:pt x="0" y="141"/>
                    <a:pt x="37" y="174"/>
                    <a:pt x="87" y="174"/>
                  </a:cubicBezTo>
                  <a:cubicBezTo>
                    <a:pt x="124" y="174"/>
                    <a:pt x="140" y="174"/>
                    <a:pt x="157" y="157"/>
                  </a:cubicBezTo>
                  <a:lnTo>
                    <a:pt x="190" y="157"/>
                  </a:lnTo>
                  <a:cubicBezTo>
                    <a:pt x="206" y="120"/>
                    <a:pt x="243" y="104"/>
                    <a:pt x="243" y="71"/>
                  </a:cubicBezTo>
                  <a:cubicBezTo>
                    <a:pt x="260" y="54"/>
                    <a:pt x="260" y="17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1" name="Google Shape;22531;p71"/>
            <p:cNvSpPr/>
            <p:nvPr/>
          </p:nvSpPr>
          <p:spPr>
            <a:xfrm>
              <a:off x="4788775" y="229315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17"/>
                    <a:pt x="71" y="33"/>
                  </a:cubicBezTo>
                  <a:cubicBezTo>
                    <a:pt x="55" y="50"/>
                    <a:pt x="22" y="66"/>
                    <a:pt x="22" y="103"/>
                  </a:cubicBezTo>
                  <a:cubicBezTo>
                    <a:pt x="1" y="153"/>
                    <a:pt x="38" y="206"/>
                    <a:pt x="87" y="206"/>
                  </a:cubicBezTo>
                  <a:cubicBezTo>
                    <a:pt x="125" y="206"/>
                    <a:pt x="141" y="186"/>
                    <a:pt x="158" y="186"/>
                  </a:cubicBezTo>
                  <a:cubicBezTo>
                    <a:pt x="174" y="169"/>
                    <a:pt x="174" y="169"/>
                    <a:pt x="191" y="169"/>
                  </a:cubicBezTo>
                  <a:cubicBezTo>
                    <a:pt x="207" y="153"/>
                    <a:pt x="244" y="120"/>
                    <a:pt x="244" y="103"/>
                  </a:cubicBezTo>
                  <a:cubicBezTo>
                    <a:pt x="261" y="50"/>
                    <a:pt x="228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2" name="Google Shape;22532;p71"/>
            <p:cNvSpPr/>
            <p:nvPr/>
          </p:nvSpPr>
          <p:spPr>
            <a:xfrm>
              <a:off x="4876475" y="2269450"/>
              <a:ext cx="6450" cy="4825"/>
            </a:xfrm>
            <a:custGeom>
              <a:avLst/>
              <a:gdLst/>
              <a:ahLst/>
              <a:cxnLst/>
              <a:rect l="l" t="t" r="r" b="b"/>
              <a:pathLst>
                <a:path w="258" h="193" extrusionOk="0">
                  <a:moveTo>
                    <a:pt x="154" y="0"/>
                  </a:moveTo>
                  <a:cubicBezTo>
                    <a:pt x="121" y="0"/>
                    <a:pt x="100" y="21"/>
                    <a:pt x="67" y="37"/>
                  </a:cubicBezTo>
                  <a:cubicBezTo>
                    <a:pt x="51" y="54"/>
                    <a:pt x="34" y="70"/>
                    <a:pt x="18" y="103"/>
                  </a:cubicBezTo>
                  <a:cubicBezTo>
                    <a:pt x="0" y="150"/>
                    <a:pt x="26" y="193"/>
                    <a:pt x="65" y="193"/>
                  </a:cubicBezTo>
                  <a:cubicBezTo>
                    <a:pt x="71" y="193"/>
                    <a:pt x="77" y="192"/>
                    <a:pt x="84" y="190"/>
                  </a:cubicBezTo>
                  <a:lnTo>
                    <a:pt x="154" y="190"/>
                  </a:lnTo>
                  <a:cubicBezTo>
                    <a:pt x="171" y="173"/>
                    <a:pt x="171" y="173"/>
                    <a:pt x="187" y="173"/>
                  </a:cubicBezTo>
                  <a:cubicBezTo>
                    <a:pt x="204" y="157"/>
                    <a:pt x="241" y="124"/>
                    <a:pt x="241" y="103"/>
                  </a:cubicBezTo>
                  <a:cubicBezTo>
                    <a:pt x="257" y="70"/>
                    <a:pt x="257" y="54"/>
                    <a:pt x="241" y="37"/>
                  </a:cubicBezTo>
                  <a:cubicBezTo>
                    <a:pt x="224" y="21"/>
                    <a:pt x="204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3" name="Google Shape;22533;p71"/>
            <p:cNvSpPr/>
            <p:nvPr/>
          </p:nvSpPr>
          <p:spPr>
            <a:xfrm>
              <a:off x="4815900" y="2270375"/>
              <a:ext cx="6000" cy="4250"/>
            </a:xfrm>
            <a:custGeom>
              <a:avLst/>
              <a:gdLst/>
              <a:ahLst/>
              <a:cxnLst/>
              <a:rect l="l" t="t" r="r" b="b"/>
              <a:pathLst>
                <a:path w="240" h="170" extrusionOk="0">
                  <a:moveTo>
                    <a:pt x="70" y="0"/>
                  </a:moveTo>
                  <a:cubicBezTo>
                    <a:pt x="33" y="17"/>
                    <a:pt x="17" y="50"/>
                    <a:pt x="17" y="66"/>
                  </a:cubicBezTo>
                  <a:cubicBezTo>
                    <a:pt x="0" y="103"/>
                    <a:pt x="0" y="120"/>
                    <a:pt x="17" y="136"/>
                  </a:cubicBezTo>
                  <a:cubicBezTo>
                    <a:pt x="33" y="153"/>
                    <a:pt x="50" y="169"/>
                    <a:pt x="87" y="169"/>
                  </a:cubicBezTo>
                  <a:cubicBezTo>
                    <a:pt x="103" y="169"/>
                    <a:pt x="120" y="169"/>
                    <a:pt x="153" y="153"/>
                  </a:cubicBezTo>
                  <a:lnTo>
                    <a:pt x="173" y="136"/>
                  </a:lnTo>
                  <a:cubicBezTo>
                    <a:pt x="206" y="120"/>
                    <a:pt x="223" y="103"/>
                    <a:pt x="239" y="66"/>
                  </a:cubicBezTo>
                  <a:cubicBezTo>
                    <a:pt x="239" y="33"/>
                    <a:pt x="239" y="17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4" name="Google Shape;22534;p71"/>
            <p:cNvSpPr/>
            <p:nvPr/>
          </p:nvSpPr>
          <p:spPr>
            <a:xfrm>
              <a:off x="4632125" y="2283250"/>
              <a:ext cx="6400" cy="4950"/>
            </a:xfrm>
            <a:custGeom>
              <a:avLst/>
              <a:gdLst/>
              <a:ahLst/>
              <a:cxnLst/>
              <a:rect l="l" t="t" r="r" b="b"/>
              <a:pathLst>
                <a:path w="256" h="198" extrusionOk="0">
                  <a:moveTo>
                    <a:pt x="136" y="1"/>
                  </a:moveTo>
                  <a:cubicBezTo>
                    <a:pt x="103" y="17"/>
                    <a:pt x="83" y="34"/>
                    <a:pt x="50" y="50"/>
                  </a:cubicBezTo>
                  <a:cubicBezTo>
                    <a:pt x="0" y="104"/>
                    <a:pt x="0" y="153"/>
                    <a:pt x="50" y="190"/>
                  </a:cubicBezTo>
                  <a:cubicBezTo>
                    <a:pt x="61" y="190"/>
                    <a:pt x="81" y="198"/>
                    <a:pt x="103" y="198"/>
                  </a:cubicBezTo>
                  <a:cubicBezTo>
                    <a:pt x="114" y="198"/>
                    <a:pt x="125" y="196"/>
                    <a:pt x="136" y="190"/>
                  </a:cubicBezTo>
                  <a:lnTo>
                    <a:pt x="153" y="190"/>
                  </a:lnTo>
                  <a:cubicBezTo>
                    <a:pt x="186" y="170"/>
                    <a:pt x="206" y="153"/>
                    <a:pt x="223" y="137"/>
                  </a:cubicBezTo>
                  <a:cubicBezTo>
                    <a:pt x="239" y="120"/>
                    <a:pt x="256" y="104"/>
                    <a:pt x="256" y="67"/>
                  </a:cubicBezTo>
                  <a:cubicBezTo>
                    <a:pt x="256" y="50"/>
                    <a:pt x="239" y="17"/>
                    <a:pt x="223" y="17"/>
                  </a:cubicBezTo>
                  <a:cubicBezTo>
                    <a:pt x="206" y="1"/>
                    <a:pt x="169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5" name="Google Shape;22535;p71"/>
            <p:cNvSpPr/>
            <p:nvPr/>
          </p:nvSpPr>
          <p:spPr>
            <a:xfrm>
              <a:off x="4894425" y="22815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8" y="0"/>
                  </a:moveTo>
                  <a:cubicBezTo>
                    <a:pt x="141" y="0"/>
                    <a:pt x="104" y="0"/>
                    <a:pt x="71" y="17"/>
                  </a:cubicBezTo>
                  <a:cubicBezTo>
                    <a:pt x="38" y="33"/>
                    <a:pt x="21" y="71"/>
                    <a:pt x="21" y="87"/>
                  </a:cubicBezTo>
                  <a:cubicBezTo>
                    <a:pt x="1" y="157"/>
                    <a:pt x="38" y="190"/>
                    <a:pt x="87" y="190"/>
                  </a:cubicBezTo>
                  <a:cubicBezTo>
                    <a:pt x="104" y="190"/>
                    <a:pt x="141" y="190"/>
                    <a:pt x="158" y="174"/>
                  </a:cubicBezTo>
                  <a:cubicBezTo>
                    <a:pt x="158" y="174"/>
                    <a:pt x="174" y="174"/>
                    <a:pt x="174" y="157"/>
                  </a:cubicBezTo>
                  <a:cubicBezTo>
                    <a:pt x="207" y="137"/>
                    <a:pt x="228" y="120"/>
                    <a:pt x="244" y="87"/>
                  </a:cubicBezTo>
                  <a:cubicBezTo>
                    <a:pt x="261" y="33"/>
                    <a:pt x="228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6" name="Google Shape;22536;p71"/>
            <p:cNvSpPr/>
            <p:nvPr/>
          </p:nvSpPr>
          <p:spPr>
            <a:xfrm>
              <a:off x="4802175" y="2280250"/>
              <a:ext cx="6425" cy="4675"/>
            </a:xfrm>
            <a:custGeom>
              <a:avLst/>
              <a:gdLst/>
              <a:ahLst/>
              <a:cxnLst/>
              <a:rect l="l" t="t" r="r" b="b"/>
              <a:pathLst>
                <a:path w="257" h="187" extrusionOk="0">
                  <a:moveTo>
                    <a:pt x="153" y="1"/>
                  </a:moveTo>
                  <a:cubicBezTo>
                    <a:pt x="137" y="1"/>
                    <a:pt x="104" y="1"/>
                    <a:pt x="67" y="34"/>
                  </a:cubicBezTo>
                  <a:cubicBezTo>
                    <a:pt x="34" y="50"/>
                    <a:pt x="17" y="67"/>
                    <a:pt x="17" y="104"/>
                  </a:cubicBezTo>
                  <a:cubicBezTo>
                    <a:pt x="1" y="137"/>
                    <a:pt x="17" y="187"/>
                    <a:pt x="67" y="187"/>
                  </a:cubicBezTo>
                  <a:lnTo>
                    <a:pt x="153" y="187"/>
                  </a:lnTo>
                  <a:cubicBezTo>
                    <a:pt x="170" y="170"/>
                    <a:pt x="207" y="154"/>
                    <a:pt x="224" y="121"/>
                  </a:cubicBezTo>
                  <a:lnTo>
                    <a:pt x="240" y="104"/>
                  </a:lnTo>
                  <a:cubicBezTo>
                    <a:pt x="257" y="34"/>
                    <a:pt x="22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7" name="Google Shape;22537;p71"/>
            <p:cNvSpPr/>
            <p:nvPr/>
          </p:nvSpPr>
          <p:spPr>
            <a:xfrm>
              <a:off x="4798275" y="2316450"/>
              <a:ext cx="6500" cy="5075"/>
            </a:xfrm>
            <a:custGeom>
              <a:avLst/>
              <a:gdLst/>
              <a:ahLst/>
              <a:cxnLst/>
              <a:rect l="l" t="t" r="r" b="b"/>
              <a:pathLst>
                <a:path w="260" h="203" extrusionOk="0">
                  <a:moveTo>
                    <a:pt x="187" y="0"/>
                  </a:moveTo>
                  <a:cubicBezTo>
                    <a:pt x="172" y="0"/>
                    <a:pt x="155" y="4"/>
                    <a:pt x="136" y="12"/>
                  </a:cubicBezTo>
                  <a:cubicBezTo>
                    <a:pt x="103" y="12"/>
                    <a:pt x="70" y="29"/>
                    <a:pt x="54" y="45"/>
                  </a:cubicBezTo>
                  <a:cubicBezTo>
                    <a:pt x="0" y="99"/>
                    <a:pt x="0" y="165"/>
                    <a:pt x="54" y="182"/>
                  </a:cubicBezTo>
                  <a:cubicBezTo>
                    <a:pt x="70" y="202"/>
                    <a:pt x="103" y="202"/>
                    <a:pt x="120" y="202"/>
                  </a:cubicBezTo>
                  <a:cubicBezTo>
                    <a:pt x="136" y="202"/>
                    <a:pt x="157" y="182"/>
                    <a:pt x="157" y="182"/>
                  </a:cubicBezTo>
                  <a:cubicBezTo>
                    <a:pt x="173" y="182"/>
                    <a:pt x="190" y="165"/>
                    <a:pt x="206" y="149"/>
                  </a:cubicBezTo>
                  <a:cubicBezTo>
                    <a:pt x="260" y="99"/>
                    <a:pt x="260" y="45"/>
                    <a:pt x="223" y="12"/>
                  </a:cubicBezTo>
                  <a:cubicBezTo>
                    <a:pt x="215" y="4"/>
                    <a:pt x="202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8" name="Google Shape;22538;p71"/>
            <p:cNvSpPr/>
            <p:nvPr/>
          </p:nvSpPr>
          <p:spPr>
            <a:xfrm>
              <a:off x="4860925" y="2327875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41" y="1"/>
                  </a:moveTo>
                  <a:cubicBezTo>
                    <a:pt x="104" y="1"/>
                    <a:pt x="71" y="17"/>
                    <a:pt x="55" y="54"/>
                  </a:cubicBezTo>
                  <a:cubicBezTo>
                    <a:pt x="1" y="87"/>
                    <a:pt x="1" y="157"/>
                    <a:pt x="38" y="190"/>
                  </a:cubicBezTo>
                  <a:lnTo>
                    <a:pt x="125" y="190"/>
                  </a:lnTo>
                  <a:cubicBezTo>
                    <a:pt x="141" y="190"/>
                    <a:pt x="141" y="190"/>
                    <a:pt x="158" y="174"/>
                  </a:cubicBezTo>
                  <a:cubicBezTo>
                    <a:pt x="174" y="174"/>
                    <a:pt x="191" y="157"/>
                    <a:pt x="207" y="137"/>
                  </a:cubicBezTo>
                  <a:cubicBezTo>
                    <a:pt x="228" y="120"/>
                    <a:pt x="244" y="87"/>
                    <a:pt x="244" y="71"/>
                  </a:cubicBezTo>
                  <a:cubicBezTo>
                    <a:pt x="244" y="54"/>
                    <a:pt x="244" y="17"/>
                    <a:pt x="207" y="17"/>
                  </a:cubicBezTo>
                  <a:cubicBezTo>
                    <a:pt x="191" y="1"/>
                    <a:pt x="174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9" name="Google Shape;22539;p71"/>
            <p:cNvSpPr/>
            <p:nvPr/>
          </p:nvSpPr>
          <p:spPr>
            <a:xfrm>
              <a:off x="4823200" y="246527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70" y="1"/>
                  </a:moveTo>
                  <a:cubicBezTo>
                    <a:pt x="104" y="1"/>
                    <a:pt x="34" y="54"/>
                    <a:pt x="17" y="104"/>
                  </a:cubicBezTo>
                  <a:cubicBezTo>
                    <a:pt x="1" y="157"/>
                    <a:pt x="34" y="207"/>
                    <a:pt x="104" y="207"/>
                  </a:cubicBezTo>
                  <a:cubicBezTo>
                    <a:pt x="121" y="207"/>
                    <a:pt x="137" y="207"/>
                    <a:pt x="154" y="190"/>
                  </a:cubicBezTo>
                  <a:cubicBezTo>
                    <a:pt x="170" y="190"/>
                    <a:pt x="170" y="190"/>
                    <a:pt x="191" y="174"/>
                  </a:cubicBezTo>
                  <a:cubicBezTo>
                    <a:pt x="207" y="157"/>
                    <a:pt x="240" y="141"/>
                    <a:pt x="240" y="104"/>
                  </a:cubicBezTo>
                  <a:cubicBezTo>
                    <a:pt x="257" y="87"/>
                    <a:pt x="257" y="54"/>
                    <a:pt x="240" y="38"/>
                  </a:cubicBezTo>
                  <a:cubicBezTo>
                    <a:pt x="224" y="21"/>
                    <a:pt x="207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0" name="Google Shape;22540;p71"/>
            <p:cNvSpPr/>
            <p:nvPr/>
          </p:nvSpPr>
          <p:spPr>
            <a:xfrm>
              <a:off x="4823625" y="2454150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74" y="0"/>
                  </a:moveTo>
                  <a:cubicBezTo>
                    <a:pt x="137" y="0"/>
                    <a:pt x="120" y="17"/>
                    <a:pt x="87" y="33"/>
                  </a:cubicBezTo>
                  <a:cubicBezTo>
                    <a:pt x="50" y="54"/>
                    <a:pt x="33" y="70"/>
                    <a:pt x="17" y="103"/>
                  </a:cubicBezTo>
                  <a:cubicBezTo>
                    <a:pt x="0" y="157"/>
                    <a:pt x="33" y="206"/>
                    <a:pt x="104" y="206"/>
                  </a:cubicBezTo>
                  <a:cubicBezTo>
                    <a:pt x="120" y="206"/>
                    <a:pt x="137" y="190"/>
                    <a:pt x="174" y="190"/>
                  </a:cubicBezTo>
                  <a:lnTo>
                    <a:pt x="190" y="173"/>
                  </a:lnTo>
                  <a:cubicBezTo>
                    <a:pt x="223" y="157"/>
                    <a:pt x="240" y="120"/>
                    <a:pt x="256" y="103"/>
                  </a:cubicBezTo>
                  <a:cubicBezTo>
                    <a:pt x="256" y="70"/>
                    <a:pt x="256" y="54"/>
                    <a:pt x="240" y="33"/>
                  </a:cubicBezTo>
                  <a:cubicBezTo>
                    <a:pt x="223" y="17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1" name="Google Shape;22541;p71"/>
            <p:cNvSpPr/>
            <p:nvPr/>
          </p:nvSpPr>
          <p:spPr>
            <a:xfrm>
              <a:off x="4687875" y="24670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04" y="17"/>
                    <a:pt x="71" y="34"/>
                  </a:cubicBezTo>
                  <a:cubicBezTo>
                    <a:pt x="54" y="54"/>
                    <a:pt x="17" y="71"/>
                    <a:pt x="17" y="104"/>
                  </a:cubicBezTo>
                  <a:cubicBezTo>
                    <a:pt x="1" y="157"/>
                    <a:pt x="38" y="207"/>
                    <a:pt x="87" y="207"/>
                  </a:cubicBezTo>
                  <a:cubicBezTo>
                    <a:pt x="104" y="207"/>
                    <a:pt x="141" y="190"/>
                    <a:pt x="157" y="190"/>
                  </a:cubicBezTo>
                  <a:cubicBezTo>
                    <a:pt x="157" y="174"/>
                    <a:pt x="174" y="174"/>
                    <a:pt x="190" y="174"/>
                  </a:cubicBezTo>
                  <a:cubicBezTo>
                    <a:pt x="207" y="157"/>
                    <a:pt x="223" y="120"/>
                    <a:pt x="244" y="104"/>
                  </a:cubicBezTo>
                  <a:cubicBezTo>
                    <a:pt x="260" y="54"/>
                    <a:pt x="22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2" name="Google Shape;22542;p71"/>
            <p:cNvSpPr/>
            <p:nvPr/>
          </p:nvSpPr>
          <p:spPr>
            <a:xfrm>
              <a:off x="4829600" y="24317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1"/>
                  </a:moveTo>
                  <a:cubicBezTo>
                    <a:pt x="141" y="1"/>
                    <a:pt x="104" y="21"/>
                    <a:pt x="71" y="38"/>
                  </a:cubicBezTo>
                  <a:cubicBezTo>
                    <a:pt x="54" y="54"/>
                    <a:pt x="38" y="71"/>
                    <a:pt x="17" y="104"/>
                  </a:cubicBezTo>
                  <a:cubicBezTo>
                    <a:pt x="1" y="157"/>
                    <a:pt x="38" y="207"/>
                    <a:pt x="87" y="207"/>
                  </a:cubicBezTo>
                  <a:cubicBezTo>
                    <a:pt x="120" y="207"/>
                    <a:pt x="141" y="190"/>
                    <a:pt x="157" y="190"/>
                  </a:cubicBezTo>
                  <a:cubicBezTo>
                    <a:pt x="174" y="190"/>
                    <a:pt x="174" y="174"/>
                    <a:pt x="190" y="174"/>
                  </a:cubicBezTo>
                  <a:cubicBezTo>
                    <a:pt x="207" y="157"/>
                    <a:pt x="244" y="124"/>
                    <a:pt x="244" y="104"/>
                  </a:cubicBezTo>
                  <a:cubicBezTo>
                    <a:pt x="260" y="54"/>
                    <a:pt x="22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3" name="Google Shape;22543;p71"/>
            <p:cNvSpPr/>
            <p:nvPr/>
          </p:nvSpPr>
          <p:spPr>
            <a:xfrm>
              <a:off x="4816300" y="2491500"/>
              <a:ext cx="6925" cy="5050"/>
            </a:xfrm>
            <a:custGeom>
              <a:avLst/>
              <a:gdLst/>
              <a:ahLst/>
              <a:cxnLst/>
              <a:rect l="l" t="t" r="r" b="b"/>
              <a:pathLst>
                <a:path w="277" h="202" extrusionOk="0">
                  <a:moveTo>
                    <a:pt x="179" y="0"/>
                  </a:moveTo>
                  <a:cubicBezTo>
                    <a:pt x="160" y="0"/>
                    <a:pt x="139" y="6"/>
                    <a:pt x="120" y="19"/>
                  </a:cubicBezTo>
                  <a:cubicBezTo>
                    <a:pt x="54" y="52"/>
                    <a:pt x="1" y="106"/>
                    <a:pt x="17" y="155"/>
                  </a:cubicBezTo>
                  <a:cubicBezTo>
                    <a:pt x="27" y="189"/>
                    <a:pt x="58" y="201"/>
                    <a:pt x="93" y="201"/>
                  </a:cubicBezTo>
                  <a:cubicBezTo>
                    <a:pt x="114" y="201"/>
                    <a:pt x="137" y="196"/>
                    <a:pt x="157" y="188"/>
                  </a:cubicBezTo>
                  <a:cubicBezTo>
                    <a:pt x="223" y="155"/>
                    <a:pt x="277" y="106"/>
                    <a:pt x="260" y="52"/>
                  </a:cubicBezTo>
                  <a:cubicBezTo>
                    <a:pt x="247" y="20"/>
                    <a:pt x="215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4" name="Google Shape;22544;p71"/>
            <p:cNvSpPr/>
            <p:nvPr/>
          </p:nvSpPr>
          <p:spPr>
            <a:xfrm>
              <a:off x="4838675" y="2406475"/>
              <a:ext cx="6425" cy="4925"/>
            </a:xfrm>
            <a:custGeom>
              <a:avLst/>
              <a:gdLst/>
              <a:ahLst/>
              <a:cxnLst/>
              <a:rect l="l" t="t" r="r" b="b"/>
              <a:pathLst>
                <a:path w="257" h="197" extrusionOk="0">
                  <a:moveTo>
                    <a:pt x="168" y="0"/>
                  </a:moveTo>
                  <a:cubicBezTo>
                    <a:pt x="148" y="0"/>
                    <a:pt x="127" y="6"/>
                    <a:pt x="103" y="19"/>
                  </a:cubicBezTo>
                  <a:cubicBezTo>
                    <a:pt x="33" y="52"/>
                    <a:pt x="0" y="106"/>
                    <a:pt x="0" y="155"/>
                  </a:cubicBezTo>
                  <a:cubicBezTo>
                    <a:pt x="12" y="179"/>
                    <a:pt x="52" y="196"/>
                    <a:pt x="98" y="196"/>
                  </a:cubicBezTo>
                  <a:cubicBezTo>
                    <a:pt x="116" y="196"/>
                    <a:pt x="135" y="194"/>
                    <a:pt x="153" y="188"/>
                  </a:cubicBezTo>
                  <a:cubicBezTo>
                    <a:pt x="207" y="155"/>
                    <a:pt x="256" y="106"/>
                    <a:pt x="240" y="52"/>
                  </a:cubicBezTo>
                  <a:cubicBezTo>
                    <a:pt x="229" y="20"/>
                    <a:pt x="203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5" name="Google Shape;22545;p71"/>
            <p:cNvSpPr/>
            <p:nvPr/>
          </p:nvSpPr>
          <p:spPr>
            <a:xfrm>
              <a:off x="4834750" y="2443850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57" y="0"/>
                  </a:moveTo>
                  <a:cubicBezTo>
                    <a:pt x="141" y="0"/>
                    <a:pt x="104" y="0"/>
                    <a:pt x="71" y="17"/>
                  </a:cubicBezTo>
                  <a:cubicBezTo>
                    <a:pt x="54" y="54"/>
                    <a:pt x="17" y="70"/>
                    <a:pt x="17" y="103"/>
                  </a:cubicBezTo>
                  <a:cubicBezTo>
                    <a:pt x="1" y="157"/>
                    <a:pt x="38" y="190"/>
                    <a:pt x="87" y="190"/>
                  </a:cubicBezTo>
                  <a:cubicBezTo>
                    <a:pt x="104" y="190"/>
                    <a:pt x="141" y="190"/>
                    <a:pt x="157" y="173"/>
                  </a:cubicBezTo>
                  <a:cubicBezTo>
                    <a:pt x="157" y="173"/>
                    <a:pt x="174" y="173"/>
                    <a:pt x="190" y="157"/>
                  </a:cubicBezTo>
                  <a:cubicBezTo>
                    <a:pt x="207" y="136"/>
                    <a:pt x="223" y="120"/>
                    <a:pt x="244" y="87"/>
                  </a:cubicBezTo>
                  <a:cubicBezTo>
                    <a:pt x="260" y="70"/>
                    <a:pt x="244" y="33"/>
                    <a:pt x="244" y="17"/>
                  </a:cubicBezTo>
                  <a:cubicBezTo>
                    <a:pt x="223" y="0"/>
                    <a:pt x="19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6" name="Google Shape;22546;p71"/>
            <p:cNvSpPr/>
            <p:nvPr/>
          </p:nvSpPr>
          <p:spPr>
            <a:xfrm>
              <a:off x="4794450" y="25134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70" y="1"/>
                  </a:moveTo>
                  <a:cubicBezTo>
                    <a:pt x="137" y="1"/>
                    <a:pt x="104" y="1"/>
                    <a:pt x="67" y="17"/>
                  </a:cubicBezTo>
                  <a:cubicBezTo>
                    <a:pt x="50" y="34"/>
                    <a:pt x="17" y="71"/>
                    <a:pt x="17" y="88"/>
                  </a:cubicBezTo>
                  <a:cubicBezTo>
                    <a:pt x="1" y="121"/>
                    <a:pt x="1" y="137"/>
                    <a:pt x="17" y="158"/>
                  </a:cubicBezTo>
                  <a:cubicBezTo>
                    <a:pt x="34" y="174"/>
                    <a:pt x="67" y="191"/>
                    <a:pt x="83" y="191"/>
                  </a:cubicBezTo>
                  <a:cubicBezTo>
                    <a:pt x="104" y="191"/>
                    <a:pt x="137" y="191"/>
                    <a:pt x="153" y="174"/>
                  </a:cubicBezTo>
                  <a:cubicBezTo>
                    <a:pt x="153" y="174"/>
                    <a:pt x="170" y="174"/>
                    <a:pt x="186" y="158"/>
                  </a:cubicBezTo>
                  <a:cubicBezTo>
                    <a:pt x="207" y="137"/>
                    <a:pt x="223" y="121"/>
                    <a:pt x="240" y="88"/>
                  </a:cubicBezTo>
                  <a:cubicBezTo>
                    <a:pt x="256" y="34"/>
                    <a:pt x="223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7" name="Google Shape;22547;p71"/>
            <p:cNvSpPr/>
            <p:nvPr/>
          </p:nvSpPr>
          <p:spPr>
            <a:xfrm>
              <a:off x="4789725" y="2454975"/>
              <a:ext cx="6400" cy="4925"/>
            </a:xfrm>
            <a:custGeom>
              <a:avLst/>
              <a:gdLst/>
              <a:ahLst/>
              <a:cxnLst/>
              <a:rect l="l" t="t" r="r" b="b"/>
              <a:pathLst>
                <a:path w="256" h="197" extrusionOk="0">
                  <a:moveTo>
                    <a:pt x="169" y="0"/>
                  </a:moveTo>
                  <a:cubicBezTo>
                    <a:pt x="153" y="0"/>
                    <a:pt x="120" y="0"/>
                    <a:pt x="103" y="21"/>
                  </a:cubicBezTo>
                  <a:cubicBezTo>
                    <a:pt x="49" y="37"/>
                    <a:pt x="0" y="103"/>
                    <a:pt x="17" y="157"/>
                  </a:cubicBezTo>
                  <a:cubicBezTo>
                    <a:pt x="29" y="181"/>
                    <a:pt x="69" y="196"/>
                    <a:pt x="110" y="196"/>
                  </a:cubicBezTo>
                  <a:cubicBezTo>
                    <a:pt x="125" y="196"/>
                    <a:pt x="139" y="194"/>
                    <a:pt x="153" y="190"/>
                  </a:cubicBezTo>
                  <a:cubicBezTo>
                    <a:pt x="169" y="173"/>
                    <a:pt x="190" y="157"/>
                    <a:pt x="206" y="157"/>
                  </a:cubicBezTo>
                  <a:cubicBezTo>
                    <a:pt x="239" y="124"/>
                    <a:pt x="256" y="87"/>
                    <a:pt x="256" y="54"/>
                  </a:cubicBezTo>
                  <a:cubicBezTo>
                    <a:pt x="239" y="21"/>
                    <a:pt x="206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8" name="Google Shape;22548;p71"/>
            <p:cNvSpPr/>
            <p:nvPr/>
          </p:nvSpPr>
          <p:spPr>
            <a:xfrm>
              <a:off x="4788375" y="24452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1" y="1"/>
                  </a:moveTo>
                  <a:cubicBezTo>
                    <a:pt x="152" y="1"/>
                    <a:pt x="130" y="5"/>
                    <a:pt x="103" y="13"/>
                  </a:cubicBezTo>
                  <a:cubicBezTo>
                    <a:pt x="54" y="30"/>
                    <a:pt x="17" y="63"/>
                    <a:pt x="17" y="100"/>
                  </a:cubicBezTo>
                  <a:cubicBezTo>
                    <a:pt x="0" y="116"/>
                    <a:pt x="0" y="133"/>
                    <a:pt x="17" y="149"/>
                  </a:cubicBezTo>
                  <a:cubicBezTo>
                    <a:pt x="17" y="173"/>
                    <a:pt x="54" y="190"/>
                    <a:pt x="100" y="190"/>
                  </a:cubicBezTo>
                  <a:cubicBezTo>
                    <a:pt x="118" y="190"/>
                    <a:pt x="138" y="188"/>
                    <a:pt x="157" y="182"/>
                  </a:cubicBezTo>
                  <a:cubicBezTo>
                    <a:pt x="223" y="149"/>
                    <a:pt x="260" y="79"/>
                    <a:pt x="244" y="46"/>
                  </a:cubicBezTo>
                  <a:cubicBezTo>
                    <a:pt x="244" y="30"/>
                    <a:pt x="223" y="13"/>
                    <a:pt x="223" y="13"/>
                  </a:cubicBezTo>
                  <a:cubicBezTo>
                    <a:pt x="207" y="5"/>
                    <a:pt x="190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9" name="Google Shape;22549;p71"/>
            <p:cNvSpPr/>
            <p:nvPr/>
          </p:nvSpPr>
          <p:spPr>
            <a:xfrm>
              <a:off x="4814150" y="2477325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73" y="1"/>
                  </a:moveTo>
                  <a:cubicBezTo>
                    <a:pt x="140" y="1"/>
                    <a:pt x="103" y="1"/>
                    <a:pt x="87" y="34"/>
                  </a:cubicBezTo>
                  <a:cubicBezTo>
                    <a:pt x="54" y="55"/>
                    <a:pt x="37" y="71"/>
                    <a:pt x="17" y="104"/>
                  </a:cubicBezTo>
                  <a:cubicBezTo>
                    <a:pt x="0" y="158"/>
                    <a:pt x="37" y="191"/>
                    <a:pt x="103" y="191"/>
                  </a:cubicBezTo>
                  <a:lnTo>
                    <a:pt x="157" y="191"/>
                  </a:lnTo>
                  <a:cubicBezTo>
                    <a:pt x="173" y="174"/>
                    <a:pt x="173" y="174"/>
                    <a:pt x="190" y="174"/>
                  </a:cubicBezTo>
                  <a:cubicBezTo>
                    <a:pt x="223" y="137"/>
                    <a:pt x="243" y="121"/>
                    <a:pt x="243" y="104"/>
                  </a:cubicBezTo>
                  <a:cubicBezTo>
                    <a:pt x="260" y="34"/>
                    <a:pt x="22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0" name="Google Shape;22550;p71"/>
            <p:cNvSpPr/>
            <p:nvPr/>
          </p:nvSpPr>
          <p:spPr>
            <a:xfrm>
              <a:off x="4842900" y="23613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57" y="1"/>
                    <a:pt x="124" y="1"/>
                    <a:pt x="87" y="17"/>
                  </a:cubicBezTo>
                  <a:cubicBezTo>
                    <a:pt x="54" y="34"/>
                    <a:pt x="38" y="71"/>
                    <a:pt x="38" y="87"/>
                  </a:cubicBezTo>
                  <a:cubicBezTo>
                    <a:pt x="0" y="137"/>
                    <a:pt x="38" y="190"/>
                    <a:pt x="103" y="190"/>
                  </a:cubicBezTo>
                  <a:cubicBezTo>
                    <a:pt x="124" y="190"/>
                    <a:pt x="157" y="190"/>
                    <a:pt x="174" y="174"/>
                  </a:cubicBezTo>
                  <a:cubicBezTo>
                    <a:pt x="174" y="174"/>
                    <a:pt x="190" y="174"/>
                    <a:pt x="190" y="157"/>
                  </a:cubicBezTo>
                  <a:cubicBezTo>
                    <a:pt x="227" y="137"/>
                    <a:pt x="244" y="120"/>
                    <a:pt x="260" y="87"/>
                  </a:cubicBezTo>
                  <a:cubicBezTo>
                    <a:pt x="260" y="71"/>
                    <a:pt x="260" y="34"/>
                    <a:pt x="244" y="17"/>
                  </a:cubicBezTo>
                  <a:cubicBezTo>
                    <a:pt x="244" y="1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1" name="Google Shape;22551;p71"/>
            <p:cNvSpPr/>
            <p:nvPr/>
          </p:nvSpPr>
          <p:spPr>
            <a:xfrm>
              <a:off x="4808575" y="2465575"/>
              <a:ext cx="6525" cy="4875"/>
            </a:xfrm>
            <a:custGeom>
              <a:avLst/>
              <a:gdLst/>
              <a:ahLst/>
              <a:cxnLst/>
              <a:rect l="l" t="t" r="r" b="b"/>
              <a:pathLst>
                <a:path w="261" h="195" extrusionOk="0">
                  <a:moveTo>
                    <a:pt x="155" y="0"/>
                  </a:moveTo>
                  <a:cubicBezTo>
                    <a:pt x="144" y="0"/>
                    <a:pt x="132" y="2"/>
                    <a:pt x="120" y="9"/>
                  </a:cubicBezTo>
                  <a:cubicBezTo>
                    <a:pt x="87" y="9"/>
                    <a:pt x="71" y="26"/>
                    <a:pt x="33" y="59"/>
                  </a:cubicBezTo>
                  <a:cubicBezTo>
                    <a:pt x="17" y="75"/>
                    <a:pt x="1" y="92"/>
                    <a:pt x="1" y="129"/>
                  </a:cubicBezTo>
                  <a:cubicBezTo>
                    <a:pt x="1" y="145"/>
                    <a:pt x="17" y="178"/>
                    <a:pt x="33" y="178"/>
                  </a:cubicBezTo>
                  <a:cubicBezTo>
                    <a:pt x="54" y="195"/>
                    <a:pt x="87" y="195"/>
                    <a:pt x="120" y="195"/>
                  </a:cubicBezTo>
                  <a:cubicBezTo>
                    <a:pt x="120" y="195"/>
                    <a:pt x="137" y="195"/>
                    <a:pt x="137" y="178"/>
                  </a:cubicBezTo>
                  <a:cubicBezTo>
                    <a:pt x="174" y="178"/>
                    <a:pt x="190" y="162"/>
                    <a:pt x="207" y="145"/>
                  </a:cubicBezTo>
                  <a:cubicBezTo>
                    <a:pt x="240" y="92"/>
                    <a:pt x="260" y="42"/>
                    <a:pt x="207" y="9"/>
                  </a:cubicBezTo>
                  <a:cubicBezTo>
                    <a:pt x="196" y="9"/>
                    <a:pt x="177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2" name="Google Shape;22552;p71"/>
            <p:cNvSpPr/>
            <p:nvPr/>
          </p:nvSpPr>
          <p:spPr>
            <a:xfrm>
              <a:off x="4804250" y="24898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63" y="0"/>
                  </a:moveTo>
                  <a:cubicBezTo>
                    <a:pt x="143" y="0"/>
                    <a:pt x="122" y="6"/>
                    <a:pt x="103" y="17"/>
                  </a:cubicBezTo>
                  <a:cubicBezTo>
                    <a:pt x="54" y="34"/>
                    <a:pt x="37" y="50"/>
                    <a:pt x="21" y="87"/>
                  </a:cubicBezTo>
                  <a:cubicBezTo>
                    <a:pt x="0" y="104"/>
                    <a:pt x="0" y="120"/>
                    <a:pt x="0" y="137"/>
                  </a:cubicBezTo>
                  <a:cubicBezTo>
                    <a:pt x="21" y="174"/>
                    <a:pt x="21" y="174"/>
                    <a:pt x="54" y="190"/>
                  </a:cubicBezTo>
                  <a:cubicBezTo>
                    <a:pt x="59" y="196"/>
                    <a:pt x="67" y="198"/>
                    <a:pt x="75" y="198"/>
                  </a:cubicBezTo>
                  <a:cubicBezTo>
                    <a:pt x="93" y="198"/>
                    <a:pt x="116" y="190"/>
                    <a:pt x="141" y="190"/>
                  </a:cubicBezTo>
                  <a:cubicBezTo>
                    <a:pt x="206" y="153"/>
                    <a:pt x="260" y="87"/>
                    <a:pt x="244" y="50"/>
                  </a:cubicBezTo>
                  <a:cubicBezTo>
                    <a:pt x="233" y="18"/>
                    <a:pt x="200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3" name="Google Shape;22553;p71"/>
            <p:cNvSpPr/>
            <p:nvPr/>
          </p:nvSpPr>
          <p:spPr>
            <a:xfrm>
              <a:off x="4798675" y="2478675"/>
              <a:ext cx="6525" cy="4675"/>
            </a:xfrm>
            <a:custGeom>
              <a:avLst/>
              <a:gdLst/>
              <a:ahLst/>
              <a:cxnLst/>
              <a:rect l="l" t="t" r="r" b="b"/>
              <a:pathLst>
                <a:path w="261" h="187" extrusionOk="0">
                  <a:moveTo>
                    <a:pt x="174" y="1"/>
                  </a:moveTo>
                  <a:cubicBezTo>
                    <a:pt x="141" y="1"/>
                    <a:pt x="120" y="1"/>
                    <a:pt x="87" y="17"/>
                  </a:cubicBezTo>
                  <a:cubicBezTo>
                    <a:pt x="54" y="34"/>
                    <a:pt x="38" y="67"/>
                    <a:pt x="17" y="104"/>
                  </a:cubicBezTo>
                  <a:cubicBezTo>
                    <a:pt x="1" y="153"/>
                    <a:pt x="38" y="186"/>
                    <a:pt x="87" y="186"/>
                  </a:cubicBezTo>
                  <a:lnTo>
                    <a:pt x="141" y="186"/>
                  </a:lnTo>
                  <a:cubicBezTo>
                    <a:pt x="141" y="186"/>
                    <a:pt x="157" y="186"/>
                    <a:pt x="157" y="170"/>
                  </a:cubicBezTo>
                  <a:lnTo>
                    <a:pt x="190" y="170"/>
                  </a:lnTo>
                  <a:cubicBezTo>
                    <a:pt x="207" y="137"/>
                    <a:pt x="244" y="120"/>
                    <a:pt x="244" y="83"/>
                  </a:cubicBezTo>
                  <a:cubicBezTo>
                    <a:pt x="260" y="67"/>
                    <a:pt x="260" y="50"/>
                    <a:pt x="244" y="17"/>
                  </a:cubicBezTo>
                  <a:cubicBezTo>
                    <a:pt x="223" y="1"/>
                    <a:pt x="19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4" name="Google Shape;22554;p71"/>
            <p:cNvSpPr/>
            <p:nvPr/>
          </p:nvSpPr>
          <p:spPr>
            <a:xfrm>
              <a:off x="4855375" y="2362200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73" y="1"/>
                  </a:moveTo>
                  <a:cubicBezTo>
                    <a:pt x="157" y="1"/>
                    <a:pt x="140" y="1"/>
                    <a:pt x="103" y="21"/>
                  </a:cubicBezTo>
                  <a:cubicBezTo>
                    <a:pt x="54" y="54"/>
                    <a:pt x="0" y="104"/>
                    <a:pt x="17" y="157"/>
                  </a:cubicBezTo>
                  <a:cubicBezTo>
                    <a:pt x="30" y="189"/>
                    <a:pt x="61" y="200"/>
                    <a:pt x="96" y="200"/>
                  </a:cubicBezTo>
                  <a:cubicBezTo>
                    <a:pt x="116" y="200"/>
                    <a:pt x="137" y="196"/>
                    <a:pt x="157" y="190"/>
                  </a:cubicBezTo>
                  <a:cubicBezTo>
                    <a:pt x="173" y="174"/>
                    <a:pt x="190" y="174"/>
                    <a:pt x="206" y="157"/>
                  </a:cubicBezTo>
                  <a:cubicBezTo>
                    <a:pt x="244" y="124"/>
                    <a:pt x="260" y="87"/>
                    <a:pt x="260" y="54"/>
                  </a:cubicBezTo>
                  <a:cubicBezTo>
                    <a:pt x="244" y="21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5" name="Google Shape;22555;p71"/>
            <p:cNvSpPr/>
            <p:nvPr/>
          </p:nvSpPr>
          <p:spPr>
            <a:xfrm>
              <a:off x="4870825" y="236065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71" y="1"/>
                  </a:moveTo>
                  <a:cubicBezTo>
                    <a:pt x="156" y="1"/>
                    <a:pt x="139" y="5"/>
                    <a:pt x="120" y="13"/>
                  </a:cubicBezTo>
                  <a:cubicBezTo>
                    <a:pt x="87" y="13"/>
                    <a:pt x="54" y="30"/>
                    <a:pt x="38" y="46"/>
                  </a:cubicBezTo>
                  <a:cubicBezTo>
                    <a:pt x="17" y="83"/>
                    <a:pt x="1" y="100"/>
                    <a:pt x="1" y="133"/>
                  </a:cubicBezTo>
                  <a:cubicBezTo>
                    <a:pt x="1" y="149"/>
                    <a:pt x="1" y="166"/>
                    <a:pt x="38" y="186"/>
                  </a:cubicBezTo>
                  <a:cubicBezTo>
                    <a:pt x="54" y="203"/>
                    <a:pt x="71" y="203"/>
                    <a:pt x="104" y="203"/>
                  </a:cubicBezTo>
                  <a:cubicBezTo>
                    <a:pt x="120" y="203"/>
                    <a:pt x="141" y="186"/>
                    <a:pt x="141" y="186"/>
                  </a:cubicBezTo>
                  <a:cubicBezTo>
                    <a:pt x="157" y="186"/>
                    <a:pt x="174" y="166"/>
                    <a:pt x="190" y="149"/>
                  </a:cubicBezTo>
                  <a:cubicBezTo>
                    <a:pt x="244" y="100"/>
                    <a:pt x="244" y="46"/>
                    <a:pt x="207" y="13"/>
                  </a:cubicBezTo>
                  <a:cubicBezTo>
                    <a:pt x="199" y="5"/>
                    <a:pt x="186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6" name="Google Shape;22556;p71"/>
            <p:cNvSpPr/>
            <p:nvPr/>
          </p:nvSpPr>
          <p:spPr>
            <a:xfrm>
              <a:off x="4876400" y="23725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3" y="1"/>
                    <a:pt x="70" y="22"/>
                  </a:cubicBezTo>
                  <a:cubicBezTo>
                    <a:pt x="54" y="38"/>
                    <a:pt x="21" y="71"/>
                    <a:pt x="21" y="88"/>
                  </a:cubicBezTo>
                  <a:cubicBezTo>
                    <a:pt x="0" y="158"/>
                    <a:pt x="37" y="191"/>
                    <a:pt x="87" y="191"/>
                  </a:cubicBezTo>
                  <a:cubicBezTo>
                    <a:pt x="103" y="191"/>
                    <a:pt x="141" y="191"/>
                    <a:pt x="157" y="174"/>
                  </a:cubicBezTo>
                  <a:cubicBezTo>
                    <a:pt x="157" y="174"/>
                    <a:pt x="174" y="174"/>
                    <a:pt x="190" y="158"/>
                  </a:cubicBezTo>
                  <a:cubicBezTo>
                    <a:pt x="207" y="141"/>
                    <a:pt x="227" y="125"/>
                    <a:pt x="244" y="88"/>
                  </a:cubicBezTo>
                  <a:cubicBezTo>
                    <a:pt x="260" y="38"/>
                    <a:pt x="22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7" name="Google Shape;22557;p71"/>
            <p:cNvSpPr/>
            <p:nvPr/>
          </p:nvSpPr>
          <p:spPr>
            <a:xfrm>
              <a:off x="4885475" y="2360550"/>
              <a:ext cx="6400" cy="5175"/>
            </a:xfrm>
            <a:custGeom>
              <a:avLst/>
              <a:gdLst/>
              <a:ahLst/>
              <a:cxnLst/>
              <a:rect l="l" t="t" r="r" b="b"/>
              <a:pathLst>
                <a:path w="256" h="207" extrusionOk="0">
                  <a:moveTo>
                    <a:pt x="173" y="1"/>
                  </a:moveTo>
                  <a:cubicBezTo>
                    <a:pt x="103" y="1"/>
                    <a:pt x="33" y="50"/>
                    <a:pt x="17" y="104"/>
                  </a:cubicBezTo>
                  <a:cubicBezTo>
                    <a:pt x="0" y="153"/>
                    <a:pt x="33" y="207"/>
                    <a:pt x="87" y="207"/>
                  </a:cubicBezTo>
                  <a:cubicBezTo>
                    <a:pt x="103" y="207"/>
                    <a:pt x="136" y="190"/>
                    <a:pt x="153" y="190"/>
                  </a:cubicBezTo>
                  <a:cubicBezTo>
                    <a:pt x="153" y="190"/>
                    <a:pt x="173" y="170"/>
                    <a:pt x="190" y="170"/>
                  </a:cubicBezTo>
                  <a:cubicBezTo>
                    <a:pt x="206" y="153"/>
                    <a:pt x="223" y="120"/>
                    <a:pt x="239" y="104"/>
                  </a:cubicBezTo>
                  <a:cubicBezTo>
                    <a:pt x="256" y="67"/>
                    <a:pt x="239" y="50"/>
                    <a:pt x="239" y="34"/>
                  </a:cubicBezTo>
                  <a:cubicBezTo>
                    <a:pt x="223" y="17"/>
                    <a:pt x="190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8" name="Google Shape;22558;p71"/>
            <p:cNvSpPr/>
            <p:nvPr/>
          </p:nvSpPr>
          <p:spPr>
            <a:xfrm>
              <a:off x="4878550" y="2386725"/>
              <a:ext cx="4375" cy="4775"/>
            </a:xfrm>
            <a:custGeom>
              <a:avLst/>
              <a:gdLst/>
              <a:ahLst/>
              <a:cxnLst/>
              <a:rect l="l" t="t" r="r" b="b"/>
              <a:pathLst>
                <a:path w="175" h="191" extrusionOk="0">
                  <a:moveTo>
                    <a:pt x="174" y="1"/>
                  </a:moveTo>
                  <a:cubicBezTo>
                    <a:pt x="158" y="1"/>
                    <a:pt x="121" y="1"/>
                    <a:pt x="104" y="17"/>
                  </a:cubicBezTo>
                  <a:cubicBezTo>
                    <a:pt x="55" y="34"/>
                    <a:pt x="1" y="104"/>
                    <a:pt x="17" y="153"/>
                  </a:cubicBezTo>
                  <a:cubicBezTo>
                    <a:pt x="17" y="153"/>
                    <a:pt x="38" y="174"/>
                    <a:pt x="38" y="191"/>
                  </a:cubicBezTo>
                  <a:cubicBezTo>
                    <a:pt x="88" y="121"/>
                    <a:pt x="121" y="50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9" name="Google Shape;22559;p71"/>
            <p:cNvSpPr/>
            <p:nvPr/>
          </p:nvSpPr>
          <p:spPr>
            <a:xfrm>
              <a:off x="4896600" y="233902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20" y="0"/>
                    <a:pt x="87" y="21"/>
                  </a:cubicBezTo>
                  <a:cubicBezTo>
                    <a:pt x="54" y="37"/>
                    <a:pt x="38" y="70"/>
                    <a:pt x="38" y="87"/>
                  </a:cubicBezTo>
                  <a:cubicBezTo>
                    <a:pt x="0" y="140"/>
                    <a:pt x="38" y="190"/>
                    <a:pt x="104" y="190"/>
                  </a:cubicBezTo>
                  <a:cubicBezTo>
                    <a:pt x="120" y="190"/>
                    <a:pt x="141" y="190"/>
                    <a:pt x="174" y="173"/>
                  </a:cubicBezTo>
                  <a:cubicBezTo>
                    <a:pt x="174" y="173"/>
                    <a:pt x="190" y="173"/>
                    <a:pt x="190" y="157"/>
                  </a:cubicBezTo>
                  <a:cubicBezTo>
                    <a:pt x="223" y="140"/>
                    <a:pt x="244" y="124"/>
                    <a:pt x="260" y="87"/>
                  </a:cubicBezTo>
                  <a:cubicBezTo>
                    <a:pt x="260" y="70"/>
                    <a:pt x="260" y="37"/>
                    <a:pt x="244" y="21"/>
                  </a:cubicBezTo>
                  <a:cubicBezTo>
                    <a:pt x="223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0" name="Google Shape;22560;p71"/>
            <p:cNvSpPr/>
            <p:nvPr/>
          </p:nvSpPr>
          <p:spPr>
            <a:xfrm>
              <a:off x="4891850" y="232705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57" y="1"/>
                  </a:moveTo>
                  <a:cubicBezTo>
                    <a:pt x="141" y="1"/>
                    <a:pt x="104" y="17"/>
                    <a:pt x="71" y="34"/>
                  </a:cubicBezTo>
                  <a:cubicBezTo>
                    <a:pt x="38" y="50"/>
                    <a:pt x="21" y="67"/>
                    <a:pt x="21" y="104"/>
                  </a:cubicBezTo>
                  <a:cubicBezTo>
                    <a:pt x="1" y="153"/>
                    <a:pt x="38" y="190"/>
                    <a:pt x="87" y="190"/>
                  </a:cubicBezTo>
                  <a:lnTo>
                    <a:pt x="157" y="190"/>
                  </a:lnTo>
                  <a:cubicBezTo>
                    <a:pt x="157" y="170"/>
                    <a:pt x="174" y="170"/>
                    <a:pt x="174" y="170"/>
                  </a:cubicBezTo>
                  <a:cubicBezTo>
                    <a:pt x="207" y="153"/>
                    <a:pt x="228" y="120"/>
                    <a:pt x="244" y="104"/>
                  </a:cubicBezTo>
                  <a:cubicBezTo>
                    <a:pt x="261" y="34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1" name="Google Shape;22561;p71"/>
            <p:cNvSpPr/>
            <p:nvPr/>
          </p:nvSpPr>
          <p:spPr>
            <a:xfrm>
              <a:off x="4885875" y="234932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37" y="0"/>
                    <a:pt x="104" y="21"/>
                    <a:pt x="87" y="37"/>
                  </a:cubicBezTo>
                  <a:cubicBezTo>
                    <a:pt x="54" y="54"/>
                    <a:pt x="34" y="70"/>
                    <a:pt x="17" y="103"/>
                  </a:cubicBezTo>
                  <a:cubicBezTo>
                    <a:pt x="1" y="157"/>
                    <a:pt x="34" y="190"/>
                    <a:pt x="104" y="190"/>
                  </a:cubicBezTo>
                  <a:lnTo>
                    <a:pt x="157" y="190"/>
                  </a:lnTo>
                  <a:cubicBezTo>
                    <a:pt x="174" y="173"/>
                    <a:pt x="174" y="173"/>
                    <a:pt x="190" y="173"/>
                  </a:cubicBezTo>
                  <a:cubicBezTo>
                    <a:pt x="223" y="157"/>
                    <a:pt x="240" y="124"/>
                    <a:pt x="240" y="103"/>
                  </a:cubicBezTo>
                  <a:cubicBezTo>
                    <a:pt x="260" y="70"/>
                    <a:pt x="260" y="54"/>
                    <a:pt x="240" y="37"/>
                  </a:cubicBezTo>
                  <a:cubicBezTo>
                    <a:pt x="223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2" name="Google Shape;22562;p71"/>
            <p:cNvSpPr/>
            <p:nvPr/>
          </p:nvSpPr>
          <p:spPr>
            <a:xfrm>
              <a:off x="4900525" y="2301675"/>
              <a:ext cx="6825" cy="4950"/>
            </a:xfrm>
            <a:custGeom>
              <a:avLst/>
              <a:gdLst/>
              <a:ahLst/>
              <a:cxnLst/>
              <a:rect l="l" t="t" r="r" b="b"/>
              <a:pathLst>
                <a:path w="273" h="198" extrusionOk="0">
                  <a:moveTo>
                    <a:pt x="177" y="1"/>
                  </a:moveTo>
                  <a:cubicBezTo>
                    <a:pt x="157" y="1"/>
                    <a:pt x="137" y="6"/>
                    <a:pt x="120" y="18"/>
                  </a:cubicBezTo>
                  <a:cubicBezTo>
                    <a:pt x="50" y="35"/>
                    <a:pt x="0" y="105"/>
                    <a:pt x="17" y="154"/>
                  </a:cubicBezTo>
                  <a:cubicBezTo>
                    <a:pt x="29" y="181"/>
                    <a:pt x="70" y="198"/>
                    <a:pt x="111" y="198"/>
                  </a:cubicBezTo>
                  <a:cubicBezTo>
                    <a:pt x="125" y="198"/>
                    <a:pt x="140" y="196"/>
                    <a:pt x="153" y="191"/>
                  </a:cubicBezTo>
                  <a:cubicBezTo>
                    <a:pt x="223" y="154"/>
                    <a:pt x="272" y="88"/>
                    <a:pt x="256" y="51"/>
                  </a:cubicBezTo>
                  <a:cubicBezTo>
                    <a:pt x="245" y="19"/>
                    <a:pt x="212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3" name="Google Shape;22563;p71"/>
            <p:cNvSpPr/>
            <p:nvPr/>
          </p:nvSpPr>
          <p:spPr>
            <a:xfrm>
              <a:off x="4856700" y="2408175"/>
              <a:ext cx="6425" cy="5175"/>
            </a:xfrm>
            <a:custGeom>
              <a:avLst/>
              <a:gdLst/>
              <a:ahLst/>
              <a:cxnLst/>
              <a:rect l="l" t="t" r="r" b="b"/>
              <a:pathLst>
                <a:path w="257" h="207" extrusionOk="0">
                  <a:moveTo>
                    <a:pt x="153" y="1"/>
                  </a:moveTo>
                  <a:cubicBezTo>
                    <a:pt x="137" y="1"/>
                    <a:pt x="104" y="17"/>
                    <a:pt x="67" y="38"/>
                  </a:cubicBezTo>
                  <a:cubicBezTo>
                    <a:pt x="34" y="54"/>
                    <a:pt x="17" y="87"/>
                    <a:pt x="17" y="104"/>
                  </a:cubicBezTo>
                  <a:cubicBezTo>
                    <a:pt x="1" y="141"/>
                    <a:pt x="1" y="157"/>
                    <a:pt x="17" y="174"/>
                  </a:cubicBezTo>
                  <a:cubicBezTo>
                    <a:pt x="34" y="190"/>
                    <a:pt x="50" y="207"/>
                    <a:pt x="87" y="207"/>
                  </a:cubicBezTo>
                  <a:cubicBezTo>
                    <a:pt x="104" y="207"/>
                    <a:pt x="120" y="207"/>
                    <a:pt x="153" y="190"/>
                  </a:cubicBezTo>
                  <a:cubicBezTo>
                    <a:pt x="153" y="190"/>
                    <a:pt x="170" y="190"/>
                    <a:pt x="170" y="174"/>
                  </a:cubicBezTo>
                  <a:cubicBezTo>
                    <a:pt x="207" y="157"/>
                    <a:pt x="224" y="141"/>
                    <a:pt x="240" y="104"/>
                  </a:cubicBezTo>
                  <a:cubicBezTo>
                    <a:pt x="257" y="54"/>
                    <a:pt x="22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4" name="Google Shape;22564;p71"/>
            <p:cNvSpPr/>
            <p:nvPr/>
          </p:nvSpPr>
          <p:spPr>
            <a:xfrm>
              <a:off x="4852800" y="2396225"/>
              <a:ext cx="6925" cy="4650"/>
            </a:xfrm>
            <a:custGeom>
              <a:avLst/>
              <a:gdLst/>
              <a:ahLst/>
              <a:cxnLst/>
              <a:rect l="l" t="t" r="r" b="b"/>
              <a:pathLst>
                <a:path w="277" h="186" extrusionOk="0">
                  <a:moveTo>
                    <a:pt x="173" y="0"/>
                  </a:moveTo>
                  <a:cubicBezTo>
                    <a:pt x="140" y="0"/>
                    <a:pt x="103" y="0"/>
                    <a:pt x="87" y="17"/>
                  </a:cubicBezTo>
                  <a:cubicBezTo>
                    <a:pt x="54" y="50"/>
                    <a:pt x="37" y="66"/>
                    <a:pt x="17" y="103"/>
                  </a:cubicBezTo>
                  <a:cubicBezTo>
                    <a:pt x="0" y="153"/>
                    <a:pt x="37" y="186"/>
                    <a:pt x="103" y="186"/>
                  </a:cubicBezTo>
                  <a:cubicBezTo>
                    <a:pt x="120" y="186"/>
                    <a:pt x="140" y="186"/>
                    <a:pt x="157" y="169"/>
                  </a:cubicBezTo>
                  <a:lnTo>
                    <a:pt x="190" y="169"/>
                  </a:lnTo>
                  <a:cubicBezTo>
                    <a:pt x="223" y="136"/>
                    <a:pt x="243" y="120"/>
                    <a:pt x="260" y="83"/>
                  </a:cubicBezTo>
                  <a:cubicBezTo>
                    <a:pt x="276" y="33"/>
                    <a:pt x="24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5" name="Google Shape;22565;p71"/>
            <p:cNvSpPr/>
            <p:nvPr/>
          </p:nvSpPr>
          <p:spPr>
            <a:xfrm>
              <a:off x="4847225" y="2386725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72" y="0"/>
                  </a:moveTo>
                  <a:cubicBezTo>
                    <a:pt x="134" y="0"/>
                    <a:pt x="86" y="18"/>
                    <a:pt x="54" y="50"/>
                  </a:cubicBezTo>
                  <a:cubicBezTo>
                    <a:pt x="1" y="104"/>
                    <a:pt x="1" y="153"/>
                    <a:pt x="54" y="191"/>
                  </a:cubicBezTo>
                  <a:cubicBezTo>
                    <a:pt x="62" y="199"/>
                    <a:pt x="75" y="203"/>
                    <a:pt x="89" y="203"/>
                  </a:cubicBezTo>
                  <a:cubicBezTo>
                    <a:pt x="104" y="203"/>
                    <a:pt x="120" y="199"/>
                    <a:pt x="137" y="191"/>
                  </a:cubicBezTo>
                  <a:lnTo>
                    <a:pt x="157" y="191"/>
                  </a:lnTo>
                  <a:cubicBezTo>
                    <a:pt x="190" y="174"/>
                    <a:pt x="207" y="174"/>
                    <a:pt x="223" y="153"/>
                  </a:cubicBezTo>
                  <a:cubicBezTo>
                    <a:pt x="260" y="104"/>
                    <a:pt x="277" y="34"/>
                    <a:pt x="223" y="17"/>
                  </a:cubicBezTo>
                  <a:cubicBezTo>
                    <a:pt x="212" y="6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6" name="Google Shape;22566;p71"/>
            <p:cNvSpPr/>
            <p:nvPr/>
          </p:nvSpPr>
          <p:spPr>
            <a:xfrm>
              <a:off x="4865675" y="233902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21"/>
                    <a:pt x="71" y="37"/>
                  </a:cubicBezTo>
                  <a:cubicBezTo>
                    <a:pt x="54" y="54"/>
                    <a:pt x="38" y="70"/>
                    <a:pt x="17" y="103"/>
                  </a:cubicBezTo>
                  <a:cubicBezTo>
                    <a:pt x="1" y="124"/>
                    <a:pt x="17" y="157"/>
                    <a:pt x="17" y="173"/>
                  </a:cubicBezTo>
                  <a:cubicBezTo>
                    <a:pt x="38" y="190"/>
                    <a:pt x="71" y="206"/>
                    <a:pt x="87" y="206"/>
                  </a:cubicBezTo>
                  <a:cubicBezTo>
                    <a:pt x="120" y="206"/>
                    <a:pt x="141" y="190"/>
                    <a:pt x="157" y="190"/>
                  </a:cubicBezTo>
                  <a:cubicBezTo>
                    <a:pt x="174" y="190"/>
                    <a:pt x="174" y="173"/>
                    <a:pt x="190" y="173"/>
                  </a:cubicBezTo>
                  <a:cubicBezTo>
                    <a:pt x="207" y="157"/>
                    <a:pt x="244" y="124"/>
                    <a:pt x="244" y="103"/>
                  </a:cubicBezTo>
                  <a:cubicBezTo>
                    <a:pt x="260" y="54"/>
                    <a:pt x="223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7" name="Google Shape;22567;p71"/>
            <p:cNvSpPr/>
            <p:nvPr/>
          </p:nvSpPr>
          <p:spPr>
            <a:xfrm>
              <a:off x="4783225" y="2479500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57" y="1"/>
                  </a:moveTo>
                  <a:cubicBezTo>
                    <a:pt x="120" y="1"/>
                    <a:pt x="87" y="17"/>
                    <a:pt x="70" y="34"/>
                  </a:cubicBezTo>
                  <a:cubicBezTo>
                    <a:pt x="37" y="50"/>
                    <a:pt x="17" y="71"/>
                    <a:pt x="0" y="104"/>
                  </a:cubicBezTo>
                  <a:cubicBezTo>
                    <a:pt x="0" y="120"/>
                    <a:pt x="0" y="153"/>
                    <a:pt x="17" y="174"/>
                  </a:cubicBezTo>
                  <a:cubicBezTo>
                    <a:pt x="17" y="190"/>
                    <a:pt x="54" y="207"/>
                    <a:pt x="87" y="207"/>
                  </a:cubicBezTo>
                  <a:cubicBezTo>
                    <a:pt x="103" y="207"/>
                    <a:pt x="120" y="190"/>
                    <a:pt x="140" y="190"/>
                  </a:cubicBezTo>
                  <a:cubicBezTo>
                    <a:pt x="157" y="174"/>
                    <a:pt x="157" y="174"/>
                    <a:pt x="173" y="174"/>
                  </a:cubicBezTo>
                  <a:cubicBezTo>
                    <a:pt x="206" y="153"/>
                    <a:pt x="223" y="120"/>
                    <a:pt x="223" y="104"/>
                  </a:cubicBezTo>
                  <a:cubicBezTo>
                    <a:pt x="260" y="50"/>
                    <a:pt x="22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8" name="Google Shape;22568;p71"/>
            <p:cNvSpPr/>
            <p:nvPr/>
          </p:nvSpPr>
          <p:spPr>
            <a:xfrm>
              <a:off x="4845075" y="2374675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73" y="1"/>
                  </a:moveTo>
                  <a:cubicBezTo>
                    <a:pt x="140" y="1"/>
                    <a:pt x="103" y="1"/>
                    <a:pt x="70" y="38"/>
                  </a:cubicBezTo>
                  <a:cubicBezTo>
                    <a:pt x="54" y="54"/>
                    <a:pt x="37" y="71"/>
                    <a:pt x="16" y="104"/>
                  </a:cubicBezTo>
                  <a:cubicBezTo>
                    <a:pt x="0" y="120"/>
                    <a:pt x="16" y="157"/>
                    <a:pt x="16" y="174"/>
                  </a:cubicBezTo>
                  <a:cubicBezTo>
                    <a:pt x="37" y="190"/>
                    <a:pt x="70" y="190"/>
                    <a:pt x="87" y="190"/>
                  </a:cubicBezTo>
                  <a:lnTo>
                    <a:pt x="157" y="190"/>
                  </a:lnTo>
                  <a:cubicBezTo>
                    <a:pt x="173" y="174"/>
                    <a:pt x="173" y="174"/>
                    <a:pt x="190" y="174"/>
                  </a:cubicBezTo>
                  <a:cubicBezTo>
                    <a:pt x="206" y="157"/>
                    <a:pt x="243" y="120"/>
                    <a:pt x="243" y="104"/>
                  </a:cubicBezTo>
                  <a:cubicBezTo>
                    <a:pt x="260" y="38"/>
                    <a:pt x="22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9" name="Google Shape;22569;p71"/>
            <p:cNvSpPr/>
            <p:nvPr/>
          </p:nvSpPr>
          <p:spPr>
            <a:xfrm>
              <a:off x="4818875" y="2443850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37" y="0"/>
                  </a:moveTo>
                  <a:cubicBezTo>
                    <a:pt x="104" y="17"/>
                    <a:pt x="87" y="33"/>
                    <a:pt x="54" y="54"/>
                  </a:cubicBezTo>
                  <a:cubicBezTo>
                    <a:pt x="1" y="103"/>
                    <a:pt x="1" y="157"/>
                    <a:pt x="54" y="190"/>
                  </a:cubicBezTo>
                  <a:cubicBezTo>
                    <a:pt x="63" y="198"/>
                    <a:pt x="75" y="202"/>
                    <a:pt x="87" y="202"/>
                  </a:cubicBezTo>
                  <a:cubicBezTo>
                    <a:pt x="100" y="202"/>
                    <a:pt x="112" y="198"/>
                    <a:pt x="120" y="190"/>
                  </a:cubicBezTo>
                  <a:lnTo>
                    <a:pt x="157" y="190"/>
                  </a:lnTo>
                  <a:cubicBezTo>
                    <a:pt x="174" y="173"/>
                    <a:pt x="207" y="157"/>
                    <a:pt x="207" y="157"/>
                  </a:cubicBezTo>
                  <a:cubicBezTo>
                    <a:pt x="240" y="120"/>
                    <a:pt x="261" y="103"/>
                    <a:pt x="261" y="70"/>
                  </a:cubicBezTo>
                  <a:cubicBezTo>
                    <a:pt x="261" y="54"/>
                    <a:pt x="240" y="33"/>
                    <a:pt x="223" y="17"/>
                  </a:cubicBezTo>
                  <a:cubicBezTo>
                    <a:pt x="207" y="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0" name="Google Shape;22570;p71"/>
            <p:cNvSpPr/>
            <p:nvPr/>
          </p:nvSpPr>
          <p:spPr>
            <a:xfrm>
              <a:off x="4724375" y="2490225"/>
              <a:ext cx="6500" cy="5175"/>
            </a:xfrm>
            <a:custGeom>
              <a:avLst/>
              <a:gdLst/>
              <a:ahLst/>
              <a:cxnLst/>
              <a:rect l="l" t="t" r="r" b="b"/>
              <a:pathLst>
                <a:path w="260" h="207" extrusionOk="0">
                  <a:moveTo>
                    <a:pt x="173" y="0"/>
                  </a:moveTo>
                  <a:cubicBezTo>
                    <a:pt x="140" y="0"/>
                    <a:pt x="103" y="17"/>
                    <a:pt x="70" y="33"/>
                  </a:cubicBezTo>
                  <a:cubicBezTo>
                    <a:pt x="54" y="54"/>
                    <a:pt x="37" y="70"/>
                    <a:pt x="21" y="103"/>
                  </a:cubicBezTo>
                  <a:cubicBezTo>
                    <a:pt x="0" y="157"/>
                    <a:pt x="37" y="206"/>
                    <a:pt x="87" y="206"/>
                  </a:cubicBezTo>
                  <a:cubicBezTo>
                    <a:pt x="124" y="206"/>
                    <a:pt x="140" y="190"/>
                    <a:pt x="157" y="190"/>
                  </a:cubicBezTo>
                  <a:cubicBezTo>
                    <a:pt x="190" y="173"/>
                    <a:pt x="227" y="136"/>
                    <a:pt x="243" y="103"/>
                  </a:cubicBezTo>
                  <a:cubicBezTo>
                    <a:pt x="260" y="54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1" name="Google Shape;22571;p71"/>
            <p:cNvSpPr/>
            <p:nvPr/>
          </p:nvSpPr>
          <p:spPr>
            <a:xfrm>
              <a:off x="4720975" y="2479500"/>
              <a:ext cx="6500" cy="4775"/>
            </a:xfrm>
            <a:custGeom>
              <a:avLst/>
              <a:gdLst/>
              <a:ahLst/>
              <a:cxnLst/>
              <a:rect l="l" t="t" r="r" b="b"/>
              <a:pathLst>
                <a:path w="260" h="191" extrusionOk="0">
                  <a:moveTo>
                    <a:pt x="173" y="1"/>
                  </a:moveTo>
                  <a:cubicBezTo>
                    <a:pt x="136" y="1"/>
                    <a:pt x="103" y="17"/>
                    <a:pt x="70" y="34"/>
                  </a:cubicBezTo>
                  <a:cubicBezTo>
                    <a:pt x="54" y="50"/>
                    <a:pt x="17" y="71"/>
                    <a:pt x="17" y="104"/>
                  </a:cubicBezTo>
                  <a:cubicBezTo>
                    <a:pt x="0" y="120"/>
                    <a:pt x="17" y="153"/>
                    <a:pt x="17" y="174"/>
                  </a:cubicBezTo>
                  <a:cubicBezTo>
                    <a:pt x="33" y="190"/>
                    <a:pt x="70" y="190"/>
                    <a:pt x="87" y="190"/>
                  </a:cubicBezTo>
                  <a:lnTo>
                    <a:pt x="157" y="190"/>
                  </a:lnTo>
                  <a:cubicBezTo>
                    <a:pt x="173" y="174"/>
                    <a:pt x="173" y="174"/>
                    <a:pt x="190" y="174"/>
                  </a:cubicBezTo>
                  <a:cubicBezTo>
                    <a:pt x="206" y="153"/>
                    <a:pt x="239" y="120"/>
                    <a:pt x="239" y="104"/>
                  </a:cubicBezTo>
                  <a:cubicBezTo>
                    <a:pt x="260" y="50"/>
                    <a:pt x="22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2" name="Google Shape;22572;p71"/>
            <p:cNvSpPr/>
            <p:nvPr/>
          </p:nvSpPr>
          <p:spPr>
            <a:xfrm>
              <a:off x="4716225" y="246815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1" y="0"/>
                  </a:moveTo>
                  <a:cubicBezTo>
                    <a:pt x="153" y="0"/>
                    <a:pt x="146" y="2"/>
                    <a:pt x="141" y="9"/>
                  </a:cubicBezTo>
                  <a:cubicBezTo>
                    <a:pt x="103" y="9"/>
                    <a:pt x="70" y="26"/>
                    <a:pt x="54" y="59"/>
                  </a:cubicBezTo>
                  <a:cubicBezTo>
                    <a:pt x="0" y="92"/>
                    <a:pt x="0" y="162"/>
                    <a:pt x="37" y="178"/>
                  </a:cubicBezTo>
                  <a:cubicBezTo>
                    <a:pt x="54" y="195"/>
                    <a:pt x="87" y="195"/>
                    <a:pt x="120" y="195"/>
                  </a:cubicBezTo>
                  <a:cubicBezTo>
                    <a:pt x="141" y="195"/>
                    <a:pt x="141" y="195"/>
                    <a:pt x="157" y="178"/>
                  </a:cubicBezTo>
                  <a:cubicBezTo>
                    <a:pt x="174" y="178"/>
                    <a:pt x="190" y="162"/>
                    <a:pt x="207" y="145"/>
                  </a:cubicBezTo>
                  <a:cubicBezTo>
                    <a:pt x="223" y="129"/>
                    <a:pt x="244" y="92"/>
                    <a:pt x="244" y="75"/>
                  </a:cubicBezTo>
                  <a:cubicBezTo>
                    <a:pt x="244" y="42"/>
                    <a:pt x="244" y="26"/>
                    <a:pt x="207" y="9"/>
                  </a:cubicBezTo>
                  <a:cubicBezTo>
                    <a:pt x="196" y="9"/>
                    <a:pt x="177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3" name="Google Shape;22573;p71"/>
            <p:cNvSpPr/>
            <p:nvPr/>
          </p:nvSpPr>
          <p:spPr>
            <a:xfrm>
              <a:off x="4713650" y="2457750"/>
              <a:ext cx="6525" cy="5025"/>
            </a:xfrm>
            <a:custGeom>
              <a:avLst/>
              <a:gdLst/>
              <a:ahLst/>
              <a:cxnLst/>
              <a:rect l="l" t="t" r="r" b="b"/>
              <a:pathLst>
                <a:path w="261" h="201" extrusionOk="0">
                  <a:moveTo>
                    <a:pt x="167" y="0"/>
                  </a:moveTo>
                  <a:cubicBezTo>
                    <a:pt x="146" y="0"/>
                    <a:pt x="124" y="5"/>
                    <a:pt x="103" y="13"/>
                  </a:cubicBezTo>
                  <a:cubicBezTo>
                    <a:pt x="37" y="46"/>
                    <a:pt x="0" y="95"/>
                    <a:pt x="0" y="149"/>
                  </a:cubicBezTo>
                  <a:cubicBezTo>
                    <a:pt x="11" y="181"/>
                    <a:pt x="44" y="201"/>
                    <a:pt x="85" y="201"/>
                  </a:cubicBezTo>
                  <a:cubicBezTo>
                    <a:pt x="108" y="201"/>
                    <a:pt x="132" y="195"/>
                    <a:pt x="157" y="182"/>
                  </a:cubicBezTo>
                  <a:cubicBezTo>
                    <a:pt x="206" y="149"/>
                    <a:pt x="260" y="95"/>
                    <a:pt x="244" y="46"/>
                  </a:cubicBezTo>
                  <a:cubicBezTo>
                    <a:pt x="231" y="13"/>
                    <a:pt x="20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4" name="Google Shape;22574;p71"/>
            <p:cNvSpPr/>
            <p:nvPr/>
          </p:nvSpPr>
          <p:spPr>
            <a:xfrm>
              <a:off x="4733850" y="243352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4" y="1"/>
                  </a:moveTo>
                  <a:cubicBezTo>
                    <a:pt x="157" y="1"/>
                    <a:pt x="120" y="1"/>
                    <a:pt x="87" y="17"/>
                  </a:cubicBezTo>
                  <a:cubicBezTo>
                    <a:pt x="54" y="34"/>
                    <a:pt x="33" y="71"/>
                    <a:pt x="33" y="87"/>
                  </a:cubicBezTo>
                  <a:cubicBezTo>
                    <a:pt x="0" y="157"/>
                    <a:pt x="33" y="190"/>
                    <a:pt x="103" y="190"/>
                  </a:cubicBezTo>
                  <a:cubicBezTo>
                    <a:pt x="120" y="190"/>
                    <a:pt x="157" y="190"/>
                    <a:pt x="174" y="174"/>
                  </a:cubicBezTo>
                  <a:cubicBezTo>
                    <a:pt x="174" y="174"/>
                    <a:pt x="190" y="174"/>
                    <a:pt x="190" y="157"/>
                  </a:cubicBezTo>
                  <a:cubicBezTo>
                    <a:pt x="223" y="137"/>
                    <a:pt x="240" y="120"/>
                    <a:pt x="260" y="87"/>
                  </a:cubicBezTo>
                  <a:cubicBezTo>
                    <a:pt x="277" y="34"/>
                    <a:pt x="24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5" name="Google Shape;22575;p71"/>
            <p:cNvSpPr/>
            <p:nvPr/>
          </p:nvSpPr>
          <p:spPr>
            <a:xfrm>
              <a:off x="4781050" y="2466200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74" y="1"/>
                  </a:moveTo>
                  <a:cubicBezTo>
                    <a:pt x="141" y="1"/>
                    <a:pt x="104" y="1"/>
                    <a:pt x="71" y="17"/>
                  </a:cubicBezTo>
                  <a:cubicBezTo>
                    <a:pt x="54" y="50"/>
                    <a:pt x="21" y="67"/>
                    <a:pt x="21" y="104"/>
                  </a:cubicBezTo>
                  <a:cubicBezTo>
                    <a:pt x="1" y="153"/>
                    <a:pt x="38" y="190"/>
                    <a:pt x="87" y="190"/>
                  </a:cubicBezTo>
                  <a:cubicBezTo>
                    <a:pt x="124" y="190"/>
                    <a:pt x="141" y="190"/>
                    <a:pt x="157" y="170"/>
                  </a:cubicBezTo>
                  <a:cubicBezTo>
                    <a:pt x="174" y="170"/>
                    <a:pt x="174" y="170"/>
                    <a:pt x="190" y="153"/>
                  </a:cubicBezTo>
                  <a:cubicBezTo>
                    <a:pt x="207" y="137"/>
                    <a:pt x="244" y="120"/>
                    <a:pt x="244" y="87"/>
                  </a:cubicBezTo>
                  <a:cubicBezTo>
                    <a:pt x="260" y="67"/>
                    <a:pt x="244" y="34"/>
                    <a:pt x="244" y="17"/>
                  </a:cubicBezTo>
                  <a:cubicBezTo>
                    <a:pt x="227" y="1"/>
                    <a:pt x="190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6" name="Google Shape;22576;p71"/>
            <p:cNvSpPr/>
            <p:nvPr/>
          </p:nvSpPr>
          <p:spPr>
            <a:xfrm>
              <a:off x="4729100" y="2468375"/>
              <a:ext cx="6525" cy="5175"/>
            </a:xfrm>
            <a:custGeom>
              <a:avLst/>
              <a:gdLst/>
              <a:ahLst/>
              <a:cxnLst/>
              <a:rect l="l" t="t" r="r" b="b"/>
              <a:pathLst>
                <a:path w="261" h="207" extrusionOk="0">
                  <a:moveTo>
                    <a:pt x="174" y="0"/>
                  </a:moveTo>
                  <a:cubicBezTo>
                    <a:pt x="141" y="0"/>
                    <a:pt x="104" y="17"/>
                    <a:pt x="71" y="33"/>
                  </a:cubicBezTo>
                  <a:cubicBezTo>
                    <a:pt x="54" y="50"/>
                    <a:pt x="17" y="83"/>
                    <a:pt x="17" y="103"/>
                  </a:cubicBezTo>
                  <a:cubicBezTo>
                    <a:pt x="1" y="136"/>
                    <a:pt x="17" y="169"/>
                    <a:pt x="38" y="186"/>
                  </a:cubicBezTo>
                  <a:cubicBezTo>
                    <a:pt x="54" y="206"/>
                    <a:pt x="71" y="206"/>
                    <a:pt x="87" y="206"/>
                  </a:cubicBezTo>
                  <a:cubicBezTo>
                    <a:pt x="104" y="206"/>
                    <a:pt x="141" y="206"/>
                    <a:pt x="157" y="186"/>
                  </a:cubicBezTo>
                  <a:cubicBezTo>
                    <a:pt x="190" y="169"/>
                    <a:pt x="223" y="136"/>
                    <a:pt x="244" y="103"/>
                  </a:cubicBezTo>
                  <a:cubicBezTo>
                    <a:pt x="260" y="50"/>
                    <a:pt x="223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7" name="Google Shape;22577;p71"/>
            <p:cNvSpPr/>
            <p:nvPr/>
          </p:nvSpPr>
          <p:spPr>
            <a:xfrm>
              <a:off x="4711075" y="2443425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3" y="1"/>
                  </a:moveTo>
                  <a:cubicBezTo>
                    <a:pt x="140" y="1"/>
                    <a:pt x="103" y="17"/>
                    <a:pt x="87" y="34"/>
                  </a:cubicBezTo>
                  <a:cubicBezTo>
                    <a:pt x="54" y="50"/>
                    <a:pt x="37" y="71"/>
                    <a:pt x="17" y="104"/>
                  </a:cubicBezTo>
                  <a:cubicBezTo>
                    <a:pt x="0" y="153"/>
                    <a:pt x="37" y="190"/>
                    <a:pt x="103" y="190"/>
                  </a:cubicBezTo>
                  <a:lnTo>
                    <a:pt x="157" y="190"/>
                  </a:lnTo>
                  <a:cubicBezTo>
                    <a:pt x="173" y="174"/>
                    <a:pt x="190" y="174"/>
                    <a:pt x="190" y="174"/>
                  </a:cubicBezTo>
                  <a:cubicBezTo>
                    <a:pt x="223" y="153"/>
                    <a:pt x="243" y="120"/>
                    <a:pt x="260" y="104"/>
                  </a:cubicBezTo>
                  <a:cubicBezTo>
                    <a:pt x="276" y="34"/>
                    <a:pt x="24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8" name="Google Shape;22578;p71"/>
            <p:cNvSpPr/>
            <p:nvPr/>
          </p:nvSpPr>
          <p:spPr>
            <a:xfrm>
              <a:off x="4736425" y="2479325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68" y="0"/>
                  </a:moveTo>
                  <a:cubicBezTo>
                    <a:pt x="159" y="0"/>
                    <a:pt x="149" y="2"/>
                    <a:pt x="137" y="8"/>
                  </a:cubicBezTo>
                  <a:cubicBezTo>
                    <a:pt x="104" y="8"/>
                    <a:pt x="71" y="24"/>
                    <a:pt x="54" y="57"/>
                  </a:cubicBezTo>
                  <a:cubicBezTo>
                    <a:pt x="0" y="94"/>
                    <a:pt x="0" y="160"/>
                    <a:pt x="33" y="181"/>
                  </a:cubicBezTo>
                  <a:cubicBezTo>
                    <a:pt x="71" y="197"/>
                    <a:pt x="87" y="197"/>
                    <a:pt x="120" y="197"/>
                  </a:cubicBezTo>
                  <a:cubicBezTo>
                    <a:pt x="137" y="197"/>
                    <a:pt x="137" y="197"/>
                    <a:pt x="157" y="181"/>
                  </a:cubicBezTo>
                  <a:cubicBezTo>
                    <a:pt x="174" y="181"/>
                    <a:pt x="190" y="160"/>
                    <a:pt x="207" y="144"/>
                  </a:cubicBezTo>
                  <a:cubicBezTo>
                    <a:pt x="240" y="127"/>
                    <a:pt x="240" y="94"/>
                    <a:pt x="240" y="78"/>
                  </a:cubicBezTo>
                  <a:cubicBezTo>
                    <a:pt x="260" y="41"/>
                    <a:pt x="240" y="24"/>
                    <a:pt x="223" y="8"/>
                  </a:cubicBezTo>
                  <a:cubicBezTo>
                    <a:pt x="201" y="8"/>
                    <a:pt x="18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9" name="Google Shape;22579;p71"/>
            <p:cNvSpPr/>
            <p:nvPr/>
          </p:nvSpPr>
          <p:spPr>
            <a:xfrm>
              <a:off x="4693450" y="24913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9" y="1"/>
                  </a:moveTo>
                  <a:cubicBezTo>
                    <a:pt x="161" y="1"/>
                    <a:pt x="151" y="3"/>
                    <a:pt x="140" y="10"/>
                  </a:cubicBezTo>
                  <a:cubicBezTo>
                    <a:pt x="103" y="10"/>
                    <a:pt x="70" y="26"/>
                    <a:pt x="54" y="43"/>
                  </a:cubicBezTo>
                  <a:cubicBezTo>
                    <a:pt x="0" y="92"/>
                    <a:pt x="0" y="162"/>
                    <a:pt x="37" y="179"/>
                  </a:cubicBezTo>
                  <a:cubicBezTo>
                    <a:pt x="70" y="195"/>
                    <a:pt x="87" y="195"/>
                    <a:pt x="124" y="195"/>
                  </a:cubicBezTo>
                  <a:cubicBezTo>
                    <a:pt x="140" y="195"/>
                    <a:pt x="140" y="179"/>
                    <a:pt x="157" y="179"/>
                  </a:cubicBezTo>
                  <a:cubicBezTo>
                    <a:pt x="173" y="179"/>
                    <a:pt x="190" y="162"/>
                    <a:pt x="206" y="146"/>
                  </a:cubicBezTo>
                  <a:cubicBezTo>
                    <a:pt x="227" y="129"/>
                    <a:pt x="243" y="92"/>
                    <a:pt x="243" y="76"/>
                  </a:cubicBezTo>
                  <a:cubicBezTo>
                    <a:pt x="243" y="43"/>
                    <a:pt x="243" y="26"/>
                    <a:pt x="227" y="10"/>
                  </a:cubicBezTo>
                  <a:cubicBezTo>
                    <a:pt x="202" y="10"/>
                    <a:pt x="187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0" name="Google Shape;22580;p71"/>
            <p:cNvSpPr/>
            <p:nvPr/>
          </p:nvSpPr>
          <p:spPr>
            <a:xfrm>
              <a:off x="4691375" y="2479500"/>
              <a:ext cx="6425" cy="4775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70" y="1"/>
                  </a:moveTo>
                  <a:cubicBezTo>
                    <a:pt x="137" y="1"/>
                    <a:pt x="104" y="1"/>
                    <a:pt x="67" y="17"/>
                  </a:cubicBezTo>
                  <a:cubicBezTo>
                    <a:pt x="50" y="50"/>
                    <a:pt x="34" y="71"/>
                    <a:pt x="17" y="104"/>
                  </a:cubicBezTo>
                  <a:cubicBezTo>
                    <a:pt x="1" y="120"/>
                    <a:pt x="17" y="137"/>
                    <a:pt x="17" y="174"/>
                  </a:cubicBezTo>
                  <a:cubicBezTo>
                    <a:pt x="34" y="190"/>
                    <a:pt x="67" y="190"/>
                    <a:pt x="83" y="190"/>
                  </a:cubicBezTo>
                  <a:cubicBezTo>
                    <a:pt x="120" y="190"/>
                    <a:pt x="137" y="190"/>
                    <a:pt x="153" y="174"/>
                  </a:cubicBezTo>
                  <a:cubicBezTo>
                    <a:pt x="170" y="174"/>
                    <a:pt x="170" y="174"/>
                    <a:pt x="186" y="153"/>
                  </a:cubicBezTo>
                  <a:cubicBezTo>
                    <a:pt x="207" y="137"/>
                    <a:pt x="240" y="120"/>
                    <a:pt x="240" y="87"/>
                  </a:cubicBezTo>
                  <a:cubicBezTo>
                    <a:pt x="256" y="34"/>
                    <a:pt x="223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1" name="Google Shape;22581;p71"/>
            <p:cNvSpPr/>
            <p:nvPr/>
          </p:nvSpPr>
          <p:spPr>
            <a:xfrm>
              <a:off x="4695600" y="2444675"/>
              <a:ext cx="6525" cy="4750"/>
            </a:xfrm>
            <a:custGeom>
              <a:avLst/>
              <a:gdLst/>
              <a:ahLst/>
              <a:cxnLst/>
              <a:rect l="l" t="t" r="r" b="b"/>
              <a:pathLst>
                <a:path w="261" h="190" extrusionOk="0">
                  <a:moveTo>
                    <a:pt x="174" y="0"/>
                  </a:moveTo>
                  <a:cubicBezTo>
                    <a:pt x="141" y="0"/>
                    <a:pt x="120" y="0"/>
                    <a:pt x="87" y="21"/>
                  </a:cubicBezTo>
                  <a:cubicBezTo>
                    <a:pt x="54" y="37"/>
                    <a:pt x="38" y="70"/>
                    <a:pt x="17" y="103"/>
                  </a:cubicBezTo>
                  <a:cubicBezTo>
                    <a:pt x="1" y="157"/>
                    <a:pt x="38" y="190"/>
                    <a:pt x="104" y="190"/>
                  </a:cubicBezTo>
                  <a:lnTo>
                    <a:pt x="157" y="190"/>
                  </a:lnTo>
                  <a:cubicBezTo>
                    <a:pt x="174" y="173"/>
                    <a:pt x="174" y="173"/>
                    <a:pt x="190" y="173"/>
                  </a:cubicBezTo>
                  <a:cubicBezTo>
                    <a:pt x="223" y="157"/>
                    <a:pt x="244" y="124"/>
                    <a:pt x="244" y="103"/>
                  </a:cubicBezTo>
                  <a:cubicBezTo>
                    <a:pt x="261" y="70"/>
                    <a:pt x="261" y="54"/>
                    <a:pt x="244" y="37"/>
                  </a:cubicBezTo>
                  <a:cubicBezTo>
                    <a:pt x="223" y="0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2" name="Google Shape;22582;p71"/>
            <p:cNvSpPr/>
            <p:nvPr/>
          </p:nvSpPr>
          <p:spPr>
            <a:xfrm>
              <a:off x="4701175" y="2455875"/>
              <a:ext cx="6525" cy="5100"/>
            </a:xfrm>
            <a:custGeom>
              <a:avLst/>
              <a:gdLst/>
              <a:ahLst/>
              <a:cxnLst/>
              <a:rect l="l" t="t" r="r" b="b"/>
              <a:pathLst>
                <a:path w="261" h="204" extrusionOk="0">
                  <a:moveTo>
                    <a:pt x="164" y="1"/>
                  </a:moveTo>
                  <a:cubicBezTo>
                    <a:pt x="144" y="1"/>
                    <a:pt x="122" y="6"/>
                    <a:pt x="104" y="18"/>
                  </a:cubicBezTo>
                  <a:cubicBezTo>
                    <a:pt x="71" y="34"/>
                    <a:pt x="38" y="51"/>
                    <a:pt x="21" y="88"/>
                  </a:cubicBezTo>
                  <a:cubicBezTo>
                    <a:pt x="0" y="104"/>
                    <a:pt x="0" y="121"/>
                    <a:pt x="0" y="154"/>
                  </a:cubicBezTo>
                  <a:cubicBezTo>
                    <a:pt x="21" y="170"/>
                    <a:pt x="38" y="191"/>
                    <a:pt x="54" y="191"/>
                  </a:cubicBezTo>
                  <a:cubicBezTo>
                    <a:pt x="62" y="199"/>
                    <a:pt x="75" y="203"/>
                    <a:pt x="92" y="203"/>
                  </a:cubicBezTo>
                  <a:cubicBezTo>
                    <a:pt x="109" y="203"/>
                    <a:pt x="130" y="199"/>
                    <a:pt x="157" y="191"/>
                  </a:cubicBezTo>
                  <a:cubicBezTo>
                    <a:pt x="207" y="154"/>
                    <a:pt x="260" y="88"/>
                    <a:pt x="244" y="51"/>
                  </a:cubicBezTo>
                  <a:cubicBezTo>
                    <a:pt x="233" y="19"/>
                    <a:pt x="200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3" name="Google Shape;22583;p71"/>
            <p:cNvSpPr/>
            <p:nvPr/>
          </p:nvSpPr>
          <p:spPr>
            <a:xfrm>
              <a:off x="4705500" y="2431775"/>
              <a:ext cx="6525" cy="4775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20" y="1"/>
                  </a:moveTo>
                  <a:cubicBezTo>
                    <a:pt x="104" y="1"/>
                    <a:pt x="71" y="21"/>
                    <a:pt x="34" y="54"/>
                  </a:cubicBezTo>
                  <a:cubicBezTo>
                    <a:pt x="17" y="71"/>
                    <a:pt x="1" y="104"/>
                    <a:pt x="1" y="124"/>
                  </a:cubicBezTo>
                  <a:cubicBezTo>
                    <a:pt x="1" y="141"/>
                    <a:pt x="17" y="174"/>
                    <a:pt x="34" y="174"/>
                  </a:cubicBezTo>
                  <a:cubicBezTo>
                    <a:pt x="54" y="190"/>
                    <a:pt x="87" y="190"/>
                    <a:pt x="120" y="190"/>
                  </a:cubicBezTo>
                  <a:cubicBezTo>
                    <a:pt x="120" y="190"/>
                    <a:pt x="137" y="190"/>
                    <a:pt x="157" y="174"/>
                  </a:cubicBezTo>
                  <a:cubicBezTo>
                    <a:pt x="174" y="174"/>
                    <a:pt x="190" y="157"/>
                    <a:pt x="207" y="141"/>
                  </a:cubicBezTo>
                  <a:cubicBezTo>
                    <a:pt x="260" y="87"/>
                    <a:pt x="260" y="38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4" name="Google Shape;22584;p71"/>
            <p:cNvSpPr/>
            <p:nvPr/>
          </p:nvSpPr>
          <p:spPr>
            <a:xfrm>
              <a:off x="4729525" y="2456300"/>
              <a:ext cx="6500" cy="4925"/>
            </a:xfrm>
            <a:custGeom>
              <a:avLst/>
              <a:gdLst/>
              <a:ahLst/>
              <a:cxnLst/>
              <a:rect l="l" t="t" r="r" b="b"/>
              <a:pathLst>
                <a:path w="260" h="197" extrusionOk="0">
                  <a:moveTo>
                    <a:pt x="175" y="0"/>
                  </a:moveTo>
                  <a:cubicBezTo>
                    <a:pt x="153" y="0"/>
                    <a:pt x="128" y="6"/>
                    <a:pt x="103" y="17"/>
                  </a:cubicBezTo>
                  <a:cubicBezTo>
                    <a:pt x="37" y="34"/>
                    <a:pt x="0" y="104"/>
                    <a:pt x="21" y="137"/>
                  </a:cubicBezTo>
                  <a:cubicBezTo>
                    <a:pt x="33" y="177"/>
                    <a:pt x="64" y="197"/>
                    <a:pt x="109" y="197"/>
                  </a:cubicBezTo>
                  <a:cubicBezTo>
                    <a:pt x="124" y="197"/>
                    <a:pt x="140" y="195"/>
                    <a:pt x="157" y="191"/>
                  </a:cubicBezTo>
                  <a:cubicBezTo>
                    <a:pt x="227" y="153"/>
                    <a:pt x="260" y="87"/>
                    <a:pt x="243" y="50"/>
                  </a:cubicBezTo>
                  <a:cubicBezTo>
                    <a:pt x="243" y="18"/>
                    <a:pt x="214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5" name="Google Shape;22585;p71"/>
            <p:cNvSpPr/>
            <p:nvPr/>
          </p:nvSpPr>
          <p:spPr>
            <a:xfrm>
              <a:off x="4764775" y="2422375"/>
              <a:ext cx="6525" cy="4800"/>
            </a:xfrm>
            <a:custGeom>
              <a:avLst/>
              <a:gdLst/>
              <a:ahLst/>
              <a:cxnLst/>
              <a:rect l="l" t="t" r="r" b="b"/>
              <a:pathLst>
                <a:path w="261" h="192" extrusionOk="0">
                  <a:moveTo>
                    <a:pt x="164" y="1"/>
                  </a:moveTo>
                  <a:cubicBezTo>
                    <a:pt x="126" y="1"/>
                    <a:pt x="86" y="19"/>
                    <a:pt x="54" y="51"/>
                  </a:cubicBezTo>
                  <a:cubicBezTo>
                    <a:pt x="0" y="88"/>
                    <a:pt x="0" y="154"/>
                    <a:pt x="54" y="191"/>
                  </a:cubicBezTo>
                  <a:lnTo>
                    <a:pt x="120" y="191"/>
                  </a:lnTo>
                  <a:cubicBezTo>
                    <a:pt x="136" y="191"/>
                    <a:pt x="157" y="191"/>
                    <a:pt x="157" y="171"/>
                  </a:cubicBezTo>
                  <a:cubicBezTo>
                    <a:pt x="173" y="171"/>
                    <a:pt x="190" y="154"/>
                    <a:pt x="206" y="138"/>
                  </a:cubicBezTo>
                  <a:cubicBezTo>
                    <a:pt x="260" y="105"/>
                    <a:pt x="260" y="34"/>
                    <a:pt x="223" y="18"/>
                  </a:cubicBezTo>
                  <a:cubicBezTo>
                    <a:pt x="205" y="6"/>
                    <a:pt x="185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6" name="Google Shape;22586;p71"/>
            <p:cNvSpPr/>
            <p:nvPr/>
          </p:nvSpPr>
          <p:spPr>
            <a:xfrm>
              <a:off x="4769500" y="2502675"/>
              <a:ext cx="6425" cy="5025"/>
            </a:xfrm>
            <a:custGeom>
              <a:avLst/>
              <a:gdLst/>
              <a:ahLst/>
              <a:cxnLst/>
              <a:rect l="l" t="t" r="r" b="b"/>
              <a:pathLst>
                <a:path w="257" h="201" extrusionOk="0">
                  <a:moveTo>
                    <a:pt x="174" y="1"/>
                  </a:moveTo>
                  <a:cubicBezTo>
                    <a:pt x="153" y="1"/>
                    <a:pt x="129" y="6"/>
                    <a:pt x="104" y="18"/>
                  </a:cubicBezTo>
                  <a:cubicBezTo>
                    <a:pt x="34" y="51"/>
                    <a:pt x="1" y="104"/>
                    <a:pt x="17" y="154"/>
                  </a:cubicBezTo>
                  <a:cubicBezTo>
                    <a:pt x="28" y="188"/>
                    <a:pt x="54" y="201"/>
                    <a:pt x="89" y="201"/>
                  </a:cubicBezTo>
                  <a:cubicBezTo>
                    <a:pt x="108" y="201"/>
                    <a:pt x="130" y="197"/>
                    <a:pt x="153" y="191"/>
                  </a:cubicBezTo>
                  <a:cubicBezTo>
                    <a:pt x="224" y="154"/>
                    <a:pt x="257" y="104"/>
                    <a:pt x="240" y="51"/>
                  </a:cubicBezTo>
                  <a:cubicBezTo>
                    <a:pt x="240" y="19"/>
                    <a:pt x="21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7" name="Google Shape;22587;p71"/>
            <p:cNvSpPr/>
            <p:nvPr/>
          </p:nvSpPr>
          <p:spPr>
            <a:xfrm>
              <a:off x="4763025" y="2466625"/>
              <a:ext cx="6100" cy="4925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57" y="0"/>
                  </a:moveTo>
                  <a:cubicBezTo>
                    <a:pt x="124" y="0"/>
                    <a:pt x="87" y="17"/>
                    <a:pt x="70" y="33"/>
                  </a:cubicBezTo>
                  <a:cubicBezTo>
                    <a:pt x="37" y="50"/>
                    <a:pt x="21" y="70"/>
                    <a:pt x="0" y="103"/>
                  </a:cubicBezTo>
                  <a:cubicBezTo>
                    <a:pt x="0" y="120"/>
                    <a:pt x="0" y="153"/>
                    <a:pt x="21" y="173"/>
                  </a:cubicBezTo>
                  <a:cubicBezTo>
                    <a:pt x="21" y="185"/>
                    <a:pt x="37" y="197"/>
                    <a:pt x="59" y="197"/>
                  </a:cubicBezTo>
                  <a:cubicBezTo>
                    <a:pt x="67" y="197"/>
                    <a:pt x="77" y="195"/>
                    <a:pt x="87" y="190"/>
                  </a:cubicBezTo>
                  <a:lnTo>
                    <a:pt x="140" y="190"/>
                  </a:lnTo>
                  <a:cubicBezTo>
                    <a:pt x="157" y="173"/>
                    <a:pt x="157" y="173"/>
                    <a:pt x="173" y="173"/>
                  </a:cubicBezTo>
                  <a:cubicBezTo>
                    <a:pt x="190" y="153"/>
                    <a:pt x="227" y="120"/>
                    <a:pt x="227" y="103"/>
                  </a:cubicBezTo>
                  <a:cubicBezTo>
                    <a:pt x="243" y="50"/>
                    <a:pt x="206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8" name="Google Shape;22588;p71"/>
            <p:cNvSpPr/>
            <p:nvPr/>
          </p:nvSpPr>
          <p:spPr>
            <a:xfrm>
              <a:off x="4760025" y="245455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174" y="1"/>
                  </a:moveTo>
                  <a:cubicBezTo>
                    <a:pt x="141" y="1"/>
                    <a:pt x="104" y="1"/>
                    <a:pt x="87" y="17"/>
                  </a:cubicBezTo>
                  <a:cubicBezTo>
                    <a:pt x="54" y="38"/>
                    <a:pt x="38" y="71"/>
                    <a:pt x="17" y="87"/>
                  </a:cubicBezTo>
                  <a:cubicBezTo>
                    <a:pt x="1" y="141"/>
                    <a:pt x="38" y="174"/>
                    <a:pt x="71" y="190"/>
                  </a:cubicBezTo>
                  <a:lnTo>
                    <a:pt x="104" y="190"/>
                  </a:lnTo>
                  <a:cubicBezTo>
                    <a:pt x="120" y="190"/>
                    <a:pt x="141" y="190"/>
                    <a:pt x="157" y="174"/>
                  </a:cubicBezTo>
                  <a:cubicBezTo>
                    <a:pt x="190" y="157"/>
                    <a:pt x="223" y="141"/>
                    <a:pt x="244" y="120"/>
                  </a:cubicBezTo>
                  <a:cubicBezTo>
                    <a:pt x="244" y="104"/>
                    <a:pt x="244" y="104"/>
                    <a:pt x="260" y="87"/>
                  </a:cubicBezTo>
                  <a:cubicBezTo>
                    <a:pt x="277" y="38"/>
                    <a:pt x="244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9" name="Google Shape;22589;p71"/>
            <p:cNvSpPr/>
            <p:nvPr/>
          </p:nvSpPr>
          <p:spPr>
            <a:xfrm>
              <a:off x="4769925" y="2491050"/>
              <a:ext cx="6925" cy="4750"/>
            </a:xfrm>
            <a:custGeom>
              <a:avLst/>
              <a:gdLst/>
              <a:ahLst/>
              <a:cxnLst/>
              <a:rect l="l" t="t" r="r" b="b"/>
              <a:pathLst>
                <a:path w="277" h="190" extrusionOk="0">
                  <a:moveTo>
                    <a:pt x="174" y="0"/>
                  </a:moveTo>
                  <a:cubicBezTo>
                    <a:pt x="136" y="0"/>
                    <a:pt x="103" y="21"/>
                    <a:pt x="87" y="37"/>
                  </a:cubicBezTo>
                  <a:cubicBezTo>
                    <a:pt x="54" y="54"/>
                    <a:pt x="33" y="70"/>
                    <a:pt x="17" y="103"/>
                  </a:cubicBezTo>
                  <a:cubicBezTo>
                    <a:pt x="0" y="157"/>
                    <a:pt x="33" y="190"/>
                    <a:pt x="103" y="190"/>
                  </a:cubicBezTo>
                  <a:lnTo>
                    <a:pt x="157" y="190"/>
                  </a:lnTo>
                  <a:cubicBezTo>
                    <a:pt x="174" y="173"/>
                    <a:pt x="174" y="173"/>
                    <a:pt x="190" y="173"/>
                  </a:cubicBezTo>
                  <a:cubicBezTo>
                    <a:pt x="223" y="157"/>
                    <a:pt x="240" y="124"/>
                    <a:pt x="240" y="103"/>
                  </a:cubicBezTo>
                  <a:cubicBezTo>
                    <a:pt x="277" y="37"/>
                    <a:pt x="24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0" name="Google Shape;22590;p71"/>
            <p:cNvSpPr/>
            <p:nvPr/>
          </p:nvSpPr>
          <p:spPr>
            <a:xfrm>
              <a:off x="4775900" y="2455900"/>
              <a:ext cx="6525" cy="4950"/>
            </a:xfrm>
            <a:custGeom>
              <a:avLst/>
              <a:gdLst/>
              <a:ahLst/>
              <a:cxnLst/>
              <a:rect l="l" t="t" r="r" b="b"/>
              <a:pathLst>
                <a:path w="261" h="198" extrusionOk="0">
                  <a:moveTo>
                    <a:pt x="141" y="0"/>
                  </a:moveTo>
                  <a:cubicBezTo>
                    <a:pt x="104" y="17"/>
                    <a:pt x="71" y="17"/>
                    <a:pt x="54" y="50"/>
                  </a:cubicBezTo>
                  <a:cubicBezTo>
                    <a:pt x="1" y="103"/>
                    <a:pt x="1" y="153"/>
                    <a:pt x="54" y="190"/>
                  </a:cubicBezTo>
                  <a:cubicBezTo>
                    <a:pt x="65" y="190"/>
                    <a:pt x="76" y="197"/>
                    <a:pt x="93" y="197"/>
                  </a:cubicBezTo>
                  <a:cubicBezTo>
                    <a:pt x="102" y="197"/>
                    <a:pt x="112" y="196"/>
                    <a:pt x="124" y="190"/>
                  </a:cubicBezTo>
                  <a:lnTo>
                    <a:pt x="157" y="190"/>
                  </a:lnTo>
                  <a:cubicBezTo>
                    <a:pt x="174" y="169"/>
                    <a:pt x="190" y="153"/>
                    <a:pt x="207" y="136"/>
                  </a:cubicBezTo>
                  <a:cubicBezTo>
                    <a:pt x="244" y="120"/>
                    <a:pt x="260" y="103"/>
                    <a:pt x="260" y="66"/>
                  </a:cubicBezTo>
                  <a:cubicBezTo>
                    <a:pt x="260" y="50"/>
                    <a:pt x="244" y="17"/>
                    <a:pt x="227" y="17"/>
                  </a:cubicBezTo>
                  <a:cubicBezTo>
                    <a:pt x="207" y="0"/>
                    <a:pt x="174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1" name="Google Shape;22591;p71"/>
            <p:cNvSpPr/>
            <p:nvPr/>
          </p:nvSpPr>
          <p:spPr>
            <a:xfrm>
              <a:off x="4770325" y="2476500"/>
              <a:ext cx="6525" cy="5200"/>
            </a:xfrm>
            <a:custGeom>
              <a:avLst/>
              <a:gdLst/>
              <a:ahLst/>
              <a:cxnLst/>
              <a:rect l="l" t="t" r="r" b="b"/>
              <a:pathLst>
                <a:path w="261" h="208" extrusionOk="0">
                  <a:moveTo>
                    <a:pt x="165" y="0"/>
                  </a:moveTo>
                  <a:cubicBezTo>
                    <a:pt x="127" y="0"/>
                    <a:pt x="86" y="19"/>
                    <a:pt x="55" y="50"/>
                  </a:cubicBezTo>
                  <a:cubicBezTo>
                    <a:pt x="17" y="88"/>
                    <a:pt x="17" y="104"/>
                    <a:pt x="17" y="137"/>
                  </a:cubicBezTo>
                  <a:cubicBezTo>
                    <a:pt x="1" y="154"/>
                    <a:pt x="17" y="170"/>
                    <a:pt x="38" y="191"/>
                  </a:cubicBezTo>
                  <a:cubicBezTo>
                    <a:pt x="71" y="207"/>
                    <a:pt x="87" y="207"/>
                    <a:pt x="120" y="207"/>
                  </a:cubicBezTo>
                  <a:cubicBezTo>
                    <a:pt x="141" y="191"/>
                    <a:pt x="141" y="191"/>
                    <a:pt x="158" y="191"/>
                  </a:cubicBezTo>
                  <a:cubicBezTo>
                    <a:pt x="174" y="170"/>
                    <a:pt x="191" y="170"/>
                    <a:pt x="207" y="154"/>
                  </a:cubicBezTo>
                  <a:cubicBezTo>
                    <a:pt x="261" y="104"/>
                    <a:pt x="261" y="50"/>
                    <a:pt x="224" y="17"/>
                  </a:cubicBezTo>
                  <a:cubicBezTo>
                    <a:pt x="206" y="6"/>
                    <a:pt x="186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2" name="Google Shape;22592;p71"/>
            <p:cNvSpPr/>
            <p:nvPr/>
          </p:nvSpPr>
          <p:spPr>
            <a:xfrm>
              <a:off x="4750125" y="2407200"/>
              <a:ext cx="6525" cy="4925"/>
            </a:xfrm>
            <a:custGeom>
              <a:avLst/>
              <a:gdLst/>
              <a:ahLst/>
              <a:cxnLst/>
              <a:rect l="l" t="t" r="r" b="b"/>
              <a:pathLst>
                <a:path w="261" h="197" extrusionOk="0">
                  <a:moveTo>
                    <a:pt x="174" y="0"/>
                  </a:moveTo>
                  <a:cubicBezTo>
                    <a:pt x="133" y="0"/>
                    <a:pt x="75" y="19"/>
                    <a:pt x="38" y="56"/>
                  </a:cubicBezTo>
                  <a:cubicBezTo>
                    <a:pt x="21" y="77"/>
                    <a:pt x="1" y="110"/>
                    <a:pt x="1" y="126"/>
                  </a:cubicBezTo>
                  <a:cubicBezTo>
                    <a:pt x="1" y="143"/>
                    <a:pt x="21" y="180"/>
                    <a:pt x="38" y="180"/>
                  </a:cubicBezTo>
                  <a:cubicBezTo>
                    <a:pt x="54" y="196"/>
                    <a:pt x="87" y="196"/>
                    <a:pt x="125" y="196"/>
                  </a:cubicBezTo>
                  <a:cubicBezTo>
                    <a:pt x="125" y="196"/>
                    <a:pt x="141" y="196"/>
                    <a:pt x="141" y="180"/>
                  </a:cubicBezTo>
                  <a:cubicBezTo>
                    <a:pt x="174" y="180"/>
                    <a:pt x="190" y="159"/>
                    <a:pt x="207" y="143"/>
                  </a:cubicBezTo>
                  <a:cubicBezTo>
                    <a:pt x="244" y="110"/>
                    <a:pt x="261" y="40"/>
                    <a:pt x="207" y="7"/>
                  </a:cubicBezTo>
                  <a:cubicBezTo>
                    <a:pt x="199" y="2"/>
                    <a:pt x="187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3" name="Google Shape;22593;p71"/>
            <p:cNvSpPr/>
            <p:nvPr/>
          </p:nvSpPr>
          <p:spPr>
            <a:xfrm>
              <a:off x="4749300" y="2421475"/>
              <a:ext cx="6950" cy="5175"/>
            </a:xfrm>
            <a:custGeom>
              <a:avLst/>
              <a:gdLst/>
              <a:ahLst/>
              <a:cxnLst/>
              <a:rect l="l" t="t" r="r" b="b"/>
              <a:pathLst>
                <a:path w="278" h="207" extrusionOk="0">
                  <a:moveTo>
                    <a:pt x="174" y="0"/>
                  </a:moveTo>
                  <a:cubicBezTo>
                    <a:pt x="158" y="0"/>
                    <a:pt x="120" y="21"/>
                    <a:pt x="87" y="37"/>
                  </a:cubicBezTo>
                  <a:cubicBezTo>
                    <a:pt x="54" y="54"/>
                    <a:pt x="34" y="87"/>
                    <a:pt x="34" y="103"/>
                  </a:cubicBezTo>
                  <a:cubicBezTo>
                    <a:pt x="1" y="157"/>
                    <a:pt x="34" y="207"/>
                    <a:pt x="104" y="207"/>
                  </a:cubicBezTo>
                  <a:cubicBezTo>
                    <a:pt x="120" y="207"/>
                    <a:pt x="158" y="207"/>
                    <a:pt x="174" y="190"/>
                  </a:cubicBezTo>
                  <a:cubicBezTo>
                    <a:pt x="174" y="190"/>
                    <a:pt x="190" y="190"/>
                    <a:pt x="190" y="174"/>
                  </a:cubicBezTo>
                  <a:cubicBezTo>
                    <a:pt x="223" y="157"/>
                    <a:pt x="240" y="141"/>
                    <a:pt x="261" y="103"/>
                  </a:cubicBezTo>
                  <a:cubicBezTo>
                    <a:pt x="277" y="54"/>
                    <a:pt x="24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4" name="Google Shape;22594;p71"/>
            <p:cNvSpPr/>
            <p:nvPr/>
          </p:nvSpPr>
          <p:spPr>
            <a:xfrm>
              <a:off x="4748900" y="2433375"/>
              <a:ext cx="6925" cy="4925"/>
            </a:xfrm>
            <a:custGeom>
              <a:avLst/>
              <a:gdLst/>
              <a:ahLst/>
              <a:cxnLst/>
              <a:rect l="l" t="t" r="r" b="b"/>
              <a:pathLst>
                <a:path w="277" h="197" extrusionOk="0">
                  <a:moveTo>
                    <a:pt x="164" y="0"/>
                  </a:moveTo>
                  <a:cubicBezTo>
                    <a:pt x="150" y="0"/>
                    <a:pt x="134" y="2"/>
                    <a:pt x="120" y="7"/>
                  </a:cubicBezTo>
                  <a:cubicBezTo>
                    <a:pt x="50" y="40"/>
                    <a:pt x="0" y="110"/>
                    <a:pt x="17" y="143"/>
                  </a:cubicBezTo>
                  <a:cubicBezTo>
                    <a:pt x="28" y="178"/>
                    <a:pt x="61" y="197"/>
                    <a:pt x="102" y="197"/>
                  </a:cubicBezTo>
                  <a:cubicBezTo>
                    <a:pt x="125" y="197"/>
                    <a:pt x="149" y="191"/>
                    <a:pt x="174" y="180"/>
                  </a:cubicBezTo>
                  <a:cubicBezTo>
                    <a:pt x="223" y="163"/>
                    <a:pt x="277" y="93"/>
                    <a:pt x="256" y="40"/>
                  </a:cubicBezTo>
                  <a:cubicBezTo>
                    <a:pt x="244" y="16"/>
                    <a:pt x="205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5" name="Google Shape;22595;p71"/>
            <p:cNvSpPr/>
            <p:nvPr/>
          </p:nvSpPr>
          <p:spPr>
            <a:xfrm>
              <a:off x="4743750" y="2456300"/>
              <a:ext cx="6925" cy="5075"/>
            </a:xfrm>
            <a:custGeom>
              <a:avLst/>
              <a:gdLst/>
              <a:ahLst/>
              <a:cxnLst/>
              <a:rect l="l" t="t" r="r" b="b"/>
              <a:pathLst>
                <a:path w="277" h="203" extrusionOk="0">
                  <a:moveTo>
                    <a:pt x="136" y="1"/>
                  </a:moveTo>
                  <a:cubicBezTo>
                    <a:pt x="103" y="17"/>
                    <a:pt x="87" y="34"/>
                    <a:pt x="50" y="50"/>
                  </a:cubicBezTo>
                  <a:cubicBezTo>
                    <a:pt x="0" y="104"/>
                    <a:pt x="0" y="153"/>
                    <a:pt x="50" y="191"/>
                  </a:cubicBezTo>
                  <a:cubicBezTo>
                    <a:pt x="60" y="199"/>
                    <a:pt x="73" y="203"/>
                    <a:pt x="88" y="203"/>
                  </a:cubicBezTo>
                  <a:cubicBezTo>
                    <a:pt x="103" y="203"/>
                    <a:pt x="120" y="199"/>
                    <a:pt x="136" y="191"/>
                  </a:cubicBezTo>
                  <a:lnTo>
                    <a:pt x="153" y="191"/>
                  </a:lnTo>
                  <a:cubicBezTo>
                    <a:pt x="190" y="174"/>
                    <a:pt x="206" y="174"/>
                    <a:pt x="223" y="153"/>
                  </a:cubicBezTo>
                  <a:cubicBezTo>
                    <a:pt x="256" y="104"/>
                    <a:pt x="276" y="34"/>
                    <a:pt x="223" y="17"/>
                  </a:cubicBezTo>
                  <a:cubicBezTo>
                    <a:pt x="206" y="1"/>
                    <a:pt x="17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6" name="Google Shape;22596;p71"/>
            <p:cNvSpPr/>
            <p:nvPr/>
          </p:nvSpPr>
          <p:spPr>
            <a:xfrm>
              <a:off x="4741175" y="2489800"/>
              <a:ext cx="6400" cy="4775"/>
            </a:xfrm>
            <a:custGeom>
              <a:avLst/>
              <a:gdLst/>
              <a:ahLst/>
              <a:cxnLst/>
              <a:rect l="l" t="t" r="r" b="b"/>
              <a:pathLst>
                <a:path w="256" h="191" extrusionOk="0">
                  <a:moveTo>
                    <a:pt x="173" y="1"/>
                  </a:moveTo>
                  <a:cubicBezTo>
                    <a:pt x="136" y="1"/>
                    <a:pt x="103" y="1"/>
                    <a:pt x="87" y="17"/>
                  </a:cubicBezTo>
                  <a:cubicBezTo>
                    <a:pt x="50" y="50"/>
                    <a:pt x="33" y="71"/>
                    <a:pt x="17" y="104"/>
                  </a:cubicBezTo>
                  <a:cubicBezTo>
                    <a:pt x="0" y="153"/>
                    <a:pt x="33" y="190"/>
                    <a:pt x="103" y="190"/>
                  </a:cubicBezTo>
                  <a:cubicBezTo>
                    <a:pt x="120" y="190"/>
                    <a:pt x="136" y="190"/>
                    <a:pt x="153" y="174"/>
                  </a:cubicBezTo>
                  <a:cubicBezTo>
                    <a:pt x="173" y="174"/>
                    <a:pt x="173" y="174"/>
                    <a:pt x="190" y="153"/>
                  </a:cubicBezTo>
                  <a:cubicBezTo>
                    <a:pt x="223" y="137"/>
                    <a:pt x="239" y="120"/>
                    <a:pt x="239" y="87"/>
                  </a:cubicBezTo>
                  <a:cubicBezTo>
                    <a:pt x="256" y="71"/>
                    <a:pt x="256" y="34"/>
                    <a:pt x="239" y="17"/>
                  </a:cubicBezTo>
                  <a:cubicBezTo>
                    <a:pt x="223" y="1"/>
                    <a:pt x="206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7" name="Google Shape;22597;p71"/>
            <p:cNvSpPr/>
            <p:nvPr/>
          </p:nvSpPr>
          <p:spPr>
            <a:xfrm>
              <a:off x="4755275" y="2386425"/>
              <a:ext cx="6525" cy="5075"/>
            </a:xfrm>
            <a:custGeom>
              <a:avLst/>
              <a:gdLst/>
              <a:ahLst/>
              <a:cxnLst/>
              <a:rect l="l" t="t" r="r" b="b"/>
              <a:pathLst>
                <a:path w="261" h="203" extrusionOk="0">
                  <a:moveTo>
                    <a:pt x="191" y="1"/>
                  </a:moveTo>
                  <a:cubicBezTo>
                    <a:pt x="178" y="1"/>
                    <a:pt x="166" y="5"/>
                    <a:pt x="158" y="13"/>
                  </a:cubicBezTo>
                  <a:cubicBezTo>
                    <a:pt x="125" y="13"/>
                    <a:pt x="88" y="29"/>
                    <a:pt x="71" y="46"/>
                  </a:cubicBezTo>
                  <a:cubicBezTo>
                    <a:pt x="22" y="100"/>
                    <a:pt x="1" y="165"/>
                    <a:pt x="55" y="186"/>
                  </a:cubicBezTo>
                  <a:cubicBezTo>
                    <a:pt x="71" y="203"/>
                    <a:pt x="104" y="203"/>
                    <a:pt x="141" y="203"/>
                  </a:cubicBezTo>
                  <a:cubicBezTo>
                    <a:pt x="141" y="186"/>
                    <a:pt x="158" y="186"/>
                    <a:pt x="174" y="186"/>
                  </a:cubicBezTo>
                  <a:cubicBezTo>
                    <a:pt x="191" y="186"/>
                    <a:pt x="207" y="165"/>
                    <a:pt x="228" y="149"/>
                  </a:cubicBezTo>
                  <a:cubicBezTo>
                    <a:pt x="244" y="133"/>
                    <a:pt x="261" y="100"/>
                    <a:pt x="261" y="83"/>
                  </a:cubicBezTo>
                  <a:cubicBezTo>
                    <a:pt x="261" y="46"/>
                    <a:pt x="261" y="29"/>
                    <a:pt x="228" y="13"/>
                  </a:cubicBezTo>
                  <a:cubicBezTo>
                    <a:pt x="217" y="5"/>
                    <a:pt x="204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8" name="Google Shape;22598;p71"/>
            <p:cNvSpPr/>
            <p:nvPr/>
          </p:nvSpPr>
          <p:spPr>
            <a:xfrm>
              <a:off x="4755800" y="2442100"/>
              <a:ext cx="6825" cy="4775"/>
            </a:xfrm>
            <a:custGeom>
              <a:avLst/>
              <a:gdLst/>
              <a:ahLst/>
              <a:cxnLst/>
              <a:rect l="l" t="t" r="r" b="b"/>
              <a:pathLst>
                <a:path w="273" h="191" extrusionOk="0">
                  <a:moveTo>
                    <a:pt x="179" y="1"/>
                  </a:moveTo>
                  <a:cubicBezTo>
                    <a:pt x="159" y="1"/>
                    <a:pt x="138" y="7"/>
                    <a:pt x="120" y="21"/>
                  </a:cubicBezTo>
                  <a:cubicBezTo>
                    <a:pt x="50" y="37"/>
                    <a:pt x="1" y="103"/>
                    <a:pt x="17" y="140"/>
                  </a:cubicBezTo>
                  <a:cubicBezTo>
                    <a:pt x="28" y="172"/>
                    <a:pt x="61" y="190"/>
                    <a:pt x="96" y="190"/>
                  </a:cubicBezTo>
                  <a:cubicBezTo>
                    <a:pt x="115" y="190"/>
                    <a:pt x="136" y="185"/>
                    <a:pt x="153" y="173"/>
                  </a:cubicBezTo>
                  <a:cubicBezTo>
                    <a:pt x="223" y="157"/>
                    <a:pt x="273" y="87"/>
                    <a:pt x="256" y="54"/>
                  </a:cubicBezTo>
                  <a:cubicBezTo>
                    <a:pt x="246" y="20"/>
                    <a:pt x="214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2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2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2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2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24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23" name="Google Shape;24023;p95"/>
          <p:cNvSpPr txBox="1">
            <a:spLocks noGrp="1"/>
          </p:cNvSpPr>
          <p:nvPr>
            <p:ph type="title"/>
          </p:nvPr>
        </p:nvSpPr>
        <p:spPr>
          <a:xfrm>
            <a:off x="409165" y="2649500"/>
            <a:ext cx="3489065" cy="82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dirty="0"/>
              <a:t>Tehnologije</a:t>
            </a:r>
            <a:endParaRPr dirty="0"/>
          </a:p>
        </p:txBody>
      </p:sp>
      <p:sp>
        <p:nvSpPr>
          <p:cNvPr id="24024" name="Google Shape;24024;p95"/>
          <p:cNvSpPr txBox="1">
            <a:spLocks noGrp="1"/>
          </p:cNvSpPr>
          <p:nvPr>
            <p:ph type="title" idx="2"/>
          </p:nvPr>
        </p:nvSpPr>
        <p:spPr>
          <a:xfrm>
            <a:off x="465618" y="2003725"/>
            <a:ext cx="1286100" cy="51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03</a:t>
            </a:r>
            <a:endParaRPr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4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4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1"/>
        </a:solidFill>
        <a:effectLst/>
      </p:bgPr>
    </p:bg>
    <p:spTree>
      <p:nvGrpSpPr>
        <p:cNvPr id="1" name="Shape 24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15" name="Google Shape;24715;p110"/>
          <p:cNvSpPr/>
          <p:nvPr/>
        </p:nvSpPr>
        <p:spPr>
          <a:xfrm>
            <a:off x="4984644" y="3071914"/>
            <a:ext cx="1550268" cy="1475701"/>
          </a:xfrm>
          <a:custGeom>
            <a:avLst/>
            <a:gdLst/>
            <a:ahLst/>
            <a:cxnLst/>
            <a:rect l="l" t="t" r="r" b="b"/>
            <a:pathLst>
              <a:path w="71522" h="61833" extrusionOk="0">
                <a:moveTo>
                  <a:pt x="41457" y="1"/>
                </a:moveTo>
                <a:cubicBezTo>
                  <a:pt x="39546" y="1"/>
                  <a:pt x="37623" y="126"/>
                  <a:pt x="35716" y="369"/>
                </a:cubicBezTo>
                <a:cubicBezTo>
                  <a:pt x="24925" y="1737"/>
                  <a:pt x="14591" y="7421"/>
                  <a:pt x="8542" y="16570"/>
                </a:cubicBezTo>
                <a:cubicBezTo>
                  <a:pt x="2432" y="25841"/>
                  <a:pt x="1" y="40643"/>
                  <a:pt x="8177" y="49397"/>
                </a:cubicBezTo>
                <a:cubicBezTo>
                  <a:pt x="11369" y="52802"/>
                  <a:pt x="15503" y="55142"/>
                  <a:pt x="19758" y="57027"/>
                </a:cubicBezTo>
                <a:cubicBezTo>
                  <a:pt x="26118" y="59880"/>
                  <a:pt x="32944" y="61832"/>
                  <a:pt x="39921" y="61832"/>
                </a:cubicBezTo>
                <a:cubicBezTo>
                  <a:pt x="40080" y="61832"/>
                  <a:pt x="40238" y="61831"/>
                  <a:pt x="40397" y="61829"/>
                </a:cubicBezTo>
                <a:cubicBezTo>
                  <a:pt x="54622" y="61616"/>
                  <a:pt x="66537" y="51647"/>
                  <a:pt x="69668" y="37817"/>
                </a:cubicBezTo>
                <a:cubicBezTo>
                  <a:pt x="71522" y="29731"/>
                  <a:pt x="71248" y="16996"/>
                  <a:pt x="65838" y="10157"/>
                </a:cubicBezTo>
                <a:cubicBezTo>
                  <a:pt x="60267" y="3117"/>
                  <a:pt x="51003" y="1"/>
                  <a:pt x="4145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716" name="Google Shape;24716;p110"/>
          <p:cNvSpPr/>
          <p:nvPr/>
        </p:nvSpPr>
        <p:spPr>
          <a:xfrm>
            <a:off x="4859291" y="1679291"/>
            <a:ext cx="1680409" cy="1583852"/>
          </a:xfrm>
          <a:custGeom>
            <a:avLst/>
            <a:gdLst/>
            <a:ahLst/>
            <a:cxnLst/>
            <a:rect l="l" t="t" r="r" b="b"/>
            <a:pathLst>
              <a:path w="71522" h="61833" extrusionOk="0">
                <a:moveTo>
                  <a:pt x="41457" y="1"/>
                </a:moveTo>
                <a:cubicBezTo>
                  <a:pt x="39546" y="1"/>
                  <a:pt x="37623" y="126"/>
                  <a:pt x="35716" y="369"/>
                </a:cubicBezTo>
                <a:cubicBezTo>
                  <a:pt x="24925" y="1737"/>
                  <a:pt x="14591" y="7421"/>
                  <a:pt x="8542" y="16570"/>
                </a:cubicBezTo>
                <a:cubicBezTo>
                  <a:pt x="2432" y="25841"/>
                  <a:pt x="1" y="40643"/>
                  <a:pt x="8177" y="49397"/>
                </a:cubicBezTo>
                <a:cubicBezTo>
                  <a:pt x="11369" y="52802"/>
                  <a:pt x="15503" y="55142"/>
                  <a:pt x="19758" y="57027"/>
                </a:cubicBezTo>
                <a:cubicBezTo>
                  <a:pt x="26118" y="59880"/>
                  <a:pt x="32944" y="61832"/>
                  <a:pt x="39921" y="61832"/>
                </a:cubicBezTo>
                <a:cubicBezTo>
                  <a:pt x="40080" y="61832"/>
                  <a:pt x="40238" y="61831"/>
                  <a:pt x="40397" y="61829"/>
                </a:cubicBezTo>
                <a:cubicBezTo>
                  <a:pt x="54622" y="61616"/>
                  <a:pt x="66537" y="51647"/>
                  <a:pt x="69668" y="37817"/>
                </a:cubicBezTo>
                <a:cubicBezTo>
                  <a:pt x="71522" y="29731"/>
                  <a:pt x="71248" y="16996"/>
                  <a:pt x="65838" y="10157"/>
                </a:cubicBezTo>
                <a:cubicBezTo>
                  <a:pt x="60267" y="3117"/>
                  <a:pt x="51003" y="1"/>
                  <a:pt x="4145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717" name="Google Shape;24717;p110"/>
          <p:cNvSpPr/>
          <p:nvPr/>
        </p:nvSpPr>
        <p:spPr>
          <a:xfrm>
            <a:off x="2147975" y="361927"/>
            <a:ext cx="2557627" cy="2410869"/>
          </a:xfrm>
          <a:custGeom>
            <a:avLst/>
            <a:gdLst/>
            <a:ahLst/>
            <a:cxnLst/>
            <a:rect l="l" t="t" r="r" b="b"/>
            <a:pathLst>
              <a:path w="71522" h="61833" extrusionOk="0">
                <a:moveTo>
                  <a:pt x="41457" y="1"/>
                </a:moveTo>
                <a:cubicBezTo>
                  <a:pt x="39546" y="1"/>
                  <a:pt x="37623" y="126"/>
                  <a:pt x="35716" y="369"/>
                </a:cubicBezTo>
                <a:cubicBezTo>
                  <a:pt x="24925" y="1737"/>
                  <a:pt x="14591" y="7421"/>
                  <a:pt x="8542" y="16570"/>
                </a:cubicBezTo>
                <a:cubicBezTo>
                  <a:pt x="2432" y="25841"/>
                  <a:pt x="1" y="40643"/>
                  <a:pt x="8177" y="49397"/>
                </a:cubicBezTo>
                <a:cubicBezTo>
                  <a:pt x="11369" y="52802"/>
                  <a:pt x="15503" y="55142"/>
                  <a:pt x="19758" y="57027"/>
                </a:cubicBezTo>
                <a:cubicBezTo>
                  <a:pt x="26118" y="59880"/>
                  <a:pt x="32944" y="61832"/>
                  <a:pt x="39921" y="61832"/>
                </a:cubicBezTo>
                <a:cubicBezTo>
                  <a:pt x="40080" y="61832"/>
                  <a:pt x="40238" y="61831"/>
                  <a:pt x="40397" y="61829"/>
                </a:cubicBezTo>
                <a:cubicBezTo>
                  <a:pt x="54622" y="61616"/>
                  <a:pt x="66537" y="51647"/>
                  <a:pt x="69668" y="37817"/>
                </a:cubicBezTo>
                <a:cubicBezTo>
                  <a:pt x="71522" y="29731"/>
                  <a:pt x="71248" y="16996"/>
                  <a:pt x="65838" y="10157"/>
                </a:cubicBezTo>
                <a:cubicBezTo>
                  <a:pt x="60267" y="3117"/>
                  <a:pt x="51003" y="1"/>
                  <a:pt x="4145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718" name="Google Shape;24718;p110"/>
          <p:cNvGrpSpPr/>
          <p:nvPr/>
        </p:nvGrpSpPr>
        <p:grpSpPr>
          <a:xfrm>
            <a:off x="5024642" y="1759811"/>
            <a:ext cx="1339582" cy="1300381"/>
            <a:chOff x="5024642" y="1759811"/>
            <a:chExt cx="1398600" cy="1398600"/>
          </a:xfrm>
        </p:grpSpPr>
        <p:sp>
          <p:nvSpPr>
            <p:cNvPr id="24719" name="Google Shape;24719;p110"/>
            <p:cNvSpPr/>
            <p:nvPr/>
          </p:nvSpPr>
          <p:spPr>
            <a:xfrm>
              <a:off x="5024642" y="1759811"/>
              <a:ext cx="1398600" cy="1398600"/>
            </a:xfrm>
            <a:prstGeom prst="pie">
              <a:avLst>
                <a:gd name="adj1" fmla="val 16206756"/>
                <a:gd name="adj2" fmla="val 5363378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0" name="Google Shape;24720;p110"/>
            <p:cNvSpPr/>
            <p:nvPr/>
          </p:nvSpPr>
          <p:spPr>
            <a:xfrm>
              <a:off x="5200459" y="1953967"/>
              <a:ext cx="1010400" cy="1010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21" name="Google Shape;24721;p110"/>
          <p:cNvGrpSpPr/>
          <p:nvPr/>
        </p:nvGrpSpPr>
        <p:grpSpPr>
          <a:xfrm>
            <a:off x="2367415" y="474985"/>
            <a:ext cx="2160300" cy="2160300"/>
            <a:chOff x="2720983" y="1633225"/>
            <a:chExt cx="2160300" cy="2160300"/>
          </a:xfrm>
        </p:grpSpPr>
        <p:sp>
          <p:nvSpPr>
            <p:cNvPr id="24722" name="Google Shape;24722;p110"/>
            <p:cNvSpPr/>
            <p:nvPr/>
          </p:nvSpPr>
          <p:spPr>
            <a:xfrm>
              <a:off x="2720983" y="1633225"/>
              <a:ext cx="2160300" cy="2160300"/>
            </a:xfrm>
            <a:prstGeom prst="pie">
              <a:avLst>
                <a:gd name="adj1" fmla="val 16206756"/>
                <a:gd name="adj2" fmla="val 10858144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3" name="Google Shape;24723;p110"/>
            <p:cNvSpPr/>
            <p:nvPr/>
          </p:nvSpPr>
          <p:spPr>
            <a:xfrm>
              <a:off x="3078256" y="1990598"/>
              <a:ext cx="1445700" cy="1445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724" name="Google Shape;24724;p110"/>
          <p:cNvSpPr txBox="1">
            <a:spLocks noGrp="1"/>
          </p:cNvSpPr>
          <p:nvPr>
            <p:ph type="title"/>
          </p:nvPr>
        </p:nvSpPr>
        <p:spPr>
          <a:xfrm>
            <a:off x="2308343" y="1092366"/>
            <a:ext cx="2473200" cy="85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dirty="0"/>
              <a:t>40</a:t>
            </a:r>
            <a:r>
              <a:rPr lang="en" dirty="0"/>
              <a:t>%</a:t>
            </a:r>
            <a:endParaRPr dirty="0"/>
          </a:p>
        </p:txBody>
      </p:sp>
      <p:sp>
        <p:nvSpPr>
          <p:cNvPr id="24725" name="Google Shape;24725;p110"/>
          <p:cNvSpPr txBox="1">
            <a:spLocks noGrp="1"/>
          </p:cNvSpPr>
          <p:nvPr>
            <p:ph type="title" idx="2"/>
          </p:nvPr>
        </p:nvSpPr>
        <p:spPr>
          <a:xfrm>
            <a:off x="5024499" y="2127994"/>
            <a:ext cx="1398600" cy="56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dirty="0"/>
              <a:t>1</a:t>
            </a:r>
            <a:r>
              <a:rPr lang="en" dirty="0"/>
              <a:t>0%</a:t>
            </a:r>
            <a:endParaRPr dirty="0"/>
          </a:p>
        </p:txBody>
      </p:sp>
      <p:grpSp>
        <p:nvGrpSpPr>
          <p:cNvPr id="24726" name="Google Shape;24726;p110"/>
          <p:cNvGrpSpPr/>
          <p:nvPr/>
        </p:nvGrpSpPr>
        <p:grpSpPr>
          <a:xfrm>
            <a:off x="5061980" y="3167348"/>
            <a:ext cx="1302243" cy="1282732"/>
            <a:chOff x="4720605" y="3252692"/>
            <a:chExt cx="912300" cy="912300"/>
          </a:xfrm>
        </p:grpSpPr>
        <p:sp>
          <p:nvSpPr>
            <p:cNvPr id="24727" name="Google Shape;24727;p110"/>
            <p:cNvSpPr/>
            <p:nvPr/>
          </p:nvSpPr>
          <p:spPr>
            <a:xfrm>
              <a:off x="4720605" y="3252692"/>
              <a:ext cx="912300" cy="912300"/>
            </a:xfrm>
            <a:prstGeom prst="pie">
              <a:avLst>
                <a:gd name="adj1" fmla="val 16206756"/>
                <a:gd name="adj2" fmla="val 2192865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8" name="Google Shape;24728;p110"/>
            <p:cNvSpPr/>
            <p:nvPr/>
          </p:nvSpPr>
          <p:spPr>
            <a:xfrm>
              <a:off x="4847330" y="3379416"/>
              <a:ext cx="658800" cy="658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729" name="Google Shape;24729;p110"/>
          <p:cNvSpPr txBox="1">
            <a:spLocks noGrp="1"/>
          </p:cNvSpPr>
          <p:nvPr>
            <p:ph type="title" idx="3"/>
          </p:nvPr>
        </p:nvSpPr>
        <p:spPr>
          <a:xfrm>
            <a:off x="5080506" y="3352800"/>
            <a:ext cx="1356870" cy="89001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sz="3600" dirty="0"/>
              <a:t>2</a:t>
            </a:r>
            <a:r>
              <a:rPr lang="en" sz="3600" dirty="0"/>
              <a:t>5%</a:t>
            </a:r>
            <a:endParaRPr sz="3600" dirty="0"/>
          </a:p>
        </p:txBody>
      </p:sp>
      <p:sp>
        <p:nvSpPr>
          <p:cNvPr id="24731" name="Google Shape;24731;p110"/>
          <p:cNvSpPr txBox="1">
            <a:spLocks noGrp="1"/>
          </p:cNvSpPr>
          <p:nvPr>
            <p:ph type="title" idx="2"/>
          </p:nvPr>
        </p:nvSpPr>
        <p:spPr>
          <a:xfrm>
            <a:off x="6240770" y="4272820"/>
            <a:ext cx="3064594" cy="36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bs-Latn-BA" sz="2000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Reinforcement Learning (Q-Learning)</a:t>
            </a:r>
            <a:endParaRPr sz="2000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Open Sans"/>
            </a:endParaRPr>
          </a:p>
        </p:txBody>
      </p:sp>
      <p:sp>
        <p:nvSpPr>
          <p:cNvPr id="24733" name="Google Shape;24733;p110"/>
          <p:cNvSpPr txBox="1">
            <a:spLocks noGrp="1"/>
          </p:cNvSpPr>
          <p:nvPr>
            <p:ph type="title" idx="2"/>
          </p:nvPr>
        </p:nvSpPr>
        <p:spPr>
          <a:xfrm>
            <a:off x="915511" y="865072"/>
            <a:ext cx="1398600" cy="36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sz="2000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/>
                <a:ea typeface="Open Sans"/>
                <a:cs typeface="Open Sans"/>
                <a:sym typeface="Open Sans"/>
              </a:rPr>
              <a:t>Python</a:t>
            </a:r>
            <a:endParaRPr sz="2000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4735" name="Google Shape;24735;p110"/>
          <p:cNvSpPr txBox="1">
            <a:spLocks noGrp="1"/>
          </p:cNvSpPr>
          <p:nvPr>
            <p:ph type="title" idx="2"/>
          </p:nvPr>
        </p:nvSpPr>
        <p:spPr>
          <a:xfrm>
            <a:off x="6445212" y="2446192"/>
            <a:ext cx="2698788" cy="36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r>
              <a:rPr lang="bs-Latn-BA" sz="2000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Streamlit (moderni web UI)</a:t>
            </a:r>
            <a:br>
              <a:rPr lang="bs-Latn-BA" sz="1800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endParaRPr sz="1800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Open Sans"/>
            </a:endParaRPr>
          </a:p>
        </p:txBody>
      </p:sp>
      <p:sp>
        <p:nvSpPr>
          <p:cNvPr id="2" name="Google Shape;24716;p110">
            <a:extLst>
              <a:ext uri="{FF2B5EF4-FFF2-40B4-BE49-F238E27FC236}">
                <a16:creationId xmlns:a16="http://schemas.microsoft.com/office/drawing/2014/main" id="{E39C5E94-271D-832B-D2E5-420572EE80FA}"/>
              </a:ext>
            </a:extLst>
          </p:cNvPr>
          <p:cNvSpPr/>
          <p:nvPr/>
        </p:nvSpPr>
        <p:spPr>
          <a:xfrm>
            <a:off x="3145536" y="2353055"/>
            <a:ext cx="1353312" cy="1207009"/>
          </a:xfrm>
          <a:custGeom>
            <a:avLst/>
            <a:gdLst/>
            <a:ahLst/>
            <a:cxnLst/>
            <a:rect l="l" t="t" r="r" b="b"/>
            <a:pathLst>
              <a:path w="71522" h="61833" extrusionOk="0">
                <a:moveTo>
                  <a:pt x="41457" y="1"/>
                </a:moveTo>
                <a:cubicBezTo>
                  <a:pt x="39546" y="1"/>
                  <a:pt x="37623" y="126"/>
                  <a:pt x="35716" y="369"/>
                </a:cubicBezTo>
                <a:cubicBezTo>
                  <a:pt x="24925" y="1737"/>
                  <a:pt x="14591" y="7421"/>
                  <a:pt x="8542" y="16570"/>
                </a:cubicBezTo>
                <a:cubicBezTo>
                  <a:pt x="2432" y="25841"/>
                  <a:pt x="1" y="40643"/>
                  <a:pt x="8177" y="49397"/>
                </a:cubicBezTo>
                <a:cubicBezTo>
                  <a:pt x="11369" y="52802"/>
                  <a:pt x="15503" y="55142"/>
                  <a:pt x="19758" y="57027"/>
                </a:cubicBezTo>
                <a:cubicBezTo>
                  <a:pt x="26118" y="59880"/>
                  <a:pt x="32944" y="61832"/>
                  <a:pt x="39921" y="61832"/>
                </a:cubicBezTo>
                <a:cubicBezTo>
                  <a:pt x="40080" y="61832"/>
                  <a:pt x="40238" y="61831"/>
                  <a:pt x="40397" y="61829"/>
                </a:cubicBezTo>
                <a:cubicBezTo>
                  <a:pt x="54622" y="61616"/>
                  <a:pt x="66537" y="51647"/>
                  <a:pt x="69668" y="37817"/>
                </a:cubicBezTo>
                <a:cubicBezTo>
                  <a:pt x="71522" y="29731"/>
                  <a:pt x="71248" y="16996"/>
                  <a:pt x="65838" y="10157"/>
                </a:cubicBezTo>
                <a:cubicBezTo>
                  <a:pt x="60267" y="3117"/>
                  <a:pt x="51003" y="1"/>
                  <a:pt x="4145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" name="Google Shape;24721;p110">
            <a:extLst>
              <a:ext uri="{FF2B5EF4-FFF2-40B4-BE49-F238E27FC236}">
                <a16:creationId xmlns:a16="http://schemas.microsoft.com/office/drawing/2014/main" id="{48A63B72-81D4-C16B-38B3-BF2EAFF638B0}"/>
              </a:ext>
            </a:extLst>
          </p:cNvPr>
          <p:cNvGrpSpPr/>
          <p:nvPr/>
        </p:nvGrpSpPr>
        <p:grpSpPr>
          <a:xfrm>
            <a:off x="3348871" y="2474976"/>
            <a:ext cx="1040249" cy="1019844"/>
            <a:chOff x="2720983" y="1633225"/>
            <a:chExt cx="2160300" cy="2160300"/>
          </a:xfrm>
        </p:grpSpPr>
        <p:sp>
          <p:nvSpPr>
            <p:cNvPr id="4" name="Google Shape;24722;p110">
              <a:extLst>
                <a:ext uri="{FF2B5EF4-FFF2-40B4-BE49-F238E27FC236}">
                  <a16:creationId xmlns:a16="http://schemas.microsoft.com/office/drawing/2014/main" id="{EA358BAD-076F-BE4E-72D5-8DE8233406ED}"/>
                </a:ext>
              </a:extLst>
            </p:cNvPr>
            <p:cNvSpPr/>
            <p:nvPr/>
          </p:nvSpPr>
          <p:spPr>
            <a:xfrm>
              <a:off x="2720983" y="1633225"/>
              <a:ext cx="2160300" cy="2160300"/>
            </a:xfrm>
            <a:prstGeom prst="pie">
              <a:avLst>
                <a:gd name="adj1" fmla="val 16206756"/>
                <a:gd name="adj2" fmla="val 10858144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24723;p110">
              <a:extLst>
                <a:ext uri="{FF2B5EF4-FFF2-40B4-BE49-F238E27FC236}">
                  <a16:creationId xmlns:a16="http://schemas.microsoft.com/office/drawing/2014/main" id="{86AEEC9B-B530-3940-5F5B-A5478CAA6666}"/>
                </a:ext>
              </a:extLst>
            </p:cNvPr>
            <p:cNvSpPr/>
            <p:nvPr/>
          </p:nvSpPr>
          <p:spPr>
            <a:xfrm>
              <a:off x="3078256" y="1990598"/>
              <a:ext cx="1445700" cy="1445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" name="Google Shape;24729;p110">
            <a:extLst>
              <a:ext uri="{FF2B5EF4-FFF2-40B4-BE49-F238E27FC236}">
                <a16:creationId xmlns:a16="http://schemas.microsoft.com/office/drawing/2014/main" id="{51EB5457-49B8-B3F6-7D5F-29A9D7816927}"/>
              </a:ext>
            </a:extLst>
          </p:cNvPr>
          <p:cNvSpPr txBox="1">
            <a:spLocks/>
          </p:cNvSpPr>
          <p:nvPr/>
        </p:nvSpPr>
        <p:spPr>
          <a:xfrm>
            <a:off x="3343146" y="2729394"/>
            <a:ext cx="1180086" cy="5136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Berkshire Swash"/>
              <a:buNone/>
              <a:defRPr sz="2400" b="0" i="0" u="none" strike="noStrike" cap="none">
                <a:solidFill>
                  <a:schemeClr val="lt1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bs-Latn-BA" dirty="0"/>
              <a:t>15%</a:t>
            </a:r>
          </a:p>
        </p:txBody>
      </p:sp>
      <p:sp>
        <p:nvSpPr>
          <p:cNvPr id="7" name="Google Shape;24735;p110">
            <a:extLst>
              <a:ext uri="{FF2B5EF4-FFF2-40B4-BE49-F238E27FC236}">
                <a16:creationId xmlns:a16="http://schemas.microsoft.com/office/drawing/2014/main" id="{A448FE9A-6247-62AB-191C-37F1833CA1F6}"/>
              </a:ext>
            </a:extLst>
          </p:cNvPr>
          <p:cNvSpPr txBox="1">
            <a:spLocks/>
          </p:cNvSpPr>
          <p:nvPr/>
        </p:nvSpPr>
        <p:spPr>
          <a:xfrm>
            <a:off x="2074380" y="3866560"/>
            <a:ext cx="2814612" cy="36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Berkshire Swash"/>
              <a:buNone/>
              <a:defRPr sz="3600" b="0" i="0" u="none" strike="noStrike" cap="none">
                <a:solidFill>
                  <a:schemeClr val="lt1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bs-Latn-BA" sz="2000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Multi-Armed Bandit algoritmi</a:t>
            </a:r>
            <a:br>
              <a:rPr lang="bs-Latn-BA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endParaRPr lang="bs-Latn-BA" sz="1800" b="1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Open Sans"/>
            </a:endParaRPr>
          </a:p>
        </p:txBody>
      </p:sp>
      <p:sp>
        <p:nvSpPr>
          <p:cNvPr id="8" name="Google Shape;24716;p110">
            <a:extLst>
              <a:ext uri="{FF2B5EF4-FFF2-40B4-BE49-F238E27FC236}">
                <a16:creationId xmlns:a16="http://schemas.microsoft.com/office/drawing/2014/main" id="{148C2D57-9010-2EDA-7EBD-40BCE07ACE24}"/>
              </a:ext>
            </a:extLst>
          </p:cNvPr>
          <p:cNvSpPr/>
          <p:nvPr/>
        </p:nvSpPr>
        <p:spPr>
          <a:xfrm>
            <a:off x="4487435" y="1060705"/>
            <a:ext cx="1059925" cy="1038102"/>
          </a:xfrm>
          <a:custGeom>
            <a:avLst/>
            <a:gdLst/>
            <a:ahLst/>
            <a:cxnLst/>
            <a:rect l="l" t="t" r="r" b="b"/>
            <a:pathLst>
              <a:path w="71522" h="61833" extrusionOk="0">
                <a:moveTo>
                  <a:pt x="41457" y="1"/>
                </a:moveTo>
                <a:cubicBezTo>
                  <a:pt x="39546" y="1"/>
                  <a:pt x="37623" y="126"/>
                  <a:pt x="35716" y="369"/>
                </a:cubicBezTo>
                <a:cubicBezTo>
                  <a:pt x="24925" y="1737"/>
                  <a:pt x="14591" y="7421"/>
                  <a:pt x="8542" y="16570"/>
                </a:cubicBezTo>
                <a:cubicBezTo>
                  <a:pt x="2432" y="25841"/>
                  <a:pt x="1" y="40643"/>
                  <a:pt x="8177" y="49397"/>
                </a:cubicBezTo>
                <a:cubicBezTo>
                  <a:pt x="11369" y="52802"/>
                  <a:pt x="15503" y="55142"/>
                  <a:pt x="19758" y="57027"/>
                </a:cubicBezTo>
                <a:cubicBezTo>
                  <a:pt x="26118" y="59880"/>
                  <a:pt x="32944" y="61832"/>
                  <a:pt x="39921" y="61832"/>
                </a:cubicBezTo>
                <a:cubicBezTo>
                  <a:pt x="40080" y="61832"/>
                  <a:pt x="40238" y="61831"/>
                  <a:pt x="40397" y="61829"/>
                </a:cubicBezTo>
                <a:cubicBezTo>
                  <a:pt x="54622" y="61616"/>
                  <a:pt x="66537" y="51647"/>
                  <a:pt x="69668" y="37817"/>
                </a:cubicBezTo>
                <a:cubicBezTo>
                  <a:pt x="71522" y="29731"/>
                  <a:pt x="71248" y="16996"/>
                  <a:pt x="65838" y="10157"/>
                </a:cubicBezTo>
                <a:cubicBezTo>
                  <a:pt x="60267" y="3117"/>
                  <a:pt x="51003" y="1"/>
                  <a:pt x="4145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" name="Google Shape;24721;p110">
            <a:extLst>
              <a:ext uri="{FF2B5EF4-FFF2-40B4-BE49-F238E27FC236}">
                <a16:creationId xmlns:a16="http://schemas.microsoft.com/office/drawing/2014/main" id="{A83575FA-2617-0764-A30C-3BF4E9C0553B}"/>
              </a:ext>
            </a:extLst>
          </p:cNvPr>
          <p:cNvGrpSpPr/>
          <p:nvPr/>
        </p:nvGrpSpPr>
        <p:grpSpPr>
          <a:xfrm>
            <a:off x="4604647" y="1231392"/>
            <a:ext cx="784217" cy="715044"/>
            <a:chOff x="2720983" y="1633225"/>
            <a:chExt cx="2160300" cy="2160300"/>
          </a:xfrm>
        </p:grpSpPr>
        <p:sp>
          <p:nvSpPr>
            <p:cNvPr id="10" name="Google Shape;24722;p110">
              <a:extLst>
                <a:ext uri="{FF2B5EF4-FFF2-40B4-BE49-F238E27FC236}">
                  <a16:creationId xmlns:a16="http://schemas.microsoft.com/office/drawing/2014/main" id="{5A31CCD8-9CFA-FEEF-A248-A9DD1943DB57}"/>
                </a:ext>
              </a:extLst>
            </p:cNvPr>
            <p:cNvSpPr/>
            <p:nvPr/>
          </p:nvSpPr>
          <p:spPr>
            <a:xfrm>
              <a:off x="2720983" y="1633225"/>
              <a:ext cx="2160300" cy="2160300"/>
            </a:xfrm>
            <a:prstGeom prst="pie">
              <a:avLst>
                <a:gd name="adj1" fmla="val 16206756"/>
                <a:gd name="adj2" fmla="val 10858144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24723;p110">
              <a:extLst>
                <a:ext uri="{FF2B5EF4-FFF2-40B4-BE49-F238E27FC236}">
                  <a16:creationId xmlns:a16="http://schemas.microsoft.com/office/drawing/2014/main" id="{6BF07497-089B-E250-98D8-CCD35E8F1408}"/>
                </a:ext>
              </a:extLst>
            </p:cNvPr>
            <p:cNvSpPr/>
            <p:nvPr/>
          </p:nvSpPr>
          <p:spPr>
            <a:xfrm>
              <a:off x="3078256" y="1990598"/>
              <a:ext cx="1445700" cy="1445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" name="Google Shape;24729;p110">
            <a:extLst>
              <a:ext uri="{FF2B5EF4-FFF2-40B4-BE49-F238E27FC236}">
                <a16:creationId xmlns:a16="http://schemas.microsoft.com/office/drawing/2014/main" id="{FB5525CA-1325-719A-0FBE-106AA5F4D0D7}"/>
              </a:ext>
            </a:extLst>
          </p:cNvPr>
          <p:cNvSpPr txBox="1">
            <a:spLocks/>
          </p:cNvSpPr>
          <p:nvPr/>
        </p:nvSpPr>
        <p:spPr>
          <a:xfrm>
            <a:off x="4434330" y="1321218"/>
            <a:ext cx="1180086" cy="5136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Berkshire Swash"/>
              <a:buNone/>
              <a:defRPr sz="2400" b="0" i="0" u="none" strike="noStrike" cap="none">
                <a:solidFill>
                  <a:schemeClr val="lt1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bs-Latn-BA" dirty="0"/>
              <a:t>5%</a:t>
            </a:r>
          </a:p>
        </p:txBody>
      </p:sp>
      <p:sp>
        <p:nvSpPr>
          <p:cNvPr id="13" name="Google Shape;24733;p110">
            <a:extLst>
              <a:ext uri="{FF2B5EF4-FFF2-40B4-BE49-F238E27FC236}">
                <a16:creationId xmlns:a16="http://schemas.microsoft.com/office/drawing/2014/main" id="{CD80801D-4C86-AE7C-0F32-E16EFDE73AC0}"/>
              </a:ext>
            </a:extLst>
          </p:cNvPr>
          <p:cNvSpPr txBox="1">
            <a:spLocks/>
          </p:cNvSpPr>
          <p:nvPr/>
        </p:nvSpPr>
        <p:spPr>
          <a:xfrm>
            <a:off x="4913769" y="774888"/>
            <a:ext cx="2870106" cy="36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Berkshire Swash"/>
              <a:buNone/>
              <a:defRPr sz="3600" b="0" i="0" u="none" strike="noStrike" cap="none">
                <a:solidFill>
                  <a:schemeClr val="lt1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bs-Latn-BA" sz="2000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/>
                <a:ea typeface="Open Sans"/>
                <a:cs typeface="Open Sans"/>
                <a:sym typeface="Open Sans"/>
              </a:rPr>
              <a:t>NumPy/Pandas</a:t>
            </a:r>
          </a:p>
        </p:txBody>
      </p:sp>
      <p:sp>
        <p:nvSpPr>
          <p:cNvPr id="17" name="Google Shape;24715;p110">
            <a:extLst>
              <a:ext uri="{FF2B5EF4-FFF2-40B4-BE49-F238E27FC236}">
                <a16:creationId xmlns:a16="http://schemas.microsoft.com/office/drawing/2014/main" id="{8A45A852-F336-FEB5-4F91-583202F0DDF3}"/>
              </a:ext>
            </a:extLst>
          </p:cNvPr>
          <p:cNvSpPr/>
          <p:nvPr/>
        </p:nvSpPr>
        <p:spPr>
          <a:xfrm>
            <a:off x="1576980" y="2145792"/>
            <a:ext cx="1178412" cy="944879"/>
          </a:xfrm>
          <a:custGeom>
            <a:avLst/>
            <a:gdLst/>
            <a:ahLst/>
            <a:cxnLst/>
            <a:rect l="l" t="t" r="r" b="b"/>
            <a:pathLst>
              <a:path w="71522" h="61833" extrusionOk="0">
                <a:moveTo>
                  <a:pt x="41457" y="1"/>
                </a:moveTo>
                <a:cubicBezTo>
                  <a:pt x="39546" y="1"/>
                  <a:pt x="37623" y="126"/>
                  <a:pt x="35716" y="369"/>
                </a:cubicBezTo>
                <a:cubicBezTo>
                  <a:pt x="24925" y="1737"/>
                  <a:pt x="14591" y="7421"/>
                  <a:pt x="8542" y="16570"/>
                </a:cubicBezTo>
                <a:cubicBezTo>
                  <a:pt x="2432" y="25841"/>
                  <a:pt x="1" y="40643"/>
                  <a:pt x="8177" y="49397"/>
                </a:cubicBezTo>
                <a:cubicBezTo>
                  <a:pt x="11369" y="52802"/>
                  <a:pt x="15503" y="55142"/>
                  <a:pt x="19758" y="57027"/>
                </a:cubicBezTo>
                <a:cubicBezTo>
                  <a:pt x="26118" y="59880"/>
                  <a:pt x="32944" y="61832"/>
                  <a:pt x="39921" y="61832"/>
                </a:cubicBezTo>
                <a:cubicBezTo>
                  <a:pt x="40080" y="61832"/>
                  <a:pt x="40238" y="61831"/>
                  <a:pt x="40397" y="61829"/>
                </a:cubicBezTo>
                <a:cubicBezTo>
                  <a:pt x="54622" y="61616"/>
                  <a:pt x="66537" y="51647"/>
                  <a:pt x="69668" y="37817"/>
                </a:cubicBezTo>
                <a:cubicBezTo>
                  <a:pt x="71522" y="29731"/>
                  <a:pt x="71248" y="16996"/>
                  <a:pt x="65838" y="10157"/>
                </a:cubicBezTo>
                <a:cubicBezTo>
                  <a:pt x="60267" y="3117"/>
                  <a:pt x="51003" y="1"/>
                  <a:pt x="4145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" name="Google Shape;24726;p110">
            <a:extLst>
              <a:ext uri="{FF2B5EF4-FFF2-40B4-BE49-F238E27FC236}">
                <a16:creationId xmlns:a16="http://schemas.microsoft.com/office/drawing/2014/main" id="{B78DADC2-112C-AABB-0634-66C528E7D7AA}"/>
              </a:ext>
            </a:extLst>
          </p:cNvPr>
          <p:cNvGrpSpPr/>
          <p:nvPr/>
        </p:nvGrpSpPr>
        <p:grpSpPr>
          <a:xfrm>
            <a:off x="1690893" y="2255520"/>
            <a:ext cx="918196" cy="864108"/>
            <a:chOff x="4720605" y="3252692"/>
            <a:chExt cx="912300" cy="912300"/>
          </a:xfrm>
        </p:grpSpPr>
        <p:sp>
          <p:nvSpPr>
            <p:cNvPr id="19" name="Google Shape;24727;p110">
              <a:extLst>
                <a:ext uri="{FF2B5EF4-FFF2-40B4-BE49-F238E27FC236}">
                  <a16:creationId xmlns:a16="http://schemas.microsoft.com/office/drawing/2014/main" id="{DCDD95A5-AC6E-7D3B-2AF6-E12D42BC8A4A}"/>
                </a:ext>
              </a:extLst>
            </p:cNvPr>
            <p:cNvSpPr/>
            <p:nvPr/>
          </p:nvSpPr>
          <p:spPr>
            <a:xfrm>
              <a:off x="4720605" y="3252692"/>
              <a:ext cx="912300" cy="912300"/>
            </a:xfrm>
            <a:prstGeom prst="pie">
              <a:avLst>
                <a:gd name="adj1" fmla="val 16206756"/>
                <a:gd name="adj2" fmla="val 2192865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4728;p110">
              <a:extLst>
                <a:ext uri="{FF2B5EF4-FFF2-40B4-BE49-F238E27FC236}">
                  <a16:creationId xmlns:a16="http://schemas.microsoft.com/office/drawing/2014/main" id="{3BAD1F4D-72DB-A1AB-2E26-66F672962D8C}"/>
                </a:ext>
              </a:extLst>
            </p:cNvPr>
            <p:cNvSpPr/>
            <p:nvPr/>
          </p:nvSpPr>
          <p:spPr>
            <a:xfrm>
              <a:off x="4847330" y="3379416"/>
              <a:ext cx="658800" cy="658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" name="Google Shape;24729;p110">
            <a:extLst>
              <a:ext uri="{FF2B5EF4-FFF2-40B4-BE49-F238E27FC236}">
                <a16:creationId xmlns:a16="http://schemas.microsoft.com/office/drawing/2014/main" id="{7FEBF089-C597-01BA-7DDB-7EFA02DBA7F9}"/>
              </a:ext>
            </a:extLst>
          </p:cNvPr>
          <p:cNvSpPr txBox="1">
            <a:spLocks/>
          </p:cNvSpPr>
          <p:nvPr/>
        </p:nvSpPr>
        <p:spPr>
          <a:xfrm>
            <a:off x="1563114" y="2400210"/>
            <a:ext cx="1180086" cy="5136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Berkshire Swash"/>
              <a:buNone/>
              <a:defRPr sz="2400" b="0" i="0" u="none" strike="noStrike" cap="none">
                <a:solidFill>
                  <a:schemeClr val="lt1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bs-Latn-BA" dirty="0"/>
              <a:t>5%</a:t>
            </a:r>
          </a:p>
        </p:txBody>
      </p:sp>
      <p:sp>
        <p:nvSpPr>
          <p:cNvPr id="22" name="Google Shape;24733;p110">
            <a:extLst>
              <a:ext uri="{FF2B5EF4-FFF2-40B4-BE49-F238E27FC236}">
                <a16:creationId xmlns:a16="http://schemas.microsoft.com/office/drawing/2014/main" id="{B15081C7-E3BA-EE9E-925B-B746BAADAF2D}"/>
              </a:ext>
            </a:extLst>
          </p:cNvPr>
          <p:cNvSpPr txBox="1">
            <a:spLocks/>
          </p:cNvSpPr>
          <p:nvPr/>
        </p:nvSpPr>
        <p:spPr>
          <a:xfrm>
            <a:off x="-431885" y="2948649"/>
            <a:ext cx="2175161" cy="36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Berkshire Swash"/>
              <a:buNone/>
              <a:defRPr sz="3600" b="0" i="0" u="none" strike="noStrike" cap="none">
                <a:solidFill>
                  <a:schemeClr val="lt1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r"/>
            <a:r>
              <a:rPr lang="bs-Latn-BA" sz="2000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/>
                <a:ea typeface="Open Sans"/>
                <a:cs typeface="Open Sans"/>
                <a:sym typeface="Open Sans"/>
              </a:rPr>
              <a:t>LLM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4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47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4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4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24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247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24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24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4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24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6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24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70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4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20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3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0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3000"/>
                            </p:stCondLst>
                            <p:childTnLst>
                              <p:par>
                                <p:cTn id="8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4000"/>
                            </p:stCondLst>
                            <p:childTnLst>
                              <p:par>
                                <p:cTn id="8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0"/>
                            </p:stCondLst>
                            <p:childTnLst>
                              <p:par>
                                <p:cTn id="9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6000"/>
                            </p:stCondLst>
                            <p:childTnLst>
                              <p:par>
                                <p:cTn id="9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7000"/>
                            </p:stCondLst>
                            <p:childTnLst>
                              <p:par>
                                <p:cTn id="10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029" name="Google Shape;24029;p96"/>
          <p:cNvPicPr preferRelativeResize="0"/>
          <p:nvPr/>
        </p:nvPicPr>
        <p:blipFill rotWithShape="1">
          <a:blip r:embed="rId3">
            <a:alphaModFix/>
          </a:blip>
          <a:srcRect r="33047"/>
          <a:stretch/>
        </p:blipFill>
        <p:spPr>
          <a:xfrm>
            <a:off x="0" y="0"/>
            <a:ext cx="5165649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4030" name="Google Shape;24030;p96"/>
          <p:cNvSpPr txBox="1">
            <a:spLocks noGrp="1"/>
          </p:cNvSpPr>
          <p:nvPr>
            <p:ph type="title"/>
          </p:nvPr>
        </p:nvSpPr>
        <p:spPr>
          <a:xfrm>
            <a:off x="5349150" y="1851000"/>
            <a:ext cx="3673826" cy="1441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dirty="0"/>
              <a:t>Arhitektura</a:t>
            </a:r>
            <a:endParaRPr dirty="0"/>
          </a:p>
        </p:txBody>
      </p:sp>
      <p:sp>
        <p:nvSpPr>
          <p:cNvPr id="24032" name="Google Shape;24032;p96"/>
          <p:cNvSpPr/>
          <p:nvPr/>
        </p:nvSpPr>
        <p:spPr>
          <a:xfrm rot="-5400000" flipH="1">
            <a:off x="2056918" y="1995069"/>
            <a:ext cx="5163865" cy="1153352"/>
          </a:xfrm>
          <a:custGeom>
            <a:avLst/>
            <a:gdLst/>
            <a:ahLst/>
            <a:cxnLst/>
            <a:rect l="l" t="t" r="r" b="b"/>
            <a:pathLst>
              <a:path w="17647" h="6391" extrusionOk="0">
                <a:moveTo>
                  <a:pt x="1" y="0"/>
                </a:moveTo>
                <a:lnTo>
                  <a:pt x="1" y="6391"/>
                </a:lnTo>
                <a:lnTo>
                  <a:pt x="17647" y="6391"/>
                </a:lnTo>
                <a:lnTo>
                  <a:pt x="17647" y="1736"/>
                </a:lnTo>
                <a:cubicBezTo>
                  <a:pt x="17647" y="1630"/>
                  <a:pt x="17502" y="1590"/>
                  <a:pt x="17283" y="1590"/>
                </a:cubicBezTo>
                <a:cubicBezTo>
                  <a:pt x="16649" y="1590"/>
                  <a:pt x="15392" y="1927"/>
                  <a:pt x="15239" y="1979"/>
                </a:cubicBezTo>
                <a:cubicBezTo>
                  <a:pt x="14192" y="2408"/>
                  <a:pt x="13367" y="3093"/>
                  <a:pt x="12473" y="3678"/>
                </a:cubicBezTo>
                <a:cubicBezTo>
                  <a:pt x="11402" y="4369"/>
                  <a:pt x="10189" y="4829"/>
                  <a:pt x="8848" y="4829"/>
                </a:cubicBezTo>
                <a:cubicBezTo>
                  <a:pt x="8557" y="4829"/>
                  <a:pt x="8261" y="4808"/>
                  <a:pt x="7958" y="4762"/>
                </a:cubicBezTo>
                <a:cubicBezTo>
                  <a:pt x="6515" y="4556"/>
                  <a:pt x="5414" y="3798"/>
                  <a:pt x="4433" y="2973"/>
                </a:cubicBezTo>
                <a:cubicBezTo>
                  <a:pt x="3266" y="2012"/>
                  <a:pt x="2203" y="965"/>
                  <a:pt x="743" y="277"/>
                </a:cubicBezTo>
                <a:cubicBezTo>
                  <a:pt x="673" y="244"/>
                  <a:pt x="22" y="54"/>
                  <a:pt x="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033" name="Google Shape;24033;p96"/>
          <p:cNvSpPr/>
          <p:nvPr/>
        </p:nvSpPr>
        <p:spPr>
          <a:xfrm rot="10800000">
            <a:off x="3735501" y="1988664"/>
            <a:ext cx="1425249" cy="1166173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034" name="Google Shape;24034;p96"/>
          <p:cNvSpPr/>
          <p:nvPr/>
        </p:nvSpPr>
        <p:spPr>
          <a:xfrm>
            <a:off x="3977450" y="4463412"/>
            <a:ext cx="343650" cy="281174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035" name="Google Shape;24035;p96"/>
          <p:cNvSpPr txBox="1">
            <a:spLocks noGrp="1"/>
          </p:cNvSpPr>
          <p:nvPr>
            <p:ph type="title" idx="2"/>
          </p:nvPr>
        </p:nvSpPr>
        <p:spPr>
          <a:xfrm>
            <a:off x="4012300" y="2208550"/>
            <a:ext cx="1153200" cy="51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4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4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4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391" name="Google Shape;24391;p10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63120" y="880654"/>
            <a:ext cx="2974550" cy="3476750"/>
          </a:xfrm>
          <a:prstGeom prst="rect">
            <a:avLst/>
          </a:prstGeom>
          <a:noFill/>
          <a:ln>
            <a:noFill/>
          </a:ln>
        </p:spPr>
      </p:pic>
      <p:sp>
        <p:nvSpPr>
          <p:cNvPr id="24392" name="Google Shape;24392;p108"/>
          <p:cNvSpPr/>
          <p:nvPr/>
        </p:nvSpPr>
        <p:spPr>
          <a:xfrm>
            <a:off x="-148117" y="232608"/>
            <a:ext cx="9144199" cy="5173108"/>
          </a:xfrm>
          <a:custGeom>
            <a:avLst/>
            <a:gdLst/>
            <a:ahLst/>
            <a:cxnLst/>
            <a:rect l="l" t="t" r="r" b="b"/>
            <a:pathLst>
              <a:path w="284866" h="161156" extrusionOk="0">
                <a:moveTo>
                  <a:pt x="79578" y="28470"/>
                </a:moveTo>
                <a:cubicBezTo>
                  <a:pt x="90374" y="28470"/>
                  <a:pt x="99881" y="31630"/>
                  <a:pt x="104166" y="38659"/>
                </a:cubicBezTo>
                <a:cubicBezTo>
                  <a:pt x="117456" y="60344"/>
                  <a:pt x="118567" y="73552"/>
                  <a:pt x="118650" y="100648"/>
                </a:cubicBezTo>
                <a:cubicBezTo>
                  <a:pt x="118650" y="120001"/>
                  <a:pt x="99847" y="126486"/>
                  <a:pt x="81063" y="126486"/>
                </a:cubicBezTo>
                <a:cubicBezTo>
                  <a:pt x="65740" y="126486"/>
                  <a:pt x="50429" y="122171"/>
                  <a:pt x="45345" y="117004"/>
                </a:cubicBezTo>
                <a:cubicBezTo>
                  <a:pt x="38659" y="110153"/>
                  <a:pt x="35058" y="102952"/>
                  <a:pt x="31458" y="93262"/>
                </a:cubicBezTo>
                <a:cubicBezTo>
                  <a:pt x="27960" y="84003"/>
                  <a:pt x="29236" y="62998"/>
                  <a:pt x="31890" y="54521"/>
                </a:cubicBezTo>
                <a:cubicBezTo>
                  <a:pt x="37054" y="38488"/>
                  <a:pt x="60357" y="28470"/>
                  <a:pt x="79578" y="28470"/>
                </a:cubicBezTo>
                <a:close/>
                <a:moveTo>
                  <a:pt x="0" y="1"/>
                </a:moveTo>
                <a:lnTo>
                  <a:pt x="0" y="161155"/>
                </a:lnTo>
                <a:lnTo>
                  <a:pt x="284866" y="161155"/>
                </a:lnTo>
                <a:lnTo>
                  <a:pt x="28486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393" name="Google Shape;24393;p108"/>
          <p:cNvSpPr txBox="1">
            <a:spLocks noGrp="1"/>
          </p:cNvSpPr>
          <p:nvPr>
            <p:ph type="title"/>
          </p:nvPr>
        </p:nvSpPr>
        <p:spPr>
          <a:xfrm>
            <a:off x="2848713" y="460552"/>
            <a:ext cx="5784298" cy="54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457200" lvl="0" indent="-45720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bs-Latn-BA" sz="2400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Prezentacijski sloj (User Interface)</a:t>
            </a:r>
            <a:endParaRPr sz="2400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395" name="Google Shape;24395;p108"/>
          <p:cNvSpPr/>
          <p:nvPr/>
        </p:nvSpPr>
        <p:spPr>
          <a:xfrm>
            <a:off x="-714800" y="3436650"/>
            <a:ext cx="3099696" cy="3353442"/>
          </a:xfrm>
          <a:custGeom>
            <a:avLst/>
            <a:gdLst/>
            <a:ahLst/>
            <a:cxnLst/>
            <a:rect l="l" t="t" r="r" b="b"/>
            <a:pathLst>
              <a:path w="7586" h="8207" extrusionOk="0">
                <a:moveTo>
                  <a:pt x="2484" y="0"/>
                </a:moveTo>
                <a:cubicBezTo>
                  <a:pt x="1587" y="0"/>
                  <a:pt x="290" y="487"/>
                  <a:pt x="149" y="2303"/>
                </a:cubicBezTo>
                <a:cubicBezTo>
                  <a:pt x="1" y="4587"/>
                  <a:pt x="1730" y="7048"/>
                  <a:pt x="3663" y="7926"/>
                </a:cubicBezTo>
                <a:cubicBezTo>
                  <a:pt x="4118" y="8125"/>
                  <a:pt x="4518" y="8207"/>
                  <a:pt x="4864" y="8207"/>
                </a:cubicBezTo>
                <a:cubicBezTo>
                  <a:pt x="5988" y="8207"/>
                  <a:pt x="6546" y="7340"/>
                  <a:pt x="6595" y="6780"/>
                </a:cubicBezTo>
                <a:cubicBezTo>
                  <a:pt x="6651" y="5930"/>
                  <a:pt x="6067" y="4672"/>
                  <a:pt x="6855" y="3413"/>
                </a:cubicBezTo>
                <a:cubicBezTo>
                  <a:pt x="7178" y="2858"/>
                  <a:pt x="7354" y="2415"/>
                  <a:pt x="7438" y="2064"/>
                </a:cubicBezTo>
                <a:cubicBezTo>
                  <a:pt x="7586" y="1424"/>
                  <a:pt x="7298" y="749"/>
                  <a:pt x="6735" y="454"/>
                </a:cubicBezTo>
                <a:cubicBezTo>
                  <a:pt x="6484" y="328"/>
                  <a:pt x="6223" y="279"/>
                  <a:pt x="5972" y="279"/>
                </a:cubicBezTo>
                <a:cubicBezTo>
                  <a:pt x="5758" y="279"/>
                  <a:pt x="5552" y="315"/>
                  <a:pt x="5364" y="370"/>
                </a:cubicBezTo>
                <a:cubicBezTo>
                  <a:pt x="5235" y="404"/>
                  <a:pt x="5082" y="418"/>
                  <a:pt x="4918" y="418"/>
                </a:cubicBezTo>
                <a:cubicBezTo>
                  <a:pt x="4116" y="418"/>
                  <a:pt x="3045" y="74"/>
                  <a:pt x="3045" y="74"/>
                </a:cubicBezTo>
                <a:cubicBezTo>
                  <a:pt x="2896" y="29"/>
                  <a:pt x="2702" y="0"/>
                  <a:pt x="248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396" name="Google Shape;24396;p108"/>
          <p:cNvGrpSpPr/>
          <p:nvPr/>
        </p:nvGrpSpPr>
        <p:grpSpPr>
          <a:xfrm rot="-5400000">
            <a:off x="7973162" y="4053089"/>
            <a:ext cx="901674" cy="1575190"/>
            <a:chOff x="5052950" y="2452900"/>
            <a:chExt cx="213900" cy="373675"/>
          </a:xfrm>
        </p:grpSpPr>
        <p:sp>
          <p:nvSpPr>
            <p:cNvPr id="24397" name="Google Shape;24397;p108"/>
            <p:cNvSpPr/>
            <p:nvPr/>
          </p:nvSpPr>
          <p:spPr>
            <a:xfrm>
              <a:off x="5133675" y="262597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3" y="0"/>
                  </a:moveTo>
                  <a:cubicBezTo>
                    <a:pt x="70" y="17"/>
                    <a:pt x="54" y="33"/>
                    <a:pt x="3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37" y="223"/>
                    <a:pt x="54" y="239"/>
                  </a:cubicBezTo>
                  <a:cubicBezTo>
                    <a:pt x="65" y="251"/>
                    <a:pt x="85" y="263"/>
                    <a:pt x="109" y="263"/>
                  </a:cubicBezTo>
                  <a:cubicBezTo>
                    <a:pt x="119" y="263"/>
                    <a:pt x="129" y="261"/>
                    <a:pt x="140" y="256"/>
                  </a:cubicBezTo>
                  <a:cubicBezTo>
                    <a:pt x="190" y="256"/>
                    <a:pt x="243" y="190"/>
                    <a:pt x="223" y="120"/>
                  </a:cubicBezTo>
                  <a:cubicBezTo>
                    <a:pt x="223" y="87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8" name="Google Shape;24398;p108"/>
            <p:cNvSpPr/>
            <p:nvPr/>
          </p:nvSpPr>
          <p:spPr>
            <a:xfrm>
              <a:off x="5133675" y="250135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21"/>
                    <a:pt x="0" y="71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20" y="260"/>
                    <a:pt x="140" y="260"/>
                  </a:cubicBezTo>
                  <a:cubicBezTo>
                    <a:pt x="206" y="244"/>
                    <a:pt x="243" y="174"/>
                    <a:pt x="243" y="104"/>
                  </a:cubicBezTo>
                  <a:cubicBezTo>
                    <a:pt x="223" y="71"/>
                    <a:pt x="206" y="2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9" name="Google Shape;24399;p108"/>
            <p:cNvSpPr/>
            <p:nvPr/>
          </p:nvSpPr>
          <p:spPr>
            <a:xfrm>
              <a:off x="5132025" y="2593950"/>
              <a:ext cx="6400" cy="6675"/>
            </a:xfrm>
            <a:custGeom>
              <a:avLst/>
              <a:gdLst/>
              <a:ahLst/>
              <a:cxnLst/>
              <a:rect l="l" t="t" r="r" b="b"/>
              <a:pathLst>
                <a:path w="256" h="267" extrusionOk="0">
                  <a:moveTo>
                    <a:pt x="118" y="0"/>
                  </a:moveTo>
                  <a:cubicBezTo>
                    <a:pt x="100" y="0"/>
                    <a:pt x="78" y="13"/>
                    <a:pt x="66" y="28"/>
                  </a:cubicBezTo>
                  <a:cubicBezTo>
                    <a:pt x="17" y="77"/>
                    <a:pt x="0" y="164"/>
                    <a:pt x="50" y="213"/>
                  </a:cubicBezTo>
                  <a:cubicBezTo>
                    <a:pt x="66" y="234"/>
                    <a:pt x="83" y="250"/>
                    <a:pt x="120" y="267"/>
                  </a:cubicBezTo>
                  <a:cubicBezTo>
                    <a:pt x="153" y="267"/>
                    <a:pt x="169" y="250"/>
                    <a:pt x="206" y="234"/>
                  </a:cubicBezTo>
                  <a:cubicBezTo>
                    <a:pt x="239" y="180"/>
                    <a:pt x="256" y="110"/>
                    <a:pt x="223" y="44"/>
                  </a:cubicBezTo>
                  <a:cubicBezTo>
                    <a:pt x="206" y="28"/>
                    <a:pt x="186" y="7"/>
                    <a:pt x="169" y="7"/>
                  </a:cubicBezTo>
                  <a:lnTo>
                    <a:pt x="136" y="7"/>
                  </a:lnTo>
                  <a:cubicBezTo>
                    <a:pt x="132" y="2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0" name="Google Shape;24400;p108"/>
            <p:cNvSpPr/>
            <p:nvPr/>
          </p:nvSpPr>
          <p:spPr>
            <a:xfrm>
              <a:off x="5134075" y="253062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87" y="1"/>
                    <a:pt x="71" y="17"/>
                    <a:pt x="54" y="33"/>
                  </a:cubicBezTo>
                  <a:cubicBezTo>
                    <a:pt x="21" y="50"/>
                    <a:pt x="1" y="104"/>
                    <a:pt x="21" y="137"/>
                  </a:cubicBezTo>
                  <a:cubicBezTo>
                    <a:pt x="21" y="170"/>
                    <a:pt x="38" y="207"/>
                    <a:pt x="54" y="223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190" y="240"/>
                    <a:pt x="244" y="190"/>
                    <a:pt x="244" y="120"/>
                  </a:cubicBezTo>
                  <a:lnTo>
                    <a:pt x="244" y="104"/>
                  </a:lnTo>
                  <a:cubicBezTo>
                    <a:pt x="227" y="50"/>
                    <a:pt x="20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1" name="Google Shape;24401;p108"/>
            <p:cNvSpPr/>
            <p:nvPr/>
          </p:nvSpPr>
          <p:spPr>
            <a:xfrm>
              <a:off x="5132425" y="25472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1" y="145"/>
                    <a:pt x="17" y="227"/>
                    <a:pt x="87" y="248"/>
                  </a:cubicBezTo>
                  <a:cubicBezTo>
                    <a:pt x="100" y="256"/>
                    <a:pt x="115" y="261"/>
                    <a:pt x="130" y="261"/>
                  </a:cubicBezTo>
                  <a:cubicBezTo>
                    <a:pt x="170" y="261"/>
                    <a:pt x="211" y="229"/>
                    <a:pt x="223" y="178"/>
                  </a:cubicBezTo>
                  <a:cubicBezTo>
                    <a:pt x="240" y="107"/>
                    <a:pt x="223" y="42"/>
                    <a:pt x="153" y="4"/>
                  </a:cubicBez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2" name="Google Shape;24402;p108"/>
            <p:cNvSpPr/>
            <p:nvPr/>
          </p:nvSpPr>
          <p:spPr>
            <a:xfrm>
              <a:off x="5125925" y="26105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87" y="1"/>
                  </a:moveTo>
                  <a:cubicBezTo>
                    <a:pt x="38" y="17"/>
                    <a:pt x="1" y="87"/>
                    <a:pt x="1" y="153"/>
                  </a:cubicBezTo>
                  <a:cubicBezTo>
                    <a:pt x="1" y="190"/>
                    <a:pt x="17" y="223"/>
                    <a:pt x="55" y="240"/>
                  </a:cubicBezTo>
                  <a:cubicBezTo>
                    <a:pt x="66" y="252"/>
                    <a:pt x="86" y="263"/>
                    <a:pt x="103" y="263"/>
                  </a:cubicBezTo>
                  <a:cubicBezTo>
                    <a:pt x="109" y="263"/>
                    <a:pt x="116" y="261"/>
                    <a:pt x="120" y="256"/>
                  </a:cubicBezTo>
                  <a:cubicBezTo>
                    <a:pt x="158" y="256"/>
                    <a:pt x="191" y="240"/>
                    <a:pt x="207" y="207"/>
                  </a:cubicBezTo>
                  <a:cubicBezTo>
                    <a:pt x="224" y="190"/>
                    <a:pt x="224" y="153"/>
                    <a:pt x="224" y="120"/>
                  </a:cubicBezTo>
                  <a:cubicBezTo>
                    <a:pt x="224" y="87"/>
                    <a:pt x="207" y="50"/>
                    <a:pt x="174" y="34"/>
                  </a:cubicBezTo>
                  <a:cubicBezTo>
                    <a:pt x="174" y="17"/>
                    <a:pt x="158" y="17"/>
                    <a:pt x="158" y="17"/>
                  </a:cubicBezTo>
                  <a:cubicBezTo>
                    <a:pt x="141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3" name="Google Shape;24403;p108"/>
            <p:cNvSpPr/>
            <p:nvPr/>
          </p:nvSpPr>
          <p:spPr>
            <a:xfrm>
              <a:off x="5128925" y="264307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4" y="1"/>
                  </a:moveTo>
                  <a:cubicBezTo>
                    <a:pt x="87" y="21"/>
                    <a:pt x="87" y="21"/>
                    <a:pt x="71" y="21"/>
                  </a:cubicBezTo>
                  <a:cubicBezTo>
                    <a:pt x="38" y="38"/>
                    <a:pt x="0" y="104"/>
                    <a:pt x="0" y="157"/>
                  </a:cubicBezTo>
                  <a:cubicBezTo>
                    <a:pt x="21" y="190"/>
                    <a:pt x="38" y="227"/>
                    <a:pt x="54" y="244"/>
                  </a:cubicBezTo>
                  <a:cubicBezTo>
                    <a:pt x="66" y="255"/>
                    <a:pt x="86" y="267"/>
                    <a:pt x="109" y="267"/>
                  </a:cubicBezTo>
                  <a:cubicBezTo>
                    <a:pt x="119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4"/>
                  </a:cubicBezTo>
                  <a:lnTo>
                    <a:pt x="227" y="87"/>
                  </a:lnTo>
                  <a:cubicBezTo>
                    <a:pt x="207" y="54"/>
                    <a:pt x="190" y="38"/>
                    <a:pt x="157" y="21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4" name="Google Shape;24404;p108"/>
            <p:cNvSpPr/>
            <p:nvPr/>
          </p:nvSpPr>
          <p:spPr>
            <a:xfrm>
              <a:off x="5132425" y="25778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50" y="17"/>
                    <a:pt x="1" y="87"/>
                    <a:pt x="17" y="157"/>
                  </a:cubicBezTo>
                  <a:cubicBezTo>
                    <a:pt x="17" y="190"/>
                    <a:pt x="34" y="207"/>
                    <a:pt x="50" y="240"/>
                  </a:cubicBezTo>
                  <a:cubicBezTo>
                    <a:pt x="87" y="261"/>
                    <a:pt x="120" y="261"/>
                    <a:pt x="137" y="261"/>
                  </a:cubicBezTo>
                  <a:cubicBezTo>
                    <a:pt x="207" y="240"/>
                    <a:pt x="240" y="174"/>
                    <a:pt x="240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90" y="17"/>
                    <a:pt x="170" y="17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5" name="Google Shape;24405;p108"/>
            <p:cNvSpPr/>
            <p:nvPr/>
          </p:nvSpPr>
          <p:spPr>
            <a:xfrm>
              <a:off x="5130275" y="247012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6" y="0"/>
                  </a:moveTo>
                  <a:cubicBezTo>
                    <a:pt x="120" y="0"/>
                    <a:pt x="111" y="4"/>
                    <a:pt x="103" y="13"/>
                  </a:cubicBezTo>
                  <a:cubicBezTo>
                    <a:pt x="50" y="13"/>
                    <a:pt x="0" y="83"/>
                    <a:pt x="17" y="153"/>
                  </a:cubicBezTo>
                  <a:cubicBezTo>
                    <a:pt x="17" y="186"/>
                    <a:pt x="33" y="219"/>
                    <a:pt x="70" y="239"/>
                  </a:cubicBezTo>
                  <a:cubicBezTo>
                    <a:pt x="87" y="256"/>
                    <a:pt x="103" y="272"/>
                    <a:pt x="136" y="272"/>
                  </a:cubicBezTo>
                  <a:cubicBezTo>
                    <a:pt x="173" y="256"/>
                    <a:pt x="190" y="239"/>
                    <a:pt x="206" y="202"/>
                  </a:cubicBezTo>
                  <a:cubicBezTo>
                    <a:pt x="223" y="186"/>
                    <a:pt x="239" y="153"/>
                    <a:pt x="223" y="116"/>
                  </a:cubicBezTo>
                  <a:cubicBezTo>
                    <a:pt x="223" y="83"/>
                    <a:pt x="206" y="50"/>
                    <a:pt x="190" y="33"/>
                  </a:cubicBezTo>
                  <a:cubicBezTo>
                    <a:pt x="173" y="13"/>
                    <a:pt x="173" y="13"/>
                    <a:pt x="153" y="13"/>
                  </a:cubicBezTo>
                  <a:lnTo>
                    <a:pt x="136" y="13"/>
                  </a:lnTo>
                  <a:cubicBezTo>
                    <a:pt x="136" y="4"/>
                    <a:pt x="132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6" name="Google Shape;24406;p108"/>
            <p:cNvSpPr/>
            <p:nvPr/>
          </p:nvSpPr>
          <p:spPr>
            <a:xfrm>
              <a:off x="5116975" y="2504300"/>
              <a:ext cx="6400" cy="6550"/>
            </a:xfrm>
            <a:custGeom>
              <a:avLst/>
              <a:gdLst/>
              <a:ahLst/>
              <a:cxnLst/>
              <a:rect l="l" t="t" r="r" b="b"/>
              <a:pathLst>
                <a:path w="256" h="262" extrusionOk="0">
                  <a:moveTo>
                    <a:pt x="140" y="1"/>
                  </a:moveTo>
                  <a:cubicBezTo>
                    <a:pt x="95" y="1"/>
                    <a:pt x="47" y="35"/>
                    <a:pt x="33" y="89"/>
                  </a:cubicBezTo>
                  <a:cubicBezTo>
                    <a:pt x="0" y="159"/>
                    <a:pt x="33" y="229"/>
                    <a:pt x="87" y="262"/>
                  </a:cubicBezTo>
                  <a:lnTo>
                    <a:pt x="136" y="262"/>
                  </a:lnTo>
                  <a:cubicBezTo>
                    <a:pt x="190" y="262"/>
                    <a:pt x="223" y="229"/>
                    <a:pt x="239" y="175"/>
                  </a:cubicBezTo>
                  <a:cubicBezTo>
                    <a:pt x="256" y="126"/>
                    <a:pt x="239" y="72"/>
                    <a:pt x="206" y="39"/>
                  </a:cubicBezTo>
                  <a:cubicBezTo>
                    <a:pt x="206" y="39"/>
                    <a:pt x="190" y="23"/>
                    <a:pt x="169" y="6"/>
                  </a:cubicBezTo>
                  <a:cubicBezTo>
                    <a:pt x="160" y="2"/>
                    <a:pt x="150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7" name="Google Shape;24407;p108"/>
            <p:cNvSpPr/>
            <p:nvPr/>
          </p:nvSpPr>
          <p:spPr>
            <a:xfrm>
              <a:off x="5106650" y="25356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42" y="0"/>
                  </a:moveTo>
                  <a:cubicBezTo>
                    <a:pt x="97" y="0"/>
                    <a:pt x="47" y="30"/>
                    <a:pt x="34" y="71"/>
                  </a:cubicBezTo>
                  <a:cubicBezTo>
                    <a:pt x="1" y="141"/>
                    <a:pt x="34" y="227"/>
                    <a:pt x="88" y="244"/>
                  </a:cubicBezTo>
                  <a:cubicBezTo>
                    <a:pt x="104" y="260"/>
                    <a:pt x="120" y="260"/>
                    <a:pt x="137" y="260"/>
                  </a:cubicBezTo>
                  <a:cubicBezTo>
                    <a:pt x="191" y="244"/>
                    <a:pt x="224" y="227"/>
                    <a:pt x="240" y="174"/>
                  </a:cubicBezTo>
                  <a:cubicBezTo>
                    <a:pt x="257" y="124"/>
                    <a:pt x="240" y="71"/>
                    <a:pt x="207" y="38"/>
                  </a:cubicBezTo>
                  <a:cubicBezTo>
                    <a:pt x="207" y="21"/>
                    <a:pt x="191" y="21"/>
                    <a:pt x="170" y="5"/>
                  </a:cubicBezTo>
                  <a:cubicBezTo>
                    <a:pt x="161" y="2"/>
                    <a:pt x="152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8" name="Google Shape;24408;p108"/>
            <p:cNvSpPr/>
            <p:nvPr/>
          </p:nvSpPr>
          <p:spPr>
            <a:xfrm>
              <a:off x="5110875" y="2490625"/>
              <a:ext cx="5700" cy="6700"/>
            </a:xfrm>
            <a:custGeom>
              <a:avLst/>
              <a:gdLst/>
              <a:ahLst/>
              <a:cxnLst/>
              <a:rect l="l" t="t" r="r" b="b"/>
              <a:pathLst>
                <a:path w="228" h="268" extrusionOk="0">
                  <a:moveTo>
                    <a:pt x="104" y="1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2" y="190"/>
                    <a:pt x="38" y="223"/>
                    <a:pt x="55" y="244"/>
                  </a:cubicBezTo>
                  <a:cubicBezTo>
                    <a:pt x="66" y="256"/>
                    <a:pt x="86" y="267"/>
                    <a:pt x="110" y="267"/>
                  </a:cubicBezTo>
                  <a:cubicBezTo>
                    <a:pt x="120" y="267"/>
                    <a:pt x="130" y="265"/>
                    <a:pt x="141" y="261"/>
                  </a:cubicBezTo>
                  <a:cubicBezTo>
                    <a:pt x="174" y="261"/>
                    <a:pt x="191" y="244"/>
                    <a:pt x="207" y="207"/>
                  </a:cubicBezTo>
                  <a:cubicBezTo>
                    <a:pt x="228" y="190"/>
                    <a:pt x="228" y="157"/>
                    <a:pt x="228" y="120"/>
                  </a:cubicBezTo>
                  <a:cubicBezTo>
                    <a:pt x="228" y="87"/>
                    <a:pt x="207" y="54"/>
                    <a:pt x="191" y="38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9" name="Google Shape;24409;p108"/>
            <p:cNvSpPr/>
            <p:nvPr/>
          </p:nvSpPr>
          <p:spPr>
            <a:xfrm>
              <a:off x="5099750" y="26771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54" y="17"/>
                    <a:pt x="1" y="83"/>
                    <a:pt x="17" y="153"/>
                  </a:cubicBezTo>
                  <a:cubicBezTo>
                    <a:pt x="17" y="186"/>
                    <a:pt x="34" y="223"/>
                    <a:pt x="54" y="239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207" y="239"/>
                    <a:pt x="240" y="186"/>
                    <a:pt x="223" y="103"/>
                  </a:cubicBezTo>
                  <a:cubicBezTo>
                    <a:pt x="223" y="66"/>
                    <a:pt x="207" y="50"/>
                    <a:pt x="190" y="17"/>
                  </a:cubicBezTo>
                  <a:lnTo>
                    <a:pt x="157" y="17"/>
                  </a:ln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0" name="Google Shape;24410;p108"/>
            <p:cNvSpPr/>
            <p:nvPr/>
          </p:nvSpPr>
          <p:spPr>
            <a:xfrm>
              <a:off x="5122950" y="2486900"/>
              <a:ext cx="6000" cy="6325"/>
            </a:xfrm>
            <a:custGeom>
              <a:avLst/>
              <a:gdLst/>
              <a:ahLst/>
              <a:cxnLst/>
              <a:rect l="l" t="t" r="r" b="b"/>
              <a:pathLst>
                <a:path w="240" h="253" extrusionOk="0">
                  <a:moveTo>
                    <a:pt x="112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20"/>
                    <a:pt x="87" y="253"/>
                  </a:cubicBezTo>
                  <a:lnTo>
                    <a:pt x="136" y="253"/>
                  </a:lnTo>
                  <a:cubicBezTo>
                    <a:pt x="174" y="253"/>
                    <a:pt x="206" y="220"/>
                    <a:pt x="223" y="187"/>
                  </a:cubicBezTo>
                  <a:cubicBezTo>
                    <a:pt x="239" y="133"/>
                    <a:pt x="223" y="84"/>
                    <a:pt x="206" y="47"/>
                  </a:cubicBezTo>
                  <a:cubicBezTo>
                    <a:pt x="190" y="30"/>
                    <a:pt x="174" y="14"/>
                    <a:pt x="157" y="14"/>
                  </a:cubicBezTo>
                  <a:cubicBezTo>
                    <a:pt x="143" y="5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1" name="Google Shape;24411;p108"/>
            <p:cNvSpPr/>
            <p:nvPr/>
          </p:nvSpPr>
          <p:spPr>
            <a:xfrm>
              <a:off x="5099350" y="2693200"/>
              <a:ext cx="6400" cy="6600"/>
            </a:xfrm>
            <a:custGeom>
              <a:avLst/>
              <a:gdLst/>
              <a:ahLst/>
              <a:cxnLst/>
              <a:rect l="l" t="t" r="r" b="b"/>
              <a:pathLst>
                <a:path w="256" h="264" extrusionOk="0">
                  <a:moveTo>
                    <a:pt x="111" y="1"/>
                  </a:moveTo>
                  <a:cubicBezTo>
                    <a:pt x="92" y="1"/>
                    <a:pt x="76" y="12"/>
                    <a:pt x="50" y="24"/>
                  </a:cubicBezTo>
                  <a:cubicBezTo>
                    <a:pt x="17" y="78"/>
                    <a:pt x="0" y="160"/>
                    <a:pt x="33" y="214"/>
                  </a:cubicBezTo>
                  <a:cubicBezTo>
                    <a:pt x="50" y="247"/>
                    <a:pt x="87" y="263"/>
                    <a:pt x="120" y="263"/>
                  </a:cubicBezTo>
                  <a:cubicBezTo>
                    <a:pt x="136" y="263"/>
                    <a:pt x="173" y="247"/>
                    <a:pt x="190" y="230"/>
                  </a:cubicBezTo>
                  <a:cubicBezTo>
                    <a:pt x="239" y="181"/>
                    <a:pt x="256" y="111"/>
                    <a:pt x="206" y="41"/>
                  </a:cubicBezTo>
                  <a:cubicBezTo>
                    <a:pt x="206" y="24"/>
                    <a:pt x="190" y="24"/>
                    <a:pt x="173" y="8"/>
                  </a:cubicBezTo>
                  <a:lnTo>
                    <a:pt x="136" y="8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2" name="Google Shape;24412;p108"/>
            <p:cNvSpPr/>
            <p:nvPr/>
          </p:nvSpPr>
          <p:spPr>
            <a:xfrm>
              <a:off x="5124700" y="2562875"/>
              <a:ext cx="6425" cy="6525"/>
            </a:xfrm>
            <a:custGeom>
              <a:avLst/>
              <a:gdLst/>
              <a:ahLst/>
              <a:cxnLst/>
              <a:rect l="l" t="t" r="r" b="b"/>
              <a:pathLst>
                <a:path w="257" h="261" extrusionOk="0">
                  <a:moveTo>
                    <a:pt x="127" y="0"/>
                  </a:moveTo>
                  <a:cubicBezTo>
                    <a:pt x="87" y="0"/>
                    <a:pt x="46" y="32"/>
                    <a:pt x="33" y="83"/>
                  </a:cubicBezTo>
                  <a:cubicBezTo>
                    <a:pt x="0" y="154"/>
                    <a:pt x="33" y="219"/>
                    <a:pt x="87" y="257"/>
                  </a:cubicBezTo>
                  <a:cubicBezTo>
                    <a:pt x="99" y="259"/>
                    <a:pt x="110" y="261"/>
                    <a:pt x="121" y="261"/>
                  </a:cubicBezTo>
                  <a:cubicBezTo>
                    <a:pt x="171" y="261"/>
                    <a:pt x="212" y="231"/>
                    <a:pt x="240" y="186"/>
                  </a:cubicBezTo>
                  <a:cubicBezTo>
                    <a:pt x="256" y="116"/>
                    <a:pt x="223" y="34"/>
                    <a:pt x="169" y="13"/>
                  </a:cubicBezTo>
                  <a:cubicBezTo>
                    <a:pt x="156" y="5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3" name="Google Shape;24413;p108"/>
            <p:cNvSpPr/>
            <p:nvPr/>
          </p:nvSpPr>
          <p:spPr>
            <a:xfrm>
              <a:off x="5121700" y="253320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37" y="1"/>
                  </a:moveTo>
                  <a:cubicBezTo>
                    <a:pt x="104" y="1"/>
                    <a:pt x="67" y="17"/>
                    <a:pt x="50" y="34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0" y="240"/>
                    <a:pt x="83" y="256"/>
                    <a:pt x="104" y="256"/>
                  </a:cubicBezTo>
                  <a:cubicBezTo>
                    <a:pt x="114" y="261"/>
                    <a:pt x="123" y="263"/>
                    <a:pt x="133" y="263"/>
                  </a:cubicBezTo>
                  <a:cubicBezTo>
                    <a:pt x="155" y="263"/>
                    <a:pt x="175" y="251"/>
                    <a:pt x="186" y="240"/>
                  </a:cubicBezTo>
                  <a:cubicBezTo>
                    <a:pt x="207" y="223"/>
                    <a:pt x="224" y="190"/>
                    <a:pt x="224" y="153"/>
                  </a:cubicBezTo>
                  <a:cubicBezTo>
                    <a:pt x="240" y="120"/>
                    <a:pt x="224" y="87"/>
                    <a:pt x="207" y="50"/>
                  </a:cubicBezTo>
                  <a:cubicBezTo>
                    <a:pt x="186" y="34"/>
                    <a:pt x="170" y="17"/>
                    <a:pt x="153" y="17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4" name="Google Shape;24414;p108"/>
            <p:cNvSpPr/>
            <p:nvPr/>
          </p:nvSpPr>
          <p:spPr>
            <a:xfrm>
              <a:off x="5128500" y="2516825"/>
              <a:ext cx="6125" cy="6500"/>
            </a:xfrm>
            <a:custGeom>
              <a:avLst/>
              <a:gdLst/>
              <a:ahLst/>
              <a:cxnLst/>
              <a:rect l="l" t="t" r="r" b="b"/>
              <a:pathLst>
                <a:path w="245" h="260" extrusionOk="0">
                  <a:moveTo>
                    <a:pt x="104" y="0"/>
                  </a:moveTo>
                  <a:cubicBezTo>
                    <a:pt x="71" y="0"/>
                    <a:pt x="55" y="21"/>
                    <a:pt x="38" y="54"/>
                  </a:cubicBezTo>
                  <a:cubicBezTo>
                    <a:pt x="17" y="87"/>
                    <a:pt x="1" y="124"/>
                    <a:pt x="1" y="157"/>
                  </a:cubicBezTo>
                  <a:cubicBezTo>
                    <a:pt x="17" y="190"/>
                    <a:pt x="38" y="227"/>
                    <a:pt x="55" y="243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1" y="243"/>
                    <a:pt x="244" y="190"/>
                    <a:pt x="224" y="103"/>
                  </a:cubicBezTo>
                  <a:cubicBezTo>
                    <a:pt x="224" y="70"/>
                    <a:pt x="207" y="54"/>
                    <a:pt x="191" y="21"/>
                  </a:cubicBezTo>
                  <a:lnTo>
                    <a:pt x="158" y="21"/>
                  </a:lnTo>
                  <a:cubicBezTo>
                    <a:pt x="141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5" name="Google Shape;24415;p108"/>
            <p:cNvSpPr/>
            <p:nvPr/>
          </p:nvSpPr>
          <p:spPr>
            <a:xfrm>
              <a:off x="5143150" y="25142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4" y="1"/>
                    <a:pt x="87" y="1"/>
                    <a:pt x="50" y="22"/>
                  </a:cubicBezTo>
                  <a:cubicBezTo>
                    <a:pt x="17" y="71"/>
                    <a:pt x="0" y="158"/>
                    <a:pt x="33" y="207"/>
                  </a:cubicBezTo>
                  <a:cubicBezTo>
                    <a:pt x="50" y="244"/>
                    <a:pt x="87" y="261"/>
                    <a:pt x="120" y="261"/>
                  </a:cubicBezTo>
                  <a:cubicBezTo>
                    <a:pt x="136" y="261"/>
                    <a:pt x="174" y="244"/>
                    <a:pt x="190" y="228"/>
                  </a:cubicBezTo>
                  <a:cubicBezTo>
                    <a:pt x="223" y="207"/>
                    <a:pt x="240" y="174"/>
                    <a:pt x="240" y="141"/>
                  </a:cubicBezTo>
                  <a:cubicBezTo>
                    <a:pt x="240" y="104"/>
                    <a:pt x="240" y="71"/>
                    <a:pt x="207" y="55"/>
                  </a:cubicBezTo>
                  <a:cubicBezTo>
                    <a:pt x="207" y="22"/>
                    <a:pt x="190" y="22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6" name="Google Shape;24416;p108"/>
            <p:cNvSpPr/>
            <p:nvPr/>
          </p:nvSpPr>
          <p:spPr>
            <a:xfrm>
              <a:off x="5139750" y="25611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83"/>
                    <a:pt x="17" y="153"/>
                  </a:cubicBezTo>
                  <a:cubicBezTo>
                    <a:pt x="17" y="186"/>
                    <a:pt x="33" y="207"/>
                    <a:pt x="66" y="240"/>
                  </a:cubicBezTo>
                  <a:cubicBezTo>
                    <a:pt x="83" y="256"/>
                    <a:pt x="120" y="256"/>
                    <a:pt x="136" y="256"/>
                  </a:cubicBezTo>
                  <a:cubicBezTo>
                    <a:pt x="207" y="240"/>
                    <a:pt x="240" y="170"/>
                    <a:pt x="240" y="104"/>
                  </a:cubicBezTo>
                  <a:cubicBezTo>
                    <a:pt x="223" y="67"/>
                    <a:pt x="207" y="50"/>
                    <a:pt x="186" y="17"/>
                  </a:cubicBezTo>
                  <a:cubicBezTo>
                    <a:pt x="186" y="17"/>
                    <a:pt x="169" y="1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7" name="Google Shape;24417;p108"/>
            <p:cNvSpPr/>
            <p:nvPr/>
          </p:nvSpPr>
          <p:spPr>
            <a:xfrm>
              <a:off x="5081300" y="26174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0" y="1"/>
                  </a:moveTo>
                  <a:cubicBezTo>
                    <a:pt x="70" y="1"/>
                    <a:pt x="29" y="33"/>
                    <a:pt x="17" y="81"/>
                  </a:cubicBezTo>
                  <a:cubicBezTo>
                    <a:pt x="1" y="98"/>
                    <a:pt x="1" y="119"/>
                    <a:pt x="1" y="152"/>
                  </a:cubicBezTo>
                  <a:cubicBezTo>
                    <a:pt x="17" y="185"/>
                    <a:pt x="34" y="238"/>
                    <a:pt x="87" y="255"/>
                  </a:cubicBezTo>
                  <a:cubicBezTo>
                    <a:pt x="96" y="259"/>
                    <a:pt x="105" y="261"/>
                    <a:pt x="114" y="261"/>
                  </a:cubicBezTo>
                  <a:cubicBezTo>
                    <a:pt x="138" y="261"/>
                    <a:pt x="163" y="246"/>
                    <a:pt x="190" y="222"/>
                  </a:cubicBezTo>
                  <a:cubicBezTo>
                    <a:pt x="207" y="222"/>
                    <a:pt x="207" y="201"/>
                    <a:pt x="223" y="185"/>
                  </a:cubicBezTo>
                  <a:cubicBezTo>
                    <a:pt x="240" y="119"/>
                    <a:pt x="207" y="32"/>
                    <a:pt x="153" y="15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8" name="Google Shape;24418;p108"/>
            <p:cNvSpPr/>
            <p:nvPr/>
          </p:nvSpPr>
          <p:spPr>
            <a:xfrm>
              <a:off x="5166350" y="2483825"/>
              <a:ext cx="2175" cy="1275"/>
            </a:xfrm>
            <a:custGeom>
              <a:avLst/>
              <a:gdLst/>
              <a:ahLst/>
              <a:cxnLst/>
              <a:rect l="l" t="t" r="r" b="b"/>
              <a:pathLst>
                <a:path w="87" h="51" extrusionOk="0">
                  <a:moveTo>
                    <a:pt x="0" y="1"/>
                  </a:moveTo>
                  <a:cubicBezTo>
                    <a:pt x="0" y="17"/>
                    <a:pt x="0" y="17"/>
                    <a:pt x="17" y="17"/>
                  </a:cubicBezTo>
                  <a:cubicBezTo>
                    <a:pt x="33" y="34"/>
                    <a:pt x="50" y="50"/>
                    <a:pt x="87" y="50"/>
                  </a:cubicBezTo>
                  <a:cubicBezTo>
                    <a:pt x="50" y="34"/>
                    <a:pt x="17" y="1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9" name="Google Shape;24419;p108"/>
            <p:cNvSpPr/>
            <p:nvPr/>
          </p:nvSpPr>
          <p:spPr>
            <a:xfrm>
              <a:off x="5118625" y="2627900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3" y="1"/>
                  </a:moveTo>
                  <a:cubicBezTo>
                    <a:pt x="117" y="1"/>
                    <a:pt x="110" y="3"/>
                    <a:pt x="103" y="10"/>
                  </a:cubicBezTo>
                  <a:cubicBezTo>
                    <a:pt x="37" y="10"/>
                    <a:pt x="0" y="76"/>
                    <a:pt x="0" y="146"/>
                  </a:cubicBezTo>
                  <a:cubicBezTo>
                    <a:pt x="21" y="179"/>
                    <a:pt x="37" y="216"/>
                    <a:pt x="54" y="232"/>
                  </a:cubicBezTo>
                  <a:cubicBezTo>
                    <a:pt x="70" y="249"/>
                    <a:pt x="103" y="265"/>
                    <a:pt x="140" y="265"/>
                  </a:cubicBezTo>
                  <a:cubicBezTo>
                    <a:pt x="190" y="249"/>
                    <a:pt x="243" y="179"/>
                    <a:pt x="227" y="113"/>
                  </a:cubicBezTo>
                  <a:cubicBezTo>
                    <a:pt x="227" y="76"/>
                    <a:pt x="206" y="43"/>
                    <a:pt x="190" y="26"/>
                  </a:cubicBezTo>
                  <a:cubicBezTo>
                    <a:pt x="173" y="26"/>
                    <a:pt x="173" y="10"/>
                    <a:pt x="157" y="10"/>
                  </a:cubicBezTo>
                  <a:cubicBezTo>
                    <a:pt x="146" y="10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0" name="Google Shape;24420;p108"/>
            <p:cNvSpPr/>
            <p:nvPr/>
          </p:nvSpPr>
          <p:spPr>
            <a:xfrm>
              <a:off x="5223025" y="25322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4" y="0"/>
                  </a:moveTo>
                  <a:cubicBezTo>
                    <a:pt x="50" y="21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9" y="267"/>
                    <a:pt x="127" y="265"/>
                    <a:pt x="137" y="260"/>
                  </a:cubicBezTo>
                  <a:cubicBezTo>
                    <a:pt x="174" y="260"/>
                    <a:pt x="190" y="244"/>
                    <a:pt x="207" y="207"/>
                  </a:cubicBezTo>
                  <a:cubicBezTo>
                    <a:pt x="223" y="190"/>
                    <a:pt x="240" y="157"/>
                    <a:pt x="223" y="124"/>
                  </a:cubicBezTo>
                  <a:cubicBezTo>
                    <a:pt x="223" y="87"/>
                    <a:pt x="207" y="54"/>
                    <a:pt x="190" y="38"/>
                  </a:cubicBezTo>
                  <a:cubicBezTo>
                    <a:pt x="174" y="21"/>
                    <a:pt x="174" y="21"/>
                    <a:pt x="153" y="21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1" name="Google Shape;24421;p108"/>
            <p:cNvSpPr/>
            <p:nvPr/>
          </p:nvSpPr>
          <p:spPr>
            <a:xfrm>
              <a:off x="5122950" y="270367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3" y="1"/>
                  </a:moveTo>
                  <a:cubicBezTo>
                    <a:pt x="70" y="17"/>
                    <a:pt x="33" y="34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17" y="223"/>
                    <a:pt x="54" y="240"/>
                  </a:cubicBezTo>
                  <a:cubicBezTo>
                    <a:pt x="66" y="252"/>
                    <a:pt x="85" y="265"/>
                    <a:pt x="107" y="265"/>
                  </a:cubicBezTo>
                  <a:cubicBezTo>
                    <a:pt x="117" y="265"/>
                    <a:pt x="127" y="263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6" y="50"/>
                    <a:pt x="174" y="34"/>
                  </a:cubicBezTo>
                  <a:cubicBezTo>
                    <a:pt x="174" y="17"/>
                    <a:pt x="157" y="17"/>
                    <a:pt x="157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2" name="Google Shape;24422;p108"/>
            <p:cNvSpPr/>
            <p:nvPr/>
          </p:nvSpPr>
          <p:spPr>
            <a:xfrm>
              <a:off x="5231575" y="25447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17" y="190"/>
                    <a:pt x="38" y="206"/>
                    <a:pt x="54" y="244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74" y="260"/>
                    <a:pt x="191" y="244"/>
                    <a:pt x="207" y="206"/>
                  </a:cubicBezTo>
                  <a:cubicBezTo>
                    <a:pt x="224" y="174"/>
                    <a:pt x="224" y="141"/>
                    <a:pt x="224" y="103"/>
                  </a:cubicBezTo>
                  <a:cubicBezTo>
                    <a:pt x="224" y="70"/>
                    <a:pt x="207" y="54"/>
                    <a:pt x="191" y="17"/>
                  </a:cubicBezTo>
                  <a:cubicBezTo>
                    <a:pt x="174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3" name="Google Shape;24423;p108"/>
            <p:cNvSpPr/>
            <p:nvPr/>
          </p:nvSpPr>
          <p:spPr>
            <a:xfrm>
              <a:off x="5224275" y="256195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54" y="17"/>
                    <a:pt x="0" y="87"/>
                    <a:pt x="21" y="153"/>
                  </a:cubicBezTo>
                  <a:cubicBezTo>
                    <a:pt x="21" y="191"/>
                    <a:pt x="37" y="223"/>
                    <a:pt x="54" y="240"/>
                  </a:cubicBezTo>
                  <a:cubicBezTo>
                    <a:pt x="87" y="256"/>
                    <a:pt x="124" y="256"/>
                    <a:pt x="140" y="256"/>
                  </a:cubicBezTo>
                  <a:cubicBezTo>
                    <a:pt x="206" y="256"/>
                    <a:pt x="243" y="191"/>
                    <a:pt x="243" y="104"/>
                  </a:cubicBezTo>
                  <a:cubicBezTo>
                    <a:pt x="227" y="87"/>
                    <a:pt x="206" y="50"/>
                    <a:pt x="190" y="34"/>
                  </a:cubicBezTo>
                  <a:cubicBezTo>
                    <a:pt x="190" y="17"/>
                    <a:pt x="173" y="17"/>
                    <a:pt x="173" y="17"/>
                  </a:cubicBezTo>
                  <a:cubicBezTo>
                    <a:pt x="157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4" name="Google Shape;24424;p108"/>
            <p:cNvSpPr/>
            <p:nvPr/>
          </p:nvSpPr>
          <p:spPr>
            <a:xfrm>
              <a:off x="5110475" y="26135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41" y="0"/>
                  </a:moveTo>
                  <a:cubicBezTo>
                    <a:pt x="104" y="0"/>
                    <a:pt x="87" y="0"/>
                    <a:pt x="54" y="33"/>
                  </a:cubicBezTo>
                  <a:cubicBezTo>
                    <a:pt x="0" y="70"/>
                    <a:pt x="0" y="153"/>
                    <a:pt x="38" y="206"/>
                  </a:cubicBezTo>
                  <a:cubicBezTo>
                    <a:pt x="54" y="239"/>
                    <a:pt x="87" y="256"/>
                    <a:pt x="120" y="256"/>
                  </a:cubicBezTo>
                  <a:cubicBezTo>
                    <a:pt x="141" y="256"/>
                    <a:pt x="174" y="256"/>
                    <a:pt x="190" y="223"/>
                  </a:cubicBezTo>
                  <a:cubicBezTo>
                    <a:pt x="223" y="206"/>
                    <a:pt x="223" y="173"/>
                    <a:pt x="244" y="136"/>
                  </a:cubicBezTo>
                  <a:cubicBezTo>
                    <a:pt x="244" y="103"/>
                    <a:pt x="223" y="70"/>
                    <a:pt x="207" y="50"/>
                  </a:cubicBezTo>
                  <a:cubicBezTo>
                    <a:pt x="207" y="33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5" name="Google Shape;24425;p108"/>
            <p:cNvSpPr/>
            <p:nvPr/>
          </p:nvSpPr>
          <p:spPr>
            <a:xfrm>
              <a:off x="5112225" y="2568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0"/>
                  </a:moveTo>
                  <a:cubicBezTo>
                    <a:pt x="50" y="21"/>
                    <a:pt x="1" y="71"/>
                    <a:pt x="17" y="157"/>
                  </a:cubicBezTo>
                  <a:cubicBezTo>
                    <a:pt x="17" y="190"/>
                    <a:pt x="34" y="207"/>
                    <a:pt x="50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207" y="244"/>
                    <a:pt x="240" y="174"/>
                    <a:pt x="223" y="104"/>
                  </a:cubicBezTo>
                  <a:cubicBezTo>
                    <a:pt x="223" y="71"/>
                    <a:pt x="207" y="54"/>
                    <a:pt x="190" y="21"/>
                  </a:cubicBezTo>
                  <a:cubicBezTo>
                    <a:pt x="174" y="21"/>
                    <a:pt x="174" y="2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6" name="Google Shape;24426;p108"/>
            <p:cNvSpPr/>
            <p:nvPr/>
          </p:nvSpPr>
          <p:spPr>
            <a:xfrm>
              <a:off x="5113475" y="26436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40" y="0"/>
                  </a:moveTo>
                  <a:cubicBezTo>
                    <a:pt x="103" y="0"/>
                    <a:pt x="70" y="17"/>
                    <a:pt x="54" y="33"/>
                  </a:cubicBezTo>
                  <a:cubicBezTo>
                    <a:pt x="0" y="83"/>
                    <a:pt x="0" y="153"/>
                    <a:pt x="37" y="223"/>
                  </a:cubicBezTo>
                  <a:cubicBezTo>
                    <a:pt x="54" y="239"/>
                    <a:pt x="87" y="256"/>
                    <a:pt x="103" y="256"/>
                  </a:cubicBezTo>
                  <a:cubicBezTo>
                    <a:pt x="114" y="261"/>
                    <a:pt x="124" y="263"/>
                    <a:pt x="134" y="263"/>
                  </a:cubicBezTo>
                  <a:cubicBezTo>
                    <a:pt x="158" y="263"/>
                    <a:pt x="178" y="251"/>
                    <a:pt x="190" y="239"/>
                  </a:cubicBezTo>
                  <a:cubicBezTo>
                    <a:pt x="243" y="186"/>
                    <a:pt x="243" y="103"/>
                    <a:pt x="206" y="50"/>
                  </a:cubicBezTo>
                  <a:cubicBezTo>
                    <a:pt x="190" y="33"/>
                    <a:pt x="173" y="17"/>
                    <a:pt x="157" y="17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7" name="Google Shape;24427;p108"/>
            <p:cNvSpPr/>
            <p:nvPr/>
          </p:nvSpPr>
          <p:spPr>
            <a:xfrm>
              <a:off x="5122525" y="26610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8" y="0"/>
                  </a:moveTo>
                  <a:cubicBezTo>
                    <a:pt x="83" y="0"/>
                    <a:pt x="31" y="35"/>
                    <a:pt x="17" y="91"/>
                  </a:cubicBezTo>
                  <a:cubicBezTo>
                    <a:pt x="1" y="161"/>
                    <a:pt x="17" y="231"/>
                    <a:pt x="71" y="264"/>
                  </a:cubicBezTo>
                  <a:cubicBezTo>
                    <a:pt x="82" y="267"/>
                    <a:pt x="94" y="268"/>
                    <a:pt x="105" y="268"/>
                  </a:cubicBezTo>
                  <a:cubicBezTo>
                    <a:pt x="159" y="268"/>
                    <a:pt x="210" y="235"/>
                    <a:pt x="223" y="177"/>
                  </a:cubicBezTo>
                  <a:cubicBezTo>
                    <a:pt x="240" y="107"/>
                    <a:pt x="207" y="41"/>
                    <a:pt x="153" y="4"/>
                  </a:cubicBezTo>
                  <a:cubicBezTo>
                    <a:pt x="146" y="1"/>
                    <a:pt x="137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8" name="Google Shape;24428;p108"/>
            <p:cNvSpPr/>
            <p:nvPr/>
          </p:nvSpPr>
          <p:spPr>
            <a:xfrm>
              <a:off x="5114400" y="25182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94" y="0"/>
                  </a:moveTo>
                  <a:cubicBezTo>
                    <a:pt x="53" y="0"/>
                    <a:pt x="12" y="32"/>
                    <a:pt x="0" y="83"/>
                  </a:cubicBezTo>
                  <a:lnTo>
                    <a:pt x="0" y="133"/>
                  </a:lnTo>
                  <a:cubicBezTo>
                    <a:pt x="0" y="186"/>
                    <a:pt x="17" y="236"/>
                    <a:pt x="66" y="252"/>
                  </a:cubicBezTo>
                  <a:cubicBezTo>
                    <a:pt x="76" y="258"/>
                    <a:pt x="88" y="261"/>
                    <a:pt x="99" y="261"/>
                  </a:cubicBezTo>
                  <a:cubicBezTo>
                    <a:pt x="128" y="261"/>
                    <a:pt x="157" y="243"/>
                    <a:pt x="169" y="219"/>
                  </a:cubicBezTo>
                  <a:cubicBezTo>
                    <a:pt x="190" y="219"/>
                    <a:pt x="206" y="203"/>
                    <a:pt x="206" y="170"/>
                  </a:cubicBezTo>
                  <a:cubicBezTo>
                    <a:pt x="223" y="116"/>
                    <a:pt x="206" y="30"/>
                    <a:pt x="136" y="13"/>
                  </a:cubicBezTo>
                  <a:cubicBezTo>
                    <a:pt x="123" y="4"/>
                    <a:pt x="108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9" name="Google Shape;24429;p108"/>
            <p:cNvSpPr/>
            <p:nvPr/>
          </p:nvSpPr>
          <p:spPr>
            <a:xfrm>
              <a:off x="5116975" y="2548100"/>
              <a:ext cx="6400" cy="6675"/>
            </a:xfrm>
            <a:custGeom>
              <a:avLst/>
              <a:gdLst/>
              <a:ahLst/>
              <a:cxnLst/>
              <a:rect l="l" t="t" r="r" b="b"/>
              <a:pathLst>
                <a:path w="256" h="267" extrusionOk="0">
                  <a:moveTo>
                    <a:pt x="134" y="1"/>
                  </a:moveTo>
                  <a:cubicBezTo>
                    <a:pt x="84" y="1"/>
                    <a:pt x="44" y="35"/>
                    <a:pt x="17" y="89"/>
                  </a:cubicBezTo>
                  <a:cubicBezTo>
                    <a:pt x="0" y="159"/>
                    <a:pt x="33" y="229"/>
                    <a:pt x="87" y="262"/>
                  </a:cubicBezTo>
                  <a:cubicBezTo>
                    <a:pt x="95" y="265"/>
                    <a:pt x="104" y="266"/>
                    <a:pt x="114" y="266"/>
                  </a:cubicBezTo>
                  <a:cubicBezTo>
                    <a:pt x="159" y="266"/>
                    <a:pt x="209" y="234"/>
                    <a:pt x="223" y="176"/>
                  </a:cubicBezTo>
                  <a:cubicBezTo>
                    <a:pt x="256" y="110"/>
                    <a:pt x="223" y="40"/>
                    <a:pt x="169" y="7"/>
                  </a:cubicBezTo>
                  <a:cubicBezTo>
                    <a:pt x="157" y="3"/>
                    <a:pt x="145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0" name="Google Shape;24430;p108"/>
            <p:cNvSpPr/>
            <p:nvPr/>
          </p:nvSpPr>
          <p:spPr>
            <a:xfrm>
              <a:off x="5118625" y="258297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54" y="1"/>
                    <a:pt x="0" y="71"/>
                    <a:pt x="21" y="137"/>
                  </a:cubicBezTo>
                  <a:cubicBezTo>
                    <a:pt x="21" y="224"/>
                    <a:pt x="87" y="261"/>
                    <a:pt x="140" y="261"/>
                  </a:cubicBezTo>
                  <a:cubicBezTo>
                    <a:pt x="173" y="240"/>
                    <a:pt x="190" y="224"/>
                    <a:pt x="206" y="207"/>
                  </a:cubicBezTo>
                  <a:cubicBezTo>
                    <a:pt x="227" y="174"/>
                    <a:pt x="243" y="137"/>
                    <a:pt x="243" y="104"/>
                  </a:cubicBezTo>
                  <a:cubicBezTo>
                    <a:pt x="227" y="71"/>
                    <a:pt x="206" y="34"/>
                    <a:pt x="190" y="17"/>
                  </a:cubicBezTo>
                  <a:cubicBezTo>
                    <a:pt x="190" y="17"/>
                    <a:pt x="17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1" name="Google Shape;24431;p108"/>
            <p:cNvSpPr/>
            <p:nvPr/>
          </p:nvSpPr>
          <p:spPr>
            <a:xfrm>
              <a:off x="5117375" y="25984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0"/>
                  </a:moveTo>
                  <a:cubicBezTo>
                    <a:pt x="34" y="0"/>
                    <a:pt x="1" y="70"/>
                    <a:pt x="1" y="136"/>
                  </a:cubicBezTo>
                  <a:cubicBezTo>
                    <a:pt x="17" y="174"/>
                    <a:pt x="17" y="207"/>
                    <a:pt x="50" y="223"/>
                  </a:cubicBezTo>
                  <a:cubicBezTo>
                    <a:pt x="71" y="260"/>
                    <a:pt x="104" y="260"/>
                    <a:pt x="137" y="260"/>
                  </a:cubicBezTo>
                  <a:cubicBezTo>
                    <a:pt x="153" y="239"/>
                    <a:pt x="190" y="223"/>
                    <a:pt x="207" y="207"/>
                  </a:cubicBezTo>
                  <a:cubicBezTo>
                    <a:pt x="223" y="174"/>
                    <a:pt x="223" y="136"/>
                    <a:pt x="223" y="103"/>
                  </a:cubicBezTo>
                  <a:cubicBezTo>
                    <a:pt x="223" y="70"/>
                    <a:pt x="207" y="33"/>
                    <a:pt x="174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2" name="Google Shape;24432;p108"/>
            <p:cNvSpPr/>
            <p:nvPr/>
          </p:nvSpPr>
          <p:spPr>
            <a:xfrm>
              <a:off x="5093375" y="24932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66" y="17"/>
                    <a:pt x="50" y="38"/>
                    <a:pt x="33" y="54"/>
                  </a:cubicBezTo>
                  <a:cubicBezTo>
                    <a:pt x="17" y="87"/>
                    <a:pt x="0" y="120"/>
                    <a:pt x="0" y="158"/>
                  </a:cubicBezTo>
                  <a:cubicBezTo>
                    <a:pt x="17" y="191"/>
                    <a:pt x="33" y="224"/>
                    <a:pt x="50" y="244"/>
                  </a:cubicBezTo>
                  <a:cubicBezTo>
                    <a:pt x="61" y="256"/>
                    <a:pt x="83" y="267"/>
                    <a:pt x="107" y="267"/>
                  </a:cubicBezTo>
                  <a:cubicBezTo>
                    <a:pt x="116" y="267"/>
                    <a:pt x="126" y="265"/>
                    <a:pt x="136" y="261"/>
                  </a:cubicBezTo>
                  <a:cubicBezTo>
                    <a:pt x="186" y="261"/>
                    <a:pt x="239" y="191"/>
                    <a:pt x="223" y="120"/>
                  </a:cubicBezTo>
                  <a:cubicBezTo>
                    <a:pt x="223" y="87"/>
                    <a:pt x="206" y="54"/>
                    <a:pt x="186" y="38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3" name="Google Shape;24433;p108"/>
            <p:cNvSpPr/>
            <p:nvPr/>
          </p:nvSpPr>
          <p:spPr>
            <a:xfrm>
              <a:off x="5078325" y="24953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33" y="17"/>
                    <a:pt x="0" y="71"/>
                    <a:pt x="17" y="157"/>
                  </a:cubicBezTo>
                  <a:cubicBezTo>
                    <a:pt x="17" y="190"/>
                    <a:pt x="33" y="207"/>
                    <a:pt x="50" y="240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3"/>
                    <a:pt x="190" y="17"/>
                  </a:cubicBezTo>
                  <a:cubicBezTo>
                    <a:pt x="169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4" name="Google Shape;24434;p108"/>
            <p:cNvSpPr/>
            <p:nvPr/>
          </p:nvSpPr>
          <p:spPr>
            <a:xfrm>
              <a:off x="5085625" y="24781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04" y="1"/>
                  </a:moveTo>
                  <a:cubicBezTo>
                    <a:pt x="34" y="1"/>
                    <a:pt x="1" y="71"/>
                    <a:pt x="1" y="141"/>
                  </a:cubicBezTo>
                  <a:cubicBezTo>
                    <a:pt x="1" y="174"/>
                    <a:pt x="17" y="207"/>
                    <a:pt x="50" y="228"/>
                  </a:cubicBezTo>
                  <a:cubicBezTo>
                    <a:pt x="67" y="261"/>
                    <a:pt x="104" y="261"/>
                    <a:pt x="120" y="261"/>
                  </a:cubicBezTo>
                  <a:cubicBezTo>
                    <a:pt x="153" y="244"/>
                    <a:pt x="186" y="228"/>
                    <a:pt x="207" y="207"/>
                  </a:cubicBezTo>
                  <a:cubicBezTo>
                    <a:pt x="223" y="174"/>
                    <a:pt x="223" y="141"/>
                    <a:pt x="223" y="104"/>
                  </a:cubicBezTo>
                  <a:cubicBezTo>
                    <a:pt x="223" y="71"/>
                    <a:pt x="207" y="38"/>
                    <a:pt x="170" y="22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5" name="Google Shape;24435;p108"/>
            <p:cNvSpPr/>
            <p:nvPr/>
          </p:nvSpPr>
          <p:spPr>
            <a:xfrm>
              <a:off x="5088625" y="25106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14" y="1"/>
                    <a:pt x="109" y="2"/>
                    <a:pt x="103" y="8"/>
                  </a:cubicBezTo>
                  <a:lnTo>
                    <a:pt x="66" y="8"/>
                  </a:lnTo>
                  <a:cubicBezTo>
                    <a:pt x="33" y="41"/>
                    <a:pt x="0" y="94"/>
                    <a:pt x="17" y="144"/>
                  </a:cubicBezTo>
                  <a:cubicBezTo>
                    <a:pt x="17" y="181"/>
                    <a:pt x="33" y="214"/>
                    <a:pt x="50" y="231"/>
                  </a:cubicBezTo>
                  <a:cubicBezTo>
                    <a:pt x="66" y="268"/>
                    <a:pt x="103" y="268"/>
                    <a:pt x="136" y="268"/>
                  </a:cubicBezTo>
                  <a:cubicBezTo>
                    <a:pt x="190" y="247"/>
                    <a:pt x="240" y="181"/>
                    <a:pt x="223" y="111"/>
                  </a:cubicBezTo>
                  <a:lnTo>
                    <a:pt x="223" y="78"/>
                  </a:lnTo>
                  <a:cubicBezTo>
                    <a:pt x="207" y="41"/>
                    <a:pt x="190" y="24"/>
                    <a:pt x="153" y="8"/>
                  </a:cubicBezTo>
                  <a:cubicBezTo>
                    <a:pt x="142" y="8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6" name="Google Shape;24436;p108"/>
            <p:cNvSpPr/>
            <p:nvPr/>
          </p:nvSpPr>
          <p:spPr>
            <a:xfrm>
              <a:off x="5064100" y="24529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0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17" y="50"/>
                    <a:pt x="0" y="83"/>
                    <a:pt x="0" y="120"/>
                  </a:cubicBezTo>
                  <a:cubicBezTo>
                    <a:pt x="0" y="153"/>
                    <a:pt x="17" y="186"/>
                    <a:pt x="37" y="223"/>
                  </a:cubicBezTo>
                  <a:cubicBezTo>
                    <a:pt x="54" y="240"/>
                    <a:pt x="70" y="256"/>
                    <a:pt x="103" y="256"/>
                  </a:cubicBezTo>
                  <a:cubicBezTo>
                    <a:pt x="114" y="261"/>
                    <a:pt x="123" y="263"/>
                    <a:pt x="131" y="263"/>
                  </a:cubicBezTo>
                  <a:cubicBezTo>
                    <a:pt x="151" y="263"/>
                    <a:pt x="167" y="252"/>
                    <a:pt x="190" y="240"/>
                  </a:cubicBezTo>
                  <a:cubicBezTo>
                    <a:pt x="223" y="186"/>
                    <a:pt x="243" y="104"/>
                    <a:pt x="206" y="50"/>
                  </a:cubicBezTo>
                  <a:cubicBezTo>
                    <a:pt x="190" y="34"/>
                    <a:pt x="173" y="17"/>
                    <a:pt x="157" y="17"/>
                  </a:cubicBezTo>
                  <a:cubicBezTo>
                    <a:pt x="157" y="1"/>
                    <a:pt x="140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7" name="Google Shape;24437;p108"/>
            <p:cNvSpPr/>
            <p:nvPr/>
          </p:nvSpPr>
          <p:spPr>
            <a:xfrm>
              <a:off x="5082125" y="2528550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13" y="1"/>
                  </a:moveTo>
                  <a:cubicBezTo>
                    <a:pt x="72" y="1"/>
                    <a:pt x="32" y="32"/>
                    <a:pt x="17" y="84"/>
                  </a:cubicBezTo>
                  <a:cubicBezTo>
                    <a:pt x="1" y="149"/>
                    <a:pt x="17" y="220"/>
                    <a:pt x="87" y="253"/>
                  </a:cubicBezTo>
                  <a:cubicBezTo>
                    <a:pt x="97" y="256"/>
                    <a:pt x="108" y="258"/>
                    <a:pt x="118" y="258"/>
                  </a:cubicBezTo>
                  <a:cubicBezTo>
                    <a:pt x="164" y="258"/>
                    <a:pt x="210" y="224"/>
                    <a:pt x="223" y="170"/>
                  </a:cubicBezTo>
                  <a:cubicBezTo>
                    <a:pt x="244" y="116"/>
                    <a:pt x="207" y="30"/>
                    <a:pt x="157" y="13"/>
                  </a:cubicBezTo>
                  <a:cubicBezTo>
                    <a:pt x="143" y="5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8" name="Google Shape;24438;p108"/>
            <p:cNvSpPr/>
            <p:nvPr/>
          </p:nvSpPr>
          <p:spPr>
            <a:xfrm>
              <a:off x="5097600" y="2569700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7" y="0"/>
                    <a:pt x="0" y="70"/>
                    <a:pt x="0" y="136"/>
                  </a:cubicBezTo>
                  <a:cubicBezTo>
                    <a:pt x="17" y="190"/>
                    <a:pt x="37" y="223"/>
                    <a:pt x="70" y="239"/>
                  </a:cubicBezTo>
                  <a:cubicBezTo>
                    <a:pt x="87" y="239"/>
                    <a:pt x="103" y="256"/>
                    <a:pt x="140" y="256"/>
                  </a:cubicBezTo>
                  <a:cubicBezTo>
                    <a:pt x="157" y="239"/>
                    <a:pt x="190" y="223"/>
                    <a:pt x="206" y="206"/>
                  </a:cubicBezTo>
                  <a:cubicBezTo>
                    <a:pt x="223" y="173"/>
                    <a:pt x="223" y="136"/>
                    <a:pt x="223" y="103"/>
                  </a:cubicBezTo>
                  <a:cubicBezTo>
                    <a:pt x="223" y="70"/>
                    <a:pt x="206" y="33"/>
                    <a:pt x="190" y="17"/>
                  </a:cubicBezTo>
                  <a:cubicBezTo>
                    <a:pt x="173" y="17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9" name="Google Shape;24439;p108"/>
            <p:cNvSpPr/>
            <p:nvPr/>
          </p:nvSpPr>
          <p:spPr>
            <a:xfrm>
              <a:off x="5219125" y="2577825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40" y="1"/>
                  </a:moveTo>
                  <a:cubicBezTo>
                    <a:pt x="103" y="1"/>
                    <a:pt x="87" y="1"/>
                    <a:pt x="54" y="17"/>
                  </a:cubicBezTo>
                  <a:cubicBezTo>
                    <a:pt x="21" y="71"/>
                    <a:pt x="0" y="157"/>
                    <a:pt x="37" y="207"/>
                  </a:cubicBezTo>
                  <a:cubicBezTo>
                    <a:pt x="54" y="240"/>
                    <a:pt x="87" y="261"/>
                    <a:pt x="124" y="261"/>
                  </a:cubicBezTo>
                  <a:cubicBezTo>
                    <a:pt x="140" y="261"/>
                    <a:pt x="173" y="261"/>
                    <a:pt x="190" y="223"/>
                  </a:cubicBezTo>
                  <a:cubicBezTo>
                    <a:pt x="243" y="190"/>
                    <a:pt x="260" y="104"/>
                    <a:pt x="206" y="54"/>
                  </a:cubicBezTo>
                  <a:cubicBezTo>
                    <a:pt x="206" y="34"/>
                    <a:pt x="190" y="1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0" name="Google Shape;24440;p108"/>
            <p:cNvSpPr/>
            <p:nvPr/>
          </p:nvSpPr>
          <p:spPr>
            <a:xfrm>
              <a:off x="5091600" y="2461475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37" y="0"/>
                  </a:moveTo>
                  <a:cubicBezTo>
                    <a:pt x="121" y="0"/>
                    <a:pt x="88" y="0"/>
                    <a:pt x="71" y="17"/>
                  </a:cubicBezTo>
                  <a:cubicBezTo>
                    <a:pt x="17" y="70"/>
                    <a:pt x="1" y="153"/>
                    <a:pt x="50" y="206"/>
                  </a:cubicBezTo>
                  <a:cubicBezTo>
                    <a:pt x="71" y="239"/>
                    <a:pt x="88" y="256"/>
                    <a:pt x="121" y="256"/>
                  </a:cubicBezTo>
                  <a:cubicBezTo>
                    <a:pt x="154" y="256"/>
                    <a:pt x="174" y="239"/>
                    <a:pt x="207" y="223"/>
                  </a:cubicBezTo>
                  <a:cubicBezTo>
                    <a:pt x="240" y="190"/>
                    <a:pt x="257" y="103"/>
                    <a:pt x="224" y="50"/>
                  </a:cubicBezTo>
                  <a:cubicBezTo>
                    <a:pt x="207" y="33"/>
                    <a:pt x="191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1" name="Google Shape;24441;p108"/>
            <p:cNvSpPr/>
            <p:nvPr/>
          </p:nvSpPr>
          <p:spPr>
            <a:xfrm>
              <a:off x="5094200" y="25400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64" y="256"/>
                    <a:pt x="85" y="267"/>
                    <a:pt x="107" y="267"/>
                  </a:cubicBezTo>
                  <a:cubicBezTo>
                    <a:pt x="117" y="267"/>
                    <a:pt x="126" y="265"/>
                    <a:pt x="136" y="260"/>
                  </a:cubicBezTo>
                  <a:cubicBezTo>
                    <a:pt x="190" y="260"/>
                    <a:pt x="239" y="190"/>
                    <a:pt x="223" y="124"/>
                  </a:cubicBezTo>
                  <a:cubicBezTo>
                    <a:pt x="223" y="87"/>
                    <a:pt x="206" y="54"/>
                    <a:pt x="190" y="38"/>
                  </a:cubicBezTo>
                  <a:cubicBezTo>
                    <a:pt x="173" y="21"/>
                    <a:pt x="173" y="21"/>
                    <a:pt x="153" y="21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2" name="Google Shape;24442;p108"/>
            <p:cNvSpPr/>
            <p:nvPr/>
          </p:nvSpPr>
          <p:spPr>
            <a:xfrm>
              <a:off x="5082550" y="25709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3" y="1"/>
                  </a:moveTo>
                  <a:cubicBezTo>
                    <a:pt x="70" y="21"/>
                    <a:pt x="37" y="38"/>
                    <a:pt x="21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21" y="190"/>
                    <a:pt x="21" y="227"/>
                    <a:pt x="54" y="244"/>
                  </a:cubicBezTo>
                  <a:cubicBezTo>
                    <a:pt x="65" y="255"/>
                    <a:pt x="85" y="267"/>
                    <a:pt x="109" y="267"/>
                  </a:cubicBezTo>
                  <a:cubicBezTo>
                    <a:pt x="119" y="267"/>
                    <a:pt x="129" y="265"/>
                    <a:pt x="140" y="260"/>
                  </a:cubicBezTo>
                  <a:cubicBezTo>
                    <a:pt x="190" y="260"/>
                    <a:pt x="243" y="190"/>
                    <a:pt x="227" y="124"/>
                  </a:cubicBezTo>
                  <a:cubicBezTo>
                    <a:pt x="227" y="87"/>
                    <a:pt x="206" y="54"/>
                    <a:pt x="173" y="38"/>
                  </a:cubicBezTo>
                  <a:cubicBezTo>
                    <a:pt x="173" y="21"/>
                    <a:pt x="173" y="21"/>
                    <a:pt x="157" y="21"/>
                  </a:cubicBezTo>
                  <a:cubicBezTo>
                    <a:pt x="140" y="1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3" name="Google Shape;24443;p108"/>
            <p:cNvSpPr/>
            <p:nvPr/>
          </p:nvSpPr>
          <p:spPr>
            <a:xfrm>
              <a:off x="5072225" y="255762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04" y="1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1" y="190"/>
                    <a:pt x="38" y="223"/>
                    <a:pt x="54" y="244"/>
                  </a:cubicBezTo>
                  <a:cubicBezTo>
                    <a:pt x="71" y="260"/>
                    <a:pt x="104" y="260"/>
                    <a:pt x="141" y="260"/>
                  </a:cubicBezTo>
                  <a:cubicBezTo>
                    <a:pt x="191" y="244"/>
                    <a:pt x="244" y="190"/>
                    <a:pt x="228" y="104"/>
                  </a:cubicBezTo>
                  <a:cubicBezTo>
                    <a:pt x="228" y="71"/>
                    <a:pt x="207" y="54"/>
                    <a:pt x="191" y="17"/>
                  </a:cubicBezTo>
                  <a:lnTo>
                    <a:pt x="158" y="17"/>
                  </a:lnTo>
                  <a:cubicBezTo>
                    <a:pt x="141" y="1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4" name="Google Shape;24444;p108"/>
            <p:cNvSpPr/>
            <p:nvPr/>
          </p:nvSpPr>
          <p:spPr>
            <a:xfrm>
              <a:off x="5073575" y="2541650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5" y="1"/>
                  </a:moveTo>
                  <a:cubicBezTo>
                    <a:pt x="98" y="1"/>
                    <a:pt x="47" y="33"/>
                    <a:pt x="33" y="91"/>
                  </a:cubicBezTo>
                  <a:cubicBezTo>
                    <a:pt x="0" y="161"/>
                    <a:pt x="33" y="227"/>
                    <a:pt x="87" y="244"/>
                  </a:cubicBezTo>
                  <a:cubicBezTo>
                    <a:pt x="105" y="254"/>
                    <a:pt x="122" y="259"/>
                    <a:pt x="138" y="259"/>
                  </a:cubicBezTo>
                  <a:cubicBezTo>
                    <a:pt x="181" y="259"/>
                    <a:pt x="216" y="226"/>
                    <a:pt x="240" y="178"/>
                  </a:cubicBezTo>
                  <a:cubicBezTo>
                    <a:pt x="256" y="108"/>
                    <a:pt x="223" y="38"/>
                    <a:pt x="174" y="5"/>
                  </a:cubicBezTo>
                  <a:cubicBezTo>
                    <a:pt x="165" y="2"/>
                    <a:pt x="155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5" name="Google Shape;24445;p108"/>
            <p:cNvSpPr/>
            <p:nvPr/>
          </p:nvSpPr>
          <p:spPr>
            <a:xfrm>
              <a:off x="5071400" y="2604950"/>
              <a:ext cx="5600" cy="65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120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1" y="83"/>
                    <a:pt x="1" y="153"/>
                    <a:pt x="34" y="223"/>
                  </a:cubicBezTo>
                  <a:cubicBezTo>
                    <a:pt x="54" y="239"/>
                    <a:pt x="71" y="256"/>
                    <a:pt x="104" y="256"/>
                  </a:cubicBezTo>
                  <a:cubicBezTo>
                    <a:pt x="114" y="261"/>
                    <a:pt x="122" y="263"/>
                    <a:pt x="130" y="263"/>
                  </a:cubicBezTo>
                  <a:cubicBezTo>
                    <a:pt x="150" y="263"/>
                    <a:pt x="167" y="251"/>
                    <a:pt x="191" y="239"/>
                  </a:cubicBezTo>
                  <a:cubicBezTo>
                    <a:pt x="207" y="206"/>
                    <a:pt x="224" y="186"/>
                    <a:pt x="224" y="153"/>
                  </a:cubicBezTo>
                  <a:cubicBezTo>
                    <a:pt x="224" y="120"/>
                    <a:pt x="224" y="83"/>
                    <a:pt x="207" y="50"/>
                  </a:cubicBezTo>
                  <a:cubicBezTo>
                    <a:pt x="191" y="33"/>
                    <a:pt x="174" y="17"/>
                    <a:pt x="158" y="17"/>
                  </a:cubicBezTo>
                  <a:cubicBezTo>
                    <a:pt x="158" y="17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6" name="Google Shape;24446;p108"/>
            <p:cNvSpPr/>
            <p:nvPr/>
          </p:nvSpPr>
          <p:spPr>
            <a:xfrm>
              <a:off x="5078325" y="2589900"/>
              <a:ext cx="5575" cy="6575"/>
            </a:xfrm>
            <a:custGeom>
              <a:avLst/>
              <a:gdLst/>
              <a:ahLst/>
              <a:cxnLst/>
              <a:rect l="l" t="t" r="r" b="b"/>
              <a:pathLst>
                <a:path w="223" h="263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17" y="223"/>
                    <a:pt x="50" y="239"/>
                  </a:cubicBezTo>
                  <a:cubicBezTo>
                    <a:pt x="61" y="251"/>
                    <a:pt x="83" y="263"/>
                    <a:pt x="107" y="263"/>
                  </a:cubicBezTo>
                  <a:cubicBezTo>
                    <a:pt x="117" y="263"/>
                    <a:pt x="127" y="261"/>
                    <a:pt x="136" y="256"/>
                  </a:cubicBezTo>
                  <a:cubicBezTo>
                    <a:pt x="153" y="256"/>
                    <a:pt x="190" y="239"/>
                    <a:pt x="206" y="206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7" name="Google Shape;24447;p108"/>
            <p:cNvSpPr/>
            <p:nvPr/>
          </p:nvSpPr>
          <p:spPr>
            <a:xfrm>
              <a:off x="5070175" y="2577425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20" y="0"/>
                  </a:moveTo>
                  <a:cubicBezTo>
                    <a:pt x="83" y="0"/>
                    <a:pt x="50" y="17"/>
                    <a:pt x="33" y="33"/>
                  </a:cubicBezTo>
                  <a:cubicBezTo>
                    <a:pt x="17" y="50"/>
                    <a:pt x="0" y="87"/>
                    <a:pt x="0" y="120"/>
                  </a:cubicBezTo>
                  <a:cubicBezTo>
                    <a:pt x="0" y="153"/>
                    <a:pt x="0" y="190"/>
                    <a:pt x="17" y="223"/>
                  </a:cubicBezTo>
                  <a:cubicBezTo>
                    <a:pt x="35" y="252"/>
                    <a:pt x="64" y="265"/>
                    <a:pt x="95" y="265"/>
                  </a:cubicBezTo>
                  <a:cubicBezTo>
                    <a:pt x="120" y="265"/>
                    <a:pt x="147" y="256"/>
                    <a:pt x="169" y="239"/>
                  </a:cubicBezTo>
                  <a:cubicBezTo>
                    <a:pt x="223" y="190"/>
                    <a:pt x="223" y="103"/>
                    <a:pt x="186" y="50"/>
                  </a:cubicBezTo>
                  <a:cubicBezTo>
                    <a:pt x="169" y="33"/>
                    <a:pt x="153" y="17"/>
                    <a:pt x="136" y="17"/>
                  </a:cubicBezTo>
                  <a:cubicBezTo>
                    <a:pt x="136" y="0"/>
                    <a:pt x="120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8" name="Google Shape;24448;p108"/>
            <p:cNvSpPr/>
            <p:nvPr/>
          </p:nvSpPr>
          <p:spPr>
            <a:xfrm>
              <a:off x="5073150" y="2511075"/>
              <a:ext cx="6025" cy="6700"/>
            </a:xfrm>
            <a:custGeom>
              <a:avLst/>
              <a:gdLst/>
              <a:ahLst/>
              <a:cxnLst/>
              <a:rect l="l" t="t" r="r" b="b"/>
              <a:pathLst>
                <a:path w="241" h="268" extrusionOk="0">
                  <a:moveTo>
                    <a:pt x="108" y="1"/>
                  </a:moveTo>
                  <a:cubicBezTo>
                    <a:pt x="84" y="1"/>
                    <a:pt x="62" y="12"/>
                    <a:pt x="50" y="24"/>
                  </a:cubicBezTo>
                  <a:cubicBezTo>
                    <a:pt x="1" y="77"/>
                    <a:pt x="1" y="164"/>
                    <a:pt x="34" y="214"/>
                  </a:cubicBezTo>
                  <a:cubicBezTo>
                    <a:pt x="50" y="230"/>
                    <a:pt x="88" y="251"/>
                    <a:pt x="104" y="267"/>
                  </a:cubicBezTo>
                  <a:cubicBezTo>
                    <a:pt x="137" y="267"/>
                    <a:pt x="170" y="251"/>
                    <a:pt x="191" y="230"/>
                  </a:cubicBezTo>
                  <a:cubicBezTo>
                    <a:pt x="240" y="181"/>
                    <a:pt x="240" y="110"/>
                    <a:pt x="207" y="45"/>
                  </a:cubicBezTo>
                  <a:cubicBezTo>
                    <a:pt x="191" y="24"/>
                    <a:pt x="170" y="7"/>
                    <a:pt x="154" y="7"/>
                  </a:cubicBezTo>
                  <a:lnTo>
                    <a:pt x="137" y="7"/>
                  </a:lnTo>
                  <a:cubicBezTo>
                    <a:pt x="127" y="3"/>
                    <a:pt x="117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9" name="Google Shape;24449;p108"/>
            <p:cNvSpPr/>
            <p:nvPr/>
          </p:nvSpPr>
          <p:spPr>
            <a:xfrm>
              <a:off x="5076975" y="246580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04" y="0"/>
                  </a:moveTo>
                  <a:cubicBezTo>
                    <a:pt x="38" y="17"/>
                    <a:pt x="1" y="66"/>
                    <a:pt x="1" y="153"/>
                  </a:cubicBezTo>
                  <a:cubicBezTo>
                    <a:pt x="17" y="186"/>
                    <a:pt x="17" y="206"/>
                    <a:pt x="54" y="239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57" y="256"/>
                    <a:pt x="190" y="239"/>
                    <a:pt x="207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7" y="50"/>
                    <a:pt x="174" y="17"/>
                  </a:cubicBezTo>
                  <a:lnTo>
                    <a:pt x="1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0" name="Google Shape;24450;p108"/>
            <p:cNvSpPr/>
            <p:nvPr/>
          </p:nvSpPr>
          <p:spPr>
            <a:xfrm>
              <a:off x="5070175" y="24807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36" y="0"/>
                  </a:moveTo>
                  <a:cubicBezTo>
                    <a:pt x="103" y="0"/>
                    <a:pt x="83" y="0"/>
                    <a:pt x="50" y="3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0" y="243"/>
                    <a:pt x="83" y="260"/>
                    <a:pt x="120" y="260"/>
                  </a:cubicBezTo>
                  <a:cubicBezTo>
                    <a:pt x="136" y="260"/>
                    <a:pt x="169" y="260"/>
                    <a:pt x="186" y="243"/>
                  </a:cubicBezTo>
                  <a:cubicBezTo>
                    <a:pt x="223" y="206"/>
                    <a:pt x="223" y="173"/>
                    <a:pt x="240" y="140"/>
                  </a:cubicBezTo>
                  <a:cubicBezTo>
                    <a:pt x="240" y="103"/>
                    <a:pt x="223" y="70"/>
                    <a:pt x="207" y="54"/>
                  </a:cubicBezTo>
                  <a:cubicBezTo>
                    <a:pt x="207" y="37"/>
                    <a:pt x="186" y="21"/>
                    <a:pt x="169" y="21"/>
                  </a:cubicBezTo>
                  <a:cubicBezTo>
                    <a:pt x="153" y="0"/>
                    <a:pt x="153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1" name="Google Shape;24451;p108"/>
            <p:cNvSpPr/>
            <p:nvPr/>
          </p:nvSpPr>
          <p:spPr>
            <a:xfrm>
              <a:off x="5060700" y="259270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70" y="8"/>
                    <a:pt x="33" y="24"/>
                    <a:pt x="17" y="57"/>
                  </a:cubicBezTo>
                  <a:cubicBezTo>
                    <a:pt x="0" y="78"/>
                    <a:pt x="0" y="111"/>
                    <a:pt x="0" y="144"/>
                  </a:cubicBezTo>
                  <a:cubicBezTo>
                    <a:pt x="0" y="181"/>
                    <a:pt x="17" y="214"/>
                    <a:pt x="50" y="230"/>
                  </a:cubicBezTo>
                  <a:cubicBezTo>
                    <a:pt x="70" y="247"/>
                    <a:pt x="103" y="263"/>
                    <a:pt x="136" y="263"/>
                  </a:cubicBezTo>
                  <a:cubicBezTo>
                    <a:pt x="190" y="247"/>
                    <a:pt x="223" y="181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3" y="8"/>
                  </a:ln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2" name="Google Shape;24452;p108"/>
            <p:cNvSpPr/>
            <p:nvPr/>
          </p:nvSpPr>
          <p:spPr>
            <a:xfrm>
              <a:off x="5058950" y="2560625"/>
              <a:ext cx="6500" cy="6500"/>
            </a:xfrm>
            <a:custGeom>
              <a:avLst/>
              <a:gdLst/>
              <a:ahLst/>
              <a:cxnLst/>
              <a:rect l="l" t="t" r="r" b="b"/>
              <a:pathLst>
                <a:path w="260" h="260" extrusionOk="0">
                  <a:moveTo>
                    <a:pt x="140" y="0"/>
                  </a:moveTo>
                  <a:cubicBezTo>
                    <a:pt x="103" y="0"/>
                    <a:pt x="87" y="0"/>
                    <a:pt x="54" y="37"/>
                  </a:cubicBezTo>
                  <a:cubicBezTo>
                    <a:pt x="17" y="70"/>
                    <a:pt x="0" y="157"/>
                    <a:pt x="37" y="206"/>
                  </a:cubicBezTo>
                  <a:cubicBezTo>
                    <a:pt x="54" y="244"/>
                    <a:pt x="87" y="260"/>
                    <a:pt x="120" y="260"/>
                  </a:cubicBezTo>
                  <a:cubicBezTo>
                    <a:pt x="140" y="260"/>
                    <a:pt x="173" y="260"/>
                    <a:pt x="190" y="227"/>
                  </a:cubicBezTo>
                  <a:cubicBezTo>
                    <a:pt x="243" y="190"/>
                    <a:pt x="260" y="103"/>
                    <a:pt x="206" y="54"/>
                  </a:cubicBezTo>
                  <a:cubicBezTo>
                    <a:pt x="206" y="37"/>
                    <a:pt x="190" y="21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3" name="Google Shape;24453;p108"/>
            <p:cNvSpPr/>
            <p:nvPr/>
          </p:nvSpPr>
          <p:spPr>
            <a:xfrm>
              <a:off x="5060700" y="246785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3" y="1"/>
                  </a:moveTo>
                  <a:cubicBezTo>
                    <a:pt x="50" y="21"/>
                    <a:pt x="0" y="87"/>
                    <a:pt x="17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76" y="256"/>
                    <a:pt x="92" y="267"/>
                    <a:pt x="111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206" y="260"/>
                    <a:pt x="239" y="190"/>
                    <a:pt x="223" y="124"/>
                  </a:cubicBezTo>
                  <a:cubicBezTo>
                    <a:pt x="223" y="71"/>
                    <a:pt x="190" y="38"/>
                    <a:pt x="153" y="21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4" name="Google Shape;24454;p108"/>
            <p:cNvSpPr/>
            <p:nvPr/>
          </p:nvSpPr>
          <p:spPr>
            <a:xfrm>
              <a:off x="5055525" y="2483325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71" y="21"/>
                    <a:pt x="34" y="37"/>
                    <a:pt x="17" y="54"/>
                  </a:cubicBezTo>
                  <a:cubicBezTo>
                    <a:pt x="1" y="87"/>
                    <a:pt x="1" y="124"/>
                    <a:pt x="1" y="157"/>
                  </a:cubicBezTo>
                  <a:cubicBezTo>
                    <a:pt x="1" y="190"/>
                    <a:pt x="17" y="227"/>
                    <a:pt x="50" y="243"/>
                  </a:cubicBezTo>
                  <a:cubicBezTo>
                    <a:pt x="65" y="255"/>
                    <a:pt x="86" y="267"/>
                    <a:pt x="108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91" y="260"/>
                    <a:pt x="224" y="190"/>
                    <a:pt x="224" y="124"/>
                  </a:cubicBezTo>
                  <a:cubicBezTo>
                    <a:pt x="224" y="87"/>
                    <a:pt x="207" y="54"/>
                    <a:pt x="174" y="37"/>
                  </a:cubicBezTo>
                  <a:cubicBezTo>
                    <a:pt x="174" y="21"/>
                    <a:pt x="154" y="21"/>
                    <a:pt x="154" y="21"/>
                  </a:cubicBezTo>
                  <a:cubicBezTo>
                    <a:pt x="137" y="0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5" name="Google Shape;24455;p108"/>
            <p:cNvSpPr/>
            <p:nvPr/>
          </p:nvSpPr>
          <p:spPr>
            <a:xfrm>
              <a:off x="5059350" y="254432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04" y="1"/>
                  </a:moveTo>
                  <a:cubicBezTo>
                    <a:pt x="54" y="17"/>
                    <a:pt x="1" y="87"/>
                    <a:pt x="21" y="158"/>
                  </a:cubicBezTo>
                  <a:cubicBezTo>
                    <a:pt x="21" y="191"/>
                    <a:pt x="38" y="223"/>
                    <a:pt x="54" y="240"/>
                  </a:cubicBezTo>
                  <a:cubicBezTo>
                    <a:pt x="78" y="255"/>
                    <a:pt x="93" y="267"/>
                    <a:pt x="113" y="267"/>
                  </a:cubicBezTo>
                  <a:cubicBezTo>
                    <a:pt x="121" y="267"/>
                    <a:pt x="130" y="265"/>
                    <a:pt x="141" y="261"/>
                  </a:cubicBezTo>
                  <a:cubicBezTo>
                    <a:pt x="207" y="261"/>
                    <a:pt x="244" y="191"/>
                    <a:pt x="227" y="120"/>
                  </a:cubicBezTo>
                  <a:cubicBezTo>
                    <a:pt x="227" y="87"/>
                    <a:pt x="207" y="54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6" name="Google Shape;24456;p108"/>
            <p:cNvSpPr/>
            <p:nvPr/>
          </p:nvSpPr>
          <p:spPr>
            <a:xfrm>
              <a:off x="5052950" y="2670600"/>
              <a:ext cx="2600" cy="6525"/>
            </a:xfrm>
            <a:custGeom>
              <a:avLst/>
              <a:gdLst/>
              <a:ahLst/>
              <a:cxnLst/>
              <a:rect l="l" t="t" r="r" b="b"/>
              <a:pathLst>
                <a:path w="104" h="261" extrusionOk="0">
                  <a:moveTo>
                    <a:pt x="1" y="0"/>
                  </a:moveTo>
                  <a:lnTo>
                    <a:pt x="1" y="260"/>
                  </a:lnTo>
                  <a:cubicBezTo>
                    <a:pt x="71" y="240"/>
                    <a:pt x="104" y="174"/>
                    <a:pt x="104" y="103"/>
                  </a:cubicBezTo>
                  <a:cubicBezTo>
                    <a:pt x="104" y="70"/>
                    <a:pt x="87" y="33"/>
                    <a:pt x="50" y="17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7" name="Google Shape;24457;p108"/>
            <p:cNvSpPr/>
            <p:nvPr/>
          </p:nvSpPr>
          <p:spPr>
            <a:xfrm>
              <a:off x="5095950" y="2616075"/>
              <a:ext cx="5575" cy="6625"/>
            </a:xfrm>
            <a:custGeom>
              <a:avLst/>
              <a:gdLst/>
              <a:ahLst/>
              <a:cxnLst/>
              <a:rect l="l" t="t" r="r" b="b"/>
              <a:pathLst>
                <a:path w="223" h="265" extrusionOk="0">
                  <a:moveTo>
                    <a:pt x="103" y="0"/>
                  </a:moveTo>
                  <a:cubicBezTo>
                    <a:pt x="66" y="17"/>
                    <a:pt x="33" y="33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0" y="190"/>
                    <a:pt x="17" y="223"/>
                    <a:pt x="50" y="240"/>
                  </a:cubicBezTo>
                  <a:cubicBezTo>
                    <a:pt x="61" y="251"/>
                    <a:pt x="83" y="265"/>
                    <a:pt x="100" y="265"/>
                  </a:cubicBezTo>
                  <a:cubicBezTo>
                    <a:pt x="108" y="265"/>
                    <a:pt x="115" y="262"/>
                    <a:pt x="120" y="256"/>
                  </a:cubicBezTo>
                  <a:cubicBezTo>
                    <a:pt x="186" y="256"/>
                    <a:pt x="223" y="190"/>
                    <a:pt x="223" y="120"/>
                  </a:cubicBezTo>
                  <a:cubicBezTo>
                    <a:pt x="223" y="87"/>
                    <a:pt x="206" y="50"/>
                    <a:pt x="169" y="33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8" name="Google Shape;24458;p108"/>
            <p:cNvSpPr/>
            <p:nvPr/>
          </p:nvSpPr>
          <p:spPr>
            <a:xfrm>
              <a:off x="5079550" y="2667600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4" y="1"/>
                  </a:moveTo>
                  <a:cubicBezTo>
                    <a:pt x="38" y="17"/>
                    <a:pt x="1" y="87"/>
                    <a:pt x="17" y="153"/>
                  </a:cubicBezTo>
                  <a:cubicBezTo>
                    <a:pt x="17" y="190"/>
                    <a:pt x="38" y="223"/>
                    <a:pt x="54" y="240"/>
                  </a:cubicBezTo>
                  <a:cubicBezTo>
                    <a:pt x="71" y="256"/>
                    <a:pt x="104" y="256"/>
                    <a:pt x="141" y="256"/>
                  </a:cubicBezTo>
                  <a:cubicBezTo>
                    <a:pt x="190" y="240"/>
                    <a:pt x="244" y="190"/>
                    <a:pt x="223" y="104"/>
                  </a:cubicBezTo>
                  <a:cubicBezTo>
                    <a:pt x="223" y="71"/>
                    <a:pt x="207" y="50"/>
                    <a:pt x="190" y="17"/>
                  </a:cubicBezTo>
                  <a:lnTo>
                    <a:pt x="157" y="17"/>
                  </a:ln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9" name="Google Shape;24459;p108"/>
            <p:cNvSpPr/>
            <p:nvPr/>
          </p:nvSpPr>
          <p:spPr>
            <a:xfrm>
              <a:off x="5066675" y="25276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03" y="1"/>
                  </a:moveTo>
                  <a:cubicBezTo>
                    <a:pt x="54" y="17"/>
                    <a:pt x="0" y="83"/>
                    <a:pt x="17" y="153"/>
                  </a:cubicBezTo>
                  <a:cubicBezTo>
                    <a:pt x="17" y="186"/>
                    <a:pt x="37" y="224"/>
                    <a:pt x="54" y="240"/>
                  </a:cubicBezTo>
                  <a:cubicBezTo>
                    <a:pt x="77" y="252"/>
                    <a:pt x="92" y="263"/>
                    <a:pt x="112" y="263"/>
                  </a:cubicBezTo>
                  <a:cubicBezTo>
                    <a:pt x="120" y="263"/>
                    <a:pt x="130" y="261"/>
                    <a:pt x="140" y="257"/>
                  </a:cubicBezTo>
                  <a:cubicBezTo>
                    <a:pt x="206" y="257"/>
                    <a:pt x="243" y="186"/>
                    <a:pt x="243" y="121"/>
                  </a:cubicBezTo>
                  <a:cubicBezTo>
                    <a:pt x="223" y="83"/>
                    <a:pt x="206" y="50"/>
                    <a:pt x="190" y="34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4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0" name="Google Shape;24460;p108"/>
            <p:cNvSpPr/>
            <p:nvPr/>
          </p:nvSpPr>
          <p:spPr>
            <a:xfrm>
              <a:off x="5059350" y="25139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13" y="0"/>
                  </a:moveTo>
                  <a:cubicBezTo>
                    <a:pt x="72" y="0"/>
                    <a:pt x="33" y="32"/>
                    <a:pt x="21" y="83"/>
                  </a:cubicBezTo>
                  <a:cubicBezTo>
                    <a:pt x="1" y="153"/>
                    <a:pt x="21" y="219"/>
                    <a:pt x="87" y="256"/>
                  </a:cubicBezTo>
                  <a:cubicBezTo>
                    <a:pt x="96" y="259"/>
                    <a:pt x="106" y="260"/>
                    <a:pt x="115" y="260"/>
                  </a:cubicBezTo>
                  <a:cubicBezTo>
                    <a:pt x="162" y="260"/>
                    <a:pt x="210" y="228"/>
                    <a:pt x="227" y="170"/>
                  </a:cubicBezTo>
                  <a:cubicBezTo>
                    <a:pt x="244" y="116"/>
                    <a:pt x="207" y="34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1" name="Google Shape;24461;p108"/>
            <p:cNvSpPr/>
            <p:nvPr/>
          </p:nvSpPr>
          <p:spPr>
            <a:xfrm>
              <a:off x="5052950" y="2628125"/>
              <a:ext cx="2600" cy="6000"/>
            </a:xfrm>
            <a:custGeom>
              <a:avLst/>
              <a:gdLst/>
              <a:ahLst/>
              <a:cxnLst/>
              <a:rect l="l" t="t" r="r" b="b"/>
              <a:pathLst>
                <a:path w="104" h="240" extrusionOk="0">
                  <a:moveTo>
                    <a:pt x="1" y="1"/>
                  </a:moveTo>
                  <a:lnTo>
                    <a:pt x="1" y="240"/>
                  </a:lnTo>
                  <a:cubicBezTo>
                    <a:pt x="34" y="240"/>
                    <a:pt x="71" y="207"/>
                    <a:pt x="87" y="170"/>
                  </a:cubicBezTo>
                  <a:cubicBezTo>
                    <a:pt x="104" y="104"/>
                    <a:pt x="71" y="17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2" name="Google Shape;24462;p108"/>
            <p:cNvSpPr/>
            <p:nvPr/>
          </p:nvSpPr>
          <p:spPr>
            <a:xfrm>
              <a:off x="5055950" y="26101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71" y="0"/>
                  </a:moveTo>
                  <a:cubicBezTo>
                    <a:pt x="33" y="33"/>
                    <a:pt x="0" y="83"/>
                    <a:pt x="0" y="136"/>
                  </a:cubicBezTo>
                  <a:cubicBezTo>
                    <a:pt x="17" y="169"/>
                    <a:pt x="17" y="206"/>
                    <a:pt x="54" y="223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39"/>
                    <a:pt x="240" y="169"/>
                    <a:pt x="223" y="103"/>
                  </a:cubicBezTo>
                  <a:lnTo>
                    <a:pt x="223" y="66"/>
                  </a:lnTo>
                  <a:cubicBezTo>
                    <a:pt x="207" y="33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3" name="Google Shape;24463;p108"/>
            <p:cNvSpPr/>
            <p:nvPr/>
          </p:nvSpPr>
          <p:spPr>
            <a:xfrm>
              <a:off x="5052950" y="2577425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87" y="0"/>
                  </a:moveTo>
                  <a:cubicBezTo>
                    <a:pt x="50" y="0"/>
                    <a:pt x="17" y="33"/>
                    <a:pt x="1" y="87"/>
                  </a:cubicBezTo>
                  <a:lnTo>
                    <a:pt x="1" y="173"/>
                  </a:lnTo>
                  <a:cubicBezTo>
                    <a:pt x="17" y="190"/>
                    <a:pt x="17" y="223"/>
                    <a:pt x="34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53" y="256"/>
                    <a:pt x="174" y="223"/>
                    <a:pt x="191" y="206"/>
                  </a:cubicBezTo>
                  <a:cubicBezTo>
                    <a:pt x="224" y="173"/>
                    <a:pt x="224" y="136"/>
                    <a:pt x="224" y="103"/>
                  </a:cubicBezTo>
                  <a:cubicBezTo>
                    <a:pt x="207" y="70"/>
                    <a:pt x="191" y="33"/>
                    <a:pt x="174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4" name="Google Shape;24464;p108"/>
            <p:cNvSpPr/>
            <p:nvPr/>
          </p:nvSpPr>
          <p:spPr>
            <a:xfrm>
              <a:off x="5099750" y="26464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9" y="1"/>
                  </a:moveTo>
                  <a:cubicBezTo>
                    <a:pt x="81" y="1"/>
                    <a:pt x="31" y="33"/>
                    <a:pt x="17" y="91"/>
                  </a:cubicBezTo>
                  <a:cubicBezTo>
                    <a:pt x="1" y="157"/>
                    <a:pt x="17" y="227"/>
                    <a:pt x="71" y="260"/>
                  </a:cubicBezTo>
                  <a:cubicBezTo>
                    <a:pt x="82" y="263"/>
                    <a:pt x="93" y="265"/>
                    <a:pt x="105" y="265"/>
                  </a:cubicBezTo>
                  <a:cubicBezTo>
                    <a:pt x="159" y="265"/>
                    <a:pt x="210" y="232"/>
                    <a:pt x="223" y="174"/>
                  </a:cubicBezTo>
                  <a:cubicBezTo>
                    <a:pt x="240" y="108"/>
                    <a:pt x="207" y="38"/>
                    <a:pt x="157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5" name="Google Shape;24465;p108"/>
            <p:cNvSpPr/>
            <p:nvPr/>
          </p:nvSpPr>
          <p:spPr>
            <a:xfrm>
              <a:off x="5052950" y="2500525"/>
              <a:ext cx="1275" cy="5600"/>
            </a:xfrm>
            <a:custGeom>
              <a:avLst/>
              <a:gdLst/>
              <a:ahLst/>
              <a:cxnLst/>
              <a:rect l="l" t="t" r="r" b="b"/>
              <a:pathLst>
                <a:path w="51" h="224" extrusionOk="0">
                  <a:moveTo>
                    <a:pt x="1" y="1"/>
                  </a:moveTo>
                  <a:lnTo>
                    <a:pt x="1" y="223"/>
                  </a:lnTo>
                  <a:lnTo>
                    <a:pt x="17" y="207"/>
                  </a:lnTo>
                  <a:cubicBezTo>
                    <a:pt x="34" y="190"/>
                    <a:pt x="50" y="157"/>
                    <a:pt x="50" y="120"/>
                  </a:cubicBezTo>
                  <a:cubicBezTo>
                    <a:pt x="50" y="87"/>
                    <a:pt x="50" y="54"/>
                    <a:pt x="34" y="34"/>
                  </a:cubicBezTo>
                  <a:cubicBezTo>
                    <a:pt x="17" y="17"/>
                    <a:pt x="17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6" name="Google Shape;24466;p108"/>
            <p:cNvSpPr/>
            <p:nvPr/>
          </p:nvSpPr>
          <p:spPr>
            <a:xfrm>
              <a:off x="5052950" y="2717400"/>
              <a:ext cx="1775" cy="5175"/>
            </a:xfrm>
            <a:custGeom>
              <a:avLst/>
              <a:gdLst/>
              <a:ahLst/>
              <a:cxnLst/>
              <a:rect l="l" t="t" r="r" b="b"/>
              <a:pathLst>
                <a:path w="71" h="207" extrusionOk="0">
                  <a:moveTo>
                    <a:pt x="1" y="0"/>
                  </a:moveTo>
                  <a:lnTo>
                    <a:pt x="1" y="206"/>
                  </a:lnTo>
                  <a:lnTo>
                    <a:pt x="17" y="206"/>
                  </a:lnTo>
                  <a:cubicBezTo>
                    <a:pt x="34" y="190"/>
                    <a:pt x="34" y="173"/>
                    <a:pt x="50" y="157"/>
                  </a:cubicBezTo>
                  <a:cubicBezTo>
                    <a:pt x="71" y="87"/>
                    <a:pt x="50" y="37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7" name="Google Shape;24467;p108"/>
            <p:cNvSpPr/>
            <p:nvPr/>
          </p:nvSpPr>
          <p:spPr>
            <a:xfrm>
              <a:off x="5052950" y="2529550"/>
              <a:ext cx="5200" cy="6575"/>
            </a:xfrm>
            <a:custGeom>
              <a:avLst/>
              <a:gdLst/>
              <a:ahLst/>
              <a:cxnLst/>
              <a:rect l="l" t="t" r="r" b="b"/>
              <a:pathLst>
                <a:path w="208" h="263" extrusionOk="0">
                  <a:moveTo>
                    <a:pt x="91" y="0"/>
                  </a:moveTo>
                  <a:cubicBezTo>
                    <a:pt x="61" y="0"/>
                    <a:pt x="25" y="16"/>
                    <a:pt x="1" y="44"/>
                  </a:cubicBezTo>
                  <a:lnTo>
                    <a:pt x="1" y="233"/>
                  </a:lnTo>
                  <a:cubicBezTo>
                    <a:pt x="17" y="233"/>
                    <a:pt x="17" y="250"/>
                    <a:pt x="34" y="250"/>
                  </a:cubicBezTo>
                  <a:cubicBezTo>
                    <a:pt x="52" y="258"/>
                    <a:pt x="70" y="263"/>
                    <a:pt x="85" y="263"/>
                  </a:cubicBezTo>
                  <a:cubicBezTo>
                    <a:pt x="129" y="263"/>
                    <a:pt x="163" y="231"/>
                    <a:pt x="191" y="180"/>
                  </a:cubicBezTo>
                  <a:cubicBezTo>
                    <a:pt x="207" y="109"/>
                    <a:pt x="174" y="44"/>
                    <a:pt x="120" y="6"/>
                  </a:cubicBezTo>
                  <a:cubicBezTo>
                    <a:pt x="112" y="2"/>
                    <a:pt x="102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8" name="Google Shape;24468;p108"/>
            <p:cNvSpPr/>
            <p:nvPr/>
          </p:nvSpPr>
          <p:spPr>
            <a:xfrm>
              <a:off x="5061100" y="24971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87" y="1"/>
                    <a:pt x="54" y="17"/>
                    <a:pt x="54" y="34"/>
                  </a:cubicBezTo>
                  <a:cubicBezTo>
                    <a:pt x="17" y="67"/>
                    <a:pt x="1" y="104"/>
                    <a:pt x="17" y="153"/>
                  </a:cubicBezTo>
                  <a:cubicBezTo>
                    <a:pt x="17" y="190"/>
                    <a:pt x="34" y="223"/>
                    <a:pt x="54" y="240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90" y="240"/>
                    <a:pt x="240" y="190"/>
                    <a:pt x="223" y="120"/>
                  </a:cubicBezTo>
                  <a:lnTo>
                    <a:pt x="223" y="104"/>
                  </a:lnTo>
                  <a:cubicBezTo>
                    <a:pt x="223" y="67"/>
                    <a:pt x="190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9" name="Google Shape;24469;p108"/>
            <p:cNvSpPr/>
            <p:nvPr/>
          </p:nvSpPr>
          <p:spPr>
            <a:xfrm>
              <a:off x="5137175" y="24864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36" y="1"/>
                  </a:moveTo>
                  <a:cubicBezTo>
                    <a:pt x="103" y="1"/>
                    <a:pt x="66" y="1"/>
                    <a:pt x="50" y="34"/>
                  </a:cubicBezTo>
                  <a:cubicBezTo>
                    <a:pt x="17" y="50"/>
                    <a:pt x="17" y="83"/>
                    <a:pt x="0" y="120"/>
                  </a:cubicBezTo>
                  <a:cubicBezTo>
                    <a:pt x="0" y="153"/>
                    <a:pt x="17" y="186"/>
                    <a:pt x="33" y="207"/>
                  </a:cubicBezTo>
                  <a:cubicBezTo>
                    <a:pt x="50" y="240"/>
                    <a:pt x="66" y="256"/>
                    <a:pt x="103" y="256"/>
                  </a:cubicBezTo>
                  <a:cubicBezTo>
                    <a:pt x="136" y="256"/>
                    <a:pt x="169" y="256"/>
                    <a:pt x="186" y="223"/>
                  </a:cubicBezTo>
                  <a:cubicBezTo>
                    <a:pt x="239" y="186"/>
                    <a:pt x="239" y="104"/>
                    <a:pt x="206" y="50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0" name="Google Shape;24470;p108"/>
            <p:cNvSpPr/>
            <p:nvPr/>
          </p:nvSpPr>
          <p:spPr>
            <a:xfrm>
              <a:off x="5185200" y="260167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5" y="0"/>
                  </a:moveTo>
                  <a:cubicBezTo>
                    <a:pt x="117" y="0"/>
                    <a:pt x="109" y="2"/>
                    <a:pt x="104" y="7"/>
                  </a:cubicBezTo>
                  <a:cubicBezTo>
                    <a:pt x="54" y="7"/>
                    <a:pt x="1" y="78"/>
                    <a:pt x="17" y="148"/>
                  </a:cubicBezTo>
                  <a:cubicBezTo>
                    <a:pt x="17" y="181"/>
                    <a:pt x="38" y="214"/>
                    <a:pt x="54" y="234"/>
                  </a:cubicBezTo>
                  <a:cubicBezTo>
                    <a:pt x="87" y="251"/>
                    <a:pt x="120" y="267"/>
                    <a:pt x="141" y="267"/>
                  </a:cubicBezTo>
                  <a:cubicBezTo>
                    <a:pt x="207" y="251"/>
                    <a:pt x="244" y="181"/>
                    <a:pt x="244" y="110"/>
                  </a:cubicBezTo>
                  <a:cubicBezTo>
                    <a:pt x="223" y="78"/>
                    <a:pt x="207" y="45"/>
                    <a:pt x="190" y="28"/>
                  </a:cubicBezTo>
                  <a:lnTo>
                    <a:pt x="174" y="7"/>
                  </a:lnTo>
                  <a:cubicBezTo>
                    <a:pt x="163" y="7"/>
                    <a:pt x="143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1" name="Google Shape;24471;p108"/>
            <p:cNvSpPr/>
            <p:nvPr/>
          </p:nvSpPr>
          <p:spPr>
            <a:xfrm>
              <a:off x="5228175" y="25951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1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1" y="150"/>
                    <a:pt x="34" y="236"/>
                    <a:pt x="87" y="253"/>
                  </a:cubicBezTo>
                  <a:cubicBezTo>
                    <a:pt x="101" y="263"/>
                    <a:pt x="116" y="268"/>
                    <a:pt x="131" y="268"/>
                  </a:cubicBezTo>
                  <a:cubicBezTo>
                    <a:pt x="171" y="268"/>
                    <a:pt x="211" y="235"/>
                    <a:pt x="223" y="187"/>
                  </a:cubicBezTo>
                  <a:cubicBezTo>
                    <a:pt x="240" y="117"/>
                    <a:pt x="223" y="30"/>
                    <a:pt x="153" y="14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2" name="Google Shape;24472;p108"/>
            <p:cNvSpPr/>
            <p:nvPr/>
          </p:nvSpPr>
          <p:spPr>
            <a:xfrm>
              <a:off x="5177875" y="2491975"/>
              <a:ext cx="6125" cy="6425"/>
            </a:xfrm>
            <a:custGeom>
              <a:avLst/>
              <a:gdLst/>
              <a:ahLst/>
              <a:cxnLst/>
              <a:rect l="l" t="t" r="r" b="b"/>
              <a:pathLst>
                <a:path w="245" h="257" extrusionOk="0">
                  <a:moveTo>
                    <a:pt x="104" y="0"/>
                  </a:moveTo>
                  <a:cubicBezTo>
                    <a:pt x="38" y="17"/>
                    <a:pt x="1" y="66"/>
                    <a:pt x="21" y="136"/>
                  </a:cubicBezTo>
                  <a:cubicBezTo>
                    <a:pt x="21" y="169"/>
                    <a:pt x="38" y="207"/>
                    <a:pt x="54" y="223"/>
                  </a:cubicBezTo>
                  <a:cubicBezTo>
                    <a:pt x="87" y="240"/>
                    <a:pt x="104" y="256"/>
                    <a:pt x="141" y="256"/>
                  </a:cubicBezTo>
                  <a:cubicBezTo>
                    <a:pt x="207" y="240"/>
                    <a:pt x="244" y="169"/>
                    <a:pt x="228" y="103"/>
                  </a:cubicBezTo>
                  <a:lnTo>
                    <a:pt x="228" y="66"/>
                  </a:lnTo>
                  <a:cubicBezTo>
                    <a:pt x="191" y="50"/>
                    <a:pt x="141" y="17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3" name="Google Shape;24473;p108"/>
            <p:cNvSpPr/>
            <p:nvPr/>
          </p:nvSpPr>
          <p:spPr>
            <a:xfrm>
              <a:off x="5228600" y="26379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70" y="0"/>
                    <a:pt x="54" y="21"/>
                    <a:pt x="33" y="54"/>
                  </a:cubicBezTo>
                  <a:cubicBezTo>
                    <a:pt x="17" y="71"/>
                    <a:pt x="0" y="104"/>
                    <a:pt x="17" y="141"/>
                  </a:cubicBezTo>
                  <a:cubicBezTo>
                    <a:pt x="17" y="174"/>
                    <a:pt x="33" y="207"/>
                    <a:pt x="54" y="227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4"/>
                  </a:cubicBezTo>
                  <a:cubicBezTo>
                    <a:pt x="223" y="71"/>
                    <a:pt x="206" y="38"/>
                    <a:pt x="190" y="21"/>
                  </a:cubicBezTo>
                  <a:cubicBezTo>
                    <a:pt x="173" y="21"/>
                    <a:pt x="17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4" name="Google Shape;24474;p108"/>
            <p:cNvSpPr/>
            <p:nvPr/>
          </p:nvSpPr>
          <p:spPr>
            <a:xfrm>
              <a:off x="5152625" y="2701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3" y="256"/>
                    <a:pt x="104" y="256"/>
                    <a:pt x="137" y="256"/>
                  </a:cubicBezTo>
                  <a:cubicBezTo>
                    <a:pt x="207" y="240"/>
                    <a:pt x="240" y="174"/>
                    <a:pt x="223" y="104"/>
                  </a:cubicBezTo>
                  <a:cubicBezTo>
                    <a:pt x="223" y="71"/>
                    <a:pt x="207" y="34"/>
                    <a:pt x="186" y="17"/>
                  </a:cubicBezTo>
                  <a:cubicBezTo>
                    <a:pt x="17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5" name="Google Shape;24475;p108"/>
            <p:cNvSpPr/>
            <p:nvPr/>
          </p:nvSpPr>
          <p:spPr>
            <a:xfrm>
              <a:off x="5138000" y="27019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6" y="256"/>
                    <a:pt x="92" y="267"/>
                    <a:pt x="111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153" y="260"/>
                    <a:pt x="190" y="244"/>
                    <a:pt x="206" y="207"/>
                  </a:cubicBezTo>
                  <a:cubicBezTo>
                    <a:pt x="223" y="190"/>
                    <a:pt x="223" y="157"/>
                    <a:pt x="223" y="120"/>
                  </a:cubicBezTo>
                  <a:cubicBezTo>
                    <a:pt x="223" y="87"/>
                    <a:pt x="206" y="54"/>
                    <a:pt x="190" y="38"/>
                  </a:cubicBezTo>
                  <a:cubicBezTo>
                    <a:pt x="173" y="17"/>
                    <a:pt x="173" y="17"/>
                    <a:pt x="153" y="17"/>
                  </a:cubicBezTo>
                  <a:lnTo>
                    <a:pt x="136" y="17"/>
                  </a:lnTo>
                  <a:cubicBezTo>
                    <a:pt x="120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6" name="Google Shape;24476;p108"/>
            <p:cNvSpPr/>
            <p:nvPr/>
          </p:nvSpPr>
          <p:spPr>
            <a:xfrm>
              <a:off x="5107075" y="266030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0"/>
                  </a:moveTo>
                  <a:cubicBezTo>
                    <a:pt x="50" y="17"/>
                    <a:pt x="0" y="87"/>
                    <a:pt x="17" y="157"/>
                  </a:cubicBezTo>
                  <a:cubicBezTo>
                    <a:pt x="17" y="190"/>
                    <a:pt x="33" y="223"/>
                    <a:pt x="50" y="239"/>
                  </a:cubicBezTo>
                  <a:cubicBezTo>
                    <a:pt x="87" y="260"/>
                    <a:pt x="103" y="260"/>
                    <a:pt x="136" y="260"/>
                  </a:cubicBezTo>
                  <a:cubicBezTo>
                    <a:pt x="207" y="239"/>
                    <a:pt x="240" y="190"/>
                    <a:pt x="223" y="103"/>
                  </a:cubicBezTo>
                  <a:cubicBezTo>
                    <a:pt x="223" y="70"/>
                    <a:pt x="207" y="54"/>
                    <a:pt x="190" y="17"/>
                  </a:cubicBezTo>
                  <a:lnTo>
                    <a:pt x="153" y="17"/>
                  </a:ln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7" name="Google Shape;24477;p108"/>
            <p:cNvSpPr/>
            <p:nvPr/>
          </p:nvSpPr>
          <p:spPr>
            <a:xfrm>
              <a:off x="5170675" y="26027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3" y="1"/>
                  </a:moveTo>
                  <a:cubicBezTo>
                    <a:pt x="33" y="17"/>
                    <a:pt x="0" y="87"/>
                    <a:pt x="17" y="153"/>
                  </a:cubicBezTo>
                  <a:cubicBezTo>
                    <a:pt x="17" y="190"/>
                    <a:pt x="33" y="223"/>
                    <a:pt x="66" y="240"/>
                  </a:cubicBezTo>
                  <a:cubicBezTo>
                    <a:pt x="78" y="251"/>
                    <a:pt x="92" y="263"/>
                    <a:pt x="110" y="263"/>
                  </a:cubicBezTo>
                  <a:cubicBezTo>
                    <a:pt x="118" y="263"/>
                    <a:pt x="127" y="261"/>
                    <a:pt x="136" y="256"/>
                  </a:cubicBezTo>
                  <a:cubicBezTo>
                    <a:pt x="169" y="256"/>
                    <a:pt x="186" y="240"/>
                    <a:pt x="206" y="207"/>
                  </a:cubicBezTo>
                  <a:cubicBezTo>
                    <a:pt x="223" y="190"/>
                    <a:pt x="239" y="153"/>
                    <a:pt x="223" y="120"/>
                  </a:cubicBezTo>
                  <a:cubicBezTo>
                    <a:pt x="223" y="87"/>
                    <a:pt x="206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lnTo>
                    <a:pt x="1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8" name="Google Shape;24478;p108"/>
            <p:cNvSpPr/>
            <p:nvPr/>
          </p:nvSpPr>
          <p:spPr>
            <a:xfrm>
              <a:off x="5115225" y="24717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70" y="17"/>
                    <a:pt x="54" y="33"/>
                    <a:pt x="33" y="50"/>
                  </a:cubicBezTo>
                  <a:cubicBezTo>
                    <a:pt x="17" y="87"/>
                    <a:pt x="0" y="120"/>
                    <a:pt x="17" y="153"/>
                  </a:cubicBezTo>
                  <a:cubicBezTo>
                    <a:pt x="17" y="190"/>
                    <a:pt x="33" y="223"/>
                    <a:pt x="54" y="239"/>
                  </a:cubicBezTo>
                  <a:cubicBezTo>
                    <a:pt x="65" y="251"/>
                    <a:pt x="85" y="265"/>
                    <a:pt x="107" y="265"/>
                  </a:cubicBezTo>
                  <a:cubicBezTo>
                    <a:pt x="116" y="265"/>
                    <a:pt x="126" y="262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6" y="50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9" name="Google Shape;24479;p108"/>
            <p:cNvSpPr/>
            <p:nvPr/>
          </p:nvSpPr>
          <p:spPr>
            <a:xfrm>
              <a:off x="5065025" y="26688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3" y="0"/>
                    <a:pt x="0" y="70"/>
                    <a:pt x="0" y="140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83" y="260"/>
                    <a:pt x="103" y="260"/>
                    <a:pt x="136" y="260"/>
                  </a:cubicBezTo>
                  <a:cubicBezTo>
                    <a:pt x="153" y="244"/>
                    <a:pt x="186" y="227"/>
                    <a:pt x="206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6" y="37"/>
                    <a:pt x="169" y="21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0" name="Google Shape;24480;p108"/>
            <p:cNvSpPr/>
            <p:nvPr/>
          </p:nvSpPr>
          <p:spPr>
            <a:xfrm>
              <a:off x="5165000" y="24945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4" y="0"/>
                  </a:moveTo>
                  <a:cubicBezTo>
                    <a:pt x="104" y="0"/>
                    <a:pt x="71" y="17"/>
                    <a:pt x="54" y="33"/>
                  </a:cubicBezTo>
                  <a:cubicBezTo>
                    <a:pt x="0" y="87"/>
                    <a:pt x="0" y="153"/>
                    <a:pt x="38" y="223"/>
                  </a:cubicBezTo>
                  <a:cubicBezTo>
                    <a:pt x="54" y="240"/>
                    <a:pt x="71" y="256"/>
                    <a:pt x="104" y="256"/>
                  </a:cubicBezTo>
                  <a:cubicBezTo>
                    <a:pt x="114" y="261"/>
                    <a:pt x="124" y="263"/>
                    <a:pt x="132" y="263"/>
                  </a:cubicBezTo>
                  <a:cubicBezTo>
                    <a:pt x="152" y="263"/>
                    <a:pt x="167" y="251"/>
                    <a:pt x="190" y="240"/>
                  </a:cubicBezTo>
                  <a:cubicBezTo>
                    <a:pt x="244" y="190"/>
                    <a:pt x="244" y="104"/>
                    <a:pt x="207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57" y="17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1" name="Google Shape;24481;p108"/>
            <p:cNvSpPr/>
            <p:nvPr/>
          </p:nvSpPr>
          <p:spPr>
            <a:xfrm>
              <a:off x="5166350" y="25267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70" y="1"/>
                    <a:pt x="50" y="38"/>
                    <a:pt x="33" y="54"/>
                  </a:cubicBezTo>
                  <a:cubicBezTo>
                    <a:pt x="17" y="87"/>
                    <a:pt x="0" y="120"/>
                    <a:pt x="17" y="158"/>
                  </a:cubicBezTo>
                  <a:cubicBezTo>
                    <a:pt x="17" y="190"/>
                    <a:pt x="33" y="223"/>
                    <a:pt x="50" y="244"/>
                  </a:cubicBezTo>
                  <a:cubicBezTo>
                    <a:pt x="70" y="261"/>
                    <a:pt x="103" y="261"/>
                    <a:pt x="136" y="261"/>
                  </a:cubicBezTo>
                  <a:cubicBezTo>
                    <a:pt x="190" y="244"/>
                    <a:pt x="239" y="190"/>
                    <a:pt x="223" y="104"/>
                  </a:cubicBezTo>
                  <a:cubicBezTo>
                    <a:pt x="223" y="71"/>
                    <a:pt x="206" y="54"/>
                    <a:pt x="190" y="17"/>
                  </a:cubicBezTo>
                  <a:lnTo>
                    <a:pt x="153" y="17"/>
                  </a:ln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2" name="Google Shape;24482;p108"/>
            <p:cNvSpPr/>
            <p:nvPr/>
          </p:nvSpPr>
          <p:spPr>
            <a:xfrm>
              <a:off x="5161600" y="25439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4" y="0"/>
                  </a:moveTo>
                  <a:lnTo>
                    <a:pt x="87" y="17"/>
                  </a:lnTo>
                  <a:cubicBezTo>
                    <a:pt x="33" y="33"/>
                    <a:pt x="0" y="103"/>
                    <a:pt x="17" y="153"/>
                  </a:cubicBezTo>
                  <a:cubicBezTo>
                    <a:pt x="17" y="190"/>
                    <a:pt x="33" y="223"/>
                    <a:pt x="54" y="239"/>
                  </a:cubicBezTo>
                  <a:cubicBezTo>
                    <a:pt x="77" y="251"/>
                    <a:pt x="92" y="265"/>
                    <a:pt x="110" y="265"/>
                  </a:cubicBezTo>
                  <a:cubicBezTo>
                    <a:pt x="118" y="265"/>
                    <a:pt x="127" y="262"/>
                    <a:pt x="136" y="256"/>
                  </a:cubicBezTo>
                  <a:cubicBezTo>
                    <a:pt x="207" y="256"/>
                    <a:pt x="240" y="190"/>
                    <a:pt x="223" y="120"/>
                  </a:cubicBezTo>
                  <a:lnTo>
                    <a:pt x="223" y="87"/>
                  </a:lnTo>
                  <a:cubicBezTo>
                    <a:pt x="207" y="50"/>
                    <a:pt x="190" y="17"/>
                    <a:pt x="157" y="17"/>
                  </a:cubicBezTo>
                  <a:cubicBezTo>
                    <a:pt x="136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3" name="Google Shape;24483;p108"/>
            <p:cNvSpPr/>
            <p:nvPr/>
          </p:nvSpPr>
          <p:spPr>
            <a:xfrm>
              <a:off x="5158600" y="2511250"/>
              <a:ext cx="5600" cy="6675"/>
            </a:xfrm>
            <a:custGeom>
              <a:avLst/>
              <a:gdLst/>
              <a:ahLst/>
              <a:cxnLst/>
              <a:rect l="l" t="t" r="r" b="b"/>
              <a:pathLst>
                <a:path w="224" h="267" extrusionOk="0">
                  <a:moveTo>
                    <a:pt x="104" y="0"/>
                  </a:moveTo>
                  <a:cubicBezTo>
                    <a:pt x="34" y="17"/>
                    <a:pt x="1" y="87"/>
                    <a:pt x="1" y="157"/>
                  </a:cubicBezTo>
                  <a:cubicBezTo>
                    <a:pt x="17" y="190"/>
                    <a:pt x="17" y="223"/>
                    <a:pt x="50" y="244"/>
                  </a:cubicBezTo>
                  <a:cubicBezTo>
                    <a:pt x="65" y="255"/>
                    <a:pt x="86" y="267"/>
                    <a:pt x="108" y="267"/>
                  </a:cubicBezTo>
                  <a:cubicBezTo>
                    <a:pt x="118" y="267"/>
                    <a:pt x="127" y="265"/>
                    <a:pt x="137" y="260"/>
                  </a:cubicBezTo>
                  <a:cubicBezTo>
                    <a:pt x="153" y="260"/>
                    <a:pt x="191" y="244"/>
                    <a:pt x="207" y="207"/>
                  </a:cubicBezTo>
                  <a:cubicBezTo>
                    <a:pt x="224" y="190"/>
                    <a:pt x="224" y="157"/>
                    <a:pt x="224" y="120"/>
                  </a:cubicBezTo>
                  <a:cubicBezTo>
                    <a:pt x="224" y="87"/>
                    <a:pt x="207" y="54"/>
                    <a:pt x="174" y="38"/>
                  </a:cubicBezTo>
                  <a:cubicBezTo>
                    <a:pt x="174" y="17"/>
                    <a:pt x="174" y="17"/>
                    <a:pt x="153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4" name="Google Shape;24484;p108"/>
            <p:cNvSpPr/>
            <p:nvPr/>
          </p:nvSpPr>
          <p:spPr>
            <a:xfrm>
              <a:off x="5145325" y="25911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17" y="141"/>
                  </a:cubicBezTo>
                  <a:cubicBezTo>
                    <a:pt x="17" y="174"/>
                    <a:pt x="33" y="207"/>
                    <a:pt x="49" y="22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69" y="17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5" name="Google Shape;24485;p108"/>
            <p:cNvSpPr/>
            <p:nvPr/>
          </p:nvSpPr>
          <p:spPr>
            <a:xfrm>
              <a:off x="5144375" y="2638450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41" y="0"/>
                  </a:moveTo>
                  <a:cubicBezTo>
                    <a:pt x="104" y="0"/>
                    <a:pt x="71" y="0"/>
                    <a:pt x="55" y="33"/>
                  </a:cubicBezTo>
                  <a:cubicBezTo>
                    <a:pt x="1" y="66"/>
                    <a:pt x="1" y="153"/>
                    <a:pt x="38" y="206"/>
                  </a:cubicBezTo>
                  <a:cubicBezTo>
                    <a:pt x="55" y="239"/>
                    <a:pt x="87" y="256"/>
                    <a:pt x="104" y="256"/>
                  </a:cubicBezTo>
                  <a:cubicBezTo>
                    <a:pt x="141" y="256"/>
                    <a:pt x="174" y="256"/>
                    <a:pt x="191" y="223"/>
                  </a:cubicBezTo>
                  <a:cubicBezTo>
                    <a:pt x="207" y="206"/>
                    <a:pt x="228" y="169"/>
                    <a:pt x="228" y="136"/>
                  </a:cubicBezTo>
                  <a:cubicBezTo>
                    <a:pt x="244" y="103"/>
                    <a:pt x="228" y="66"/>
                    <a:pt x="207" y="50"/>
                  </a:cubicBezTo>
                  <a:cubicBezTo>
                    <a:pt x="191" y="33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6" name="Google Shape;24486;p108"/>
            <p:cNvSpPr/>
            <p:nvPr/>
          </p:nvSpPr>
          <p:spPr>
            <a:xfrm>
              <a:off x="5143150" y="2610925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0" y="0"/>
                  </a:moveTo>
                  <a:cubicBezTo>
                    <a:pt x="87" y="0"/>
                    <a:pt x="71" y="0"/>
                    <a:pt x="33" y="33"/>
                  </a:cubicBezTo>
                  <a:cubicBezTo>
                    <a:pt x="17" y="50"/>
                    <a:pt x="0" y="87"/>
                    <a:pt x="0" y="120"/>
                  </a:cubicBezTo>
                  <a:cubicBezTo>
                    <a:pt x="0" y="153"/>
                    <a:pt x="0" y="190"/>
                    <a:pt x="17" y="206"/>
                  </a:cubicBezTo>
                  <a:cubicBezTo>
                    <a:pt x="36" y="235"/>
                    <a:pt x="74" y="255"/>
                    <a:pt x="110" y="255"/>
                  </a:cubicBezTo>
                  <a:cubicBezTo>
                    <a:pt x="134" y="255"/>
                    <a:pt x="158" y="245"/>
                    <a:pt x="174" y="223"/>
                  </a:cubicBezTo>
                  <a:cubicBezTo>
                    <a:pt x="223" y="190"/>
                    <a:pt x="240" y="103"/>
                    <a:pt x="190" y="50"/>
                  </a:cubicBezTo>
                  <a:cubicBezTo>
                    <a:pt x="190" y="33"/>
                    <a:pt x="174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7" name="Google Shape;24487;p108"/>
            <p:cNvSpPr/>
            <p:nvPr/>
          </p:nvSpPr>
          <p:spPr>
            <a:xfrm>
              <a:off x="5167175" y="25735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37" y="21"/>
                    <a:pt x="0" y="87"/>
                    <a:pt x="17" y="157"/>
                  </a:cubicBezTo>
                  <a:cubicBezTo>
                    <a:pt x="17" y="190"/>
                    <a:pt x="37" y="207"/>
                    <a:pt x="54" y="244"/>
                  </a:cubicBezTo>
                  <a:cubicBezTo>
                    <a:pt x="87" y="260"/>
                    <a:pt x="103" y="260"/>
                    <a:pt x="140" y="260"/>
                  </a:cubicBezTo>
                  <a:cubicBezTo>
                    <a:pt x="190" y="244"/>
                    <a:pt x="243" y="174"/>
                    <a:pt x="223" y="104"/>
                  </a:cubicBezTo>
                  <a:cubicBezTo>
                    <a:pt x="223" y="71"/>
                    <a:pt x="206" y="54"/>
                    <a:pt x="190" y="21"/>
                  </a:cubicBezTo>
                  <a:cubicBezTo>
                    <a:pt x="173" y="21"/>
                    <a:pt x="173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8" name="Google Shape;24488;p108"/>
            <p:cNvSpPr/>
            <p:nvPr/>
          </p:nvSpPr>
          <p:spPr>
            <a:xfrm>
              <a:off x="5247975" y="2696375"/>
              <a:ext cx="5600" cy="6500"/>
            </a:xfrm>
            <a:custGeom>
              <a:avLst/>
              <a:gdLst/>
              <a:ahLst/>
              <a:cxnLst/>
              <a:rect l="l" t="t" r="r" b="b"/>
              <a:pathLst>
                <a:path w="224" h="260" extrusionOk="0">
                  <a:moveTo>
                    <a:pt x="83" y="0"/>
                  </a:moveTo>
                  <a:cubicBezTo>
                    <a:pt x="66" y="0"/>
                    <a:pt x="50" y="17"/>
                    <a:pt x="33" y="33"/>
                  </a:cubicBezTo>
                  <a:cubicBezTo>
                    <a:pt x="0" y="70"/>
                    <a:pt x="0" y="103"/>
                    <a:pt x="0" y="157"/>
                  </a:cubicBezTo>
                  <a:cubicBezTo>
                    <a:pt x="0" y="190"/>
                    <a:pt x="17" y="223"/>
                    <a:pt x="33" y="239"/>
                  </a:cubicBezTo>
                  <a:cubicBezTo>
                    <a:pt x="66" y="260"/>
                    <a:pt x="104" y="260"/>
                    <a:pt x="120" y="260"/>
                  </a:cubicBezTo>
                  <a:cubicBezTo>
                    <a:pt x="186" y="260"/>
                    <a:pt x="223" y="190"/>
                    <a:pt x="223" y="120"/>
                  </a:cubicBezTo>
                  <a:lnTo>
                    <a:pt x="223" y="103"/>
                  </a:lnTo>
                  <a:cubicBezTo>
                    <a:pt x="207" y="70"/>
                    <a:pt x="186" y="33"/>
                    <a:pt x="153" y="17"/>
                  </a:cubicBezTo>
                  <a:cubicBezTo>
                    <a:pt x="136" y="0"/>
                    <a:pt x="104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9" name="Google Shape;24489;p108"/>
            <p:cNvSpPr/>
            <p:nvPr/>
          </p:nvSpPr>
          <p:spPr>
            <a:xfrm>
              <a:off x="5180050" y="269380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4" y="0"/>
                  </a:moveTo>
                  <a:cubicBezTo>
                    <a:pt x="54" y="0"/>
                    <a:pt x="0" y="70"/>
                    <a:pt x="17" y="136"/>
                  </a:cubicBezTo>
                  <a:cubicBezTo>
                    <a:pt x="17" y="173"/>
                    <a:pt x="38" y="206"/>
                    <a:pt x="54" y="223"/>
                  </a:cubicBezTo>
                  <a:cubicBezTo>
                    <a:pt x="87" y="260"/>
                    <a:pt x="120" y="260"/>
                    <a:pt x="141" y="260"/>
                  </a:cubicBezTo>
                  <a:cubicBezTo>
                    <a:pt x="207" y="239"/>
                    <a:pt x="244" y="173"/>
                    <a:pt x="244" y="103"/>
                  </a:cubicBezTo>
                  <a:cubicBezTo>
                    <a:pt x="223" y="70"/>
                    <a:pt x="207" y="33"/>
                    <a:pt x="190" y="1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0" name="Google Shape;24490;p108"/>
            <p:cNvSpPr/>
            <p:nvPr/>
          </p:nvSpPr>
          <p:spPr>
            <a:xfrm>
              <a:off x="5225600" y="2734200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04" y="0"/>
                  </a:moveTo>
                  <a:cubicBezTo>
                    <a:pt x="50" y="17"/>
                    <a:pt x="1" y="87"/>
                    <a:pt x="17" y="153"/>
                  </a:cubicBezTo>
                  <a:cubicBezTo>
                    <a:pt x="17" y="190"/>
                    <a:pt x="34" y="223"/>
                    <a:pt x="50" y="239"/>
                  </a:cubicBezTo>
                  <a:cubicBezTo>
                    <a:pt x="76" y="251"/>
                    <a:pt x="101" y="263"/>
                    <a:pt x="118" y="263"/>
                  </a:cubicBezTo>
                  <a:cubicBezTo>
                    <a:pt x="126" y="263"/>
                    <a:pt x="132" y="261"/>
                    <a:pt x="137" y="256"/>
                  </a:cubicBezTo>
                  <a:cubicBezTo>
                    <a:pt x="207" y="256"/>
                    <a:pt x="240" y="190"/>
                    <a:pt x="240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90" y="17"/>
                    <a:pt x="174" y="17"/>
                    <a:pt x="174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1" name="Google Shape;24491;p108"/>
            <p:cNvSpPr/>
            <p:nvPr/>
          </p:nvSpPr>
          <p:spPr>
            <a:xfrm>
              <a:off x="5147475" y="279305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4" y="0"/>
                  </a:moveTo>
                  <a:cubicBezTo>
                    <a:pt x="50" y="17"/>
                    <a:pt x="1" y="66"/>
                    <a:pt x="17" y="153"/>
                  </a:cubicBezTo>
                  <a:cubicBezTo>
                    <a:pt x="17" y="186"/>
                    <a:pt x="34" y="207"/>
                    <a:pt x="50" y="223"/>
                  </a:cubicBezTo>
                  <a:cubicBezTo>
                    <a:pt x="83" y="256"/>
                    <a:pt x="104" y="256"/>
                    <a:pt x="137" y="256"/>
                  </a:cubicBezTo>
                  <a:cubicBezTo>
                    <a:pt x="207" y="240"/>
                    <a:pt x="240" y="169"/>
                    <a:pt x="223" y="103"/>
                  </a:cubicBezTo>
                  <a:cubicBezTo>
                    <a:pt x="223" y="66"/>
                    <a:pt x="207" y="33"/>
                    <a:pt x="186" y="17"/>
                  </a:cubicBezTo>
                  <a:cubicBezTo>
                    <a:pt x="17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2" name="Google Shape;24492;p108"/>
            <p:cNvSpPr/>
            <p:nvPr/>
          </p:nvSpPr>
          <p:spPr>
            <a:xfrm>
              <a:off x="5119950" y="28002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34" y="22"/>
                    <a:pt x="1" y="71"/>
                    <a:pt x="1" y="158"/>
                  </a:cubicBezTo>
                  <a:cubicBezTo>
                    <a:pt x="17" y="191"/>
                    <a:pt x="34" y="207"/>
                    <a:pt x="50" y="228"/>
                  </a:cubicBezTo>
                  <a:cubicBezTo>
                    <a:pt x="71" y="261"/>
                    <a:pt x="104" y="261"/>
                    <a:pt x="137" y="261"/>
                  </a:cubicBezTo>
                  <a:cubicBezTo>
                    <a:pt x="190" y="244"/>
                    <a:pt x="240" y="174"/>
                    <a:pt x="223" y="104"/>
                  </a:cubicBezTo>
                  <a:cubicBezTo>
                    <a:pt x="223" y="71"/>
                    <a:pt x="207" y="38"/>
                    <a:pt x="190" y="22"/>
                  </a:cubicBezTo>
                  <a:cubicBezTo>
                    <a:pt x="174" y="22"/>
                    <a:pt x="174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3" name="Google Shape;24493;p108"/>
            <p:cNvSpPr/>
            <p:nvPr/>
          </p:nvSpPr>
          <p:spPr>
            <a:xfrm>
              <a:off x="5105325" y="2801425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108" y="0"/>
                  </a:moveTo>
                  <a:cubicBezTo>
                    <a:pt x="105" y="0"/>
                    <a:pt x="103" y="2"/>
                    <a:pt x="103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97"/>
                    <a:pt x="37" y="214"/>
                    <a:pt x="54" y="247"/>
                  </a:cubicBezTo>
                  <a:cubicBezTo>
                    <a:pt x="87" y="247"/>
                    <a:pt x="103" y="263"/>
                    <a:pt x="141" y="263"/>
                  </a:cubicBezTo>
                  <a:cubicBezTo>
                    <a:pt x="157" y="247"/>
                    <a:pt x="190" y="230"/>
                    <a:pt x="206" y="214"/>
                  </a:cubicBezTo>
                  <a:cubicBezTo>
                    <a:pt x="223" y="181"/>
                    <a:pt x="223" y="144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7" y="8"/>
                  </a:lnTo>
                  <a:lnTo>
                    <a:pt x="141" y="8"/>
                  </a:lnTo>
                  <a:cubicBezTo>
                    <a:pt x="127" y="8"/>
                    <a:pt x="115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4" name="Google Shape;24494;p108"/>
            <p:cNvSpPr/>
            <p:nvPr/>
          </p:nvSpPr>
          <p:spPr>
            <a:xfrm>
              <a:off x="5258700" y="26349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33" y="17"/>
                    <a:pt x="0" y="87"/>
                    <a:pt x="0" y="158"/>
                  </a:cubicBezTo>
                  <a:cubicBezTo>
                    <a:pt x="0" y="191"/>
                    <a:pt x="17" y="224"/>
                    <a:pt x="50" y="244"/>
                  </a:cubicBezTo>
                  <a:cubicBezTo>
                    <a:pt x="61" y="256"/>
                    <a:pt x="83" y="267"/>
                    <a:pt x="101" y="267"/>
                  </a:cubicBezTo>
                  <a:cubicBezTo>
                    <a:pt x="108" y="267"/>
                    <a:pt x="115" y="265"/>
                    <a:pt x="120" y="261"/>
                  </a:cubicBezTo>
                  <a:cubicBezTo>
                    <a:pt x="190" y="261"/>
                    <a:pt x="223" y="191"/>
                    <a:pt x="223" y="120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5" name="Google Shape;24495;p108"/>
            <p:cNvSpPr/>
            <p:nvPr/>
          </p:nvSpPr>
          <p:spPr>
            <a:xfrm>
              <a:off x="5155200" y="256185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27" y="1"/>
                  </a:moveTo>
                  <a:cubicBezTo>
                    <a:pt x="82" y="1"/>
                    <a:pt x="31" y="33"/>
                    <a:pt x="17" y="91"/>
                  </a:cubicBezTo>
                  <a:cubicBezTo>
                    <a:pt x="1" y="157"/>
                    <a:pt x="17" y="227"/>
                    <a:pt x="83" y="244"/>
                  </a:cubicBezTo>
                  <a:cubicBezTo>
                    <a:pt x="98" y="254"/>
                    <a:pt x="114" y="259"/>
                    <a:pt x="129" y="259"/>
                  </a:cubicBezTo>
                  <a:cubicBezTo>
                    <a:pt x="171" y="259"/>
                    <a:pt x="211" y="226"/>
                    <a:pt x="223" y="178"/>
                  </a:cubicBezTo>
                  <a:cubicBezTo>
                    <a:pt x="240" y="108"/>
                    <a:pt x="223" y="38"/>
                    <a:pt x="153" y="5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6" name="Google Shape;24496;p108"/>
            <p:cNvSpPr/>
            <p:nvPr/>
          </p:nvSpPr>
          <p:spPr>
            <a:xfrm>
              <a:off x="5241900" y="2682750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30" y="1"/>
                  </a:moveTo>
                  <a:cubicBezTo>
                    <a:pt x="121" y="1"/>
                    <a:pt x="111" y="5"/>
                    <a:pt x="103" y="13"/>
                  </a:cubicBezTo>
                  <a:cubicBezTo>
                    <a:pt x="70" y="13"/>
                    <a:pt x="54" y="30"/>
                    <a:pt x="37" y="63"/>
                  </a:cubicBezTo>
                  <a:cubicBezTo>
                    <a:pt x="17" y="83"/>
                    <a:pt x="0" y="116"/>
                    <a:pt x="0" y="149"/>
                  </a:cubicBezTo>
                  <a:cubicBezTo>
                    <a:pt x="17" y="186"/>
                    <a:pt x="37" y="219"/>
                    <a:pt x="54" y="236"/>
                  </a:cubicBezTo>
                  <a:cubicBezTo>
                    <a:pt x="65" y="248"/>
                    <a:pt x="85" y="259"/>
                    <a:pt x="109" y="259"/>
                  </a:cubicBezTo>
                  <a:cubicBezTo>
                    <a:pt x="119" y="259"/>
                    <a:pt x="129" y="257"/>
                    <a:pt x="140" y="252"/>
                  </a:cubicBezTo>
                  <a:cubicBezTo>
                    <a:pt x="190" y="252"/>
                    <a:pt x="243" y="186"/>
                    <a:pt x="223" y="116"/>
                  </a:cubicBezTo>
                  <a:cubicBezTo>
                    <a:pt x="223" y="83"/>
                    <a:pt x="206" y="46"/>
                    <a:pt x="190" y="30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9" y="5"/>
                    <a:pt x="139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7" name="Google Shape;24497;p108"/>
            <p:cNvSpPr/>
            <p:nvPr/>
          </p:nvSpPr>
          <p:spPr>
            <a:xfrm>
              <a:off x="5074400" y="275955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4" y="0"/>
                  </a:moveTo>
                  <a:cubicBezTo>
                    <a:pt x="38" y="17"/>
                    <a:pt x="0" y="83"/>
                    <a:pt x="17" y="153"/>
                  </a:cubicBezTo>
                  <a:cubicBezTo>
                    <a:pt x="17" y="186"/>
                    <a:pt x="38" y="223"/>
                    <a:pt x="54" y="240"/>
                  </a:cubicBezTo>
                  <a:cubicBezTo>
                    <a:pt x="66" y="251"/>
                    <a:pt x="86" y="263"/>
                    <a:pt x="109" y="263"/>
                  </a:cubicBezTo>
                  <a:cubicBezTo>
                    <a:pt x="119" y="263"/>
                    <a:pt x="130" y="261"/>
                    <a:pt x="141" y="256"/>
                  </a:cubicBezTo>
                  <a:cubicBezTo>
                    <a:pt x="190" y="256"/>
                    <a:pt x="244" y="186"/>
                    <a:pt x="223" y="120"/>
                  </a:cubicBezTo>
                  <a:cubicBezTo>
                    <a:pt x="223" y="83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8" name="Google Shape;24498;p108"/>
            <p:cNvSpPr/>
            <p:nvPr/>
          </p:nvSpPr>
          <p:spPr>
            <a:xfrm>
              <a:off x="5172325" y="2726475"/>
              <a:ext cx="6500" cy="6575"/>
            </a:xfrm>
            <a:custGeom>
              <a:avLst/>
              <a:gdLst/>
              <a:ahLst/>
              <a:cxnLst/>
              <a:rect l="l" t="t" r="r" b="b"/>
              <a:pathLst>
                <a:path w="260" h="263" extrusionOk="0">
                  <a:moveTo>
                    <a:pt x="140" y="0"/>
                  </a:moveTo>
                  <a:cubicBezTo>
                    <a:pt x="120" y="0"/>
                    <a:pt x="87" y="16"/>
                    <a:pt x="54" y="33"/>
                  </a:cubicBezTo>
                  <a:cubicBezTo>
                    <a:pt x="17" y="87"/>
                    <a:pt x="0" y="153"/>
                    <a:pt x="54" y="223"/>
                  </a:cubicBezTo>
                  <a:cubicBezTo>
                    <a:pt x="70" y="239"/>
                    <a:pt x="87" y="256"/>
                    <a:pt x="120" y="256"/>
                  </a:cubicBezTo>
                  <a:cubicBezTo>
                    <a:pt x="131" y="260"/>
                    <a:pt x="140" y="262"/>
                    <a:pt x="148" y="262"/>
                  </a:cubicBezTo>
                  <a:cubicBezTo>
                    <a:pt x="168" y="262"/>
                    <a:pt x="183" y="251"/>
                    <a:pt x="206" y="239"/>
                  </a:cubicBezTo>
                  <a:cubicBezTo>
                    <a:pt x="243" y="190"/>
                    <a:pt x="260" y="103"/>
                    <a:pt x="223" y="49"/>
                  </a:cubicBezTo>
                  <a:cubicBezTo>
                    <a:pt x="206" y="33"/>
                    <a:pt x="190" y="16"/>
                    <a:pt x="173" y="16"/>
                  </a:cubicBezTo>
                  <a:cubicBezTo>
                    <a:pt x="157" y="16"/>
                    <a:pt x="157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9" name="Google Shape;24499;p108"/>
            <p:cNvSpPr/>
            <p:nvPr/>
          </p:nvSpPr>
          <p:spPr>
            <a:xfrm>
              <a:off x="5090275" y="2802850"/>
              <a:ext cx="5700" cy="6675"/>
            </a:xfrm>
            <a:custGeom>
              <a:avLst/>
              <a:gdLst/>
              <a:ahLst/>
              <a:cxnLst/>
              <a:rect l="l" t="t" r="r" b="b"/>
              <a:pathLst>
                <a:path w="228" h="267" extrusionOk="0">
                  <a:moveTo>
                    <a:pt x="87" y="0"/>
                  </a:moveTo>
                  <a:cubicBezTo>
                    <a:pt x="70" y="21"/>
                    <a:pt x="37" y="37"/>
                    <a:pt x="21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21" y="227"/>
                    <a:pt x="54" y="243"/>
                  </a:cubicBezTo>
                  <a:cubicBezTo>
                    <a:pt x="66" y="255"/>
                    <a:pt x="86" y="267"/>
                    <a:pt x="104" y="267"/>
                  </a:cubicBezTo>
                  <a:cubicBezTo>
                    <a:pt x="111" y="267"/>
                    <a:pt x="118" y="265"/>
                    <a:pt x="124" y="260"/>
                  </a:cubicBezTo>
                  <a:cubicBezTo>
                    <a:pt x="190" y="260"/>
                    <a:pt x="227" y="190"/>
                    <a:pt x="227" y="124"/>
                  </a:cubicBezTo>
                  <a:cubicBezTo>
                    <a:pt x="227" y="87"/>
                    <a:pt x="207" y="54"/>
                    <a:pt x="174" y="37"/>
                  </a:cubicBezTo>
                  <a:cubicBezTo>
                    <a:pt x="174" y="21"/>
                    <a:pt x="157" y="21"/>
                    <a:pt x="157" y="21"/>
                  </a:cubicBezTo>
                  <a:cubicBezTo>
                    <a:pt x="141" y="0"/>
                    <a:pt x="12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0" name="Google Shape;24500;p108"/>
            <p:cNvSpPr/>
            <p:nvPr/>
          </p:nvSpPr>
          <p:spPr>
            <a:xfrm>
              <a:off x="5172725" y="267992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18" y="1"/>
                  </a:moveTo>
                  <a:cubicBezTo>
                    <a:pt x="75" y="1"/>
                    <a:pt x="34" y="22"/>
                    <a:pt x="21" y="73"/>
                  </a:cubicBezTo>
                  <a:cubicBezTo>
                    <a:pt x="1" y="143"/>
                    <a:pt x="21" y="229"/>
                    <a:pt x="87" y="246"/>
                  </a:cubicBezTo>
                  <a:cubicBezTo>
                    <a:pt x="102" y="255"/>
                    <a:pt x="117" y="259"/>
                    <a:pt x="132" y="259"/>
                  </a:cubicBezTo>
                  <a:cubicBezTo>
                    <a:pt x="173" y="259"/>
                    <a:pt x="212" y="227"/>
                    <a:pt x="227" y="176"/>
                  </a:cubicBezTo>
                  <a:cubicBezTo>
                    <a:pt x="244" y="110"/>
                    <a:pt x="227" y="40"/>
                    <a:pt x="157" y="7"/>
                  </a:cubicBezTo>
                  <a:cubicBezTo>
                    <a:pt x="145" y="3"/>
                    <a:pt x="131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1" name="Google Shape;24501;p108"/>
            <p:cNvSpPr/>
            <p:nvPr/>
          </p:nvSpPr>
          <p:spPr>
            <a:xfrm>
              <a:off x="5240250" y="260682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4" y="0"/>
                    <a:pt x="109" y="2"/>
                    <a:pt x="103" y="8"/>
                  </a:cubicBezTo>
                  <a:cubicBezTo>
                    <a:pt x="50" y="8"/>
                    <a:pt x="0" y="78"/>
                    <a:pt x="17" y="148"/>
                  </a:cubicBezTo>
                  <a:cubicBezTo>
                    <a:pt x="17" y="181"/>
                    <a:pt x="33" y="214"/>
                    <a:pt x="50" y="234"/>
                  </a:cubicBezTo>
                  <a:cubicBezTo>
                    <a:pt x="83" y="251"/>
                    <a:pt x="103" y="267"/>
                    <a:pt x="136" y="267"/>
                  </a:cubicBezTo>
                  <a:cubicBezTo>
                    <a:pt x="206" y="251"/>
                    <a:pt x="239" y="181"/>
                    <a:pt x="239" y="111"/>
                  </a:cubicBezTo>
                  <a:cubicBezTo>
                    <a:pt x="223" y="78"/>
                    <a:pt x="206" y="45"/>
                    <a:pt x="186" y="28"/>
                  </a:cubicBezTo>
                  <a:cubicBezTo>
                    <a:pt x="169" y="28"/>
                    <a:pt x="169" y="8"/>
                    <a:pt x="153" y="8"/>
                  </a:cubicBezTo>
                  <a:cubicBezTo>
                    <a:pt x="142" y="8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2" name="Google Shape;24502;p108"/>
            <p:cNvSpPr/>
            <p:nvPr/>
          </p:nvSpPr>
          <p:spPr>
            <a:xfrm>
              <a:off x="5172725" y="2710600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54" y="0"/>
                    <a:pt x="1" y="66"/>
                    <a:pt x="21" y="136"/>
                  </a:cubicBezTo>
                  <a:cubicBezTo>
                    <a:pt x="21" y="169"/>
                    <a:pt x="38" y="206"/>
                    <a:pt x="54" y="223"/>
                  </a:cubicBezTo>
                  <a:cubicBezTo>
                    <a:pt x="87" y="256"/>
                    <a:pt x="124" y="256"/>
                    <a:pt x="141" y="256"/>
                  </a:cubicBezTo>
                  <a:cubicBezTo>
                    <a:pt x="207" y="239"/>
                    <a:pt x="244" y="169"/>
                    <a:pt x="244" y="103"/>
                  </a:cubicBezTo>
                  <a:cubicBezTo>
                    <a:pt x="227" y="66"/>
                    <a:pt x="207" y="33"/>
                    <a:pt x="190" y="17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3" name="Google Shape;24503;p108"/>
            <p:cNvSpPr/>
            <p:nvPr/>
          </p:nvSpPr>
          <p:spPr>
            <a:xfrm>
              <a:off x="5243650" y="26362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0"/>
                  </a:moveTo>
                  <a:cubicBezTo>
                    <a:pt x="50" y="17"/>
                    <a:pt x="0" y="66"/>
                    <a:pt x="17" y="153"/>
                  </a:cubicBezTo>
                  <a:cubicBezTo>
                    <a:pt x="17" y="190"/>
                    <a:pt x="33" y="223"/>
                    <a:pt x="70" y="240"/>
                  </a:cubicBezTo>
                  <a:cubicBezTo>
                    <a:pt x="87" y="256"/>
                    <a:pt x="120" y="256"/>
                    <a:pt x="136" y="256"/>
                  </a:cubicBezTo>
                  <a:cubicBezTo>
                    <a:pt x="173" y="256"/>
                    <a:pt x="190" y="240"/>
                    <a:pt x="206" y="207"/>
                  </a:cubicBezTo>
                  <a:cubicBezTo>
                    <a:pt x="223" y="170"/>
                    <a:pt x="239" y="137"/>
                    <a:pt x="223" y="104"/>
                  </a:cubicBezTo>
                  <a:cubicBezTo>
                    <a:pt x="223" y="66"/>
                    <a:pt x="206" y="50"/>
                    <a:pt x="190" y="17"/>
                  </a:cubicBezTo>
                  <a:cubicBezTo>
                    <a:pt x="173" y="17"/>
                    <a:pt x="17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4" name="Google Shape;24504;p108"/>
            <p:cNvSpPr/>
            <p:nvPr/>
          </p:nvSpPr>
          <p:spPr>
            <a:xfrm>
              <a:off x="5168925" y="26495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70" y="0"/>
                    <a:pt x="33" y="17"/>
                    <a:pt x="17" y="50"/>
                  </a:cubicBezTo>
                  <a:cubicBezTo>
                    <a:pt x="0" y="87"/>
                    <a:pt x="0" y="120"/>
                    <a:pt x="0" y="153"/>
                  </a:cubicBezTo>
                  <a:cubicBezTo>
                    <a:pt x="17" y="190"/>
                    <a:pt x="17" y="206"/>
                    <a:pt x="50" y="223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90" y="239"/>
                    <a:pt x="239" y="173"/>
                    <a:pt x="223" y="103"/>
                  </a:cubicBezTo>
                  <a:cubicBezTo>
                    <a:pt x="223" y="70"/>
                    <a:pt x="206" y="33"/>
                    <a:pt x="173" y="17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5" name="Google Shape;24505;p108"/>
            <p:cNvSpPr/>
            <p:nvPr/>
          </p:nvSpPr>
          <p:spPr>
            <a:xfrm>
              <a:off x="5265075" y="2649575"/>
              <a:ext cx="1775" cy="6000"/>
            </a:xfrm>
            <a:custGeom>
              <a:avLst/>
              <a:gdLst/>
              <a:ahLst/>
              <a:cxnLst/>
              <a:rect l="l" t="t" r="r" b="b"/>
              <a:pathLst>
                <a:path w="71" h="240" extrusionOk="0">
                  <a:moveTo>
                    <a:pt x="71" y="0"/>
                  </a:moveTo>
                  <a:cubicBezTo>
                    <a:pt x="17" y="33"/>
                    <a:pt x="1" y="87"/>
                    <a:pt x="1" y="153"/>
                  </a:cubicBezTo>
                  <a:cubicBezTo>
                    <a:pt x="1" y="190"/>
                    <a:pt x="38" y="223"/>
                    <a:pt x="54" y="239"/>
                  </a:cubicBezTo>
                  <a:cubicBezTo>
                    <a:pt x="71" y="173"/>
                    <a:pt x="71" y="87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6" name="Google Shape;24506;p108"/>
            <p:cNvSpPr/>
            <p:nvPr/>
          </p:nvSpPr>
          <p:spPr>
            <a:xfrm>
              <a:off x="5201600" y="25503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66" y="1"/>
                    <a:pt x="50" y="22"/>
                    <a:pt x="33" y="55"/>
                  </a:cubicBezTo>
                  <a:cubicBezTo>
                    <a:pt x="17" y="71"/>
                    <a:pt x="0" y="104"/>
                    <a:pt x="17" y="141"/>
                  </a:cubicBezTo>
                  <a:cubicBezTo>
                    <a:pt x="17" y="174"/>
                    <a:pt x="33" y="207"/>
                    <a:pt x="50" y="228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86" y="244"/>
                    <a:pt x="239" y="174"/>
                    <a:pt x="223" y="104"/>
                  </a:cubicBezTo>
                  <a:cubicBezTo>
                    <a:pt x="223" y="71"/>
                    <a:pt x="206" y="38"/>
                    <a:pt x="186" y="22"/>
                  </a:cubicBezTo>
                  <a:cubicBezTo>
                    <a:pt x="169" y="22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7" name="Google Shape;24507;p108"/>
            <p:cNvSpPr/>
            <p:nvPr/>
          </p:nvSpPr>
          <p:spPr>
            <a:xfrm>
              <a:off x="5187375" y="25515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21" y="0"/>
                  </a:moveTo>
                  <a:cubicBezTo>
                    <a:pt x="64" y="0"/>
                    <a:pt x="14" y="33"/>
                    <a:pt x="0" y="91"/>
                  </a:cubicBezTo>
                  <a:lnTo>
                    <a:pt x="0" y="141"/>
                  </a:lnTo>
                  <a:cubicBezTo>
                    <a:pt x="0" y="194"/>
                    <a:pt x="33" y="227"/>
                    <a:pt x="70" y="244"/>
                  </a:cubicBezTo>
                  <a:cubicBezTo>
                    <a:pt x="84" y="251"/>
                    <a:pt x="101" y="255"/>
                    <a:pt x="118" y="255"/>
                  </a:cubicBezTo>
                  <a:cubicBezTo>
                    <a:pt x="141" y="255"/>
                    <a:pt x="164" y="247"/>
                    <a:pt x="173" y="227"/>
                  </a:cubicBezTo>
                  <a:cubicBezTo>
                    <a:pt x="190" y="211"/>
                    <a:pt x="206" y="194"/>
                    <a:pt x="206" y="178"/>
                  </a:cubicBezTo>
                  <a:cubicBezTo>
                    <a:pt x="239" y="108"/>
                    <a:pt x="206" y="38"/>
                    <a:pt x="157" y="5"/>
                  </a:cubicBezTo>
                  <a:cubicBezTo>
                    <a:pt x="145" y="2"/>
                    <a:pt x="133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8" name="Google Shape;24508;p108"/>
            <p:cNvSpPr/>
            <p:nvPr/>
          </p:nvSpPr>
          <p:spPr>
            <a:xfrm>
              <a:off x="5190350" y="253775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16" y="1"/>
                  </a:moveTo>
                  <a:cubicBezTo>
                    <a:pt x="74" y="1"/>
                    <a:pt x="33" y="25"/>
                    <a:pt x="17" y="74"/>
                  </a:cubicBezTo>
                  <a:cubicBezTo>
                    <a:pt x="1" y="144"/>
                    <a:pt x="17" y="231"/>
                    <a:pt x="87" y="247"/>
                  </a:cubicBezTo>
                  <a:cubicBezTo>
                    <a:pt x="87" y="264"/>
                    <a:pt x="104" y="264"/>
                    <a:pt x="120" y="264"/>
                  </a:cubicBezTo>
                  <a:cubicBezTo>
                    <a:pt x="174" y="247"/>
                    <a:pt x="207" y="231"/>
                    <a:pt x="223" y="177"/>
                  </a:cubicBezTo>
                  <a:cubicBezTo>
                    <a:pt x="244" y="128"/>
                    <a:pt x="223" y="74"/>
                    <a:pt x="207" y="41"/>
                  </a:cubicBezTo>
                  <a:cubicBezTo>
                    <a:pt x="190" y="25"/>
                    <a:pt x="174" y="8"/>
                    <a:pt x="157" y="8"/>
                  </a:cubicBezTo>
                  <a:cubicBezTo>
                    <a:pt x="144" y="3"/>
                    <a:pt x="130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9" name="Google Shape;24509;p108"/>
            <p:cNvSpPr/>
            <p:nvPr/>
          </p:nvSpPr>
          <p:spPr>
            <a:xfrm>
              <a:off x="5155625" y="26044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66" y="0"/>
                    <a:pt x="50" y="21"/>
                    <a:pt x="33" y="54"/>
                  </a:cubicBezTo>
                  <a:cubicBezTo>
                    <a:pt x="17" y="87"/>
                    <a:pt x="0" y="124"/>
                    <a:pt x="0" y="157"/>
                  </a:cubicBezTo>
                  <a:cubicBezTo>
                    <a:pt x="17" y="190"/>
                    <a:pt x="33" y="227"/>
                    <a:pt x="50" y="244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90" y="244"/>
                    <a:pt x="239" y="190"/>
                    <a:pt x="223" y="104"/>
                  </a:cubicBezTo>
                  <a:cubicBezTo>
                    <a:pt x="223" y="71"/>
                    <a:pt x="206" y="54"/>
                    <a:pt x="190" y="21"/>
                  </a:cubicBezTo>
                  <a:lnTo>
                    <a:pt x="153" y="21"/>
                  </a:ln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0" name="Google Shape;24510;p108"/>
            <p:cNvSpPr/>
            <p:nvPr/>
          </p:nvSpPr>
          <p:spPr>
            <a:xfrm>
              <a:off x="5190350" y="2631525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04" y="1"/>
                  </a:moveTo>
                  <a:cubicBezTo>
                    <a:pt x="38" y="17"/>
                    <a:pt x="1" y="87"/>
                    <a:pt x="1" y="153"/>
                  </a:cubicBezTo>
                  <a:cubicBezTo>
                    <a:pt x="17" y="190"/>
                    <a:pt x="38" y="223"/>
                    <a:pt x="54" y="240"/>
                  </a:cubicBezTo>
                  <a:cubicBezTo>
                    <a:pt x="66" y="252"/>
                    <a:pt x="86" y="265"/>
                    <a:pt x="109" y="265"/>
                  </a:cubicBezTo>
                  <a:cubicBezTo>
                    <a:pt x="119" y="265"/>
                    <a:pt x="130" y="263"/>
                    <a:pt x="141" y="256"/>
                  </a:cubicBezTo>
                  <a:cubicBezTo>
                    <a:pt x="157" y="256"/>
                    <a:pt x="190" y="240"/>
                    <a:pt x="207" y="207"/>
                  </a:cubicBezTo>
                  <a:cubicBezTo>
                    <a:pt x="223" y="190"/>
                    <a:pt x="223" y="153"/>
                    <a:pt x="223" y="120"/>
                  </a:cubicBezTo>
                  <a:cubicBezTo>
                    <a:pt x="223" y="87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1" name="Google Shape;24511;p108"/>
            <p:cNvSpPr/>
            <p:nvPr/>
          </p:nvSpPr>
          <p:spPr>
            <a:xfrm>
              <a:off x="5188200" y="250527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3" y="0"/>
                  </a:moveTo>
                  <a:cubicBezTo>
                    <a:pt x="70" y="0"/>
                    <a:pt x="54" y="17"/>
                    <a:pt x="37" y="50"/>
                  </a:cubicBezTo>
                  <a:cubicBezTo>
                    <a:pt x="21" y="87"/>
                    <a:pt x="0" y="120"/>
                    <a:pt x="21" y="153"/>
                  </a:cubicBezTo>
                  <a:cubicBezTo>
                    <a:pt x="21" y="190"/>
                    <a:pt x="37" y="206"/>
                    <a:pt x="54" y="239"/>
                  </a:cubicBezTo>
                  <a:cubicBezTo>
                    <a:pt x="87" y="256"/>
                    <a:pt x="103" y="256"/>
                    <a:pt x="140" y="256"/>
                  </a:cubicBezTo>
                  <a:cubicBezTo>
                    <a:pt x="206" y="239"/>
                    <a:pt x="243" y="173"/>
                    <a:pt x="227" y="103"/>
                  </a:cubicBezTo>
                  <a:cubicBezTo>
                    <a:pt x="227" y="70"/>
                    <a:pt x="206" y="50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2" name="Google Shape;24512;p108"/>
            <p:cNvSpPr/>
            <p:nvPr/>
          </p:nvSpPr>
          <p:spPr>
            <a:xfrm>
              <a:off x="5195925" y="252022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29" y="0"/>
                  </a:moveTo>
                  <a:cubicBezTo>
                    <a:pt x="82" y="0"/>
                    <a:pt x="35" y="33"/>
                    <a:pt x="21" y="91"/>
                  </a:cubicBezTo>
                  <a:cubicBezTo>
                    <a:pt x="0" y="157"/>
                    <a:pt x="21" y="227"/>
                    <a:pt x="87" y="243"/>
                  </a:cubicBezTo>
                  <a:cubicBezTo>
                    <a:pt x="103" y="260"/>
                    <a:pt x="124" y="260"/>
                    <a:pt x="141" y="260"/>
                  </a:cubicBezTo>
                  <a:cubicBezTo>
                    <a:pt x="174" y="260"/>
                    <a:pt x="207" y="227"/>
                    <a:pt x="227" y="173"/>
                  </a:cubicBezTo>
                  <a:cubicBezTo>
                    <a:pt x="244" y="124"/>
                    <a:pt x="227" y="70"/>
                    <a:pt x="207" y="37"/>
                  </a:cubicBezTo>
                  <a:cubicBezTo>
                    <a:pt x="190" y="37"/>
                    <a:pt x="174" y="21"/>
                    <a:pt x="157" y="4"/>
                  </a:cubicBezTo>
                  <a:cubicBezTo>
                    <a:pt x="148" y="1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3" name="Google Shape;24513;p108"/>
            <p:cNvSpPr/>
            <p:nvPr/>
          </p:nvSpPr>
          <p:spPr>
            <a:xfrm>
              <a:off x="5205400" y="2580500"/>
              <a:ext cx="6000" cy="6750"/>
            </a:xfrm>
            <a:custGeom>
              <a:avLst/>
              <a:gdLst/>
              <a:ahLst/>
              <a:cxnLst/>
              <a:rect l="l" t="t" r="r" b="b"/>
              <a:pathLst>
                <a:path w="240" h="270" extrusionOk="0">
                  <a:moveTo>
                    <a:pt x="119" y="0"/>
                  </a:moveTo>
                  <a:cubicBezTo>
                    <a:pt x="70" y="0"/>
                    <a:pt x="29" y="32"/>
                    <a:pt x="17" y="83"/>
                  </a:cubicBezTo>
                  <a:cubicBezTo>
                    <a:pt x="1" y="154"/>
                    <a:pt x="34" y="236"/>
                    <a:pt x="87" y="257"/>
                  </a:cubicBezTo>
                  <a:cubicBezTo>
                    <a:pt x="100" y="265"/>
                    <a:pt x="115" y="269"/>
                    <a:pt x="130" y="269"/>
                  </a:cubicBezTo>
                  <a:cubicBezTo>
                    <a:pt x="170" y="269"/>
                    <a:pt x="211" y="238"/>
                    <a:pt x="223" y="187"/>
                  </a:cubicBezTo>
                  <a:cubicBezTo>
                    <a:pt x="240" y="116"/>
                    <a:pt x="223" y="30"/>
                    <a:pt x="174" y="13"/>
                  </a:cubicBezTo>
                  <a:cubicBezTo>
                    <a:pt x="155" y="5"/>
                    <a:pt x="137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4" name="Google Shape;24514;p108"/>
            <p:cNvSpPr/>
            <p:nvPr/>
          </p:nvSpPr>
          <p:spPr>
            <a:xfrm>
              <a:off x="5191700" y="26160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50" y="17"/>
                    <a:pt x="0" y="87"/>
                    <a:pt x="17" y="153"/>
                  </a:cubicBezTo>
                  <a:cubicBezTo>
                    <a:pt x="31" y="213"/>
                    <a:pt x="72" y="260"/>
                    <a:pt x="114" y="260"/>
                  </a:cubicBezTo>
                  <a:cubicBezTo>
                    <a:pt x="122" y="260"/>
                    <a:pt x="129" y="259"/>
                    <a:pt x="136" y="256"/>
                  </a:cubicBezTo>
                  <a:cubicBezTo>
                    <a:pt x="169" y="256"/>
                    <a:pt x="206" y="240"/>
                    <a:pt x="223" y="207"/>
                  </a:cubicBezTo>
                  <a:cubicBezTo>
                    <a:pt x="239" y="190"/>
                    <a:pt x="239" y="153"/>
                    <a:pt x="239" y="120"/>
                  </a:cubicBezTo>
                  <a:cubicBezTo>
                    <a:pt x="223" y="87"/>
                    <a:pt x="223" y="50"/>
                    <a:pt x="190" y="33"/>
                  </a:cubicBezTo>
                  <a:cubicBezTo>
                    <a:pt x="190" y="17"/>
                    <a:pt x="169" y="17"/>
                    <a:pt x="169" y="17"/>
                  </a:cubicBezTo>
                  <a:cubicBezTo>
                    <a:pt x="153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5" name="Google Shape;24515;p108"/>
            <p:cNvSpPr/>
            <p:nvPr/>
          </p:nvSpPr>
          <p:spPr>
            <a:xfrm>
              <a:off x="5189950" y="2581600"/>
              <a:ext cx="6500" cy="6475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41" y="1"/>
                  </a:moveTo>
                  <a:cubicBezTo>
                    <a:pt x="96" y="1"/>
                    <a:pt x="50" y="33"/>
                    <a:pt x="33" y="72"/>
                  </a:cubicBezTo>
                  <a:cubicBezTo>
                    <a:pt x="0" y="143"/>
                    <a:pt x="33" y="229"/>
                    <a:pt x="87" y="246"/>
                  </a:cubicBezTo>
                  <a:cubicBezTo>
                    <a:pt x="105" y="254"/>
                    <a:pt x="123" y="258"/>
                    <a:pt x="138" y="258"/>
                  </a:cubicBezTo>
                  <a:cubicBezTo>
                    <a:pt x="182" y="258"/>
                    <a:pt x="215" y="227"/>
                    <a:pt x="239" y="175"/>
                  </a:cubicBezTo>
                  <a:cubicBezTo>
                    <a:pt x="260" y="110"/>
                    <a:pt x="223" y="39"/>
                    <a:pt x="173" y="6"/>
                  </a:cubicBezTo>
                  <a:cubicBezTo>
                    <a:pt x="163" y="2"/>
                    <a:pt x="152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6" name="Google Shape;24516;p108"/>
            <p:cNvSpPr/>
            <p:nvPr/>
          </p:nvSpPr>
          <p:spPr>
            <a:xfrm>
              <a:off x="5206750" y="265947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03" y="0"/>
                  </a:moveTo>
                  <a:cubicBezTo>
                    <a:pt x="66" y="0"/>
                    <a:pt x="50" y="17"/>
                    <a:pt x="33" y="50"/>
                  </a:cubicBezTo>
                  <a:cubicBezTo>
                    <a:pt x="17" y="87"/>
                    <a:pt x="0" y="120"/>
                    <a:pt x="0" y="153"/>
                  </a:cubicBezTo>
                  <a:cubicBezTo>
                    <a:pt x="17" y="190"/>
                    <a:pt x="33" y="206"/>
                    <a:pt x="50" y="239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86" y="239"/>
                    <a:pt x="239" y="169"/>
                    <a:pt x="223" y="103"/>
                  </a:cubicBezTo>
                  <a:cubicBezTo>
                    <a:pt x="223" y="66"/>
                    <a:pt x="206" y="33"/>
                    <a:pt x="186" y="17"/>
                  </a:cubicBezTo>
                  <a:cubicBezTo>
                    <a:pt x="169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7" name="Google Shape;24517;p108"/>
            <p:cNvSpPr/>
            <p:nvPr/>
          </p:nvSpPr>
          <p:spPr>
            <a:xfrm>
              <a:off x="5210150" y="251970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7" y="0"/>
                  </a:moveTo>
                  <a:cubicBezTo>
                    <a:pt x="85" y="0"/>
                    <a:pt x="64" y="14"/>
                    <a:pt x="50" y="25"/>
                  </a:cubicBezTo>
                  <a:cubicBezTo>
                    <a:pt x="33" y="42"/>
                    <a:pt x="17" y="75"/>
                    <a:pt x="17" y="112"/>
                  </a:cubicBezTo>
                  <a:cubicBezTo>
                    <a:pt x="0" y="145"/>
                    <a:pt x="17" y="178"/>
                    <a:pt x="33" y="215"/>
                  </a:cubicBezTo>
                  <a:cubicBezTo>
                    <a:pt x="50" y="231"/>
                    <a:pt x="87" y="248"/>
                    <a:pt x="103" y="264"/>
                  </a:cubicBezTo>
                  <a:cubicBezTo>
                    <a:pt x="136" y="264"/>
                    <a:pt x="173" y="248"/>
                    <a:pt x="190" y="231"/>
                  </a:cubicBezTo>
                  <a:cubicBezTo>
                    <a:pt x="239" y="178"/>
                    <a:pt x="239" y="112"/>
                    <a:pt x="206" y="42"/>
                  </a:cubicBezTo>
                  <a:cubicBezTo>
                    <a:pt x="190" y="25"/>
                    <a:pt x="173" y="9"/>
                    <a:pt x="153" y="9"/>
                  </a:cubicBezTo>
                  <a:lnTo>
                    <a:pt x="136" y="9"/>
                  </a:lnTo>
                  <a:cubicBezTo>
                    <a:pt x="127" y="3"/>
                    <a:pt x="11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8" name="Google Shape;24518;p108"/>
            <p:cNvSpPr/>
            <p:nvPr/>
          </p:nvSpPr>
          <p:spPr>
            <a:xfrm>
              <a:off x="5207575" y="2563700"/>
              <a:ext cx="5575" cy="6600"/>
            </a:xfrm>
            <a:custGeom>
              <a:avLst/>
              <a:gdLst/>
              <a:ahLst/>
              <a:cxnLst/>
              <a:rect l="l" t="t" r="r" b="b"/>
              <a:pathLst>
                <a:path w="223" h="264" extrusionOk="0">
                  <a:moveTo>
                    <a:pt x="87" y="1"/>
                  </a:moveTo>
                  <a:cubicBezTo>
                    <a:pt x="70" y="17"/>
                    <a:pt x="50" y="17"/>
                    <a:pt x="33" y="34"/>
                  </a:cubicBezTo>
                  <a:cubicBezTo>
                    <a:pt x="0" y="67"/>
                    <a:pt x="0" y="121"/>
                    <a:pt x="0" y="153"/>
                  </a:cubicBezTo>
                  <a:cubicBezTo>
                    <a:pt x="0" y="186"/>
                    <a:pt x="17" y="224"/>
                    <a:pt x="50" y="240"/>
                  </a:cubicBezTo>
                  <a:cubicBezTo>
                    <a:pt x="64" y="252"/>
                    <a:pt x="85" y="263"/>
                    <a:pt x="102" y="263"/>
                  </a:cubicBezTo>
                  <a:cubicBezTo>
                    <a:pt x="109" y="263"/>
                    <a:pt x="115" y="261"/>
                    <a:pt x="120" y="257"/>
                  </a:cubicBezTo>
                  <a:cubicBezTo>
                    <a:pt x="190" y="257"/>
                    <a:pt x="223" y="186"/>
                    <a:pt x="223" y="121"/>
                  </a:cubicBezTo>
                  <a:cubicBezTo>
                    <a:pt x="206" y="67"/>
                    <a:pt x="190" y="34"/>
                    <a:pt x="153" y="17"/>
                  </a:cubicBezTo>
                  <a:cubicBezTo>
                    <a:pt x="136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9" name="Google Shape;24519;p108"/>
            <p:cNvSpPr/>
            <p:nvPr/>
          </p:nvSpPr>
          <p:spPr>
            <a:xfrm>
              <a:off x="5203650" y="2507850"/>
              <a:ext cx="2600" cy="2175"/>
            </a:xfrm>
            <a:custGeom>
              <a:avLst/>
              <a:gdLst/>
              <a:ahLst/>
              <a:cxnLst/>
              <a:rect l="l" t="t" r="r" b="b"/>
              <a:pathLst>
                <a:path w="104" h="87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33"/>
                    <a:pt x="38" y="50"/>
                    <a:pt x="54" y="70"/>
                  </a:cubicBezTo>
                  <a:cubicBezTo>
                    <a:pt x="71" y="87"/>
                    <a:pt x="87" y="87"/>
                    <a:pt x="104" y="87"/>
                  </a:cubicBezTo>
                  <a:cubicBezTo>
                    <a:pt x="71" y="70"/>
                    <a:pt x="38" y="3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0" name="Google Shape;24520;p108"/>
            <p:cNvSpPr/>
            <p:nvPr/>
          </p:nvSpPr>
          <p:spPr>
            <a:xfrm>
              <a:off x="5198075" y="2596175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9" y="1"/>
                  </a:moveTo>
                  <a:cubicBezTo>
                    <a:pt x="83" y="1"/>
                    <a:pt x="35" y="33"/>
                    <a:pt x="17" y="91"/>
                  </a:cubicBezTo>
                  <a:cubicBezTo>
                    <a:pt x="1" y="161"/>
                    <a:pt x="17" y="227"/>
                    <a:pt x="88" y="248"/>
                  </a:cubicBezTo>
                  <a:cubicBezTo>
                    <a:pt x="102" y="257"/>
                    <a:pt x="117" y="261"/>
                    <a:pt x="132" y="261"/>
                  </a:cubicBezTo>
                  <a:cubicBezTo>
                    <a:pt x="173" y="261"/>
                    <a:pt x="211" y="229"/>
                    <a:pt x="224" y="178"/>
                  </a:cubicBezTo>
                  <a:cubicBezTo>
                    <a:pt x="244" y="108"/>
                    <a:pt x="224" y="42"/>
                    <a:pt x="158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1" name="Google Shape;24521;p108"/>
            <p:cNvSpPr/>
            <p:nvPr/>
          </p:nvSpPr>
          <p:spPr>
            <a:xfrm>
              <a:off x="5194675" y="2566700"/>
              <a:ext cx="6025" cy="6425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37" y="1"/>
                  </a:moveTo>
                  <a:cubicBezTo>
                    <a:pt x="104" y="1"/>
                    <a:pt x="71" y="1"/>
                    <a:pt x="50" y="33"/>
                  </a:cubicBezTo>
                  <a:cubicBezTo>
                    <a:pt x="1" y="66"/>
                    <a:pt x="1" y="153"/>
                    <a:pt x="34" y="207"/>
                  </a:cubicBezTo>
                  <a:cubicBezTo>
                    <a:pt x="50" y="240"/>
                    <a:pt x="87" y="256"/>
                    <a:pt x="104" y="256"/>
                  </a:cubicBezTo>
                  <a:cubicBezTo>
                    <a:pt x="137" y="256"/>
                    <a:pt x="174" y="256"/>
                    <a:pt x="191" y="223"/>
                  </a:cubicBezTo>
                  <a:cubicBezTo>
                    <a:pt x="207" y="207"/>
                    <a:pt x="224" y="170"/>
                    <a:pt x="224" y="137"/>
                  </a:cubicBezTo>
                  <a:cubicBezTo>
                    <a:pt x="240" y="104"/>
                    <a:pt x="224" y="66"/>
                    <a:pt x="207" y="50"/>
                  </a:cubicBezTo>
                  <a:cubicBezTo>
                    <a:pt x="191" y="33"/>
                    <a:pt x="174" y="17"/>
                    <a:pt x="153" y="17"/>
                  </a:cubicBezTo>
                  <a:cubicBezTo>
                    <a:pt x="153" y="1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2" name="Google Shape;24522;p108"/>
            <p:cNvSpPr/>
            <p:nvPr/>
          </p:nvSpPr>
          <p:spPr>
            <a:xfrm>
              <a:off x="5199025" y="2644000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103" y="1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17" y="223"/>
                    <a:pt x="50" y="240"/>
                  </a:cubicBezTo>
                  <a:cubicBezTo>
                    <a:pt x="66" y="256"/>
                    <a:pt x="103" y="256"/>
                    <a:pt x="136" y="256"/>
                  </a:cubicBezTo>
                  <a:cubicBezTo>
                    <a:pt x="153" y="256"/>
                    <a:pt x="186" y="240"/>
                    <a:pt x="206" y="207"/>
                  </a:cubicBezTo>
                  <a:cubicBezTo>
                    <a:pt x="223" y="170"/>
                    <a:pt x="223" y="137"/>
                    <a:pt x="223" y="104"/>
                  </a:cubicBezTo>
                  <a:cubicBezTo>
                    <a:pt x="223" y="67"/>
                    <a:pt x="206" y="50"/>
                    <a:pt x="169" y="17"/>
                  </a:cubicBezTo>
                  <a:lnTo>
                    <a:pt x="153" y="17"/>
                  </a:ln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3" name="Google Shape;24523;p108"/>
            <p:cNvSpPr/>
            <p:nvPr/>
          </p:nvSpPr>
          <p:spPr>
            <a:xfrm>
              <a:off x="5202000" y="26765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87" y="1"/>
                    <a:pt x="87" y="1"/>
                    <a:pt x="67" y="21"/>
                  </a:cubicBezTo>
                  <a:cubicBezTo>
                    <a:pt x="34" y="38"/>
                    <a:pt x="1" y="87"/>
                    <a:pt x="17" y="157"/>
                  </a:cubicBezTo>
                  <a:cubicBezTo>
                    <a:pt x="17" y="190"/>
                    <a:pt x="34" y="227"/>
                    <a:pt x="50" y="244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0" y="244"/>
                    <a:pt x="240" y="190"/>
                    <a:pt x="223" y="104"/>
                  </a:cubicBezTo>
                  <a:lnTo>
                    <a:pt x="223" y="71"/>
                  </a:lnTo>
                  <a:cubicBezTo>
                    <a:pt x="207" y="54"/>
                    <a:pt x="190" y="21"/>
                    <a:pt x="153" y="21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4" name="Google Shape;24524;p108"/>
            <p:cNvSpPr/>
            <p:nvPr/>
          </p:nvSpPr>
          <p:spPr>
            <a:xfrm>
              <a:off x="5183975" y="25241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50" y="17"/>
                    <a:pt x="0" y="71"/>
                    <a:pt x="17" y="157"/>
                  </a:cubicBezTo>
                  <a:cubicBezTo>
                    <a:pt x="17" y="190"/>
                    <a:pt x="33" y="207"/>
                    <a:pt x="50" y="223"/>
                  </a:cubicBezTo>
                  <a:cubicBezTo>
                    <a:pt x="87" y="261"/>
                    <a:pt x="103" y="261"/>
                    <a:pt x="136" y="261"/>
                  </a:cubicBezTo>
                  <a:cubicBezTo>
                    <a:pt x="169" y="261"/>
                    <a:pt x="190" y="223"/>
                    <a:pt x="206" y="207"/>
                  </a:cubicBezTo>
                  <a:cubicBezTo>
                    <a:pt x="223" y="174"/>
                    <a:pt x="239" y="141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69" y="17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5" name="Google Shape;24525;p108"/>
            <p:cNvSpPr/>
            <p:nvPr/>
          </p:nvSpPr>
          <p:spPr>
            <a:xfrm>
              <a:off x="5157275" y="2680800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39" y="1"/>
                  </a:moveTo>
                  <a:cubicBezTo>
                    <a:pt x="87" y="1"/>
                    <a:pt x="48" y="33"/>
                    <a:pt x="21" y="91"/>
                  </a:cubicBezTo>
                  <a:cubicBezTo>
                    <a:pt x="0" y="141"/>
                    <a:pt x="37" y="227"/>
                    <a:pt x="87" y="244"/>
                  </a:cubicBezTo>
                  <a:cubicBezTo>
                    <a:pt x="101" y="254"/>
                    <a:pt x="117" y="259"/>
                    <a:pt x="132" y="259"/>
                  </a:cubicBezTo>
                  <a:cubicBezTo>
                    <a:pt x="173" y="259"/>
                    <a:pt x="212" y="226"/>
                    <a:pt x="227" y="178"/>
                  </a:cubicBezTo>
                  <a:cubicBezTo>
                    <a:pt x="260" y="108"/>
                    <a:pt x="227" y="38"/>
                    <a:pt x="173" y="5"/>
                  </a:cubicBezTo>
                  <a:cubicBezTo>
                    <a:pt x="162" y="2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6" name="Google Shape;24526;p108"/>
            <p:cNvSpPr/>
            <p:nvPr/>
          </p:nvSpPr>
          <p:spPr>
            <a:xfrm>
              <a:off x="5146950" y="2574925"/>
              <a:ext cx="6125" cy="6700"/>
            </a:xfrm>
            <a:custGeom>
              <a:avLst/>
              <a:gdLst/>
              <a:ahLst/>
              <a:cxnLst/>
              <a:rect l="l" t="t" r="r" b="b"/>
              <a:pathLst>
                <a:path w="245" h="268" extrusionOk="0">
                  <a:moveTo>
                    <a:pt x="114" y="1"/>
                  </a:moveTo>
                  <a:cubicBezTo>
                    <a:pt x="73" y="1"/>
                    <a:pt x="34" y="32"/>
                    <a:pt x="22" y="84"/>
                  </a:cubicBezTo>
                  <a:cubicBezTo>
                    <a:pt x="1" y="150"/>
                    <a:pt x="22" y="236"/>
                    <a:pt x="88" y="253"/>
                  </a:cubicBezTo>
                  <a:cubicBezTo>
                    <a:pt x="102" y="263"/>
                    <a:pt x="118" y="268"/>
                    <a:pt x="133" y="268"/>
                  </a:cubicBezTo>
                  <a:cubicBezTo>
                    <a:pt x="174" y="268"/>
                    <a:pt x="213" y="235"/>
                    <a:pt x="228" y="187"/>
                  </a:cubicBezTo>
                  <a:cubicBezTo>
                    <a:pt x="244" y="117"/>
                    <a:pt x="207" y="30"/>
                    <a:pt x="158" y="14"/>
                  </a:cubicBezTo>
                  <a:cubicBezTo>
                    <a:pt x="143" y="5"/>
                    <a:pt x="128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7" name="Google Shape;24527;p108"/>
            <p:cNvSpPr/>
            <p:nvPr/>
          </p:nvSpPr>
          <p:spPr>
            <a:xfrm>
              <a:off x="5151300" y="2623400"/>
              <a:ext cx="5575" cy="6400"/>
            </a:xfrm>
            <a:custGeom>
              <a:avLst/>
              <a:gdLst/>
              <a:ahLst/>
              <a:cxnLst/>
              <a:rect l="l" t="t" r="r" b="b"/>
              <a:pathLst>
                <a:path w="223" h="256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33" y="206"/>
                    <a:pt x="54" y="239"/>
                  </a:cubicBezTo>
                  <a:cubicBezTo>
                    <a:pt x="70" y="256"/>
                    <a:pt x="103" y="256"/>
                    <a:pt x="136" y="256"/>
                  </a:cubicBezTo>
                  <a:cubicBezTo>
                    <a:pt x="157" y="256"/>
                    <a:pt x="190" y="239"/>
                    <a:pt x="206" y="206"/>
                  </a:cubicBezTo>
                  <a:cubicBezTo>
                    <a:pt x="223" y="169"/>
                    <a:pt x="223" y="136"/>
                    <a:pt x="223" y="103"/>
                  </a:cubicBezTo>
                  <a:cubicBezTo>
                    <a:pt x="223" y="66"/>
                    <a:pt x="206" y="50"/>
                    <a:pt x="190" y="17"/>
                  </a:cubicBezTo>
                  <a:cubicBezTo>
                    <a:pt x="173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8" name="Google Shape;24528;p108"/>
            <p:cNvSpPr/>
            <p:nvPr/>
          </p:nvSpPr>
          <p:spPr>
            <a:xfrm>
              <a:off x="5154700" y="2650700"/>
              <a:ext cx="5675" cy="6775"/>
            </a:xfrm>
            <a:custGeom>
              <a:avLst/>
              <a:gdLst/>
              <a:ahLst/>
              <a:cxnLst/>
              <a:rect l="l" t="t" r="r" b="b"/>
              <a:pathLst>
                <a:path w="227" h="271" extrusionOk="0">
                  <a:moveTo>
                    <a:pt x="114" y="1"/>
                  </a:moveTo>
                  <a:cubicBezTo>
                    <a:pt x="67" y="1"/>
                    <a:pt x="18" y="36"/>
                    <a:pt x="0" y="91"/>
                  </a:cubicBezTo>
                  <a:lnTo>
                    <a:pt x="0" y="145"/>
                  </a:lnTo>
                  <a:cubicBezTo>
                    <a:pt x="0" y="194"/>
                    <a:pt x="21" y="232"/>
                    <a:pt x="70" y="265"/>
                  </a:cubicBezTo>
                  <a:cubicBezTo>
                    <a:pt x="79" y="269"/>
                    <a:pt x="89" y="271"/>
                    <a:pt x="100" y="271"/>
                  </a:cubicBezTo>
                  <a:cubicBezTo>
                    <a:pt x="129" y="271"/>
                    <a:pt x="161" y="256"/>
                    <a:pt x="173" y="232"/>
                  </a:cubicBezTo>
                  <a:cubicBezTo>
                    <a:pt x="190" y="211"/>
                    <a:pt x="206" y="194"/>
                    <a:pt x="206" y="178"/>
                  </a:cubicBezTo>
                  <a:cubicBezTo>
                    <a:pt x="227" y="108"/>
                    <a:pt x="206" y="42"/>
                    <a:pt x="140" y="5"/>
                  </a:cubicBezTo>
                  <a:cubicBezTo>
                    <a:pt x="132" y="2"/>
                    <a:pt x="123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9" name="Google Shape;24529;p108"/>
            <p:cNvSpPr/>
            <p:nvPr/>
          </p:nvSpPr>
          <p:spPr>
            <a:xfrm>
              <a:off x="5146150" y="25443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0" y="71"/>
                    <a:pt x="0" y="158"/>
                    <a:pt x="33" y="207"/>
                  </a:cubicBezTo>
                  <a:cubicBezTo>
                    <a:pt x="54" y="240"/>
                    <a:pt x="87" y="261"/>
                    <a:pt x="103" y="261"/>
                  </a:cubicBezTo>
                  <a:cubicBezTo>
                    <a:pt x="136" y="261"/>
                    <a:pt x="173" y="261"/>
                    <a:pt x="190" y="240"/>
                  </a:cubicBezTo>
                  <a:cubicBezTo>
                    <a:pt x="239" y="191"/>
                    <a:pt x="239" y="104"/>
                    <a:pt x="206" y="54"/>
                  </a:cubicBezTo>
                  <a:cubicBezTo>
                    <a:pt x="190" y="34"/>
                    <a:pt x="190" y="17"/>
                    <a:pt x="173" y="17"/>
                  </a:cubicBezTo>
                  <a:cubicBezTo>
                    <a:pt x="157" y="1"/>
                    <a:pt x="136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0" name="Google Shape;24530;p108"/>
            <p:cNvSpPr/>
            <p:nvPr/>
          </p:nvSpPr>
          <p:spPr>
            <a:xfrm>
              <a:off x="5151300" y="2528575"/>
              <a:ext cx="6000" cy="6825"/>
            </a:xfrm>
            <a:custGeom>
              <a:avLst/>
              <a:gdLst/>
              <a:ahLst/>
              <a:cxnLst/>
              <a:rect l="l" t="t" r="r" b="b"/>
              <a:pathLst>
                <a:path w="240" h="273" extrusionOk="0">
                  <a:moveTo>
                    <a:pt x="128" y="0"/>
                  </a:moveTo>
                  <a:cubicBezTo>
                    <a:pt x="120" y="0"/>
                    <a:pt x="111" y="4"/>
                    <a:pt x="103" y="12"/>
                  </a:cubicBezTo>
                  <a:cubicBezTo>
                    <a:pt x="54" y="12"/>
                    <a:pt x="0" y="83"/>
                    <a:pt x="17" y="148"/>
                  </a:cubicBezTo>
                  <a:cubicBezTo>
                    <a:pt x="17" y="186"/>
                    <a:pt x="33" y="219"/>
                    <a:pt x="54" y="235"/>
                  </a:cubicBezTo>
                  <a:cubicBezTo>
                    <a:pt x="87" y="252"/>
                    <a:pt x="103" y="272"/>
                    <a:pt x="136" y="272"/>
                  </a:cubicBezTo>
                  <a:cubicBezTo>
                    <a:pt x="206" y="252"/>
                    <a:pt x="239" y="186"/>
                    <a:pt x="223" y="115"/>
                  </a:cubicBezTo>
                  <a:cubicBezTo>
                    <a:pt x="223" y="83"/>
                    <a:pt x="206" y="45"/>
                    <a:pt x="190" y="29"/>
                  </a:cubicBezTo>
                  <a:cubicBezTo>
                    <a:pt x="173" y="29"/>
                    <a:pt x="173" y="12"/>
                    <a:pt x="157" y="12"/>
                  </a:cubicBezTo>
                  <a:cubicBezTo>
                    <a:pt x="147" y="4"/>
                    <a:pt x="137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1" name="Google Shape;24531;p108"/>
            <p:cNvSpPr/>
            <p:nvPr/>
          </p:nvSpPr>
          <p:spPr>
            <a:xfrm>
              <a:off x="5151300" y="2483600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32" y="1"/>
                  </a:moveTo>
                  <a:cubicBezTo>
                    <a:pt x="124" y="1"/>
                    <a:pt x="114" y="3"/>
                    <a:pt x="103" y="10"/>
                  </a:cubicBezTo>
                  <a:cubicBezTo>
                    <a:pt x="54" y="10"/>
                    <a:pt x="0" y="76"/>
                    <a:pt x="17" y="146"/>
                  </a:cubicBezTo>
                  <a:cubicBezTo>
                    <a:pt x="33" y="216"/>
                    <a:pt x="87" y="265"/>
                    <a:pt x="136" y="265"/>
                  </a:cubicBezTo>
                  <a:cubicBezTo>
                    <a:pt x="173" y="249"/>
                    <a:pt x="206" y="232"/>
                    <a:pt x="223" y="216"/>
                  </a:cubicBezTo>
                  <a:cubicBezTo>
                    <a:pt x="239" y="179"/>
                    <a:pt x="239" y="146"/>
                    <a:pt x="239" y="113"/>
                  </a:cubicBezTo>
                  <a:cubicBezTo>
                    <a:pt x="223" y="76"/>
                    <a:pt x="223" y="43"/>
                    <a:pt x="190" y="26"/>
                  </a:cubicBezTo>
                  <a:lnTo>
                    <a:pt x="173" y="10"/>
                  </a:lnTo>
                  <a:cubicBezTo>
                    <a:pt x="162" y="10"/>
                    <a:pt x="149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2" name="Google Shape;24532;p108"/>
            <p:cNvSpPr/>
            <p:nvPr/>
          </p:nvSpPr>
          <p:spPr>
            <a:xfrm>
              <a:off x="5150050" y="2499050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20" y="1"/>
                  </a:moveTo>
                  <a:cubicBezTo>
                    <a:pt x="115" y="1"/>
                    <a:pt x="109" y="3"/>
                    <a:pt x="104" y="10"/>
                  </a:cubicBezTo>
                  <a:cubicBezTo>
                    <a:pt x="34" y="10"/>
                    <a:pt x="1" y="76"/>
                    <a:pt x="1" y="146"/>
                  </a:cubicBezTo>
                  <a:cubicBezTo>
                    <a:pt x="17" y="179"/>
                    <a:pt x="34" y="216"/>
                    <a:pt x="50" y="233"/>
                  </a:cubicBezTo>
                  <a:cubicBezTo>
                    <a:pt x="67" y="249"/>
                    <a:pt x="104" y="266"/>
                    <a:pt x="137" y="266"/>
                  </a:cubicBezTo>
                  <a:cubicBezTo>
                    <a:pt x="170" y="249"/>
                    <a:pt x="186" y="233"/>
                    <a:pt x="207" y="216"/>
                  </a:cubicBezTo>
                  <a:cubicBezTo>
                    <a:pt x="223" y="179"/>
                    <a:pt x="223" y="146"/>
                    <a:pt x="223" y="113"/>
                  </a:cubicBezTo>
                  <a:cubicBezTo>
                    <a:pt x="223" y="76"/>
                    <a:pt x="207" y="43"/>
                    <a:pt x="186" y="27"/>
                  </a:cubicBezTo>
                  <a:cubicBezTo>
                    <a:pt x="170" y="27"/>
                    <a:pt x="170" y="10"/>
                    <a:pt x="153" y="10"/>
                  </a:cubicBezTo>
                  <a:cubicBezTo>
                    <a:pt x="142" y="10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3" name="Google Shape;24533;p108"/>
            <p:cNvSpPr/>
            <p:nvPr/>
          </p:nvSpPr>
          <p:spPr>
            <a:xfrm>
              <a:off x="5206750" y="25346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31" y="0"/>
                  </a:moveTo>
                  <a:cubicBezTo>
                    <a:pt x="123" y="0"/>
                    <a:pt x="114" y="2"/>
                    <a:pt x="103" y="8"/>
                  </a:cubicBezTo>
                  <a:cubicBezTo>
                    <a:pt x="50" y="8"/>
                    <a:pt x="0" y="78"/>
                    <a:pt x="17" y="148"/>
                  </a:cubicBezTo>
                  <a:cubicBezTo>
                    <a:pt x="17" y="181"/>
                    <a:pt x="33" y="214"/>
                    <a:pt x="66" y="234"/>
                  </a:cubicBezTo>
                  <a:cubicBezTo>
                    <a:pt x="83" y="251"/>
                    <a:pt x="120" y="267"/>
                    <a:pt x="136" y="267"/>
                  </a:cubicBezTo>
                  <a:cubicBezTo>
                    <a:pt x="206" y="251"/>
                    <a:pt x="239" y="181"/>
                    <a:pt x="239" y="111"/>
                  </a:cubicBezTo>
                  <a:cubicBezTo>
                    <a:pt x="223" y="61"/>
                    <a:pt x="206" y="28"/>
                    <a:pt x="169" y="8"/>
                  </a:cubicBezTo>
                  <a:cubicBezTo>
                    <a:pt x="158" y="8"/>
                    <a:pt x="147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4" name="Google Shape;24534;p108"/>
            <p:cNvSpPr/>
            <p:nvPr/>
          </p:nvSpPr>
          <p:spPr>
            <a:xfrm>
              <a:off x="5177050" y="25391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71" y="1"/>
                    <a:pt x="54" y="17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4" y="240"/>
                    <a:pt x="87" y="260"/>
                    <a:pt x="104" y="260"/>
                  </a:cubicBezTo>
                  <a:cubicBezTo>
                    <a:pt x="137" y="260"/>
                    <a:pt x="174" y="260"/>
                    <a:pt x="191" y="223"/>
                  </a:cubicBezTo>
                  <a:cubicBezTo>
                    <a:pt x="224" y="207"/>
                    <a:pt x="224" y="174"/>
                    <a:pt x="240" y="137"/>
                  </a:cubicBezTo>
                  <a:cubicBezTo>
                    <a:pt x="240" y="104"/>
                    <a:pt x="224" y="71"/>
                    <a:pt x="207" y="54"/>
                  </a:cubicBezTo>
                  <a:cubicBezTo>
                    <a:pt x="191" y="34"/>
                    <a:pt x="191" y="17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5" name="Google Shape;24535;p108"/>
            <p:cNvSpPr/>
            <p:nvPr/>
          </p:nvSpPr>
          <p:spPr>
            <a:xfrm>
              <a:off x="5216125" y="2547325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41" y="0"/>
                  </a:moveTo>
                  <a:cubicBezTo>
                    <a:pt x="120" y="0"/>
                    <a:pt x="87" y="17"/>
                    <a:pt x="71" y="38"/>
                  </a:cubicBezTo>
                  <a:cubicBezTo>
                    <a:pt x="17" y="87"/>
                    <a:pt x="0" y="157"/>
                    <a:pt x="54" y="223"/>
                  </a:cubicBezTo>
                  <a:cubicBezTo>
                    <a:pt x="71" y="244"/>
                    <a:pt x="87" y="260"/>
                    <a:pt x="120" y="260"/>
                  </a:cubicBezTo>
                  <a:cubicBezTo>
                    <a:pt x="131" y="265"/>
                    <a:pt x="140" y="267"/>
                    <a:pt x="148" y="267"/>
                  </a:cubicBezTo>
                  <a:cubicBezTo>
                    <a:pt x="168" y="267"/>
                    <a:pt x="183" y="255"/>
                    <a:pt x="207" y="244"/>
                  </a:cubicBezTo>
                  <a:cubicBezTo>
                    <a:pt x="223" y="223"/>
                    <a:pt x="244" y="190"/>
                    <a:pt x="244" y="157"/>
                  </a:cubicBezTo>
                  <a:cubicBezTo>
                    <a:pt x="244" y="120"/>
                    <a:pt x="244" y="87"/>
                    <a:pt x="223" y="54"/>
                  </a:cubicBezTo>
                  <a:cubicBezTo>
                    <a:pt x="207" y="38"/>
                    <a:pt x="190" y="17"/>
                    <a:pt x="174" y="17"/>
                  </a:cubicBezTo>
                  <a:cubicBezTo>
                    <a:pt x="157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6" name="Google Shape;24536;p108"/>
            <p:cNvSpPr/>
            <p:nvPr/>
          </p:nvSpPr>
          <p:spPr>
            <a:xfrm>
              <a:off x="5205000" y="2627200"/>
              <a:ext cx="6400" cy="6525"/>
            </a:xfrm>
            <a:custGeom>
              <a:avLst/>
              <a:gdLst/>
              <a:ahLst/>
              <a:cxnLst/>
              <a:rect l="l" t="t" r="r" b="b"/>
              <a:pathLst>
                <a:path w="256" h="261" extrusionOk="0">
                  <a:moveTo>
                    <a:pt x="136" y="1"/>
                  </a:moveTo>
                  <a:cubicBezTo>
                    <a:pt x="120" y="1"/>
                    <a:pt x="87" y="17"/>
                    <a:pt x="70" y="38"/>
                  </a:cubicBezTo>
                  <a:cubicBezTo>
                    <a:pt x="17" y="71"/>
                    <a:pt x="0" y="157"/>
                    <a:pt x="50" y="207"/>
                  </a:cubicBezTo>
                  <a:cubicBezTo>
                    <a:pt x="70" y="244"/>
                    <a:pt x="87" y="260"/>
                    <a:pt x="120" y="260"/>
                  </a:cubicBezTo>
                  <a:cubicBezTo>
                    <a:pt x="153" y="260"/>
                    <a:pt x="173" y="260"/>
                    <a:pt x="206" y="244"/>
                  </a:cubicBezTo>
                  <a:cubicBezTo>
                    <a:pt x="256" y="190"/>
                    <a:pt x="256" y="104"/>
                    <a:pt x="223" y="54"/>
                  </a:cubicBezTo>
                  <a:cubicBezTo>
                    <a:pt x="206" y="38"/>
                    <a:pt x="190" y="17"/>
                    <a:pt x="173" y="17"/>
                  </a:cubicBezTo>
                  <a:cubicBezTo>
                    <a:pt x="173" y="1"/>
                    <a:pt x="153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7" name="Google Shape;24537;p108"/>
            <p:cNvSpPr/>
            <p:nvPr/>
          </p:nvSpPr>
          <p:spPr>
            <a:xfrm>
              <a:off x="5205825" y="261115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116" y="0"/>
                  </a:moveTo>
                  <a:cubicBezTo>
                    <a:pt x="107" y="0"/>
                    <a:pt x="98" y="2"/>
                    <a:pt x="87" y="8"/>
                  </a:cubicBezTo>
                  <a:cubicBezTo>
                    <a:pt x="37" y="8"/>
                    <a:pt x="0" y="78"/>
                    <a:pt x="0" y="144"/>
                  </a:cubicBezTo>
                  <a:cubicBezTo>
                    <a:pt x="0" y="181"/>
                    <a:pt x="17" y="214"/>
                    <a:pt x="54" y="230"/>
                  </a:cubicBezTo>
                  <a:cubicBezTo>
                    <a:pt x="70" y="247"/>
                    <a:pt x="103" y="267"/>
                    <a:pt x="120" y="267"/>
                  </a:cubicBezTo>
                  <a:cubicBezTo>
                    <a:pt x="190" y="247"/>
                    <a:pt x="223" y="181"/>
                    <a:pt x="223" y="111"/>
                  </a:cubicBezTo>
                  <a:cubicBezTo>
                    <a:pt x="223" y="78"/>
                    <a:pt x="206" y="41"/>
                    <a:pt x="173" y="24"/>
                  </a:cubicBezTo>
                  <a:lnTo>
                    <a:pt x="157" y="8"/>
                  </a:lnTo>
                  <a:cubicBezTo>
                    <a:pt x="146" y="8"/>
                    <a:pt x="133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8" name="Google Shape;24538;p108"/>
            <p:cNvSpPr/>
            <p:nvPr/>
          </p:nvSpPr>
          <p:spPr>
            <a:xfrm>
              <a:off x="5159850" y="2587325"/>
              <a:ext cx="6525" cy="6525"/>
            </a:xfrm>
            <a:custGeom>
              <a:avLst/>
              <a:gdLst/>
              <a:ahLst/>
              <a:cxnLst/>
              <a:rect l="l" t="t" r="r" b="b"/>
              <a:pathLst>
                <a:path w="261" h="261" extrusionOk="0">
                  <a:moveTo>
                    <a:pt x="141" y="0"/>
                  </a:moveTo>
                  <a:cubicBezTo>
                    <a:pt x="103" y="0"/>
                    <a:pt x="87" y="17"/>
                    <a:pt x="54" y="33"/>
                  </a:cubicBezTo>
                  <a:cubicBezTo>
                    <a:pt x="21" y="66"/>
                    <a:pt x="0" y="153"/>
                    <a:pt x="37" y="206"/>
                  </a:cubicBezTo>
                  <a:cubicBezTo>
                    <a:pt x="66" y="245"/>
                    <a:pt x="102" y="261"/>
                    <a:pt x="134" y="261"/>
                  </a:cubicBezTo>
                  <a:cubicBezTo>
                    <a:pt x="156" y="261"/>
                    <a:pt x="176" y="253"/>
                    <a:pt x="190" y="239"/>
                  </a:cubicBezTo>
                  <a:cubicBezTo>
                    <a:pt x="244" y="190"/>
                    <a:pt x="260" y="103"/>
                    <a:pt x="206" y="50"/>
                  </a:cubicBezTo>
                  <a:cubicBezTo>
                    <a:pt x="206" y="33"/>
                    <a:pt x="190" y="17"/>
                    <a:pt x="174" y="17"/>
                  </a:cubicBezTo>
                  <a:cubicBezTo>
                    <a:pt x="157" y="0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9" name="Google Shape;24539;p108"/>
            <p:cNvSpPr/>
            <p:nvPr/>
          </p:nvSpPr>
          <p:spPr>
            <a:xfrm>
              <a:off x="5157275" y="2637000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7" y="0"/>
                  </a:moveTo>
                  <a:cubicBezTo>
                    <a:pt x="102" y="0"/>
                    <a:pt x="51" y="33"/>
                    <a:pt x="37" y="91"/>
                  </a:cubicBezTo>
                  <a:cubicBezTo>
                    <a:pt x="0" y="141"/>
                    <a:pt x="37" y="227"/>
                    <a:pt x="87" y="244"/>
                  </a:cubicBezTo>
                  <a:cubicBezTo>
                    <a:pt x="103" y="264"/>
                    <a:pt x="124" y="264"/>
                    <a:pt x="140" y="264"/>
                  </a:cubicBezTo>
                  <a:cubicBezTo>
                    <a:pt x="190" y="264"/>
                    <a:pt x="227" y="227"/>
                    <a:pt x="244" y="178"/>
                  </a:cubicBezTo>
                  <a:cubicBezTo>
                    <a:pt x="260" y="124"/>
                    <a:pt x="244" y="75"/>
                    <a:pt x="206" y="37"/>
                  </a:cubicBezTo>
                  <a:cubicBezTo>
                    <a:pt x="206" y="21"/>
                    <a:pt x="190" y="21"/>
                    <a:pt x="173" y="4"/>
                  </a:cubicBezTo>
                  <a:cubicBezTo>
                    <a:pt x="165" y="2"/>
                    <a:pt x="1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0" name="Google Shape;24540;p108"/>
            <p:cNvSpPr/>
            <p:nvPr/>
          </p:nvSpPr>
          <p:spPr>
            <a:xfrm>
              <a:off x="5163350" y="26193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6" y="0"/>
                  </a:moveTo>
                  <a:cubicBezTo>
                    <a:pt x="81" y="0"/>
                    <a:pt x="31" y="33"/>
                    <a:pt x="17" y="91"/>
                  </a:cubicBezTo>
                  <a:cubicBezTo>
                    <a:pt x="1" y="161"/>
                    <a:pt x="17" y="227"/>
                    <a:pt x="87" y="264"/>
                  </a:cubicBezTo>
                  <a:lnTo>
                    <a:pt x="137" y="264"/>
                  </a:lnTo>
                  <a:cubicBezTo>
                    <a:pt x="170" y="264"/>
                    <a:pt x="207" y="227"/>
                    <a:pt x="223" y="178"/>
                  </a:cubicBezTo>
                  <a:cubicBezTo>
                    <a:pt x="240" y="145"/>
                    <a:pt x="223" y="91"/>
                    <a:pt x="207" y="58"/>
                  </a:cubicBezTo>
                  <a:lnTo>
                    <a:pt x="153" y="4"/>
                  </a:lnTo>
                  <a:cubicBezTo>
                    <a:pt x="145" y="2"/>
                    <a:pt x="136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1" name="Google Shape;24541;p108"/>
            <p:cNvSpPr/>
            <p:nvPr/>
          </p:nvSpPr>
          <p:spPr>
            <a:xfrm>
              <a:off x="5175825" y="2511650"/>
              <a:ext cx="6000" cy="6450"/>
            </a:xfrm>
            <a:custGeom>
              <a:avLst/>
              <a:gdLst/>
              <a:ahLst/>
              <a:cxnLst/>
              <a:rect l="l" t="t" r="r" b="b"/>
              <a:pathLst>
                <a:path w="240" h="258" extrusionOk="0">
                  <a:moveTo>
                    <a:pt x="120" y="1"/>
                  </a:moveTo>
                  <a:cubicBezTo>
                    <a:pt x="83" y="1"/>
                    <a:pt x="66" y="1"/>
                    <a:pt x="33" y="22"/>
                  </a:cubicBezTo>
                  <a:cubicBezTo>
                    <a:pt x="17" y="54"/>
                    <a:pt x="0" y="71"/>
                    <a:pt x="0" y="104"/>
                  </a:cubicBezTo>
                  <a:cubicBezTo>
                    <a:pt x="0" y="141"/>
                    <a:pt x="0" y="174"/>
                    <a:pt x="17" y="207"/>
                  </a:cubicBezTo>
                  <a:cubicBezTo>
                    <a:pt x="46" y="239"/>
                    <a:pt x="82" y="257"/>
                    <a:pt x="117" y="257"/>
                  </a:cubicBezTo>
                  <a:cubicBezTo>
                    <a:pt x="142" y="257"/>
                    <a:pt x="166" y="248"/>
                    <a:pt x="186" y="228"/>
                  </a:cubicBezTo>
                  <a:cubicBezTo>
                    <a:pt x="223" y="191"/>
                    <a:pt x="240" y="104"/>
                    <a:pt x="207" y="54"/>
                  </a:cubicBezTo>
                  <a:cubicBezTo>
                    <a:pt x="186" y="22"/>
                    <a:pt x="169" y="22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2" name="Google Shape;24542;p108"/>
            <p:cNvSpPr/>
            <p:nvPr/>
          </p:nvSpPr>
          <p:spPr>
            <a:xfrm>
              <a:off x="5128925" y="2765125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41" y="0"/>
                  </a:moveTo>
                  <a:cubicBezTo>
                    <a:pt x="124" y="0"/>
                    <a:pt x="87" y="17"/>
                    <a:pt x="71" y="33"/>
                  </a:cubicBezTo>
                  <a:cubicBezTo>
                    <a:pt x="21" y="87"/>
                    <a:pt x="0" y="153"/>
                    <a:pt x="54" y="223"/>
                  </a:cubicBezTo>
                  <a:cubicBezTo>
                    <a:pt x="71" y="239"/>
                    <a:pt x="87" y="256"/>
                    <a:pt x="124" y="256"/>
                  </a:cubicBezTo>
                  <a:cubicBezTo>
                    <a:pt x="134" y="261"/>
                    <a:pt x="142" y="263"/>
                    <a:pt x="150" y="263"/>
                  </a:cubicBezTo>
                  <a:cubicBezTo>
                    <a:pt x="168" y="263"/>
                    <a:pt x="183" y="251"/>
                    <a:pt x="207" y="239"/>
                  </a:cubicBezTo>
                  <a:cubicBezTo>
                    <a:pt x="227" y="206"/>
                    <a:pt x="244" y="190"/>
                    <a:pt x="244" y="153"/>
                  </a:cubicBezTo>
                  <a:cubicBezTo>
                    <a:pt x="244" y="120"/>
                    <a:pt x="244" y="87"/>
                    <a:pt x="227" y="50"/>
                  </a:cubicBezTo>
                  <a:cubicBezTo>
                    <a:pt x="207" y="33"/>
                    <a:pt x="190" y="17"/>
                    <a:pt x="174" y="17"/>
                  </a:cubicBezTo>
                  <a:cubicBezTo>
                    <a:pt x="157" y="17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3" name="Google Shape;24543;p108"/>
            <p:cNvSpPr/>
            <p:nvPr/>
          </p:nvSpPr>
          <p:spPr>
            <a:xfrm>
              <a:off x="5262925" y="2614725"/>
              <a:ext cx="3525" cy="6525"/>
            </a:xfrm>
            <a:custGeom>
              <a:avLst/>
              <a:gdLst/>
              <a:ahLst/>
              <a:cxnLst/>
              <a:rect l="l" t="t" r="r" b="b"/>
              <a:pathLst>
                <a:path w="141" h="261" extrusionOk="0">
                  <a:moveTo>
                    <a:pt x="103" y="1"/>
                  </a:moveTo>
                  <a:cubicBezTo>
                    <a:pt x="70" y="21"/>
                    <a:pt x="54" y="54"/>
                    <a:pt x="37" y="87"/>
                  </a:cubicBezTo>
                  <a:cubicBezTo>
                    <a:pt x="0" y="157"/>
                    <a:pt x="37" y="228"/>
                    <a:pt x="87" y="261"/>
                  </a:cubicBezTo>
                  <a:lnTo>
                    <a:pt x="140" y="261"/>
                  </a:lnTo>
                  <a:cubicBezTo>
                    <a:pt x="140" y="174"/>
                    <a:pt x="124" y="87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4" name="Google Shape;24544;p108"/>
            <p:cNvSpPr/>
            <p:nvPr/>
          </p:nvSpPr>
          <p:spPr>
            <a:xfrm>
              <a:off x="5114400" y="27675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5" y="0"/>
                  </a:moveTo>
                  <a:cubicBezTo>
                    <a:pt x="79" y="0"/>
                    <a:pt x="42" y="22"/>
                    <a:pt x="17" y="72"/>
                  </a:cubicBezTo>
                  <a:cubicBezTo>
                    <a:pt x="0" y="142"/>
                    <a:pt x="33" y="229"/>
                    <a:pt x="87" y="245"/>
                  </a:cubicBezTo>
                  <a:cubicBezTo>
                    <a:pt x="103" y="262"/>
                    <a:pt x="120" y="262"/>
                    <a:pt x="136" y="262"/>
                  </a:cubicBezTo>
                  <a:cubicBezTo>
                    <a:pt x="169" y="245"/>
                    <a:pt x="206" y="229"/>
                    <a:pt x="223" y="175"/>
                  </a:cubicBezTo>
                  <a:cubicBezTo>
                    <a:pt x="239" y="126"/>
                    <a:pt x="239" y="72"/>
                    <a:pt x="206" y="39"/>
                  </a:cubicBezTo>
                  <a:cubicBezTo>
                    <a:pt x="190" y="23"/>
                    <a:pt x="190" y="23"/>
                    <a:pt x="169" y="6"/>
                  </a:cubicBezTo>
                  <a:cubicBezTo>
                    <a:pt x="154" y="2"/>
                    <a:pt x="139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5" name="Google Shape;24545;p108"/>
            <p:cNvSpPr/>
            <p:nvPr/>
          </p:nvSpPr>
          <p:spPr>
            <a:xfrm>
              <a:off x="5169325" y="27758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04" y="1"/>
                  </a:moveTo>
                  <a:cubicBezTo>
                    <a:pt x="87" y="1"/>
                    <a:pt x="87" y="17"/>
                    <a:pt x="71" y="17"/>
                  </a:cubicBezTo>
                  <a:cubicBezTo>
                    <a:pt x="34" y="34"/>
                    <a:pt x="1" y="87"/>
                    <a:pt x="1" y="153"/>
                  </a:cubicBezTo>
                  <a:cubicBezTo>
                    <a:pt x="17" y="191"/>
                    <a:pt x="34" y="224"/>
                    <a:pt x="54" y="240"/>
                  </a:cubicBezTo>
                  <a:cubicBezTo>
                    <a:pt x="66" y="252"/>
                    <a:pt x="85" y="265"/>
                    <a:pt x="108" y="265"/>
                  </a:cubicBezTo>
                  <a:cubicBezTo>
                    <a:pt x="117" y="265"/>
                    <a:pt x="127" y="263"/>
                    <a:pt x="137" y="256"/>
                  </a:cubicBezTo>
                  <a:cubicBezTo>
                    <a:pt x="190" y="256"/>
                    <a:pt x="240" y="191"/>
                    <a:pt x="223" y="120"/>
                  </a:cubicBezTo>
                  <a:lnTo>
                    <a:pt x="223" y="87"/>
                  </a:lnTo>
                  <a:cubicBezTo>
                    <a:pt x="207" y="50"/>
                    <a:pt x="190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6" name="Google Shape;24546;p108"/>
            <p:cNvSpPr/>
            <p:nvPr/>
          </p:nvSpPr>
          <p:spPr>
            <a:xfrm>
              <a:off x="5132425" y="2794775"/>
              <a:ext cx="6425" cy="6550"/>
            </a:xfrm>
            <a:custGeom>
              <a:avLst/>
              <a:gdLst/>
              <a:ahLst/>
              <a:cxnLst/>
              <a:rect l="l" t="t" r="r" b="b"/>
              <a:pathLst>
                <a:path w="257" h="262" extrusionOk="0">
                  <a:moveTo>
                    <a:pt x="127" y="1"/>
                  </a:moveTo>
                  <a:cubicBezTo>
                    <a:pt x="87" y="1"/>
                    <a:pt x="46" y="32"/>
                    <a:pt x="34" y="84"/>
                  </a:cubicBezTo>
                  <a:cubicBezTo>
                    <a:pt x="1" y="154"/>
                    <a:pt x="34" y="220"/>
                    <a:pt x="87" y="257"/>
                  </a:cubicBezTo>
                  <a:cubicBezTo>
                    <a:pt x="96" y="260"/>
                    <a:pt x="105" y="261"/>
                    <a:pt x="114" y="261"/>
                  </a:cubicBezTo>
                  <a:cubicBezTo>
                    <a:pt x="160" y="261"/>
                    <a:pt x="212" y="229"/>
                    <a:pt x="240" y="171"/>
                  </a:cubicBezTo>
                  <a:cubicBezTo>
                    <a:pt x="256" y="117"/>
                    <a:pt x="223" y="34"/>
                    <a:pt x="170" y="14"/>
                  </a:cubicBezTo>
                  <a:cubicBezTo>
                    <a:pt x="157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7" name="Google Shape;24547;p108"/>
            <p:cNvSpPr/>
            <p:nvPr/>
          </p:nvSpPr>
          <p:spPr>
            <a:xfrm>
              <a:off x="5094600" y="27857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37" y="1"/>
                  </a:moveTo>
                  <a:cubicBezTo>
                    <a:pt x="104" y="1"/>
                    <a:pt x="71" y="17"/>
                    <a:pt x="54" y="34"/>
                  </a:cubicBezTo>
                  <a:cubicBezTo>
                    <a:pt x="1" y="87"/>
                    <a:pt x="1" y="153"/>
                    <a:pt x="34" y="223"/>
                  </a:cubicBezTo>
                  <a:cubicBezTo>
                    <a:pt x="54" y="251"/>
                    <a:pt x="83" y="263"/>
                    <a:pt x="114" y="263"/>
                  </a:cubicBezTo>
                  <a:cubicBezTo>
                    <a:pt x="140" y="263"/>
                    <a:pt x="166" y="255"/>
                    <a:pt x="190" y="240"/>
                  </a:cubicBezTo>
                  <a:cubicBezTo>
                    <a:pt x="240" y="190"/>
                    <a:pt x="240" y="104"/>
                    <a:pt x="207" y="50"/>
                  </a:cubicBezTo>
                  <a:cubicBezTo>
                    <a:pt x="190" y="34"/>
                    <a:pt x="174" y="17"/>
                    <a:pt x="157" y="17"/>
                  </a:cubicBezTo>
                  <a:cubicBezTo>
                    <a:pt x="157" y="17"/>
                    <a:pt x="137" y="17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8" name="Google Shape;24548;p108"/>
            <p:cNvSpPr/>
            <p:nvPr/>
          </p:nvSpPr>
          <p:spPr>
            <a:xfrm>
              <a:off x="5089450" y="2760475"/>
              <a:ext cx="6525" cy="6450"/>
            </a:xfrm>
            <a:custGeom>
              <a:avLst/>
              <a:gdLst/>
              <a:ahLst/>
              <a:cxnLst/>
              <a:rect l="l" t="t" r="r" b="b"/>
              <a:pathLst>
                <a:path w="261" h="258" extrusionOk="0">
                  <a:moveTo>
                    <a:pt x="129" y="0"/>
                  </a:moveTo>
                  <a:cubicBezTo>
                    <a:pt x="88" y="0"/>
                    <a:pt x="49" y="32"/>
                    <a:pt x="33" y="83"/>
                  </a:cubicBezTo>
                  <a:cubicBezTo>
                    <a:pt x="0" y="149"/>
                    <a:pt x="33" y="219"/>
                    <a:pt x="87" y="252"/>
                  </a:cubicBezTo>
                  <a:cubicBezTo>
                    <a:pt x="100" y="256"/>
                    <a:pt x="113" y="258"/>
                    <a:pt x="124" y="258"/>
                  </a:cubicBezTo>
                  <a:cubicBezTo>
                    <a:pt x="175" y="258"/>
                    <a:pt x="213" y="223"/>
                    <a:pt x="240" y="170"/>
                  </a:cubicBezTo>
                  <a:cubicBezTo>
                    <a:pt x="260" y="100"/>
                    <a:pt x="223" y="29"/>
                    <a:pt x="174" y="13"/>
                  </a:cubicBezTo>
                  <a:cubicBezTo>
                    <a:pt x="159" y="4"/>
                    <a:pt x="144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9" name="Google Shape;24549;p108"/>
            <p:cNvSpPr/>
            <p:nvPr/>
          </p:nvSpPr>
          <p:spPr>
            <a:xfrm>
              <a:off x="5107475" y="2754400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04" y="0"/>
                  </a:moveTo>
                  <a:cubicBezTo>
                    <a:pt x="71" y="17"/>
                    <a:pt x="55" y="33"/>
                    <a:pt x="34" y="50"/>
                  </a:cubicBezTo>
                  <a:cubicBezTo>
                    <a:pt x="17" y="83"/>
                    <a:pt x="1" y="120"/>
                    <a:pt x="1" y="153"/>
                  </a:cubicBezTo>
                  <a:cubicBezTo>
                    <a:pt x="17" y="186"/>
                    <a:pt x="34" y="223"/>
                    <a:pt x="55" y="239"/>
                  </a:cubicBezTo>
                  <a:cubicBezTo>
                    <a:pt x="66" y="251"/>
                    <a:pt x="86" y="263"/>
                    <a:pt x="108" y="263"/>
                  </a:cubicBezTo>
                  <a:cubicBezTo>
                    <a:pt x="118" y="263"/>
                    <a:pt x="127" y="261"/>
                    <a:pt x="137" y="256"/>
                  </a:cubicBezTo>
                  <a:cubicBezTo>
                    <a:pt x="191" y="256"/>
                    <a:pt x="240" y="186"/>
                    <a:pt x="224" y="120"/>
                  </a:cubicBezTo>
                  <a:cubicBezTo>
                    <a:pt x="224" y="83"/>
                    <a:pt x="207" y="50"/>
                    <a:pt x="191" y="33"/>
                  </a:cubicBezTo>
                  <a:cubicBezTo>
                    <a:pt x="174" y="17"/>
                    <a:pt x="174" y="17"/>
                    <a:pt x="158" y="17"/>
                  </a:cubicBezTo>
                  <a:cubicBezTo>
                    <a:pt x="137" y="0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0" name="Google Shape;24550;p108"/>
            <p:cNvSpPr/>
            <p:nvPr/>
          </p:nvSpPr>
          <p:spPr>
            <a:xfrm>
              <a:off x="5136250" y="2748725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87" y="1"/>
                  </a:moveTo>
                  <a:cubicBezTo>
                    <a:pt x="70" y="1"/>
                    <a:pt x="37" y="21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07"/>
                    <a:pt x="54" y="244"/>
                  </a:cubicBezTo>
                  <a:cubicBezTo>
                    <a:pt x="70" y="260"/>
                    <a:pt x="103" y="260"/>
                    <a:pt x="120" y="260"/>
                  </a:cubicBezTo>
                  <a:cubicBezTo>
                    <a:pt x="190" y="244"/>
                    <a:pt x="223" y="174"/>
                    <a:pt x="223" y="104"/>
                  </a:cubicBezTo>
                  <a:cubicBezTo>
                    <a:pt x="223" y="71"/>
                    <a:pt x="206" y="54"/>
                    <a:pt x="173" y="21"/>
                  </a:cubicBezTo>
                  <a:cubicBezTo>
                    <a:pt x="173" y="21"/>
                    <a:pt x="157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1" name="Google Shape;24551;p108"/>
            <p:cNvSpPr/>
            <p:nvPr/>
          </p:nvSpPr>
          <p:spPr>
            <a:xfrm>
              <a:off x="5101925" y="27719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0" y="190"/>
                    <a:pt x="17" y="227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23" y="190"/>
                    <a:pt x="223" y="124"/>
                  </a:cubicBezTo>
                  <a:cubicBezTo>
                    <a:pt x="223" y="87"/>
                    <a:pt x="206" y="54"/>
                    <a:pt x="173" y="37"/>
                  </a:cubicBezTo>
                  <a:cubicBezTo>
                    <a:pt x="173" y="21"/>
                    <a:pt x="153" y="21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2" name="Google Shape;24552;p108"/>
            <p:cNvSpPr/>
            <p:nvPr/>
          </p:nvSpPr>
          <p:spPr>
            <a:xfrm>
              <a:off x="5097600" y="28179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29" y="1"/>
                  </a:moveTo>
                  <a:cubicBezTo>
                    <a:pt x="87" y="1"/>
                    <a:pt x="44" y="32"/>
                    <a:pt x="17" y="84"/>
                  </a:cubicBezTo>
                  <a:cubicBezTo>
                    <a:pt x="0" y="154"/>
                    <a:pt x="37" y="220"/>
                    <a:pt x="87" y="257"/>
                  </a:cubicBezTo>
                  <a:lnTo>
                    <a:pt x="140" y="257"/>
                  </a:lnTo>
                  <a:cubicBezTo>
                    <a:pt x="173" y="257"/>
                    <a:pt x="223" y="220"/>
                    <a:pt x="243" y="187"/>
                  </a:cubicBezTo>
                  <a:cubicBezTo>
                    <a:pt x="243" y="137"/>
                    <a:pt x="243" y="84"/>
                    <a:pt x="206" y="51"/>
                  </a:cubicBezTo>
                  <a:cubicBezTo>
                    <a:pt x="206" y="34"/>
                    <a:pt x="190" y="14"/>
                    <a:pt x="173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3" name="Google Shape;24553;p108"/>
            <p:cNvSpPr/>
            <p:nvPr/>
          </p:nvSpPr>
          <p:spPr>
            <a:xfrm>
              <a:off x="5139750" y="2779125"/>
              <a:ext cx="6400" cy="6550"/>
            </a:xfrm>
            <a:custGeom>
              <a:avLst/>
              <a:gdLst/>
              <a:ahLst/>
              <a:cxnLst/>
              <a:rect l="l" t="t" r="r" b="b"/>
              <a:pathLst>
                <a:path w="256" h="262" extrusionOk="0">
                  <a:moveTo>
                    <a:pt x="142" y="1"/>
                  </a:moveTo>
                  <a:cubicBezTo>
                    <a:pt x="97" y="1"/>
                    <a:pt x="47" y="31"/>
                    <a:pt x="33" y="75"/>
                  </a:cubicBezTo>
                  <a:cubicBezTo>
                    <a:pt x="0" y="145"/>
                    <a:pt x="33" y="228"/>
                    <a:pt x="83" y="248"/>
                  </a:cubicBezTo>
                  <a:cubicBezTo>
                    <a:pt x="101" y="257"/>
                    <a:pt x="119" y="261"/>
                    <a:pt x="135" y="261"/>
                  </a:cubicBezTo>
                  <a:cubicBezTo>
                    <a:pt x="180" y="261"/>
                    <a:pt x="215" y="230"/>
                    <a:pt x="240" y="178"/>
                  </a:cubicBezTo>
                  <a:cubicBezTo>
                    <a:pt x="256" y="108"/>
                    <a:pt x="223" y="42"/>
                    <a:pt x="169" y="5"/>
                  </a:cubicBezTo>
                  <a:cubicBezTo>
                    <a:pt x="161" y="2"/>
                    <a:pt x="151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4" name="Google Shape;24554;p108"/>
            <p:cNvSpPr/>
            <p:nvPr/>
          </p:nvSpPr>
          <p:spPr>
            <a:xfrm>
              <a:off x="5162425" y="279377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47" y="0"/>
                  </a:moveTo>
                  <a:cubicBezTo>
                    <a:pt x="102" y="0"/>
                    <a:pt x="51" y="33"/>
                    <a:pt x="38" y="91"/>
                  </a:cubicBezTo>
                  <a:cubicBezTo>
                    <a:pt x="0" y="140"/>
                    <a:pt x="38" y="227"/>
                    <a:pt x="87" y="244"/>
                  </a:cubicBezTo>
                  <a:cubicBezTo>
                    <a:pt x="106" y="254"/>
                    <a:pt x="124" y="258"/>
                    <a:pt x="140" y="258"/>
                  </a:cubicBezTo>
                  <a:cubicBezTo>
                    <a:pt x="183" y="258"/>
                    <a:pt x="217" y="226"/>
                    <a:pt x="244" y="178"/>
                  </a:cubicBezTo>
                  <a:cubicBezTo>
                    <a:pt x="260" y="107"/>
                    <a:pt x="227" y="37"/>
                    <a:pt x="174" y="4"/>
                  </a:cubicBezTo>
                  <a:cubicBezTo>
                    <a:pt x="165" y="2"/>
                    <a:pt x="1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5" name="Google Shape;24555;p108"/>
            <p:cNvSpPr/>
            <p:nvPr/>
          </p:nvSpPr>
          <p:spPr>
            <a:xfrm>
              <a:off x="5166350" y="2743150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33" y="17"/>
                    <a:pt x="0" y="87"/>
                    <a:pt x="0" y="158"/>
                  </a:cubicBezTo>
                  <a:cubicBezTo>
                    <a:pt x="0" y="191"/>
                    <a:pt x="17" y="224"/>
                    <a:pt x="50" y="244"/>
                  </a:cubicBezTo>
                  <a:cubicBezTo>
                    <a:pt x="64" y="256"/>
                    <a:pt x="85" y="267"/>
                    <a:pt x="102" y="267"/>
                  </a:cubicBezTo>
                  <a:cubicBezTo>
                    <a:pt x="109" y="267"/>
                    <a:pt x="115" y="265"/>
                    <a:pt x="120" y="261"/>
                  </a:cubicBezTo>
                  <a:cubicBezTo>
                    <a:pt x="153" y="261"/>
                    <a:pt x="190" y="244"/>
                    <a:pt x="206" y="207"/>
                  </a:cubicBezTo>
                  <a:cubicBezTo>
                    <a:pt x="223" y="191"/>
                    <a:pt x="223" y="158"/>
                    <a:pt x="223" y="120"/>
                  </a:cubicBezTo>
                  <a:cubicBezTo>
                    <a:pt x="223" y="87"/>
                    <a:pt x="206" y="55"/>
                    <a:pt x="173" y="38"/>
                  </a:cubicBezTo>
                  <a:cubicBezTo>
                    <a:pt x="173" y="17"/>
                    <a:pt x="153" y="17"/>
                    <a:pt x="153" y="17"/>
                  </a:cubicBezTo>
                  <a:cubicBezTo>
                    <a:pt x="136" y="1"/>
                    <a:pt x="12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6" name="Google Shape;24556;p108"/>
            <p:cNvSpPr/>
            <p:nvPr/>
          </p:nvSpPr>
          <p:spPr>
            <a:xfrm>
              <a:off x="5153875" y="27762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0"/>
                  </a:moveTo>
                  <a:cubicBezTo>
                    <a:pt x="103" y="0"/>
                    <a:pt x="70" y="0"/>
                    <a:pt x="54" y="33"/>
                  </a:cubicBezTo>
                  <a:cubicBezTo>
                    <a:pt x="0" y="70"/>
                    <a:pt x="0" y="157"/>
                    <a:pt x="33" y="207"/>
                  </a:cubicBezTo>
                  <a:cubicBezTo>
                    <a:pt x="54" y="239"/>
                    <a:pt x="87" y="260"/>
                    <a:pt x="103" y="260"/>
                  </a:cubicBezTo>
                  <a:cubicBezTo>
                    <a:pt x="136" y="260"/>
                    <a:pt x="173" y="260"/>
                    <a:pt x="190" y="239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73" y="17"/>
                    <a:pt x="157" y="17"/>
                  </a:cubicBezTo>
                  <a:cubicBezTo>
                    <a:pt x="157" y="0"/>
                    <a:pt x="136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7" name="Google Shape;24557;p108"/>
            <p:cNvSpPr/>
            <p:nvPr/>
          </p:nvSpPr>
          <p:spPr>
            <a:xfrm>
              <a:off x="5159025" y="27603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3" y="0"/>
                  </a:moveTo>
                  <a:cubicBezTo>
                    <a:pt x="33" y="17"/>
                    <a:pt x="0" y="87"/>
                    <a:pt x="0" y="153"/>
                  </a:cubicBezTo>
                  <a:cubicBezTo>
                    <a:pt x="17" y="190"/>
                    <a:pt x="33" y="223"/>
                    <a:pt x="54" y="240"/>
                  </a:cubicBezTo>
                  <a:cubicBezTo>
                    <a:pt x="66" y="251"/>
                    <a:pt x="85" y="265"/>
                    <a:pt x="107" y="265"/>
                  </a:cubicBezTo>
                  <a:cubicBezTo>
                    <a:pt x="117" y="265"/>
                    <a:pt x="127" y="262"/>
                    <a:pt x="136" y="256"/>
                  </a:cubicBezTo>
                  <a:cubicBezTo>
                    <a:pt x="190" y="256"/>
                    <a:pt x="239" y="190"/>
                    <a:pt x="223" y="120"/>
                  </a:cubicBezTo>
                  <a:cubicBezTo>
                    <a:pt x="223" y="87"/>
                    <a:pt x="207" y="50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8" name="Google Shape;24558;p108"/>
            <p:cNvSpPr/>
            <p:nvPr/>
          </p:nvSpPr>
          <p:spPr>
            <a:xfrm>
              <a:off x="5150875" y="27459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09" y="1"/>
                  </a:moveTo>
                  <a:cubicBezTo>
                    <a:pt x="86" y="1"/>
                    <a:pt x="65" y="13"/>
                    <a:pt x="50" y="28"/>
                  </a:cubicBezTo>
                  <a:cubicBezTo>
                    <a:pt x="1" y="78"/>
                    <a:pt x="1" y="164"/>
                    <a:pt x="34" y="214"/>
                  </a:cubicBezTo>
                  <a:cubicBezTo>
                    <a:pt x="50" y="251"/>
                    <a:pt x="87" y="267"/>
                    <a:pt x="104" y="267"/>
                  </a:cubicBezTo>
                  <a:cubicBezTo>
                    <a:pt x="137" y="267"/>
                    <a:pt x="174" y="251"/>
                    <a:pt x="190" y="234"/>
                  </a:cubicBezTo>
                  <a:cubicBezTo>
                    <a:pt x="223" y="214"/>
                    <a:pt x="223" y="181"/>
                    <a:pt x="240" y="148"/>
                  </a:cubicBezTo>
                  <a:cubicBezTo>
                    <a:pt x="240" y="111"/>
                    <a:pt x="223" y="78"/>
                    <a:pt x="207" y="45"/>
                  </a:cubicBezTo>
                  <a:cubicBezTo>
                    <a:pt x="190" y="28"/>
                    <a:pt x="190" y="28"/>
                    <a:pt x="153" y="7"/>
                  </a:cubicBezTo>
                  <a:lnTo>
                    <a:pt x="137" y="7"/>
                  </a:lnTo>
                  <a:cubicBezTo>
                    <a:pt x="127" y="3"/>
                    <a:pt x="118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9" name="Google Shape;24559;p108"/>
            <p:cNvSpPr/>
            <p:nvPr/>
          </p:nvSpPr>
          <p:spPr>
            <a:xfrm>
              <a:off x="5141800" y="2762350"/>
              <a:ext cx="5700" cy="6600"/>
            </a:xfrm>
            <a:custGeom>
              <a:avLst/>
              <a:gdLst/>
              <a:ahLst/>
              <a:cxnLst/>
              <a:rect l="l" t="t" r="r" b="b"/>
              <a:pathLst>
                <a:path w="228" h="264" extrusionOk="0">
                  <a:moveTo>
                    <a:pt x="123" y="1"/>
                  </a:moveTo>
                  <a:cubicBezTo>
                    <a:pt x="117" y="1"/>
                    <a:pt x="111" y="3"/>
                    <a:pt x="104" y="8"/>
                  </a:cubicBezTo>
                  <a:cubicBezTo>
                    <a:pt x="87" y="8"/>
                    <a:pt x="54" y="25"/>
                    <a:pt x="38" y="41"/>
                  </a:cubicBezTo>
                  <a:cubicBezTo>
                    <a:pt x="21" y="57"/>
                    <a:pt x="1" y="111"/>
                    <a:pt x="21" y="144"/>
                  </a:cubicBezTo>
                  <a:cubicBezTo>
                    <a:pt x="21" y="177"/>
                    <a:pt x="38" y="214"/>
                    <a:pt x="54" y="231"/>
                  </a:cubicBezTo>
                  <a:cubicBezTo>
                    <a:pt x="87" y="247"/>
                    <a:pt x="104" y="264"/>
                    <a:pt x="141" y="264"/>
                  </a:cubicBezTo>
                  <a:cubicBezTo>
                    <a:pt x="190" y="247"/>
                    <a:pt x="228" y="198"/>
                    <a:pt x="228" y="128"/>
                  </a:cubicBezTo>
                  <a:lnTo>
                    <a:pt x="228" y="111"/>
                  </a:lnTo>
                  <a:cubicBezTo>
                    <a:pt x="228" y="57"/>
                    <a:pt x="190" y="25"/>
                    <a:pt x="158" y="8"/>
                  </a:cubicBezTo>
                  <a:cubicBezTo>
                    <a:pt x="147" y="8"/>
                    <a:pt x="136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0" name="Google Shape;24560;p108"/>
            <p:cNvSpPr/>
            <p:nvPr/>
          </p:nvSpPr>
          <p:spPr>
            <a:xfrm>
              <a:off x="5144900" y="2718325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20" y="0"/>
                  </a:moveTo>
                  <a:cubicBezTo>
                    <a:pt x="104" y="0"/>
                    <a:pt x="66" y="0"/>
                    <a:pt x="50" y="17"/>
                  </a:cubicBezTo>
                  <a:cubicBezTo>
                    <a:pt x="17" y="50"/>
                    <a:pt x="1" y="66"/>
                    <a:pt x="1" y="103"/>
                  </a:cubicBezTo>
                  <a:cubicBezTo>
                    <a:pt x="1" y="153"/>
                    <a:pt x="17" y="169"/>
                    <a:pt x="34" y="206"/>
                  </a:cubicBezTo>
                  <a:cubicBezTo>
                    <a:pt x="50" y="239"/>
                    <a:pt x="66" y="256"/>
                    <a:pt x="104" y="256"/>
                  </a:cubicBezTo>
                  <a:cubicBezTo>
                    <a:pt x="137" y="256"/>
                    <a:pt x="153" y="239"/>
                    <a:pt x="186" y="223"/>
                  </a:cubicBezTo>
                  <a:cubicBezTo>
                    <a:pt x="223" y="186"/>
                    <a:pt x="240" y="103"/>
                    <a:pt x="207" y="50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1" name="Google Shape;24561;p108"/>
            <p:cNvSpPr/>
            <p:nvPr/>
          </p:nvSpPr>
          <p:spPr>
            <a:xfrm>
              <a:off x="5112650" y="278492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04" y="1"/>
                  </a:moveTo>
                  <a:cubicBezTo>
                    <a:pt x="87" y="1"/>
                    <a:pt x="70" y="6"/>
                    <a:pt x="54" y="16"/>
                  </a:cubicBezTo>
                  <a:cubicBezTo>
                    <a:pt x="33" y="33"/>
                    <a:pt x="17" y="66"/>
                    <a:pt x="0" y="82"/>
                  </a:cubicBezTo>
                  <a:lnTo>
                    <a:pt x="0" y="169"/>
                  </a:lnTo>
                  <a:cubicBezTo>
                    <a:pt x="17" y="202"/>
                    <a:pt x="33" y="239"/>
                    <a:pt x="70" y="255"/>
                  </a:cubicBezTo>
                  <a:cubicBezTo>
                    <a:pt x="83" y="264"/>
                    <a:pt x="98" y="268"/>
                    <a:pt x="113" y="268"/>
                  </a:cubicBezTo>
                  <a:cubicBezTo>
                    <a:pt x="153" y="268"/>
                    <a:pt x="194" y="237"/>
                    <a:pt x="206" y="185"/>
                  </a:cubicBezTo>
                  <a:cubicBezTo>
                    <a:pt x="239" y="119"/>
                    <a:pt x="206" y="33"/>
                    <a:pt x="157" y="16"/>
                  </a:cubicBezTo>
                  <a:cubicBezTo>
                    <a:pt x="138" y="6"/>
                    <a:pt x="12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2" name="Google Shape;24562;p108"/>
            <p:cNvSpPr/>
            <p:nvPr/>
          </p:nvSpPr>
          <p:spPr>
            <a:xfrm>
              <a:off x="5059350" y="2761300"/>
              <a:ext cx="6525" cy="6750"/>
            </a:xfrm>
            <a:custGeom>
              <a:avLst/>
              <a:gdLst/>
              <a:ahLst/>
              <a:cxnLst/>
              <a:rect l="l" t="t" r="r" b="b"/>
              <a:pathLst>
                <a:path w="261" h="270" extrusionOk="0">
                  <a:moveTo>
                    <a:pt x="122" y="0"/>
                  </a:moveTo>
                  <a:cubicBezTo>
                    <a:pt x="78" y="0"/>
                    <a:pt x="45" y="32"/>
                    <a:pt x="21" y="83"/>
                  </a:cubicBezTo>
                  <a:cubicBezTo>
                    <a:pt x="1" y="153"/>
                    <a:pt x="38" y="240"/>
                    <a:pt x="87" y="256"/>
                  </a:cubicBezTo>
                  <a:cubicBezTo>
                    <a:pt x="101" y="265"/>
                    <a:pt x="116" y="269"/>
                    <a:pt x="131" y="269"/>
                  </a:cubicBezTo>
                  <a:cubicBezTo>
                    <a:pt x="173" y="269"/>
                    <a:pt x="212" y="238"/>
                    <a:pt x="227" y="186"/>
                  </a:cubicBezTo>
                  <a:cubicBezTo>
                    <a:pt x="260" y="116"/>
                    <a:pt x="227" y="34"/>
                    <a:pt x="174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3" name="Google Shape;24563;p108"/>
            <p:cNvSpPr/>
            <p:nvPr/>
          </p:nvSpPr>
          <p:spPr>
            <a:xfrm>
              <a:off x="5055950" y="2731850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11" y="1"/>
                  </a:moveTo>
                  <a:cubicBezTo>
                    <a:pt x="92" y="1"/>
                    <a:pt x="77" y="12"/>
                    <a:pt x="54" y="24"/>
                  </a:cubicBezTo>
                  <a:cubicBezTo>
                    <a:pt x="17" y="78"/>
                    <a:pt x="0" y="160"/>
                    <a:pt x="33" y="214"/>
                  </a:cubicBezTo>
                  <a:cubicBezTo>
                    <a:pt x="71" y="247"/>
                    <a:pt x="87" y="263"/>
                    <a:pt x="120" y="263"/>
                  </a:cubicBezTo>
                  <a:cubicBezTo>
                    <a:pt x="157" y="263"/>
                    <a:pt x="174" y="247"/>
                    <a:pt x="207" y="230"/>
                  </a:cubicBezTo>
                  <a:cubicBezTo>
                    <a:pt x="223" y="214"/>
                    <a:pt x="240" y="181"/>
                    <a:pt x="240" y="144"/>
                  </a:cubicBezTo>
                  <a:cubicBezTo>
                    <a:pt x="240" y="111"/>
                    <a:pt x="240" y="78"/>
                    <a:pt x="223" y="41"/>
                  </a:cubicBezTo>
                  <a:cubicBezTo>
                    <a:pt x="207" y="24"/>
                    <a:pt x="190" y="24"/>
                    <a:pt x="174" y="8"/>
                  </a:cubicBezTo>
                  <a:lnTo>
                    <a:pt x="137" y="8"/>
                  </a:lnTo>
                  <a:cubicBezTo>
                    <a:pt x="127" y="3"/>
                    <a:pt x="119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4" name="Google Shape;24564;p108"/>
            <p:cNvSpPr/>
            <p:nvPr/>
          </p:nvSpPr>
          <p:spPr>
            <a:xfrm>
              <a:off x="5060275" y="280932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4" y="1"/>
                  </a:moveTo>
                  <a:cubicBezTo>
                    <a:pt x="50" y="1"/>
                    <a:pt x="1" y="71"/>
                    <a:pt x="17" y="137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87" y="256"/>
                    <a:pt x="104" y="256"/>
                    <a:pt x="137" y="256"/>
                  </a:cubicBezTo>
                  <a:cubicBezTo>
                    <a:pt x="170" y="240"/>
                    <a:pt x="190" y="223"/>
                    <a:pt x="207" y="207"/>
                  </a:cubicBezTo>
                  <a:cubicBezTo>
                    <a:pt x="223" y="174"/>
                    <a:pt x="240" y="137"/>
                    <a:pt x="223" y="104"/>
                  </a:cubicBezTo>
                  <a:cubicBezTo>
                    <a:pt x="223" y="71"/>
                    <a:pt x="207" y="34"/>
                    <a:pt x="190" y="17"/>
                  </a:cubicBezTo>
                  <a:cubicBezTo>
                    <a:pt x="170" y="17"/>
                    <a:pt x="170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5" name="Google Shape;24565;p108"/>
            <p:cNvSpPr/>
            <p:nvPr/>
          </p:nvSpPr>
          <p:spPr>
            <a:xfrm>
              <a:off x="5063275" y="2715225"/>
              <a:ext cx="5575" cy="6700"/>
            </a:xfrm>
            <a:custGeom>
              <a:avLst/>
              <a:gdLst/>
              <a:ahLst/>
              <a:cxnLst/>
              <a:rect l="l" t="t" r="r" b="b"/>
              <a:pathLst>
                <a:path w="223" h="268" extrusionOk="0">
                  <a:moveTo>
                    <a:pt x="87" y="1"/>
                  </a:moveTo>
                  <a:cubicBezTo>
                    <a:pt x="70" y="21"/>
                    <a:pt x="33" y="38"/>
                    <a:pt x="17" y="54"/>
                  </a:cubicBezTo>
                  <a:cubicBezTo>
                    <a:pt x="0" y="87"/>
                    <a:pt x="0" y="124"/>
                    <a:pt x="0" y="157"/>
                  </a:cubicBezTo>
                  <a:cubicBezTo>
                    <a:pt x="0" y="190"/>
                    <a:pt x="17" y="227"/>
                    <a:pt x="33" y="244"/>
                  </a:cubicBezTo>
                  <a:cubicBezTo>
                    <a:pt x="59" y="256"/>
                    <a:pt x="84" y="267"/>
                    <a:pt x="101" y="267"/>
                  </a:cubicBezTo>
                  <a:cubicBezTo>
                    <a:pt x="109" y="267"/>
                    <a:pt x="115" y="265"/>
                    <a:pt x="120" y="260"/>
                  </a:cubicBezTo>
                  <a:cubicBezTo>
                    <a:pt x="190" y="260"/>
                    <a:pt x="223" y="190"/>
                    <a:pt x="223" y="124"/>
                  </a:cubicBezTo>
                  <a:cubicBezTo>
                    <a:pt x="206" y="87"/>
                    <a:pt x="190" y="54"/>
                    <a:pt x="173" y="38"/>
                  </a:cubicBezTo>
                  <a:cubicBezTo>
                    <a:pt x="173" y="21"/>
                    <a:pt x="153" y="21"/>
                    <a:pt x="153" y="21"/>
                  </a:cubicBezTo>
                  <a:cubicBezTo>
                    <a:pt x="136" y="1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6" name="Google Shape;24566;p108"/>
            <p:cNvSpPr/>
            <p:nvPr/>
          </p:nvSpPr>
          <p:spPr>
            <a:xfrm>
              <a:off x="5053375" y="27814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103" y="1"/>
                  </a:moveTo>
                  <a:cubicBezTo>
                    <a:pt x="33" y="17"/>
                    <a:pt x="0" y="87"/>
                    <a:pt x="0" y="157"/>
                  </a:cubicBezTo>
                  <a:cubicBezTo>
                    <a:pt x="15" y="215"/>
                    <a:pt x="58" y="263"/>
                    <a:pt x="113" y="263"/>
                  </a:cubicBezTo>
                  <a:cubicBezTo>
                    <a:pt x="120" y="263"/>
                    <a:pt x="128" y="262"/>
                    <a:pt x="136" y="260"/>
                  </a:cubicBezTo>
                  <a:cubicBezTo>
                    <a:pt x="157" y="260"/>
                    <a:pt x="190" y="240"/>
                    <a:pt x="207" y="207"/>
                  </a:cubicBezTo>
                  <a:cubicBezTo>
                    <a:pt x="223" y="174"/>
                    <a:pt x="223" y="137"/>
                    <a:pt x="223" y="104"/>
                  </a:cubicBezTo>
                  <a:cubicBezTo>
                    <a:pt x="223" y="71"/>
                    <a:pt x="207" y="5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7" name="Google Shape;24567;p108"/>
            <p:cNvSpPr/>
            <p:nvPr/>
          </p:nvSpPr>
          <p:spPr>
            <a:xfrm>
              <a:off x="5086050" y="27272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1"/>
                  </a:moveTo>
                  <a:cubicBezTo>
                    <a:pt x="33" y="1"/>
                    <a:pt x="0" y="71"/>
                    <a:pt x="0" y="137"/>
                  </a:cubicBezTo>
                  <a:cubicBezTo>
                    <a:pt x="17" y="174"/>
                    <a:pt x="17" y="207"/>
                    <a:pt x="50" y="224"/>
                  </a:cubicBezTo>
                  <a:cubicBezTo>
                    <a:pt x="66" y="261"/>
                    <a:pt x="103" y="261"/>
                    <a:pt x="136" y="261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69" y="17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8" name="Google Shape;24568;p108"/>
            <p:cNvSpPr/>
            <p:nvPr/>
          </p:nvSpPr>
          <p:spPr>
            <a:xfrm>
              <a:off x="5146150" y="2474750"/>
              <a:ext cx="2175" cy="850"/>
            </a:xfrm>
            <a:custGeom>
              <a:avLst/>
              <a:gdLst/>
              <a:ahLst/>
              <a:cxnLst/>
              <a:rect l="l" t="t" r="r" b="b"/>
              <a:pathLst>
                <a:path w="87" h="34" extrusionOk="0">
                  <a:moveTo>
                    <a:pt x="0" y="1"/>
                  </a:moveTo>
                  <a:cubicBezTo>
                    <a:pt x="5" y="1"/>
                    <a:pt x="11" y="2"/>
                    <a:pt x="18" y="4"/>
                  </a:cubicBezTo>
                  <a:lnTo>
                    <a:pt x="18" y="4"/>
                  </a:lnTo>
                  <a:cubicBezTo>
                    <a:pt x="18" y="3"/>
                    <a:pt x="17" y="2"/>
                    <a:pt x="16" y="1"/>
                  </a:cubicBezTo>
                  <a:close/>
                  <a:moveTo>
                    <a:pt x="18" y="4"/>
                  </a:moveTo>
                  <a:cubicBezTo>
                    <a:pt x="35" y="34"/>
                    <a:pt x="55" y="34"/>
                    <a:pt x="87" y="34"/>
                  </a:cubicBezTo>
                  <a:cubicBezTo>
                    <a:pt x="63" y="22"/>
                    <a:pt x="37" y="10"/>
                    <a:pt x="18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9" name="Google Shape;24569;p108"/>
            <p:cNvSpPr/>
            <p:nvPr/>
          </p:nvSpPr>
          <p:spPr>
            <a:xfrm>
              <a:off x="5104900" y="2460650"/>
              <a:ext cx="5600" cy="4250"/>
            </a:xfrm>
            <a:custGeom>
              <a:avLst/>
              <a:gdLst/>
              <a:ahLst/>
              <a:cxnLst/>
              <a:rect l="l" t="t" r="r" b="b"/>
              <a:pathLst>
                <a:path w="224" h="170" extrusionOk="0">
                  <a:moveTo>
                    <a:pt x="17" y="0"/>
                  </a:moveTo>
                  <a:cubicBezTo>
                    <a:pt x="17" y="17"/>
                    <a:pt x="1" y="33"/>
                    <a:pt x="17" y="66"/>
                  </a:cubicBezTo>
                  <a:cubicBezTo>
                    <a:pt x="17" y="103"/>
                    <a:pt x="34" y="120"/>
                    <a:pt x="54" y="153"/>
                  </a:cubicBezTo>
                  <a:cubicBezTo>
                    <a:pt x="87" y="169"/>
                    <a:pt x="104" y="169"/>
                    <a:pt x="137" y="169"/>
                  </a:cubicBezTo>
                  <a:cubicBezTo>
                    <a:pt x="190" y="153"/>
                    <a:pt x="223" y="120"/>
                    <a:pt x="223" y="50"/>
                  </a:cubicBezTo>
                  <a:cubicBezTo>
                    <a:pt x="158" y="33"/>
                    <a:pt x="87" y="17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0" name="Google Shape;24570;p108"/>
            <p:cNvSpPr/>
            <p:nvPr/>
          </p:nvSpPr>
          <p:spPr>
            <a:xfrm>
              <a:off x="5052950" y="2796850"/>
              <a:ext cx="4775" cy="6525"/>
            </a:xfrm>
            <a:custGeom>
              <a:avLst/>
              <a:gdLst/>
              <a:ahLst/>
              <a:cxnLst/>
              <a:rect l="l" t="t" r="r" b="b"/>
              <a:pathLst>
                <a:path w="191" h="261" extrusionOk="0">
                  <a:moveTo>
                    <a:pt x="50" y="1"/>
                  </a:moveTo>
                  <a:cubicBezTo>
                    <a:pt x="34" y="1"/>
                    <a:pt x="17" y="17"/>
                    <a:pt x="1" y="34"/>
                  </a:cubicBezTo>
                  <a:lnTo>
                    <a:pt x="1" y="224"/>
                  </a:lnTo>
                  <a:lnTo>
                    <a:pt x="1" y="240"/>
                  </a:lnTo>
                  <a:cubicBezTo>
                    <a:pt x="34" y="261"/>
                    <a:pt x="50" y="261"/>
                    <a:pt x="87" y="261"/>
                  </a:cubicBezTo>
                  <a:cubicBezTo>
                    <a:pt x="120" y="261"/>
                    <a:pt x="137" y="240"/>
                    <a:pt x="153" y="207"/>
                  </a:cubicBezTo>
                  <a:cubicBezTo>
                    <a:pt x="174" y="174"/>
                    <a:pt x="191" y="137"/>
                    <a:pt x="191" y="104"/>
                  </a:cubicBezTo>
                  <a:cubicBezTo>
                    <a:pt x="174" y="71"/>
                    <a:pt x="153" y="55"/>
                    <a:pt x="137" y="17"/>
                  </a:cubicBezTo>
                  <a:cubicBezTo>
                    <a:pt x="137" y="17"/>
                    <a:pt x="120" y="1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1" name="Google Shape;24571;p108"/>
            <p:cNvSpPr/>
            <p:nvPr/>
          </p:nvSpPr>
          <p:spPr>
            <a:xfrm>
              <a:off x="5079975" y="2789550"/>
              <a:ext cx="5675" cy="6500"/>
            </a:xfrm>
            <a:custGeom>
              <a:avLst/>
              <a:gdLst/>
              <a:ahLst/>
              <a:cxnLst/>
              <a:rect l="l" t="t" r="r" b="b"/>
              <a:pathLst>
                <a:path w="227" h="260" extrusionOk="0">
                  <a:moveTo>
                    <a:pt x="87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0" y="190"/>
                    <a:pt x="21" y="206"/>
                    <a:pt x="54" y="243"/>
                  </a:cubicBezTo>
                  <a:cubicBezTo>
                    <a:pt x="70" y="260"/>
                    <a:pt x="103" y="260"/>
                    <a:pt x="124" y="260"/>
                  </a:cubicBezTo>
                  <a:cubicBezTo>
                    <a:pt x="190" y="243"/>
                    <a:pt x="227" y="173"/>
                    <a:pt x="227" y="103"/>
                  </a:cubicBezTo>
                  <a:cubicBezTo>
                    <a:pt x="227" y="70"/>
                    <a:pt x="206" y="54"/>
                    <a:pt x="173" y="17"/>
                  </a:cubicBezTo>
                  <a:cubicBezTo>
                    <a:pt x="173" y="17"/>
                    <a:pt x="157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2" name="Google Shape;24572;p108"/>
            <p:cNvSpPr/>
            <p:nvPr/>
          </p:nvSpPr>
          <p:spPr>
            <a:xfrm>
              <a:off x="5071825" y="268482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20" y="0"/>
                  </a:moveTo>
                  <a:cubicBezTo>
                    <a:pt x="87" y="0"/>
                    <a:pt x="70" y="17"/>
                    <a:pt x="37" y="33"/>
                  </a:cubicBezTo>
                  <a:cubicBezTo>
                    <a:pt x="17" y="50"/>
                    <a:pt x="0" y="83"/>
                    <a:pt x="0" y="120"/>
                  </a:cubicBezTo>
                  <a:cubicBezTo>
                    <a:pt x="0" y="153"/>
                    <a:pt x="0" y="186"/>
                    <a:pt x="17" y="206"/>
                  </a:cubicBezTo>
                  <a:cubicBezTo>
                    <a:pt x="37" y="239"/>
                    <a:pt x="70" y="256"/>
                    <a:pt x="103" y="256"/>
                  </a:cubicBezTo>
                  <a:cubicBezTo>
                    <a:pt x="120" y="256"/>
                    <a:pt x="157" y="256"/>
                    <a:pt x="174" y="239"/>
                  </a:cubicBezTo>
                  <a:cubicBezTo>
                    <a:pt x="223" y="186"/>
                    <a:pt x="244" y="103"/>
                    <a:pt x="190" y="50"/>
                  </a:cubicBezTo>
                  <a:cubicBezTo>
                    <a:pt x="190" y="33"/>
                    <a:pt x="174" y="17"/>
                    <a:pt x="157" y="17"/>
                  </a:cubicBezTo>
                  <a:cubicBezTo>
                    <a:pt x="141" y="0"/>
                    <a:pt x="14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3" name="Google Shape;24573;p108"/>
            <p:cNvSpPr/>
            <p:nvPr/>
          </p:nvSpPr>
          <p:spPr>
            <a:xfrm>
              <a:off x="5077400" y="2809325"/>
              <a:ext cx="6100" cy="6625"/>
            </a:xfrm>
            <a:custGeom>
              <a:avLst/>
              <a:gdLst/>
              <a:ahLst/>
              <a:cxnLst/>
              <a:rect l="l" t="t" r="r" b="b"/>
              <a:pathLst>
                <a:path w="244" h="265" extrusionOk="0">
                  <a:moveTo>
                    <a:pt x="140" y="1"/>
                  </a:moveTo>
                  <a:cubicBezTo>
                    <a:pt x="103" y="1"/>
                    <a:pt x="70" y="17"/>
                    <a:pt x="54" y="34"/>
                  </a:cubicBezTo>
                  <a:cubicBezTo>
                    <a:pt x="21" y="50"/>
                    <a:pt x="21" y="87"/>
                    <a:pt x="0" y="120"/>
                  </a:cubicBezTo>
                  <a:cubicBezTo>
                    <a:pt x="0" y="153"/>
                    <a:pt x="21" y="190"/>
                    <a:pt x="37" y="207"/>
                  </a:cubicBezTo>
                  <a:cubicBezTo>
                    <a:pt x="56" y="248"/>
                    <a:pt x="88" y="265"/>
                    <a:pt x="121" y="265"/>
                  </a:cubicBezTo>
                  <a:cubicBezTo>
                    <a:pt x="144" y="265"/>
                    <a:pt x="169" y="256"/>
                    <a:pt x="190" y="240"/>
                  </a:cubicBezTo>
                  <a:cubicBezTo>
                    <a:pt x="243" y="190"/>
                    <a:pt x="243" y="104"/>
                    <a:pt x="206" y="50"/>
                  </a:cubicBezTo>
                  <a:cubicBezTo>
                    <a:pt x="190" y="34"/>
                    <a:pt x="173" y="17"/>
                    <a:pt x="157" y="17"/>
                  </a:cubicBezTo>
                  <a:cubicBezTo>
                    <a:pt x="157" y="1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4" name="Google Shape;24574;p108"/>
            <p:cNvSpPr/>
            <p:nvPr/>
          </p:nvSpPr>
          <p:spPr>
            <a:xfrm>
              <a:off x="5081300" y="27735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40" y="0"/>
                  </a:moveTo>
                  <a:cubicBezTo>
                    <a:pt x="86" y="0"/>
                    <a:pt x="45" y="33"/>
                    <a:pt x="17" y="91"/>
                  </a:cubicBezTo>
                  <a:cubicBezTo>
                    <a:pt x="1" y="140"/>
                    <a:pt x="34" y="227"/>
                    <a:pt x="87" y="243"/>
                  </a:cubicBezTo>
                  <a:cubicBezTo>
                    <a:pt x="101" y="254"/>
                    <a:pt x="116" y="258"/>
                    <a:pt x="131" y="258"/>
                  </a:cubicBezTo>
                  <a:cubicBezTo>
                    <a:pt x="171" y="258"/>
                    <a:pt x="211" y="225"/>
                    <a:pt x="223" y="177"/>
                  </a:cubicBezTo>
                  <a:cubicBezTo>
                    <a:pt x="256" y="107"/>
                    <a:pt x="223" y="37"/>
                    <a:pt x="174" y="4"/>
                  </a:cubicBezTo>
                  <a:cubicBezTo>
                    <a:pt x="162" y="1"/>
                    <a:pt x="15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5" name="Google Shape;24575;p108"/>
            <p:cNvSpPr/>
            <p:nvPr/>
          </p:nvSpPr>
          <p:spPr>
            <a:xfrm>
              <a:off x="5067075" y="277625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4" y="0"/>
                  </a:moveTo>
                  <a:cubicBezTo>
                    <a:pt x="38" y="17"/>
                    <a:pt x="1" y="87"/>
                    <a:pt x="1" y="157"/>
                  </a:cubicBezTo>
                  <a:cubicBezTo>
                    <a:pt x="21" y="190"/>
                    <a:pt x="38" y="223"/>
                    <a:pt x="54" y="239"/>
                  </a:cubicBezTo>
                  <a:cubicBezTo>
                    <a:pt x="66" y="254"/>
                    <a:pt x="86" y="267"/>
                    <a:pt x="110" y="267"/>
                  </a:cubicBezTo>
                  <a:cubicBezTo>
                    <a:pt x="120" y="267"/>
                    <a:pt x="130" y="265"/>
                    <a:pt x="141" y="260"/>
                  </a:cubicBezTo>
                  <a:cubicBezTo>
                    <a:pt x="190" y="260"/>
                    <a:pt x="244" y="190"/>
                    <a:pt x="227" y="120"/>
                  </a:cubicBezTo>
                  <a:cubicBezTo>
                    <a:pt x="227" y="87"/>
                    <a:pt x="207" y="54"/>
                    <a:pt x="190" y="33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41" y="0"/>
                    <a:pt x="12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6" name="Google Shape;24576;p108"/>
            <p:cNvSpPr/>
            <p:nvPr/>
          </p:nvSpPr>
          <p:spPr>
            <a:xfrm>
              <a:off x="5068825" y="2729050"/>
              <a:ext cx="5600" cy="6400"/>
            </a:xfrm>
            <a:custGeom>
              <a:avLst/>
              <a:gdLst/>
              <a:ahLst/>
              <a:cxnLst/>
              <a:rect l="l" t="t" r="r" b="b"/>
              <a:pathLst>
                <a:path w="224" h="256" extrusionOk="0">
                  <a:moveTo>
                    <a:pt x="104" y="0"/>
                  </a:moveTo>
                  <a:cubicBezTo>
                    <a:pt x="71" y="0"/>
                    <a:pt x="54" y="17"/>
                    <a:pt x="34" y="33"/>
                  </a:cubicBezTo>
                  <a:cubicBezTo>
                    <a:pt x="17" y="66"/>
                    <a:pt x="1" y="103"/>
                    <a:pt x="1" y="153"/>
                  </a:cubicBezTo>
                  <a:cubicBezTo>
                    <a:pt x="17" y="190"/>
                    <a:pt x="34" y="206"/>
                    <a:pt x="54" y="239"/>
                  </a:cubicBezTo>
                  <a:cubicBezTo>
                    <a:pt x="71" y="256"/>
                    <a:pt x="104" y="256"/>
                    <a:pt x="137" y="256"/>
                  </a:cubicBezTo>
                  <a:cubicBezTo>
                    <a:pt x="190" y="239"/>
                    <a:pt x="223" y="190"/>
                    <a:pt x="223" y="120"/>
                  </a:cubicBezTo>
                  <a:lnTo>
                    <a:pt x="223" y="103"/>
                  </a:lnTo>
                  <a:cubicBezTo>
                    <a:pt x="223" y="66"/>
                    <a:pt x="190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7" name="Google Shape;24577;p108"/>
            <p:cNvSpPr/>
            <p:nvPr/>
          </p:nvSpPr>
          <p:spPr>
            <a:xfrm>
              <a:off x="5066675" y="27925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40" y="1"/>
                  </a:moveTo>
                  <a:cubicBezTo>
                    <a:pt x="103" y="1"/>
                    <a:pt x="70" y="1"/>
                    <a:pt x="54" y="21"/>
                  </a:cubicBezTo>
                  <a:cubicBezTo>
                    <a:pt x="0" y="71"/>
                    <a:pt x="0" y="157"/>
                    <a:pt x="37" y="207"/>
                  </a:cubicBezTo>
                  <a:cubicBezTo>
                    <a:pt x="54" y="244"/>
                    <a:pt x="87" y="261"/>
                    <a:pt x="103" y="261"/>
                  </a:cubicBezTo>
                  <a:cubicBezTo>
                    <a:pt x="140" y="261"/>
                    <a:pt x="173" y="261"/>
                    <a:pt x="190" y="228"/>
                  </a:cubicBezTo>
                  <a:cubicBezTo>
                    <a:pt x="243" y="190"/>
                    <a:pt x="243" y="104"/>
                    <a:pt x="206" y="54"/>
                  </a:cubicBezTo>
                  <a:cubicBezTo>
                    <a:pt x="190" y="38"/>
                    <a:pt x="190" y="2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8" name="Google Shape;24578;p108"/>
            <p:cNvSpPr/>
            <p:nvPr/>
          </p:nvSpPr>
          <p:spPr>
            <a:xfrm>
              <a:off x="5066675" y="2745825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29" y="1"/>
                  </a:moveTo>
                  <a:cubicBezTo>
                    <a:pt x="88" y="1"/>
                    <a:pt x="49" y="32"/>
                    <a:pt x="37" y="84"/>
                  </a:cubicBezTo>
                  <a:cubicBezTo>
                    <a:pt x="0" y="154"/>
                    <a:pt x="37" y="220"/>
                    <a:pt x="87" y="257"/>
                  </a:cubicBezTo>
                  <a:cubicBezTo>
                    <a:pt x="99" y="260"/>
                    <a:pt x="110" y="261"/>
                    <a:pt x="121" y="261"/>
                  </a:cubicBezTo>
                  <a:cubicBezTo>
                    <a:pt x="173" y="261"/>
                    <a:pt x="213" y="228"/>
                    <a:pt x="243" y="170"/>
                  </a:cubicBezTo>
                  <a:cubicBezTo>
                    <a:pt x="260" y="100"/>
                    <a:pt x="223" y="34"/>
                    <a:pt x="173" y="13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9" name="Google Shape;24579;p108"/>
            <p:cNvSpPr/>
            <p:nvPr/>
          </p:nvSpPr>
          <p:spPr>
            <a:xfrm>
              <a:off x="5124700" y="2780025"/>
              <a:ext cx="6000" cy="6650"/>
            </a:xfrm>
            <a:custGeom>
              <a:avLst/>
              <a:gdLst/>
              <a:ahLst/>
              <a:cxnLst/>
              <a:rect l="l" t="t" r="r" b="b"/>
              <a:pathLst>
                <a:path w="240" h="266" extrusionOk="0">
                  <a:moveTo>
                    <a:pt x="132" y="0"/>
                  </a:moveTo>
                  <a:cubicBezTo>
                    <a:pt x="79" y="0"/>
                    <a:pt x="30" y="35"/>
                    <a:pt x="17" y="88"/>
                  </a:cubicBezTo>
                  <a:cubicBezTo>
                    <a:pt x="0" y="159"/>
                    <a:pt x="33" y="229"/>
                    <a:pt x="87" y="262"/>
                  </a:cubicBezTo>
                  <a:cubicBezTo>
                    <a:pt x="95" y="264"/>
                    <a:pt x="104" y="266"/>
                    <a:pt x="114" y="266"/>
                  </a:cubicBezTo>
                  <a:cubicBezTo>
                    <a:pt x="159" y="266"/>
                    <a:pt x="209" y="233"/>
                    <a:pt x="223" y="175"/>
                  </a:cubicBezTo>
                  <a:cubicBezTo>
                    <a:pt x="240" y="109"/>
                    <a:pt x="223" y="39"/>
                    <a:pt x="169" y="6"/>
                  </a:cubicBezTo>
                  <a:cubicBezTo>
                    <a:pt x="157" y="2"/>
                    <a:pt x="14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0" name="Google Shape;24580;p108"/>
            <p:cNvSpPr/>
            <p:nvPr/>
          </p:nvSpPr>
          <p:spPr>
            <a:xfrm>
              <a:off x="5068425" y="2824475"/>
              <a:ext cx="5175" cy="2100"/>
            </a:xfrm>
            <a:custGeom>
              <a:avLst/>
              <a:gdLst/>
              <a:ahLst/>
              <a:cxnLst/>
              <a:rect l="l" t="t" r="r" b="b"/>
              <a:pathLst>
                <a:path w="207" h="84" extrusionOk="0">
                  <a:moveTo>
                    <a:pt x="120" y="1"/>
                  </a:moveTo>
                  <a:cubicBezTo>
                    <a:pt x="108" y="1"/>
                    <a:pt x="95" y="5"/>
                    <a:pt x="87" y="13"/>
                  </a:cubicBezTo>
                  <a:cubicBezTo>
                    <a:pt x="70" y="13"/>
                    <a:pt x="33" y="30"/>
                    <a:pt x="17" y="63"/>
                  </a:cubicBezTo>
                  <a:lnTo>
                    <a:pt x="0" y="83"/>
                  </a:lnTo>
                  <a:lnTo>
                    <a:pt x="206" y="83"/>
                  </a:lnTo>
                  <a:cubicBezTo>
                    <a:pt x="206" y="63"/>
                    <a:pt x="190" y="46"/>
                    <a:pt x="173" y="30"/>
                  </a:cubicBezTo>
                  <a:lnTo>
                    <a:pt x="153" y="13"/>
                  </a:lnTo>
                  <a:cubicBezTo>
                    <a:pt x="145" y="5"/>
                    <a:pt x="132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1" name="Google Shape;24581;p108"/>
            <p:cNvSpPr/>
            <p:nvPr/>
          </p:nvSpPr>
          <p:spPr>
            <a:xfrm>
              <a:off x="5263425" y="2665025"/>
              <a:ext cx="2100" cy="5600"/>
            </a:xfrm>
            <a:custGeom>
              <a:avLst/>
              <a:gdLst/>
              <a:ahLst/>
              <a:cxnLst/>
              <a:rect l="l" t="t" r="r" b="b"/>
              <a:pathLst>
                <a:path w="84" h="224" extrusionOk="0">
                  <a:moveTo>
                    <a:pt x="83" y="1"/>
                  </a:moveTo>
                  <a:lnTo>
                    <a:pt x="83" y="1"/>
                  </a:lnTo>
                  <a:cubicBezTo>
                    <a:pt x="34" y="34"/>
                    <a:pt x="1" y="87"/>
                    <a:pt x="17" y="153"/>
                  </a:cubicBezTo>
                  <a:cubicBezTo>
                    <a:pt x="17" y="174"/>
                    <a:pt x="34" y="207"/>
                    <a:pt x="50" y="223"/>
                  </a:cubicBezTo>
                  <a:cubicBezTo>
                    <a:pt x="50" y="153"/>
                    <a:pt x="67" y="87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2" name="Google Shape;24582;p108"/>
            <p:cNvSpPr/>
            <p:nvPr/>
          </p:nvSpPr>
          <p:spPr>
            <a:xfrm>
              <a:off x="5085625" y="2821800"/>
              <a:ext cx="6000" cy="4250"/>
            </a:xfrm>
            <a:custGeom>
              <a:avLst/>
              <a:gdLst/>
              <a:ahLst/>
              <a:cxnLst/>
              <a:rect l="l" t="t" r="r" b="b"/>
              <a:pathLst>
                <a:path w="240" h="170" extrusionOk="0">
                  <a:moveTo>
                    <a:pt x="104" y="1"/>
                  </a:moveTo>
                  <a:cubicBezTo>
                    <a:pt x="50" y="17"/>
                    <a:pt x="1" y="87"/>
                    <a:pt x="17" y="153"/>
                  </a:cubicBezTo>
                  <a:lnTo>
                    <a:pt x="17" y="170"/>
                  </a:lnTo>
                  <a:cubicBezTo>
                    <a:pt x="83" y="170"/>
                    <a:pt x="170" y="153"/>
                    <a:pt x="240" y="153"/>
                  </a:cubicBezTo>
                  <a:lnTo>
                    <a:pt x="240" y="120"/>
                  </a:lnTo>
                  <a:cubicBezTo>
                    <a:pt x="223" y="87"/>
                    <a:pt x="223" y="50"/>
                    <a:pt x="186" y="34"/>
                  </a:cubicBezTo>
                  <a:cubicBezTo>
                    <a:pt x="186" y="17"/>
                    <a:pt x="170" y="17"/>
                    <a:pt x="170" y="17"/>
                  </a:cubicBezTo>
                  <a:cubicBezTo>
                    <a:pt x="153" y="1"/>
                    <a:pt x="137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3" name="Google Shape;24583;p108"/>
            <p:cNvSpPr/>
            <p:nvPr/>
          </p:nvSpPr>
          <p:spPr>
            <a:xfrm>
              <a:off x="5253125" y="2602225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24" y="0"/>
                  </a:moveTo>
                  <a:cubicBezTo>
                    <a:pt x="79" y="0"/>
                    <a:pt x="30" y="35"/>
                    <a:pt x="17" y="88"/>
                  </a:cubicBezTo>
                  <a:cubicBezTo>
                    <a:pt x="1" y="159"/>
                    <a:pt x="17" y="229"/>
                    <a:pt x="83" y="262"/>
                  </a:cubicBezTo>
                  <a:lnTo>
                    <a:pt x="137" y="262"/>
                  </a:lnTo>
                  <a:cubicBezTo>
                    <a:pt x="170" y="262"/>
                    <a:pt x="207" y="229"/>
                    <a:pt x="223" y="175"/>
                  </a:cubicBezTo>
                  <a:cubicBezTo>
                    <a:pt x="240" y="126"/>
                    <a:pt x="223" y="72"/>
                    <a:pt x="207" y="39"/>
                  </a:cubicBezTo>
                  <a:cubicBezTo>
                    <a:pt x="186" y="39"/>
                    <a:pt x="170" y="23"/>
                    <a:pt x="153" y="6"/>
                  </a:cubicBezTo>
                  <a:cubicBezTo>
                    <a:pt x="144" y="2"/>
                    <a:pt x="134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4" name="Google Shape;24584;p108"/>
            <p:cNvSpPr/>
            <p:nvPr/>
          </p:nvSpPr>
          <p:spPr>
            <a:xfrm>
              <a:off x="5250950" y="2619725"/>
              <a:ext cx="6025" cy="6600"/>
            </a:xfrm>
            <a:custGeom>
              <a:avLst/>
              <a:gdLst/>
              <a:ahLst/>
              <a:cxnLst/>
              <a:rect l="l" t="t" r="r" b="b"/>
              <a:pathLst>
                <a:path w="241" h="264" extrusionOk="0">
                  <a:moveTo>
                    <a:pt x="126" y="0"/>
                  </a:moveTo>
                  <a:cubicBezTo>
                    <a:pt x="103" y="0"/>
                    <a:pt x="82" y="13"/>
                    <a:pt x="67" y="28"/>
                  </a:cubicBezTo>
                  <a:cubicBezTo>
                    <a:pt x="34" y="44"/>
                    <a:pt x="17" y="61"/>
                    <a:pt x="17" y="94"/>
                  </a:cubicBezTo>
                  <a:cubicBezTo>
                    <a:pt x="1" y="110"/>
                    <a:pt x="1" y="147"/>
                    <a:pt x="17" y="180"/>
                  </a:cubicBezTo>
                  <a:cubicBezTo>
                    <a:pt x="17" y="213"/>
                    <a:pt x="50" y="234"/>
                    <a:pt x="88" y="250"/>
                  </a:cubicBezTo>
                  <a:cubicBezTo>
                    <a:pt x="101" y="259"/>
                    <a:pt x="115" y="263"/>
                    <a:pt x="130" y="263"/>
                  </a:cubicBezTo>
                  <a:cubicBezTo>
                    <a:pt x="170" y="263"/>
                    <a:pt x="212" y="232"/>
                    <a:pt x="224" y="180"/>
                  </a:cubicBezTo>
                  <a:cubicBezTo>
                    <a:pt x="240" y="110"/>
                    <a:pt x="224" y="44"/>
                    <a:pt x="154" y="7"/>
                  </a:cubicBezTo>
                  <a:cubicBezTo>
                    <a:pt x="144" y="2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5" name="Google Shape;24585;p108"/>
            <p:cNvSpPr/>
            <p:nvPr/>
          </p:nvSpPr>
          <p:spPr>
            <a:xfrm>
              <a:off x="5112225" y="2817475"/>
              <a:ext cx="5600" cy="5175"/>
            </a:xfrm>
            <a:custGeom>
              <a:avLst/>
              <a:gdLst/>
              <a:ahLst/>
              <a:cxnLst/>
              <a:rect l="l" t="t" r="r" b="b"/>
              <a:pathLst>
                <a:path w="224" h="207" extrusionOk="0">
                  <a:moveTo>
                    <a:pt x="120" y="1"/>
                  </a:moveTo>
                  <a:cubicBezTo>
                    <a:pt x="87" y="1"/>
                    <a:pt x="71" y="1"/>
                    <a:pt x="34" y="34"/>
                  </a:cubicBezTo>
                  <a:cubicBezTo>
                    <a:pt x="17" y="54"/>
                    <a:pt x="1" y="87"/>
                    <a:pt x="1" y="120"/>
                  </a:cubicBezTo>
                  <a:cubicBezTo>
                    <a:pt x="1" y="157"/>
                    <a:pt x="1" y="190"/>
                    <a:pt x="17" y="207"/>
                  </a:cubicBezTo>
                  <a:cubicBezTo>
                    <a:pt x="87" y="190"/>
                    <a:pt x="153" y="190"/>
                    <a:pt x="207" y="174"/>
                  </a:cubicBezTo>
                  <a:cubicBezTo>
                    <a:pt x="223" y="137"/>
                    <a:pt x="223" y="87"/>
                    <a:pt x="190" y="54"/>
                  </a:cubicBezTo>
                  <a:cubicBezTo>
                    <a:pt x="190" y="34"/>
                    <a:pt x="174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6" name="Google Shape;24586;p108"/>
            <p:cNvSpPr/>
            <p:nvPr/>
          </p:nvSpPr>
          <p:spPr>
            <a:xfrm>
              <a:off x="5247050" y="26672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03" y="0"/>
                  </a:moveTo>
                  <a:cubicBezTo>
                    <a:pt x="54" y="17"/>
                    <a:pt x="0" y="87"/>
                    <a:pt x="17" y="153"/>
                  </a:cubicBezTo>
                  <a:cubicBezTo>
                    <a:pt x="17" y="190"/>
                    <a:pt x="37" y="223"/>
                    <a:pt x="70" y="239"/>
                  </a:cubicBezTo>
                  <a:cubicBezTo>
                    <a:pt x="82" y="251"/>
                    <a:pt x="102" y="263"/>
                    <a:pt x="120" y="263"/>
                  </a:cubicBezTo>
                  <a:cubicBezTo>
                    <a:pt x="127" y="263"/>
                    <a:pt x="134" y="261"/>
                    <a:pt x="141" y="256"/>
                  </a:cubicBezTo>
                  <a:cubicBezTo>
                    <a:pt x="206" y="256"/>
                    <a:pt x="244" y="190"/>
                    <a:pt x="244" y="120"/>
                  </a:cubicBezTo>
                  <a:cubicBezTo>
                    <a:pt x="223" y="66"/>
                    <a:pt x="206" y="33"/>
                    <a:pt x="173" y="17"/>
                  </a:cubicBezTo>
                  <a:cubicBezTo>
                    <a:pt x="157" y="0"/>
                    <a:pt x="141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7" name="Google Shape;24587;p108"/>
            <p:cNvSpPr/>
            <p:nvPr/>
          </p:nvSpPr>
          <p:spPr>
            <a:xfrm>
              <a:off x="5250550" y="2652150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37" y="0"/>
                  </a:moveTo>
                  <a:cubicBezTo>
                    <a:pt x="104" y="0"/>
                    <a:pt x="66" y="17"/>
                    <a:pt x="50" y="33"/>
                  </a:cubicBezTo>
                  <a:cubicBezTo>
                    <a:pt x="33" y="50"/>
                    <a:pt x="17" y="87"/>
                    <a:pt x="17" y="120"/>
                  </a:cubicBezTo>
                  <a:cubicBezTo>
                    <a:pt x="1" y="153"/>
                    <a:pt x="17" y="190"/>
                    <a:pt x="33" y="223"/>
                  </a:cubicBezTo>
                  <a:cubicBezTo>
                    <a:pt x="50" y="240"/>
                    <a:pt x="83" y="256"/>
                    <a:pt x="104" y="256"/>
                  </a:cubicBezTo>
                  <a:cubicBezTo>
                    <a:pt x="113" y="262"/>
                    <a:pt x="123" y="265"/>
                    <a:pt x="133" y="265"/>
                  </a:cubicBezTo>
                  <a:cubicBezTo>
                    <a:pt x="155" y="265"/>
                    <a:pt x="174" y="251"/>
                    <a:pt x="186" y="240"/>
                  </a:cubicBezTo>
                  <a:cubicBezTo>
                    <a:pt x="240" y="190"/>
                    <a:pt x="240" y="103"/>
                    <a:pt x="207" y="50"/>
                  </a:cubicBezTo>
                  <a:cubicBezTo>
                    <a:pt x="186" y="33"/>
                    <a:pt x="170" y="17"/>
                    <a:pt x="153" y="17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8" name="Google Shape;24588;p108"/>
            <p:cNvSpPr/>
            <p:nvPr/>
          </p:nvSpPr>
          <p:spPr>
            <a:xfrm>
              <a:off x="5236325" y="265287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8" y="0"/>
                  </a:moveTo>
                  <a:cubicBezTo>
                    <a:pt x="81" y="0"/>
                    <a:pt x="31" y="30"/>
                    <a:pt x="17" y="74"/>
                  </a:cubicBezTo>
                  <a:cubicBezTo>
                    <a:pt x="1" y="145"/>
                    <a:pt x="17" y="227"/>
                    <a:pt x="87" y="248"/>
                  </a:cubicBezTo>
                  <a:cubicBezTo>
                    <a:pt x="104" y="264"/>
                    <a:pt x="120" y="264"/>
                    <a:pt x="137" y="264"/>
                  </a:cubicBezTo>
                  <a:cubicBezTo>
                    <a:pt x="174" y="248"/>
                    <a:pt x="207" y="227"/>
                    <a:pt x="223" y="178"/>
                  </a:cubicBezTo>
                  <a:cubicBezTo>
                    <a:pt x="240" y="124"/>
                    <a:pt x="223" y="74"/>
                    <a:pt x="207" y="41"/>
                  </a:cubicBezTo>
                  <a:cubicBezTo>
                    <a:pt x="190" y="21"/>
                    <a:pt x="174" y="21"/>
                    <a:pt x="157" y="4"/>
                  </a:cubicBezTo>
                  <a:cubicBezTo>
                    <a:pt x="148" y="1"/>
                    <a:pt x="138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9" name="Google Shape;24589;p108"/>
            <p:cNvSpPr/>
            <p:nvPr/>
          </p:nvSpPr>
          <p:spPr>
            <a:xfrm>
              <a:off x="5214875" y="2766350"/>
              <a:ext cx="3025" cy="3525"/>
            </a:xfrm>
            <a:custGeom>
              <a:avLst/>
              <a:gdLst/>
              <a:ahLst/>
              <a:cxnLst/>
              <a:rect l="l" t="t" r="r" b="b"/>
              <a:pathLst>
                <a:path w="121" h="141" extrusionOk="0">
                  <a:moveTo>
                    <a:pt x="121" y="1"/>
                  </a:moveTo>
                  <a:cubicBezTo>
                    <a:pt x="104" y="1"/>
                    <a:pt x="104" y="1"/>
                    <a:pt x="88" y="17"/>
                  </a:cubicBezTo>
                  <a:cubicBezTo>
                    <a:pt x="34" y="17"/>
                    <a:pt x="1" y="71"/>
                    <a:pt x="1" y="141"/>
                  </a:cubicBezTo>
                  <a:cubicBezTo>
                    <a:pt x="34" y="87"/>
                    <a:pt x="67" y="54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0" name="Google Shape;24590;p108"/>
            <p:cNvSpPr/>
            <p:nvPr/>
          </p:nvSpPr>
          <p:spPr>
            <a:xfrm>
              <a:off x="5238500" y="2728925"/>
              <a:ext cx="5175" cy="6525"/>
            </a:xfrm>
            <a:custGeom>
              <a:avLst/>
              <a:gdLst/>
              <a:ahLst/>
              <a:cxnLst/>
              <a:rect l="l" t="t" r="r" b="b"/>
              <a:pathLst>
                <a:path w="207" h="261" extrusionOk="0">
                  <a:moveTo>
                    <a:pt x="125" y="1"/>
                  </a:moveTo>
                  <a:cubicBezTo>
                    <a:pt x="80" y="1"/>
                    <a:pt x="30" y="30"/>
                    <a:pt x="17" y="71"/>
                  </a:cubicBezTo>
                  <a:cubicBezTo>
                    <a:pt x="0" y="141"/>
                    <a:pt x="17" y="228"/>
                    <a:pt x="87" y="244"/>
                  </a:cubicBezTo>
                  <a:lnTo>
                    <a:pt x="103" y="261"/>
                  </a:lnTo>
                  <a:lnTo>
                    <a:pt x="103" y="228"/>
                  </a:lnTo>
                  <a:cubicBezTo>
                    <a:pt x="136" y="174"/>
                    <a:pt x="173" y="108"/>
                    <a:pt x="206" y="55"/>
                  </a:cubicBezTo>
                  <a:cubicBezTo>
                    <a:pt x="190" y="38"/>
                    <a:pt x="173" y="22"/>
                    <a:pt x="153" y="5"/>
                  </a:cubicBezTo>
                  <a:cubicBezTo>
                    <a:pt x="144" y="2"/>
                    <a:pt x="134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1" name="Google Shape;24591;p108"/>
            <p:cNvSpPr/>
            <p:nvPr/>
          </p:nvSpPr>
          <p:spPr>
            <a:xfrm>
              <a:off x="5245800" y="2713200"/>
              <a:ext cx="5600" cy="6375"/>
            </a:xfrm>
            <a:custGeom>
              <a:avLst/>
              <a:gdLst/>
              <a:ahLst/>
              <a:cxnLst/>
              <a:rect l="l" t="t" r="r" b="b"/>
              <a:pathLst>
                <a:path w="224" h="255" extrusionOk="0">
                  <a:moveTo>
                    <a:pt x="110" y="1"/>
                  </a:moveTo>
                  <a:cubicBezTo>
                    <a:pt x="70" y="1"/>
                    <a:pt x="29" y="34"/>
                    <a:pt x="17" y="82"/>
                  </a:cubicBezTo>
                  <a:cubicBezTo>
                    <a:pt x="1" y="152"/>
                    <a:pt x="17" y="222"/>
                    <a:pt x="87" y="255"/>
                  </a:cubicBezTo>
                  <a:lnTo>
                    <a:pt x="137" y="255"/>
                  </a:lnTo>
                  <a:cubicBezTo>
                    <a:pt x="153" y="205"/>
                    <a:pt x="191" y="135"/>
                    <a:pt x="223" y="65"/>
                  </a:cubicBezTo>
                  <a:cubicBezTo>
                    <a:pt x="207" y="49"/>
                    <a:pt x="191" y="16"/>
                    <a:pt x="153" y="16"/>
                  </a:cubicBezTo>
                  <a:cubicBezTo>
                    <a:pt x="140" y="6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2" name="Google Shape;24592;p108"/>
            <p:cNvSpPr/>
            <p:nvPr/>
          </p:nvSpPr>
          <p:spPr>
            <a:xfrm>
              <a:off x="5256525" y="2680075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137" y="1"/>
                  </a:moveTo>
                  <a:cubicBezTo>
                    <a:pt x="120" y="1"/>
                    <a:pt x="87" y="17"/>
                    <a:pt x="50" y="34"/>
                  </a:cubicBezTo>
                  <a:cubicBezTo>
                    <a:pt x="17" y="67"/>
                    <a:pt x="1" y="153"/>
                    <a:pt x="50" y="207"/>
                  </a:cubicBezTo>
                  <a:cubicBezTo>
                    <a:pt x="71" y="240"/>
                    <a:pt x="87" y="256"/>
                    <a:pt x="120" y="256"/>
                  </a:cubicBezTo>
                  <a:cubicBezTo>
                    <a:pt x="137" y="256"/>
                    <a:pt x="174" y="256"/>
                    <a:pt x="190" y="240"/>
                  </a:cubicBezTo>
                  <a:cubicBezTo>
                    <a:pt x="207" y="190"/>
                    <a:pt x="207" y="137"/>
                    <a:pt x="223" y="67"/>
                  </a:cubicBezTo>
                  <a:lnTo>
                    <a:pt x="223" y="50"/>
                  </a:lnTo>
                  <a:cubicBezTo>
                    <a:pt x="207" y="34"/>
                    <a:pt x="190" y="17"/>
                    <a:pt x="174" y="17"/>
                  </a:cubicBezTo>
                  <a:cubicBezTo>
                    <a:pt x="153" y="1"/>
                    <a:pt x="15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3" name="Google Shape;24593;p108"/>
            <p:cNvSpPr/>
            <p:nvPr/>
          </p:nvSpPr>
          <p:spPr>
            <a:xfrm>
              <a:off x="5140150" y="2809750"/>
              <a:ext cx="5600" cy="5575"/>
            </a:xfrm>
            <a:custGeom>
              <a:avLst/>
              <a:gdLst/>
              <a:ahLst/>
              <a:cxnLst/>
              <a:rect l="l" t="t" r="r" b="b"/>
              <a:pathLst>
                <a:path w="224" h="223" extrusionOk="0">
                  <a:moveTo>
                    <a:pt x="104" y="0"/>
                  </a:moveTo>
                  <a:cubicBezTo>
                    <a:pt x="50" y="17"/>
                    <a:pt x="1" y="70"/>
                    <a:pt x="17" y="157"/>
                  </a:cubicBezTo>
                  <a:cubicBezTo>
                    <a:pt x="17" y="173"/>
                    <a:pt x="34" y="206"/>
                    <a:pt x="50" y="223"/>
                  </a:cubicBezTo>
                  <a:cubicBezTo>
                    <a:pt x="104" y="206"/>
                    <a:pt x="170" y="173"/>
                    <a:pt x="224" y="157"/>
                  </a:cubicBezTo>
                  <a:lnTo>
                    <a:pt x="224" y="103"/>
                  </a:lnTo>
                  <a:cubicBezTo>
                    <a:pt x="224" y="70"/>
                    <a:pt x="207" y="33"/>
                    <a:pt x="191" y="17"/>
                  </a:cubicBezTo>
                  <a:cubicBezTo>
                    <a:pt x="170" y="17"/>
                    <a:pt x="17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4" name="Google Shape;24594;p108"/>
            <p:cNvSpPr/>
            <p:nvPr/>
          </p:nvSpPr>
          <p:spPr>
            <a:xfrm>
              <a:off x="5194675" y="2783450"/>
              <a:ext cx="4375" cy="3550"/>
            </a:xfrm>
            <a:custGeom>
              <a:avLst/>
              <a:gdLst/>
              <a:ahLst/>
              <a:cxnLst/>
              <a:rect l="l" t="t" r="r" b="b"/>
              <a:pathLst>
                <a:path w="175" h="142" extrusionOk="0">
                  <a:moveTo>
                    <a:pt x="127" y="1"/>
                  </a:moveTo>
                  <a:cubicBezTo>
                    <a:pt x="82" y="1"/>
                    <a:pt x="31" y="34"/>
                    <a:pt x="17" y="92"/>
                  </a:cubicBezTo>
                  <a:cubicBezTo>
                    <a:pt x="17" y="108"/>
                    <a:pt x="1" y="125"/>
                    <a:pt x="17" y="141"/>
                  </a:cubicBezTo>
                  <a:cubicBezTo>
                    <a:pt x="71" y="108"/>
                    <a:pt x="120" y="55"/>
                    <a:pt x="174" y="22"/>
                  </a:cubicBezTo>
                  <a:cubicBezTo>
                    <a:pt x="174" y="22"/>
                    <a:pt x="174" y="5"/>
                    <a:pt x="153" y="5"/>
                  </a:cubicBezTo>
                  <a:cubicBezTo>
                    <a:pt x="145" y="2"/>
                    <a:pt x="13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5" name="Google Shape;24595;p108"/>
            <p:cNvSpPr/>
            <p:nvPr/>
          </p:nvSpPr>
          <p:spPr>
            <a:xfrm>
              <a:off x="5126350" y="2814900"/>
              <a:ext cx="5700" cy="4775"/>
            </a:xfrm>
            <a:custGeom>
              <a:avLst/>
              <a:gdLst/>
              <a:ahLst/>
              <a:cxnLst/>
              <a:rect l="l" t="t" r="r" b="b"/>
              <a:pathLst>
                <a:path w="228" h="191" extrusionOk="0">
                  <a:moveTo>
                    <a:pt x="103" y="0"/>
                  </a:moveTo>
                  <a:cubicBezTo>
                    <a:pt x="38" y="0"/>
                    <a:pt x="0" y="71"/>
                    <a:pt x="21" y="137"/>
                  </a:cubicBezTo>
                  <a:lnTo>
                    <a:pt x="21" y="190"/>
                  </a:lnTo>
                  <a:cubicBezTo>
                    <a:pt x="87" y="174"/>
                    <a:pt x="157" y="157"/>
                    <a:pt x="227" y="120"/>
                  </a:cubicBezTo>
                  <a:lnTo>
                    <a:pt x="227" y="104"/>
                  </a:lnTo>
                  <a:cubicBezTo>
                    <a:pt x="227" y="71"/>
                    <a:pt x="207" y="33"/>
                    <a:pt x="190" y="17"/>
                  </a:cubicBezTo>
                  <a:cubicBezTo>
                    <a:pt x="174" y="17"/>
                    <a:pt x="174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6" name="Google Shape;24596;p108"/>
            <p:cNvSpPr/>
            <p:nvPr/>
          </p:nvSpPr>
          <p:spPr>
            <a:xfrm>
              <a:off x="5154700" y="2806850"/>
              <a:ext cx="4750" cy="3325"/>
            </a:xfrm>
            <a:custGeom>
              <a:avLst/>
              <a:gdLst/>
              <a:ahLst/>
              <a:cxnLst/>
              <a:rect l="l" t="t" r="r" b="b"/>
              <a:pathLst>
                <a:path w="190" h="133" extrusionOk="0">
                  <a:moveTo>
                    <a:pt x="113" y="0"/>
                  </a:moveTo>
                  <a:cubicBezTo>
                    <a:pt x="72" y="0"/>
                    <a:pt x="33" y="32"/>
                    <a:pt x="21" y="83"/>
                  </a:cubicBezTo>
                  <a:cubicBezTo>
                    <a:pt x="0" y="100"/>
                    <a:pt x="0" y="116"/>
                    <a:pt x="0" y="133"/>
                  </a:cubicBezTo>
                  <a:cubicBezTo>
                    <a:pt x="70" y="100"/>
                    <a:pt x="140" y="83"/>
                    <a:pt x="190" y="46"/>
                  </a:cubicBezTo>
                  <a:cubicBezTo>
                    <a:pt x="190" y="30"/>
                    <a:pt x="173" y="13"/>
                    <a:pt x="157" y="13"/>
                  </a:cubicBezTo>
                  <a:cubicBezTo>
                    <a:pt x="143" y="4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7" name="Google Shape;24597;p108"/>
            <p:cNvSpPr/>
            <p:nvPr/>
          </p:nvSpPr>
          <p:spPr>
            <a:xfrm>
              <a:off x="5174075" y="27586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3" y="0"/>
                  </a:moveTo>
                  <a:cubicBezTo>
                    <a:pt x="70" y="0"/>
                    <a:pt x="33" y="17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17" y="190"/>
                    <a:pt x="17" y="206"/>
                    <a:pt x="50" y="244"/>
                  </a:cubicBezTo>
                  <a:cubicBezTo>
                    <a:pt x="70" y="260"/>
                    <a:pt x="103" y="260"/>
                    <a:pt x="136" y="260"/>
                  </a:cubicBezTo>
                  <a:cubicBezTo>
                    <a:pt x="190" y="244"/>
                    <a:pt x="239" y="174"/>
                    <a:pt x="223" y="103"/>
                  </a:cubicBezTo>
                  <a:cubicBezTo>
                    <a:pt x="223" y="70"/>
                    <a:pt x="206" y="54"/>
                    <a:pt x="173" y="17"/>
                  </a:cubicBezTo>
                  <a:cubicBezTo>
                    <a:pt x="173" y="17"/>
                    <a:pt x="153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8" name="Google Shape;24598;p108"/>
            <p:cNvSpPr/>
            <p:nvPr/>
          </p:nvSpPr>
          <p:spPr>
            <a:xfrm>
              <a:off x="5180450" y="2787900"/>
              <a:ext cx="6125" cy="6400"/>
            </a:xfrm>
            <a:custGeom>
              <a:avLst/>
              <a:gdLst/>
              <a:ahLst/>
              <a:cxnLst/>
              <a:rect l="l" t="t" r="r" b="b"/>
              <a:pathLst>
                <a:path w="245" h="256" extrusionOk="0">
                  <a:moveTo>
                    <a:pt x="104" y="0"/>
                  </a:moveTo>
                  <a:cubicBezTo>
                    <a:pt x="71" y="0"/>
                    <a:pt x="55" y="17"/>
                    <a:pt x="38" y="50"/>
                  </a:cubicBezTo>
                  <a:cubicBezTo>
                    <a:pt x="22" y="83"/>
                    <a:pt x="1" y="120"/>
                    <a:pt x="22" y="153"/>
                  </a:cubicBezTo>
                  <a:cubicBezTo>
                    <a:pt x="22" y="186"/>
                    <a:pt x="38" y="206"/>
                    <a:pt x="55" y="239"/>
                  </a:cubicBezTo>
                  <a:cubicBezTo>
                    <a:pt x="88" y="256"/>
                    <a:pt x="104" y="256"/>
                    <a:pt x="141" y="256"/>
                  </a:cubicBezTo>
                  <a:cubicBezTo>
                    <a:pt x="207" y="239"/>
                    <a:pt x="244" y="169"/>
                    <a:pt x="228" y="103"/>
                  </a:cubicBezTo>
                  <a:cubicBezTo>
                    <a:pt x="228" y="66"/>
                    <a:pt x="207" y="50"/>
                    <a:pt x="191" y="17"/>
                  </a:cubicBezTo>
                  <a:cubicBezTo>
                    <a:pt x="174" y="17"/>
                    <a:pt x="174" y="1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9" name="Google Shape;24599;p108"/>
            <p:cNvSpPr/>
            <p:nvPr/>
          </p:nvSpPr>
          <p:spPr>
            <a:xfrm>
              <a:off x="5185625" y="2723575"/>
              <a:ext cx="6100" cy="6475"/>
            </a:xfrm>
            <a:custGeom>
              <a:avLst/>
              <a:gdLst/>
              <a:ahLst/>
              <a:cxnLst/>
              <a:rect l="l" t="t" r="r" b="b"/>
              <a:pathLst>
                <a:path w="244" h="259" extrusionOk="0">
                  <a:moveTo>
                    <a:pt x="131" y="1"/>
                  </a:moveTo>
                  <a:cubicBezTo>
                    <a:pt x="123" y="1"/>
                    <a:pt x="113" y="5"/>
                    <a:pt x="103" y="13"/>
                  </a:cubicBezTo>
                  <a:cubicBezTo>
                    <a:pt x="37" y="13"/>
                    <a:pt x="0" y="79"/>
                    <a:pt x="0" y="149"/>
                  </a:cubicBezTo>
                  <a:cubicBezTo>
                    <a:pt x="21" y="182"/>
                    <a:pt x="37" y="219"/>
                    <a:pt x="54" y="236"/>
                  </a:cubicBezTo>
                  <a:cubicBezTo>
                    <a:pt x="65" y="247"/>
                    <a:pt x="85" y="259"/>
                    <a:pt x="109" y="259"/>
                  </a:cubicBezTo>
                  <a:cubicBezTo>
                    <a:pt x="119" y="259"/>
                    <a:pt x="129" y="257"/>
                    <a:pt x="140" y="252"/>
                  </a:cubicBezTo>
                  <a:cubicBezTo>
                    <a:pt x="190" y="252"/>
                    <a:pt x="243" y="182"/>
                    <a:pt x="227" y="116"/>
                  </a:cubicBezTo>
                  <a:cubicBezTo>
                    <a:pt x="227" y="79"/>
                    <a:pt x="206" y="46"/>
                    <a:pt x="190" y="29"/>
                  </a:cubicBezTo>
                  <a:cubicBezTo>
                    <a:pt x="173" y="13"/>
                    <a:pt x="173" y="13"/>
                    <a:pt x="157" y="13"/>
                  </a:cubicBezTo>
                  <a:cubicBezTo>
                    <a:pt x="148" y="5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0" name="Google Shape;24600;p108"/>
            <p:cNvSpPr/>
            <p:nvPr/>
          </p:nvSpPr>
          <p:spPr>
            <a:xfrm>
              <a:off x="5184800" y="2771100"/>
              <a:ext cx="5575" cy="6500"/>
            </a:xfrm>
            <a:custGeom>
              <a:avLst/>
              <a:gdLst/>
              <a:ahLst/>
              <a:cxnLst/>
              <a:rect l="l" t="t" r="r" b="b"/>
              <a:pathLst>
                <a:path w="223" h="260" extrusionOk="0">
                  <a:moveTo>
                    <a:pt x="136" y="0"/>
                  </a:moveTo>
                  <a:cubicBezTo>
                    <a:pt x="103" y="0"/>
                    <a:pt x="70" y="0"/>
                    <a:pt x="54" y="17"/>
                  </a:cubicBezTo>
                  <a:cubicBezTo>
                    <a:pt x="0" y="70"/>
                    <a:pt x="0" y="157"/>
                    <a:pt x="33" y="206"/>
                  </a:cubicBezTo>
                  <a:cubicBezTo>
                    <a:pt x="54" y="239"/>
                    <a:pt x="70" y="260"/>
                    <a:pt x="103" y="260"/>
                  </a:cubicBezTo>
                  <a:cubicBezTo>
                    <a:pt x="136" y="260"/>
                    <a:pt x="173" y="239"/>
                    <a:pt x="190" y="223"/>
                  </a:cubicBezTo>
                  <a:cubicBezTo>
                    <a:pt x="206" y="206"/>
                    <a:pt x="223" y="173"/>
                    <a:pt x="223" y="136"/>
                  </a:cubicBezTo>
                  <a:cubicBezTo>
                    <a:pt x="223" y="103"/>
                    <a:pt x="223" y="70"/>
                    <a:pt x="206" y="54"/>
                  </a:cubicBezTo>
                  <a:cubicBezTo>
                    <a:pt x="190" y="17"/>
                    <a:pt x="173" y="17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1" name="Google Shape;24601;p108"/>
            <p:cNvSpPr/>
            <p:nvPr/>
          </p:nvSpPr>
          <p:spPr>
            <a:xfrm>
              <a:off x="5187375" y="2707650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11" y="0"/>
                  </a:moveTo>
                  <a:cubicBezTo>
                    <a:pt x="69" y="0"/>
                    <a:pt x="29" y="33"/>
                    <a:pt x="17" y="81"/>
                  </a:cubicBezTo>
                  <a:cubicBezTo>
                    <a:pt x="0" y="151"/>
                    <a:pt x="17" y="221"/>
                    <a:pt x="70" y="254"/>
                  </a:cubicBezTo>
                  <a:cubicBezTo>
                    <a:pt x="82" y="257"/>
                    <a:pt x="94" y="258"/>
                    <a:pt x="105" y="258"/>
                  </a:cubicBezTo>
                  <a:cubicBezTo>
                    <a:pt x="159" y="258"/>
                    <a:pt x="209" y="228"/>
                    <a:pt x="223" y="184"/>
                  </a:cubicBezTo>
                  <a:cubicBezTo>
                    <a:pt x="239" y="118"/>
                    <a:pt x="206" y="31"/>
                    <a:pt x="157" y="15"/>
                  </a:cubicBezTo>
                  <a:cubicBezTo>
                    <a:pt x="142" y="5"/>
                    <a:pt x="126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2" name="Google Shape;24602;p108"/>
            <p:cNvSpPr/>
            <p:nvPr/>
          </p:nvSpPr>
          <p:spPr>
            <a:xfrm>
              <a:off x="5084300" y="2647500"/>
              <a:ext cx="6500" cy="6525"/>
            </a:xfrm>
            <a:custGeom>
              <a:avLst/>
              <a:gdLst/>
              <a:ahLst/>
              <a:cxnLst/>
              <a:rect l="l" t="t" r="r" b="b"/>
              <a:pathLst>
                <a:path w="260" h="261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0" y="153"/>
                    <a:pt x="33" y="219"/>
                    <a:pt x="87" y="256"/>
                  </a:cubicBezTo>
                  <a:cubicBezTo>
                    <a:pt x="95" y="259"/>
                    <a:pt x="103" y="260"/>
                    <a:pt x="112" y="260"/>
                  </a:cubicBezTo>
                  <a:cubicBezTo>
                    <a:pt x="157" y="260"/>
                    <a:pt x="209" y="225"/>
                    <a:pt x="223" y="170"/>
                  </a:cubicBezTo>
                  <a:cubicBezTo>
                    <a:pt x="260" y="116"/>
                    <a:pt x="223" y="30"/>
                    <a:pt x="173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3" name="Google Shape;24603;p108"/>
            <p:cNvSpPr/>
            <p:nvPr/>
          </p:nvSpPr>
          <p:spPr>
            <a:xfrm>
              <a:off x="5183550" y="2743400"/>
              <a:ext cx="5600" cy="6600"/>
            </a:xfrm>
            <a:custGeom>
              <a:avLst/>
              <a:gdLst/>
              <a:ahLst/>
              <a:cxnLst/>
              <a:rect l="l" t="t" r="r" b="b"/>
              <a:pathLst>
                <a:path w="224" h="264" extrusionOk="0">
                  <a:moveTo>
                    <a:pt x="93" y="1"/>
                  </a:moveTo>
                  <a:cubicBezTo>
                    <a:pt x="72" y="1"/>
                    <a:pt x="57" y="13"/>
                    <a:pt x="34" y="28"/>
                  </a:cubicBezTo>
                  <a:cubicBezTo>
                    <a:pt x="17" y="61"/>
                    <a:pt x="1" y="77"/>
                    <a:pt x="1" y="110"/>
                  </a:cubicBezTo>
                  <a:cubicBezTo>
                    <a:pt x="1" y="148"/>
                    <a:pt x="1" y="181"/>
                    <a:pt x="17" y="214"/>
                  </a:cubicBezTo>
                  <a:cubicBezTo>
                    <a:pt x="36" y="245"/>
                    <a:pt x="69" y="264"/>
                    <a:pt x="102" y="264"/>
                  </a:cubicBezTo>
                  <a:cubicBezTo>
                    <a:pt x="125" y="264"/>
                    <a:pt x="149" y="255"/>
                    <a:pt x="170" y="234"/>
                  </a:cubicBezTo>
                  <a:cubicBezTo>
                    <a:pt x="223" y="181"/>
                    <a:pt x="223" y="110"/>
                    <a:pt x="186" y="45"/>
                  </a:cubicBezTo>
                  <a:cubicBezTo>
                    <a:pt x="186" y="28"/>
                    <a:pt x="170" y="28"/>
                    <a:pt x="153" y="7"/>
                  </a:cubicBezTo>
                  <a:lnTo>
                    <a:pt x="120" y="7"/>
                  </a:lnTo>
                  <a:cubicBezTo>
                    <a:pt x="110" y="3"/>
                    <a:pt x="101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4" name="Google Shape;24604;p108"/>
            <p:cNvSpPr/>
            <p:nvPr/>
          </p:nvSpPr>
          <p:spPr>
            <a:xfrm>
              <a:off x="5174475" y="266297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29" y="0"/>
                  </a:moveTo>
                  <a:cubicBezTo>
                    <a:pt x="120" y="0"/>
                    <a:pt x="112" y="4"/>
                    <a:pt x="104" y="13"/>
                  </a:cubicBezTo>
                  <a:cubicBezTo>
                    <a:pt x="87" y="13"/>
                    <a:pt x="71" y="29"/>
                    <a:pt x="54" y="50"/>
                  </a:cubicBezTo>
                  <a:cubicBezTo>
                    <a:pt x="17" y="66"/>
                    <a:pt x="1" y="116"/>
                    <a:pt x="17" y="153"/>
                  </a:cubicBezTo>
                  <a:cubicBezTo>
                    <a:pt x="17" y="186"/>
                    <a:pt x="34" y="219"/>
                    <a:pt x="54" y="235"/>
                  </a:cubicBezTo>
                  <a:cubicBezTo>
                    <a:pt x="78" y="250"/>
                    <a:pt x="93" y="263"/>
                    <a:pt x="112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190" y="256"/>
                    <a:pt x="240" y="186"/>
                    <a:pt x="240" y="132"/>
                  </a:cubicBezTo>
                  <a:cubicBezTo>
                    <a:pt x="240" y="116"/>
                    <a:pt x="240" y="116"/>
                    <a:pt x="223" y="116"/>
                  </a:cubicBezTo>
                  <a:cubicBezTo>
                    <a:pt x="223" y="66"/>
                    <a:pt x="207" y="29"/>
                    <a:pt x="157" y="13"/>
                  </a:cubicBezTo>
                  <a:cubicBezTo>
                    <a:pt x="147" y="4"/>
                    <a:pt x="13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5" name="Google Shape;24605;p108"/>
            <p:cNvSpPr/>
            <p:nvPr/>
          </p:nvSpPr>
          <p:spPr>
            <a:xfrm>
              <a:off x="5177475" y="2618900"/>
              <a:ext cx="6100" cy="6675"/>
            </a:xfrm>
            <a:custGeom>
              <a:avLst/>
              <a:gdLst/>
              <a:ahLst/>
              <a:cxnLst/>
              <a:rect l="l" t="t" r="r" b="b"/>
              <a:pathLst>
                <a:path w="244" h="267" extrusionOk="0">
                  <a:moveTo>
                    <a:pt x="109" y="0"/>
                  </a:moveTo>
                  <a:cubicBezTo>
                    <a:pt x="86" y="0"/>
                    <a:pt x="66" y="12"/>
                    <a:pt x="54" y="23"/>
                  </a:cubicBezTo>
                  <a:cubicBezTo>
                    <a:pt x="17" y="61"/>
                    <a:pt x="17" y="77"/>
                    <a:pt x="0" y="110"/>
                  </a:cubicBezTo>
                  <a:cubicBezTo>
                    <a:pt x="0" y="143"/>
                    <a:pt x="17" y="180"/>
                    <a:pt x="37" y="213"/>
                  </a:cubicBezTo>
                  <a:cubicBezTo>
                    <a:pt x="54" y="230"/>
                    <a:pt x="70" y="246"/>
                    <a:pt x="103" y="267"/>
                  </a:cubicBezTo>
                  <a:cubicBezTo>
                    <a:pt x="141" y="267"/>
                    <a:pt x="174" y="246"/>
                    <a:pt x="190" y="230"/>
                  </a:cubicBezTo>
                  <a:cubicBezTo>
                    <a:pt x="244" y="180"/>
                    <a:pt x="244" y="110"/>
                    <a:pt x="207" y="40"/>
                  </a:cubicBezTo>
                  <a:cubicBezTo>
                    <a:pt x="190" y="23"/>
                    <a:pt x="174" y="23"/>
                    <a:pt x="157" y="7"/>
                  </a:cubicBezTo>
                  <a:lnTo>
                    <a:pt x="141" y="7"/>
                  </a:lnTo>
                  <a:cubicBezTo>
                    <a:pt x="130" y="2"/>
                    <a:pt x="119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6" name="Google Shape;24606;p108"/>
            <p:cNvSpPr/>
            <p:nvPr/>
          </p:nvSpPr>
          <p:spPr>
            <a:xfrm>
              <a:off x="5213550" y="2688625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87" y="1"/>
                  </a:moveTo>
                  <a:cubicBezTo>
                    <a:pt x="70" y="1"/>
                    <a:pt x="37" y="17"/>
                    <a:pt x="17" y="54"/>
                  </a:cubicBezTo>
                  <a:cubicBezTo>
                    <a:pt x="0" y="71"/>
                    <a:pt x="0" y="104"/>
                    <a:pt x="0" y="137"/>
                  </a:cubicBezTo>
                  <a:cubicBezTo>
                    <a:pt x="0" y="174"/>
                    <a:pt x="17" y="207"/>
                    <a:pt x="37" y="224"/>
                  </a:cubicBezTo>
                  <a:cubicBezTo>
                    <a:pt x="70" y="261"/>
                    <a:pt x="103" y="261"/>
                    <a:pt x="120" y="261"/>
                  </a:cubicBezTo>
                  <a:cubicBezTo>
                    <a:pt x="190" y="240"/>
                    <a:pt x="223" y="174"/>
                    <a:pt x="223" y="104"/>
                  </a:cubicBezTo>
                  <a:cubicBezTo>
                    <a:pt x="207" y="71"/>
                    <a:pt x="190" y="34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7" name="Google Shape;24607;p108"/>
            <p:cNvSpPr/>
            <p:nvPr/>
          </p:nvSpPr>
          <p:spPr>
            <a:xfrm>
              <a:off x="5217875" y="27513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1"/>
                  </a:moveTo>
                  <a:cubicBezTo>
                    <a:pt x="104" y="1"/>
                    <a:pt x="71" y="21"/>
                    <a:pt x="50" y="38"/>
                  </a:cubicBezTo>
                  <a:cubicBezTo>
                    <a:pt x="17" y="54"/>
                    <a:pt x="17" y="87"/>
                    <a:pt x="1" y="124"/>
                  </a:cubicBezTo>
                  <a:cubicBezTo>
                    <a:pt x="1" y="157"/>
                    <a:pt x="17" y="190"/>
                    <a:pt x="34" y="227"/>
                  </a:cubicBezTo>
                  <a:cubicBezTo>
                    <a:pt x="50" y="244"/>
                    <a:pt x="71" y="260"/>
                    <a:pt x="104" y="260"/>
                  </a:cubicBezTo>
                  <a:cubicBezTo>
                    <a:pt x="113" y="265"/>
                    <a:pt x="122" y="267"/>
                    <a:pt x="129" y="267"/>
                  </a:cubicBezTo>
                  <a:cubicBezTo>
                    <a:pt x="148" y="267"/>
                    <a:pt x="164" y="256"/>
                    <a:pt x="190" y="244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0" y="38"/>
                    <a:pt x="174" y="21"/>
                    <a:pt x="153" y="21"/>
                  </a:cubicBezTo>
                  <a:cubicBezTo>
                    <a:pt x="153" y="21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8" name="Google Shape;24608;p108"/>
            <p:cNvSpPr/>
            <p:nvPr/>
          </p:nvSpPr>
          <p:spPr>
            <a:xfrm>
              <a:off x="5195925" y="2737175"/>
              <a:ext cx="6100" cy="6425"/>
            </a:xfrm>
            <a:custGeom>
              <a:avLst/>
              <a:gdLst/>
              <a:ahLst/>
              <a:cxnLst/>
              <a:rect l="l" t="t" r="r" b="b"/>
              <a:pathLst>
                <a:path w="244" h="257" extrusionOk="0">
                  <a:moveTo>
                    <a:pt x="103" y="1"/>
                  </a:moveTo>
                  <a:cubicBezTo>
                    <a:pt x="70" y="1"/>
                    <a:pt x="54" y="17"/>
                    <a:pt x="37" y="50"/>
                  </a:cubicBezTo>
                  <a:cubicBezTo>
                    <a:pt x="21" y="87"/>
                    <a:pt x="0" y="120"/>
                    <a:pt x="0" y="153"/>
                  </a:cubicBezTo>
                  <a:cubicBezTo>
                    <a:pt x="21" y="190"/>
                    <a:pt x="37" y="207"/>
                    <a:pt x="54" y="223"/>
                  </a:cubicBezTo>
                  <a:cubicBezTo>
                    <a:pt x="70" y="256"/>
                    <a:pt x="103" y="256"/>
                    <a:pt x="141" y="256"/>
                  </a:cubicBezTo>
                  <a:cubicBezTo>
                    <a:pt x="190" y="240"/>
                    <a:pt x="244" y="174"/>
                    <a:pt x="227" y="104"/>
                  </a:cubicBezTo>
                  <a:cubicBezTo>
                    <a:pt x="227" y="71"/>
                    <a:pt x="207" y="34"/>
                    <a:pt x="190" y="17"/>
                  </a:cubicBezTo>
                  <a:cubicBezTo>
                    <a:pt x="174" y="17"/>
                    <a:pt x="174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9" name="Google Shape;24609;p108"/>
            <p:cNvSpPr/>
            <p:nvPr/>
          </p:nvSpPr>
          <p:spPr>
            <a:xfrm>
              <a:off x="5220050" y="2701600"/>
              <a:ext cx="6400" cy="6425"/>
            </a:xfrm>
            <a:custGeom>
              <a:avLst/>
              <a:gdLst/>
              <a:ahLst/>
              <a:cxnLst/>
              <a:rect l="l" t="t" r="r" b="b"/>
              <a:pathLst>
                <a:path w="256" h="257" extrusionOk="0">
                  <a:moveTo>
                    <a:pt x="127" y="1"/>
                  </a:moveTo>
                  <a:cubicBezTo>
                    <a:pt x="86" y="1"/>
                    <a:pt x="45" y="32"/>
                    <a:pt x="33" y="84"/>
                  </a:cubicBezTo>
                  <a:cubicBezTo>
                    <a:pt x="0" y="154"/>
                    <a:pt x="33" y="220"/>
                    <a:pt x="87" y="257"/>
                  </a:cubicBezTo>
                  <a:lnTo>
                    <a:pt x="136" y="257"/>
                  </a:lnTo>
                  <a:cubicBezTo>
                    <a:pt x="190" y="257"/>
                    <a:pt x="223" y="220"/>
                    <a:pt x="239" y="170"/>
                  </a:cubicBezTo>
                  <a:cubicBezTo>
                    <a:pt x="256" y="133"/>
                    <a:pt x="239" y="84"/>
                    <a:pt x="206" y="51"/>
                  </a:cubicBezTo>
                  <a:cubicBezTo>
                    <a:pt x="206" y="30"/>
                    <a:pt x="190" y="14"/>
                    <a:pt x="169" y="14"/>
                  </a:cubicBezTo>
                  <a:cubicBezTo>
                    <a:pt x="156" y="5"/>
                    <a:pt x="141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0" name="Google Shape;24610;p108"/>
            <p:cNvSpPr/>
            <p:nvPr/>
          </p:nvSpPr>
          <p:spPr>
            <a:xfrm>
              <a:off x="5230350" y="2714075"/>
              <a:ext cx="6425" cy="6700"/>
            </a:xfrm>
            <a:custGeom>
              <a:avLst/>
              <a:gdLst/>
              <a:ahLst/>
              <a:cxnLst/>
              <a:rect l="l" t="t" r="r" b="b"/>
              <a:pathLst>
                <a:path w="257" h="268" extrusionOk="0">
                  <a:moveTo>
                    <a:pt x="127" y="1"/>
                  </a:moveTo>
                  <a:cubicBezTo>
                    <a:pt x="87" y="1"/>
                    <a:pt x="46" y="32"/>
                    <a:pt x="33" y="84"/>
                  </a:cubicBezTo>
                  <a:cubicBezTo>
                    <a:pt x="0" y="150"/>
                    <a:pt x="33" y="236"/>
                    <a:pt x="87" y="253"/>
                  </a:cubicBezTo>
                  <a:cubicBezTo>
                    <a:pt x="105" y="263"/>
                    <a:pt x="122" y="267"/>
                    <a:pt x="138" y="267"/>
                  </a:cubicBezTo>
                  <a:cubicBezTo>
                    <a:pt x="181" y="267"/>
                    <a:pt x="216" y="235"/>
                    <a:pt x="240" y="187"/>
                  </a:cubicBezTo>
                  <a:cubicBezTo>
                    <a:pt x="256" y="117"/>
                    <a:pt x="223" y="30"/>
                    <a:pt x="169" y="14"/>
                  </a:cubicBezTo>
                  <a:cubicBezTo>
                    <a:pt x="156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1" name="Google Shape;24611;p108"/>
            <p:cNvSpPr/>
            <p:nvPr/>
          </p:nvSpPr>
          <p:spPr>
            <a:xfrm>
              <a:off x="5218300" y="2719150"/>
              <a:ext cx="6000" cy="6375"/>
            </a:xfrm>
            <a:custGeom>
              <a:avLst/>
              <a:gdLst/>
              <a:ahLst/>
              <a:cxnLst/>
              <a:rect l="l" t="t" r="r" b="b"/>
              <a:pathLst>
                <a:path w="240" h="255" extrusionOk="0">
                  <a:moveTo>
                    <a:pt x="157" y="0"/>
                  </a:moveTo>
                  <a:cubicBezTo>
                    <a:pt x="120" y="0"/>
                    <a:pt x="87" y="0"/>
                    <a:pt x="70" y="17"/>
                  </a:cubicBezTo>
                  <a:cubicBezTo>
                    <a:pt x="33" y="33"/>
                    <a:pt x="17" y="50"/>
                    <a:pt x="17" y="87"/>
                  </a:cubicBezTo>
                  <a:cubicBezTo>
                    <a:pt x="0" y="103"/>
                    <a:pt x="0" y="136"/>
                    <a:pt x="17" y="173"/>
                  </a:cubicBezTo>
                  <a:cubicBezTo>
                    <a:pt x="17" y="206"/>
                    <a:pt x="54" y="239"/>
                    <a:pt x="70" y="239"/>
                  </a:cubicBezTo>
                  <a:cubicBezTo>
                    <a:pt x="88" y="250"/>
                    <a:pt x="105" y="254"/>
                    <a:pt x="121" y="254"/>
                  </a:cubicBezTo>
                  <a:cubicBezTo>
                    <a:pt x="164" y="254"/>
                    <a:pt x="199" y="221"/>
                    <a:pt x="223" y="173"/>
                  </a:cubicBezTo>
                  <a:cubicBezTo>
                    <a:pt x="239" y="103"/>
                    <a:pt x="206" y="33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2" name="Google Shape;24612;p108"/>
            <p:cNvSpPr/>
            <p:nvPr/>
          </p:nvSpPr>
          <p:spPr>
            <a:xfrm>
              <a:off x="5235100" y="26993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6" y="1"/>
                  </a:moveTo>
                  <a:cubicBezTo>
                    <a:pt x="103" y="1"/>
                    <a:pt x="66" y="1"/>
                    <a:pt x="50" y="17"/>
                  </a:cubicBezTo>
                  <a:cubicBezTo>
                    <a:pt x="0" y="71"/>
                    <a:pt x="0" y="157"/>
                    <a:pt x="33" y="207"/>
                  </a:cubicBezTo>
                  <a:cubicBezTo>
                    <a:pt x="50" y="244"/>
                    <a:pt x="83" y="260"/>
                    <a:pt x="103" y="260"/>
                  </a:cubicBezTo>
                  <a:cubicBezTo>
                    <a:pt x="136" y="260"/>
                    <a:pt x="169" y="260"/>
                    <a:pt x="186" y="223"/>
                  </a:cubicBezTo>
                  <a:cubicBezTo>
                    <a:pt x="206" y="207"/>
                    <a:pt x="223" y="174"/>
                    <a:pt x="223" y="141"/>
                  </a:cubicBezTo>
                  <a:cubicBezTo>
                    <a:pt x="239" y="104"/>
                    <a:pt x="223" y="71"/>
                    <a:pt x="206" y="54"/>
                  </a:cubicBezTo>
                  <a:cubicBezTo>
                    <a:pt x="186" y="38"/>
                    <a:pt x="169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3" name="Google Shape;24613;p108"/>
            <p:cNvSpPr/>
            <p:nvPr/>
          </p:nvSpPr>
          <p:spPr>
            <a:xfrm>
              <a:off x="5197675" y="2769500"/>
              <a:ext cx="6000" cy="6775"/>
            </a:xfrm>
            <a:custGeom>
              <a:avLst/>
              <a:gdLst/>
              <a:ahLst/>
              <a:cxnLst/>
              <a:rect l="l" t="t" r="r" b="b"/>
              <a:pathLst>
                <a:path w="240" h="271" extrusionOk="0">
                  <a:moveTo>
                    <a:pt x="128" y="0"/>
                  </a:moveTo>
                  <a:cubicBezTo>
                    <a:pt x="87" y="0"/>
                    <a:pt x="48" y="33"/>
                    <a:pt x="33" y="81"/>
                  </a:cubicBezTo>
                  <a:cubicBezTo>
                    <a:pt x="0" y="151"/>
                    <a:pt x="33" y="237"/>
                    <a:pt x="87" y="254"/>
                  </a:cubicBezTo>
                  <a:cubicBezTo>
                    <a:pt x="104" y="270"/>
                    <a:pt x="120" y="270"/>
                    <a:pt x="137" y="270"/>
                  </a:cubicBezTo>
                  <a:cubicBezTo>
                    <a:pt x="174" y="254"/>
                    <a:pt x="223" y="237"/>
                    <a:pt x="240" y="184"/>
                  </a:cubicBezTo>
                  <a:cubicBezTo>
                    <a:pt x="240" y="134"/>
                    <a:pt x="240" y="81"/>
                    <a:pt x="207" y="48"/>
                  </a:cubicBezTo>
                  <a:cubicBezTo>
                    <a:pt x="207" y="31"/>
                    <a:pt x="190" y="15"/>
                    <a:pt x="174" y="15"/>
                  </a:cubicBezTo>
                  <a:cubicBezTo>
                    <a:pt x="159" y="5"/>
                    <a:pt x="143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4" name="Google Shape;24614;p108"/>
            <p:cNvSpPr/>
            <p:nvPr/>
          </p:nvSpPr>
          <p:spPr>
            <a:xfrm>
              <a:off x="5210975" y="27354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37" y="17"/>
                    <a:pt x="0" y="87"/>
                    <a:pt x="17" y="157"/>
                  </a:cubicBezTo>
                  <a:cubicBezTo>
                    <a:pt x="17" y="190"/>
                    <a:pt x="37" y="223"/>
                    <a:pt x="70" y="244"/>
                  </a:cubicBezTo>
                  <a:cubicBezTo>
                    <a:pt x="87" y="260"/>
                    <a:pt x="103" y="260"/>
                    <a:pt x="140" y="260"/>
                  </a:cubicBezTo>
                  <a:cubicBezTo>
                    <a:pt x="173" y="260"/>
                    <a:pt x="190" y="244"/>
                    <a:pt x="206" y="207"/>
                  </a:cubicBezTo>
                  <a:cubicBezTo>
                    <a:pt x="223" y="174"/>
                    <a:pt x="244" y="141"/>
                    <a:pt x="223" y="104"/>
                  </a:cubicBezTo>
                  <a:cubicBezTo>
                    <a:pt x="223" y="71"/>
                    <a:pt x="206" y="54"/>
                    <a:pt x="190" y="17"/>
                  </a:cubicBezTo>
                  <a:cubicBezTo>
                    <a:pt x="173" y="17"/>
                    <a:pt x="173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5" name="Google Shape;24615;p108"/>
            <p:cNvSpPr/>
            <p:nvPr/>
          </p:nvSpPr>
          <p:spPr>
            <a:xfrm>
              <a:off x="5191700" y="27560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103" y="0"/>
                  </a:moveTo>
                  <a:cubicBezTo>
                    <a:pt x="33" y="0"/>
                    <a:pt x="0" y="70"/>
                    <a:pt x="0" y="140"/>
                  </a:cubicBezTo>
                  <a:cubicBezTo>
                    <a:pt x="17" y="173"/>
                    <a:pt x="33" y="206"/>
                    <a:pt x="50" y="223"/>
                  </a:cubicBezTo>
                  <a:cubicBezTo>
                    <a:pt x="66" y="260"/>
                    <a:pt x="103" y="260"/>
                    <a:pt x="136" y="260"/>
                  </a:cubicBezTo>
                  <a:cubicBezTo>
                    <a:pt x="153" y="244"/>
                    <a:pt x="190" y="223"/>
                    <a:pt x="206" y="206"/>
                  </a:cubicBezTo>
                  <a:cubicBezTo>
                    <a:pt x="223" y="173"/>
                    <a:pt x="223" y="140"/>
                    <a:pt x="223" y="103"/>
                  </a:cubicBezTo>
                  <a:cubicBezTo>
                    <a:pt x="223" y="70"/>
                    <a:pt x="206" y="37"/>
                    <a:pt x="190" y="17"/>
                  </a:cubicBezTo>
                  <a:cubicBezTo>
                    <a:pt x="169" y="17"/>
                    <a:pt x="169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6" name="Google Shape;24616;p108"/>
            <p:cNvSpPr/>
            <p:nvPr/>
          </p:nvSpPr>
          <p:spPr>
            <a:xfrm>
              <a:off x="5088625" y="2632600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19" y="1"/>
                  </a:moveTo>
                  <a:cubicBezTo>
                    <a:pt x="102" y="1"/>
                    <a:pt x="81" y="13"/>
                    <a:pt x="66" y="28"/>
                  </a:cubicBezTo>
                  <a:cubicBezTo>
                    <a:pt x="17" y="77"/>
                    <a:pt x="0" y="164"/>
                    <a:pt x="50" y="213"/>
                  </a:cubicBezTo>
                  <a:cubicBezTo>
                    <a:pt x="66" y="234"/>
                    <a:pt x="87" y="251"/>
                    <a:pt x="120" y="267"/>
                  </a:cubicBezTo>
                  <a:cubicBezTo>
                    <a:pt x="153" y="267"/>
                    <a:pt x="169" y="251"/>
                    <a:pt x="207" y="234"/>
                  </a:cubicBezTo>
                  <a:cubicBezTo>
                    <a:pt x="223" y="213"/>
                    <a:pt x="240" y="180"/>
                    <a:pt x="240" y="147"/>
                  </a:cubicBezTo>
                  <a:cubicBezTo>
                    <a:pt x="240" y="110"/>
                    <a:pt x="240" y="77"/>
                    <a:pt x="223" y="44"/>
                  </a:cubicBezTo>
                  <a:cubicBezTo>
                    <a:pt x="207" y="28"/>
                    <a:pt x="190" y="28"/>
                    <a:pt x="169" y="7"/>
                  </a:cubicBezTo>
                  <a:lnTo>
                    <a:pt x="136" y="7"/>
                  </a:lnTo>
                  <a:cubicBezTo>
                    <a:pt x="132" y="3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7" name="Google Shape;24617;p108"/>
            <p:cNvSpPr/>
            <p:nvPr/>
          </p:nvSpPr>
          <p:spPr>
            <a:xfrm>
              <a:off x="5092025" y="2662125"/>
              <a:ext cx="6525" cy="6475"/>
            </a:xfrm>
            <a:custGeom>
              <a:avLst/>
              <a:gdLst/>
              <a:ahLst/>
              <a:cxnLst/>
              <a:rect l="l" t="t" r="r" b="b"/>
              <a:pathLst>
                <a:path w="261" h="259" extrusionOk="0">
                  <a:moveTo>
                    <a:pt x="129" y="1"/>
                  </a:moveTo>
                  <a:cubicBezTo>
                    <a:pt x="88" y="1"/>
                    <a:pt x="49" y="32"/>
                    <a:pt x="33" y="84"/>
                  </a:cubicBezTo>
                  <a:cubicBezTo>
                    <a:pt x="0" y="150"/>
                    <a:pt x="33" y="220"/>
                    <a:pt x="87" y="253"/>
                  </a:cubicBezTo>
                  <a:cubicBezTo>
                    <a:pt x="104" y="257"/>
                    <a:pt x="119" y="259"/>
                    <a:pt x="133" y="259"/>
                  </a:cubicBezTo>
                  <a:cubicBezTo>
                    <a:pt x="180" y="259"/>
                    <a:pt x="214" y="237"/>
                    <a:pt x="240" y="187"/>
                  </a:cubicBezTo>
                  <a:cubicBezTo>
                    <a:pt x="260" y="117"/>
                    <a:pt x="223" y="30"/>
                    <a:pt x="174" y="14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8" name="Google Shape;24618;p108"/>
            <p:cNvSpPr/>
            <p:nvPr/>
          </p:nvSpPr>
          <p:spPr>
            <a:xfrm>
              <a:off x="5096350" y="2742575"/>
              <a:ext cx="6000" cy="6700"/>
            </a:xfrm>
            <a:custGeom>
              <a:avLst/>
              <a:gdLst/>
              <a:ahLst/>
              <a:cxnLst/>
              <a:rect l="l" t="t" r="r" b="b"/>
              <a:pathLst>
                <a:path w="240" h="268" extrusionOk="0">
                  <a:moveTo>
                    <a:pt x="120" y="0"/>
                  </a:moveTo>
                  <a:cubicBezTo>
                    <a:pt x="115" y="0"/>
                    <a:pt x="109" y="2"/>
                    <a:pt x="104" y="7"/>
                  </a:cubicBezTo>
                  <a:lnTo>
                    <a:pt x="67" y="7"/>
                  </a:lnTo>
                  <a:cubicBezTo>
                    <a:pt x="17" y="24"/>
                    <a:pt x="1" y="94"/>
                    <a:pt x="1" y="143"/>
                  </a:cubicBezTo>
                  <a:cubicBezTo>
                    <a:pt x="17" y="181"/>
                    <a:pt x="17" y="214"/>
                    <a:pt x="50" y="230"/>
                  </a:cubicBezTo>
                  <a:cubicBezTo>
                    <a:pt x="67" y="247"/>
                    <a:pt x="104" y="267"/>
                    <a:pt x="137" y="267"/>
                  </a:cubicBezTo>
                  <a:cubicBezTo>
                    <a:pt x="190" y="247"/>
                    <a:pt x="240" y="181"/>
                    <a:pt x="223" y="110"/>
                  </a:cubicBezTo>
                  <a:cubicBezTo>
                    <a:pt x="223" y="94"/>
                    <a:pt x="223" y="94"/>
                    <a:pt x="207" y="78"/>
                  </a:cubicBezTo>
                  <a:cubicBezTo>
                    <a:pt x="207" y="40"/>
                    <a:pt x="190" y="24"/>
                    <a:pt x="153" y="7"/>
                  </a:cubicBezTo>
                  <a:cubicBezTo>
                    <a:pt x="142" y="7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9" name="Google Shape;24619;p108"/>
            <p:cNvSpPr/>
            <p:nvPr/>
          </p:nvSpPr>
          <p:spPr>
            <a:xfrm>
              <a:off x="5092850" y="2709900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7" y="0"/>
                  </a:moveTo>
                  <a:cubicBezTo>
                    <a:pt x="119" y="0"/>
                    <a:pt x="110" y="2"/>
                    <a:pt x="104" y="7"/>
                  </a:cubicBezTo>
                  <a:cubicBezTo>
                    <a:pt x="54" y="7"/>
                    <a:pt x="0" y="78"/>
                    <a:pt x="21" y="148"/>
                  </a:cubicBezTo>
                  <a:cubicBezTo>
                    <a:pt x="21" y="181"/>
                    <a:pt x="38" y="214"/>
                    <a:pt x="54" y="234"/>
                  </a:cubicBezTo>
                  <a:cubicBezTo>
                    <a:pt x="87" y="251"/>
                    <a:pt x="124" y="267"/>
                    <a:pt x="141" y="267"/>
                  </a:cubicBezTo>
                  <a:cubicBezTo>
                    <a:pt x="174" y="251"/>
                    <a:pt x="190" y="234"/>
                    <a:pt x="207" y="214"/>
                  </a:cubicBezTo>
                  <a:cubicBezTo>
                    <a:pt x="227" y="181"/>
                    <a:pt x="244" y="148"/>
                    <a:pt x="244" y="111"/>
                  </a:cubicBezTo>
                  <a:cubicBezTo>
                    <a:pt x="227" y="78"/>
                    <a:pt x="207" y="45"/>
                    <a:pt x="190" y="28"/>
                  </a:cubicBezTo>
                  <a:lnTo>
                    <a:pt x="174" y="7"/>
                  </a:lnTo>
                  <a:cubicBezTo>
                    <a:pt x="163" y="7"/>
                    <a:pt x="144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0" name="Google Shape;24620;p108"/>
            <p:cNvSpPr/>
            <p:nvPr/>
          </p:nvSpPr>
          <p:spPr>
            <a:xfrm>
              <a:off x="5086050" y="2682250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3" y="0"/>
                  </a:moveTo>
                  <a:cubicBezTo>
                    <a:pt x="33" y="17"/>
                    <a:pt x="0" y="66"/>
                    <a:pt x="17" y="153"/>
                  </a:cubicBezTo>
                  <a:cubicBezTo>
                    <a:pt x="17" y="214"/>
                    <a:pt x="54" y="259"/>
                    <a:pt x="110" y="259"/>
                  </a:cubicBezTo>
                  <a:cubicBezTo>
                    <a:pt x="118" y="259"/>
                    <a:pt x="127" y="258"/>
                    <a:pt x="136" y="256"/>
                  </a:cubicBezTo>
                  <a:cubicBezTo>
                    <a:pt x="169" y="256"/>
                    <a:pt x="190" y="239"/>
                    <a:pt x="206" y="206"/>
                  </a:cubicBezTo>
                  <a:cubicBezTo>
                    <a:pt x="223" y="169"/>
                    <a:pt x="239" y="136"/>
                    <a:pt x="223" y="103"/>
                  </a:cubicBezTo>
                  <a:cubicBezTo>
                    <a:pt x="223" y="66"/>
                    <a:pt x="206" y="50"/>
                    <a:pt x="190" y="17"/>
                  </a:cubicBezTo>
                  <a:cubicBezTo>
                    <a:pt x="169" y="17"/>
                    <a:pt x="169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1" name="Google Shape;24621;p108"/>
            <p:cNvSpPr/>
            <p:nvPr/>
          </p:nvSpPr>
          <p:spPr>
            <a:xfrm>
              <a:off x="5084700" y="2697700"/>
              <a:ext cx="5600" cy="6425"/>
            </a:xfrm>
            <a:custGeom>
              <a:avLst/>
              <a:gdLst/>
              <a:ahLst/>
              <a:cxnLst/>
              <a:rect l="l" t="t" r="r" b="b"/>
              <a:pathLst>
                <a:path w="224" h="257" extrusionOk="0">
                  <a:moveTo>
                    <a:pt x="87" y="1"/>
                  </a:moveTo>
                  <a:cubicBezTo>
                    <a:pt x="38" y="17"/>
                    <a:pt x="1" y="67"/>
                    <a:pt x="1" y="153"/>
                  </a:cubicBezTo>
                  <a:cubicBezTo>
                    <a:pt x="1" y="186"/>
                    <a:pt x="17" y="207"/>
                    <a:pt x="54" y="223"/>
                  </a:cubicBezTo>
                  <a:cubicBezTo>
                    <a:pt x="71" y="256"/>
                    <a:pt x="104" y="256"/>
                    <a:pt x="120" y="256"/>
                  </a:cubicBezTo>
                  <a:cubicBezTo>
                    <a:pt x="157" y="256"/>
                    <a:pt x="190" y="223"/>
                    <a:pt x="207" y="207"/>
                  </a:cubicBezTo>
                  <a:cubicBezTo>
                    <a:pt x="223" y="170"/>
                    <a:pt x="223" y="137"/>
                    <a:pt x="223" y="104"/>
                  </a:cubicBezTo>
                  <a:cubicBezTo>
                    <a:pt x="223" y="67"/>
                    <a:pt x="207" y="34"/>
                    <a:pt x="174" y="17"/>
                  </a:cubicBezTo>
                  <a:cubicBezTo>
                    <a:pt x="174" y="17"/>
                    <a:pt x="157" y="17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2" name="Google Shape;24622;p108"/>
            <p:cNvSpPr/>
            <p:nvPr/>
          </p:nvSpPr>
          <p:spPr>
            <a:xfrm>
              <a:off x="5072225" y="2652400"/>
              <a:ext cx="6125" cy="6525"/>
            </a:xfrm>
            <a:custGeom>
              <a:avLst/>
              <a:gdLst/>
              <a:ahLst/>
              <a:cxnLst/>
              <a:rect l="l" t="t" r="r" b="b"/>
              <a:pathLst>
                <a:path w="245" h="261" extrusionOk="0">
                  <a:moveTo>
                    <a:pt x="128" y="0"/>
                  </a:moveTo>
                  <a:cubicBezTo>
                    <a:pt x="103" y="0"/>
                    <a:pt x="78" y="12"/>
                    <a:pt x="54" y="23"/>
                  </a:cubicBezTo>
                  <a:cubicBezTo>
                    <a:pt x="38" y="23"/>
                    <a:pt x="21" y="60"/>
                    <a:pt x="1" y="77"/>
                  </a:cubicBezTo>
                  <a:lnTo>
                    <a:pt x="1" y="164"/>
                  </a:lnTo>
                  <a:cubicBezTo>
                    <a:pt x="21" y="213"/>
                    <a:pt x="38" y="230"/>
                    <a:pt x="71" y="246"/>
                  </a:cubicBezTo>
                  <a:cubicBezTo>
                    <a:pt x="86" y="256"/>
                    <a:pt x="101" y="261"/>
                    <a:pt x="116" y="261"/>
                  </a:cubicBezTo>
                  <a:cubicBezTo>
                    <a:pt x="157" y="261"/>
                    <a:pt x="195" y="228"/>
                    <a:pt x="207" y="180"/>
                  </a:cubicBezTo>
                  <a:cubicBezTo>
                    <a:pt x="244" y="110"/>
                    <a:pt x="207" y="40"/>
                    <a:pt x="158" y="7"/>
                  </a:cubicBezTo>
                  <a:cubicBezTo>
                    <a:pt x="148" y="2"/>
                    <a:pt x="138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3" name="Google Shape;24623;p108"/>
            <p:cNvSpPr/>
            <p:nvPr/>
          </p:nvSpPr>
          <p:spPr>
            <a:xfrm>
              <a:off x="5077900" y="271265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67" y="1"/>
                    <a:pt x="50" y="38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0" y="244"/>
                    <a:pt x="83" y="260"/>
                    <a:pt x="104" y="260"/>
                  </a:cubicBezTo>
                  <a:cubicBezTo>
                    <a:pt x="137" y="260"/>
                    <a:pt x="170" y="260"/>
                    <a:pt x="186" y="227"/>
                  </a:cubicBezTo>
                  <a:cubicBezTo>
                    <a:pt x="207" y="207"/>
                    <a:pt x="223" y="174"/>
                    <a:pt x="223" y="141"/>
                  </a:cubicBezTo>
                  <a:cubicBezTo>
                    <a:pt x="240" y="104"/>
                    <a:pt x="223" y="71"/>
                    <a:pt x="207" y="54"/>
                  </a:cubicBezTo>
                  <a:cubicBezTo>
                    <a:pt x="186" y="38"/>
                    <a:pt x="170" y="2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4" name="Google Shape;24624;p108"/>
            <p:cNvSpPr/>
            <p:nvPr/>
          </p:nvSpPr>
          <p:spPr>
            <a:xfrm>
              <a:off x="5080900" y="2742750"/>
              <a:ext cx="6000" cy="6925"/>
            </a:xfrm>
            <a:custGeom>
              <a:avLst/>
              <a:gdLst/>
              <a:ahLst/>
              <a:cxnLst/>
              <a:rect l="l" t="t" r="r" b="b"/>
              <a:pathLst>
                <a:path w="240" h="277" extrusionOk="0">
                  <a:moveTo>
                    <a:pt x="120" y="0"/>
                  </a:moveTo>
                  <a:cubicBezTo>
                    <a:pt x="103" y="0"/>
                    <a:pt x="66" y="17"/>
                    <a:pt x="50" y="33"/>
                  </a:cubicBezTo>
                  <a:cubicBezTo>
                    <a:pt x="0" y="87"/>
                    <a:pt x="0" y="157"/>
                    <a:pt x="33" y="223"/>
                  </a:cubicBezTo>
                  <a:cubicBezTo>
                    <a:pt x="50" y="240"/>
                    <a:pt x="66" y="260"/>
                    <a:pt x="103" y="277"/>
                  </a:cubicBezTo>
                  <a:cubicBezTo>
                    <a:pt x="136" y="277"/>
                    <a:pt x="153" y="260"/>
                    <a:pt x="190" y="240"/>
                  </a:cubicBezTo>
                  <a:cubicBezTo>
                    <a:pt x="239" y="190"/>
                    <a:pt x="239" y="103"/>
                    <a:pt x="206" y="54"/>
                  </a:cubicBezTo>
                  <a:cubicBezTo>
                    <a:pt x="190" y="33"/>
                    <a:pt x="169" y="17"/>
                    <a:pt x="153" y="17"/>
                  </a:cubicBezTo>
                  <a:cubicBezTo>
                    <a:pt x="153" y="17"/>
                    <a:pt x="136" y="1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5" name="Google Shape;24625;p108"/>
            <p:cNvSpPr/>
            <p:nvPr/>
          </p:nvSpPr>
          <p:spPr>
            <a:xfrm>
              <a:off x="5073975" y="2634825"/>
              <a:ext cx="6025" cy="6625"/>
            </a:xfrm>
            <a:custGeom>
              <a:avLst/>
              <a:gdLst/>
              <a:ahLst/>
              <a:cxnLst/>
              <a:rect l="l" t="t" r="r" b="b"/>
              <a:pathLst>
                <a:path w="241" h="265" extrusionOk="0">
                  <a:moveTo>
                    <a:pt x="140" y="1"/>
                  </a:moveTo>
                  <a:cubicBezTo>
                    <a:pt x="88" y="1"/>
                    <a:pt x="48" y="33"/>
                    <a:pt x="17" y="91"/>
                  </a:cubicBezTo>
                  <a:cubicBezTo>
                    <a:pt x="1" y="162"/>
                    <a:pt x="34" y="228"/>
                    <a:pt x="88" y="248"/>
                  </a:cubicBezTo>
                  <a:cubicBezTo>
                    <a:pt x="104" y="265"/>
                    <a:pt x="121" y="265"/>
                    <a:pt x="137" y="265"/>
                  </a:cubicBezTo>
                  <a:cubicBezTo>
                    <a:pt x="174" y="265"/>
                    <a:pt x="224" y="228"/>
                    <a:pt x="224" y="178"/>
                  </a:cubicBezTo>
                  <a:cubicBezTo>
                    <a:pt x="240" y="124"/>
                    <a:pt x="240" y="75"/>
                    <a:pt x="207" y="42"/>
                  </a:cubicBezTo>
                  <a:cubicBezTo>
                    <a:pt x="207" y="21"/>
                    <a:pt x="191" y="21"/>
                    <a:pt x="174" y="5"/>
                  </a:cubicBezTo>
                  <a:cubicBezTo>
                    <a:pt x="162" y="2"/>
                    <a:pt x="151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6" name="Google Shape;24626;p108"/>
            <p:cNvSpPr/>
            <p:nvPr/>
          </p:nvSpPr>
          <p:spPr>
            <a:xfrm>
              <a:off x="5112650" y="2690375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67"/>
                    <a:pt x="0" y="154"/>
                  </a:cubicBezTo>
                  <a:cubicBezTo>
                    <a:pt x="17" y="191"/>
                    <a:pt x="17" y="207"/>
                    <a:pt x="54" y="224"/>
                  </a:cubicBezTo>
                  <a:cubicBezTo>
                    <a:pt x="70" y="257"/>
                    <a:pt x="103" y="257"/>
                    <a:pt x="136" y="257"/>
                  </a:cubicBezTo>
                  <a:cubicBezTo>
                    <a:pt x="190" y="240"/>
                    <a:pt x="239" y="170"/>
                    <a:pt x="223" y="104"/>
                  </a:cubicBezTo>
                  <a:cubicBezTo>
                    <a:pt x="223" y="67"/>
                    <a:pt x="206" y="34"/>
                    <a:pt x="173" y="17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7" name="Google Shape;24627;p108"/>
            <p:cNvSpPr/>
            <p:nvPr/>
          </p:nvSpPr>
          <p:spPr>
            <a:xfrm>
              <a:off x="5111400" y="2737600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0"/>
                  </a:moveTo>
                  <a:cubicBezTo>
                    <a:pt x="120" y="0"/>
                    <a:pt x="83" y="0"/>
                    <a:pt x="67" y="33"/>
                  </a:cubicBezTo>
                  <a:cubicBezTo>
                    <a:pt x="17" y="70"/>
                    <a:pt x="1" y="157"/>
                    <a:pt x="50" y="206"/>
                  </a:cubicBezTo>
                  <a:cubicBezTo>
                    <a:pt x="67" y="239"/>
                    <a:pt x="83" y="260"/>
                    <a:pt x="120" y="260"/>
                  </a:cubicBezTo>
                  <a:cubicBezTo>
                    <a:pt x="153" y="260"/>
                    <a:pt x="170" y="260"/>
                    <a:pt x="207" y="239"/>
                  </a:cubicBezTo>
                  <a:cubicBezTo>
                    <a:pt x="223" y="206"/>
                    <a:pt x="240" y="173"/>
                    <a:pt x="240" y="136"/>
                  </a:cubicBezTo>
                  <a:cubicBezTo>
                    <a:pt x="240" y="103"/>
                    <a:pt x="240" y="70"/>
                    <a:pt x="223" y="54"/>
                  </a:cubicBezTo>
                  <a:cubicBezTo>
                    <a:pt x="207" y="33"/>
                    <a:pt x="186" y="17"/>
                    <a:pt x="170" y="17"/>
                  </a:cubicBezTo>
                  <a:cubicBezTo>
                    <a:pt x="170" y="0"/>
                    <a:pt x="153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8" name="Google Shape;24628;p108"/>
            <p:cNvSpPr/>
            <p:nvPr/>
          </p:nvSpPr>
          <p:spPr>
            <a:xfrm>
              <a:off x="5113975" y="2674375"/>
              <a:ext cx="6425" cy="6475"/>
            </a:xfrm>
            <a:custGeom>
              <a:avLst/>
              <a:gdLst/>
              <a:ahLst/>
              <a:cxnLst/>
              <a:rect l="l" t="t" r="r" b="b"/>
              <a:pathLst>
                <a:path w="257" h="259" extrusionOk="0">
                  <a:moveTo>
                    <a:pt x="139" y="0"/>
                  </a:moveTo>
                  <a:cubicBezTo>
                    <a:pt x="95" y="0"/>
                    <a:pt x="47" y="32"/>
                    <a:pt x="34" y="72"/>
                  </a:cubicBezTo>
                  <a:cubicBezTo>
                    <a:pt x="1" y="142"/>
                    <a:pt x="34" y="229"/>
                    <a:pt x="83" y="245"/>
                  </a:cubicBezTo>
                  <a:cubicBezTo>
                    <a:pt x="102" y="254"/>
                    <a:pt x="119" y="258"/>
                    <a:pt x="135" y="258"/>
                  </a:cubicBezTo>
                  <a:cubicBezTo>
                    <a:pt x="180" y="258"/>
                    <a:pt x="216" y="227"/>
                    <a:pt x="240" y="175"/>
                  </a:cubicBezTo>
                  <a:cubicBezTo>
                    <a:pt x="256" y="109"/>
                    <a:pt x="223" y="39"/>
                    <a:pt x="170" y="6"/>
                  </a:cubicBezTo>
                  <a:cubicBezTo>
                    <a:pt x="160" y="2"/>
                    <a:pt x="150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9" name="Google Shape;24629;p108"/>
            <p:cNvSpPr/>
            <p:nvPr/>
          </p:nvSpPr>
          <p:spPr>
            <a:xfrm>
              <a:off x="5121700" y="27501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1" y="1"/>
                  </a:moveTo>
                  <a:cubicBezTo>
                    <a:pt x="71" y="1"/>
                    <a:pt x="29" y="32"/>
                    <a:pt x="17" y="84"/>
                  </a:cubicBezTo>
                  <a:cubicBezTo>
                    <a:pt x="1" y="100"/>
                    <a:pt x="1" y="117"/>
                    <a:pt x="1" y="133"/>
                  </a:cubicBezTo>
                  <a:cubicBezTo>
                    <a:pt x="17" y="187"/>
                    <a:pt x="34" y="236"/>
                    <a:pt x="67" y="253"/>
                  </a:cubicBezTo>
                  <a:cubicBezTo>
                    <a:pt x="82" y="258"/>
                    <a:pt x="95" y="261"/>
                    <a:pt x="107" y="261"/>
                  </a:cubicBezTo>
                  <a:cubicBezTo>
                    <a:pt x="139" y="261"/>
                    <a:pt x="163" y="244"/>
                    <a:pt x="186" y="220"/>
                  </a:cubicBezTo>
                  <a:cubicBezTo>
                    <a:pt x="207" y="203"/>
                    <a:pt x="207" y="203"/>
                    <a:pt x="224" y="170"/>
                  </a:cubicBezTo>
                  <a:cubicBezTo>
                    <a:pt x="240" y="100"/>
                    <a:pt x="207" y="30"/>
                    <a:pt x="153" y="14"/>
                  </a:cubicBezTo>
                  <a:cubicBezTo>
                    <a:pt x="140" y="5"/>
                    <a:pt x="126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0" name="Google Shape;24630;p108"/>
            <p:cNvSpPr/>
            <p:nvPr/>
          </p:nvSpPr>
          <p:spPr>
            <a:xfrm>
              <a:off x="5101100" y="2725125"/>
              <a:ext cx="5575" cy="6675"/>
            </a:xfrm>
            <a:custGeom>
              <a:avLst/>
              <a:gdLst/>
              <a:ahLst/>
              <a:cxnLst/>
              <a:rect l="l" t="t" r="r" b="b"/>
              <a:pathLst>
                <a:path w="223" h="267" extrusionOk="0">
                  <a:moveTo>
                    <a:pt x="103" y="0"/>
                  </a:moveTo>
                  <a:cubicBezTo>
                    <a:pt x="66" y="17"/>
                    <a:pt x="33" y="38"/>
                    <a:pt x="17" y="54"/>
                  </a:cubicBezTo>
                  <a:cubicBezTo>
                    <a:pt x="0" y="87"/>
                    <a:pt x="0" y="120"/>
                    <a:pt x="0" y="157"/>
                  </a:cubicBezTo>
                  <a:cubicBezTo>
                    <a:pt x="0" y="190"/>
                    <a:pt x="17" y="223"/>
                    <a:pt x="50" y="244"/>
                  </a:cubicBezTo>
                  <a:cubicBezTo>
                    <a:pt x="61" y="255"/>
                    <a:pt x="83" y="267"/>
                    <a:pt x="101" y="267"/>
                  </a:cubicBezTo>
                  <a:cubicBezTo>
                    <a:pt x="108" y="267"/>
                    <a:pt x="115" y="265"/>
                    <a:pt x="120" y="260"/>
                  </a:cubicBezTo>
                  <a:cubicBezTo>
                    <a:pt x="186" y="260"/>
                    <a:pt x="223" y="190"/>
                    <a:pt x="223" y="120"/>
                  </a:cubicBezTo>
                  <a:cubicBezTo>
                    <a:pt x="223" y="87"/>
                    <a:pt x="206" y="54"/>
                    <a:pt x="169" y="38"/>
                  </a:cubicBezTo>
                  <a:cubicBezTo>
                    <a:pt x="169" y="17"/>
                    <a:pt x="153" y="17"/>
                    <a:pt x="153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1" name="Google Shape;24631;p108"/>
            <p:cNvSpPr/>
            <p:nvPr/>
          </p:nvSpPr>
          <p:spPr>
            <a:xfrm>
              <a:off x="5110050" y="2710075"/>
              <a:ext cx="6025" cy="6575"/>
            </a:xfrm>
            <a:custGeom>
              <a:avLst/>
              <a:gdLst/>
              <a:ahLst/>
              <a:cxnLst/>
              <a:rect l="l" t="t" r="r" b="b"/>
              <a:pathLst>
                <a:path w="241" h="263" extrusionOk="0">
                  <a:moveTo>
                    <a:pt x="137" y="0"/>
                  </a:moveTo>
                  <a:cubicBezTo>
                    <a:pt x="104" y="0"/>
                    <a:pt x="71" y="0"/>
                    <a:pt x="55" y="38"/>
                  </a:cubicBezTo>
                  <a:cubicBezTo>
                    <a:pt x="34" y="54"/>
                    <a:pt x="17" y="87"/>
                    <a:pt x="17" y="124"/>
                  </a:cubicBezTo>
                  <a:cubicBezTo>
                    <a:pt x="1" y="157"/>
                    <a:pt x="17" y="190"/>
                    <a:pt x="34" y="207"/>
                  </a:cubicBezTo>
                  <a:cubicBezTo>
                    <a:pt x="54" y="245"/>
                    <a:pt x="83" y="262"/>
                    <a:pt x="113" y="262"/>
                  </a:cubicBezTo>
                  <a:cubicBezTo>
                    <a:pt x="139" y="262"/>
                    <a:pt x="166" y="250"/>
                    <a:pt x="191" y="227"/>
                  </a:cubicBezTo>
                  <a:cubicBezTo>
                    <a:pt x="240" y="190"/>
                    <a:pt x="240" y="104"/>
                    <a:pt x="207" y="54"/>
                  </a:cubicBezTo>
                  <a:cubicBezTo>
                    <a:pt x="191" y="38"/>
                    <a:pt x="174" y="21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2" name="Google Shape;24632;p108"/>
            <p:cNvSpPr/>
            <p:nvPr/>
          </p:nvSpPr>
          <p:spPr>
            <a:xfrm>
              <a:off x="5101500" y="26297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87" y="1"/>
                    <a:pt x="50" y="17"/>
                    <a:pt x="34" y="38"/>
                  </a:cubicBezTo>
                  <a:cubicBezTo>
                    <a:pt x="17" y="71"/>
                    <a:pt x="1" y="104"/>
                    <a:pt x="17" y="157"/>
                  </a:cubicBezTo>
                  <a:cubicBezTo>
                    <a:pt x="17" y="190"/>
                    <a:pt x="34" y="207"/>
                    <a:pt x="50" y="223"/>
                  </a:cubicBezTo>
                  <a:cubicBezTo>
                    <a:pt x="87" y="260"/>
                    <a:pt x="104" y="260"/>
                    <a:pt x="137" y="260"/>
                  </a:cubicBezTo>
                  <a:cubicBezTo>
                    <a:pt x="190" y="244"/>
                    <a:pt x="240" y="190"/>
                    <a:pt x="223" y="120"/>
                  </a:cubicBezTo>
                  <a:lnTo>
                    <a:pt x="223" y="104"/>
                  </a:lnTo>
                  <a:cubicBezTo>
                    <a:pt x="223" y="54"/>
                    <a:pt x="190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3" name="Google Shape;24633;p108"/>
            <p:cNvSpPr/>
            <p:nvPr/>
          </p:nvSpPr>
          <p:spPr>
            <a:xfrm>
              <a:off x="5104500" y="258557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20" y="0"/>
                  </a:moveTo>
                  <a:cubicBezTo>
                    <a:pt x="103" y="0"/>
                    <a:pt x="70" y="0"/>
                    <a:pt x="50" y="33"/>
                  </a:cubicBezTo>
                  <a:cubicBezTo>
                    <a:pt x="17" y="54"/>
                    <a:pt x="0" y="87"/>
                    <a:pt x="0" y="120"/>
                  </a:cubicBezTo>
                  <a:cubicBezTo>
                    <a:pt x="0" y="157"/>
                    <a:pt x="17" y="190"/>
                    <a:pt x="33" y="206"/>
                  </a:cubicBezTo>
                  <a:cubicBezTo>
                    <a:pt x="50" y="239"/>
                    <a:pt x="70" y="260"/>
                    <a:pt x="103" y="260"/>
                  </a:cubicBezTo>
                  <a:cubicBezTo>
                    <a:pt x="136" y="260"/>
                    <a:pt x="153" y="260"/>
                    <a:pt x="190" y="223"/>
                  </a:cubicBezTo>
                  <a:cubicBezTo>
                    <a:pt x="223" y="190"/>
                    <a:pt x="239" y="103"/>
                    <a:pt x="206" y="54"/>
                  </a:cubicBezTo>
                  <a:cubicBezTo>
                    <a:pt x="190" y="33"/>
                    <a:pt x="174" y="16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4" name="Google Shape;24634;p108"/>
            <p:cNvSpPr/>
            <p:nvPr/>
          </p:nvSpPr>
          <p:spPr>
            <a:xfrm>
              <a:off x="5118625" y="2722550"/>
              <a:ext cx="5675" cy="6525"/>
            </a:xfrm>
            <a:custGeom>
              <a:avLst/>
              <a:gdLst/>
              <a:ahLst/>
              <a:cxnLst/>
              <a:rect l="l" t="t" r="r" b="b"/>
              <a:pathLst>
                <a:path w="227" h="261" extrusionOk="0">
                  <a:moveTo>
                    <a:pt x="103" y="0"/>
                  </a:moveTo>
                  <a:cubicBezTo>
                    <a:pt x="37" y="17"/>
                    <a:pt x="0" y="87"/>
                    <a:pt x="0" y="157"/>
                  </a:cubicBezTo>
                  <a:cubicBezTo>
                    <a:pt x="0" y="190"/>
                    <a:pt x="21" y="223"/>
                    <a:pt x="54" y="244"/>
                  </a:cubicBezTo>
                  <a:cubicBezTo>
                    <a:pt x="70" y="260"/>
                    <a:pt x="103" y="260"/>
                    <a:pt x="140" y="260"/>
                  </a:cubicBezTo>
                  <a:cubicBezTo>
                    <a:pt x="157" y="260"/>
                    <a:pt x="190" y="244"/>
                    <a:pt x="206" y="206"/>
                  </a:cubicBezTo>
                  <a:cubicBezTo>
                    <a:pt x="227" y="173"/>
                    <a:pt x="227" y="141"/>
                    <a:pt x="227" y="103"/>
                  </a:cubicBezTo>
                  <a:cubicBezTo>
                    <a:pt x="227" y="70"/>
                    <a:pt x="206" y="54"/>
                    <a:pt x="173" y="37"/>
                  </a:cubicBezTo>
                  <a:cubicBezTo>
                    <a:pt x="173" y="17"/>
                    <a:pt x="157" y="17"/>
                    <a:pt x="157" y="17"/>
                  </a:cubicBezTo>
                  <a:cubicBezTo>
                    <a:pt x="140" y="0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5" name="Google Shape;24635;p108"/>
            <p:cNvSpPr/>
            <p:nvPr/>
          </p:nvSpPr>
          <p:spPr>
            <a:xfrm>
              <a:off x="5099750" y="2522475"/>
              <a:ext cx="6000" cy="6600"/>
            </a:xfrm>
            <a:custGeom>
              <a:avLst/>
              <a:gdLst/>
              <a:ahLst/>
              <a:cxnLst/>
              <a:rect l="l" t="t" r="r" b="b"/>
              <a:pathLst>
                <a:path w="240" h="264" extrusionOk="0">
                  <a:moveTo>
                    <a:pt x="104" y="1"/>
                  </a:moveTo>
                  <a:cubicBezTo>
                    <a:pt x="71" y="17"/>
                    <a:pt x="54" y="34"/>
                    <a:pt x="34" y="50"/>
                  </a:cubicBezTo>
                  <a:cubicBezTo>
                    <a:pt x="17" y="83"/>
                    <a:pt x="1" y="120"/>
                    <a:pt x="17" y="153"/>
                  </a:cubicBezTo>
                  <a:cubicBezTo>
                    <a:pt x="17" y="186"/>
                    <a:pt x="34" y="223"/>
                    <a:pt x="54" y="240"/>
                  </a:cubicBezTo>
                  <a:cubicBezTo>
                    <a:pt x="78" y="252"/>
                    <a:pt x="93" y="263"/>
                    <a:pt x="111" y="263"/>
                  </a:cubicBezTo>
                  <a:cubicBezTo>
                    <a:pt x="119" y="263"/>
                    <a:pt x="127" y="261"/>
                    <a:pt x="137" y="256"/>
                  </a:cubicBezTo>
                  <a:cubicBezTo>
                    <a:pt x="207" y="256"/>
                    <a:pt x="240" y="186"/>
                    <a:pt x="223" y="120"/>
                  </a:cubicBezTo>
                  <a:cubicBezTo>
                    <a:pt x="223" y="83"/>
                    <a:pt x="207" y="50"/>
                    <a:pt x="190" y="34"/>
                  </a:cubicBezTo>
                  <a:cubicBezTo>
                    <a:pt x="174" y="17"/>
                    <a:pt x="174" y="17"/>
                    <a:pt x="157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6" name="Google Shape;24636;p108"/>
            <p:cNvSpPr/>
            <p:nvPr/>
          </p:nvSpPr>
          <p:spPr>
            <a:xfrm>
              <a:off x="5101100" y="26006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7"/>
                    <a:pt x="0" y="88"/>
                    <a:pt x="17" y="153"/>
                  </a:cubicBezTo>
                  <a:cubicBezTo>
                    <a:pt x="17" y="191"/>
                    <a:pt x="33" y="224"/>
                    <a:pt x="50" y="240"/>
                  </a:cubicBezTo>
                  <a:cubicBezTo>
                    <a:pt x="83" y="257"/>
                    <a:pt x="103" y="257"/>
                    <a:pt x="136" y="257"/>
                  </a:cubicBezTo>
                  <a:cubicBezTo>
                    <a:pt x="206" y="240"/>
                    <a:pt x="239" y="191"/>
                    <a:pt x="223" y="104"/>
                  </a:cubicBezTo>
                  <a:cubicBezTo>
                    <a:pt x="223" y="71"/>
                    <a:pt x="186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7" name="Google Shape;24637;p108"/>
            <p:cNvSpPr/>
            <p:nvPr/>
          </p:nvSpPr>
          <p:spPr>
            <a:xfrm>
              <a:off x="5104900" y="2553050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12" y="1"/>
                  </a:moveTo>
                  <a:cubicBezTo>
                    <a:pt x="92" y="1"/>
                    <a:pt x="73" y="10"/>
                    <a:pt x="54" y="31"/>
                  </a:cubicBezTo>
                  <a:cubicBezTo>
                    <a:pt x="34" y="31"/>
                    <a:pt x="17" y="64"/>
                    <a:pt x="17" y="81"/>
                  </a:cubicBezTo>
                  <a:cubicBezTo>
                    <a:pt x="1" y="118"/>
                    <a:pt x="1" y="151"/>
                    <a:pt x="1" y="167"/>
                  </a:cubicBezTo>
                  <a:cubicBezTo>
                    <a:pt x="17" y="200"/>
                    <a:pt x="34" y="237"/>
                    <a:pt x="71" y="254"/>
                  </a:cubicBezTo>
                  <a:cubicBezTo>
                    <a:pt x="88" y="263"/>
                    <a:pt x="105" y="267"/>
                    <a:pt x="121" y="267"/>
                  </a:cubicBezTo>
                  <a:cubicBezTo>
                    <a:pt x="164" y="267"/>
                    <a:pt x="199" y="235"/>
                    <a:pt x="223" y="184"/>
                  </a:cubicBezTo>
                  <a:cubicBezTo>
                    <a:pt x="240" y="118"/>
                    <a:pt x="207" y="31"/>
                    <a:pt x="158" y="15"/>
                  </a:cubicBezTo>
                  <a:cubicBezTo>
                    <a:pt x="142" y="6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8" name="Google Shape;24638;p108"/>
            <p:cNvSpPr/>
            <p:nvPr/>
          </p:nvSpPr>
          <p:spPr>
            <a:xfrm>
              <a:off x="5104075" y="250567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37" y="1"/>
                  </a:moveTo>
                  <a:cubicBezTo>
                    <a:pt x="104" y="1"/>
                    <a:pt x="67" y="17"/>
                    <a:pt x="50" y="34"/>
                  </a:cubicBezTo>
                  <a:cubicBezTo>
                    <a:pt x="1" y="71"/>
                    <a:pt x="1" y="157"/>
                    <a:pt x="34" y="207"/>
                  </a:cubicBezTo>
                  <a:cubicBezTo>
                    <a:pt x="50" y="240"/>
                    <a:pt x="87" y="261"/>
                    <a:pt x="104" y="261"/>
                  </a:cubicBezTo>
                  <a:cubicBezTo>
                    <a:pt x="137" y="261"/>
                    <a:pt x="170" y="261"/>
                    <a:pt x="191" y="240"/>
                  </a:cubicBezTo>
                  <a:cubicBezTo>
                    <a:pt x="207" y="207"/>
                    <a:pt x="223" y="190"/>
                    <a:pt x="223" y="157"/>
                  </a:cubicBezTo>
                  <a:cubicBezTo>
                    <a:pt x="240" y="120"/>
                    <a:pt x="223" y="87"/>
                    <a:pt x="207" y="54"/>
                  </a:cubicBezTo>
                  <a:cubicBezTo>
                    <a:pt x="191" y="34"/>
                    <a:pt x="170" y="17"/>
                    <a:pt x="153" y="17"/>
                  </a:cubicBezTo>
                  <a:cubicBezTo>
                    <a:pt x="153" y="1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9" name="Google Shape;24639;p108"/>
            <p:cNvSpPr/>
            <p:nvPr/>
          </p:nvSpPr>
          <p:spPr>
            <a:xfrm>
              <a:off x="5102750" y="2478150"/>
              <a:ext cx="6100" cy="6650"/>
            </a:xfrm>
            <a:custGeom>
              <a:avLst/>
              <a:gdLst/>
              <a:ahLst/>
              <a:cxnLst/>
              <a:rect l="l" t="t" r="r" b="b"/>
              <a:pathLst>
                <a:path w="244" h="266" extrusionOk="0">
                  <a:moveTo>
                    <a:pt x="120" y="1"/>
                  </a:moveTo>
                  <a:cubicBezTo>
                    <a:pt x="87" y="1"/>
                    <a:pt x="70" y="1"/>
                    <a:pt x="37" y="38"/>
                  </a:cubicBezTo>
                  <a:cubicBezTo>
                    <a:pt x="17" y="55"/>
                    <a:pt x="0" y="88"/>
                    <a:pt x="0" y="125"/>
                  </a:cubicBezTo>
                  <a:cubicBezTo>
                    <a:pt x="0" y="158"/>
                    <a:pt x="0" y="191"/>
                    <a:pt x="17" y="207"/>
                  </a:cubicBezTo>
                  <a:cubicBezTo>
                    <a:pt x="49" y="249"/>
                    <a:pt x="86" y="266"/>
                    <a:pt x="118" y="266"/>
                  </a:cubicBezTo>
                  <a:cubicBezTo>
                    <a:pt x="140" y="266"/>
                    <a:pt x="160" y="258"/>
                    <a:pt x="173" y="244"/>
                  </a:cubicBezTo>
                  <a:cubicBezTo>
                    <a:pt x="223" y="191"/>
                    <a:pt x="244" y="104"/>
                    <a:pt x="190" y="55"/>
                  </a:cubicBezTo>
                  <a:cubicBezTo>
                    <a:pt x="190" y="38"/>
                    <a:pt x="173" y="22"/>
                    <a:pt x="157" y="22"/>
                  </a:cubicBezTo>
                  <a:cubicBezTo>
                    <a:pt x="140" y="1"/>
                    <a:pt x="140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0" name="Google Shape;24640;p108"/>
            <p:cNvSpPr/>
            <p:nvPr/>
          </p:nvSpPr>
          <p:spPr>
            <a:xfrm>
              <a:off x="5084300" y="26037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22" y="0"/>
                  </a:moveTo>
                  <a:cubicBezTo>
                    <a:pt x="78" y="0"/>
                    <a:pt x="44" y="32"/>
                    <a:pt x="17" y="83"/>
                  </a:cubicBezTo>
                  <a:cubicBezTo>
                    <a:pt x="0" y="153"/>
                    <a:pt x="33" y="219"/>
                    <a:pt x="87" y="256"/>
                  </a:cubicBezTo>
                  <a:lnTo>
                    <a:pt x="136" y="256"/>
                  </a:lnTo>
                  <a:cubicBezTo>
                    <a:pt x="173" y="256"/>
                    <a:pt x="223" y="219"/>
                    <a:pt x="223" y="170"/>
                  </a:cubicBezTo>
                  <a:cubicBezTo>
                    <a:pt x="239" y="133"/>
                    <a:pt x="239" y="83"/>
                    <a:pt x="206" y="29"/>
                  </a:cubicBezTo>
                  <a:cubicBezTo>
                    <a:pt x="206" y="29"/>
                    <a:pt x="190" y="13"/>
                    <a:pt x="173" y="13"/>
                  </a:cubicBezTo>
                  <a:cubicBezTo>
                    <a:pt x="155" y="4"/>
                    <a:pt x="13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1" name="Google Shape;24641;p108"/>
            <p:cNvSpPr/>
            <p:nvPr/>
          </p:nvSpPr>
          <p:spPr>
            <a:xfrm>
              <a:off x="5086875" y="2554050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11" y="1"/>
                  </a:moveTo>
                  <a:cubicBezTo>
                    <a:pt x="92" y="1"/>
                    <a:pt x="77" y="12"/>
                    <a:pt x="54" y="24"/>
                  </a:cubicBezTo>
                  <a:cubicBezTo>
                    <a:pt x="0" y="78"/>
                    <a:pt x="0" y="160"/>
                    <a:pt x="33" y="214"/>
                  </a:cubicBezTo>
                  <a:cubicBezTo>
                    <a:pt x="55" y="243"/>
                    <a:pt x="87" y="262"/>
                    <a:pt x="120" y="262"/>
                  </a:cubicBezTo>
                  <a:cubicBezTo>
                    <a:pt x="144" y="262"/>
                    <a:pt x="168" y="252"/>
                    <a:pt x="190" y="230"/>
                  </a:cubicBezTo>
                  <a:cubicBezTo>
                    <a:pt x="239" y="181"/>
                    <a:pt x="239" y="111"/>
                    <a:pt x="206" y="41"/>
                  </a:cubicBezTo>
                  <a:cubicBezTo>
                    <a:pt x="190" y="24"/>
                    <a:pt x="190" y="8"/>
                    <a:pt x="173" y="8"/>
                  </a:cubicBezTo>
                  <a:lnTo>
                    <a:pt x="136" y="8"/>
                  </a:lnTo>
                  <a:cubicBezTo>
                    <a:pt x="127" y="3"/>
                    <a:pt x="11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2" name="Google Shape;24642;p108"/>
            <p:cNvSpPr/>
            <p:nvPr/>
          </p:nvSpPr>
          <p:spPr>
            <a:xfrm>
              <a:off x="5089850" y="2586075"/>
              <a:ext cx="6525" cy="6600"/>
            </a:xfrm>
            <a:custGeom>
              <a:avLst/>
              <a:gdLst/>
              <a:ahLst/>
              <a:cxnLst/>
              <a:rect l="l" t="t" r="r" b="b"/>
              <a:pathLst>
                <a:path w="261" h="264" extrusionOk="0">
                  <a:moveTo>
                    <a:pt x="130" y="0"/>
                  </a:moveTo>
                  <a:cubicBezTo>
                    <a:pt x="89" y="0"/>
                    <a:pt x="50" y="32"/>
                    <a:pt x="38" y="83"/>
                  </a:cubicBezTo>
                  <a:cubicBezTo>
                    <a:pt x="1" y="153"/>
                    <a:pt x="38" y="219"/>
                    <a:pt x="87" y="256"/>
                  </a:cubicBezTo>
                  <a:cubicBezTo>
                    <a:pt x="98" y="256"/>
                    <a:pt x="109" y="264"/>
                    <a:pt x="122" y="264"/>
                  </a:cubicBezTo>
                  <a:cubicBezTo>
                    <a:pt x="128" y="264"/>
                    <a:pt x="134" y="262"/>
                    <a:pt x="141" y="256"/>
                  </a:cubicBezTo>
                  <a:cubicBezTo>
                    <a:pt x="191" y="256"/>
                    <a:pt x="224" y="219"/>
                    <a:pt x="244" y="186"/>
                  </a:cubicBezTo>
                  <a:cubicBezTo>
                    <a:pt x="261" y="137"/>
                    <a:pt x="244" y="83"/>
                    <a:pt x="224" y="50"/>
                  </a:cubicBezTo>
                  <a:cubicBezTo>
                    <a:pt x="207" y="34"/>
                    <a:pt x="191" y="13"/>
                    <a:pt x="174" y="13"/>
                  </a:cubicBezTo>
                  <a:cubicBezTo>
                    <a:pt x="160" y="4"/>
                    <a:pt x="145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3" name="Google Shape;24643;p108"/>
            <p:cNvSpPr/>
            <p:nvPr/>
          </p:nvSpPr>
          <p:spPr>
            <a:xfrm>
              <a:off x="5052950" y="2453725"/>
              <a:ext cx="3025" cy="6425"/>
            </a:xfrm>
            <a:custGeom>
              <a:avLst/>
              <a:gdLst/>
              <a:ahLst/>
              <a:cxnLst/>
              <a:rect l="l" t="t" r="r" b="b"/>
              <a:pathLst>
                <a:path w="121" h="257" extrusionOk="0">
                  <a:moveTo>
                    <a:pt x="1" y="1"/>
                  </a:moveTo>
                  <a:lnTo>
                    <a:pt x="1" y="256"/>
                  </a:lnTo>
                  <a:cubicBezTo>
                    <a:pt x="50" y="240"/>
                    <a:pt x="87" y="223"/>
                    <a:pt x="104" y="174"/>
                  </a:cubicBezTo>
                  <a:cubicBezTo>
                    <a:pt x="120" y="120"/>
                    <a:pt x="104" y="71"/>
                    <a:pt x="87" y="34"/>
                  </a:cubicBezTo>
                  <a:cubicBezTo>
                    <a:pt x="71" y="17"/>
                    <a:pt x="50" y="17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4" name="Google Shape;24644;p108"/>
            <p:cNvSpPr/>
            <p:nvPr/>
          </p:nvSpPr>
          <p:spPr>
            <a:xfrm>
              <a:off x="5057300" y="2685325"/>
              <a:ext cx="6000" cy="6725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127" y="0"/>
                  </a:moveTo>
                  <a:cubicBezTo>
                    <a:pt x="86" y="0"/>
                    <a:pt x="45" y="32"/>
                    <a:pt x="33" y="83"/>
                  </a:cubicBezTo>
                  <a:cubicBezTo>
                    <a:pt x="0" y="149"/>
                    <a:pt x="33" y="236"/>
                    <a:pt x="83" y="252"/>
                  </a:cubicBezTo>
                  <a:cubicBezTo>
                    <a:pt x="103" y="269"/>
                    <a:pt x="120" y="269"/>
                    <a:pt x="136" y="269"/>
                  </a:cubicBezTo>
                  <a:cubicBezTo>
                    <a:pt x="186" y="252"/>
                    <a:pt x="223" y="236"/>
                    <a:pt x="239" y="186"/>
                  </a:cubicBezTo>
                  <a:cubicBezTo>
                    <a:pt x="239" y="133"/>
                    <a:pt x="239" y="83"/>
                    <a:pt x="206" y="46"/>
                  </a:cubicBezTo>
                  <a:cubicBezTo>
                    <a:pt x="206" y="30"/>
                    <a:pt x="186" y="13"/>
                    <a:pt x="169" y="13"/>
                  </a:cubicBezTo>
                  <a:cubicBezTo>
                    <a:pt x="156" y="5"/>
                    <a:pt x="141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5" name="Google Shape;24645;p108"/>
            <p:cNvSpPr/>
            <p:nvPr/>
          </p:nvSpPr>
          <p:spPr>
            <a:xfrm>
              <a:off x="5061525" y="2639375"/>
              <a:ext cx="6100" cy="6825"/>
            </a:xfrm>
            <a:custGeom>
              <a:avLst/>
              <a:gdLst/>
              <a:ahLst/>
              <a:cxnLst/>
              <a:rect l="l" t="t" r="r" b="b"/>
              <a:pathLst>
                <a:path w="244" h="273" extrusionOk="0">
                  <a:moveTo>
                    <a:pt x="130" y="0"/>
                  </a:moveTo>
                  <a:cubicBezTo>
                    <a:pt x="121" y="0"/>
                    <a:pt x="111" y="4"/>
                    <a:pt x="103" y="13"/>
                  </a:cubicBezTo>
                  <a:cubicBezTo>
                    <a:pt x="37" y="13"/>
                    <a:pt x="0" y="83"/>
                    <a:pt x="0" y="149"/>
                  </a:cubicBezTo>
                  <a:cubicBezTo>
                    <a:pt x="17" y="186"/>
                    <a:pt x="17" y="219"/>
                    <a:pt x="54" y="235"/>
                  </a:cubicBezTo>
                  <a:cubicBezTo>
                    <a:pt x="70" y="252"/>
                    <a:pt x="103" y="272"/>
                    <a:pt x="140" y="272"/>
                  </a:cubicBezTo>
                  <a:cubicBezTo>
                    <a:pt x="190" y="252"/>
                    <a:pt x="243" y="186"/>
                    <a:pt x="223" y="116"/>
                  </a:cubicBezTo>
                  <a:cubicBezTo>
                    <a:pt x="223" y="83"/>
                    <a:pt x="206" y="46"/>
                    <a:pt x="173" y="29"/>
                  </a:cubicBezTo>
                  <a:lnTo>
                    <a:pt x="157" y="13"/>
                  </a:lnTo>
                  <a:cubicBezTo>
                    <a:pt x="149" y="4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6" name="Google Shape;24646;p108"/>
            <p:cNvSpPr/>
            <p:nvPr/>
          </p:nvSpPr>
          <p:spPr>
            <a:xfrm>
              <a:off x="5068425" y="26997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33" y="21"/>
                    <a:pt x="0" y="87"/>
                    <a:pt x="0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64" y="255"/>
                    <a:pt x="85" y="267"/>
                    <a:pt x="108" y="267"/>
                  </a:cubicBezTo>
                  <a:cubicBezTo>
                    <a:pt x="117" y="267"/>
                    <a:pt x="127" y="265"/>
                    <a:pt x="136" y="260"/>
                  </a:cubicBezTo>
                  <a:cubicBezTo>
                    <a:pt x="190" y="260"/>
                    <a:pt x="239" y="190"/>
                    <a:pt x="223" y="124"/>
                  </a:cubicBezTo>
                  <a:cubicBezTo>
                    <a:pt x="223" y="70"/>
                    <a:pt x="190" y="37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7" name="Google Shape;24647;p108"/>
            <p:cNvSpPr/>
            <p:nvPr/>
          </p:nvSpPr>
          <p:spPr>
            <a:xfrm>
              <a:off x="5054200" y="2653225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10" y="0"/>
                  </a:moveTo>
                  <a:cubicBezTo>
                    <a:pt x="86" y="0"/>
                    <a:pt x="66" y="13"/>
                    <a:pt x="54" y="27"/>
                  </a:cubicBezTo>
                  <a:cubicBezTo>
                    <a:pt x="0" y="77"/>
                    <a:pt x="0" y="164"/>
                    <a:pt x="37" y="213"/>
                  </a:cubicBezTo>
                  <a:cubicBezTo>
                    <a:pt x="57" y="245"/>
                    <a:pt x="89" y="263"/>
                    <a:pt x="122" y="263"/>
                  </a:cubicBezTo>
                  <a:cubicBezTo>
                    <a:pt x="146" y="263"/>
                    <a:pt x="170" y="254"/>
                    <a:pt x="190" y="234"/>
                  </a:cubicBezTo>
                  <a:cubicBezTo>
                    <a:pt x="244" y="180"/>
                    <a:pt x="244" y="110"/>
                    <a:pt x="207" y="44"/>
                  </a:cubicBezTo>
                  <a:cubicBezTo>
                    <a:pt x="190" y="27"/>
                    <a:pt x="174" y="27"/>
                    <a:pt x="157" y="7"/>
                  </a:cubicBezTo>
                  <a:lnTo>
                    <a:pt x="141" y="7"/>
                  </a:lnTo>
                  <a:cubicBezTo>
                    <a:pt x="130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8" name="Google Shape;24648;p108"/>
            <p:cNvSpPr/>
            <p:nvPr/>
          </p:nvSpPr>
          <p:spPr>
            <a:xfrm>
              <a:off x="5052950" y="2746800"/>
              <a:ext cx="4775" cy="6375"/>
            </a:xfrm>
            <a:custGeom>
              <a:avLst/>
              <a:gdLst/>
              <a:ahLst/>
              <a:cxnLst/>
              <a:rect l="l" t="t" r="r" b="b"/>
              <a:pathLst>
                <a:path w="191" h="255" extrusionOk="0">
                  <a:moveTo>
                    <a:pt x="61" y="1"/>
                  </a:moveTo>
                  <a:cubicBezTo>
                    <a:pt x="41" y="1"/>
                    <a:pt x="20" y="9"/>
                    <a:pt x="1" y="28"/>
                  </a:cubicBezTo>
                  <a:lnTo>
                    <a:pt x="1" y="234"/>
                  </a:lnTo>
                  <a:cubicBezTo>
                    <a:pt x="17" y="234"/>
                    <a:pt x="17" y="251"/>
                    <a:pt x="34" y="251"/>
                  </a:cubicBezTo>
                  <a:cubicBezTo>
                    <a:pt x="43" y="254"/>
                    <a:pt x="53" y="255"/>
                    <a:pt x="63" y="255"/>
                  </a:cubicBezTo>
                  <a:cubicBezTo>
                    <a:pt x="109" y="255"/>
                    <a:pt x="157" y="225"/>
                    <a:pt x="174" y="181"/>
                  </a:cubicBezTo>
                  <a:cubicBezTo>
                    <a:pt x="191" y="115"/>
                    <a:pt x="174" y="28"/>
                    <a:pt x="104" y="12"/>
                  </a:cubicBezTo>
                  <a:cubicBezTo>
                    <a:pt x="90" y="5"/>
                    <a:pt x="76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9" name="Google Shape;24649;p108"/>
            <p:cNvSpPr/>
            <p:nvPr/>
          </p:nvSpPr>
          <p:spPr>
            <a:xfrm>
              <a:off x="5067075" y="2621875"/>
              <a:ext cx="6100" cy="6700"/>
            </a:xfrm>
            <a:custGeom>
              <a:avLst/>
              <a:gdLst/>
              <a:ahLst/>
              <a:cxnLst/>
              <a:rect l="l" t="t" r="r" b="b"/>
              <a:pathLst>
                <a:path w="244" h="268" extrusionOk="0">
                  <a:moveTo>
                    <a:pt x="123" y="0"/>
                  </a:moveTo>
                  <a:cubicBezTo>
                    <a:pt x="117" y="0"/>
                    <a:pt x="111" y="2"/>
                    <a:pt x="104" y="8"/>
                  </a:cubicBezTo>
                  <a:cubicBezTo>
                    <a:pt x="71" y="8"/>
                    <a:pt x="54" y="24"/>
                    <a:pt x="38" y="61"/>
                  </a:cubicBezTo>
                  <a:cubicBezTo>
                    <a:pt x="21" y="78"/>
                    <a:pt x="1" y="111"/>
                    <a:pt x="21" y="148"/>
                  </a:cubicBezTo>
                  <a:cubicBezTo>
                    <a:pt x="21" y="181"/>
                    <a:pt x="38" y="214"/>
                    <a:pt x="54" y="230"/>
                  </a:cubicBezTo>
                  <a:cubicBezTo>
                    <a:pt x="71" y="251"/>
                    <a:pt x="104" y="267"/>
                    <a:pt x="141" y="267"/>
                  </a:cubicBezTo>
                  <a:cubicBezTo>
                    <a:pt x="190" y="251"/>
                    <a:pt x="244" y="181"/>
                    <a:pt x="227" y="111"/>
                  </a:cubicBezTo>
                  <a:cubicBezTo>
                    <a:pt x="227" y="78"/>
                    <a:pt x="207" y="45"/>
                    <a:pt x="190" y="24"/>
                  </a:cubicBezTo>
                  <a:cubicBezTo>
                    <a:pt x="174" y="24"/>
                    <a:pt x="174" y="8"/>
                    <a:pt x="157" y="8"/>
                  </a:cubicBezTo>
                  <a:cubicBezTo>
                    <a:pt x="146" y="8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0" name="Google Shape;24650;p108"/>
            <p:cNvSpPr/>
            <p:nvPr/>
          </p:nvSpPr>
          <p:spPr>
            <a:xfrm>
              <a:off x="5052950" y="2703000"/>
              <a:ext cx="4775" cy="6275"/>
            </a:xfrm>
            <a:custGeom>
              <a:avLst/>
              <a:gdLst/>
              <a:ahLst/>
              <a:cxnLst/>
              <a:rect l="l" t="t" r="r" b="b"/>
              <a:pathLst>
                <a:path w="191" h="251" extrusionOk="0">
                  <a:moveTo>
                    <a:pt x="65" y="1"/>
                  </a:moveTo>
                  <a:cubicBezTo>
                    <a:pt x="41" y="1"/>
                    <a:pt x="20" y="9"/>
                    <a:pt x="1" y="28"/>
                  </a:cubicBezTo>
                  <a:lnTo>
                    <a:pt x="1" y="234"/>
                  </a:lnTo>
                  <a:cubicBezTo>
                    <a:pt x="17" y="234"/>
                    <a:pt x="17" y="250"/>
                    <a:pt x="34" y="250"/>
                  </a:cubicBezTo>
                  <a:lnTo>
                    <a:pt x="87" y="250"/>
                  </a:lnTo>
                  <a:cubicBezTo>
                    <a:pt x="120" y="250"/>
                    <a:pt x="153" y="217"/>
                    <a:pt x="174" y="164"/>
                  </a:cubicBezTo>
                  <a:cubicBezTo>
                    <a:pt x="191" y="131"/>
                    <a:pt x="191" y="77"/>
                    <a:pt x="153" y="44"/>
                  </a:cubicBezTo>
                  <a:cubicBezTo>
                    <a:pt x="137" y="28"/>
                    <a:pt x="137" y="11"/>
                    <a:pt x="120" y="11"/>
                  </a:cubicBezTo>
                  <a:cubicBezTo>
                    <a:pt x="100" y="5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1" name="Google Shape;24651;p108"/>
            <p:cNvSpPr/>
            <p:nvPr/>
          </p:nvSpPr>
          <p:spPr>
            <a:xfrm>
              <a:off x="5078725" y="2453725"/>
              <a:ext cx="5175" cy="3100"/>
            </a:xfrm>
            <a:custGeom>
              <a:avLst/>
              <a:gdLst/>
              <a:ahLst/>
              <a:cxnLst/>
              <a:rect l="l" t="t" r="r" b="b"/>
              <a:pathLst>
                <a:path w="207" h="124" extrusionOk="0">
                  <a:moveTo>
                    <a:pt x="1" y="1"/>
                  </a:moveTo>
                  <a:lnTo>
                    <a:pt x="1" y="17"/>
                  </a:lnTo>
                  <a:cubicBezTo>
                    <a:pt x="1" y="78"/>
                    <a:pt x="54" y="124"/>
                    <a:pt x="100" y="124"/>
                  </a:cubicBezTo>
                  <a:cubicBezTo>
                    <a:pt x="107" y="124"/>
                    <a:pt x="114" y="123"/>
                    <a:pt x="120" y="120"/>
                  </a:cubicBezTo>
                  <a:cubicBezTo>
                    <a:pt x="153" y="120"/>
                    <a:pt x="174" y="104"/>
                    <a:pt x="190" y="71"/>
                  </a:cubicBezTo>
                  <a:cubicBezTo>
                    <a:pt x="207" y="71"/>
                    <a:pt x="207" y="50"/>
                    <a:pt x="207" y="50"/>
                  </a:cubicBezTo>
                  <a:cubicBezTo>
                    <a:pt x="137" y="34"/>
                    <a:pt x="71" y="1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2" name="Google Shape;24652;p108"/>
            <p:cNvSpPr/>
            <p:nvPr/>
          </p:nvSpPr>
          <p:spPr>
            <a:xfrm>
              <a:off x="5124700" y="2736225"/>
              <a:ext cx="6000" cy="6550"/>
            </a:xfrm>
            <a:custGeom>
              <a:avLst/>
              <a:gdLst/>
              <a:ahLst/>
              <a:cxnLst/>
              <a:rect l="l" t="t" r="r" b="b"/>
              <a:pathLst>
                <a:path w="240" h="262" extrusionOk="0">
                  <a:moveTo>
                    <a:pt x="134" y="0"/>
                  </a:moveTo>
                  <a:cubicBezTo>
                    <a:pt x="84" y="0"/>
                    <a:pt x="44" y="35"/>
                    <a:pt x="17" y="88"/>
                  </a:cubicBezTo>
                  <a:cubicBezTo>
                    <a:pt x="0" y="158"/>
                    <a:pt x="33" y="228"/>
                    <a:pt x="87" y="245"/>
                  </a:cubicBezTo>
                  <a:cubicBezTo>
                    <a:pt x="104" y="261"/>
                    <a:pt x="120" y="261"/>
                    <a:pt x="136" y="261"/>
                  </a:cubicBezTo>
                  <a:cubicBezTo>
                    <a:pt x="169" y="261"/>
                    <a:pt x="207" y="228"/>
                    <a:pt x="223" y="175"/>
                  </a:cubicBezTo>
                  <a:cubicBezTo>
                    <a:pt x="240" y="125"/>
                    <a:pt x="240" y="72"/>
                    <a:pt x="207" y="39"/>
                  </a:cubicBezTo>
                  <a:cubicBezTo>
                    <a:pt x="190" y="22"/>
                    <a:pt x="190" y="22"/>
                    <a:pt x="169" y="6"/>
                  </a:cubicBezTo>
                  <a:cubicBezTo>
                    <a:pt x="157" y="2"/>
                    <a:pt x="145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3" name="Google Shape;24653;p108"/>
            <p:cNvSpPr/>
            <p:nvPr/>
          </p:nvSpPr>
          <p:spPr>
            <a:xfrm>
              <a:off x="5191700" y="26611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50" y="21"/>
                    <a:pt x="0" y="87"/>
                    <a:pt x="17" y="157"/>
                  </a:cubicBezTo>
                  <a:cubicBezTo>
                    <a:pt x="17" y="190"/>
                    <a:pt x="33" y="227"/>
                    <a:pt x="50" y="243"/>
                  </a:cubicBezTo>
                  <a:cubicBezTo>
                    <a:pt x="76" y="255"/>
                    <a:pt x="92" y="267"/>
                    <a:pt x="111" y="267"/>
                  </a:cubicBezTo>
                  <a:cubicBezTo>
                    <a:pt x="118" y="267"/>
                    <a:pt x="127" y="265"/>
                    <a:pt x="136" y="260"/>
                  </a:cubicBezTo>
                  <a:cubicBezTo>
                    <a:pt x="206" y="260"/>
                    <a:pt x="239" y="190"/>
                    <a:pt x="223" y="124"/>
                  </a:cubicBezTo>
                  <a:cubicBezTo>
                    <a:pt x="223" y="87"/>
                    <a:pt x="206" y="54"/>
                    <a:pt x="190" y="37"/>
                  </a:cubicBezTo>
                  <a:cubicBezTo>
                    <a:pt x="169" y="21"/>
                    <a:pt x="169" y="21"/>
                    <a:pt x="153" y="21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4" name="Google Shape;24654;p108"/>
            <p:cNvSpPr/>
            <p:nvPr/>
          </p:nvSpPr>
          <p:spPr>
            <a:xfrm>
              <a:off x="5216125" y="2644250"/>
              <a:ext cx="6100" cy="655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94" y="0"/>
                  </a:moveTo>
                  <a:cubicBezTo>
                    <a:pt x="76" y="0"/>
                    <a:pt x="61" y="12"/>
                    <a:pt x="38" y="24"/>
                  </a:cubicBezTo>
                  <a:cubicBezTo>
                    <a:pt x="17" y="40"/>
                    <a:pt x="0" y="77"/>
                    <a:pt x="0" y="110"/>
                  </a:cubicBezTo>
                  <a:cubicBezTo>
                    <a:pt x="0" y="143"/>
                    <a:pt x="0" y="180"/>
                    <a:pt x="17" y="213"/>
                  </a:cubicBezTo>
                  <a:cubicBezTo>
                    <a:pt x="48" y="242"/>
                    <a:pt x="86" y="261"/>
                    <a:pt x="117" y="261"/>
                  </a:cubicBezTo>
                  <a:cubicBezTo>
                    <a:pt x="140" y="261"/>
                    <a:pt x="160" y="252"/>
                    <a:pt x="174" y="230"/>
                  </a:cubicBezTo>
                  <a:cubicBezTo>
                    <a:pt x="223" y="180"/>
                    <a:pt x="244" y="110"/>
                    <a:pt x="190" y="40"/>
                  </a:cubicBezTo>
                  <a:cubicBezTo>
                    <a:pt x="190" y="24"/>
                    <a:pt x="174" y="7"/>
                    <a:pt x="157" y="7"/>
                  </a:cubicBezTo>
                  <a:lnTo>
                    <a:pt x="120" y="7"/>
                  </a:lnTo>
                  <a:cubicBezTo>
                    <a:pt x="110" y="2"/>
                    <a:pt x="102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5" name="Google Shape;24655;p108"/>
            <p:cNvSpPr/>
            <p:nvPr/>
          </p:nvSpPr>
          <p:spPr>
            <a:xfrm>
              <a:off x="5207575" y="27062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4"/>
                  </a:cubicBezTo>
                  <a:cubicBezTo>
                    <a:pt x="87" y="257"/>
                    <a:pt x="103" y="257"/>
                    <a:pt x="136" y="257"/>
                  </a:cubicBezTo>
                  <a:cubicBezTo>
                    <a:pt x="190" y="240"/>
                    <a:pt x="239" y="174"/>
                    <a:pt x="223" y="104"/>
                  </a:cubicBezTo>
                  <a:cubicBezTo>
                    <a:pt x="223" y="71"/>
                    <a:pt x="206" y="34"/>
                    <a:pt x="190" y="17"/>
                  </a:cubicBezTo>
                  <a:cubicBezTo>
                    <a:pt x="173" y="17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6" name="Google Shape;24656;p108"/>
            <p:cNvSpPr/>
            <p:nvPr/>
          </p:nvSpPr>
          <p:spPr>
            <a:xfrm>
              <a:off x="5218300" y="262422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03" y="0"/>
                  </a:moveTo>
                  <a:cubicBezTo>
                    <a:pt x="54" y="17"/>
                    <a:pt x="0" y="87"/>
                    <a:pt x="17" y="157"/>
                  </a:cubicBezTo>
                  <a:cubicBezTo>
                    <a:pt x="17" y="190"/>
                    <a:pt x="33" y="223"/>
                    <a:pt x="54" y="239"/>
                  </a:cubicBezTo>
                  <a:cubicBezTo>
                    <a:pt x="77" y="254"/>
                    <a:pt x="92" y="267"/>
                    <a:pt x="111" y="267"/>
                  </a:cubicBezTo>
                  <a:cubicBezTo>
                    <a:pt x="119" y="267"/>
                    <a:pt x="127" y="265"/>
                    <a:pt x="136" y="260"/>
                  </a:cubicBezTo>
                  <a:cubicBezTo>
                    <a:pt x="206" y="260"/>
                    <a:pt x="239" y="190"/>
                    <a:pt x="223" y="120"/>
                  </a:cubicBezTo>
                  <a:cubicBezTo>
                    <a:pt x="223" y="87"/>
                    <a:pt x="206" y="54"/>
                    <a:pt x="190" y="33"/>
                  </a:cubicBezTo>
                  <a:cubicBezTo>
                    <a:pt x="173" y="17"/>
                    <a:pt x="173" y="17"/>
                    <a:pt x="157" y="17"/>
                  </a:cubicBezTo>
                  <a:cubicBezTo>
                    <a:pt x="136" y="0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7" name="Google Shape;24657;p108"/>
            <p:cNvSpPr/>
            <p:nvPr/>
          </p:nvSpPr>
          <p:spPr>
            <a:xfrm>
              <a:off x="5217475" y="26717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06" y="0"/>
                  </a:moveTo>
                  <a:cubicBezTo>
                    <a:pt x="83" y="0"/>
                    <a:pt x="61" y="14"/>
                    <a:pt x="50" y="25"/>
                  </a:cubicBezTo>
                  <a:cubicBezTo>
                    <a:pt x="0" y="75"/>
                    <a:pt x="0" y="162"/>
                    <a:pt x="33" y="215"/>
                  </a:cubicBezTo>
                  <a:cubicBezTo>
                    <a:pt x="50" y="232"/>
                    <a:pt x="87" y="248"/>
                    <a:pt x="103" y="265"/>
                  </a:cubicBezTo>
                  <a:cubicBezTo>
                    <a:pt x="136" y="265"/>
                    <a:pt x="169" y="248"/>
                    <a:pt x="190" y="232"/>
                  </a:cubicBezTo>
                  <a:cubicBezTo>
                    <a:pt x="206" y="215"/>
                    <a:pt x="223" y="178"/>
                    <a:pt x="239" y="145"/>
                  </a:cubicBezTo>
                  <a:cubicBezTo>
                    <a:pt x="239" y="112"/>
                    <a:pt x="223" y="75"/>
                    <a:pt x="206" y="42"/>
                  </a:cubicBezTo>
                  <a:cubicBezTo>
                    <a:pt x="190" y="25"/>
                    <a:pt x="169" y="25"/>
                    <a:pt x="153" y="9"/>
                  </a:cubicBezTo>
                  <a:lnTo>
                    <a:pt x="136" y="9"/>
                  </a:lnTo>
                  <a:cubicBezTo>
                    <a:pt x="126" y="3"/>
                    <a:pt x="116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8" name="Google Shape;24658;p108"/>
            <p:cNvSpPr/>
            <p:nvPr/>
          </p:nvSpPr>
          <p:spPr>
            <a:xfrm>
              <a:off x="5195500" y="2694475"/>
              <a:ext cx="6125" cy="6575"/>
            </a:xfrm>
            <a:custGeom>
              <a:avLst/>
              <a:gdLst/>
              <a:ahLst/>
              <a:cxnLst/>
              <a:rect l="l" t="t" r="r" b="b"/>
              <a:pathLst>
                <a:path w="245" h="263" extrusionOk="0">
                  <a:moveTo>
                    <a:pt x="119" y="0"/>
                  </a:moveTo>
                  <a:cubicBezTo>
                    <a:pt x="76" y="0"/>
                    <a:pt x="33" y="22"/>
                    <a:pt x="17" y="76"/>
                  </a:cubicBezTo>
                  <a:cubicBezTo>
                    <a:pt x="1" y="146"/>
                    <a:pt x="17" y="233"/>
                    <a:pt x="87" y="249"/>
                  </a:cubicBezTo>
                  <a:cubicBezTo>
                    <a:pt x="102" y="258"/>
                    <a:pt x="117" y="262"/>
                    <a:pt x="132" y="262"/>
                  </a:cubicBezTo>
                  <a:cubicBezTo>
                    <a:pt x="173" y="262"/>
                    <a:pt x="211" y="231"/>
                    <a:pt x="224" y="179"/>
                  </a:cubicBezTo>
                  <a:cubicBezTo>
                    <a:pt x="244" y="109"/>
                    <a:pt x="224" y="43"/>
                    <a:pt x="158" y="6"/>
                  </a:cubicBezTo>
                  <a:cubicBezTo>
                    <a:pt x="145" y="2"/>
                    <a:pt x="132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9" name="Google Shape;24659;p108"/>
            <p:cNvSpPr/>
            <p:nvPr/>
          </p:nvSpPr>
          <p:spPr>
            <a:xfrm>
              <a:off x="5200250" y="2719975"/>
              <a:ext cx="6525" cy="6400"/>
            </a:xfrm>
            <a:custGeom>
              <a:avLst/>
              <a:gdLst/>
              <a:ahLst/>
              <a:cxnLst/>
              <a:rect l="l" t="t" r="r" b="b"/>
              <a:pathLst>
                <a:path w="261" h="256" extrusionOk="0">
                  <a:moveTo>
                    <a:pt x="137" y="0"/>
                  </a:moveTo>
                  <a:cubicBezTo>
                    <a:pt x="104" y="0"/>
                    <a:pt x="87" y="0"/>
                    <a:pt x="54" y="37"/>
                  </a:cubicBezTo>
                  <a:cubicBezTo>
                    <a:pt x="17" y="70"/>
                    <a:pt x="1" y="157"/>
                    <a:pt x="34" y="206"/>
                  </a:cubicBezTo>
                  <a:cubicBezTo>
                    <a:pt x="64" y="237"/>
                    <a:pt x="101" y="256"/>
                    <a:pt x="132" y="256"/>
                  </a:cubicBezTo>
                  <a:cubicBezTo>
                    <a:pt x="155" y="256"/>
                    <a:pt x="176" y="246"/>
                    <a:pt x="190" y="223"/>
                  </a:cubicBezTo>
                  <a:cubicBezTo>
                    <a:pt x="240" y="190"/>
                    <a:pt x="260" y="103"/>
                    <a:pt x="207" y="54"/>
                  </a:cubicBezTo>
                  <a:cubicBezTo>
                    <a:pt x="207" y="37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0" name="Google Shape;24660;p108"/>
            <p:cNvSpPr/>
            <p:nvPr/>
          </p:nvSpPr>
          <p:spPr>
            <a:xfrm>
              <a:off x="5203650" y="2752125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29" y="1"/>
                  </a:moveTo>
                  <a:cubicBezTo>
                    <a:pt x="83" y="1"/>
                    <a:pt x="35" y="33"/>
                    <a:pt x="21" y="91"/>
                  </a:cubicBezTo>
                  <a:cubicBezTo>
                    <a:pt x="1" y="141"/>
                    <a:pt x="21" y="227"/>
                    <a:pt x="87" y="244"/>
                  </a:cubicBezTo>
                  <a:cubicBezTo>
                    <a:pt x="104" y="260"/>
                    <a:pt x="124" y="260"/>
                    <a:pt x="141" y="260"/>
                  </a:cubicBezTo>
                  <a:cubicBezTo>
                    <a:pt x="174" y="260"/>
                    <a:pt x="207" y="227"/>
                    <a:pt x="227" y="174"/>
                  </a:cubicBezTo>
                  <a:cubicBezTo>
                    <a:pt x="244" y="124"/>
                    <a:pt x="227" y="71"/>
                    <a:pt x="207" y="38"/>
                  </a:cubicBezTo>
                  <a:cubicBezTo>
                    <a:pt x="190" y="21"/>
                    <a:pt x="174" y="21"/>
                    <a:pt x="157" y="5"/>
                  </a:cubicBezTo>
                  <a:cubicBezTo>
                    <a:pt x="148" y="2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1" name="Google Shape;24661;p108"/>
            <p:cNvSpPr/>
            <p:nvPr/>
          </p:nvSpPr>
          <p:spPr>
            <a:xfrm>
              <a:off x="5213125" y="2594400"/>
              <a:ext cx="5600" cy="6650"/>
            </a:xfrm>
            <a:custGeom>
              <a:avLst/>
              <a:gdLst/>
              <a:ahLst/>
              <a:cxnLst/>
              <a:rect l="l" t="t" r="r" b="b"/>
              <a:pathLst>
                <a:path w="224" h="266" extrusionOk="0">
                  <a:moveTo>
                    <a:pt x="116" y="1"/>
                  </a:moveTo>
                  <a:cubicBezTo>
                    <a:pt x="108" y="1"/>
                    <a:pt x="98" y="3"/>
                    <a:pt x="87" y="10"/>
                  </a:cubicBezTo>
                  <a:cubicBezTo>
                    <a:pt x="34" y="10"/>
                    <a:pt x="1" y="76"/>
                    <a:pt x="1" y="146"/>
                  </a:cubicBezTo>
                  <a:cubicBezTo>
                    <a:pt x="1" y="179"/>
                    <a:pt x="17" y="216"/>
                    <a:pt x="54" y="232"/>
                  </a:cubicBezTo>
                  <a:cubicBezTo>
                    <a:pt x="71" y="249"/>
                    <a:pt x="104" y="265"/>
                    <a:pt x="120" y="265"/>
                  </a:cubicBezTo>
                  <a:cubicBezTo>
                    <a:pt x="191" y="249"/>
                    <a:pt x="224" y="179"/>
                    <a:pt x="224" y="113"/>
                  </a:cubicBezTo>
                  <a:cubicBezTo>
                    <a:pt x="224" y="76"/>
                    <a:pt x="207" y="43"/>
                    <a:pt x="174" y="26"/>
                  </a:cubicBezTo>
                  <a:lnTo>
                    <a:pt x="158" y="10"/>
                  </a:lnTo>
                  <a:cubicBezTo>
                    <a:pt x="144" y="10"/>
                    <a:pt x="132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2" name="Google Shape;24662;p108"/>
            <p:cNvSpPr/>
            <p:nvPr/>
          </p:nvSpPr>
          <p:spPr>
            <a:xfrm>
              <a:off x="5239325" y="2560200"/>
              <a:ext cx="6100" cy="6525"/>
            </a:xfrm>
            <a:custGeom>
              <a:avLst/>
              <a:gdLst/>
              <a:ahLst/>
              <a:cxnLst/>
              <a:rect l="l" t="t" r="r" b="b"/>
              <a:pathLst>
                <a:path w="244" h="261" extrusionOk="0">
                  <a:moveTo>
                    <a:pt x="103" y="1"/>
                  </a:moveTo>
                  <a:cubicBezTo>
                    <a:pt x="70" y="1"/>
                    <a:pt x="54" y="17"/>
                    <a:pt x="37" y="54"/>
                  </a:cubicBezTo>
                  <a:cubicBezTo>
                    <a:pt x="17" y="71"/>
                    <a:pt x="0" y="104"/>
                    <a:pt x="17" y="141"/>
                  </a:cubicBezTo>
                  <a:cubicBezTo>
                    <a:pt x="17" y="174"/>
                    <a:pt x="37" y="207"/>
                    <a:pt x="54" y="223"/>
                  </a:cubicBezTo>
                  <a:cubicBezTo>
                    <a:pt x="87" y="261"/>
                    <a:pt x="103" y="261"/>
                    <a:pt x="140" y="261"/>
                  </a:cubicBezTo>
                  <a:cubicBezTo>
                    <a:pt x="206" y="244"/>
                    <a:pt x="243" y="174"/>
                    <a:pt x="223" y="104"/>
                  </a:cubicBezTo>
                  <a:cubicBezTo>
                    <a:pt x="223" y="71"/>
                    <a:pt x="206" y="38"/>
                    <a:pt x="190" y="17"/>
                  </a:cubicBezTo>
                  <a:cubicBezTo>
                    <a:pt x="173" y="17"/>
                    <a:pt x="17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3" name="Google Shape;24663;p108"/>
            <p:cNvSpPr/>
            <p:nvPr/>
          </p:nvSpPr>
          <p:spPr>
            <a:xfrm>
              <a:off x="5220050" y="2608425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110" y="1"/>
                  </a:moveTo>
                  <a:cubicBezTo>
                    <a:pt x="70" y="1"/>
                    <a:pt x="29" y="32"/>
                    <a:pt x="17" y="84"/>
                  </a:cubicBezTo>
                  <a:cubicBezTo>
                    <a:pt x="0" y="150"/>
                    <a:pt x="17" y="220"/>
                    <a:pt x="87" y="253"/>
                  </a:cubicBezTo>
                  <a:cubicBezTo>
                    <a:pt x="96" y="257"/>
                    <a:pt x="106" y="258"/>
                    <a:pt x="116" y="258"/>
                  </a:cubicBezTo>
                  <a:cubicBezTo>
                    <a:pt x="161" y="258"/>
                    <a:pt x="209" y="224"/>
                    <a:pt x="223" y="170"/>
                  </a:cubicBezTo>
                  <a:cubicBezTo>
                    <a:pt x="239" y="100"/>
                    <a:pt x="223" y="30"/>
                    <a:pt x="153" y="14"/>
                  </a:cubicBezTo>
                  <a:cubicBezTo>
                    <a:pt x="140" y="5"/>
                    <a:pt x="125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4" name="Google Shape;24664;p108"/>
            <p:cNvSpPr/>
            <p:nvPr/>
          </p:nvSpPr>
          <p:spPr>
            <a:xfrm>
              <a:off x="5246225" y="25894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7" y="1"/>
                  </a:moveTo>
                  <a:cubicBezTo>
                    <a:pt x="70" y="1"/>
                    <a:pt x="33" y="17"/>
                    <a:pt x="17" y="50"/>
                  </a:cubicBezTo>
                  <a:cubicBezTo>
                    <a:pt x="0" y="67"/>
                    <a:pt x="0" y="104"/>
                    <a:pt x="0" y="137"/>
                  </a:cubicBezTo>
                  <a:cubicBezTo>
                    <a:pt x="0" y="170"/>
                    <a:pt x="17" y="207"/>
                    <a:pt x="50" y="223"/>
                  </a:cubicBezTo>
                  <a:cubicBezTo>
                    <a:pt x="70" y="256"/>
                    <a:pt x="103" y="256"/>
                    <a:pt x="120" y="256"/>
                  </a:cubicBezTo>
                  <a:cubicBezTo>
                    <a:pt x="190" y="240"/>
                    <a:pt x="223" y="170"/>
                    <a:pt x="223" y="104"/>
                  </a:cubicBezTo>
                  <a:cubicBezTo>
                    <a:pt x="223" y="67"/>
                    <a:pt x="206" y="34"/>
                    <a:pt x="174" y="17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5" name="Google Shape;24665;p108"/>
            <p:cNvSpPr/>
            <p:nvPr/>
          </p:nvSpPr>
          <p:spPr>
            <a:xfrm>
              <a:off x="5232925" y="2620825"/>
              <a:ext cx="6425" cy="6325"/>
            </a:xfrm>
            <a:custGeom>
              <a:avLst/>
              <a:gdLst/>
              <a:ahLst/>
              <a:cxnLst/>
              <a:rect l="l" t="t" r="r" b="b"/>
              <a:pathLst>
                <a:path w="257" h="253" extrusionOk="0">
                  <a:moveTo>
                    <a:pt x="137" y="0"/>
                  </a:moveTo>
                  <a:cubicBezTo>
                    <a:pt x="120" y="0"/>
                    <a:pt x="87" y="0"/>
                    <a:pt x="50" y="17"/>
                  </a:cubicBezTo>
                  <a:cubicBezTo>
                    <a:pt x="17" y="66"/>
                    <a:pt x="0" y="153"/>
                    <a:pt x="33" y="206"/>
                  </a:cubicBezTo>
                  <a:cubicBezTo>
                    <a:pt x="65" y="235"/>
                    <a:pt x="100" y="253"/>
                    <a:pt x="135" y="253"/>
                  </a:cubicBezTo>
                  <a:cubicBezTo>
                    <a:pt x="160" y="253"/>
                    <a:pt x="184" y="243"/>
                    <a:pt x="207" y="223"/>
                  </a:cubicBezTo>
                  <a:cubicBezTo>
                    <a:pt x="240" y="190"/>
                    <a:pt x="256" y="103"/>
                    <a:pt x="223" y="50"/>
                  </a:cubicBezTo>
                  <a:cubicBezTo>
                    <a:pt x="207" y="33"/>
                    <a:pt x="190" y="17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6" name="Google Shape;24666;p108"/>
            <p:cNvSpPr/>
            <p:nvPr/>
          </p:nvSpPr>
          <p:spPr>
            <a:xfrm>
              <a:off x="5234575" y="2577425"/>
              <a:ext cx="6100" cy="6400"/>
            </a:xfrm>
            <a:custGeom>
              <a:avLst/>
              <a:gdLst/>
              <a:ahLst/>
              <a:cxnLst/>
              <a:rect l="l" t="t" r="r" b="b"/>
              <a:pathLst>
                <a:path w="244" h="256" extrusionOk="0">
                  <a:moveTo>
                    <a:pt x="104" y="0"/>
                  </a:moveTo>
                  <a:cubicBezTo>
                    <a:pt x="104" y="0"/>
                    <a:pt x="87" y="0"/>
                    <a:pt x="87" y="17"/>
                  </a:cubicBezTo>
                  <a:cubicBezTo>
                    <a:pt x="38" y="33"/>
                    <a:pt x="0" y="87"/>
                    <a:pt x="21" y="153"/>
                  </a:cubicBezTo>
                  <a:cubicBezTo>
                    <a:pt x="21" y="190"/>
                    <a:pt x="38" y="206"/>
                    <a:pt x="54" y="239"/>
                  </a:cubicBezTo>
                  <a:cubicBezTo>
                    <a:pt x="87" y="256"/>
                    <a:pt x="104" y="256"/>
                    <a:pt x="141" y="256"/>
                  </a:cubicBezTo>
                  <a:cubicBezTo>
                    <a:pt x="207" y="239"/>
                    <a:pt x="244" y="173"/>
                    <a:pt x="244" y="103"/>
                  </a:cubicBezTo>
                  <a:cubicBezTo>
                    <a:pt x="227" y="103"/>
                    <a:pt x="227" y="87"/>
                    <a:pt x="227" y="70"/>
                  </a:cubicBezTo>
                  <a:cubicBezTo>
                    <a:pt x="207" y="50"/>
                    <a:pt x="190" y="17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7" name="Google Shape;24667;p108"/>
            <p:cNvSpPr/>
            <p:nvPr/>
          </p:nvSpPr>
          <p:spPr>
            <a:xfrm>
              <a:off x="5224275" y="2656700"/>
              <a:ext cx="6100" cy="6600"/>
            </a:xfrm>
            <a:custGeom>
              <a:avLst/>
              <a:gdLst/>
              <a:ahLst/>
              <a:cxnLst/>
              <a:rect l="l" t="t" r="r" b="b"/>
              <a:pathLst>
                <a:path w="244" h="264" extrusionOk="0">
                  <a:moveTo>
                    <a:pt x="123" y="1"/>
                  </a:moveTo>
                  <a:cubicBezTo>
                    <a:pt x="117" y="1"/>
                    <a:pt x="110" y="3"/>
                    <a:pt x="103" y="8"/>
                  </a:cubicBezTo>
                  <a:cubicBezTo>
                    <a:pt x="37" y="8"/>
                    <a:pt x="0" y="74"/>
                    <a:pt x="21" y="144"/>
                  </a:cubicBezTo>
                  <a:cubicBezTo>
                    <a:pt x="21" y="177"/>
                    <a:pt x="37" y="214"/>
                    <a:pt x="54" y="231"/>
                  </a:cubicBezTo>
                  <a:cubicBezTo>
                    <a:pt x="87" y="247"/>
                    <a:pt x="103" y="264"/>
                    <a:pt x="140" y="264"/>
                  </a:cubicBezTo>
                  <a:cubicBezTo>
                    <a:pt x="173" y="247"/>
                    <a:pt x="190" y="231"/>
                    <a:pt x="206" y="214"/>
                  </a:cubicBezTo>
                  <a:cubicBezTo>
                    <a:pt x="227" y="177"/>
                    <a:pt x="243" y="144"/>
                    <a:pt x="227" y="111"/>
                  </a:cubicBezTo>
                  <a:cubicBezTo>
                    <a:pt x="227" y="74"/>
                    <a:pt x="206" y="41"/>
                    <a:pt x="190" y="25"/>
                  </a:cubicBezTo>
                  <a:cubicBezTo>
                    <a:pt x="173" y="25"/>
                    <a:pt x="173" y="8"/>
                    <a:pt x="157" y="8"/>
                  </a:cubicBezTo>
                  <a:cubicBezTo>
                    <a:pt x="146" y="8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8" name="Google Shape;24668;p108"/>
            <p:cNvSpPr/>
            <p:nvPr/>
          </p:nvSpPr>
          <p:spPr>
            <a:xfrm>
              <a:off x="5230350" y="2670275"/>
              <a:ext cx="6425" cy="6550"/>
            </a:xfrm>
            <a:custGeom>
              <a:avLst/>
              <a:gdLst/>
              <a:ahLst/>
              <a:cxnLst/>
              <a:rect l="l" t="t" r="r" b="b"/>
              <a:pathLst>
                <a:path w="257" h="262" extrusionOk="0">
                  <a:moveTo>
                    <a:pt x="127" y="1"/>
                  </a:moveTo>
                  <a:cubicBezTo>
                    <a:pt x="87" y="1"/>
                    <a:pt x="46" y="32"/>
                    <a:pt x="33" y="83"/>
                  </a:cubicBezTo>
                  <a:cubicBezTo>
                    <a:pt x="0" y="149"/>
                    <a:pt x="33" y="220"/>
                    <a:pt x="87" y="253"/>
                  </a:cubicBezTo>
                  <a:cubicBezTo>
                    <a:pt x="98" y="253"/>
                    <a:pt x="109" y="262"/>
                    <a:pt x="120" y="262"/>
                  </a:cubicBezTo>
                  <a:cubicBezTo>
                    <a:pt x="125" y="262"/>
                    <a:pt x="131" y="259"/>
                    <a:pt x="136" y="253"/>
                  </a:cubicBezTo>
                  <a:cubicBezTo>
                    <a:pt x="190" y="253"/>
                    <a:pt x="223" y="220"/>
                    <a:pt x="240" y="187"/>
                  </a:cubicBezTo>
                  <a:cubicBezTo>
                    <a:pt x="256" y="133"/>
                    <a:pt x="240" y="83"/>
                    <a:pt x="207" y="46"/>
                  </a:cubicBezTo>
                  <a:cubicBezTo>
                    <a:pt x="207" y="30"/>
                    <a:pt x="190" y="13"/>
                    <a:pt x="169" y="13"/>
                  </a:cubicBezTo>
                  <a:cubicBezTo>
                    <a:pt x="156" y="5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9" name="Google Shape;24669;p108"/>
            <p:cNvSpPr/>
            <p:nvPr/>
          </p:nvSpPr>
          <p:spPr>
            <a:xfrm>
              <a:off x="5227775" y="2684150"/>
              <a:ext cx="5575" cy="6525"/>
            </a:xfrm>
            <a:custGeom>
              <a:avLst/>
              <a:gdLst/>
              <a:ahLst/>
              <a:cxnLst/>
              <a:rect l="l" t="t" r="r" b="b"/>
              <a:pathLst>
                <a:path w="223" h="261" extrusionOk="0">
                  <a:moveTo>
                    <a:pt x="99" y="1"/>
                  </a:moveTo>
                  <a:cubicBezTo>
                    <a:pt x="57" y="1"/>
                    <a:pt x="13" y="23"/>
                    <a:pt x="0" y="77"/>
                  </a:cubicBezTo>
                  <a:lnTo>
                    <a:pt x="0" y="147"/>
                  </a:lnTo>
                  <a:cubicBezTo>
                    <a:pt x="0" y="196"/>
                    <a:pt x="33" y="233"/>
                    <a:pt x="66" y="250"/>
                  </a:cubicBezTo>
                  <a:cubicBezTo>
                    <a:pt x="82" y="257"/>
                    <a:pt x="99" y="261"/>
                    <a:pt x="116" y="261"/>
                  </a:cubicBezTo>
                  <a:cubicBezTo>
                    <a:pt x="139" y="261"/>
                    <a:pt x="160" y="253"/>
                    <a:pt x="169" y="233"/>
                  </a:cubicBezTo>
                  <a:cubicBezTo>
                    <a:pt x="190" y="213"/>
                    <a:pt x="206" y="196"/>
                    <a:pt x="206" y="180"/>
                  </a:cubicBezTo>
                  <a:cubicBezTo>
                    <a:pt x="223" y="110"/>
                    <a:pt x="206" y="44"/>
                    <a:pt x="136" y="7"/>
                  </a:cubicBezTo>
                  <a:cubicBezTo>
                    <a:pt x="125" y="3"/>
                    <a:pt x="112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0" name="Google Shape;24670;p108"/>
            <p:cNvSpPr/>
            <p:nvPr/>
          </p:nvSpPr>
          <p:spPr>
            <a:xfrm>
              <a:off x="5183550" y="2646825"/>
              <a:ext cx="6000" cy="6575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110" y="0"/>
                  </a:moveTo>
                  <a:cubicBezTo>
                    <a:pt x="91" y="0"/>
                    <a:pt x="73" y="12"/>
                    <a:pt x="50" y="24"/>
                  </a:cubicBezTo>
                  <a:cubicBezTo>
                    <a:pt x="17" y="77"/>
                    <a:pt x="1" y="160"/>
                    <a:pt x="34" y="213"/>
                  </a:cubicBezTo>
                  <a:cubicBezTo>
                    <a:pt x="50" y="230"/>
                    <a:pt x="83" y="246"/>
                    <a:pt x="120" y="263"/>
                  </a:cubicBezTo>
                  <a:cubicBezTo>
                    <a:pt x="137" y="263"/>
                    <a:pt x="170" y="246"/>
                    <a:pt x="186" y="230"/>
                  </a:cubicBezTo>
                  <a:cubicBezTo>
                    <a:pt x="223" y="213"/>
                    <a:pt x="240" y="180"/>
                    <a:pt x="240" y="143"/>
                  </a:cubicBezTo>
                  <a:cubicBezTo>
                    <a:pt x="240" y="110"/>
                    <a:pt x="223" y="77"/>
                    <a:pt x="207" y="40"/>
                  </a:cubicBezTo>
                  <a:cubicBezTo>
                    <a:pt x="207" y="24"/>
                    <a:pt x="186" y="7"/>
                    <a:pt x="170" y="7"/>
                  </a:cubicBezTo>
                  <a:lnTo>
                    <a:pt x="137" y="7"/>
                  </a:lnTo>
                  <a:cubicBezTo>
                    <a:pt x="127" y="2"/>
                    <a:pt x="118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1" name="Google Shape;24671;p108"/>
            <p:cNvSpPr/>
            <p:nvPr/>
          </p:nvSpPr>
          <p:spPr>
            <a:xfrm>
              <a:off x="5145325" y="2685750"/>
              <a:ext cx="6000" cy="6450"/>
            </a:xfrm>
            <a:custGeom>
              <a:avLst/>
              <a:gdLst/>
              <a:ahLst/>
              <a:cxnLst/>
              <a:rect l="l" t="t" r="r" b="b"/>
              <a:pathLst>
                <a:path w="240" h="258" extrusionOk="0">
                  <a:moveTo>
                    <a:pt x="103" y="0"/>
                  </a:moveTo>
                  <a:cubicBezTo>
                    <a:pt x="86" y="0"/>
                    <a:pt x="68" y="5"/>
                    <a:pt x="49" y="13"/>
                  </a:cubicBezTo>
                  <a:cubicBezTo>
                    <a:pt x="33" y="29"/>
                    <a:pt x="17" y="46"/>
                    <a:pt x="17" y="83"/>
                  </a:cubicBezTo>
                  <a:cubicBezTo>
                    <a:pt x="0" y="116"/>
                    <a:pt x="0" y="132"/>
                    <a:pt x="0" y="169"/>
                  </a:cubicBezTo>
                  <a:cubicBezTo>
                    <a:pt x="17" y="202"/>
                    <a:pt x="33" y="235"/>
                    <a:pt x="66" y="252"/>
                  </a:cubicBezTo>
                  <a:cubicBezTo>
                    <a:pt x="80" y="256"/>
                    <a:pt x="92" y="258"/>
                    <a:pt x="105" y="258"/>
                  </a:cubicBezTo>
                  <a:cubicBezTo>
                    <a:pt x="156" y="258"/>
                    <a:pt x="196" y="226"/>
                    <a:pt x="223" y="186"/>
                  </a:cubicBezTo>
                  <a:cubicBezTo>
                    <a:pt x="239" y="116"/>
                    <a:pt x="206" y="29"/>
                    <a:pt x="153" y="13"/>
                  </a:cubicBezTo>
                  <a:cubicBezTo>
                    <a:pt x="136" y="5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2" name="Google Shape;24672;p108"/>
            <p:cNvSpPr/>
            <p:nvPr/>
          </p:nvSpPr>
          <p:spPr>
            <a:xfrm>
              <a:off x="5141400" y="2733275"/>
              <a:ext cx="6100" cy="6500"/>
            </a:xfrm>
            <a:custGeom>
              <a:avLst/>
              <a:gdLst/>
              <a:ahLst/>
              <a:cxnLst/>
              <a:rect l="l" t="t" r="r" b="b"/>
              <a:pathLst>
                <a:path w="244" h="260" extrusionOk="0">
                  <a:moveTo>
                    <a:pt x="103" y="0"/>
                  </a:moveTo>
                  <a:cubicBezTo>
                    <a:pt x="37" y="21"/>
                    <a:pt x="0" y="70"/>
                    <a:pt x="17" y="157"/>
                  </a:cubicBezTo>
                  <a:cubicBezTo>
                    <a:pt x="17" y="190"/>
                    <a:pt x="37" y="206"/>
                    <a:pt x="54" y="227"/>
                  </a:cubicBezTo>
                  <a:cubicBezTo>
                    <a:pt x="87" y="260"/>
                    <a:pt x="103" y="260"/>
                    <a:pt x="141" y="260"/>
                  </a:cubicBezTo>
                  <a:cubicBezTo>
                    <a:pt x="190" y="243"/>
                    <a:pt x="244" y="173"/>
                    <a:pt x="223" y="103"/>
                  </a:cubicBezTo>
                  <a:cubicBezTo>
                    <a:pt x="223" y="54"/>
                    <a:pt x="190" y="21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3" name="Google Shape;24673;p108"/>
            <p:cNvSpPr/>
            <p:nvPr/>
          </p:nvSpPr>
          <p:spPr>
            <a:xfrm>
              <a:off x="5140150" y="2655125"/>
              <a:ext cx="6000" cy="6525"/>
            </a:xfrm>
            <a:custGeom>
              <a:avLst/>
              <a:gdLst/>
              <a:ahLst/>
              <a:cxnLst/>
              <a:rect l="l" t="t" r="r" b="b"/>
              <a:pathLst>
                <a:path w="240" h="261" extrusionOk="0">
                  <a:moveTo>
                    <a:pt x="104" y="1"/>
                  </a:moveTo>
                  <a:cubicBezTo>
                    <a:pt x="67" y="17"/>
                    <a:pt x="50" y="34"/>
                    <a:pt x="34" y="55"/>
                  </a:cubicBezTo>
                  <a:cubicBezTo>
                    <a:pt x="17" y="88"/>
                    <a:pt x="1" y="121"/>
                    <a:pt x="17" y="158"/>
                  </a:cubicBezTo>
                  <a:cubicBezTo>
                    <a:pt x="17" y="191"/>
                    <a:pt x="34" y="224"/>
                    <a:pt x="50" y="240"/>
                  </a:cubicBezTo>
                  <a:cubicBezTo>
                    <a:pt x="87" y="261"/>
                    <a:pt x="104" y="261"/>
                    <a:pt x="137" y="261"/>
                  </a:cubicBezTo>
                  <a:cubicBezTo>
                    <a:pt x="207" y="261"/>
                    <a:pt x="240" y="191"/>
                    <a:pt x="224" y="121"/>
                  </a:cubicBezTo>
                  <a:cubicBezTo>
                    <a:pt x="224" y="88"/>
                    <a:pt x="207" y="55"/>
                    <a:pt x="191" y="34"/>
                  </a:cubicBezTo>
                  <a:cubicBezTo>
                    <a:pt x="170" y="17"/>
                    <a:pt x="170" y="17"/>
                    <a:pt x="153" y="17"/>
                  </a:cubicBezTo>
                  <a:cubicBezTo>
                    <a:pt x="137" y="1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4" name="Google Shape;24674;p108"/>
            <p:cNvSpPr/>
            <p:nvPr/>
          </p:nvSpPr>
          <p:spPr>
            <a:xfrm>
              <a:off x="5157775" y="2730825"/>
              <a:ext cx="5600" cy="6550"/>
            </a:xfrm>
            <a:custGeom>
              <a:avLst/>
              <a:gdLst/>
              <a:ahLst/>
              <a:cxnLst/>
              <a:rect l="l" t="t" r="r" b="b"/>
              <a:pathLst>
                <a:path w="224" h="262" extrusionOk="0">
                  <a:moveTo>
                    <a:pt x="129" y="0"/>
                  </a:moveTo>
                  <a:cubicBezTo>
                    <a:pt x="120" y="0"/>
                    <a:pt x="112" y="5"/>
                    <a:pt x="104" y="16"/>
                  </a:cubicBezTo>
                  <a:cubicBezTo>
                    <a:pt x="34" y="16"/>
                    <a:pt x="1" y="82"/>
                    <a:pt x="1" y="152"/>
                  </a:cubicBezTo>
                  <a:cubicBezTo>
                    <a:pt x="1" y="185"/>
                    <a:pt x="17" y="222"/>
                    <a:pt x="50" y="238"/>
                  </a:cubicBezTo>
                  <a:cubicBezTo>
                    <a:pt x="62" y="250"/>
                    <a:pt x="84" y="262"/>
                    <a:pt x="108" y="262"/>
                  </a:cubicBezTo>
                  <a:cubicBezTo>
                    <a:pt x="117" y="262"/>
                    <a:pt x="127" y="260"/>
                    <a:pt x="137" y="255"/>
                  </a:cubicBezTo>
                  <a:cubicBezTo>
                    <a:pt x="153" y="255"/>
                    <a:pt x="186" y="238"/>
                    <a:pt x="207" y="201"/>
                  </a:cubicBezTo>
                  <a:cubicBezTo>
                    <a:pt x="224" y="185"/>
                    <a:pt x="224" y="152"/>
                    <a:pt x="224" y="119"/>
                  </a:cubicBezTo>
                  <a:cubicBezTo>
                    <a:pt x="224" y="82"/>
                    <a:pt x="207" y="49"/>
                    <a:pt x="170" y="32"/>
                  </a:cubicBezTo>
                  <a:cubicBezTo>
                    <a:pt x="170" y="16"/>
                    <a:pt x="153" y="16"/>
                    <a:pt x="153" y="16"/>
                  </a:cubicBezTo>
                  <a:cubicBezTo>
                    <a:pt x="145" y="5"/>
                    <a:pt x="137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5" name="Google Shape;24675;p108"/>
            <p:cNvSpPr/>
            <p:nvPr/>
          </p:nvSpPr>
          <p:spPr>
            <a:xfrm>
              <a:off x="5146950" y="2668100"/>
              <a:ext cx="6125" cy="6850"/>
            </a:xfrm>
            <a:custGeom>
              <a:avLst/>
              <a:gdLst/>
              <a:ahLst/>
              <a:cxnLst/>
              <a:rect l="l" t="t" r="r" b="b"/>
              <a:pathLst>
                <a:path w="245" h="274" extrusionOk="0">
                  <a:moveTo>
                    <a:pt x="132" y="1"/>
                  </a:moveTo>
                  <a:cubicBezTo>
                    <a:pt x="91" y="1"/>
                    <a:pt x="50" y="32"/>
                    <a:pt x="38" y="84"/>
                  </a:cubicBezTo>
                  <a:cubicBezTo>
                    <a:pt x="1" y="154"/>
                    <a:pt x="38" y="236"/>
                    <a:pt x="88" y="257"/>
                  </a:cubicBezTo>
                  <a:cubicBezTo>
                    <a:pt x="104" y="257"/>
                    <a:pt x="125" y="274"/>
                    <a:pt x="141" y="274"/>
                  </a:cubicBezTo>
                  <a:cubicBezTo>
                    <a:pt x="191" y="257"/>
                    <a:pt x="228" y="220"/>
                    <a:pt x="244" y="187"/>
                  </a:cubicBezTo>
                  <a:cubicBezTo>
                    <a:pt x="244" y="133"/>
                    <a:pt x="244" y="84"/>
                    <a:pt x="207" y="51"/>
                  </a:cubicBezTo>
                  <a:cubicBezTo>
                    <a:pt x="207" y="30"/>
                    <a:pt x="191" y="14"/>
                    <a:pt x="174" y="14"/>
                  </a:cubicBezTo>
                  <a:cubicBezTo>
                    <a:pt x="161" y="5"/>
                    <a:pt x="146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6" name="Google Shape;24676;p108"/>
            <p:cNvSpPr/>
            <p:nvPr/>
          </p:nvSpPr>
          <p:spPr>
            <a:xfrm>
              <a:off x="5127275" y="2686475"/>
              <a:ext cx="6000" cy="6675"/>
            </a:xfrm>
            <a:custGeom>
              <a:avLst/>
              <a:gdLst/>
              <a:ahLst/>
              <a:cxnLst/>
              <a:rect l="l" t="t" r="r" b="b"/>
              <a:pathLst>
                <a:path w="240" h="267" extrusionOk="0">
                  <a:moveTo>
                    <a:pt x="137" y="0"/>
                  </a:moveTo>
                  <a:cubicBezTo>
                    <a:pt x="104" y="0"/>
                    <a:pt x="66" y="17"/>
                    <a:pt x="50" y="37"/>
                  </a:cubicBezTo>
                  <a:cubicBezTo>
                    <a:pt x="1" y="87"/>
                    <a:pt x="1" y="157"/>
                    <a:pt x="33" y="223"/>
                  </a:cubicBezTo>
                  <a:cubicBezTo>
                    <a:pt x="52" y="253"/>
                    <a:pt x="82" y="266"/>
                    <a:pt x="114" y="266"/>
                  </a:cubicBezTo>
                  <a:cubicBezTo>
                    <a:pt x="140" y="266"/>
                    <a:pt x="167" y="258"/>
                    <a:pt x="190" y="244"/>
                  </a:cubicBezTo>
                  <a:cubicBezTo>
                    <a:pt x="240" y="190"/>
                    <a:pt x="240" y="103"/>
                    <a:pt x="207" y="54"/>
                  </a:cubicBezTo>
                  <a:cubicBezTo>
                    <a:pt x="190" y="37"/>
                    <a:pt x="190" y="17"/>
                    <a:pt x="153" y="17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7" name="Google Shape;24677;p108"/>
            <p:cNvSpPr/>
            <p:nvPr/>
          </p:nvSpPr>
          <p:spPr>
            <a:xfrm>
              <a:off x="5134600" y="267275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33" y="17"/>
                    <a:pt x="0" y="88"/>
                    <a:pt x="0" y="154"/>
                  </a:cubicBezTo>
                  <a:cubicBezTo>
                    <a:pt x="17" y="191"/>
                    <a:pt x="33" y="224"/>
                    <a:pt x="50" y="240"/>
                  </a:cubicBezTo>
                  <a:cubicBezTo>
                    <a:pt x="66" y="257"/>
                    <a:pt x="103" y="257"/>
                    <a:pt x="136" y="257"/>
                  </a:cubicBezTo>
                  <a:cubicBezTo>
                    <a:pt x="186" y="240"/>
                    <a:pt x="239" y="191"/>
                    <a:pt x="223" y="104"/>
                  </a:cubicBezTo>
                  <a:cubicBezTo>
                    <a:pt x="223" y="71"/>
                    <a:pt x="206" y="50"/>
                    <a:pt x="186" y="34"/>
                  </a:cubicBezTo>
                  <a:cubicBezTo>
                    <a:pt x="169" y="17"/>
                    <a:pt x="169" y="17"/>
                    <a:pt x="153" y="17"/>
                  </a:cubicBezTo>
                  <a:cubicBezTo>
                    <a:pt x="136" y="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8" name="Google Shape;24678;p108"/>
            <p:cNvSpPr/>
            <p:nvPr/>
          </p:nvSpPr>
          <p:spPr>
            <a:xfrm>
              <a:off x="5130275" y="2718825"/>
              <a:ext cx="6400" cy="6325"/>
            </a:xfrm>
            <a:custGeom>
              <a:avLst/>
              <a:gdLst/>
              <a:ahLst/>
              <a:cxnLst/>
              <a:rect l="l" t="t" r="r" b="b"/>
              <a:pathLst>
                <a:path w="256" h="253" extrusionOk="0">
                  <a:moveTo>
                    <a:pt x="128" y="0"/>
                  </a:moveTo>
                  <a:cubicBezTo>
                    <a:pt x="86" y="0"/>
                    <a:pt x="45" y="32"/>
                    <a:pt x="33" y="83"/>
                  </a:cubicBezTo>
                  <a:cubicBezTo>
                    <a:pt x="0" y="149"/>
                    <a:pt x="33" y="219"/>
                    <a:pt x="87" y="252"/>
                  </a:cubicBezTo>
                  <a:lnTo>
                    <a:pt x="136" y="252"/>
                  </a:lnTo>
                  <a:cubicBezTo>
                    <a:pt x="190" y="252"/>
                    <a:pt x="223" y="219"/>
                    <a:pt x="239" y="166"/>
                  </a:cubicBezTo>
                  <a:cubicBezTo>
                    <a:pt x="256" y="133"/>
                    <a:pt x="239" y="83"/>
                    <a:pt x="206" y="46"/>
                  </a:cubicBezTo>
                  <a:cubicBezTo>
                    <a:pt x="206" y="30"/>
                    <a:pt x="190" y="13"/>
                    <a:pt x="173" y="13"/>
                  </a:cubicBezTo>
                  <a:cubicBezTo>
                    <a:pt x="159" y="5"/>
                    <a:pt x="144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9" name="Google Shape;24679;p108"/>
            <p:cNvSpPr/>
            <p:nvPr/>
          </p:nvSpPr>
          <p:spPr>
            <a:xfrm>
              <a:off x="5173250" y="2555975"/>
              <a:ext cx="5575" cy="6425"/>
            </a:xfrm>
            <a:custGeom>
              <a:avLst/>
              <a:gdLst/>
              <a:ahLst/>
              <a:cxnLst/>
              <a:rect l="l" t="t" r="r" b="b"/>
              <a:pathLst>
                <a:path w="223" h="257" extrusionOk="0">
                  <a:moveTo>
                    <a:pt x="83" y="1"/>
                  </a:moveTo>
                  <a:cubicBezTo>
                    <a:pt x="66" y="1"/>
                    <a:pt x="33" y="17"/>
                    <a:pt x="17" y="50"/>
                  </a:cubicBezTo>
                  <a:cubicBezTo>
                    <a:pt x="0" y="83"/>
                    <a:pt x="0" y="120"/>
                    <a:pt x="0" y="153"/>
                  </a:cubicBezTo>
                  <a:cubicBezTo>
                    <a:pt x="0" y="186"/>
                    <a:pt x="17" y="207"/>
                    <a:pt x="33" y="240"/>
                  </a:cubicBezTo>
                  <a:cubicBezTo>
                    <a:pt x="66" y="256"/>
                    <a:pt x="103" y="256"/>
                    <a:pt x="120" y="256"/>
                  </a:cubicBezTo>
                  <a:cubicBezTo>
                    <a:pt x="186" y="240"/>
                    <a:pt x="223" y="186"/>
                    <a:pt x="223" y="104"/>
                  </a:cubicBezTo>
                  <a:cubicBezTo>
                    <a:pt x="206" y="67"/>
                    <a:pt x="186" y="50"/>
                    <a:pt x="169" y="17"/>
                  </a:cubicBezTo>
                  <a:cubicBezTo>
                    <a:pt x="169" y="17"/>
                    <a:pt x="153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0" name="Google Shape;24680;p108"/>
            <p:cNvSpPr/>
            <p:nvPr/>
          </p:nvSpPr>
          <p:spPr>
            <a:xfrm>
              <a:off x="5177875" y="2586525"/>
              <a:ext cx="6125" cy="6475"/>
            </a:xfrm>
            <a:custGeom>
              <a:avLst/>
              <a:gdLst/>
              <a:ahLst/>
              <a:cxnLst/>
              <a:rect l="l" t="t" r="r" b="b"/>
              <a:pathLst>
                <a:path w="245" h="259" extrusionOk="0">
                  <a:moveTo>
                    <a:pt x="108" y="0"/>
                  </a:moveTo>
                  <a:cubicBezTo>
                    <a:pt x="93" y="0"/>
                    <a:pt x="79" y="5"/>
                    <a:pt x="71" y="16"/>
                  </a:cubicBezTo>
                  <a:cubicBezTo>
                    <a:pt x="38" y="32"/>
                    <a:pt x="21" y="49"/>
                    <a:pt x="21" y="82"/>
                  </a:cubicBezTo>
                  <a:cubicBezTo>
                    <a:pt x="1" y="119"/>
                    <a:pt x="1" y="135"/>
                    <a:pt x="21" y="168"/>
                  </a:cubicBezTo>
                  <a:cubicBezTo>
                    <a:pt x="21" y="201"/>
                    <a:pt x="54" y="238"/>
                    <a:pt x="71" y="255"/>
                  </a:cubicBezTo>
                  <a:cubicBezTo>
                    <a:pt x="83" y="258"/>
                    <a:pt x="94" y="259"/>
                    <a:pt x="105" y="259"/>
                  </a:cubicBezTo>
                  <a:cubicBezTo>
                    <a:pt x="158" y="259"/>
                    <a:pt x="197" y="226"/>
                    <a:pt x="228" y="168"/>
                  </a:cubicBezTo>
                  <a:cubicBezTo>
                    <a:pt x="244" y="119"/>
                    <a:pt x="207" y="32"/>
                    <a:pt x="158" y="16"/>
                  </a:cubicBezTo>
                  <a:cubicBezTo>
                    <a:pt x="141" y="5"/>
                    <a:pt x="124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1" name="Google Shape;24681;p108"/>
            <p:cNvSpPr/>
            <p:nvPr/>
          </p:nvSpPr>
          <p:spPr>
            <a:xfrm>
              <a:off x="5179625" y="2568900"/>
              <a:ext cx="6525" cy="6375"/>
            </a:xfrm>
            <a:custGeom>
              <a:avLst/>
              <a:gdLst/>
              <a:ahLst/>
              <a:cxnLst/>
              <a:rect l="l" t="t" r="r" b="b"/>
              <a:pathLst>
                <a:path w="261" h="255" extrusionOk="0">
                  <a:moveTo>
                    <a:pt x="129" y="1"/>
                  </a:moveTo>
                  <a:cubicBezTo>
                    <a:pt x="88" y="1"/>
                    <a:pt x="49" y="34"/>
                    <a:pt x="34" y="82"/>
                  </a:cubicBezTo>
                  <a:cubicBezTo>
                    <a:pt x="1" y="152"/>
                    <a:pt x="34" y="222"/>
                    <a:pt x="88" y="255"/>
                  </a:cubicBezTo>
                  <a:lnTo>
                    <a:pt x="137" y="255"/>
                  </a:lnTo>
                  <a:cubicBezTo>
                    <a:pt x="191" y="255"/>
                    <a:pt x="224" y="222"/>
                    <a:pt x="240" y="185"/>
                  </a:cubicBezTo>
                  <a:cubicBezTo>
                    <a:pt x="261" y="135"/>
                    <a:pt x="240" y="82"/>
                    <a:pt x="224" y="49"/>
                  </a:cubicBezTo>
                  <a:cubicBezTo>
                    <a:pt x="207" y="32"/>
                    <a:pt x="191" y="16"/>
                    <a:pt x="174" y="16"/>
                  </a:cubicBezTo>
                  <a:cubicBezTo>
                    <a:pt x="159" y="5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2" name="Google Shape;24682;p108"/>
            <p:cNvSpPr/>
            <p:nvPr/>
          </p:nvSpPr>
          <p:spPr>
            <a:xfrm>
              <a:off x="5186550" y="2677100"/>
              <a:ext cx="6000" cy="6400"/>
            </a:xfrm>
            <a:custGeom>
              <a:avLst/>
              <a:gdLst/>
              <a:ahLst/>
              <a:cxnLst/>
              <a:rect l="l" t="t" r="r" b="b"/>
              <a:pathLst>
                <a:path w="240" h="256" extrusionOk="0">
                  <a:moveTo>
                    <a:pt x="136" y="0"/>
                  </a:moveTo>
                  <a:cubicBezTo>
                    <a:pt x="103" y="0"/>
                    <a:pt x="66" y="0"/>
                    <a:pt x="50" y="33"/>
                  </a:cubicBezTo>
                  <a:cubicBezTo>
                    <a:pt x="0" y="66"/>
                    <a:pt x="0" y="153"/>
                    <a:pt x="33" y="206"/>
                  </a:cubicBezTo>
                  <a:cubicBezTo>
                    <a:pt x="50" y="239"/>
                    <a:pt x="87" y="256"/>
                    <a:pt x="103" y="256"/>
                  </a:cubicBezTo>
                  <a:cubicBezTo>
                    <a:pt x="136" y="256"/>
                    <a:pt x="169" y="256"/>
                    <a:pt x="190" y="223"/>
                  </a:cubicBezTo>
                  <a:cubicBezTo>
                    <a:pt x="239" y="186"/>
                    <a:pt x="239" y="103"/>
                    <a:pt x="206" y="50"/>
                  </a:cubicBezTo>
                  <a:cubicBezTo>
                    <a:pt x="190" y="33"/>
                    <a:pt x="190" y="17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3" name="Google Shape;24683;p108"/>
            <p:cNvSpPr/>
            <p:nvPr/>
          </p:nvSpPr>
          <p:spPr>
            <a:xfrm>
              <a:off x="5250025" y="2572275"/>
              <a:ext cx="5700" cy="6925"/>
            </a:xfrm>
            <a:custGeom>
              <a:avLst/>
              <a:gdLst/>
              <a:ahLst/>
              <a:cxnLst/>
              <a:rect l="l" t="t" r="r" b="b"/>
              <a:pathLst>
                <a:path w="228" h="277" extrusionOk="0">
                  <a:moveTo>
                    <a:pt x="141" y="0"/>
                  </a:moveTo>
                  <a:cubicBezTo>
                    <a:pt x="104" y="0"/>
                    <a:pt x="87" y="17"/>
                    <a:pt x="54" y="33"/>
                  </a:cubicBezTo>
                  <a:cubicBezTo>
                    <a:pt x="22" y="87"/>
                    <a:pt x="1" y="153"/>
                    <a:pt x="38" y="223"/>
                  </a:cubicBezTo>
                  <a:cubicBezTo>
                    <a:pt x="54" y="239"/>
                    <a:pt x="87" y="256"/>
                    <a:pt x="125" y="276"/>
                  </a:cubicBezTo>
                  <a:cubicBezTo>
                    <a:pt x="141" y="276"/>
                    <a:pt x="174" y="256"/>
                    <a:pt x="191" y="239"/>
                  </a:cubicBezTo>
                  <a:cubicBezTo>
                    <a:pt x="207" y="223"/>
                    <a:pt x="228" y="206"/>
                    <a:pt x="228" y="190"/>
                  </a:cubicBezTo>
                  <a:cubicBezTo>
                    <a:pt x="207" y="136"/>
                    <a:pt x="174" y="70"/>
                    <a:pt x="158" y="17"/>
                  </a:cubicBezTo>
                  <a:cubicBezTo>
                    <a:pt x="158" y="17"/>
                    <a:pt x="141" y="17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4" name="Google Shape;24684;p108"/>
            <p:cNvSpPr/>
            <p:nvPr/>
          </p:nvSpPr>
          <p:spPr>
            <a:xfrm>
              <a:off x="5174075" y="2634100"/>
              <a:ext cx="6000" cy="6425"/>
            </a:xfrm>
            <a:custGeom>
              <a:avLst/>
              <a:gdLst/>
              <a:ahLst/>
              <a:cxnLst/>
              <a:rect l="l" t="t" r="r" b="b"/>
              <a:pathLst>
                <a:path w="240" h="257" extrusionOk="0">
                  <a:moveTo>
                    <a:pt x="103" y="1"/>
                  </a:moveTo>
                  <a:cubicBezTo>
                    <a:pt x="50" y="1"/>
                    <a:pt x="0" y="71"/>
                    <a:pt x="17" y="137"/>
                  </a:cubicBezTo>
                  <a:cubicBezTo>
                    <a:pt x="17" y="174"/>
                    <a:pt x="33" y="207"/>
                    <a:pt x="50" y="224"/>
                  </a:cubicBezTo>
                  <a:cubicBezTo>
                    <a:pt x="87" y="257"/>
                    <a:pt x="103" y="257"/>
                    <a:pt x="136" y="257"/>
                  </a:cubicBezTo>
                  <a:cubicBezTo>
                    <a:pt x="206" y="240"/>
                    <a:pt x="239" y="174"/>
                    <a:pt x="239" y="104"/>
                  </a:cubicBezTo>
                  <a:cubicBezTo>
                    <a:pt x="223" y="50"/>
                    <a:pt x="206" y="17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5" name="Google Shape;24685;p108"/>
            <p:cNvSpPr/>
            <p:nvPr/>
          </p:nvSpPr>
          <p:spPr>
            <a:xfrm>
              <a:off x="5162000" y="2665850"/>
              <a:ext cx="5600" cy="6525"/>
            </a:xfrm>
            <a:custGeom>
              <a:avLst/>
              <a:gdLst/>
              <a:ahLst/>
              <a:cxnLst/>
              <a:rect l="l" t="t" r="r" b="b"/>
              <a:pathLst>
                <a:path w="224" h="261" extrusionOk="0">
                  <a:moveTo>
                    <a:pt x="141" y="1"/>
                  </a:moveTo>
                  <a:cubicBezTo>
                    <a:pt x="104" y="1"/>
                    <a:pt x="71" y="17"/>
                    <a:pt x="55" y="38"/>
                  </a:cubicBezTo>
                  <a:cubicBezTo>
                    <a:pt x="1" y="71"/>
                    <a:pt x="1" y="157"/>
                    <a:pt x="38" y="207"/>
                  </a:cubicBezTo>
                  <a:cubicBezTo>
                    <a:pt x="55" y="244"/>
                    <a:pt x="71" y="260"/>
                    <a:pt x="104" y="260"/>
                  </a:cubicBezTo>
                  <a:cubicBezTo>
                    <a:pt x="141" y="260"/>
                    <a:pt x="174" y="260"/>
                    <a:pt x="191" y="244"/>
                  </a:cubicBezTo>
                  <a:cubicBezTo>
                    <a:pt x="207" y="207"/>
                    <a:pt x="224" y="190"/>
                    <a:pt x="224" y="157"/>
                  </a:cubicBezTo>
                  <a:cubicBezTo>
                    <a:pt x="224" y="120"/>
                    <a:pt x="224" y="87"/>
                    <a:pt x="207" y="54"/>
                  </a:cubicBezTo>
                  <a:cubicBezTo>
                    <a:pt x="191" y="38"/>
                    <a:pt x="174" y="17"/>
                    <a:pt x="158" y="17"/>
                  </a:cubicBezTo>
                  <a:cubicBezTo>
                    <a:pt x="158" y="1"/>
                    <a:pt x="141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6" name="Google Shape;24686;p108"/>
            <p:cNvSpPr/>
            <p:nvPr/>
          </p:nvSpPr>
          <p:spPr>
            <a:xfrm>
              <a:off x="5159025" y="2715525"/>
              <a:ext cx="6000" cy="6625"/>
            </a:xfrm>
            <a:custGeom>
              <a:avLst/>
              <a:gdLst/>
              <a:ahLst/>
              <a:cxnLst/>
              <a:rect l="l" t="t" r="r" b="b"/>
              <a:pathLst>
                <a:path w="240" h="265" extrusionOk="0">
                  <a:moveTo>
                    <a:pt x="120" y="0"/>
                  </a:moveTo>
                  <a:cubicBezTo>
                    <a:pt x="114" y="0"/>
                    <a:pt x="109" y="2"/>
                    <a:pt x="103" y="9"/>
                  </a:cubicBezTo>
                  <a:cubicBezTo>
                    <a:pt x="54" y="9"/>
                    <a:pt x="0" y="75"/>
                    <a:pt x="17" y="145"/>
                  </a:cubicBezTo>
                  <a:cubicBezTo>
                    <a:pt x="17" y="215"/>
                    <a:pt x="87" y="265"/>
                    <a:pt x="136" y="265"/>
                  </a:cubicBezTo>
                  <a:cubicBezTo>
                    <a:pt x="174" y="248"/>
                    <a:pt x="190" y="232"/>
                    <a:pt x="207" y="215"/>
                  </a:cubicBezTo>
                  <a:cubicBezTo>
                    <a:pt x="223" y="178"/>
                    <a:pt x="239" y="145"/>
                    <a:pt x="223" y="112"/>
                  </a:cubicBezTo>
                  <a:cubicBezTo>
                    <a:pt x="223" y="75"/>
                    <a:pt x="207" y="42"/>
                    <a:pt x="190" y="26"/>
                  </a:cubicBezTo>
                  <a:cubicBezTo>
                    <a:pt x="174" y="26"/>
                    <a:pt x="174" y="9"/>
                    <a:pt x="157" y="9"/>
                  </a:cubicBezTo>
                  <a:cubicBezTo>
                    <a:pt x="143" y="9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7" name="Google Shape;24687;p108"/>
            <p:cNvSpPr/>
            <p:nvPr/>
          </p:nvSpPr>
          <p:spPr>
            <a:xfrm>
              <a:off x="5165000" y="2695425"/>
              <a:ext cx="6525" cy="6625"/>
            </a:xfrm>
            <a:custGeom>
              <a:avLst/>
              <a:gdLst/>
              <a:ahLst/>
              <a:cxnLst/>
              <a:rect l="l" t="t" r="r" b="b"/>
              <a:pathLst>
                <a:path w="261" h="265" extrusionOk="0">
                  <a:moveTo>
                    <a:pt x="147" y="1"/>
                  </a:moveTo>
                  <a:cubicBezTo>
                    <a:pt x="102" y="1"/>
                    <a:pt x="51" y="34"/>
                    <a:pt x="38" y="92"/>
                  </a:cubicBezTo>
                  <a:cubicBezTo>
                    <a:pt x="0" y="158"/>
                    <a:pt x="38" y="228"/>
                    <a:pt x="87" y="261"/>
                  </a:cubicBezTo>
                  <a:cubicBezTo>
                    <a:pt x="99" y="264"/>
                    <a:pt x="110" y="265"/>
                    <a:pt x="121" y="265"/>
                  </a:cubicBezTo>
                  <a:cubicBezTo>
                    <a:pt x="174" y="265"/>
                    <a:pt x="213" y="232"/>
                    <a:pt x="244" y="174"/>
                  </a:cubicBezTo>
                  <a:cubicBezTo>
                    <a:pt x="260" y="108"/>
                    <a:pt x="227" y="38"/>
                    <a:pt x="174" y="5"/>
                  </a:cubicBezTo>
                  <a:cubicBezTo>
                    <a:pt x="165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" name="Google Shape;24393;p108">
            <a:extLst>
              <a:ext uri="{FF2B5EF4-FFF2-40B4-BE49-F238E27FC236}">
                <a16:creationId xmlns:a16="http://schemas.microsoft.com/office/drawing/2014/main" id="{A7478B3E-60AE-AA2C-13E4-62287CD3BD89}"/>
              </a:ext>
            </a:extLst>
          </p:cNvPr>
          <p:cNvSpPr txBox="1">
            <a:spLocks/>
          </p:cNvSpPr>
          <p:nvPr/>
        </p:nvSpPr>
        <p:spPr>
          <a:xfrm>
            <a:off x="3909596" y="1684325"/>
            <a:ext cx="5180616" cy="54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Berkshire Swash"/>
              <a:buNone/>
              <a:defRPr sz="2800" b="0" i="0" u="none" strike="noStrike" cap="none">
                <a:solidFill>
                  <a:schemeClr val="accent2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457200" indent="-457200">
              <a:buFont typeface="Arial" panose="020B0604020202020204" pitchFamily="34" charset="0"/>
              <a:buChar char="•"/>
            </a:pPr>
            <a:r>
              <a:rPr lang="bs-Latn-BA" sz="2400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Agentski sloj (AI Agent Layer)</a:t>
            </a:r>
          </a:p>
        </p:txBody>
      </p:sp>
      <p:sp>
        <p:nvSpPr>
          <p:cNvPr id="5" name="Google Shape;24393;p108">
            <a:extLst>
              <a:ext uri="{FF2B5EF4-FFF2-40B4-BE49-F238E27FC236}">
                <a16:creationId xmlns:a16="http://schemas.microsoft.com/office/drawing/2014/main" id="{0690B609-F4F3-38D6-3CD2-58E108D592B1}"/>
              </a:ext>
            </a:extLst>
          </p:cNvPr>
          <p:cNvSpPr txBox="1">
            <a:spLocks/>
          </p:cNvSpPr>
          <p:nvPr/>
        </p:nvSpPr>
        <p:spPr>
          <a:xfrm>
            <a:off x="3915782" y="2985822"/>
            <a:ext cx="5470266" cy="54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Berkshire Swash"/>
              <a:buNone/>
              <a:defRPr sz="2800" b="0" i="0" u="none" strike="noStrike" cap="none">
                <a:solidFill>
                  <a:schemeClr val="accent2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457200" indent="-457200">
              <a:buFont typeface="Arial" panose="020B0604020202020204" pitchFamily="34" charset="0"/>
              <a:buChar char="•"/>
            </a:pPr>
            <a:r>
              <a:rPr lang="bs-Latn-BA" sz="2400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Sloj okruženja (Environment Layer)</a:t>
            </a:r>
          </a:p>
        </p:txBody>
      </p:sp>
      <p:sp>
        <p:nvSpPr>
          <p:cNvPr id="2" name="Google Shape;24393;p108">
            <a:extLst>
              <a:ext uri="{FF2B5EF4-FFF2-40B4-BE49-F238E27FC236}">
                <a16:creationId xmlns:a16="http://schemas.microsoft.com/office/drawing/2014/main" id="{CC04A290-14B2-A864-FC4E-535A6A1DABF0}"/>
              </a:ext>
            </a:extLst>
          </p:cNvPr>
          <p:cNvSpPr txBox="1">
            <a:spLocks/>
          </p:cNvSpPr>
          <p:nvPr/>
        </p:nvSpPr>
        <p:spPr>
          <a:xfrm>
            <a:off x="3123930" y="4600800"/>
            <a:ext cx="5058606" cy="54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Berkshire Swash"/>
              <a:buNone/>
              <a:defRPr sz="2800" b="0" i="0" u="none" strike="noStrike" cap="none">
                <a:solidFill>
                  <a:schemeClr val="accent2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457200" indent="-457200">
              <a:buFont typeface="Arial" panose="020B0604020202020204" pitchFamily="34" charset="0"/>
              <a:buChar char="•"/>
            </a:pPr>
            <a:r>
              <a:rPr lang="bs-Latn-BA" sz="2400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Sloj učenja i memorije (Learning &amp; Persistence Layer)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4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4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4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23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49" name="Google Shape;23649;p77"/>
          <p:cNvSpPr txBox="1">
            <a:spLocks noGrp="1"/>
          </p:cNvSpPr>
          <p:nvPr>
            <p:ph type="title"/>
          </p:nvPr>
        </p:nvSpPr>
        <p:spPr>
          <a:xfrm>
            <a:off x="552127" y="3920394"/>
            <a:ext cx="4040044" cy="93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sz="3200" dirty="0"/>
              <a:t>Primjer interakcije</a:t>
            </a:r>
            <a:endParaRPr sz="320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88" name="Google Shape;23888;p91"/>
          <p:cNvSpPr txBox="1">
            <a:spLocks noGrp="1"/>
          </p:cNvSpPr>
          <p:nvPr>
            <p:ph type="title"/>
          </p:nvPr>
        </p:nvSpPr>
        <p:spPr>
          <a:xfrm>
            <a:off x="561871" y="381871"/>
            <a:ext cx="7704000" cy="69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it-IT" dirty="0"/>
              <a:t>🤖 </a:t>
            </a:r>
            <a:r>
              <a:rPr lang="bs-Latn-BA" dirty="0"/>
              <a:t>Najzastupljeniji </a:t>
            </a:r>
            <a:r>
              <a:rPr lang="it-IT" dirty="0"/>
              <a:t>AI barist</a:t>
            </a:r>
            <a:r>
              <a:rPr lang="bs-Latn-BA" dirty="0"/>
              <a:t>i</a:t>
            </a:r>
            <a:endParaRPr dirty="0"/>
          </a:p>
        </p:txBody>
      </p:sp>
      <p:grpSp>
        <p:nvGrpSpPr>
          <p:cNvPr id="23889" name="Google Shape;23889;p91"/>
          <p:cNvGrpSpPr/>
          <p:nvPr/>
        </p:nvGrpSpPr>
        <p:grpSpPr>
          <a:xfrm>
            <a:off x="713235" y="1383905"/>
            <a:ext cx="4736279" cy="3114448"/>
            <a:chOff x="235800" y="830650"/>
            <a:chExt cx="6978457" cy="4588844"/>
          </a:xfrm>
        </p:grpSpPr>
        <p:sp>
          <p:nvSpPr>
            <p:cNvPr id="23890" name="Google Shape;23890;p91"/>
            <p:cNvSpPr/>
            <p:nvPr/>
          </p:nvSpPr>
          <p:spPr>
            <a:xfrm>
              <a:off x="235800" y="1224769"/>
              <a:ext cx="2592225" cy="4194725"/>
            </a:xfrm>
            <a:custGeom>
              <a:avLst/>
              <a:gdLst/>
              <a:ahLst/>
              <a:cxnLst/>
              <a:rect l="l" t="t" r="r" b="b"/>
              <a:pathLst>
                <a:path w="103689" h="167789" extrusionOk="0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91"/>
            <p:cNvSpPr/>
            <p:nvPr/>
          </p:nvSpPr>
          <p:spPr>
            <a:xfrm>
              <a:off x="2370225" y="830650"/>
              <a:ext cx="1016975" cy="1158500"/>
            </a:xfrm>
            <a:custGeom>
              <a:avLst/>
              <a:gdLst/>
              <a:ahLst/>
              <a:cxnLst/>
              <a:rect l="l" t="t" r="r" b="b"/>
              <a:pathLst>
                <a:path w="40679" h="46340" extrusionOk="0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91"/>
            <p:cNvSpPr/>
            <p:nvPr/>
          </p:nvSpPr>
          <p:spPr>
            <a:xfrm>
              <a:off x="3149907" y="1089650"/>
              <a:ext cx="4064350" cy="3503975"/>
            </a:xfrm>
            <a:custGeom>
              <a:avLst/>
              <a:gdLst/>
              <a:ahLst/>
              <a:cxnLst/>
              <a:rect l="l" t="t" r="r" b="b"/>
              <a:pathLst>
                <a:path w="162574" h="140159" extrusionOk="0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91"/>
            <p:cNvSpPr/>
            <p:nvPr/>
          </p:nvSpPr>
          <p:spPr>
            <a:xfrm>
              <a:off x="6146600" y="3671525"/>
              <a:ext cx="342925" cy="189500"/>
            </a:xfrm>
            <a:custGeom>
              <a:avLst/>
              <a:gdLst/>
              <a:ahLst/>
              <a:cxnLst/>
              <a:rect l="l" t="t" r="r" b="b"/>
              <a:pathLst>
                <a:path w="13717" h="7580" extrusionOk="0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91"/>
            <p:cNvSpPr/>
            <p:nvPr/>
          </p:nvSpPr>
          <p:spPr>
            <a:xfrm>
              <a:off x="5901600" y="3652500"/>
              <a:ext cx="558700" cy="402875"/>
            </a:xfrm>
            <a:custGeom>
              <a:avLst/>
              <a:gdLst/>
              <a:ahLst/>
              <a:cxnLst/>
              <a:rect l="l" t="t" r="r" b="b"/>
              <a:pathLst>
                <a:path w="22348" h="16115" extrusionOk="0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91"/>
            <p:cNvSpPr/>
            <p:nvPr/>
          </p:nvSpPr>
          <p:spPr>
            <a:xfrm>
              <a:off x="6249675" y="4061675"/>
              <a:ext cx="964575" cy="811125"/>
            </a:xfrm>
            <a:custGeom>
              <a:avLst/>
              <a:gdLst/>
              <a:ahLst/>
              <a:cxnLst/>
              <a:rect l="l" t="t" r="r" b="b"/>
              <a:pathLst>
                <a:path w="38583" h="32445" extrusionOk="0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896" name="Google Shape;23896;p91"/>
          <p:cNvSpPr/>
          <p:nvPr/>
        </p:nvSpPr>
        <p:spPr>
          <a:xfrm>
            <a:off x="5906011" y="2541972"/>
            <a:ext cx="451550" cy="369450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97" name="Google Shape;23897;p91"/>
          <p:cNvSpPr/>
          <p:nvPr/>
        </p:nvSpPr>
        <p:spPr>
          <a:xfrm>
            <a:off x="5894078" y="3547276"/>
            <a:ext cx="420415" cy="369451"/>
          </a:xfrm>
          <a:custGeom>
            <a:avLst/>
            <a:gdLst/>
            <a:ahLst/>
            <a:cxnLst/>
            <a:rect l="l" t="t" r="r" b="b"/>
            <a:pathLst>
              <a:path w="2079" h="1827" extrusionOk="0">
                <a:moveTo>
                  <a:pt x="1037" y="0"/>
                </a:moveTo>
                <a:cubicBezTo>
                  <a:pt x="780" y="0"/>
                  <a:pt x="535" y="110"/>
                  <a:pt x="326" y="298"/>
                </a:cubicBezTo>
                <a:cubicBezTo>
                  <a:pt x="174" y="434"/>
                  <a:pt x="0" y="590"/>
                  <a:pt x="0" y="797"/>
                </a:cubicBezTo>
                <a:cubicBezTo>
                  <a:pt x="0" y="1003"/>
                  <a:pt x="136" y="1188"/>
                  <a:pt x="277" y="1328"/>
                </a:cubicBezTo>
                <a:cubicBezTo>
                  <a:pt x="525" y="1587"/>
                  <a:pt x="915" y="1827"/>
                  <a:pt x="1262" y="1827"/>
                </a:cubicBezTo>
                <a:cubicBezTo>
                  <a:pt x="1491" y="1827"/>
                  <a:pt x="1701" y="1722"/>
                  <a:pt x="1839" y="1448"/>
                </a:cubicBezTo>
                <a:cubicBezTo>
                  <a:pt x="2078" y="966"/>
                  <a:pt x="1975" y="364"/>
                  <a:pt x="1476" y="108"/>
                </a:cubicBezTo>
                <a:cubicBezTo>
                  <a:pt x="1329" y="34"/>
                  <a:pt x="1181" y="0"/>
                  <a:pt x="103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98" name="Google Shape;23898;p91"/>
          <p:cNvSpPr/>
          <p:nvPr/>
        </p:nvSpPr>
        <p:spPr>
          <a:xfrm>
            <a:off x="5894072" y="1598547"/>
            <a:ext cx="420427" cy="461299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99" name="Google Shape;23899;p91"/>
          <p:cNvSpPr txBox="1">
            <a:spLocks noGrp="1"/>
          </p:cNvSpPr>
          <p:nvPr>
            <p:ph type="title" idx="4294967295"/>
          </p:nvPr>
        </p:nvSpPr>
        <p:spPr>
          <a:xfrm>
            <a:off x="6394820" y="3547205"/>
            <a:ext cx="2749180" cy="3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/>
                <a:ea typeface="Open Sans"/>
                <a:cs typeface="Open Sans"/>
                <a:sym typeface="Open Sans"/>
              </a:rPr>
              <a:t>Sjedinjene Američke Države</a:t>
            </a:r>
            <a:endParaRPr sz="1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3900" name="Google Shape;23900;p91"/>
          <p:cNvSpPr txBox="1">
            <a:spLocks noGrp="1"/>
          </p:cNvSpPr>
          <p:nvPr>
            <p:ph type="title" idx="4294967295"/>
          </p:nvPr>
        </p:nvSpPr>
        <p:spPr>
          <a:xfrm>
            <a:off x="6449822" y="2528149"/>
            <a:ext cx="2584175" cy="3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/>
                <a:ea typeface="Open Sans"/>
                <a:cs typeface="Open Sans"/>
                <a:sym typeface="Open Sans"/>
              </a:rPr>
              <a:t>Ujedinjeni Arapski Emirati</a:t>
            </a:r>
            <a:endParaRPr sz="1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3901" name="Google Shape;23901;p91"/>
          <p:cNvSpPr txBox="1">
            <a:spLocks noGrp="1"/>
          </p:cNvSpPr>
          <p:nvPr>
            <p:ph type="title" idx="4294967295"/>
          </p:nvPr>
        </p:nvSpPr>
        <p:spPr>
          <a:xfrm>
            <a:off x="6504824" y="1653473"/>
            <a:ext cx="1144800" cy="3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/>
                <a:ea typeface="Open Sans"/>
                <a:cs typeface="Open Sans"/>
                <a:sym typeface="Open Sans"/>
              </a:rPr>
              <a:t>Kina</a:t>
            </a:r>
            <a:endParaRPr sz="1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3905" name="Google Shape;23905;p91"/>
          <p:cNvSpPr/>
          <p:nvPr/>
        </p:nvSpPr>
        <p:spPr>
          <a:xfrm>
            <a:off x="4127828" y="2475068"/>
            <a:ext cx="368545" cy="396915"/>
          </a:xfrm>
          <a:custGeom>
            <a:avLst/>
            <a:gdLst/>
            <a:ahLst/>
            <a:cxnLst/>
            <a:rect l="l" t="t" r="r" b="b"/>
            <a:pathLst>
              <a:path w="2903" h="2718" extrusionOk="0">
                <a:moveTo>
                  <a:pt x="1564" y="1"/>
                </a:moveTo>
                <a:cubicBezTo>
                  <a:pt x="1273" y="1"/>
                  <a:pt x="1022" y="131"/>
                  <a:pt x="911" y="501"/>
                </a:cubicBezTo>
                <a:cubicBezTo>
                  <a:pt x="685" y="1190"/>
                  <a:pt x="0" y="1581"/>
                  <a:pt x="359" y="2200"/>
                </a:cubicBezTo>
                <a:cubicBezTo>
                  <a:pt x="576" y="2574"/>
                  <a:pt x="867" y="2717"/>
                  <a:pt x="1177" y="2717"/>
                </a:cubicBezTo>
                <a:cubicBezTo>
                  <a:pt x="1580" y="2717"/>
                  <a:pt x="2014" y="2475"/>
                  <a:pt x="2354" y="2183"/>
                </a:cubicBezTo>
                <a:cubicBezTo>
                  <a:pt x="2560" y="1994"/>
                  <a:pt x="2746" y="1754"/>
                  <a:pt x="2767" y="1499"/>
                </a:cubicBezTo>
                <a:cubicBezTo>
                  <a:pt x="2767" y="1223"/>
                  <a:pt x="2903" y="604"/>
                  <a:pt x="2680" y="431"/>
                </a:cubicBezTo>
                <a:cubicBezTo>
                  <a:pt x="2396" y="227"/>
                  <a:pt x="1946" y="1"/>
                  <a:pt x="156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906" name="Google Shape;23906;p91"/>
          <p:cNvSpPr/>
          <p:nvPr/>
        </p:nvSpPr>
        <p:spPr>
          <a:xfrm>
            <a:off x="1259246" y="2406316"/>
            <a:ext cx="390799" cy="351568"/>
          </a:xfrm>
          <a:custGeom>
            <a:avLst/>
            <a:gdLst/>
            <a:ahLst/>
            <a:cxnLst/>
            <a:rect l="l" t="t" r="r" b="b"/>
            <a:pathLst>
              <a:path w="2079" h="1827" extrusionOk="0">
                <a:moveTo>
                  <a:pt x="1037" y="0"/>
                </a:moveTo>
                <a:cubicBezTo>
                  <a:pt x="780" y="0"/>
                  <a:pt x="535" y="110"/>
                  <a:pt x="326" y="298"/>
                </a:cubicBezTo>
                <a:cubicBezTo>
                  <a:pt x="174" y="434"/>
                  <a:pt x="0" y="590"/>
                  <a:pt x="0" y="797"/>
                </a:cubicBezTo>
                <a:cubicBezTo>
                  <a:pt x="0" y="1003"/>
                  <a:pt x="136" y="1188"/>
                  <a:pt x="277" y="1328"/>
                </a:cubicBezTo>
                <a:cubicBezTo>
                  <a:pt x="525" y="1587"/>
                  <a:pt x="915" y="1827"/>
                  <a:pt x="1262" y="1827"/>
                </a:cubicBezTo>
                <a:cubicBezTo>
                  <a:pt x="1491" y="1827"/>
                  <a:pt x="1701" y="1722"/>
                  <a:pt x="1839" y="1448"/>
                </a:cubicBezTo>
                <a:cubicBezTo>
                  <a:pt x="2078" y="966"/>
                  <a:pt x="1975" y="364"/>
                  <a:pt x="1476" y="108"/>
                </a:cubicBezTo>
                <a:cubicBezTo>
                  <a:pt x="1329" y="34"/>
                  <a:pt x="1181" y="0"/>
                  <a:pt x="103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907" name="Google Shape;23907;p91"/>
          <p:cNvSpPr/>
          <p:nvPr/>
        </p:nvSpPr>
        <p:spPr>
          <a:xfrm>
            <a:off x="3588522" y="2805076"/>
            <a:ext cx="350960" cy="302801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38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3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3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3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4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23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3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6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23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70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239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80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23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90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3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11" name="Google Shape;23811;p88"/>
          <p:cNvSpPr txBox="1">
            <a:spLocks noGrp="1"/>
          </p:cNvSpPr>
          <p:nvPr>
            <p:ph type="title"/>
          </p:nvPr>
        </p:nvSpPr>
        <p:spPr>
          <a:xfrm>
            <a:off x="678749" y="340620"/>
            <a:ext cx="7704000" cy="69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bs-Latn-BA" sz="3200" dirty="0"/>
              <a:t>Zaključak</a:t>
            </a:r>
            <a:endParaRPr sz="3200" dirty="0"/>
          </a:p>
        </p:txBody>
      </p:sp>
      <p:sp>
        <p:nvSpPr>
          <p:cNvPr id="23812" name="Google Shape;23812;p88"/>
          <p:cNvSpPr/>
          <p:nvPr/>
        </p:nvSpPr>
        <p:spPr>
          <a:xfrm>
            <a:off x="569273" y="1407823"/>
            <a:ext cx="3938152" cy="2838049"/>
          </a:xfrm>
          <a:custGeom>
            <a:avLst/>
            <a:gdLst/>
            <a:ahLst/>
            <a:cxnLst/>
            <a:rect l="l" t="t" r="r" b="b"/>
            <a:pathLst>
              <a:path w="2442" h="1998" extrusionOk="0">
                <a:moveTo>
                  <a:pt x="1079" y="1"/>
                </a:moveTo>
                <a:cubicBezTo>
                  <a:pt x="952" y="1"/>
                  <a:pt x="821" y="27"/>
                  <a:pt x="689" y="85"/>
                </a:cubicBezTo>
                <a:cubicBezTo>
                  <a:pt x="207" y="274"/>
                  <a:pt x="1" y="703"/>
                  <a:pt x="1" y="1202"/>
                </a:cubicBezTo>
                <a:cubicBezTo>
                  <a:pt x="1" y="1425"/>
                  <a:pt x="17" y="1684"/>
                  <a:pt x="207" y="1837"/>
                </a:cubicBezTo>
                <a:cubicBezTo>
                  <a:pt x="354" y="1956"/>
                  <a:pt x="560" y="1997"/>
                  <a:pt x="754" y="1997"/>
                </a:cubicBezTo>
                <a:cubicBezTo>
                  <a:pt x="790" y="1997"/>
                  <a:pt x="824" y="1996"/>
                  <a:pt x="859" y="1994"/>
                </a:cubicBezTo>
                <a:cubicBezTo>
                  <a:pt x="1514" y="1961"/>
                  <a:pt x="2442" y="1528"/>
                  <a:pt x="2095" y="740"/>
                </a:cubicBezTo>
                <a:cubicBezTo>
                  <a:pt x="1910" y="312"/>
                  <a:pt x="1517" y="1"/>
                  <a:pt x="107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813" name="Google Shape;23813;p88"/>
          <p:cNvGrpSpPr/>
          <p:nvPr/>
        </p:nvGrpSpPr>
        <p:grpSpPr>
          <a:xfrm>
            <a:off x="813544" y="1997089"/>
            <a:ext cx="3088193" cy="1819679"/>
            <a:chOff x="3244104" y="1896950"/>
            <a:chExt cx="2931365" cy="1727270"/>
          </a:xfrm>
        </p:grpSpPr>
        <p:sp>
          <p:nvSpPr>
            <p:cNvPr id="23814" name="Google Shape;23814;p88"/>
            <p:cNvSpPr/>
            <p:nvPr/>
          </p:nvSpPr>
          <p:spPr>
            <a:xfrm>
              <a:off x="3244104" y="2314373"/>
              <a:ext cx="2445473" cy="1309847"/>
            </a:xfrm>
            <a:custGeom>
              <a:avLst/>
              <a:gdLst/>
              <a:ahLst/>
              <a:cxnLst/>
              <a:rect l="l" t="t" r="r" b="b"/>
              <a:pathLst>
                <a:path w="30277" h="16217" extrusionOk="0">
                  <a:moveTo>
                    <a:pt x="879" y="1"/>
                  </a:moveTo>
                  <a:cubicBezTo>
                    <a:pt x="879" y="2909"/>
                    <a:pt x="0" y="16217"/>
                    <a:pt x="15149" y="16217"/>
                  </a:cubicBezTo>
                  <a:cubicBezTo>
                    <a:pt x="30277" y="16217"/>
                    <a:pt x="29398" y="2909"/>
                    <a:pt x="293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88"/>
            <p:cNvSpPr/>
            <p:nvPr/>
          </p:nvSpPr>
          <p:spPr>
            <a:xfrm>
              <a:off x="5408154" y="2468241"/>
              <a:ext cx="767315" cy="814646"/>
            </a:xfrm>
            <a:custGeom>
              <a:avLst/>
              <a:gdLst/>
              <a:ahLst/>
              <a:cxnLst/>
              <a:rect l="l" t="t" r="r" b="b"/>
              <a:pathLst>
                <a:path w="9500" h="10086" extrusionOk="0">
                  <a:moveTo>
                    <a:pt x="4374" y="2092"/>
                  </a:moveTo>
                  <a:cubicBezTo>
                    <a:pt x="5901" y="2092"/>
                    <a:pt x="7094" y="3536"/>
                    <a:pt x="7094" y="5001"/>
                  </a:cubicBezTo>
                  <a:cubicBezTo>
                    <a:pt x="7094" y="6465"/>
                    <a:pt x="6278" y="7993"/>
                    <a:pt x="4750" y="7993"/>
                  </a:cubicBezTo>
                  <a:cubicBezTo>
                    <a:pt x="3223" y="7993"/>
                    <a:pt x="1967" y="6800"/>
                    <a:pt x="1967" y="5336"/>
                  </a:cubicBezTo>
                  <a:cubicBezTo>
                    <a:pt x="1967" y="3871"/>
                    <a:pt x="2825" y="2092"/>
                    <a:pt x="4374" y="2092"/>
                  </a:cubicBezTo>
                  <a:close/>
                  <a:moveTo>
                    <a:pt x="4102" y="0"/>
                  </a:moveTo>
                  <a:cubicBezTo>
                    <a:pt x="1465" y="0"/>
                    <a:pt x="1" y="3034"/>
                    <a:pt x="1" y="5545"/>
                  </a:cubicBezTo>
                  <a:cubicBezTo>
                    <a:pt x="1" y="8056"/>
                    <a:pt x="2135" y="10085"/>
                    <a:pt x="4750" y="10085"/>
                  </a:cubicBezTo>
                  <a:cubicBezTo>
                    <a:pt x="7366" y="10085"/>
                    <a:pt x="9500" y="8056"/>
                    <a:pt x="9500" y="5545"/>
                  </a:cubicBezTo>
                  <a:cubicBezTo>
                    <a:pt x="9500" y="3034"/>
                    <a:pt x="6717" y="0"/>
                    <a:pt x="41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88"/>
            <p:cNvSpPr/>
            <p:nvPr/>
          </p:nvSpPr>
          <p:spPr>
            <a:xfrm>
              <a:off x="3451154" y="2439487"/>
              <a:ext cx="2029750" cy="1024244"/>
            </a:xfrm>
            <a:custGeom>
              <a:avLst/>
              <a:gdLst/>
              <a:ahLst/>
              <a:cxnLst/>
              <a:rect l="l" t="t" r="r" b="b"/>
              <a:pathLst>
                <a:path w="25130" h="12681" extrusionOk="0">
                  <a:moveTo>
                    <a:pt x="502" y="0"/>
                  </a:moveTo>
                  <a:cubicBezTo>
                    <a:pt x="502" y="2281"/>
                    <a:pt x="0" y="12680"/>
                    <a:pt x="12575" y="12680"/>
                  </a:cubicBezTo>
                  <a:cubicBezTo>
                    <a:pt x="25129" y="12680"/>
                    <a:pt x="24627" y="2281"/>
                    <a:pt x="246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88"/>
            <p:cNvSpPr/>
            <p:nvPr/>
          </p:nvSpPr>
          <p:spPr>
            <a:xfrm>
              <a:off x="3510278" y="2730180"/>
              <a:ext cx="1913118" cy="733553"/>
            </a:xfrm>
            <a:custGeom>
              <a:avLst/>
              <a:gdLst/>
              <a:ahLst/>
              <a:cxnLst/>
              <a:rect l="l" t="t" r="r" b="b"/>
              <a:pathLst>
                <a:path w="23686" h="9082" extrusionOk="0">
                  <a:moveTo>
                    <a:pt x="0" y="0"/>
                  </a:moveTo>
                  <a:cubicBezTo>
                    <a:pt x="607" y="3850"/>
                    <a:pt x="2930" y="9081"/>
                    <a:pt x="11843" y="9081"/>
                  </a:cubicBezTo>
                  <a:cubicBezTo>
                    <a:pt x="20757" y="9081"/>
                    <a:pt x="23079" y="3850"/>
                    <a:pt x="236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88"/>
            <p:cNvSpPr/>
            <p:nvPr/>
          </p:nvSpPr>
          <p:spPr>
            <a:xfrm>
              <a:off x="3615038" y="2505396"/>
              <a:ext cx="99832" cy="96359"/>
            </a:xfrm>
            <a:custGeom>
              <a:avLst/>
              <a:gdLst/>
              <a:ahLst/>
              <a:cxnLst/>
              <a:rect l="l" t="t" r="r" b="b"/>
              <a:pathLst>
                <a:path w="1236" h="1193" extrusionOk="0">
                  <a:moveTo>
                    <a:pt x="649" y="0"/>
                  </a:moveTo>
                  <a:cubicBezTo>
                    <a:pt x="335" y="0"/>
                    <a:pt x="1" y="293"/>
                    <a:pt x="1" y="607"/>
                  </a:cubicBezTo>
                  <a:cubicBezTo>
                    <a:pt x="1" y="942"/>
                    <a:pt x="461" y="1193"/>
                    <a:pt x="775" y="1193"/>
                  </a:cubicBezTo>
                  <a:cubicBezTo>
                    <a:pt x="1110" y="1193"/>
                    <a:pt x="1235" y="921"/>
                    <a:pt x="1235" y="586"/>
                  </a:cubicBezTo>
                  <a:cubicBezTo>
                    <a:pt x="1235" y="272"/>
                    <a:pt x="984" y="0"/>
                    <a:pt x="6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88"/>
            <p:cNvSpPr/>
            <p:nvPr/>
          </p:nvSpPr>
          <p:spPr>
            <a:xfrm>
              <a:off x="4015582" y="2569608"/>
              <a:ext cx="101447" cy="96439"/>
            </a:xfrm>
            <a:custGeom>
              <a:avLst/>
              <a:gdLst/>
              <a:ahLst/>
              <a:cxnLst/>
              <a:rect l="l" t="t" r="r" b="b"/>
              <a:pathLst>
                <a:path w="1256" h="1194" extrusionOk="0">
                  <a:moveTo>
                    <a:pt x="670" y="0"/>
                  </a:moveTo>
                  <a:cubicBezTo>
                    <a:pt x="335" y="0"/>
                    <a:pt x="1" y="272"/>
                    <a:pt x="1" y="607"/>
                  </a:cubicBezTo>
                  <a:cubicBezTo>
                    <a:pt x="1" y="921"/>
                    <a:pt x="461" y="1193"/>
                    <a:pt x="796" y="1193"/>
                  </a:cubicBezTo>
                  <a:cubicBezTo>
                    <a:pt x="1109" y="1193"/>
                    <a:pt x="1256" y="900"/>
                    <a:pt x="1256" y="586"/>
                  </a:cubicBezTo>
                  <a:cubicBezTo>
                    <a:pt x="1256" y="252"/>
                    <a:pt x="984" y="0"/>
                    <a:pt x="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88"/>
            <p:cNvSpPr/>
            <p:nvPr/>
          </p:nvSpPr>
          <p:spPr>
            <a:xfrm>
              <a:off x="4392459" y="2485122"/>
              <a:ext cx="101447" cy="96359"/>
            </a:xfrm>
            <a:custGeom>
              <a:avLst/>
              <a:gdLst/>
              <a:ahLst/>
              <a:cxnLst/>
              <a:rect l="l" t="t" r="r" b="b"/>
              <a:pathLst>
                <a:path w="1256" h="1193" extrusionOk="0">
                  <a:moveTo>
                    <a:pt x="670" y="0"/>
                  </a:moveTo>
                  <a:cubicBezTo>
                    <a:pt x="335" y="0"/>
                    <a:pt x="1" y="272"/>
                    <a:pt x="1" y="607"/>
                  </a:cubicBezTo>
                  <a:cubicBezTo>
                    <a:pt x="1" y="921"/>
                    <a:pt x="461" y="1193"/>
                    <a:pt x="796" y="1193"/>
                  </a:cubicBezTo>
                  <a:cubicBezTo>
                    <a:pt x="1109" y="1193"/>
                    <a:pt x="1256" y="900"/>
                    <a:pt x="1256" y="586"/>
                  </a:cubicBezTo>
                  <a:cubicBezTo>
                    <a:pt x="1256" y="251"/>
                    <a:pt x="984" y="0"/>
                    <a:pt x="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88"/>
            <p:cNvSpPr/>
            <p:nvPr/>
          </p:nvSpPr>
          <p:spPr>
            <a:xfrm>
              <a:off x="4703427" y="2596666"/>
              <a:ext cx="99751" cy="96359"/>
            </a:xfrm>
            <a:custGeom>
              <a:avLst/>
              <a:gdLst/>
              <a:ahLst/>
              <a:cxnLst/>
              <a:rect l="l" t="t" r="r" b="b"/>
              <a:pathLst>
                <a:path w="1235" h="1193" extrusionOk="0">
                  <a:moveTo>
                    <a:pt x="649" y="0"/>
                  </a:moveTo>
                  <a:cubicBezTo>
                    <a:pt x="335" y="0"/>
                    <a:pt x="0" y="293"/>
                    <a:pt x="0" y="607"/>
                  </a:cubicBezTo>
                  <a:cubicBezTo>
                    <a:pt x="0" y="942"/>
                    <a:pt x="440" y="1193"/>
                    <a:pt x="775" y="1193"/>
                  </a:cubicBezTo>
                  <a:cubicBezTo>
                    <a:pt x="1088" y="1193"/>
                    <a:pt x="1235" y="921"/>
                    <a:pt x="1235" y="586"/>
                  </a:cubicBezTo>
                  <a:cubicBezTo>
                    <a:pt x="1235" y="272"/>
                    <a:pt x="984" y="0"/>
                    <a:pt x="6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88"/>
            <p:cNvSpPr/>
            <p:nvPr/>
          </p:nvSpPr>
          <p:spPr>
            <a:xfrm>
              <a:off x="5100578" y="2498611"/>
              <a:ext cx="101447" cy="96439"/>
            </a:xfrm>
            <a:custGeom>
              <a:avLst/>
              <a:gdLst/>
              <a:ahLst/>
              <a:cxnLst/>
              <a:rect l="l" t="t" r="r" b="b"/>
              <a:pathLst>
                <a:path w="1256" h="1194" extrusionOk="0">
                  <a:moveTo>
                    <a:pt x="649" y="1"/>
                  </a:moveTo>
                  <a:cubicBezTo>
                    <a:pt x="335" y="1"/>
                    <a:pt x="1" y="294"/>
                    <a:pt x="1" y="607"/>
                  </a:cubicBezTo>
                  <a:cubicBezTo>
                    <a:pt x="1" y="942"/>
                    <a:pt x="461" y="1193"/>
                    <a:pt x="775" y="1193"/>
                  </a:cubicBezTo>
                  <a:cubicBezTo>
                    <a:pt x="1109" y="1193"/>
                    <a:pt x="1256" y="900"/>
                    <a:pt x="1256" y="587"/>
                  </a:cubicBezTo>
                  <a:cubicBezTo>
                    <a:pt x="1256" y="252"/>
                    <a:pt x="984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88"/>
            <p:cNvSpPr/>
            <p:nvPr/>
          </p:nvSpPr>
          <p:spPr>
            <a:xfrm>
              <a:off x="3613342" y="3046155"/>
              <a:ext cx="1706993" cy="415885"/>
            </a:xfrm>
            <a:custGeom>
              <a:avLst/>
              <a:gdLst/>
              <a:ahLst/>
              <a:cxnLst/>
              <a:rect l="l" t="t" r="r" b="b"/>
              <a:pathLst>
                <a:path w="21134" h="5149" extrusionOk="0">
                  <a:moveTo>
                    <a:pt x="1" y="1"/>
                  </a:moveTo>
                  <a:cubicBezTo>
                    <a:pt x="1507" y="2742"/>
                    <a:pt x="4520" y="5148"/>
                    <a:pt x="10567" y="5148"/>
                  </a:cubicBezTo>
                  <a:cubicBezTo>
                    <a:pt x="16593" y="5148"/>
                    <a:pt x="19627" y="2742"/>
                    <a:pt x="211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88"/>
            <p:cNvSpPr/>
            <p:nvPr/>
          </p:nvSpPr>
          <p:spPr>
            <a:xfrm>
              <a:off x="4561432" y="2023760"/>
              <a:ext cx="101528" cy="96359"/>
            </a:xfrm>
            <a:custGeom>
              <a:avLst/>
              <a:gdLst/>
              <a:ahLst/>
              <a:cxnLst/>
              <a:rect l="l" t="t" r="r" b="b"/>
              <a:pathLst>
                <a:path w="1257" h="1193" extrusionOk="0">
                  <a:moveTo>
                    <a:pt x="670" y="0"/>
                  </a:moveTo>
                  <a:cubicBezTo>
                    <a:pt x="336" y="0"/>
                    <a:pt x="1" y="272"/>
                    <a:pt x="1" y="607"/>
                  </a:cubicBezTo>
                  <a:cubicBezTo>
                    <a:pt x="1" y="921"/>
                    <a:pt x="461" y="1193"/>
                    <a:pt x="796" y="1193"/>
                  </a:cubicBezTo>
                  <a:cubicBezTo>
                    <a:pt x="1110" y="1193"/>
                    <a:pt x="1256" y="900"/>
                    <a:pt x="1256" y="586"/>
                  </a:cubicBezTo>
                  <a:cubicBezTo>
                    <a:pt x="1256" y="251"/>
                    <a:pt x="984" y="0"/>
                    <a:pt x="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88"/>
            <p:cNvSpPr/>
            <p:nvPr/>
          </p:nvSpPr>
          <p:spPr>
            <a:xfrm>
              <a:off x="4931605" y="1896950"/>
              <a:ext cx="101447" cy="96439"/>
            </a:xfrm>
            <a:custGeom>
              <a:avLst/>
              <a:gdLst/>
              <a:ahLst/>
              <a:cxnLst/>
              <a:rect l="l" t="t" r="r" b="b"/>
              <a:pathLst>
                <a:path w="1256" h="1194" extrusionOk="0">
                  <a:moveTo>
                    <a:pt x="649" y="1"/>
                  </a:moveTo>
                  <a:cubicBezTo>
                    <a:pt x="335" y="1"/>
                    <a:pt x="0" y="273"/>
                    <a:pt x="0" y="608"/>
                  </a:cubicBezTo>
                  <a:cubicBezTo>
                    <a:pt x="0" y="921"/>
                    <a:pt x="460" y="1193"/>
                    <a:pt x="774" y="1193"/>
                  </a:cubicBezTo>
                  <a:cubicBezTo>
                    <a:pt x="1109" y="1193"/>
                    <a:pt x="1256" y="901"/>
                    <a:pt x="1256" y="587"/>
                  </a:cubicBezTo>
                  <a:cubicBezTo>
                    <a:pt x="1256" y="252"/>
                    <a:pt x="984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88"/>
            <p:cNvSpPr/>
            <p:nvPr/>
          </p:nvSpPr>
          <p:spPr>
            <a:xfrm>
              <a:off x="4879185" y="2118343"/>
              <a:ext cx="99751" cy="96439"/>
            </a:xfrm>
            <a:custGeom>
              <a:avLst/>
              <a:gdLst/>
              <a:ahLst/>
              <a:cxnLst/>
              <a:rect l="l" t="t" r="r" b="b"/>
              <a:pathLst>
                <a:path w="1235" h="1194" extrusionOk="0">
                  <a:moveTo>
                    <a:pt x="649" y="1"/>
                  </a:moveTo>
                  <a:cubicBezTo>
                    <a:pt x="335" y="1"/>
                    <a:pt x="1" y="294"/>
                    <a:pt x="1" y="608"/>
                  </a:cubicBezTo>
                  <a:cubicBezTo>
                    <a:pt x="1" y="942"/>
                    <a:pt x="461" y="1193"/>
                    <a:pt x="775" y="1193"/>
                  </a:cubicBezTo>
                  <a:cubicBezTo>
                    <a:pt x="1109" y="1193"/>
                    <a:pt x="1235" y="901"/>
                    <a:pt x="1235" y="587"/>
                  </a:cubicBezTo>
                  <a:cubicBezTo>
                    <a:pt x="1235" y="252"/>
                    <a:pt x="984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88"/>
            <p:cNvSpPr/>
            <p:nvPr/>
          </p:nvSpPr>
          <p:spPr>
            <a:xfrm>
              <a:off x="5205338" y="2118343"/>
              <a:ext cx="101528" cy="96439"/>
            </a:xfrm>
            <a:custGeom>
              <a:avLst/>
              <a:gdLst/>
              <a:ahLst/>
              <a:cxnLst/>
              <a:rect l="l" t="t" r="r" b="b"/>
              <a:pathLst>
                <a:path w="1257" h="1194" extrusionOk="0">
                  <a:moveTo>
                    <a:pt x="670" y="1"/>
                  </a:moveTo>
                  <a:cubicBezTo>
                    <a:pt x="356" y="1"/>
                    <a:pt x="1" y="294"/>
                    <a:pt x="1" y="608"/>
                  </a:cubicBezTo>
                  <a:cubicBezTo>
                    <a:pt x="1" y="942"/>
                    <a:pt x="461" y="1193"/>
                    <a:pt x="796" y="1193"/>
                  </a:cubicBezTo>
                  <a:cubicBezTo>
                    <a:pt x="1110" y="1193"/>
                    <a:pt x="1256" y="901"/>
                    <a:pt x="1256" y="587"/>
                  </a:cubicBezTo>
                  <a:cubicBezTo>
                    <a:pt x="1256" y="252"/>
                    <a:pt x="984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88"/>
            <p:cNvSpPr/>
            <p:nvPr/>
          </p:nvSpPr>
          <p:spPr>
            <a:xfrm>
              <a:off x="3631919" y="2023760"/>
              <a:ext cx="101528" cy="96359"/>
            </a:xfrm>
            <a:custGeom>
              <a:avLst/>
              <a:gdLst/>
              <a:ahLst/>
              <a:cxnLst/>
              <a:rect l="l" t="t" r="r" b="b"/>
              <a:pathLst>
                <a:path w="1257" h="1193" extrusionOk="0">
                  <a:moveTo>
                    <a:pt x="670" y="0"/>
                  </a:moveTo>
                  <a:cubicBezTo>
                    <a:pt x="336" y="0"/>
                    <a:pt x="1" y="272"/>
                    <a:pt x="1" y="607"/>
                  </a:cubicBezTo>
                  <a:cubicBezTo>
                    <a:pt x="1" y="921"/>
                    <a:pt x="461" y="1193"/>
                    <a:pt x="796" y="1193"/>
                  </a:cubicBezTo>
                  <a:cubicBezTo>
                    <a:pt x="1110" y="1193"/>
                    <a:pt x="1256" y="900"/>
                    <a:pt x="1256" y="586"/>
                  </a:cubicBezTo>
                  <a:cubicBezTo>
                    <a:pt x="1256" y="251"/>
                    <a:pt x="984" y="0"/>
                    <a:pt x="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88"/>
            <p:cNvSpPr/>
            <p:nvPr/>
          </p:nvSpPr>
          <p:spPr>
            <a:xfrm>
              <a:off x="4002093" y="1896950"/>
              <a:ext cx="101447" cy="96439"/>
            </a:xfrm>
            <a:custGeom>
              <a:avLst/>
              <a:gdLst/>
              <a:ahLst/>
              <a:cxnLst/>
              <a:rect l="l" t="t" r="r" b="b"/>
              <a:pathLst>
                <a:path w="1256" h="1194" extrusionOk="0">
                  <a:moveTo>
                    <a:pt x="649" y="1"/>
                  </a:moveTo>
                  <a:cubicBezTo>
                    <a:pt x="335" y="1"/>
                    <a:pt x="0" y="273"/>
                    <a:pt x="0" y="608"/>
                  </a:cubicBezTo>
                  <a:cubicBezTo>
                    <a:pt x="0" y="921"/>
                    <a:pt x="460" y="1193"/>
                    <a:pt x="774" y="1193"/>
                  </a:cubicBezTo>
                  <a:cubicBezTo>
                    <a:pt x="1109" y="1193"/>
                    <a:pt x="1256" y="901"/>
                    <a:pt x="1256" y="587"/>
                  </a:cubicBezTo>
                  <a:cubicBezTo>
                    <a:pt x="1256" y="252"/>
                    <a:pt x="984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88"/>
            <p:cNvSpPr/>
            <p:nvPr/>
          </p:nvSpPr>
          <p:spPr>
            <a:xfrm>
              <a:off x="3949672" y="2118343"/>
              <a:ext cx="99832" cy="96439"/>
            </a:xfrm>
            <a:custGeom>
              <a:avLst/>
              <a:gdLst/>
              <a:ahLst/>
              <a:cxnLst/>
              <a:rect l="l" t="t" r="r" b="b"/>
              <a:pathLst>
                <a:path w="1236" h="1194" extrusionOk="0">
                  <a:moveTo>
                    <a:pt x="649" y="1"/>
                  </a:moveTo>
                  <a:cubicBezTo>
                    <a:pt x="335" y="1"/>
                    <a:pt x="1" y="294"/>
                    <a:pt x="1" y="608"/>
                  </a:cubicBezTo>
                  <a:cubicBezTo>
                    <a:pt x="1" y="942"/>
                    <a:pt x="461" y="1193"/>
                    <a:pt x="775" y="1193"/>
                  </a:cubicBezTo>
                  <a:cubicBezTo>
                    <a:pt x="1109" y="1193"/>
                    <a:pt x="1235" y="901"/>
                    <a:pt x="1235" y="587"/>
                  </a:cubicBezTo>
                  <a:cubicBezTo>
                    <a:pt x="1235" y="252"/>
                    <a:pt x="984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88"/>
            <p:cNvSpPr/>
            <p:nvPr/>
          </p:nvSpPr>
          <p:spPr>
            <a:xfrm>
              <a:off x="4275826" y="2118343"/>
              <a:ext cx="101528" cy="96439"/>
            </a:xfrm>
            <a:custGeom>
              <a:avLst/>
              <a:gdLst/>
              <a:ahLst/>
              <a:cxnLst/>
              <a:rect l="l" t="t" r="r" b="b"/>
              <a:pathLst>
                <a:path w="1257" h="1194" extrusionOk="0">
                  <a:moveTo>
                    <a:pt x="670" y="1"/>
                  </a:moveTo>
                  <a:cubicBezTo>
                    <a:pt x="356" y="1"/>
                    <a:pt x="1" y="294"/>
                    <a:pt x="1" y="608"/>
                  </a:cubicBezTo>
                  <a:cubicBezTo>
                    <a:pt x="1" y="942"/>
                    <a:pt x="461" y="1193"/>
                    <a:pt x="796" y="1193"/>
                  </a:cubicBezTo>
                  <a:cubicBezTo>
                    <a:pt x="1110" y="1193"/>
                    <a:pt x="1256" y="901"/>
                    <a:pt x="1256" y="587"/>
                  </a:cubicBezTo>
                  <a:cubicBezTo>
                    <a:pt x="1256" y="252"/>
                    <a:pt x="984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833" name="Google Shape;23833;p88"/>
          <p:cNvSpPr txBox="1">
            <a:spLocks noGrp="1"/>
          </p:cNvSpPr>
          <p:nvPr>
            <p:ph type="subTitle" idx="4294967295"/>
          </p:nvPr>
        </p:nvSpPr>
        <p:spPr>
          <a:xfrm>
            <a:off x="5144768" y="1254246"/>
            <a:ext cx="3572970" cy="40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>
              <a:spcAft>
                <a:spcPts val="1600"/>
              </a:spcAft>
              <a:buNone/>
            </a:pPr>
            <a:r>
              <a:rPr lang="bs-Latn-BA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BrewBuddy je inteligentni agent koji uči iz svake korisničke interakcije</a:t>
            </a:r>
            <a:endParaRPr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cxnSp>
        <p:nvCxnSpPr>
          <p:cNvPr id="23834" name="Google Shape;23834;p88"/>
          <p:cNvCxnSpPr>
            <a:cxnSpLocks/>
          </p:cNvCxnSpPr>
          <p:nvPr/>
        </p:nvCxnSpPr>
        <p:spPr>
          <a:xfrm rot="10800000" flipV="1">
            <a:off x="3038835" y="1766923"/>
            <a:ext cx="2103806" cy="935024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lt2"/>
            </a:solidFill>
            <a:prstDash val="solid"/>
            <a:round/>
            <a:headEnd type="oval" w="med" len="med"/>
            <a:tailEnd type="oval" w="med" len="med"/>
          </a:ln>
        </p:spPr>
      </p:cxnSp>
      <p:sp>
        <p:nvSpPr>
          <p:cNvPr id="23836" name="Google Shape;23836;p88"/>
          <p:cNvSpPr txBox="1">
            <a:spLocks noGrp="1"/>
          </p:cNvSpPr>
          <p:nvPr>
            <p:ph type="subTitle" idx="4294967295"/>
          </p:nvPr>
        </p:nvSpPr>
        <p:spPr>
          <a:xfrm>
            <a:off x="5357258" y="2419168"/>
            <a:ext cx="3326105" cy="40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>
              <a:spcAft>
                <a:spcPts val="1600"/>
              </a:spcAft>
              <a:buNone/>
            </a:pPr>
            <a:r>
              <a:rPr lang="bs-Latn-BA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Sense–&gt;Think–&gt;Act–&gt;Learn ciklus je temelj njegovog odlučivanja i učenja</a:t>
            </a:r>
            <a:endParaRPr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cxnSp>
        <p:nvCxnSpPr>
          <p:cNvPr id="23837" name="Google Shape;23837;p88"/>
          <p:cNvCxnSpPr>
            <a:cxnSpLocks/>
          </p:cNvCxnSpPr>
          <p:nvPr/>
        </p:nvCxnSpPr>
        <p:spPr>
          <a:xfrm rot="10800000" flipV="1">
            <a:off x="2997582" y="2846328"/>
            <a:ext cx="2571320" cy="185626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lt2"/>
            </a:solidFill>
            <a:prstDash val="solid"/>
            <a:round/>
            <a:headEnd type="oval" w="med" len="med"/>
            <a:tailEnd type="oval" w="med" len="med"/>
          </a:ln>
        </p:spPr>
      </p:cxnSp>
      <p:sp>
        <p:nvSpPr>
          <p:cNvPr id="23839" name="Google Shape;23839;p88"/>
          <p:cNvSpPr txBox="1">
            <a:spLocks noGrp="1"/>
          </p:cNvSpPr>
          <p:nvPr>
            <p:ph type="subTitle" idx="4294967295"/>
          </p:nvPr>
        </p:nvSpPr>
        <p:spPr>
          <a:xfrm>
            <a:off x="5000022" y="3637592"/>
            <a:ext cx="3765842" cy="40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>
              <a:spcAft>
                <a:spcPts val="1600"/>
              </a:spcAft>
              <a:buNone/>
            </a:pPr>
            <a:r>
              <a:rPr lang="bs-Latn-BA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Reinforcement learning omogućava agentu da se prilagođava korisniku u realnom vremenu</a:t>
            </a:r>
            <a:endParaRPr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cxnSp>
        <p:nvCxnSpPr>
          <p:cNvPr id="23840" name="Google Shape;23840;p88"/>
          <p:cNvCxnSpPr>
            <a:cxnSpLocks/>
          </p:cNvCxnSpPr>
          <p:nvPr/>
        </p:nvCxnSpPr>
        <p:spPr>
          <a:xfrm rot="10800000">
            <a:off x="2674449" y="3375719"/>
            <a:ext cx="2124433" cy="543138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lt2"/>
            </a:solidFill>
            <a:prstDash val="solid"/>
            <a:round/>
            <a:headEnd type="oval" w="med" len="med"/>
            <a:tailEnd type="oval" w="med" len="med"/>
          </a:ln>
        </p:spPr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8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3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238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3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3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4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23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3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6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23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70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23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23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" name="Google Shape;23654;p78"/>
          <p:cNvSpPr/>
          <p:nvPr/>
        </p:nvSpPr>
        <p:spPr>
          <a:xfrm>
            <a:off x="5479225" y="3032200"/>
            <a:ext cx="3457638" cy="1841850"/>
          </a:xfrm>
          <a:custGeom>
            <a:avLst/>
            <a:gdLst/>
            <a:ahLst/>
            <a:cxnLst/>
            <a:rect l="l" t="t" r="r" b="b"/>
            <a:pathLst>
              <a:path w="76172" h="66200" extrusionOk="0">
                <a:moveTo>
                  <a:pt x="40842" y="0"/>
                </a:moveTo>
                <a:cubicBezTo>
                  <a:pt x="36382" y="0"/>
                  <a:pt x="31921" y="669"/>
                  <a:pt x="27660" y="2012"/>
                </a:cubicBezTo>
                <a:cubicBezTo>
                  <a:pt x="19180" y="4686"/>
                  <a:pt x="11216" y="10158"/>
                  <a:pt x="5958" y="17361"/>
                </a:cubicBezTo>
                <a:cubicBezTo>
                  <a:pt x="0" y="25538"/>
                  <a:pt x="3253" y="37605"/>
                  <a:pt x="6505" y="46268"/>
                </a:cubicBezTo>
                <a:cubicBezTo>
                  <a:pt x="8906" y="52681"/>
                  <a:pt x="12128" y="59277"/>
                  <a:pt x="17964" y="62894"/>
                </a:cubicBezTo>
                <a:cubicBezTo>
                  <a:pt x="22216" y="65500"/>
                  <a:pt x="27334" y="66200"/>
                  <a:pt x="32336" y="66200"/>
                </a:cubicBezTo>
                <a:cubicBezTo>
                  <a:pt x="32876" y="66200"/>
                  <a:pt x="33416" y="66191"/>
                  <a:pt x="33952" y="66177"/>
                </a:cubicBezTo>
                <a:cubicBezTo>
                  <a:pt x="43253" y="65964"/>
                  <a:pt x="52524" y="63988"/>
                  <a:pt x="61126" y="60432"/>
                </a:cubicBezTo>
                <a:cubicBezTo>
                  <a:pt x="65746" y="58517"/>
                  <a:pt x="70336" y="55964"/>
                  <a:pt x="73011" y="51769"/>
                </a:cubicBezTo>
                <a:cubicBezTo>
                  <a:pt x="75685" y="47514"/>
                  <a:pt x="75959" y="42255"/>
                  <a:pt x="76050" y="37240"/>
                </a:cubicBezTo>
                <a:cubicBezTo>
                  <a:pt x="76172" y="29611"/>
                  <a:pt x="75898" y="21586"/>
                  <a:pt x="72038" y="15021"/>
                </a:cubicBezTo>
                <a:cubicBezTo>
                  <a:pt x="68755" y="9489"/>
                  <a:pt x="63193" y="5568"/>
                  <a:pt x="57205" y="3167"/>
                </a:cubicBezTo>
                <a:cubicBezTo>
                  <a:pt x="55959" y="2650"/>
                  <a:pt x="54652" y="2194"/>
                  <a:pt x="53345" y="1799"/>
                </a:cubicBezTo>
                <a:cubicBezTo>
                  <a:pt x="49293" y="601"/>
                  <a:pt x="45068" y="0"/>
                  <a:pt x="4084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55" name="Google Shape;23655;p78"/>
          <p:cNvSpPr txBox="1">
            <a:spLocks noGrp="1"/>
          </p:cNvSpPr>
          <p:nvPr>
            <p:ph type="title"/>
          </p:nvPr>
        </p:nvSpPr>
        <p:spPr>
          <a:xfrm>
            <a:off x="5750374" y="3243319"/>
            <a:ext cx="3002700" cy="93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pl-PL" dirty="0"/>
              <a:t>Ako te niko ne razumije, BrewBuddy hoće!</a:t>
            </a:r>
            <a:endParaRPr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3B48FD1C-9DE0-483D-E2A9-0D8B57C9F7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64207" y="639604"/>
            <a:ext cx="3722593" cy="3728133"/>
          </a:xfrm>
          <a:prstGeom prst="ellipse">
            <a:avLst/>
          </a:prstGeom>
          <a:ln w="63500" cap="rnd">
            <a:solidFill>
              <a:schemeClr val="accent1">
                <a:lumMod val="25000"/>
              </a:schemeClr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C5E007D7-98F9-2A56-79AB-F829F72B9762}"/>
              </a:ext>
            </a:extLst>
          </p:cNvPr>
          <p:cNvSpPr txBox="1"/>
          <p:nvPr/>
        </p:nvSpPr>
        <p:spPr>
          <a:xfrm>
            <a:off x="161365" y="1933768"/>
            <a:ext cx="5109882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bs-Latn-BA" sz="5400" dirty="0">
                <a:solidFill>
                  <a:schemeClr val="accent2"/>
                </a:solidFill>
                <a:latin typeface="Berkshire Swash" panose="020B0604020202020204" charset="0"/>
              </a:rPr>
              <a:t>Hvala Vam na pažnji!</a:t>
            </a:r>
          </a:p>
        </p:txBody>
      </p:sp>
    </p:spTree>
    <p:extLst>
      <p:ext uri="{BB962C8B-B14F-4D97-AF65-F5344CB8AC3E}">
        <p14:creationId xmlns:p14="http://schemas.microsoft.com/office/powerpoint/2010/main" val="4286118988"/>
      </p:ext>
    </p:extLst>
  </p:cSld>
  <p:clrMapOvr>
    <a:masterClrMapping/>
  </p:clrMapOvr>
</p:sld>
</file>

<file path=ppt/theme/theme1.xml><?xml version="1.0" encoding="utf-8"?>
<a:theme xmlns:a="http://schemas.openxmlformats.org/drawingml/2006/main" name="Coffee Vibes XL by Slidesgo">
  <a:themeElements>
    <a:clrScheme name="Simple Light">
      <a:dk1>
        <a:srgbClr val="F4ECE7"/>
      </a:dk1>
      <a:lt1>
        <a:srgbClr val="756458"/>
      </a:lt1>
      <a:dk2>
        <a:srgbClr val="E5D0C3"/>
      </a:dk2>
      <a:lt2>
        <a:srgbClr val="5F8794"/>
      </a:lt2>
      <a:accent1>
        <a:srgbClr val="F4ECE7"/>
      </a:accent1>
      <a:accent2>
        <a:srgbClr val="756458"/>
      </a:accent2>
      <a:accent3>
        <a:srgbClr val="E5D0C3"/>
      </a:accent3>
      <a:accent4>
        <a:srgbClr val="5F8794"/>
      </a:accent4>
      <a:accent5>
        <a:srgbClr val="5F8794"/>
      </a:accent5>
      <a:accent6>
        <a:srgbClr val="5F8794"/>
      </a:accent6>
      <a:hlink>
        <a:srgbClr val="756458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569</TotalTime>
  <Words>416</Words>
  <Application>Microsoft Office PowerPoint</Application>
  <PresentationFormat>On-screen Show (16:9)</PresentationFormat>
  <Paragraphs>77</Paragraphs>
  <Slides>18</Slides>
  <Notes>17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</vt:i4>
      </vt:variant>
    </vt:vector>
  </HeadingPairs>
  <TitlesOfParts>
    <vt:vector size="23" baseType="lpstr">
      <vt:lpstr>Berkshire Swash</vt:lpstr>
      <vt:lpstr>Times New Roman</vt:lpstr>
      <vt:lpstr>Arial</vt:lpstr>
      <vt:lpstr>Open Sans</vt:lpstr>
      <vt:lpstr>Coffee Vibes XL by Slidesgo</vt:lpstr>
      <vt:lpstr>BrewBuddy AI</vt:lpstr>
      <vt:lpstr>Šta je BrewBuddy?</vt:lpstr>
      <vt:lpstr>Zašto je zanimljiva tema?</vt:lpstr>
      <vt:lpstr>Motivacija i ideja</vt:lpstr>
      <vt:lpstr>Što više kafe piješ, on postaje pametniji.</vt:lpstr>
      <vt:lpstr>Svrha</vt:lpstr>
      <vt:lpstr>Stanje</vt:lpstr>
      <vt:lpstr>Sense-&gt;Thnik-&gt;Act-&gt;Learn </vt:lpstr>
      <vt:lpstr>Algoritmi učenja</vt:lpstr>
      <vt:lpstr>Tehnologije</vt:lpstr>
      <vt:lpstr>40%</vt:lpstr>
      <vt:lpstr>Arhitektura</vt:lpstr>
      <vt:lpstr>Prezentacijski sloj (User Interface)</vt:lpstr>
      <vt:lpstr>Primjer interakcije</vt:lpstr>
      <vt:lpstr>🤖 Najzastupljeniji AI baristi</vt:lpstr>
      <vt:lpstr>Zaključak</vt:lpstr>
      <vt:lpstr>Ako te niko ne razumije, BrewBuddy hoće!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cp:lastModifiedBy>Zerina Ibrulj</cp:lastModifiedBy>
  <cp:revision>108</cp:revision>
  <dcterms:modified xsi:type="dcterms:W3CDTF">2025-12-29T22:12:44Z</dcterms:modified>
</cp:coreProperties>
</file>